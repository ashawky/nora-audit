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embedTrueTypeFonts="1" saveSubsetFonts="1">
  <p:sldMasterIdLst>
    <p:sldMasterId id="2147483702" r:id="rId1"/>
  </p:sldMasterIdLst>
  <p:notesMasterIdLst>
    <p:notesMasterId r:id="rId87"/>
  </p:notesMasterIdLst>
  <p:handoutMasterIdLst>
    <p:handoutMasterId r:id="rId88"/>
  </p:handoutMasterIdLst>
  <p:sldIdLst>
    <p:sldId id="542" r:id="rId2"/>
    <p:sldId id="5307" r:id="rId3"/>
    <p:sldId id="5305" r:id="rId4"/>
    <p:sldId id="578" r:id="rId5"/>
    <p:sldId id="5252" r:id="rId6"/>
    <p:sldId id="597" r:id="rId7"/>
    <p:sldId id="2147483534" r:id="rId8"/>
    <p:sldId id="2147483537" r:id="rId9"/>
    <p:sldId id="2147483545" r:id="rId10"/>
    <p:sldId id="2147483546" r:id="rId11"/>
    <p:sldId id="2147483564" r:id="rId12"/>
    <p:sldId id="2147483565" r:id="rId13"/>
    <p:sldId id="2147483566" r:id="rId14"/>
    <p:sldId id="2147483569" r:id="rId15"/>
    <p:sldId id="2147483571" r:id="rId16"/>
    <p:sldId id="2147483567" r:id="rId17"/>
    <p:sldId id="302" r:id="rId18"/>
    <p:sldId id="304" r:id="rId19"/>
    <p:sldId id="305" r:id="rId20"/>
    <p:sldId id="306" r:id="rId21"/>
    <p:sldId id="307" r:id="rId22"/>
    <p:sldId id="2147483568" r:id="rId23"/>
    <p:sldId id="311" r:id="rId24"/>
    <p:sldId id="312" r:id="rId25"/>
    <p:sldId id="2147483570" r:id="rId26"/>
    <p:sldId id="2147483554" r:id="rId27"/>
    <p:sldId id="257" r:id="rId28"/>
    <p:sldId id="2147483556" r:id="rId29"/>
    <p:sldId id="258" r:id="rId30"/>
    <p:sldId id="2147483558" r:id="rId31"/>
    <p:sldId id="2147483557" r:id="rId32"/>
    <p:sldId id="2147483560" r:id="rId33"/>
    <p:sldId id="259" r:id="rId34"/>
    <p:sldId id="260" r:id="rId35"/>
    <p:sldId id="5219" r:id="rId36"/>
    <p:sldId id="637" r:id="rId37"/>
    <p:sldId id="2147483561" r:id="rId38"/>
    <p:sldId id="601" r:id="rId39"/>
    <p:sldId id="5308" r:id="rId40"/>
    <p:sldId id="5220" r:id="rId41"/>
    <p:sldId id="2147483538" r:id="rId42"/>
    <p:sldId id="2147483533" r:id="rId43"/>
    <p:sldId id="5221" r:id="rId44"/>
    <p:sldId id="5190" r:id="rId45"/>
    <p:sldId id="2147483553" r:id="rId46"/>
    <p:sldId id="2147483551" r:id="rId47"/>
    <p:sldId id="2147483531" r:id="rId48"/>
    <p:sldId id="256" r:id="rId49"/>
    <p:sldId id="2147483528" r:id="rId50"/>
    <p:sldId id="2147483529" r:id="rId51"/>
    <p:sldId id="2147483530" r:id="rId52"/>
    <p:sldId id="2147482373" r:id="rId53"/>
    <p:sldId id="5188" r:id="rId54"/>
    <p:sldId id="2147483563" r:id="rId55"/>
    <p:sldId id="5283" r:id="rId56"/>
    <p:sldId id="5306" r:id="rId57"/>
    <p:sldId id="2147483562" r:id="rId58"/>
    <p:sldId id="5222" r:id="rId59"/>
    <p:sldId id="2147483547" r:id="rId60"/>
    <p:sldId id="4870" r:id="rId61"/>
    <p:sldId id="5289" r:id="rId62"/>
    <p:sldId id="2147483550" r:id="rId63"/>
    <p:sldId id="2147482371" r:id="rId64"/>
    <p:sldId id="2147483539" r:id="rId65"/>
    <p:sldId id="2147483540" r:id="rId66"/>
    <p:sldId id="2147483541" r:id="rId67"/>
    <p:sldId id="2147483542" r:id="rId68"/>
    <p:sldId id="2147483543" r:id="rId69"/>
    <p:sldId id="2147483544" r:id="rId70"/>
    <p:sldId id="2147483526" r:id="rId71"/>
    <p:sldId id="604" r:id="rId72"/>
    <p:sldId id="5223" r:id="rId73"/>
    <p:sldId id="5236" r:id="rId74"/>
    <p:sldId id="5294" r:id="rId75"/>
    <p:sldId id="5295" r:id="rId76"/>
    <p:sldId id="5296" r:id="rId77"/>
    <p:sldId id="5297" r:id="rId78"/>
    <p:sldId id="5298" r:id="rId79"/>
    <p:sldId id="5299" r:id="rId80"/>
    <p:sldId id="5300" r:id="rId81"/>
    <p:sldId id="5301" r:id="rId82"/>
    <p:sldId id="5302" r:id="rId83"/>
    <p:sldId id="5303" r:id="rId84"/>
    <p:sldId id="5304" r:id="rId85"/>
    <p:sldId id="599" r:id="rId86"/>
  </p:sldIdLst>
  <p:sldSz cx="12192000" cy="6858000"/>
  <p:notesSz cx="6858000" cy="9144000"/>
  <p:embeddedFontLst>
    <p:embeddedFont>
      <p:font typeface="Sakkal Majalla" panose="02000000000000000000" pitchFamily="2" charset="-78"/>
      <p:regular r:id="rId89"/>
      <p:bold r:id="rId9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وثيقة استراتيجية البنية المؤسسية" id="{192D0EC9-8726-4786-9016-9261C3753C2F}">
          <p14:sldIdLst>
            <p14:sldId id="542"/>
            <p14:sldId id="5307"/>
            <p14:sldId id="5305"/>
            <p14:sldId id="578"/>
            <p14:sldId id="5252"/>
          </p14:sldIdLst>
        </p14:section>
        <p14:section name="1. مقدمة عن استراتيجية البنية المؤسسية" id="{7550439F-EA43-4532-80C7-6ED8E85DB1E2}">
          <p14:sldIdLst>
            <p14:sldId id="597"/>
            <p14:sldId id="2147483534"/>
            <p14:sldId id="2147483537"/>
            <p14:sldId id="2147483545"/>
            <p14:sldId id="2147483546"/>
            <p14:sldId id="2147483564"/>
            <p14:sldId id="2147483565"/>
            <p14:sldId id="2147483566"/>
          </p14:sldIdLst>
        </p14:section>
        <p14:section name="المقارنة المعيارية للجهة الداخلية" id="{E2A122BD-F951-4594-9C0B-3EA91329704D}">
          <p14:sldIdLst>
            <p14:sldId id="2147483569"/>
            <p14:sldId id="2147483571"/>
            <p14:sldId id="2147483567"/>
            <p14:sldId id="302"/>
            <p14:sldId id="304"/>
            <p14:sldId id="305"/>
            <p14:sldId id="306"/>
            <p14:sldId id="307"/>
            <p14:sldId id="2147483568"/>
            <p14:sldId id="311"/>
            <p14:sldId id="312"/>
          </p14:sldIdLst>
        </p14:section>
        <p14:section name="المقارنة مع جهة خارجية" id="{B73F4D5B-C8AC-450C-ADB9-AD0418BA205A}">
          <p14:sldIdLst>
            <p14:sldId id="2147483570"/>
            <p14:sldId id="2147483554"/>
            <p14:sldId id="257"/>
            <p14:sldId id="2147483556"/>
            <p14:sldId id="258"/>
            <p14:sldId id="2147483558"/>
            <p14:sldId id="2147483557"/>
            <p14:sldId id="2147483560"/>
            <p14:sldId id="259"/>
            <p14:sldId id="260"/>
          </p14:sldIdLst>
        </p14:section>
        <p14:section name="2. المدخلات لإستراتيجية البنية المؤسسية" id="{B1D6E64A-0AA9-4FA7-93D5-AB259B5983C9}">
          <p14:sldIdLst>
            <p14:sldId id="5219"/>
            <p14:sldId id="637"/>
            <p14:sldId id="2147483561"/>
          </p14:sldIdLst>
        </p14:section>
        <p14:section name="3. نقاط القوة والضعف" id="{CE15DB6C-C82A-4B54-86FF-ED2B0FB8AF5C}">
          <p14:sldIdLst>
            <p14:sldId id="601"/>
            <p14:sldId id="5308"/>
          </p14:sldIdLst>
        </p14:section>
        <p14:section name="4. مكونات استراتيجية ممارسة البنية المؤسسية" id="{F2AE5ACD-055B-49FB-AC40-06932DDBCE4D}">
          <p14:sldIdLst>
            <p14:sldId id="5220"/>
            <p14:sldId id="2147483538"/>
            <p14:sldId id="2147483533"/>
            <p14:sldId id="5221"/>
            <p14:sldId id="5190"/>
            <p14:sldId id="2147483553"/>
            <p14:sldId id="2147483551"/>
            <p14:sldId id="2147483531"/>
            <p14:sldId id="256"/>
            <p14:sldId id="2147483528"/>
            <p14:sldId id="2147483529"/>
            <p14:sldId id="2147483530"/>
            <p14:sldId id="2147482373"/>
          </p14:sldIdLst>
        </p14:section>
        <p14:section name="5. المواءمة الاستراتيجية" id="{E3B58AAB-C43D-45FA-BE84-195203B1F83A}">
          <p14:sldIdLst>
            <p14:sldId id="5188"/>
            <p14:sldId id="2147483563"/>
            <p14:sldId id="5283"/>
            <p14:sldId id="5306"/>
            <p14:sldId id="2147483562"/>
          </p14:sldIdLst>
        </p14:section>
        <p14:section name="6. نطاق البنية المؤسسية على المستوى الاستراتيجي" id="{38589A07-2E95-4801-83FA-3B64812F665B}">
          <p14:sldIdLst>
            <p14:sldId id="5222"/>
            <p14:sldId id="2147483547"/>
          </p14:sldIdLst>
        </p14:section>
        <p14:section name="7. منهجية تنفيذ استراتيجية البنية المؤسسية" id="{4CF2B324-C298-4458-B787-3C3447F21150}">
          <p14:sldIdLst>
            <p14:sldId id="4870"/>
            <p14:sldId id="5289"/>
            <p14:sldId id="2147483550"/>
            <p14:sldId id="2147482371"/>
            <p14:sldId id="2147483539"/>
            <p14:sldId id="2147483540"/>
            <p14:sldId id="2147483541"/>
            <p14:sldId id="2147483542"/>
            <p14:sldId id="2147483543"/>
            <p14:sldId id="2147483544"/>
            <p14:sldId id="2147483526"/>
          </p14:sldIdLst>
        </p14:section>
        <p14:section name="8. مؤشرات الأداء الاستراتيجية للبنية المؤسسية" id="{6EAE1C4A-6CAC-43AC-A460-7074C4AAFEAD}">
          <p14:sldIdLst>
            <p14:sldId id="604"/>
            <p14:sldId id="5223"/>
          </p14:sldIdLst>
        </p14:section>
        <p14:section name="مؤشرات الهدف الاستراتيجي الأول (EAG01)" id="{EC940827-9566-4E5C-8B2E-1AC3D54B54B9}">
          <p14:sldIdLst>
            <p14:sldId id="5236"/>
            <p14:sldId id="5294"/>
          </p14:sldIdLst>
        </p14:section>
        <p14:section name="مؤشرات الهدف الاستراتيجي الثاني (EAG02)" id="{A1444A3E-402E-47A7-868C-5EFCCA45F6FF}">
          <p14:sldIdLst>
            <p14:sldId id="5295"/>
            <p14:sldId id="5296"/>
          </p14:sldIdLst>
        </p14:section>
        <p14:section name="مؤشرات الهدف الاستراتيجي الثالث (EAG03)" id="{5B59B407-F9AF-4702-ADC6-97CCDCADE095}">
          <p14:sldIdLst>
            <p14:sldId id="5297"/>
            <p14:sldId id="5298"/>
          </p14:sldIdLst>
        </p14:section>
        <p14:section name="مؤشرات الهدف الاستراتيجي الرابع (EAG04)" id="{BBE81157-689B-4013-87F2-2083C9428470}">
          <p14:sldIdLst>
            <p14:sldId id="5299"/>
          </p14:sldIdLst>
        </p14:section>
        <p14:section name="مؤشرات الهدف الاستراتيجي الخامس (EAG05)" id="{B11041CF-2ADA-4A39-AB45-D85E4FB76C3F}">
          <p14:sldIdLst>
            <p14:sldId id="5300"/>
            <p14:sldId id="5301"/>
          </p14:sldIdLst>
        </p14:section>
        <p14:section name="مؤشرات الهدف الاستراتيجي السادس (EAG06)" id="{4ED41E32-D5AF-4824-8FBC-FB04CBC2C7DC}">
          <p14:sldIdLst>
            <p14:sldId id="5302"/>
            <p14:sldId id="5303"/>
            <p14:sldId id="5304"/>
            <p14:sldId id="59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na  Alghadhban" initials="DA" lastIdx="34" clrIdx="0">
    <p:extLst>
      <p:ext uri="{19B8F6BF-5375-455C-9EA6-DF929625EA0E}">
        <p15:presenceInfo xmlns:p15="http://schemas.microsoft.com/office/powerpoint/2012/main" userId="S::dalghadhban@etec.gov.sa::3d4182d2-9ffd-465f-9c22-e5c7ddf2e688" providerId="AD"/>
      </p:ext>
    </p:extLst>
  </p:cmAuthor>
  <p:cmAuthor id="2" name="Hani Adel Ibraheem Rehan" initials="HA" lastIdx="10" clrIdx="1">
    <p:extLst>
      <p:ext uri="{19B8F6BF-5375-455C-9EA6-DF929625EA0E}">
        <p15:presenceInfo xmlns:p15="http://schemas.microsoft.com/office/powerpoint/2012/main" userId="S::h_rehan@mans.edu.eg::13aea2b9-4f76-4644-996f-07bc1876147a" providerId="AD"/>
      </p:ext>
    </p:extLst>
  </p:cmAuthor>
  <p:cmAuthor id="3" name="Mohamed Imam" initials="MI" lastIdx="1" clrIdx="2">
    <p:extLst>
      <p:ext uri="{19B8F6BF-5375-455C-9EA6-DF929625EA0E}">
        <p15:presenceInfo xmlns:p15="http://schemas.microsoft.com/office/powerpoint/2012/main" userId="S::m.imam@rmg-sa.com::ff4c4104-d8ff-4cb6-b08b-eec2c3438a9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FA0D9"/>
    <a:srgbClr val="4C3C8D"/>
    <a:srgbClr val="CA0D45"/>
    <a:srgbClr val="F2F2F2"/>
    <a:srgbClr val="B2D9F0"/>
    <a:srgbClr val="8CC6E8"/>
    <a:srgbClr val="392D6A"/>
    <a:srgbClr val="F5A053"/>
    <a:srgbClr val="E5E5E7"/>
    <a:srgbClr val="51B4C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9963" autoAdjust="0"/>
    <p:restoredTop sz="91263" autoAdjust="0"/>
  </p:normalViewPr>
  <p:slideViewPr>
    <p:cSldViewPr snapToGrid="0">
      <p:cViewPr varScale="1">
        <p:scale>
          <a:sx n="75" d="100"/>
          <a:sy n="75" d="100"/>
        </p:scale>
        <p:origin x="744" y="58"/>
      </p:cViewPr>
      <p:guideLst/>
    </p:cSldViewPr>
  </p:slideViewPr>
  <p:outlineViewPr>
    <p:cViewPr>
      <p:scale>
        <a:sx n="33" d="100"/>
        <a:sy n="33" d="100"/>
      </p:scale>
      <p:origin x="0" y="-2107"/>
    </p:cViewPr>
  </p:outlineViewPr>
  <p:notesTextViewPr>
    <p:cViewPr>
      <p:scale>
        <a:sx n="1" d="1"/>
        <a:sy n="1" d="1"/>
      </p:scale>
      <p:origin x="0" y="0"/>
    </p:cViewPr>
  </p:notesTextViewPr>
  <p:notesViewPr>
    <p:cSldViewPr snapToGrid="0" showGuides="1">
      <p:cViewPr varScale="1">
        <p:scale>
          <a:sx n="82" d="100"/>
          <a:sy n="82" d="100"/>
        </p:scale>
        <p:origin x="3156" y="9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font" Target="fonts/font1.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font" Target="fonts/font2.fntdata"/><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handoutMaster" Target="handoutMasters/handoutMaster1.xml"/><Relationship Id="rId91"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Sakkal Majalla" panose="02000000000000000000" pitchFamily="2" charset="-78"/>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F3CCF8-5C26-4AF6-B7BA-B28572CBB7B8}" type="datetimeFigureOut">
              <a:rPr lang="en-US" smtClean="0">
                <a:latin typeface="Sakkal Majalla" panose="02000000000000000000" pitchFamily="2" charset="-78"/>
              </a:rPr>
              <a:t>4/16/2026</a:t>
            </a:fld>
            <a:endParaRPr lang="en-US" dirty="0">
              <a:latin typeface="Sakkal Majalla" panose="02000000000000000000" pitchFamily="2" charset="-78"/>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Sakkal Majalla" panose="02000000000000000000" pitchFamily="2" charset="-78"/>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12BC3B-B80E-4787-98A9-8276652C0984}" type="slidenum">
              <a:rPr lang="en-US" smtClean="0">
                <a:latin typeface="Sakkal Majalla" panose="02000000000000000000" pitchFamily="2" charset="-78"/>
              </a:rPr>
              <a:t>‹#›</a:t>
            </a:fld>
            <a:endParaRPr lang="en-US" dirty="0">
              <a:latin typeface="Sakkal Majalla" panose="02000000000000000000" pitchFamily="2" charset="-78"/>
            </a:endParaRPr>
          </a:p>
        </p:txBody>
      </p:sp>
    </p:spTree>
    <p:extLst>
      <p:ext uri="{BB962C8B-B14F-4D97-AF65-F5344CB8AC3E}">
        <p14:creationId xmlns:p14="http://schemas.microsoft.com/office/powerpoint/2010/main" val="29127117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Sakkal Majalla" panose="02000000000000000000" pitchFamily="2" charset="-78"/>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Sakkal Majalla" panose="02000000000000000000" pitchFamily="2" charset="-78"/>
              </a:defRPr>
            </a:lvl1pPr>
          </a:lstStyle>
          <a:p>
            <a:fld id="{D4A18F3E-C117-429A-B1A6-546895907122}" type="datetimeFigureOut">
              <a:rPr lang="en-US" smtClean="0"/>
              <a:pPr/>
              <a:t>4/16/2026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Sakkal Majalla" panose="02000000000000000000" pitchFamily="2" charset="-78"/>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Sakkal Majalla" panose="02000000000000000000" pitchFamily="2" charset="-78"/>
              </a:defRPr>
            </a:lvl1pPr>
          </a:lstStyle>
          <a:p>
            <a:fld id="{B97FDBCA-D751-4A03-819B-45597328ED86}" type="slidenum">
              <a:rPr lang="en-US" smtClean="0"/>
              <a:pPr/>
              <a:t>‹#›</a:t>
            </a:fld>
            <a:endParaRPr lang="en-US" dirty="0"/>
          </a:p>
        </p:txBody>
      </p:sp>
    </p:spTree>
    <p:extLst>
      <p:ext uri="{BB962C8B-B14F-4D97-AF65-F5344CB8AC3E}">
        <p14:creationId xmlns:p14="http://schemas.microsoft.com/office/powerpoint/2010/main" val="38722439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Sakkal Majalla" panose="02000000000000000000" pitchFamily="2" charset="-78"/>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285750" indent="-285750" algn="r" rtl="1">
              <a:buFont typeface="Arial" panose="020B0604020202020204" pitchFamily="34" charset="0"/>
              <a:buChar char="•"/>
            </a:pPr>
            <a:endParaRPr lang="ar-EG" dirty="0">
              <a:cs typeface="Sakkal Majalla" panose="02000000000000000000" pitchFamily="2" charset="-78"/>
            </a:endParaRPr>
          </a:p>
        </p:txBody>
      </p:sp>
      <p:sp>
        <p:nvSpPr>
          <p:cNvPr id="4" name="Slide Number Placeholder 3"/>
          <p:cNvSpPr>
            <a:spLocks noGrp="1"/>
          </p:cNvSpPr>
          <p:nvPr>
            <p:ph type="sldNum" sz="quarter" idx="5"/>
          </p:nvPr>
        </p:nvSpPr>
        <p:spPr/>
        <p:txBody>
          <a:bodyPr/>
          <a:lstStyle/>
          <a:p>
            <a:fld id="{B97FDBCA-D751-4A03-819B-45597328ED86}" type="slidenum">
              <a:rPr lang="en-US" smtClean="0"/>
              <a:t>1</a:t>
            </a:fld>
            <a:endParaRPr lang="en-US"/>
          </a:p>
        </p:txBody>
      </p:sp>
    </p:spTree>
    <p:extLst>
      <p:ext uri="{BB962C8B-B14F-4D97-AF65-F5344CB8AC3E}">
        <p14:creationId xmlns:p14="http://schemas.microsoft.com/office/powerpoint/2010/main" val="3800326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D6C75-F9A4-9FAB-31F7-1EF56A9504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F7B611-84A7-B721-776F-D318DA7EFB9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E538B01-C13F-8DE4-B9FB-005CB689642A}"/>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AE5B9673-9FE9-BDFB-7B40-2C61D3BC5AE8}"/>
              </a:ext>
            </a:extLst>
          </p:cNvPr>
          <p:cNvSpPr>
            <a:spLocks noGrp="1"/>
          </p:cNvSpPr>
          <p:nvPr>
            <p:ph type="sldNum" sz="quarter" idx="5"/>
          </p:nvPr>
        </p:nvSpPr>
        <p:spPr/>
        <p:txBody>
          <a:bodyPr/>
          <a:lstStyle/>
          <a:p>
            <a:fld id="{B97FDBCA-D751-4A03-819B-45597328ED86}" type="slidenum">
              <a:rPr lang="en-US" smtClean="0"/>
              <a:t>2</a:t>
            </a:fld>
            <a:endParaRPr lang="en-US"/>
          </a:p>
        </p:txBody>
      </p:sp>
    </p:spTree>
    <p:extLst>
      <p:ext uri="{BB962C8B-B14F-4D97-AF65-F5344CB8AC3E}">
        <p14:creationId xmlns:p14="http://schemas.microsoft.com/office/powerpoint/2010/main" val="3696553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4</a:t>
            </a:fld>
            <a:endParaRPr lang="en-US"/>
          </a:p>
        </p:txBody>
      </p:sp>
    </p:spTree>
    <p:extLst>
      <p:ext uri="{BB962C8B-B14F-4D97-AF65-F5344CB8AC3E}">
        <p14:creationId xmlns:p14="http://schemas.microsoft.com/office/powerpoint/2010/main" val="20229032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9D2DC-0613-43C1-CD12-768BFA8DE4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65E57E-3E27-639C-D209-10876E784F9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EEC59E8-65FD-29EF-9B37-6C8523F455B4}"/>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A500E9FD-AED4-B041-0075-F0CF087E93C5}"/>
              </a:ext>
            </a:extLst>
          </p:cNvPr>
          <p:cNvSpPr>
            <a:spLocks noGrp="1"/>
          </p:cNvSpPr>
          <p:nvPr>
            <p:ph type="sldNum" sz="quarter" idx="5"/>
          </p:nvPr>
        </p:nvSpPr>
        <p:spPr/>
        <p:txBody>
          <a:bodyPr/>
          <a:lstStyle/>
          <a:p>
            <a:fld id="{B97FDBCA-D751-4A03-819B-45597328ED86}" type="slidenum">
              <a:rPr lang="en-US" smtClean="0"/>
              <a:t>7</a:t>
            </a:fld>
            <a:endParaRPr lang="en-US"/>
          </a:p>
        </p:txBody>
      </p:sp>
    </p:spTree>
    <p:extLst>
      <p:ext uri="{BB962C8B-B14F-4D97-AF65-F5344CB8AC3E}">
        <p14:creationId xmlns:p14="http://schemas.microsoft.com/office/powerpoint/2010/main" val="30393759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1A0BB-5F7A-5F58-AE6A-AEA863D8CE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07488F-6416-34A3-C2EA-6DC9F84AB03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809726F-D32E-3155-B741-E3BC41C30BBB}"/>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30A6D107-F088-54FA-2933-AC2B3A6F4D01}"/>
              </a:ext>
            </a:extLst>
          </p:cNvPr>
          <p:cNvSpPr>
            <a:spLocks noGrp="1"/>
          </p:cNvSpPr>
          <p:nvPr>
            <p:ph type="sldNum" sz="quarter" idx="5"/>
          </p:nvPr>
        </p:nvSpPr>
        <p:spPr/>
        <p:txBody>
          <a:bodyPr/>
          <a:lstStyle/>
          <a:p>
            <a:fld id="{B97FDBCA-D751-4A03-819B-45597328ED86}" type="slidenum">
              <a:rPr lang="en-US" smtClean="0"/>
              <a:t>8</a:t>
            </a:fld>
            <a:endParaRPr lang="en-US"/>
          </a:p>
        </p:txBody>
      </p:sp>
    </p:spTree>
    <p:extLst>
      <p:ext uri="{BB962C8B-B14F-4D97-AF65-F5344CB8AC3E}">
        <p14:creationId xmlns:p14="http://schemas.microsoft.com/office/powerpoint/2010/main" val="7854372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C2D55-4548-3080-4280-BE7CF2BBAE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70C39-8B9A-5B2A-C00B-DB1F57B4501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56D469B-985E-4FF8-B37C-46CB85598404}"/>
              </a:ext>
            </a:extLst>
          </p:cNvPr>
          <p:cNvSpPr>
            <a:spLocks noGrp="1"/>
          </p:cNvSpPr>
          <p:nvPr>
            <p:ph type="body" idx="1"/>
          </p:nvPr>
        </p:nvSpPr>
        <p:spPr/>
        <p:txBody>
          <a:bodyPr/>
          <a:lstStyle/>
          <a:p>
            <a:pPr marL="171450" indent="-171450" algn="r" rtl="1">
              <a:spcBef>
                <a:spcPts val="540"/>
              </a:spcBef>
              <a:buFont typeface="Arial" panose="020B0604020202020204" pitchFamily="34" charset="0"/>
              <a:buChar char="•"/>
            </a:pPr>
            <a:endParaRPr lang="en-US" sz="1200" dirty="0">
              <a:solidFill>
                <a:schemeClr val="bg1"/>
              </a:solidFill>
              <a:latin typeface="Sakkal Majalla" panose="02000000000000000000" pitchFamily="2" charset="-78"/>
              <a:cs typeface="Sakkal Majalla" panose="02000000000000000000" pitchFamily="2" charset="-78"/>
            </a:endParaRPr>
          </a:p>
        </p:txBody>
      </p:sp>
      <p:sp>
        <p:nvSpPr>
          <p:cNvPr id="4" name="Slide Number Placeholder 3">
            <a:extLst>
              <a:ext uri="{FF2B5EF4-FFF2-40B4-BE49-F238E27FC236}">
                <a16:creationId xmlns:a16="http://schemas.microsoft.com/office/drawing/2014/main" id="{A16A1E90-5B93-3C58-D93D-B3F95F569389}"/>
              </a:ext>
            </a:extLst>
          </p:cNvPr>
          <p:cNvSpPr>
            <a:spLocks noGrp="1"/>
          </p:cNvSpPr>
          <p:nvPr>
            <p:ph type="sldNum" sz="quarter" idx="5"/>
          </p:nvPr>
        </p:nvSpPr>
        <p:spPr/>
        <p:txBody>
          <a:bodyPr/>
          <a:lstStyle/>
          <a:p>
            <a:fld id="{B97FDBCA-D751-4A03-819B-45597328ED86}" type="slidenum">
              <a:rPr lang="en-US" smtClean="0"/>
              <a:t>9</a:t>
            </a:fld>
            <a:endParaRPr lang="en-US"/>
          </a:p>
        </p:txBody>
      </p:sp>
    </p:spTree>
    <p:extLst>
      <p:ext uri="{BB962C8B-B14F-4D97-AF65-F5344CB8AC3E}">
        <p14:creationId xmlns:p14="http://schemas.microsoft.com/office/powerpoint/2010/main" val="36060815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97FDBCA-D751-4A03-819B-45597328ED86}" type="slidenum">
              <a:rPr lang="en-US" smtClean="0"/>
              <a:pPr/>
              <a:t>10</a:t>
            </a:fld>
            <a:endParaRPr lang="en-US" dirty="0"/>
          </a:p>
        </p:txBody>
      </p:sp>
    </p:spTree>
    <p:extLst>
      <p:ext uri="{BB962C8B-B14F-4D97-AF65-F5344CB8AC3E}">
        <p14:creationId xmlns:p14="http://schemas.microsoft.com/office/powerpoint/2010/main" val="28642117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61F04-533C-000C-7AF1-6CC00F1120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10C9CC-2352-A4BE-3278-FC2C9CAB80F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BC0527D-4B9E-0F17-5881-F2FA668541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078C4D-6DAF-FB72-ADEC-5F1E31020E2C}"/>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5317734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pPr/>
              <a:t>24</a:t>
            </a:fld>
            <a:endParaRPr lang="en-US" dirty="0"/>
          </a:p>
        </p:txBody>
      </p:sp>
    </p:spTree>
    <p:extLst>
      <p:ext uri="{BB962C8B-B14F-4D97-AF65-F5344CB8AC3E}">
        <p14:creationId xmlns:p14="http://schemas.microsoft.com/office/powerpoint/2010/main" val="1712731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3203F-5982-1265-FD6F-1D2F4AC666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B5E91A-6635-EEDB-A6E7-B40D9FC52B8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4CA1F73-C472-7CBD-5971-33CD4D7102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B75432-1D6B-FAF2-5862-365FAF3AA24D}"/>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39786264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36</a:t>
            </a:fld>
            <a:endParaRPr lang="en-US"/>
          </a:p>
        </p:txBody>
      </p:sp>
    </p:spTree>
    <p:extLst>
      <p:ext uri="{BB962C8B-B14F-4D97-AF65-F5344CB8AC3E}">
        <p14:creationId xmlns:p14="http://schemas.microsoft.com/office/powerpoint/2010/main" val="32559035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3C595-4BA1-2C69-A2BA-1405AC898C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74917-0197-EE74-CA98-E768FEA3498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2D82011-C287-A74F-0B0E-4D4D1A1D63E0}"/>
              </a:ext>
            </a:extLst>
          </p:cNvPr>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BA344969-73BB-327A-F0B1-C9F4B8444558}"/>
              </a:ext>
            </a:extLst>
          </p:cNvPr>
          <p:cNvSpPr>
            <a:spLocks noGrp="1"/>
          </p:cNvSpPr>
          <p:nvPr>
            <p:ph type="sldNum" sz="quarter" idx="5"/>
          </p:nvPr>
        </p:nvSpPr>
        <p:spPr/>
        <p:txBody>
          <a:bodyPr/>
          <a:lstStyle/>
          <a:p>
            <a:fld id="{B97FDBCA-D751-4A03-819B-45597328ED86}" type="slidenum">
              <a:rPr lang="en-US" smtClean="0"/>
              <a:t>39</a:t>
            </a:fld>
            <a:endParaRPr lang="en-US"/>
          </a:p>
        </p:txBody>
      </p:sp>
    </p:spTree>
    <p:extLst>
      <p:ext uri="{BB962C8B-B14F-4D97-AF65-F5344CB8AC3E}">
        <p14:creationId xmlns:p14="http://schemas.microsoft.com/office/powerpoint/2010/main" val="35690230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44</a:t>
            </a:fld>
            <a:endParaRPr lang="en-US"/>
          </a:p>
        </p:txBody>
      </p:sp>
    </p:spTree>
    <p:extLst>
      <p:ext uri="{BB962C8B-B14F-4D97-AF65-F5344CB8AC3E}">
        <p14:creationId xmlns:p14="http://schemas.microsoft.com/office/powerpoint/2010/main" val="25202369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BE4A2-39A3-F371-9CAB-A42DE48622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01E8B1-BEB8-8078-F56F-6B2AB6A826A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C5BC782-BA41-7028-3EB2-7F5CB28073D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D2227A7-BEFE-A4B2-2656-5540E56BFCB4}"/>
              </a:ext>
            </a:extLst>
          </p:cNvPr>
          <p:cNvSpPr>
            <a:spLocks noGrp="1"/>
          </p:cNvSpPr>
          <p:nvPr>
            <p:ph type="sldNum" sz="quarter" idx="5"/>
          </p:nvPr>
        </p:nvSpPr>
        <p:spPr/>
        <p:txBody>
          <a:bodyPr/>
          <a:lstStyle/>
          <a:p>
            <a:fld id="{B97FDBCA-D751-4A03-819B-45597328ED86}" type="slidenum">
              <a:rPr lang="en-US" smtClean="0"/>
              <a:pPr/>
              <a:t>46</a:t>
            </a:fld>
            <a:endParaRPr lang="en-US" dirty="0"/>
          </a:p>
        </p:txBody>
      </p:sp>
    </p:spTree>
    <p:extLst>
      <p:ext uri="{BB962C8B-B14F-4D97-AF65-F5344CB8AC3E}">
        <p14:creationId xmlns:p14="http://schemas.microsoft.com/office/powerpoint/2010/main" val="19856875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17A7F-9383-1C88-7057-5B2E74B5DC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88036E-2041-9109-FCC4-CC6A59AEF30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ED3B4DF-1089-6725-21FA-23E60C55DD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FA3C4B-A964-CF59-DE47-F881EE552114}"/>
              </a:ext>
            </a:extLst>
          </p:cNvPr>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8133359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33272-9D91-6578-EC30-4D20E77B02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48B8D-4E98-6D03-6D06-CCED3FC47D4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EE897CE-207F-76B7-7EAB-20204638D1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0A7934-790C-3352-A76C-5ECDBF9D387E}"/>
              </a:ext>
            </a:extLst>
          </p:cNvPr>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8089202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9171B-30FF-2F3C-65B6-7901830978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11AE5A-870F-33BB-A7F5-B3FF1479D7C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D10CD1C-D0B7-FBF4-012F-A7D86D0ED8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D9B45A-5788-BD41-76C7-B15B3643F046}"/>
              </a:ext>
            </a:extLst>
          </p:cNvPr>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30757583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D13BA-0CF5-3270-52CD-3C73E3A56A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16B6FA-6892-DBB5-D9FE-C82B7772802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11C62E7-0C9F-6216-3D7D-9467F7D0DC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1C893D-1E22-1E60-7BA1-FBB8FEA3491E}"/>
              </a:ext>
            </a:extLst>
          </p:cNvPr>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34613779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CC896-5902-B259-B9E6-B1EC8124C5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DFE0E0-EC35-9AE5-2612-2D5521192B3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1EE0612-64AC-963D-DC94-D7BA5747DF7C}"/>
              </a:ext>
            </a:extLst>
          </p:cNvPr>
          <p:cNvSpPr>
            <a:spLocks noGrp="1"/>
          </p:cNvSpPr>
          <p:nvPr>
            <p:ph type="body" idx="1"/>
          </p:nvPr>
        </p:nvSpPr>
        <p:spPr/>
        <p:txBody>
          <a:bodyPr/>
          <a:lstStyle/>
          <a:p>
            <a:pPr marL="457200" lvl="1" indent="0" algn="r" rtl="1">
              <a:buFont typeface="+mj-lt"/>
              <a:buNone/>
            </a:pPr>
            <a:endParaRPr lang="ar-EG" dirty="0">
              <a:cs typeface="Sakkal Majalla" panose="02000000000000000000" pitchFamily="2" charset="-78"/>
            </a:endParaRPr>
          </a:p>
        </p:txBody>
      </p:sp>
      <p:sp>
        <p:nvSpPr>
          <p:cNvPr id="4" name="Slide Number Placeholder 3">
            <a:extLst>
              <a:ext uri="{FF2B5EF4-FFF2-40B4-BE49-F238E27FC236}">
                <a16:creationId xmlns:a16="http://schemas.microsoft.com/office/drawing/2014/main" id="{1AB1C954-913D-A7B2-5819-5A2C4A2ABE15}"/>
              </a:ext>
            </a:extLst>
          </p:cNvPr>
          <p:cNvSpPr>
            <a:spLocks noGrp="1"/>
          </p:cNvSpPr>
          <p:nvPr>
            <p:ph type="sldNum" sz="quarter" idx="5"/>
          </p:nvPr>
        </p:nvSpPr>
        <p:spPr/>
        <p:txBody>
          <a:bodyPr/>
          <a:lstStyle/>
          <a:p>
            <a:fld id="{B97FDBCA-D751-4A03-819B-45597328ED86}" type="slidenum">
              <a:rPr lang="en-US" smtClean="0"/>
              <a:t>55</a:t>
            </a:fld>
            <a:endParaRPr lang="en-US"/>
          </a:p>
        </p:txBody>
      </p:sp>
    </p:spTree>
    <p:extLst>
      <p:ext uri="{BB962C8B-B14F-4D97-AF65-F5344CB8AC3E}">
        <p14:creationId xmlns:p14="http://schemas.microsoft.com/office/powerpoint/2010/main" val="17016570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66440-C4B4-C05F-65BB-10892F72CB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CFE3B2-64C4-5DD3-2F60-05CEB2C0CA0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6691023-B77B-CA68-AC4E-8FBADD7E8F60}"/>
              </a:ext>
            </a:extLst>
          </p:cNvPr>
          <p:cNvSpPr>
            <a:spLocks noGrp="1"/>
          </p:cNvSpPr>
          <p:nvPr>
            <p:ph type="body" idx="1"/>
          </p:nvPr>
        </p:nvSpPr>
        <p:spPr/>
        <p:txBody>
          <a:bodyPr/>
          <a:lstStyle/>
          <a:p>
            <a:pPr marL="457200" lvl="1" indent="0" algn="r" rtl="1">
              <a:buFont typeface="+mj-lt"/>
              <a:buNone/>
            </a:pPr>
            <a:endParaRPr lang="ar-EG" dirty="0">
              <a:cs typeface="Sakkal Majalla" panose="02000000000000000000" pitchFamily="2" charset="-78"/>
            </a:endParaRPr>
          </a:p>
        </p:txBody>
      </p:sp>
      <p:sp>
        <p:nvSpPr>
          <p:cNvPr id="4" name="Slide Number Placeholder 3">
            <a:extLst>
              <a:ext uri="{FF2B5EF4-FFF2-40B4-BE49-F238E27FC236}">
                <a16:creationId xmlns:a16="http://schemas.microsoft.com/office/drawing/2014/main" id="{EB372CA0-94C0-663E-7E88-DAD23D53DB6A}"/>
              </a:ext>
            </a:extLst>
          </p:cNvPr>
          <p:cNvSpPr>
            <a:spLocks noGrp="1"/>
          </p:cNvSpPr>
          <p:nvPr>
            <p:ph type="sldNum" sz="quarter" idx="5"/>
          </p:nvPr>
        </p:nvSpPr>
        <p:spPr/>
        <p:txBody>
          <a:bodyPr/>
          <a:lstStyle/>
          <a:p>
            <a:fld id="{B97FDBCA-D751-4A03-819B-45597328ED86}" type="slidenum">
              <a:rPr lang="en-US" smtClean="0"/>
              <a:t>56</a:t>
            </a:fld>
            <a:endParaRPr lang="en-US"/>
          </a:p>
        </p:txBody>
      </p:sp>
    </p:spTree>
    <p:extLst>
      <p:ext uri="{BB962C8B-B14F-4D97-AF65-F5344CB8AC3E}">
        <p14:creationId xmlns:p14="http://schemas.microsoft.com/office/powerpoint/2010/main" val="24827686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46BCF-07D4-B98B-DA69-DAA68F463A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5BCF52-4CAA-C182-D408-6AF78B35C56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ADE618E-FD98-0166-7283-6B86A8E8AF77}"/>
              </a:ext>
            </a:extLst>
          </p:cNvPr>
          <p:cNvSpPr>
            <a:spLocks noGrp="1"/>
          </p:cNvSpPr>
          <p:nvPr>
            <p:ph type="body" idx="1"/>
          </p:nvPr>
        </p:nvSpPr>
        <p:spPr/>
        <p:txBody>
          <a:bodyPr/>
          <a:lstStyle/>
          <a:p>
            <a:pPr marL="457200" lvl="1" indent="0" algn="r" rtl="1">
              <a:buFont typeface="+mj-lt"/>
              <a:buNone/>
            </a:pPr>
            <a:endParaRPr lang="ar-EG" dirty="0">
              <a:cs typeface="Sakkal Majalla" panose="02000000000000000000" pitchFamily="2" charset="-78"/>
            </a:endParaRPr>
          </a:p>
        </p:txBody>
      </p:sp>
      <p:sp>
        <p:nvSpPr>
          <p:cNvPr id="4" name="Slide Number Placeholder 3">
            <a:extLst>
              <a:ext uri="{FF2B5EF4-FFF2-40B4-BE49-F238E27FC236}">
                <a16:creationId xmlns:a16="http://schemas.microsoft.com/office/drawing/2014/main" id="{2E076886-BAA3-503A-C91A-74F187CEF9FA}"/>
              </a:ext>
            </a:extLst>
          </p:cNvPr>
          <p:cNvSpPr>
            <a:spLocks noGrp="1"/>
          </p:cNvSpPr>
          <p:nvPr>
            <p:ph type="sldNum" sz="quarter" idx="5"/>
          </p:nvPr>
        </p:nvSpPr>
        <p:spPr/>
        <p:txBody>
          <a:bodyPr/>
          <a:lstStyle/>
          <a:p>
            <a:fld id="{B97FDBCA-D751-4A03-819B-45597328ED86}" type="slidenum">
              <a:rPr lang="en-US" smtClean="0"/>
              <a:t>57</a:t>
            </a:fld>
            <a:endParaRPr lang="en-US"/>
          </a:p>
        </p:txBody>
      </p:sp>
    </p:spTree>
    <p:extLst>
      <p:ext uri="{BB962C8B-B14F-4D97-AF65-F5344CB8AC3E}">
        <p14:creationId xmlns:p14="http://schemas.microsoft.com/office/powerpoint/2010/main" val="29795344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4C41D-A5E2-F740-9603-4BF96C6490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081BAA-BA23-0F58-AC6F-F56D01F0D78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C2993D4-5254-82FB-FFF8-5C761A98A633}"/>
              </a:ext>
            </a:extLst>
          </p:cNvPr>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00B94939-2A71-3A93-5E14-1BCD31150F29}"/>
              </a:ext>
            </a:extLst>
          </p:cNvPr>
          <p:cNvSpPr>
            <a:spLocks noGrp="1"/>
          </p:cNvSpPr>
          <p:nvPr>
            <p:ph type="sldNum" sz="quarter" idx="5"/>
          </p:nvPr>
        </p:nvSpPr>
        <p:spPr/>
        <p:txBody>
          <a:bodyPr/>
          <a:lstStyle/>
          <a:p>
            <a:fld id="{B97FDBCA-D751-4A03-819B-45597328ED86}" type="slidenum">
              <a:rPr lang="en-US" smtClean="0"/>
              <a:t>59</a:t>
            </a:fld>
            <a:endParaRPr lang="en-US"/>
          </a:p>
        </p:txBody>
      </p:sp>
    </p:spTree>
    <p:extLst>
      <p:ext uri="{BB962C8B-B14F-4D97-AF65-F5344CB8AC3E}">
        <p14:creationId xmlns:p14="http://schemas.microsoft.com/office/powerpoint/2010/main" val="40927043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55BE1F35-54D8-54C7-8886-D81238C287A2}"/>
            </a:ext>
          </a:extLst>
        </p:cNvPr>
        <p:cNvGrpSpPr/>
        <p:nvPr/>
      </p:nvGrpSpPr>
      <p:grpSpPr>
        <a:xfrm>
          <a:off x="0" y="0"/>
          <a:ext cx="0" cy="0"/>
          <a:chOff x="0" y="0"/>
          <a:chExt cx="0" cy="0"/>
        </a:xfrm>
      </p:grpSpPr>
      <p:sp>
        <p:nvSpPr>
          <p:cNvPr id="58" name="Google Shape;58;g3b73896e3b4_0_34:notes">
            <a:extLst>
              <a:ext uri="{FF2B5EF4-FFF2-40B4-BE49-F238E27FC236}">
                <a16:creationId xmlns:a16="http://schemas.microsoft.com/office/drawing/2014/main" id="{C407F0A9-3A49-FE25-966F-DC901080E3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59" name="Google Shape;59;g3b73896e3b4_0_34:notes">
            <a:extLst>
              <a:ext uri="{FF2B5EF4-FFF2-40B4-BE49-F238E27FC236}">
                <a16:creationId xmlns:a16="http://schemas.microsoft.com/office/drawing/2014/main" id="{FFA050E6-ADFF-58D9-B4C8-F4E0057C05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62271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p:txBody>
      </p:sp>
      <p:sp>
        <p:nvSpPr>
          <p:cNvPr id="4" name="Slide Number Placeholder 3"/>
          <p:cNvSpPr>
            <a:spLocks noGrp="1"/>
          </p:cNvSpPr>
          <p:nvPr>
            <p:ph type="sldNum" sz="quarter" idx="5"/>
          </p:nvPr>
        </p:nvSpPr>
        <p:spPr/>
        <p:txBody>
          <a:bodyPr/>
          <a:lstStyle/>
          <a:p>
            <a:fld id="{B97FDBCA-D751-4A03-819B-45597328ED86}" type="slidenum">
              <a:rPr lang="en-US" smtClean="0"/>
              <a:t>72</a:t>
            </a:fld>
            <a:endParaRPr lang="en-US"/>
          </a:p>
        </p:txBody>
      </p:sp>
    </p:spTree>
    <p:extLst>
      <p:ext uri="{BB962C8B-B14F-4D97-AF65-F5344CB8AC3E}">
        <p14:creationId xmlns:p14="http://schemas.microsoft.com/office/powerpoint/2010/main" val="18324833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slide" Target="../slides/slide5.xml"/><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preserve="1" userDrawn="1">
  <p:cSld name="Title Slide">
    <p:spTree>
      <p:nvGrpSpPr>
        <p:cNvPr id="1" name=""/>
        <p:cNvGrpSpPr/>
        <p:nvPr/>
      </p:nvGrpSpPr>
      <p:grpSpPr>
        <a:xfrm>
          <a:off x="0" y="0"/>
          <a:ext cx="0" cy="0"/>
          <a:chOff x="0" y="0"/>
          <a:chExt cx="0" cy="0"/>
        </a:xfrm>
      </p:grpSpPr>
      <p:pic>
        <p:nvPicPr>
          <p:cNvPr id="56" name="Picture 55" descr="A purple and white background  Description automatically generated">
            <a:extLst>
              <a:ext uri="{FF2B5EF4-FFF2-40B4-BE49-F238E27FC236}">
                <a16:creationId xmlns:a16="http://schemas.microsoft.com/office/drawing/2014/main" id="{1008D6FD-44B1-6442-D7E1-6FD1426D8DD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1" name="Title 4">
            <a:extLst>
              <a:ext uri="{FF2B5EF4-FFF2-40B4-BE49-F238E27FC236}">
                <a16:creationId xmlns:a16="http://schemas.microsoft.com/office/drawing/2014/main" id="{C1AB8D8F-867E-9D96-D014-2635FC5416F7}"/>
              </a:ext>
            </a:extLst>
          </p:cNvPr>
          <p:cNvSpPr>
            <a:spLocks noGrp="1"/>
          </p:cNvSpPr>
          <p:nvPr>
            <p:ph type="title" hasCustomPrompt="1"/>
          </p:nvPr>
        </p:nvSpPr>
        <p:spPr>
          <a:xfrm>
            <a:off x="7726527" y="3749232"/>
            <a:ext cx="3855873" cy="1204833"/>
          </a:xfrm>
        </p:spPr>
        <p:txBody>
          <a:bodyPr anchor="b" anchorCtr="0"/>
          <a:lstStyle>
            <a:lvl1pPr>
              <a:lnSpc>
                <a:spcPct val="80000"/>
              </a:lnSpc>
              <a:defRPr sz="2800" baseline="0">
                <a:solidFill>
                  <a:schemeClr val="accent3"/>
                </a:solidFill>
                <a:latin typeface="Sakkal Majalla" panose="02000000000000000000" pitchFamily="2" charset="-78"/>
                <a:ea typeface="Sakkal Majalla" panose="02000000000000000000" pitchFamily="2" charset="-78"/>
                <a:cs typeface="Sakkal Majalla" panose="02000000000000000000" pitchFamily="2" charset="-78"/>
              </a:defRPr>
            </a:lvl1pPr>
          </a:lstStyle>
          <a:p>
            <a:r>
              <a:rPr lang="ar-EG" dirty="0"/>
              <a:t>استبدل هذا العنوان بعنوان المستند المراد</a:t>
            </a:r>
          </a:p>
        </p:txBody>
      </p:sp>
      <p:sp>
        <p:nvSpPr>
          <p:cNvPr id="52" name="Subtitle 2">
            <a:extLst>
              <a:ext uri="{FF2B5EF4-FFF2-40B4-BE49-F238E27FC236}">
                <a16:creationId xmlns:a16="http://schemas.microsoft.com/office/drawing/2014/main" id="{83890CF7-C10F-BB3C-914C-AF80ABF44952}"/>
              </a:ext>
            </a:extLst>
          </p:cNvPr>
          <p:cNvSpPr>
            <a:spLocks noGrp="1"/>
          </p:cNvSpPr>
          <p:nvPr>
            <p:ph type="subTitle" idx="1" hasCustomPrompt="1"/>
          </p:nvPr>
        </p:nvSpPr>
        <p:spPr>
          <a:xfrm>
            <a:off x="7726527" y="5000247"/>
            <a:ext cx="3855873" cy="369332"/>
          </a:xfrm>
        </p:spPr>
        <p:txBody>
          <a:bodyPr wrap="square">
            <a:spAutoFit/>
          </a:bodyPr>
          <a:lstStyle>
            <a:lvl1pPr algn="r">
              <a:defRPr lang="en-US" sz="1800" baseline="0">
                <a:solidFill>
                  <a:schemeClr val="bg1"/>
                </a:solidFill>
                <a:latin typeface="Sakkal Majalla" panose="02000000000000000000" pitchFamily="2" charset="-78"/>
                <a:ea typeface="Sakkal Majalla" panose="02000000000000000000" pitchFamily="2" charset="-78"/>
                <a:cs typeface="Sakkal Majalla" panose="02000000000000000000" pitchFamily="2" charset="-78"/>
              </a:defRPr>
            </a:lvl1pPr>
          </a:lstStyle>
          <a:p>
            <a:pPr lvl="0"/>
            <a:r>
              <a:rPr lang="ar-EG" dirty="0"/>
              <a:t>عنوان فرعي</a:t>
            </a:r>
          </a:p>
        </p:txBody>
      </p:sp>
    </p:spTree>
    <p:extLst>
      <p:ext uri="{BB962C8B-B14F-4D97-AF65-F5344CB8AC3E}">
        <p14:creationId xmlns:p14="http://schemas.microsoft.com/office/powerpoint/2010/main" val="826968348"/>
      </p:ext>
    </p:extLst>
  </p:cSld>
  <p:clrMapOvr>
    <a:masterClrMapping/>
  </p:clrMapOvr>
  <mc:AlternateContent xmlns:mc="http://schemas.openxmlformats.org/markup-compatibility/2006" xmlns:p14="http://schemas.microsoft.com/office/powerpoint/2010/main">
    <mc:Choice Requires="p14">
      <p:transition spd="slow" p14:dur="1750">
        <p14:reveal thruBlk="1" dir="r"/>
      </p:transition>
    </mc:Choice>
    <mc:Fallback xmlns="">
      <p:transition spd="slow">
        <p:fade/>
      </p:transition>
    </mc:Fallback>
  </mc:AlternateContent>
  <p:extLst>
    <p:ext uri="{DCECCB84-F9BA-43D5-87BE-67443E8EF086}">
      <p15:sldGuideLst xmlns:p15="http://schemas.microsoft.com/office/powerpoint/2012/main">
        <p15:guide id="1" orient="horz" pos="3288" userDrawn="1">
          <p15:clr>
            <a:srgbClr val="FBAE40"/>
          </p15:clr>
        </p15:guide>
        <p15:guide id="2" pos="3336" userDrawn="1">
          <p15:clr>
            <a:srgbClr val="FBAE40"/>
          </p15:clr>
        </p15:guide>
        <p15:guide id="3" pos="70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showMasterPhAnim="0" preserve="1" userDrawn="1">
  <p:cSld name="Agenda (big)">
    <p:spTree>
      <p:nvGrpSpPr>
        <p:cNvPr id="1" name=""/>
        <p:cNvGrpSpPr/>
        <p:nvPr/>
      </p:nvGrpSpPr>
      <p:grpSpPr>
        <a:xfrm>
          <a:off x="0" y="0"/>
          <a:ext cx="0" cy="0"/>
          <a:chOff x="0" y="0"/>
          <a:chExt cx="0" cy="0"/>
        </a:xfrm>
      </p:grpSpPr>
      <p:sp>
        <p:nvSpPr>
          <p:cNvPr id="53" name="Rectangle 52"/>
          <p:cNvSpPr/>
          <p:nvPr userDrawn="1"/>
        </p:nvSpPr>
        <p:spPr>
          <a:xfrm>
            <a:off x="9003322" y="0"/>
            <a:ext cx="3188677" cy="6858000"/>
          </a:xfrm>
          <a:prstGeom prst="rect">
            <a:avLst/>
          </a:prstGeom>
          <a:gradFill>
            <a:gsLst>
              <a:gs pos="0">
                <a:schemeClr val="accent2"/>
              </a:gs>
              <a:gs pos="46000">
                <a:schemeClr val="accent1"/>
              </a:gs>
            </a:gsLst>
            <a:lin ang="12000000" scaled="0"/>
          </a:gradFill>
          <a:ln w="0">
            <a:noFill/>
            <a:prstDash val="solid"/>
            <a:round/>
            <a:headEnd/>
            <a:tailEnd/>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2" name="Title 1"/>
          <p:cNvSpPr>
            <a:spLocks noGrp="1"/>
          </p:cNvSpPr>
          <p:nvPr>
            <p:ph type="title" hasCustomPrompt="1"/>
          </p:nvPr>
        </p:nvSpPr>
        <p:spPr>
          <a:xfrm>
            <a:off x="9422421" y="923909"/>
            <a:ext cx="2350478" cy="5010182"/>
          </a:xfrm>
        </p:spPr>
        <p:txBody>
          <a:bodyPr vert="horz" lIns="91440" tIns="45720" rIns="91440" bIns="45720" rtlCol="0" anchor="ctr" anchorCtr="0">
            <a:normAutofit/>
          </a:bodyPr>
          <a:lstStyle>
            <a:lvl1pPr>
              <a:defRPr lang="en-US" dirty="0">
                <a:ln>
                  <a:noFill/>
                </a:ln>
                <a:solidFill>
                  <a:schemeClr val="bg1"/>
                </a:solidFill>
              </a:defRPr>
            </a:lvl1pPr>
          </a:lstStyle>
          <a:p>
            <a:pPr marL="0" lvl="0"/>
            <a:r>
              <a:rPr lang="ar-EG" dirty="0"/>
              <a:t>جدول المحتويات</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lvl1pPr algn="r" rtl="1">
              <a:defRPr/>
            </a:lvl1pPr>
          </a:lstStyle>
          <a:p>
            <a:fld id="{1EC8A4E6-7071-4F20-B6D1-3962A6F5A7DA}" type="datetime1">
              <a:rPr lang="en-US" smtClean="0"/>
              <a:t>4/16/2026</a:t>
            </a:fld>
            <a:endParaRPr lang="en-US"/>
          </a:p>
        </p:txBody>
      </p:sp>
      <p:sp>
        <p:nvSpPr>
          <p:cNvPr id="4" name="Footer Placeholder 3"/>
          <p:cNvSpPr>
            <a:spLocks noGrp="1"/>
          </p:cNvSpPr>
          <p:nvPr>
            <p:ph type="ftr" sz="quarter" idx="11"/>
          </p:nvPr>
        </p:nvSpPr>
        <p:spPr>
          <a:xfrm>
            <a:off x="4389600" y="6367630"/>
            <a:ext cx="3691931" cy="365125"/>
          </a:xfrm>
          <a:prstGeom prst="rect">
            <a:avLst/>
          </a:prstGeom>
        </p:spPr>
        <p:txBody>
          <a:bodyPr/>
          <a:lstStyle>
            <a:lvl1pPr rtl="1">
              <a:defRPr/>
            </a:lvl1pPr>
          </a:lstStyle>
          <a:p>
            <a:endParaRPr lang="en-US" dirty="0"/>
          </a:p>
        </p:txBody>
      </p:sp>
      <p:sp>
        <p:nvSpPr>
          <p:cNvPr id="16" name="Text Placeholder 11"/>
          <p:cNvSpPr>
            <a:spLocks noGrp="1"/>
          </p:cNvSpPr>
          <p:nvPr>
            <p:ph type="body" sz="quarter" idx="23" hasCustomPrompt="1"/>
          </p:nvPr>
        </p:nvSpPr>
        <p:spPr>
          <a:xfrm>
            <a:off x="4664387" y="275787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17" name="Text Placeholder 11"/>
          <p:cNvSpPr>
            <a:spLocks noGrp="1"/>
          </p:cNvSpPr>
          <p:nvPr>
            <p:ph type="body" sz="quarter" idx="24" hasCustomPrompt="1"/>
          </p:nvPr>
        </p:nvSpPr>
        <p:spPr>
          <a:xfrm>
            <a:off x="4661165" y="301250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50" name="Text Placeholder 6"/>
          <p:cNvSpPr>
            <a:spLocks noGrp="1"/>
          </p:cNvSpPr>
          <p:nvPr>
            <p:ph type="body" sz="quarter" idx="57" hasCustomPrompt="1"/>
          </p:nvPr>
        </p:nvSpPr>
        <p:spPr>
          <a:xfrm>
            <a:off x="7715771" y="267276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39" name="Text Placeholder 11"/>
          <p:cNvSpPr>
            <a:spLocks noGrp="1"/>
          </p:cNvSpPr>
          <p:nvPr>
            <p:ph type="body" sz="quarter" idx="58" hasCustomPrompt="1"/>
          </p:nvPr>
        </p:nvSpPr>
        <p:spPr>
          <a:xfrm>
            <a:off x="4664387" y="3531718"/>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40" name="Text Placeholder 11"/>
          <p:cNvSpPr>
            <a:spLocks noGrp="1"/>
          </p:cNvSpPr>
          <p:nvPr>
            <p:ph type="body" sz="quarter" idx="59" hasCustomPrompt="1"/>
          </p:nvPr>
        </p:nvSpPr>
        <p:spPr>
          <a:xfrm>
            <a:off x="4661165" y="3786352"/>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1" name="Text Placeholder 6"/>
          <p:cNvSpPr>
            <a:spLocks noGrp="1"/>
          </p:cNvSpPr>
          <p:nvPr>
            <p:ph type="body" sz="quarter" idx="60" hasCustomPrompt="1"/>
          </p:nvPr>
        </p:nvSpPr>
        <p:spPr>
          <a:xfrm>
            <a:off x="7715771" y="3446611"/>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42" name="Text Placeholder 11"/>
          <p:cNvSpPr>
            <a:spLocks noGrp="1"/>
          </p:cNvSpPr>
          <p:nvPr>
            <p:ph type="body" sz="quarter" idx="61" hasCustomPrompt="1"/>
          </p:nvPr>
        </p:nvSpPr>
        <p:spPr>
          <a:xfrm>
            <a:off x="4664387" y="430556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43" name="Text Placeholder 11"/>
          <p:cNvSpPr>
            <a:spLocks noGrp="1"/>
          </p:cNvSpPr>
          <p:nvPr>
            <p:ph type="body" sz="quarter" idx="62" hasCustomPrompt="1"/>
          </p:nvPr>
        </p:nvSpPr>
        <p:spPr>
          <a:xfrm>
            <a:off x="4661165" y="456019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5" name="Text Placeholder 6"/>
          <p:cNvSpPr>
            <a:spLocks noGrp="1"/>
          </p:cNvSpPr>
          <p:nvPr>
            <p:ph type="body" sz="quarter" idx="63" hasCustomPrompt="1"/>
          </p:nvPr>
        </p:nvSpPr>
        <p:spPr>
          <a:xfrm>
            <a:off x="7715771" y="422045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46" name="Text Placeholder 11"/>
          <p:cNvSpPr>
            <a:spLocks noGrp="1"/>
          </p:cNvSpPr>
          <p:nvPr>
            <p:ph type="body" sz="quarter" idx="64" hasCustomPrompt="1"/>
          </p:nvPr>
        </p:nvSpPr>
        <p:spPr>
          <a:xfrm>
            <a:off x="4664387" y="5079408"/>
            <a:ext cx="2754247" cy="228600"/>
          </a:xfrm>
        </p:spPr>
        <p:txBody>
          <a:bodyPr lIns="0" tIns="0" rIns="0" bIns="0">
            <a:noAutofit/>
          </a:bodyPr>
          <a:lstStyle>
            <a:lvl1pPr marL="0" indent="0" algn="r" rtl="0">
              <a:buNone/>
              <a:defRPr sz="1800" b="1">
                <a:solidFill>
                  <a:schemeClr val="accent1"/>
                </a:solidFill>
              </a:defRPr>
            </a:lvl1pPr>
          </a:lstStyle>
          <a:p>
            <a:pPr lvl="0"/>
            <a:r>
              <a:rPr lang="ar-EG" dirty="0"/>
              <a:t>العنوان</a:t>
            </a:r>
            <a:endParaRPr lang="en-US" dirty="0"/>
          </a:p>
        </p:txBody>
      </p:sp>
      <p:sp>
        <p:nvSpPr>
          <p:cNvPr id="48" name="Text Placeholder 11"/>
          <p:cNvSpPr>
            <a:spLocks noGrp="1"/>
          </p:cNvSpPr>
          <p:nvPr>
            <p:ph type="body" sz="quarter" idx="65" hasCustomPrompt="1"/>
          </p:nvPr>
        </p:nvSpPr>
        <p:spPr>
          <a:xfrm>
            <a:off x="4661165" y="5334042"/>
            <a:ext cx="2766892" cy="270175"/>
          </a:xfrm>
        </p:spPr>
        <p:txBody>
          <a:bodyPr lIns="0" tIns="0" rIns="0" bIns="0">
            <a:no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9" name="Text Placeholder 6"/>
          <p:cNvSpPr>
            <a:spLocks noGrp="1"/>
          </p:cNvSpPr>
          <p:nvPr>
            <p:ph type="body" sz="quarter" idx="66" hasCustomPrompt="1"/>
          </p:nvPr>
        </p:nvSpPr>
        <p:spPr>
          <a:xfrm>
            <a:off x="7715771" y="4994301"/>
            <a:ext cx="365760" cy="365760"/>
          </a:xfrm>
          <a:prstGeom prst="rect">
            <a:avLst/>
          </a:prstGeom>
          <a:solidFill>
            <a:schemeClr val="accent1"/>
          </a:solidFill>
          <a:ln w="15875">
            <a:noFill/>
          </a:ln>
        </p:spPr>
        <p:txBody>
          <a:bodyPr wrap="square" lIns="0" tIns="64008" rIns="0" bIns="0" anchor="ctr" anchorCtr="0">
            <a:noAutofit/>
          </a:bodyPr>
          <a:lstStyle>
            <a:lvl1pPr marL="0" indent="0" algn="ctr" rtl="0">
              <a:lnSpc>
                <a:spcPct val="100000"/>
              </a:lnSpc>
              <a:spcBef>
                <a:spcPts val="0"/>
              </a:spcBef>
              <a:buNone/>
              <a:defRPr sz="2000" b="1" kern="0" baseline="0">
                <a:solidFill>
                  <a:schemeClr val="bg1"/>
                </a:solidFill>
              </a:defRPr>
            </a:lvl1pPr>
          </a:lstStyle>
          <a:p>
            <a:pPr lvl="0"/>
            <a:r>
              <a:rPr lang="en-US" dirty="0"/>
              <a:t>#</a:t>
            </a:r>
          </a:p>
        </p:txBody>
      </p:sp>
      <p:sp>
        <p:nvSpPr>
          <p:cNvPr id="51" name="Text Placeholder 11"/>
          <p:cNvSpPr>
            <a:spLocks noGrp="1"/>
          </p:cNvSpPr>
          <p:nvPr>
            <p:ph type="body" sz="quarter" idx="67" hasCustomPrompt="1"/>
          </p:nvPr>
        </p:nvSpPr>
        <p:spPr>
          <a:xfrm>
            <a:off x="830980" y="275787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52" name="Text Placeholder 11"/>
          <p:cNvSpPr>
            <a:spLocks noGrp="1"/>
          </p:cNvSpPr>
          <p:nvPr>
            <p:ph type="body" sz="quarter" idx="68" hasCustomPrompt="1"/>
          </p:nvPr>
        </p:nvSpPr>
        <p:spPr>
          <a:xfrm>
            <a:off x="827758" y="301250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5" name="Text Placeholder 6"/>
          <p:cNvSpPr>
            <a:spLocks noGrp="1"/>
          </p:cNvSpPr>
          <p:nvPr>
            <p:ph type="body" sz="quarter" idx="69" hasCustomPrompt="1"/>
          </p:nvPr>
        </p:nvSpPr>
        <p:spPr>
          <a:xfrm>
            <a:off x="3882364" y="267276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6" name="Text Placeholder 11"/>
          <p:cNvSpPr>
            <a:spLocks noGrp="1"/>
          </p:cNvSpPr>
          <p:nvPr>
            <p:ph type="body" sz="quarter" idx="70" hasCustomPrompt="1"/>
          </p:nvPr>
        </p:nvSpPr>
        <p:spPr>
          <a:xfrm>
            <a:off x="830980" y="3531718"/>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67" name="Text Placeholder 11"/>
          <p:cNvSpPr>
            <a:spLocks noGrp="1"/>
          </p:cNvSpPr>
          <p:nvPr>
            <p:ph type="body" sz="quarter" idx="71" hasCustomPrompt="1"/>
          </p:nvPr>
        </p:nvSpPr>
        <p:spPr>
          <a:xfrm>
            <a:off x="827758" y="3786352"/>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8" name="Text Placeholder 6"/>
          <p:cNvSpPr>
            <a:spLocks noGrp="1"/>
          </p:cNvSpPr>
          <p:nvPr>
            <p:ph type="body" sz="quarter" idx="72" hasCustomPrompt="1"/>
          </p:nvPr>
        </p:nvSpPr>
        <p:spPr>
          <a:xfrm>
            <a:off x="3882364" y="3446611"/>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9" name="Text Placeholder 11"/>
          <p:cNvSpPr>
            <a:spLocks noGrp="1"/>
          </p:cNvSpPr>
          <p:nvPr>
            <p:ph type="body" sz="quarter" idx="73" hasCustomPrompt="1"/>
          </p:nvPr>
        </p:nvSpPr>
        <p:spPr>
          <a:xfrm>
            <a:off x="830980" y="430556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0" name="Text Placeholder 11"/>
          <p:cNvSpPr>
            <a:spLocks noGrp="1"/>
          </p:cNvSpPr>
          <p:nvPr>
            <p:ph type="body" sz="quarter" idx="74" hasCustomPrompt="1"/>
          </p:nvPr>
        </p:nvSpPr>
        <p:spPr>
          <a:xfrm>
            <a:off x="827758" y="456019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1" name="Text Placeholder 6"/>
          <p:cNvSpPr>
            <a:spLocks noGrp="1"/>
          </p:cNvSpPr>
          <p:nvPr>
            <p:ph type="body" sz="quarter" idx="75" hasCustomPrompt="1"/>
          </p:nvPr>
        </p:nvSpPr>
        <p:spPr>
          <a:xfrm>
            <a:off x="3882364" y="422045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2" name="Text Placeholder 11"/>
          <p:cNvSpPr>
            <a:spLocks noGrp="1"/>
          </p:cNvSpPr>
          <p:nvPr>
            <p:ph type="body" sz="quarter" idx="76" hasCustomPrompt="1"/>
          </p:nvPr>
        </p:nvSpPr>
        <p:spPr>
          <a:xfrm>
            <a:off x="830980" y="5079408"/>
            <a:ext cx="2754247" cy="228600"/>
          </a:xfrm>
        </p:spPr>
        <p:txBody>
          <a:bodyPr lIns="0" tIns="0" rIns="0" bIns="0">
            <a:noAutofit/>
          </a:bodyPr>
          <a:lstStyle>
            <a:lvl1pPr marL="0" indent="0" algn="r" rtl="0">
              <a:buNone/>
              <a:defRPr sz="1800" b="1">
                <a:solidFill>
                  <a:schemeClr val="accent1"/>
                </a:solidFill>
              </a:defRPr>
            </a:lvl1pPr>
          </a:lstStyle>
          <a:p>
            <a:pPr lvl="0"/>
            <a:r>
              <a:rPr lang="ar-EG" dirty="0"/>
              <a:t>العنوان</a:t>
            </a:r>
            <a:endParaRPr lang="en-US" dirty="0"/>
          </a:p>
        </p:txBody>
      </p:sp>
      <p:sp>
        <p:nvSpPr>
          <p:cNvPr id="74" name="Text Placeholder 6"/>
          <p:cNvSpPr>
            <a:spLocks noGrp="1"/>
          </p:cNvSpPr>
          <p:nvPr>
            <p:ph type="body" sz="quarter" idx="78" hasCustomPrompt="1"/>
          </p:nvPr>
        </p:nvSpPr>
        <p:spPr>
          <a:xfrm>
            <a:off x="3882364" y="4994301"/>
            <a:ext cx="365760" cy="365760"/>
          </a:xfrm>
          <a:prstGeom prst="rect">
            <a:avLst/>
          </a:prstGeom>
          <a:solidFill>
            <a:schemeClr val="accent1"/>
          </a:solidFill>
          <a:ln w="15875">
            <a:noFill/>
          </a:ln>
        </p:spPr>
        <p:txBody>
          <a:bodyPr wrap="square" lIns="0" tIns="64008" rIns="0" bIns="0" anchor="ctr" anchorCtr="0">
            <a:noAutofit/>
          </a:bodyPr>
          <a:lstStyle>
            <a:lvl1pPr marL="0" indent="0" algn="ctr" rtl="0">
              <a:lnSpc>
                <a:spcPct val="100000"/>
              </a:lnSpc>
              <a:spcBef>
                <a:spcPts val="0"/>
              </a:spcBef>
              <a:buNone/>
              <a:defRPr sz="2000" b="1" kern="0" baseline="0">
                <a:solidFill>
                  <a:schemeClr val="bg1"/>
                </a:solidFill>
              </a:defRPr>
            </a:lvl1pPr>
          </a:lstStyle>
          <a:p>
            <a:pPr lvl="0"/>
            <a:r>
              <a:rPr lang="en-US" dirty="0"/>
              <a:t>#</a:t>
            </a:r>
          </a:p>
        </p:txBody>
      </p:sp>
      <p:sp>
        <p:nvSpPr>
          <p:cNvPr id="44" name="Text Placeholder 11"/>
          <p:cNvSpPr>
            <a:spLocks noGrp="1"/>
          </p:cNvSpPr>
          <p:nvPr>
            <p:ph type="body" sz="quarter" idx="79" hasCustomPrompt="1"/>
          </p:nvPr>
        </p:nvSpPr>
        <p:spPr>
          <a:xfrm>
            <a:off x="824657" y="5334042"/>
            <a:ext cx="2766892" cy="270175"/>
          </a:xfrm>
        </p:spPr>
        <p:txBody>
          <a:bodyPr lIns="0" tIns="0" rIns="0" bIns="0">
            <a:no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1" name="Text Placeholder 11"/>
          <p:cNvSpPr>
            <a:spLocks noGrp="1"/>
          </p:cNvSpPr>
          <p:nvPr>
            <p:ph type="body" sz="quarter" idx="86" hasCustomPrompt="1"/>
          </p:nvPr>
        </p:nvSpPr>
        <p:spPr>
          <a:xfrm>
            <a:off x="4664387" y="1982676"/>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62" name="Text Placeholder 11"/>
          <p:cNvSpPr>
            <a:spLocks noGrp="1"/>
          </p:cNvSpPr>
          <p:nvPr>
            <p:ph type="body" sz="quarter" idx="87" hasCustomPrompt="1"/>
          </p:nvPr>
        </p:nvSpPr>
        <p:spPr>
          <a:xfrm>
            <a:off x="4661165" y="2237310"/>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3" name="Text Placeholder 6"/>
          <p:cNvSpPr>
            <a:spLocks noGrp="1"/>
          </p:cNvSpPr>
          <p:nvPr>
            <p:ph type="body" sz="quarter" idx="88" hasCustomPrompt="1"/>
          </p:nvPr>
        </p:nvSpPr>
        <p:spPr>
          <a:xfrm>
            <a:off x="7715771" y="1897569"/>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4" name="Text Placeholder 11"/>
          <p:cNvSpPr>
            <a:spLocks noGrp="1"/>
          </p:cNvSpPr>
          <p:nvPr>
            <p:ph type="body" sz="quarter" idx="89" hasCustomPrompt="1"/>
          </p:nvPr>
        </p:nvSpPr>
        <p:spPr>
          <a:xfrm>
            <a:off x="4664387" y="1208831"/>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3" name="Text Placeholder 11"/>
          <p:cNvSpPr>
            <a:spLocks noGrp="1"/>
          </p:cNvSpPr>
          <p:nvPr>
            <p:ph type="body" sz="quarter" idx="90" hasCustomPrompt="1"/>
          </p:nvPr>
        </p:nvSpPr>
        <p:spPr>
          <a:xfrm>
            <a:off x="4661165" y="1463465"/>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5" name="Text Placeholder 6"/>
          <p:cNvSpPr>
            <a:spLocks noGrp="1"/>
          </p:cNvSpPr>
          <p:nvPr>
            <p:ph type="body" sz="quarter" idx="91" hasCustomPrompt="1"/>
          </p:nvPr>
        </p:nvSpPr>
        <p:spPr>
          <a:xfrm>
            <a:off x="7715771" y="1123724"/>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6" name="Text Placeholder 11"/>
          <p:cNvSpPr>
            <a:spLocks noGrp="1"/>
          </p:cNvSpPr>
          <p:nvPr>
            <p:ph type="body" sz="quarter" idx="92" hasCustomPrompt="1"/>
          </p:nvPr>
        </p:nvSpPr>
        <p:spPr>
          <a:xfrm>
            <a:off x="4664387" y="585325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7" name="Text Placeholder 11"/>
          <p:cNvSpPr>
            <a:spLocks noGrp="1"/>
          </p:cNvSpPr>
          <p:nvPr>
            <p:ph type="body" sz="quarter" idx="93" hasCustomPrompt="1"/>
          </p:nvPr>
        </p:nvSpPr>
        <p:spPr>
          <a:xfrm>
            <a:off x="4661165" y="610788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8" name="Text Placeholder 6"/>
          <p:cNvSpPr>
            <a:spLocks noGrp="1"/>
          </p:cNvSpPr>
          <p:nvPr>
            <p:ph type="body" sz="quarter" idx="94" hasCustomPrompt="1"/>
          </p:nvPr>
        </p:nvSpPr>
        <p:spPr>
          <a:xfrm>
            <a:off x="7715771" y="576814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9" name="Text Placeholder 11"/>
          <p:cNvSpPr>
            <a:spLocks noGrp="1"/>
          </p:cNvSpPr>
          <p:nvPr>
            <p:ph type="body" sz="quarter" idx="95" hasCustomPrompt="1"/>
          </p:nvPr>
        </p:nvSpPr>
        <p:spPr>
          <a:xfrm>
            <a:off x="830980" y="1982676"/>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80" name="Text Placeholder 11"/>
          <p:cNvSpPr>
            <a:spLocks noGrp="1"/>
          </p:cNvSpPr>
          <p:nvPr>
            <p:ph type="body" sz="quarter" idx="96" hasCustomPrompt="1"/>
          </p:nvPr>
        </p:nvSpPr>
        <p:spPr>
          <a:xfrm>
            <a:off x="827758" y="2237310"/>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81" name="Text Placeholder 6"/>
          <p:cNvSpPr>
            <a:spLocks noGrp="1"/>
          </p:cNvSpPr>
          <p:nvPr>
            <p:ph type="body" sz="quarter" idx="97" hasCustomPrompt="1"/>
          </p:nvPr>
        </p:nvSpPr>
        <p:spPr>
          <a:xfrm>
            <a:off x="3882364" y="1897569"/>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82" name="Text Placeholder 11"/>
          <p:cNvSpPr>
            <a:spLocks noGrp="1"/>
          </p:cNvSpPr>
          <p:nvPr>
            <p:ph type="body" sz="quarter" idx="98" hasCustomPrompt="1"/>
          </p:nvPr>
        </p:nvSpPr>
        <p:spPr>
          <a:xfrm>
            <a:off x="830980" y="1208831"/>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83" name="Text Placeholder 11"/>
          <p:cNvSpPr>
            <a:spLocks noGrp="1"/>
          </p:cNvSpPr>
          <p:nvPr>
            <p:ph type="body" sz="quarter" idx="99" hasCustomPrompt="1"/>
          </p:nvPr>
        </p:nvSpPr>
        <p:spPr>
          <a:xfrm>
            <a:off x="827758" y="1463465"/>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84" name="Text Placeholder 6"/>
          <p:cNvSpPr>
            <a:spLocks noGrp="1"/>
          </p:cNvSpPr>
          <p:nvPr>
            <p:ph type="body" sz="quarter" idx="100" hasCustomPrompt="1"/>
          </p:nvPr>
        </p:nvSpPr>
        <p:spPr>
          <a:xfrm>
            <a:off x="3882364" y="1123724"/>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85" name="Text Placeholder 11"/>
          <p:cNvSpPr>
            <a:spLocks noGrp="1"/>
          </p:cNvSpPr>
          <p:nvPr>
            <p:ph type="body" sz="quarter" idx="101" hasCustomPrompt="1"/>
          </p:nvPr>
        </p:nvSpPr>
        <p:spPr>
          <a:xfrm>
            <a:off x="830980" y="585325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86" name="Text Placeholder 11"/>
          <p:cNvSpPr>
            <a:spLocks noGrp="1"/>
          </p:cNvSpPr>
          <p:nvPr>
            <p:ph type="body" sz="quarter" idx="102" hasCustomPrompt="1"/>
          </p:nvPr>
        </p:nvSpPr>
        <p:spPr>
          <a:xfrm>
            <a:off x="827758" y="610788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p:txBody>
      </p:sp>
      <p:sp>
        <p:nvSpPr>
          <p:cNvPr id="87" name="Text Placeholder 6"/>
          <p:cNvSpPr>
            <a:spLocks noGrp="1"/>
          </p:cNvSpPr>
          <p:nvPr>
            <p:ph type="body" sz="quarter" idx="103" hasCustomPrompt="1"/>
          </p:nvPr>
        </p:nvSpPr>
        <p:spPr>
          <a:xfrm>
            <a:off x="3882364" y="576814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129" name="Slide Number Placeholder 5"/>
          <p:cNvSpPr>
            <a:spLocks noGrp="1"/>
          </p:cNvSpPr>
          <p:nvPr>
            <p:ph type="sldNum" sz="quarter" idx="4"/>
          </p:nvPr>
        </p:nvSpPr>
        <p:spPr>
          <a:xfrm>
            <a:off x="621452" y="6335328"/>
            <a:ext cx="439703" cy="320040"/>
          </a:xfrm>
          <a:prstGeom prst="rect">
            <a:avLst/>
          </a:prstGeom>
          <a:noFill/>
          <a:ln>
            <a:noFill/>
          </a:ln>
        </p:spPr>
        <p:txBody>
          <a:bodyPr vert="horz" lIns="0" tIns="0" rIns="0" bIns="0" rtlCol="0" anchor="ctr"/>
          <a:lstStyle>
            <a:lvl1pPr algn="l">
              <a:defRPr lang="en-US" sz="1400" b="1" smtClean="0">
                <a:solidFill>
                  <a:schemeClr val="accent1"/>
                </a:solidFill>
              </a:defRPr>
            </a:lvl1pPr>
          </a:lstStyle>
          <a:p>
            <a:pPr rtl="1"/>
            <a:r>
              <a:rPr lang="en-US"/>
              <a:t>#</a:t>
            </a:r>
            <a:endParaRPr lang="en-US" dirty="0"/>
          </a:p>
        </p:txBody>
      </p:sp>
      <p:pic>
        <p:nvPicPr>
          <p:cNvPr id="5" name="Picture 4">
            <a:extLst>
              <a:ext uri="{FF2B5EF4-FFF2-40B4-BE49-F238E27FC236}">
                <a16:creationId xmlns:a16="http://schemas.microsoft.com/office/drawing/2014/main" id="{4075B88D-BA01-1F9E-6243-DA286D73D28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9418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extLst>
    <p:ext uri="{DCECCB84-F9BA-43D5-87BE-67443E8EF086}">
      <p15:sldGuideLst xmlns:p15="http://schemas.microsoft.com/office/powerpoint/2012/main">
        <p15:guide id="1" pos="960">
          <p15:clr>
            <a:srgbClr val="FBAE40"/>
          </p15:clr>
        </p15:guide>
        <p15:guide id="2" pos="672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showMasterPhAnim="0" preserve="1" userDrawn="1">
  <p:cSld name="2_Agenda (big)">
    <p:spTree>
      <p:nvGrpSpPr>
        <p:cNvPr id="1" name=""/>
        <p:cNvGrpSpPr/>
        <p:nvPr/>
      </p:nvGrpSpPr>
      <p:grpSpPr>
        <a:xfrm>
          <a:off x="0" y="0"/>
          <a:ext cx="0" cy="0"/>
          <a:chOff x="0" y="0"/>
          <a:chExt cx="0" cy="0"/>
        </a:xfrm>
      </p:grpSpPr>
      <p:sp>
        <p:nvSpPr>
          <p:cNvPr id="53" name="Rectangle 52"/>
          <p:cNvSpPr/>
          <p:nvPr userDrawn="1"/>
        </p:nvSpPr>
        <p:spPr>
          <a:xfrm>
            <a:off x="9003322" y="0"/>
            <a:ext cx="3188677" cy="6858000"/>
          </a:xfrm>
          <a:prstGeom prst="rect">
            <a:avLst/>
          </a:prstGeom>
          <a:gradFill>
            <a:gsLst>
              <a:gs pos="0">
                <a:schemeClr val="accent2"/>
              </a:gs>
              <a:gs pos="46000">
                <a:schemeClr val="accent1"/>
              </a:gs>
            </a:gsLst>
            <a:lin ang="12000000" scaled="0"/>
          </a:gradFill>
          <a:ln w="0">
            <a:noFill/>
            <a:prstDash val="solid"/>
            <a:round/>
            <a:headEnd/>
            <a:tailEnd/>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2" name="Title 1"/>
          <p:cNvSpPr>
            <a:spLocks noGrp="1"/>
          </p:cNvSpPr>
          <p:nvPr>
            <p:ph type="title" hasCustomPrompt="1"/>
          </p:nvPr>
        </p:nvSpPr>
        <p:spPr>
          <a:xfrm>
            <a:off x="9422421" y="923909"/>
            <a:ext cx="2350478" cy="5010182"/>
          </a:xfrm>
        </p:spPr>
        <p:txBody>
          <a:bodyPr vert="horz" lIns="91440" tIns="45720" rIns="91440" bIns="45720" rtlCol="0" anchor="ctr" anchorCtr="0">
            <a:normAutofit/>
          </a:bodyPr>
          <a:lstStyle>
            <a:lvl1pPr>
              <a:defRPr lang="en-US" dirty="0">
                <a:ln>
                  <a:noFill/>
                </a:ln>
                <a:solidFill>
                  <a:schemeClr val="bg1"/>
                </a:solidFill>
              </a:defRPr>
            </a:lvl1pPr>
          </a:lstStyle>
          <a:p>
            <a:pPr marL="0" lvl="0"/>
            <a:r>
              <a:rPr lang="ar-EG" dirty="0"/>
              <a:t>جدول المحتويات</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lvl1pPr algn="r" rtl="1">
              <a:defRPr/>
            </a:lvl1pPr>
          </a:lstStyle>
          <a:p>
            <a:fld id="{A0EBBAF8-47E4-4A40-B555-68D71CD6478F}" type="datetime1">
              <a:rPr lang="en-US" smtClean="0"/>
              <a:t>4/16/2026</a:t>
            </a:fld>
            <a:endParaRPr lang="en-US"/>
          </a:p>
        </p:txBody>
      </p:sp>
      <p:sp>
        <p:nvSpPr>
          <p:cNvPr id="4" name="Footer Placeholder 3"/>
          <p:cNvSpPr>
            <a:spLocks noGrp="1"/>
          </p:cNvSpPr>
          <p:nvPr>
            <p:ph type="ftr" sz="quarter" idx="11"/>
          </p:nvPr>
        </p:nvSpPr>
        <p:spPr>
          <a:xfrm>
            <a:off x="4389600" y="6367630"/>
            <a:ext cx="3691931" cy="365125"/>
          </a:xfrm>
          <a:prstGeom prst="rect">
            <a:avLst/>
          </a:prstGeom>
        </p:spPr>
        <p:txBody>
          <a:bodyPr/>
          <a:lstStyle>
            <a:lvl1pPr rtl="1">
              <a:defRPr/>
            </a:lvl1pPr>
          </a:lstStyle>
          <a:p>
            <a:endParaRPr lang="en-US" dirty="0"/>
          </a:p>
        </p:txBody>
      </p:sp>
      <p:sp>
        <p:nvSpPr>
          <p:cNvPr id="129" name="Slide Number Placeholder 5"/>
          <p:cNvSpPr>
            <a:spLocks noGrp="1"/>
          </p:cNvSpPr>
          <p:nvPr>
            <p:ph type="sldNum" sz="quarter" idx="4"/>
          </p:nvPr>
        </p:nvSpPr>
        <p:spPr>
          <a:xfrm>
            <a:off x="621452" y="6335328"/>
            <a:ext cx="439703" cy="320040"/>
          </a:xfrm>
          <a:prstGeom prst="rect">
            <a:avLst/>
          </a:prstGeom>
          <a:noFill/>
          <a:ln>
            <a:noFill/>
          </a:ln>
        </p:spPr>
        <p:txBody>
          <a:bodyPr vert="horz" lIns="0" tIns="0" rIns="0" bIns="0" rtlCol="0" anchor="ctr"/>
          <a:lstStyle>
            <a:lvl1pPr algn="l">
              <a:defRPr lang="en-US" sz="1400" b="1" smtClean="0">
                <a:solidFill>
                  <a:schemeClr val="accent1"/>
                </a:solidFill>
              </a:defRPr>
            </a:lvl1pPr>
          </a:lstStyle>
          <a:p>
            <a:pPr rtl="1"/>
            <a:r>
              <a:rPr lang="en-US"/>
              <a:t>#</a:t>
            </a:r>
            <a:endParaRPr lang="en-US" dirty="0"/>
          </a:p>
        </p:txBody>
      </p:sp>
      <p:pic>
        <p:nvPicPr>
          <p:cNvPr id="5" name="Picture 4">
            <a:extLst>
              <a:ext uri="{FF2B5EF4-FFF2-40B4-BE49-F238E27FC236}">
                <a16:creationId xmlns:a16="http://schemas.microsoft.com/office/drawing/2014/main" id="{4075B88D-BA01-1F9E-6243-DA286D73D28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08264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extLst>
    <p:ext uri="{DCECCB84-F9BA-43D5-87BE-67443E8EF086}">
      <p15:sldGuideLst xmlns:p15="http://schemas.microsoft.com/office/powerpoint/2012/main">
        <p15:guide id="1" pos="960">
          <p15:clr>
            <a:srgbClr val="FBAE40"/>
          </p15:clr>
        </p15:guide>
        <p15:guide id="2" pos="672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showMasterPhAnim="0" preserve="1" userDrawn="1">
  <p:cSld name="1_Agenda (bi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F56EA63-0ACA-2641-5B9B-A593E15C93E8}"/>
              </a:ext>
            </a:extLst>
          </p:cNvPr>
          <p:cNvSpPr/>
          <p:nvPr userDrawn="1"/>
        </p:nvSpPr>
        <p:spPr>
          <a:xfrm>
            <a:off x="9003322" y="0"/>
            <a:ext cx="3188677" cy="6858000"/>
          </a:xfrm>
          <a:prstGeom prst="rect">
            <a:avLst/>
          </a:prstGeom>
          <a:gradFill>
            <a:gsLst>
              <a:gs pos="0">
                <a:schemeClr val="accent2"/>
              </a:gs>
              <a:gs pos="46000">
                <a:schemeClr val="accent1"/>
              </a:gs>
            </a:gsLst>
            <a:lin ang="12000000" scaled="0"/>
          </a:gradFill>
          <a:ln w="0">
            <a:noFill/>
            <a:prstDash val="solid"/>
            <a:round/>
            <a:headEnd/>
            <a:tailEnd/>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179" name="Date Placeholder 2"/>
          <p:cNvSpPr>
            <a:spLocks noGrp="1"/>
          </p:cNvSpPr>
          <p:nvPr>
            <p:ph type="dt" sz="half" idx="10"/>
          </p:nvPr>
        </p:nvSpPr>
        <p:spPr>
          <a:xfrm>
            <a:off x="1126155" y="6372408"/>
            <a:ext cx="1875631" cy="365125"/>
          </a:xfrm>
          <a:prstGeom prst="rect">
            <a:avLst/>
          </a:prstGeom>
        </p:spPr>
        <p:txBody>
          <a:bodyPr/>
          <a:lstStyle>
            <a:lvl1pPr algn="r" rtl="1">
              <a:defRPr/>
            </a:lvl1pPr>
          </a:lstStyle>
          <a:p>
            <a:fld id="{C75CC93A-DA34-41D2-9CC7-ADEA6E045EB1}" type="datetime1">
              <a:rPr lang="en-US" smtClean="0"/>
              <a:t>4/16/2026</a:t>
            </a:fld>
            <a:endParaRPr lang="en-US"/>
          </a:p>
        </p:txBody>
      </p:sp>
      <p:sp>
        <p:nvSpPr>
          <p:cNvPr id="180" name="Footer Placeholder 3"/>
          <p:cNvSpPr>
            <a:spLocks noGrp="1"/>
          </p:cNvSpPr>
          <p:nvPr>
            <p:ph type="ftr" sz="quarter" idx="11"/>
          </p:nvPr>
        </p:nvSpPr>
        <p:spPr>
          <a:xfrm>
            <a:off x="4389600" y="6367630"/>
            <a:ext cx="3691931" cy="365125"/>
          </a:xfrm>
          <a:prstGeom prst="rect">
            <a:avLst/>
          </a:prstGeom>
        </p:spPr>
        <p:txBody>
          <a:bodyPr/>
          <a:lstStyle>
            <a:lvl1pPr rtl="1">
              <a:defRPr/>
            </a:lvl1pPr>
          </a:lstStyle>
          <a:p>
            <a:endParaRPr lang="en-US" dirty="0"/>
          </a:p>
        </p:txBody>
      </p:sp>
      <p:sp>
        <p:nvSpPr>
          <p:cNvPr id="181" name="Slide Number Placeholder 4"/>
          <p:cNvSpPr>
            <a:spLocks noGrp="1"/>
          </p:cNvSpPr>
          <p:nvPr>
            <p:ph type="sldNum" sz="quarter" idx="12"/>
          </p:nvPr>
        </p:nvSpPr>
        <p:spPr>
          <a:xfrm>
            <a:off x="621452" y="6335328"/>
            <a:ext cx="439703" cy="320040"/>
          </a:xfrm>
        </p:spPr>
        <p:txBody>
          <a:bodyPr/>
          <a:lstStyle>
            <a:lvl1pPr algn="l" rtl="1">
              <a:defRPr sz="1200">
                <a:solidFill>
                  <a:schemeClr val="accent1"/>
                </a:solidFill>
              </a:defRPr>
            </a:lvl1pPr>
          </a:lstStyle>
          <a:p>
            <a:fld id="{46ED658E-7B78-4C3F-B2D4-66856F143B40}" type="slidenum">
              <a:rPr lang="en-US" smtClean="0"/>
              <a:pPr/>
              <a:t>‹#›</a:t>
            </a:fld>
            <a:endParaRPr lang="en-US" dirty="0"/>
          </a:p>
        </p:txBody>
      </p:sp>
      <p:sp>
        <p:nvSpPr>
          <p:cNvPr id="182" name="Title 1"/>
          <p:cNvSpPr>
            <a:spLocks noGrp="1"/>
          </p:cNvSpPr>
          <p:nvPr>
            <p:ph type="title" hasCustomPrompt="1"/>
          </p:nvPr>
        </p:nvSpPr>
        <p:spPr>
          <a:xfrm>
            <a:off x="9207769" y="3185566"/>
            <a:ext cx="2779783" cy="486869"/>
          </a:xfrm>
        </p:spPr>
        <p:txBody>
          <a:bodyPr>
            <a:noAutofit/>
          </a:bodyPr>
          <a:lstStyle>
            <a:lvl1pPr algn="ctr">
              <a:defRPr sz="3600" spc="200" baseline="0">
                <a:solidFill>
                  <a:schemeClr val="bg1"/>
                </a:solidFill>
              </a:defRPr>
            </a:lvl1pPr>
          </a:lstStyle>
          <a:p>
            <a:r>
              <a:rPr lang="ar-EG" dirty="0"/>
              <a:t>جدول المحتويات</a:t>
            </a:r>
            <a:endParaRPr lang="en-US" dirty="0"/>
          </a:p>
        </p:txBody>
      </p:sp>
      <p:sp>
        <p:nvSpPr>
          <p:cNvPr id="183" name="Text Placeholder 11"/>
          <p:cNvSpPr>
            <a:spLocks noGrp="1"/>
          </p:cNvSpPr>
          <p:nvPr>
            <p:ph type="body" sz="quarter" idx="20" hasCustomPrompt="1"/>
          </p:nvPr>
        </p:nvSpPr>
        <p:spPr>
          <a:xfrm>
            <a:off x="1307048" y="1477694"/>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4" name="Text Placeholder 11"/>
          <p:cNvSpPr>
            <a:spLocks noGrp="1"/>
          </p:cNvSpPr>
          <p:nvPr>
            <p:ph type="body" sz="quarter" idx="23" hasCustomPrompt="1"/>
          </p:nvPr>
        </p:nvSpPr>
        <p:spPr>
          <a:xfrm>
            <a:off x="4980125" y="1477694"/>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5" name="Text Placeholder 11"/>
          <p:cNvSpPr>
            <a:spLocks noGrp="1"/>
          </p:cNvSpPr>
          <p:nvPr>
            <p:ph type="body" sz="quarter" idx="32" hasCustomPrompt="1"/>
          </p:nvPr>
        </p:nvSpPr>
        <p:spPr>
          <a:xfrm>
            <a:off x="1307048" y="230476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86" name="Text Placeholder 11"/>
          <p:cNvSpPr>
            <a:spLocks noGrp="1"/>
          </p:cNvSpPr>
          <p:nvPr>
            <p:ph type="body" sz="quarter" idx="35" hasCustomPrompt="1"/>
          </p:nvPr>
        </p:nvSpPr>
        <p:spPr>
          <a:xfrm>
            <a:off x="4980125" y="230476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87" name="Text Placeholder 11"/>
          <p:cNvSpPr>
            <a:spLocks noGrp="1"/>
          </p:cNvSpPr>
          <p:nvPr>
            <p:ph type="body" sz="quarter" idx="44" hasCustomPrompt="1"/>
          </p:nvPr>
        </p:nvSpPr>
        <p:spPr>
          <a:xfrm>
            <a:off x="1307048" y="313183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8" name="Text Placeholder 11"/>
          <p:cNvSpPr>
            <a:spLocks noGrp="1"/>
          </p:cNvSpPr>
          <p:nvPr>
            <p:ph type="body" sz="quarter" idx="47" hasCustomPrompt="1"/>
          </p:nvPr>
        </p:nvSpPr>
        <p:spPr>
          <a:xfrm>
            <a:off x="4980125" y="313183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9" name="Text Placeholder 6"/>
          <p:cNvSpPr>
            <a:spLocks noGrp="1"/>
          </p:cNvSpPr>
          <p:nvPr>
            <p:ph type="body" sz="quarter" idx="54" hasCustomPrompt="1"/>
          </p:nvPr>
        </p:nvSpPr>
        <p:spPr>
          <a:xfrm>
            <a:off x="4038533" y="1386812"/>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0" name="Text Placeholder 6"/>
          <p:cNvSpPr>
            <a:spLocks noGrp="1"/>
          </p:cNvSpPr>
          <p:nvPr>
            <p:ph type="body" sz="quarter" idx="55" hasCustomPrompt="1"/>
          </p:nvPr>
        </p:nvSpPr>
        <p:spPr>
          <a:xfrm>
            <a:off x="4038533" y="2216904"/>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1" name="Text Placeholder 6"/>
          <p:cNvSpPr>
            <a:spLocks noGrp="1"/>
          </p:cNvSpPr>
          <p:nvPr>
            <p:ph type="body" sz="quarter" idx="56" hasCustomPrompt="1"/>
          </p:nvPr>
        </p:nvSpPr>
        <p:spPr>
          <a:xfrm>
            <a:off x="4038533" y="3046996"/>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2" name="Text Placeholder 6"/>
          <p:cNvSpPr>
            <a:spLocks noGrp="1"/>
          </p:cNvSpPr>
          <p:nvPr>
            <p:ph type="body" sz="quarter" idx="57" hasCustomPrompt="1"/>
          </p:nvPr>
        </p:nvSpPr>
        <p:spPr>
          <a:xfrm>
            <a:off x="7715771" y="1386812"/>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3" name="Text Placeholder 6"/>
          <p:cNvSpPr>
            <a:spLocks noGrp="1"/>
          </p:cNvSpPr>
          <p:nvPr>
            <p:ph type="body" sz="quarter" idx="58" hasCustomPrompt="1"/>
          </p:nvPr>
        </p:nvSpPr>
        <p:spPr>
          <a:xfrm>
            <a:off x="7715771" y="2216904"/>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4" name="Text Placeholder 6"/>
          <p:cNvSpPr>
            <a:spLocks noGrp="1"/>
          </p:cNvSpPr>
          <p:nvPr>
            <p:ph type="body" sz="quarter" idx="59" hasCustomPrompt="1"/>
          </p:nvPr>
        </p:nvSpPr>
        <p:spPr>
          <a:xfrm>
            <a:off x="7715771" y="3046996"/>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5" name="Text Placeholder 11"/>
          <p:cNvSpPr>
            <a:spLocks noGrp="1"/>
          </p:cNvSpPr>
          <p:nvPr>
            <p:ph type="body" sz="quarter" idx="60" hasCustomPrompt="1"/>
          </p:nvPr>
        </p:nvSpPr>
        <p:spPr>
          <a:xfrm>
            <a:off x="1307048" y="396895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96" name="Text Placeholder 11"/>
          <p:cNvSpPr>
            <a:spLocks noGrp="1"/>
          </p:cNvSpPr>
          <p:nvPr>
            <p:ph type="body" sz="quarter" idx="61" hasCustomPrompt="1"/>
          </p:nvPr>
        </p:nvSpPr>
        <p:spPr>
          <a:xfrm>
            <a:off x="4980125" y="396895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97" name="Text Placeholder 11"/>
          <p:cNvSpPr>
            <a:spLocks noGrp="1"/>
          </p:cNvSpPr>
          <p:nvPr>
            <p:ph type="body" sz="quarter" idx="62" hasCustomPrompt="1"/>
          </p:nvPr>
        </p:nvSpPr>
        <p:spPr>
          <a:xfrm>
            <a:off x="1307048" y="479602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98" name="Text Placeholder 11"/>
          <p:cNvSpPr>
            <a:spLocks noGrp="1"/>
          </p:cNvSpPr>
          <p:nvPr>
            <p:ph type="body" sz="quarter" idx="63" hasCustomPrompt="1"/>
          </p:nvPr>
        </p:nvSpPr>
        <p:spPr>
          <a:xfrm>
            <a:off x="4980125" y="479602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99" name="Text Placeholder 11"/>
          <p:cNvSpPr>
            <a:spLocks noGrp="1"/>
          </p:cNvSpPr>
          <p:nvPr>
            <p:ph type="body" sz="quarter" idx="64" hasCustomPrompt="1"/>
          </p:nvPr>
        </p:nvSpPr>
        <p:spPr>
          <a:xfrm>
            <a:off x="1307048" y="5623091"/>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200" name="Text Placeholder 11"/>
          <p:cNvSpPr>
            <a:spLocks noGrp="1"/>
          </p:cNvSpPr>
          <p:nvPr>
            <p:ph type="body" sz="quarter" idx="65" hasCustomPrompt="1"/>
          </p:nvPr>
        </p:nvSpPr>
        <p:spPr>
          <a:xfrm>
            <a:off x="4980125" y="5623091"/>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201" name="Text Placeholder 6"/>
          <p:cNvSpPr>
            <a:spLocks noGrp="1"/>
          </p:cNvSpPr>
          <p:nvPr>
            <p:ph type="body" sz="quarter" idx="66" hasCustomPrompt="1"/>
          </p:nvPr>
        </p:nvSpPr>
        <p:spPr>
          <a:xfrm>
            <a:off x="4038533" y="3878071"/>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2" name="Text Placeholder 6"/>
          <p:cNvSpPr>
            <a:spLocks noGrp="1"/>
          </p:cNvSpPr>
          <p:nvPr>
            <p:ph type="body" sz="quarter" idx="67" hasCustomPrompt="1"/>
          </p:nvPr>
        </p:nvSpPr>
        <p:spPr>
          <a:xfrm>
            <a:off x="4038533" y="4708163"/>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3" name="Text Placeholder 6"/>
          <p:cNvSpPr>
            <a:spLocks noGrp="1"/>
          </p:cNvSpPr>
          <p:nvPr>
            <p:ph type="body" sz="quarter" idx="68" hasCustomPrompt="1"/>
          </p:nvPr>
        </p:nvSpPr>
        <p:spPr>
          <a:xfrm>
            <a:off x="4038533" y="5538255"/>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4" name="Text Placeholder 6"/>
          <p:cNvSpPr>
            <a:spLocks noGrp="1"/>
          </p:cNvSpPr>
          <p:nvPr>
            <p:ph type="body" sz="quarter" idx="69" hasCustomPrompt="1"/>
          </p:nvPr>
        </p:nvSpPr>
        <p:spPr>
          <a:xfrm>
            <a:off x="7715771" y="3878071"/>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5" name="Text Placeholder 6"/>
          <p:cNvSpPr>
            <a:spLocks noGrp="1"/>
          </p:cNvSpPr>
          <p:nvPr>
            <p:ph type="body" sz="quarter" idx="70" hasCustomPrompt="1"/>
          </p:nvPr>
        </p:nvSpPr>
        <p:spPr>
          <a:xfrm>
            <a:off x="7715771" y="4708163"/>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6" name="Text Placeholder 6"/>
          <p:cNvSpPr>
            <a:spLocks noGrp="1"/>
          </p:cNvSpPr>
          <p:nvPr>
            <p:ph type="body" sz="quarter" idx="71" hasCustomPrompt="1"/>
          </p:nvPr>
        </p:nvSpPr>
        <p:spPr>
          <a:xfrm>
            <a:off x="7715771" y="5538255"/>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pic>
        <p:nvPicPr>
          <p:cNvPr id="3" name="Picture 2">
            <a:extLst>
              <a:ext uri="{FF2B5EF4-FFF2-40B4-BE49-F238E27FC236}">
                <a16:creationId xmlns:a16="http://schemas.microsoft.com/office/drawing/2014/main" id="{BDE1AC8B-C2AF-7EC8-8BD1-AD35C320C96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67037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extLst>
    <p:ext uri="{DCECCB84-F9BA-43D5-87BE-67443E8EF086}">
      <p15:sldGuideLst xmlns:p15="http://schemas.microsoft.com/office/powerpoint/2012/main">
        <p15:guide id="1" pos="960">
          <p15:clr>
            <a:srgbClr val="FBAE40"/>
          </p15:clr>
        </p15:guide>
        <p15:guide id="2" pos="672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showMasterPhAnim="0" preserve="1" userDrawn="1">
  <p:cSld name="1_Agenda">
    <p:spTree>
      <p:nvGrpSpPr>
        <p:cNvPr id="1" name=""/>
        <p:cNvGrpSpPr/>
        <p:nvPr/>
      </p:nvGrpSpPr>
      <p:grpSpPr>
        <a:xfrm>
          <a:off x="0" y="0"/>
          <a:ext cx="0" cy="0"/>
          <a:chOff x="0" y="0"/>
          <a:chExt cx="0" cy="0"/>
        </a:xfrm>
      </p:grpSpPr>
      <p:sp>
        <p:nvSpPr>
          <p:cNvPr id="6" name="Rectangle 5"/>
          <p:cNvSpPr/>
          <p:nvPr userDrawn="1"/>
        </p:nvSpPr>
        <p:spPr>
          <a:xfrm>
            <a:off x="8153400" y="1352939"/>
            <a:ext cx="4038600" cy="5505061"/>
          </a:xfrm>
          <a:prstGeom prst="rect">
            <a:avLst/>
          </a:prstGeom>
          <a:gradFill>
            <a:gsLst>
              <a:gs pos="100000">
                <a:schemeClr val="accent1"/>
              </a:gs>
              <a:gs pos="0">
                <a:schemeClr val="accent1"/>
              </a:gs>
            </a:gsLst>
            <a:lin ang="3000000" scaled="0"/>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sp>
        <p:nvSpPr>
          <p:cNvPr id="7" name="Rectangle 6"/>
          <p:cNvSpPr/>
          <p:nvPr userDrawn="1"/>
        </p:nvSpPr>
        <p:spPr>
          <a:xfrm>
            <a:off x="8153400" y="-373"/>
            <a:ext cx="4038600" cy="62179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8153400" y="621419"/>
            <a:ext cx="403860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p:cNvSpPr>
            <a:spLocks noGrp="1"/>
          </p:cNvSpPr>
          <p:nvPr>
            <p:ph type="title" hasCustomPrompt="1"/>
          </p:nvPr>
        </p:nvSpPr>
        <p:spPr>
          <a:xfrm>
            <a:off x="8308759" y="621420"/>
            <a:ext cx="3727882" cy="731519"/>
          </a:xfrm>
        </p:spPr>
        <p:txBody>
          <a:bodyPr anchor="ctr" anchorCtr="0"/>
          <a:lstStyle>
            <a:lvl1pPr algn="ctr">
              <a:defRPr sz="4000">
                <a:solidFill>
                  <a:schemeClr val="accent1"/>
                </a:solidFill>
              </a:defRPr>
            </a:lvl1pPr>
          </a:lstStyle>
          <a:p>
            <a:r>
              <a:rPr lang="ar-EG" dirty="0"/>
              <a:t>جدول المحتويات</a:t>
            </a:r>
            <a:endParaRPr lang="en-US" dirty="0"/>
          </a:p>
        </p:txBody>
      </p:sp>
      <p:sp>
        <p:nvSpPr>
          <p:cNvPr id="28" name="Text Placeholder 27"/>
          <p:cNvSpPr>
            <a:spLocks noGrp="1"/>
          </p:cNvSpPr>
          <p:nvPr>
            <p:ph type="body" sz="quarter" idx="13"/>
          </p:nvPr>
        </p:nvSpPr>
        <p:spPr>
          <a:xfrm>
            <a:off x="3196257" y="1604963"/>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3" name="Text Placeholder 27"/>
          <p:cNvSpPr>
            <a:spLocks noGrp="1"/>
          </p:cNvSpPr>
          <p:nvPr>
            <p:ph type="body" sz="quarter" idx="14"/>
          </p:nvPr>
        </p:nvSpPr>
        <p:spPr>
          <a:xfrm>
            <a:off x="3196257" y="2010050"/>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6" name="Text Placeholder 27"/>
          <p:cNvSpPr>
            <a:spLocks noGrp="1"/>
          </p:cNvSpPr>
          <p:nvPr>
            <p:ph type="body" sz="quarter" idx="15"/>
          </p:nvPr>
        </p:nvSpPr>
        <p:spPr>
          <a:xfrm>
            <a:off x="3196257" y="2415137"/>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9" name="Text Placeholder 27"/>
          <p:cNvSpPr>
            <a:spLocks noGrp="1"/>
          </p:cNvSpPr>
          <p:nvPr>
            <p:ph type="body" sz="quarter" idx="16"/>
          </p:nvPr>
        </p:nvSpPr>
        <p:spPr>
          <a:xfrm>
            <a:off x="3196257" y="2820224"/>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2" name="Text Placeholder 27"/>
          <p:cNvSpPr>
            <a:spLocks noGrp="1"/>
          </p:cNvSpPr>
          <p:nvPr>
            <p:ph type="body" sz="quarter" idx="17"/>
          </p:nvPr>
        </p:nvSpPr>
        <p:spPr>
          <a:xfrm>
            <a:off x="3196257" y="3225311"/>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5" name="Text Placeholder 27"/>
          <p:cNvSpPr>
            <a:spLocks noGrp="1"/>
          </p:cNvSpPr>
          <p:nvPr>
            <p:ph type="body" sz="quarter" idx="18"/>
          </p:nvPr>
        </p:nvSpPr>
        <p:spPr>
          <a:xfrm>
            <a:off x="3196257" y="3630398"/>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8" name="Text Placeholder 27"/>
          <p:cNvSpPr>
            <a:spLocks noGrp="1"/>
          </p:cNvSpPr>
          <p:nvPr>
            <p:ph type="body" sz="quarter" idx="19"/>
          </p:nvPr>
        </p:nvSpPr>
        <p:spPr>
          <a:xfrm>
            <a:off x="3196257" y="4035485"/>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1" name="Text Placeholder 27"/>
          <p:cNvSpPr>
            <a:spLocks noGrp="1"/>
          </p:cNvSpPr>
          <p:nvPr>
            <p:ph type="body" sz="quarter" idx="20"/>
          </p:nvPr>
        </p:nvSpPr>
        <p:spPr>
          <a:xfrm>
            <a:off x="3196257" y="4440572"/>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4" name="Text Placeholder 27"/>
          <p:cNvSpPr>
            <a:spLocks noGrp="1"/>
          </p:cNvSpPr>
          <p:nvPr>
            <p:ph type="body" sz="quarter" idx="21"/>
          </p:nvPr>
        </p:nvSpPr>
        <p:spPr>
          <a:xfrm>
            <a:off x="3196257" y="4845659"/>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7" name="Text Placeholder 27"/>
          <p:cNvSpPr>
            <a:spLocks noGrp="1"/>
          </p:cNvSpPr>
          <p:nvPr>
            <p:ph type="body" sz="quarter" idx="22"/>
          </p:nvPr>
        </p:nvSpPr>
        <p:spPr>
          <a:xfrm>
            <a:off x="3196257" y="5250746"/>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90" name="Text Placeholder 27"/>
          <p:cNvSpPr>
            <a:spLocks noGrp="1"/>
          </p:cNvSpPr>
          <p:nvPr>
            <p:ph type="body" sz="quarter" idx="23"/>
          </p:nvPr>
        </p:nvSpPr>
        <p:spPr>
          <a:xfrm>
            <a:off x="3196257" y="5655833"/>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93" name="Text Placeholder 27"/>
          <p:cNvSpPr>
            <a:spLocks noGrp="1"/>
          </p:cNvSpPr>
          <p:nvPr>
            <p:ph type="body" sz="quarter" idx="24"/>
          </p:nvPr>
        </p:nvSpPr>
        <p:spPr>
          <a:xfrm>
            <a:off x="3196257" y="6060918"/>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2" name="TextBox 81"/>
          <p:cNvSpPr txBox="1"/>
          <p:nvPr userDrawn="1"/>
        </p:nvSpPr>
        <p:spPr>
          <a:xfrm>
            <a:off x="2214857" y="2716272"/>
            <a:ext cx="1344317" cy="338554"/>
          </a:xfrm>
          <a:prstGeom prst="rect">
            <a:avLst/>
          </a:prstGeom>
          <a:noFill/>
        </p:spPr>
        <p:txBody>
          <a:bodyPr wrap="square" rtlCol="0" anchor="ctr">
            <a:spAutoFit/>
          </a:bodyPr>
          <a:lstStyle/>
          <a:p>
            <a:pPr algn="r" fontAlgn="base"/>
            <a:r>
              <a:rPr lang="en-US" sz="1600" b="1" dirty="0">
                <a:solidFill>
                  <a:schemeClr val="bg1"/>
                </a:solidFill>
                <a:latin typeface="+mj-lt"/>
                <a:ea typeface="Open Sans" panose="020B0606030504020204" pitchFamily="34" charset="0"/>
                <a:cs typeface="Open Sans" panose="020B0606030504020204" pitchFamily="34" charset="0"/>
              </a:rPr>
              <a:t>01</a:t>
            </a:r>
          </a:p>
        </p:txBody>
      </p:sp>
      <p:sp>
        <p:nvSpPr>
          <p:cNvPr id="23" name="Slide Number Placeholder 5"/>
          <p:cNvSpPr>
            <a:spLocks noGrp="1"/>
          </p:cNvSpPr>
          <p:nvPr>
            <p:ph type="sldNum" sz="quarter" idx="4"/>
          </p:nvPr>
        </p:nvSpPr>
        <p:spPr>
          <a:xfrm>
            <a:off x="621452" y="6335328"/>
            <a:ext cx="439703" cy="320040"/>
          </a:xfrm>
          <a:prstGeom prst="rect">
            <a:avLst/>
          </a:prstGeom>
          <a:noFill/>
          <a:ln>
            <a:noFill/>
          </a:ln>
        </p:spPr>
        <p:txBody>
          <a:bodyPr vert="horz" lIns="0" tIns="0" rIns="0" bIns="0" rtlCol="0" anchor="ctr"/>
          <a:lstStyle>
            <a:lvl1pPr algn="l">
              <a:defRPr lang="en-US" sz="1400" b="1" smtClean="0">
                <a:solidFill>
                  <a:schemeClr val="accent1"/>
                </a:solidFill>
              </a:defRPr>
            </a:lvl1pPr>
          </a:lstStyle>
          <a:p>
            <a:pPr rtl="1"/>
            <a:r>
              <a:rPr lang="en-US"/>
              <a:t>#</a:t>
            </a:r>
            <a:endParaRPr lang="en-US" dirty="0"/>
          </a:p>
        </p:txBody>
      </p:sp>
      <p:pic>
        <p:nvPicPr>
          <p:cNvPr id="3" name="Picture 2">
            <a:extLst>
              <a:ext uri="{FF2B5EF4-FFF2-40B4-BE49-F238E27FC236}">
                <a16:creationId xmlns:a16="http://schemas.microsoft.com/office/drawing/2014/main" id="{B100176E-CEC2-70DC-C086-2D881B34126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254342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animEffect transition="in" filter="fade">
                                      <p:cBhvr>
                                        <p:cTn id="7" dur="500"/>
                                        <p:tgtEl>
                                          <p:spTgt spid="2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3">
                                            <p:txEl>
                                              <p:pRg st="0" end="0"/>
                                            </p:txEl>
                                          </p:spTgt>
                                        </p:tgtEl>
                                        <p:attrNameLst>
                                          <p:attrName>style.visibility</p:attrName>
                                        </p:attrNameLst>
                                      </p:cBhvr>
                                      <p:to>
                                        <p:strVal val="visible"/>
                                      </p:to>
                                    </p:set>
                                    <p:animEffect transition="in" filter="fade">
                                      <p:cBhvr>
                                        <p:cTn id="10" dur="500"/>
                                        <p:tgtEl>
                                          <p:spTgt spid="63">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6">
                                            <p:txEl>
                                              <p:pRg st="0" end="0"/>
                                            </p:txEl>
                                          </p:spTgt>
                                        </p:tgtEl>
                                        <p:attrNameLst>
                                          <p:attrName>style.visibility</p:attrName>
                                        </p:attrNameLst>
                                      </p:cBhvr>
                                      <p:to>
                                        <p:strVal val="visible"/>
                                      </p:to>
                                    </p:set>
                                    <p:animEffect transition="in" filter="fade">
                                      <p:cBhvr>
                                        <p:cTn id="13" dur="500"/>
                                        <p:tgtEl>
                                          <p:spTgt spid="66">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9">
                                            <p:txEl>
                                              <p:pRg st="0" end="0"/>
                                            </p:txEl>
                                          </p:spTgt>
                                        </p:tgtEl>
                                        <p:attrNameLst>
                                          <p:attrName>style.visibility</p:attrName>
                                        </p:attrNameLst>
                                      </p:cBhvr>
                                      <p:to>
                                        <p:strVal val="visible"/>
                                      </p:to>
                                    </p:set>
                                    <p:animEffect transition="in" filter="fade">
                                      <p:cBhvr>
                                        <p:cTn id="16" dur="500"/>
                                        <p:tgtEl>
                                          <p:spTgt spid="69">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2">
                                            <p:txEl>
                                              <p:pRg st="0" end="0"/>
                                            </p:txEl>
                                          </p:spTgt>
                                        </p:tgtEl>
                                        <p:attrNameLst>
                                          <p:attrName>style.visibility</p:attrName>
                                        </p:attrNameLst>
                                      </p:cBhvr>
                                      <p:to>
                                        <p:strVal val="visible"/>
                                      </p:to>
                                    </p:set>
                                    <p:animEffect transition="in" filter="fade">
                                      <p:cBhvr>
                                        <p:cTn id="19" dur="500"/>
                                        <p:tgtEl>
                                          <p:spTgt spid="72">
                                            <p:txEl>
                                              <p:pRg st="0" end="0"/>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5">
                                            <p:txEl>
                                              <p:pRg st="0" end="0"/>
                                            </p:txEl>
                                          </p:spTgt>
                                        </p:tgtEl>
                                        <p:attrNameLst>
                                          <p:attrName>style.visibility</p:attrName>
                                        </p:attrNameLst>
                                      </p:cBhvr>
                                      <p:to>
                                        <p:strVal val="visible"/>
                                      </p:to>
                                    </p:set>
                                    <p:animEffect transition="in" filter="fade">
                                      <p:cBhvr>
                                        <p:cTn id="22" dur="500"/>
                                        <p:tgtEl>
                                          <p:spTgt spid="75">
                                            <p:txEl>
                                              <p:pRg st="0" end="0"/>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8">
                                            <p:txEl>
                                              <p:pRg st="0" end="0"/>
                                            </p:txEl>
                                          </p:spTgt>
                                        </p:tgtEl>
                                        <p:attrNameLst>
                                          <p:attrName>style.visibility</p:attrName>
                                        </p:attrNameLst>
                                      </p:cBhvr>
                                      <p:to>
                                        <p:strVal val="visible"/>
                                      </p:to>
                                    </p:set>
                                    <p:animEffect transition="in" filter="fade">
                                      <p:cBhvr>
                                        <p:cTn id="25" dur="500"/>
                                        <p:tgtEl>
                                          <p:spTgt spid="78">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1">
                                            <p:txEl>
                                              <p:pRg st="0" end="0"/>
                                            </p:txEl>
                                          </p:spTgt>
                                        </p:tgtEl>
                                        <p:attrNameLst>
                                          <p:attrName>style.visibility</p:attrName>
                                        </p:attrNameLst>
                                      </p:cBhvr>
                                      <p:to>
                                        <p:strVal val="visible"/>
                                      </p:to>
                                    </p:set>
                                    <p:animEffect transition="in" filter="fade">
                                      <p:cBhvr>
                                        <p:cTn id="28" dur="500"/>
                                        <p:tgtEl>
                                          <p:spTgt spid="81">
                                            <p:txEl>
                                              <p:pRg st="0" end="0"/>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4">
                                            <p:txEl>
                                              <p:pRg st="0" end="0"/>
                                            </p:txEl>
                                          </p:spTgt>
                                        </p:tgtEl>
                                        <p:attrNameLst>
                                          <p:attrName>style.visibility</p:attrName>
                                        </p:attrNameLst>
                                      </p:cBhvr>
                                      <p:to>
                                        <p:strVal val="visible"/>
                                      </p:to>
                                    </p:set>
                                    <p:animEffect transition="in" filter="fade">
                                      <p:cBhvr>
                                        <p:cTn id="31" dur="500"/>
                                        <p:tgtEl>
                                          <p:spTgt spid="84">
                                            <p:txEl>
                                              <p:pRg st="0" end="0"/>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7">
                                            <p:txEl>
                                              <p:pRg st="0" end="0"/>
                                            </p:txEl>
                                          </p:spTgt>
                                        </p:tgtEl>
                                        <p:attrNameLst>
                                          <p:attrName>style.visibility</p:attrName>
                                        </p:attrNameLst>
                                      </p:cBhvr>
                                      <p:to>
                                        <p:strVal val="visible"/>
                                      </p:to>
                                    </p:set>
                                    <p:animEffect transition="in" filter="fade">
                                      <p:cBhvr>
                                        <p:cTn id="34" dur="500"/>
                                        <p:tgtEl>
                                          <p:spTgt spid="87">
                                            <p:txEl>
                                              <p:pRg st="0" end="0"/>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90">
                                            <p:txEl>
                                              <p:pRg st="0" end="0"/>
                                            </p:txEl>
                                          </p:spTgt>
                                        </p:tgtEl>
                                        <p:attrNameLst>
                                          <p:attrName>style.visibility</p:attrName>
                                        </p:attrNameLst>
                                      </p:cBhvr>
                                      <p:to>
                                        <p:strVal val="visible"/>
                                      </p:to>
                                    </p:set>
                                    <p:animEffect transition="in" filter="fade">
                                      <p:cBhvr>
                                        <p:cTn id="37" dur="500"/>
                                        <p:tgtEl>
                                          <p:spTgt spid="90">
                                            <p:txEl>
                                              <p:pRg st="0" end="0"/>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93">
                                            <p:txEl>
                                              <p:pRg st="0" end="0"/>
                                            </p:txEl>
                                          </p:spTgt>
                                        </p:tgtEl>
                                        <p:attrNameLst>
                                          <p:attrName>style.visibility</p:attrName>
                                        </p:attrNameLst>
                                      </p:cBhvr>
                                      <p:to>
                                        <p:strVal val="visible"/>
                                      </p:to>
                                    </p:set>
                                    <p:animEffect transition="in" filter="fade">
                                      <p:cBhvr>
                                        <p:cTn id="40" dur="500"/>
                                        <p:tgtEl>
                                          <p:spTgt spid="9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build="allAtOnce">
        <p:tmplLst>
          <p:tmpl lvl="1">
            <p:tnLst>
              <p:par>
                <p:cTn presetID="10" presetClass="entr" presetSubtype="0" fill="hold" nodeType="with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fade">
                      <p:cBhvr>
                        <p:cTn dur="500"/>
                        <p:tgtEl>
                          <p:spTgt spid="28"/>
                        </p:tgtEl>
                      </p:cBhvr>
                    </p:animEffect>
                  </p:childTnLst>
                </p:cTn>
              </p:par>
            </p:tnLst>
          </p:tmpl>
        </p:tmplLst>
      </p:bldP>
      <p:bldP spid="63" grpId="0" build="allAtOnce">
        <p:tmplLst>
          <p:tmpl lvl="1">
            <p:tnLst>
              <p:par>
                <p:cTn presetID="10" presetClass="entr" presetSubtype="0" fill="hold" nodeType="withEffect">
                  <p:stCondLst>
                    <p:cond delay="0"/>
                  </p:stCondLst>
                  <p:childTnLst>
                    <p:set>
                      <p:cBhvr>
                        <p:cTn dur="1" fill="hold">
                          <p:stCondLst>
                            <p:cond delay="0"/>
                          </p:stCondLst>
                        </p:cTn>
                        <p:tgtEl>
                          <p:spTgt spid="63"/>
                        </p:tgtEl>
                        <p:attrNameLst>
                          <p:attrName>style.visibility</p:attrName>
                        </p:attrNameLst>
                      </p:cBhvr>
                      <p:to>
                        <p:strVal val="visible"/>
                      </p:to>
                    </p:set>
                    <p:animEffect transition="in" filter="fade">
                      <p:cBhvr>
                        <p:cTn dur="500"/>
                        <p:tgtEl>
                          <p:spTgt spid="63"/>
                        </p:tgtEl>
                      </p:cBhvr>
                    </p:animEffect>
                  </p:childTnLst>
                </p:cTn>
              </p:par>
            </p:tnLst>
          </p:tmpl>
        </p:tmplLst>
      </p:bldP>
      <p:bldP spid="66" grpId="0" build="allAtOnce">
        <p:tmplLst>
          <p:tmpl lvl="1">
            <p:tnLst>
              <p:par>
                <p:cTn presetID="10" presetClass="entr" presetSubtype="0" fill="hold" nodeType="withEffect">
                  <p:stCondLst>
                    <p:cond delay="0"/>
                  </p:stCondLst>
                  <p:childTnLst>
                    <p:set>
                      <p:cBhvr>
                        <p:cTn dur="1" fill="hold">
                          <p:stCondLst>
                            <p:cond delay="0"/>
                          </p:stCondLst>
                        </p:cTn>
                        <p:tgtEl>
                          <p:spTgt spid="66"/>
                        </p:tgtEl>
                        <p:attrNameLst>
                          <p:attrName>style.visibility</p:attrName>
                        </p:attrNameLst>
                      </p:cBhvr>
                      <p:to>
                        <p:strVal val="visible"/>
                      </p:to>
                    </p:set>
                    <p:animEffect transition="in" filter="fade">
                      <p:cBhvr>
                        <p:cTn dur="500"/>
                        <p:tgtEl>
                          <p:spTgt spid="66"/>
                        </p:tgtEl>
                      </p:cBhvr>
                    </p:animEffect>
                  </p:childTnLst>
                </p:cTn>
              </p:par>
            </p:tnLst>
          </p:tmpl>
        </p:tmplLst>
      </p:bldP>
      <p:bldP spid="69" grpId="0" build="allAtOnce">
        <p:tmplLst>
          <p:tmpl lvl="1">
            <p:tnLst>
              <p:par>
                <p:cTn presetID="10" presetClass="entr" presetSubtype="0" fill="hold" nodeType="withEffect">
                  <p:stCondLst>
                    <p:cond delay="0"/>
                  </p:stCondLst>
                  <p:childTnLst>
                    <p:set>
                      <p:cBhvr>
                        <p:cTn dur="1" fill="hold">
                          <p:stCondLst>
                            <p:cond delay="0"/>
                          </p:stCondLst>
                        </p:cTn>
                        <p:tgtEl>
                          <p:spTgt spid="69"/>
                        </p:tgtEl>
                        <p:attrNameLst>
                          <p:attrName>style.visibility</p:attrName>
                        </p:attrNameLst>
                      </p:cBhvr>
                      <p:to>
                        <p:strVal val="visible"/>
                      </p:to>
                    </p:set>
                    <p:animEffect transition="in" filter="fade">
                      <p:cBhvr>
                        <p:cTn dur="500"/>
                        <p:tgtEl>
                          <p:spTgt spid="69"/>
                        </p:tgtEl>
                      </p:cBhvr>
                    </p:animEffect>
                  </p:childTnLst>
                </p:cTn>
              </p:par>
            </p:tnLst>
          </p:tmpl>
        </p:tmplLst>
      </p:bldP>
      <p:bldP spid="72" grpId="0" build="allAtOnce">
        <p:tmplLst>
          <p:tmpl lvl="1">
            <p:tnLst>
              <p:par>
                <p:cTn presetID="10" presetClass="entr" presetSubtype="0" fill="hold" nodeType="withEffect">
                  <p:stCondLst>
                    <p:cond delay="0"/>
                  </p:stCondLst>
                  <p:childTnLst>
                    <p:set>
                      <p:cBhvr>
                        <p:cTn dur="1" fill="hold">
                          <p:stCondLst>
                            <p:cond delay="0"/>
                          </p:stCondLst>
                        </p:cTn>
                        <p:tgtEl>
                          <p:spTgt spid="72"/>
                        </p:tgtEl>
                        <p:attrNameLst>
                          <p:attrName>style.visibility</p:attrName>
                        </p:attrNameLst>
                      </p:cBhvr>
                      <p:to>
                        <p:strVal val="visible"/>
                      </p:to>
                    </p:set>
                    <p:animEffect transition="in" filter="fade">
                      <p:cBhvr>
                        <p:cTn dur="500"/>
                        <p:tgtEl>
                          <p:spTgt spid="72"/>
                        </p:tgtEl>
                      </p:cBhvr>
                    </p:animEffect>
                  </p:childTnLst>
                </p:cTn>
              </p:par>
            </p:tnLst>
          </p:tmpl>
        </p:tmplLst>
      </p:bldP>
      <p:bldP spid="75" grpId="0" build="allAtOnce">
        <p:tmplLst>
          <p:tmpl lvl="1">
            <p:tnLst>
              <p:par>
                <p:cTn presetID="10" presetClass="entr" presetSubtype="0" fill="hold" nodeType="withEffect">
                  <p:stCondLst>
                    <p:cond delay="0"/>
                  </p:stCondLst>
                  <p:childTnLst>
                    <p:set>
                      <p:cBhvr>
                        <p:cTn dur="1" fill="hold">
                          <p:stCondLst>
                            <p:cond delay="0"/>
                          </p:stCondLst>
                        </p:cTn>
                        <p:tgtEl>
                          <p:spTgt spid="75"/>
                        </p:tgtEl>
                        <p:attrNameLst>
                          <p:attrName>style.visibility</p:attrName>
                        </p:attrNameLst>
                      </p:cBhvr>
                      <p:to>
                        <p:strVal val="visible"/>
                      </p:to>
                    </p:set>
                    <p:animEffect transition="in" filter="fade">
                      <p:cBhvr>
                        <p:cTn dur="500"/>
                        <p:tgtEl>
                          <p:spTgt spid="75"/>
                        </p:tgtEl>
                      </p:cBhvr>
                    </p:animEffect>
                  </p:childTnLst>
                </p:cTn>
              </p:par>
            </p:tnLst>
          </p:tmpl>
        </p:tmplLst>
      </p:bldP>
      <p:bldP spid="78" grpId="0" build="allAtOnce">
        <p:tmplLst>
          <p:tmpl lvl="1">
            <p:tnLst>
              <p:par>
                <p:cTn presetID="10" presetClass="entr" presetSubtype="0" fill="hold" nodeType="withEffect">
                  <p:stCondLst>
                    <p:cond delay="0"/>
                  </p:stCondLst>
                  <p:childTnLst>
                    <p:set>
                      <p:cBhvr>
                        <p:cTn dur="1" fill="hold">
                          <p:stCondLst>
                            <p:cond delay="0"/>
                          </p:stCondLst>
                        </p:cTn>
                        <p:tgtEl>
                          <p:spTgt spid="78"/>
                        </p:tgtEl>
                        <p:attrNameLst>
                          <p:attrName>style.visibility</p:attrName>
                        </p:attrNameLst>
                      </p:cBhvr>
                      <p:to>
                        <p:strVal val="visible"/>
                      </p:to>
                    </p:set>
                    <p:animEffect transition="in" filter="fade">
                      <p:cBhvr>
                        <p:cTn dur="500"/>
                        <p:tgtEl>
                          <p:spTgt spid="78"/>
                        </p:tgtEl>
                      </p:cBhvr>
                    </p:animEffect>
                  </p:childTnLst>
                </p:cTn>
              </p:par>
            </p:tnLst>
          </p:tmpl>
        </p:tmplLst>
      </p:bldP>
      <p:bldP spid="81" grpId="0" build="allAtOnce">
        <p:tmplLst>
          <p:tmpl lvl="1">
            <p:tnLst>
              <p:par>
                <p:cTn presetID="10" presetClass="entr" presetSubtype="0" fill="hold" nodeType="withEffect">
                  <p:stCondLst>
                    <p:cond delay="0"/>
                  </p:stCondLst>
                  <p:childTnLst>
                    <p:set>
                      <p:cBhvr>
                        <p:cTn dur="1" fill="hold">
                          <p:stCondLst>
                            <p:cond delay="0"/>
                          </p:stCondLst>
                        </p:cTn>
                        <p:tgtEl>
                          <p:spTgt spid="81"/>
                        </p:tgtEl>
                        <p:attrNameLst>
                          <p:attrName>style.visibility</p:attrName>
                        </p:attrNameLst>
                      </p:cBhvr>
                      <p:to>
                        <p:strVal val="visible"/>
                      </p:to>
                    </p:set>
                    <p:animEffect transition="in" filter="fade">
                      <p:cBhvr>
                        <p:cTn dur="500"/>
                        <p:tgtEl>
                          <p:spTgt spid="81"/>
                        </p:tgtEl>
                      </p:cBhvr>
                    </p:animEffect>
                  </p:childTnLst>
                </p:cTn>
              </p:par>
            </p:tnLst>
          </p:tmpl>
        </p:tmplLst>
      </p:bldP>
      <p:bldP spid="84" grpId="0" build="allAtOnce">
        <p:tmplLst>
          <p:tmpl lvl="1">
            <p:tnLst>
              <p:par>
                <p:cTn presetID="10" presetClass="entr" presetSubtype="0" fill="hold" nodeType="withEffect">
                  <p:stCondLst>
                    <p:cond delay="0"/>
                  </p:stCondLst>
                  <p:childTnLst>
                    <p:set>
                      <p:cBhvr>
                        <p:cTn dur="1" fill="hold">
                          <p:stCondLst>
                            <p:cond delay="0"/>
                          </p:stCondLst>
                        </p:cTn>
                        <p:tgtEl>
                          <p:spTgt spid="84"/>
                        </p:tgtEl>
                        <p:attrNameLst>
                          <p:attrName>style.visibility</p:attrName>
                        </p:attrNameLst>
                      </p:cBhvr>
                      <p:to>
                        <p:strVal val="visible"/>
                      </p:to>
                    </p:set>
                    <p:animEffect transition="in" filter="fade">
                      <p:cBhvr>
                        <p:cTn dur="500"/>
                        <p:tgtEl>
                          <p:spTgt spid="84"/>
                        </p:tgtEl>
                      </p:cBhvr>
                    </p:animEffect>
                  </p:childTnLst>
                </p:cTn>
              </p:par>
            </p:tnLst>
          </p:tmpl>
        </p:tmplLst>
      </p:bldP>
      <p:bldP spid="87" grpId="0" build="allAtOnce">
        <p:tmplLst>
          <p:tmpl lvl="1">
            <p:tnLst>
              <p:par>
                <p:cTn presetID="10" presetClass="entr" presetSubtype="0" fill="hold" nodeType="withEffect">
                  <p:stCondLst>
                    <p:cond delay="0"/>
                  </p:stCondLst>
                  <p:childTnLst>
                    <p:set>
                      <p:cBhvr>
                        <p:cTn dur="1" fill="hold">
                          <p:stCondLst>
                            <p:cond delay="0"/>
                          </p:stCondLst>
                        </p:cTn>
                        <p:tgtEl>
                          <p:spTgt spid="87"/>
                        </p:tgtEl>
                        <p:attrNameLst>
                          <p:attrName>style.visibility</p:attrName>
                        </p:attrNameLst>
                      </p:cBhvr>
                      <p:to>
                        <p:strVal val="visible"/>
                      </p:to>
                    </p:set>
                    <p:animEffect transition="in" filter="fade">
                      <p:cBhvr>
                        <p:cTn dur="500"/>
                        <p:tgtEl>
                          <p:spTgt spid="87"/>
                        </p:tgtEl>
                      </p:cBhvr>
                    </p:animEffect>
                  </p:childTnLst>
                </p:cTn>
              </p:par>
            </p:tnLst>
          </p:tmpl>
        </p:tmplLst>
      </p:bldP>
      <p:bldP spid="90" grpId="0" build="allAtOnce">
        <p:tmplLst>
          <p:tmpl lvl="1">
            <p:tnLst>
              <p:par>
                <p:cTn presetID="10" presetClass="entr" presetSubtype="0" fill="hold" nodeType="withEffect">
                  <p:stCondLst>
                    <p:cond delay="0"/>
                  </p:stCondLst>
                  <p:childTnLst>
                    <p:set>
                      <p:cBhvr>
                        <p:cTn dur="1" fill="hold">
                          <p:stCondLst>
                            <p:cond delay="0"/>
                          </p:stCondLst>
                        </p:cTn>
                        <p:tgtEl>
                          <p:spTgt spid="90"/>
                        </p:tgtEl>
                        <p:attrNameLst>
                          <p:attrName>style.visibility</p:attrName>
                        </p:attrNameLst>
                      </p:cBhvr>
                      <p:to>
                        <p:strVal val="visible"/>
                      </p:to>
                    </p:set>
                    <p:animEffect transition="in" filter="fade">
                      <p:cBhvr>
                        <p:cTn dur="500"/>
                        <p:tgtEl>
                          <p:spTgt spid="90"/>
                        </p:tgtEl>
                      </p:cBhvr>
                    </p:animEffect>
                  </p:childTnLst>
                </p:cTn>
              </p:par>
            </p:tnLst>
          </p:tmpl>
        </p:tmplLst>
      </p:bldP>
      <p:bldP spid="93" grpId="0" build="allAtOnce">
        <p:tmplLst>
          <p:tmpl lvl="1">
            <p:tnLst>
              <p:par>
                <p:cTn presetID="10" presetClass="entr" presetSubtype="0" fill="hold" nodeType="withEffect">
                  <p:stCondLst>
                    <p:cond delay="0"/>
                  </p:stCondLst>
                  <p:childTnLst>
                    <p:set>
                      <p:cBhvr>
                        <p:cTn dur="1" fill="hold">
                          <p:stCondLst>
                            <p:cond delay="0"/>
                          </p:stCondLst>
                        </p:cTn>
                        <p:tgtEl>
                          <p:spTgt spid="93"/>
                        </p:tgtEl>
                        <p:attrNameLst>
                          <p:attrName>style.visibility</p:attrName>
                        </p:attrNameLst>
                      </p:cBhvr>
                      <p:to>
                        <p:strVal val="visible"/>
                      </p:to>
                    </p:set>
                    <p:animEffect transition="in" filter="fade">
                      <p:cBhvr>
                        <p:cTn dur="500"/>
                        <p:tgtEl>
                          <p:spTgt spid="93"/>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C220BA0B-E475-4201-9D0F-FD847C070B23}" type="datetime1">
              <a:rPr lang="en-US" smtClean="0"/>
              <a:t>4/16/2026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29243560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sp>
        <p:nvSpPr>
          <p:cNvPr id="10" name="Picture Placeholder 9"/>
          <p:cNvSpPr>
            <a:spLocks noGrp="1"/>
          </p:cNvSpPr>
          <p:nvPr>
            <p:ph type="pic" sz="quarter" idx="13"/>
          </p:nvPr>
        </p:nvSpPr>
        <p:spPr>
          <a:xfrm>
            <a:off x="7489825" y="0"/>
            <a:ext cx="4702175" cy="6858000"/>
          </a:xfrm>
        </p:spPr>
        <p:txBody>
          <a:bodyPr/>
          <a:lstStyle/>
          <a:p>
            <a:r>
              <a:rPr lang="en-US"/>
              <a:t>Click icon to add picture</a:t>
            </a:r>
          </a:p>
        </p:txBody>
      </p:sp>
      <p:sp>
        <p:nvSpPr>
          <p:cNvPr id="2" name="Title 1"/>
          <p:cNvSpPr>
            <a:spLocks noGrp="1"/>
          </p:cNvSpPr>
          <p:nvPr>
            <p:ph type="title" hasCustomPrompt="1"/>
          </p:nvPr>
        </p:nvSpPr>
        <p:spPr>
          <a:xfrm>
            <a:off x="838200" y="475918"/>
            <a:ext cx="6115756" cy="666261"/>
          </a:xfrm>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BB0F5B13-31DD-4C70-B759-2B2F2C0D22A5}" type="datetime1">
              <a:rPr lang="en-US" smtClean="0"/>
              <a:t>4/16/2026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379341413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Date Placeholder 3"/>
          <p:cNvSpPr>
            <a:spLocks noGrp="1"/>
          </p:cNvSpPr>
          <p:nvPr>
            <p:ph type="dt" sz="half" idx="10"/>
          </p:nvPr>
        </p:nvSpPr>
        <p:spPr>
          <a:xfrm>
            <a:off x="1126155" y="6372408"/>
            <a:ext cx="1875631" cy="365125"/>
          </a:xfrm>
          <a:prstGeom prst="rect">
            <a:avLst/>
          </a:prstGeom>
        </p:spPr>
        <p:txBody>
          <a:bodyPr/>
          <a:lstStyle/>
          <a:p>
            <a:fld id="{A44FBDE0-E6DF-40DA-84DA-F35B3D99CB70}" type="datetime1">
              <a:rPr lang="en-US" smtClean="0"/>
              <a:t>4/16/2026</a:t>
            </a:fld>
            <a:endParaRPr lang="en-US"/>
          </a:p>
        </p:txBody>
      </p:sp>
      <p:sp>
        <p:nvSpPr>
          <p:cNvPr id="5" name="Footer Placeholder 4"/>
          <p:cNvSpPr>
            <a:spLocks noGrp="1"/>
          </p:cNvSpPr>
          <p:nvPr>
            <p:ph type="ftr" sz="quarter" idx="11"/>
          </p:nvPr>
        </p:nvSpPr>
        <p:spPr>
          <a:xfrm>
            <a:off x="4250035" y="6367630"/>
            <a:ext cx="3691931"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0BE4EC83-A869-464E-AE9F-881796FB085E}" type="slidenum">
              <a:rPr lang="en-US" smtClean="0"/>
              <a:t>‹#›</a:t>
            </a:fld>
            <a:endParaRPr lang="en-US"/>
          </a:p>
        </p:txBody>
      </p:sp>
      <p:sp>
        <p:nvSpPr>
          <p:cNvPr id="7" name="Title 6"/>
          <p:cNvSpPr>
            <a:spLocks noGrp="1"/>
          </p:cNvSpPr>
          <p:nvPr>
            <p:ph type="title" hasCustomPrompt="1"/>
          </p:nvPr>
        </p:nvSpPr>
        <p:spPr/>
        <p:txBody>
          <a:bodyPr/>
          <a:lstStyle/>
          <a:p>
            <a:r>
              <a:rPr lang="ar-EG" dirty="0"/>
              <a:t>اضغط لتغيير العنوان</a:t>
            </a:r>
            <a:endParaRPr lang="en-US" dirty="0"/>
          </a:p>
        </p:txBody>
      </p:sp>
    </p:spTree>
    <p:extLst>
      <p:ext uri="{BB962C8B-B14F-4D97-AF65-F5344CB8AC3E}">
        <p14:creationId xmlns:p14="http://schemas.microsoft.com/office/powerpoint/2010/main" val="132083401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pic>
        <p:nvPicPr>
          <p:cNvPr id="6" name="Picture 5" descr="A purple and white rectangle  Description automatically generated">
            <a:extLst>
              <a:ext uri="{FF2B5EF4-FFF2-40B4-BE49-F238E27FC236}">
                <a16:creationId xmlns:a16="http://schemas.microsoft.com/office/drawing/2014/main" id="{5D8E7D26-4E4F-35D7-4CE8-4428C2B6C8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hasCustomPrompt="1"/>
          </p:nvPr>
        </p:nvSpPr>
        <p:spPr>
          <a:xfrm>
            <a:off x="5928634" y="3925452"/>
            <a:ext cx="5615666" cy="641639"/>
          </a:xfrm>
          <a:noFill/>
        </p:spPr>
        <p:txBody>
          <a:bodyPr lIns="0" rIns="0" anchor="t" anchorCtr="0">
            <a:noAutofit/>
          </a:bodyPr>
          <a:lstStyle>
            <a:lvl1pPr algn="r">
              <a:defRPr sz="3600">
                <a:solidFill>
                  <a:schemeClr val="bg1"/>
                </a:solidFill>
                <a:latin typeface="Sakkal Majalla" panose="02000000000000000000" pitchFamily="2" charset="-78"/>
                <a:cs typeface="Sakkal Majalla" panose="02000000000000000000" pitchFamily="2" charset="-78"/>
              </a:defRPr>
            </a:lvl1pPr>
          </a:lstStyle>
          <a:p>
            <a:r>
              <a:rPr lang="ar-EG" dirty="0"/>
              <a:t>اضغط لتغيير العنوان</a:t>
            </a:r>
            <a:endParaRPr lang="en-US" dirty="0"/>
          </a:p>
        </p:txBody>
      </p:sp>
      <p:sp>
        <p:nvSpPr>
          <p:cNvPr id="9" name="Text Placeholder 3"/>
          <p:cNvSpPr>
            <a:spLocks noGrp="1"/>
          </p:cNvSpPr>
          <p:nvPr>
            <p:ph type="body" sz="quarter" idx="12"/>
          </p:nvPr>
        </p:nvSpPr>
        <p:spPr>
          <a:xfrm>
            <a:off x="7292975" y="7016661"/>
            <a:ext cx="4251325" cy="865187"/>
          </a:xfrm>
        </p:spPr>
        <p:txBody>
          <a:bodyPr>
            <a:normAutofit/>
          </a:bodyPr>
          <a:lstStyle>
            <a:lvl1pPr marL="0" indent="0" algn="ctr">
              <a:buNone/>
              <a:defRPr sz="1600">
                <a:solidFill>
                  <a:srgbClr val="E6E6E6"/>
                </a:solidFill>
              </a:defRPr>
            </a:lvl1pPr>
          </a:lstStyle>
          <a:p>
            <a:pPr lvl="0"/>
            <a:r>
              <a:rPr lang="en-US"/>
              <a:t>Click to edit Master text styles</a:t>
            </a:r>
          </a:p>
        </p:txBody>
      </p:sp>
      <p:sp>
        <p:nvSpPr>
          <p:cNvPr id="18" name="Text Placeholder 4"/>
          <p:cNvSpPr>
            <a:spLocks noGrp="1"/>
          </p:cNvSpPr>
          <p:nvPr>
            <p:ph type="body" sz="quarter" idx="14" hasCustomPrompt="1"/>
          </p:nvPr>
        </p:nvSpPr>
        <p:spPr>
          <a:xfrm>
            <a:off x="9601626" y="2343256"/>
            <a:ext cx="1942674" cy="1181919"/>
          </a:xfrm>
          <a:noFill/>
        </p:spPr>
        <p:txBody>
          <a:bodyPr lIns="0" tIns="0" bIns="0" anchor="ctr" anchorCtr="0">
            <a:noAutofit/>
          </a:bodyPr>
          <a:lstStyle>
            <a:lvl1pPr marL="0" indent="0" algn="ctr">
              <a:buNone/>
              <a:defRPr sz="8800" b="1">
                <a:ln w="19050">
                  <a:solidFill>
                    <a:schemeClr val="accent1"/>
                  </a:solidFill>
                </a:ln>
                <a:solidFill>
                  <a:schemeClr val="accent1"/>
                </a:solidFill>
                <a:latin typeface="Sakkal Majalla" panose="02000000000000000000" pitchFamily="2" charset="-78"/>
                <a:cs typeface="Sakkal Majalla" panose="02000000000000000000" pitchFamily="2" charset="-78"/>
              </a:defRPr>
            </a:lvl1pPr>
          </a:lstStyle>
          <a:p>
            <a:pPr lvl="0"/>
            <a:r>
              <a:rPr lang="ar-EG" dirty="0"/>
              <a:t>#</a:t>
            </a:r>
            <a:endParaRPr lang="en-US" dirty="0"/>
          </a:p>
        </p:txBody>
      </p:sp>
      <p:sp>
        <p:nvSpPr>
          <p:cNvPr id="3" name="Rectangle 2">
            <a:hlinkClick r:id="rId3" action="ppaction://hlinksldjump"/>
            <a:extLst>
              <a:ext uri="{FF2B5EF4-FFF2-40B4-BE49-F238E27FC236}">
                <a16:creationId xmlns:a16="http://schemas.microsoft.com/office/drawing/2014/main" id="{9C51B8F3-31FD-111D-7962-468CF5D4EE4D}"/>
              </a:ext>
            </a:extLst>
          </p:cNvPr>
          <p:cNvSpPr/>
          <p:nvPr userDrawn="1"/>
        </p:nvSpPr>
        <p:spPr>
          <a:xfrm>
            <a:off x="609600" y="216443"/>
            <a:ext cx="449227" cy="4952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62891222"/>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extLst>
    <p:ext uri="{DCECCB84-F9BA-43D5-87BE-67443E8EF086}">
      <p15:sldGuideLst xmlns:p15="http://schemas.microsoft.com/office/powerpoint/2012/main">
        <p15:guide id="1" pos="7272" userDrawn="1">
          <p15:clr>
            <a:srgbClr val="FBAE40"/>
          </p15:clr>
        </p15:guide>
        <p15:guide id="2" pos="6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Pictures with caption">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20545E27-6F8E-4B22-925F-4957E08BC09C}" type="datetime1">
              <a:rPr lang="en-US" smtClean="0"/>
              <a:t>4/16/2026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7" name="Picture Placeholder 6"/>
          <p:cNvSpPr>
            <a:spLocks noGrp="1"/>
          </p:cNvSpPr>
          <p:nvPr>
            <p:ph type="pic" sz="quarter" idx="13" hasCustomPrompt="1"/>
          </p:nvPr>
        </p:nvSpPr>
        <p:spPr>
          <a:xfrm>
            <a:off x="6197600" y="1447799"/>
            <a:ext cx="5156200" cy="3037381"/>
          </a:xfrm>
        </p:spPr>
        <p:txBody>
          <a:bodyPr/>
          <a:lstStyle/>
          <a:p>
            <a:r>
              <a:rPr lang="ar-EG" dirty="0"/>
              <a:t>اضغط على الأيقونة لإضافة صورة</a:t>
            </a:r>
            <a:endParaRPr lang="en-US" dirty="0"/>
          </a:p>
        </p:txBody>
      </p:sp>
      <p:sp>
        <p:nvSpPr>
          <p:cNvPr id="16" name="Text Placeholder 15"/>
          <p:cNvSpPr>
            <a:spLocks noGrp="1"/>
          </p:cNvSpPr>
          <p:nvPr>
            <p:ph type="body" sz="quarter" idx="14" hasCustomPrompt="1"/>
          </p:nvPr>
        </p:nvSpPr>
        <p:spPr>
          <a:xfrm>
            <a:off x="61976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7" name="Text Placeholder 15"/>
          <p:cNvSpPr>
            <a:spLocks noGrp="1"/>
          </p:cNvSpPr>
          <p:nvPr>
            <p:ph type="body" sz="quarter" idx="15" hasCustomPrompt="1"/>
          </p:nvPr>
        </p:nvSpPr>
        <p:spPr>
          <a:xfrm>
            <a:off x="8382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p>
        </p:txBody>
      </p:sp>
      <p:sp>
        <p:nvSpPr>
          <p:cNvPr id="18" name="Text Placeholder 15"/>
          <p:cNvSpPr>
            <a:spLocks noGrp="1"/>
          </p:cNvSpPr>
          <p:nvPr>
            <p:ph type="body" sz="quarter" idx="16" hasCustomPrompt="1"/>
          </p:nvPr>
        </p:nvSpPr>
        <p:spPr>
          <a:xfrm>
            <a:off x="61976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10" name="Text Placeholder 15"/>
          <p:cNvSpPr>
            <a:spLocks noGrp="1"/>
          </p:cNvSpPr>
          <p:nvPr>
            <p:ph type="body" sz="quarter" idx="17" hasCustomPrompt="1"/>
          </p:nvPr>
        </p:nvSpPr>
        <p:spPr>
          <a:xfrm>
            <a:off x="8382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1" name="Picture Placeholder 6"/>
          <p:cNvSpPr>
            <a:spLocks noGrp="1"/>
          </p:cNvSpPr>
          <p:nvPr>
            <p:ph type="pic" sz="quarter" idx="18" hasCustomPrompt="1"/>
          </p:nvPr>
        </p:nvSpPr>
        <p:spPr>
          <a:xfrm>
            <a:off x="838200" y="1447799"/>
            <a:ext cx="5156200" cy="3037381"/>
          </a:xfrm>
        </p:spPr>
        <p:txBody>
          <a:bodyPr/>
          <a:lstStyle/>
          <a:p>
            <a:r>
              <a:rPr lang="ar-EG" dirty="0"/>
              <a:t>اضغط على الأيقونة لإضافة صورة</a:t>
            </a:r>
            <a:endParaRPr lang="en-US" dirty="0"/>
          </a:p>
        </p:txBody>
      </p:sp>
      <p:cxnSp>
        <p:nvCxnSpPr>
          <p:cNvPr id="8" name="Straight Connector 7"/>
          <p:cNvCxnSpPr/>
          <p:nvPr userDrawn="1"/>
        </p:nvCxnSpPr>
        <p:spPr>
          <a:xfrm>
            <a:off x="8382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61976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8382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a:off x="61976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523756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ntents with caption">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6BA80578-8B13-4C53-ABC2-CD431ADA0721}" type="datetime1">
              <a:rPr lang="en-US" smtClean="0"/>
              <a:t>4/16/2026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61976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7" name="Text Placeholder 15"/>
          <p:cNvSpPr>
            <a:spLocks noGrp="1"/>
          </p:cNvSpPr>
          <p:nvPr>
            <p:ph type="body" sz="quarter" idx="15" hasCustomPrompt="1"/>
          </p:nvPr>
        </p:nvSpPr>
        <p:spPr>
          <a:xfrm>
            <a:off x="8382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p>
        </p:txBody>
      </p:sp>
      <p:sp>
        <p:nvSpPr>
          <p:cNvPr id="18" name="Text Placeholder 15"/>
          <p:cNvSpPr>
            <a:spLocks noGrp="1"/>
          </p:cNvSpPr>
          <p:nvPr>
            <p:ph type="body" sz="quarter" idx="16" hasCustomPrompt="1"/>
          </p:nvPr>
        </p:nvSpPr>
        <p:spPr>
          <a:xfrm>
            <a:off x="61976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10" name="Text Placeholder 15"/>
          <p:cNvSpPr>
            <a:spLocks noGrp="1"/>
          </p:cNvSpPr>
          <p:nvPr>
            <p:ph type="body" sz="quarter" idx="17" hasCustomPrompt="1"/>
          </p:nvPr>
        </p:nvSpPr>
        <p:spPr>
          <a:xfrm>
            <a:off x="8382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cxnSp>
        <p:nvCxnSpPr>
          <p:cNvPr id="8" name="Straight Connector 7"/>
          <p:cNvCxnSpPr/>
          <p:nvPr userDrawn="1"/>
        </p:nvCxnSpPr>
        <p:spPr>
          <a:xfrm>
            <a:off x="8382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61976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8382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a:off x="61976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9" name="Content Placeholder 8"/>
          <p:cNvSpPr>
            <a:spLocks noGrp="1"/>
          </p:cNvSpPr>
          <p:nvPr>
            <p:ph sz="quarter" idx="19" hasCustomPrompt="1"/>
          </p:nvPr>
        </p:nvSpPr>
        <p:spPr>
          <a:xfrm>
            <a:off x="6197600" y="1470188"/>
            <a:ext cx="5156200" cy="3063044"/>
          </a:xfrm>
        </p:spPr>
        <p:txBody>
          <a:bodyPr/>
          <a:lstStyle>
            <a:lvl1pPr>
              <a:defRPr baseline="0"/>
            </a:lvl1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
        <p:nvSpPr>
          <p:cNvPr id="21" name="Content Placeholder 8"/>
          <p:cNvSpPr>
            <a:spLocks noGrp="1"/>
          </p:cNvSpPr>
          <p:nvPr>
            <p:ph sz="quarter" idx="20" hasCustomPrompt="1"/>
          </p:nvPr>
        </p:nvSpPr>
        <p:spPr>
          <a:xfrm>
            <a:off x="838200" y="1470188"/>
            <a:ext cx="5156200" cy="3063044"/>
          </a:xfrm>
        </p:spPr>
        <p:txBody>
          <a:bodyPr/>
          <a:lstStyle>
            <a:lvl1pPr>
              <a:defRPr baseline="0"/>
            </a:lvl1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Tree>
    <p:extLst>
      <p:ext uri="{BB962C8B-B14F-4D97-AF65-F5344CB8AC3E}">
        <p14:creationId xmlns:p14="http://schemas.microsoft.com/office/powerpoint/2010/main" val="787946525"/>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Text with Titles">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95C77313-6AFD-4B8D-88C1-F46C32028048}" type="datetime1">
              <a:rPr lang="en-US" smtClean="0"/>
              <a:t>4/16/2026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6096000" y="1454189"/>
            <a:ext cx="5257800" cy="469900"/>
          </a:xfrm>
          <a:solidFill>
            <a:schemeClr val="accent1"/>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7" name="Text Placeholder 6"/>
          <p:cNvSpPr>
            <a:spLocks noGrp="1"/>
          </p:cNvSpPr>
          <p:nvPr>
            <p:ph type="body" sz="quarter" idx="26" hasCustomPrompt="1"/>
          </p:nvPr>
        </p:nvSpPr>
        <p:spPr>
          <a:xfrm>
            <a:off x="6096000" y="1924089"/>
            <a:ext cx="5257800" cy="4160520"/>
          </a:xfrm>
          <a:solidFill>
            <a:schemeClr val="bg1">
              <a:lumMod val="95000"/>
            </a:schemeClr>
          </a:solidFill>
          <a:ln>
            <a:solidFill>
              <a:schemeClr val="bg1"/>
            </a:solidFill>
          </a:ln>
        </p:spPr>
        <p:txBody>
          <a:bodyPr lIns="182880" tIns="182880" rIns="182880">
            <a:normAutofit/>
          </a:bodyPr>
          <a:lstStyle>
            <a:lvl1pPr>
              <a:defRPr sz="1600">
                <a:solidFill>
                  <a:schemeClr val="tx1">
                    <a:lumMod val="75000"/>
                    <a:lumOff val="25000"/>
                  </a:schemeClr>
                </a:solidFill>
              </a:defRPr>
            </a:lvl1pPr>
            <a:lvl2pPr>
              <a:defRPr sz="1400">
                <a:solidFill>
                  <a:schemeClr val="tx1">
                    <a:lumMod val="75000"/>
                    <a:lumOff val="25000"/>
                  </a:schemeClr>
                </a:solidFill>
              </a:defRPr>
            </a:lvl2pPr>
            <a:lvl3pPr>
              <a:defRPr sz="1200">
                <a:solidFill>
                  <a:schemeClr val="tx1">
                    <a:lumMod val="75000"/>
                    <a:lumOff val="25000"/>
                  </a:schemeClr>
                </a:solidFill>
              </a:defRPr>
            </a:lvl3pPr>
            <a:lvl4pPr>
              <a:defRPr sz="1100">
                <a:solidFill>
                  <a:schemeClr val="tx1">
                    <a:lumMod val="75000"/>
                    <a:lumOff val="25000"/>
                  </a:schemeClr>
                </a:solidFill>
              </a:defRPr>
            </a:lvl4pPr>
            <a:lvl5pPr>
              <a:defRPr sz="1100">
                <a:solidFill>
                  <a:schemeClr val="tx1">
                    <a:lumMod val="75000"/>
                    <a:lumOff val="25000"/>
                  </a:schemeClr>
                </a:solidFill>
              </a:defRPr>
            </a:lvl5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
        <p:nvSpPr>
          <p:cNvPr id="22" name="Text Placeholder 15"/>
          <p:cNvSpPr>
            <a:spLocks noGrp="1"/>
          </p:cNvSpPr>
          <p:nvPr>
            <p:ph type="body" sz="quarter" idx="27" hasCustomPrompt="1"/>
          </p:nvPr>
        </p:nvSpPr>
        <p:spPr>
          <a:xfrm>
            <a:off x="838169" y="1454189"/>
            <a:ext cx="5257800" cy="469900"/>
          </a:xfrm>
          <a:solidFill>
            <a:schemeClr val="accent2"/>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3" name="Text Placeholder 6"/>
          <p:cNvSpPr>
            <a:spLocks noGrp="1"/>
          </p:cNvSpPr>
          <p:nvPr>
            <p:ph type="body" sz="quarter" idx="28" hasCustomPrompt="1"/>
          </p:nvPr>
        </p:nvSpPr>
        <p:spPr>
          <a:xfrm>
            <a:off x="838169" y="1924089"/>
            <a:ext cx="5257800" cy="4160520"/>
          </a:xfrm>
          <a:solidFill>
            <a:schemeClr val="bg1">
              <a:lumMod val="95000"/>
            </a:schemeClr>
          </a:solidFill>
          <a:ln>
            <a:solidFill>
              <a:schemeClr val="bg1"/>
            </a:solidFill>
          </a:ln>
        </p:spPr>
        <p:txBody>
          <a:bodyPr lIns="182880" tIns="182880" rIns="182880">
            <a:normAutofit/>
          </a:bodyPr>
          <a:lstStyle>
            <a:lvl1pPr>
              <a:defRPr sz="1600">
                <a:solidFill>
                  <a:schemeClr val="tx1">
                    <a:lumMod val="75000"/>
                    <a:lumOff val="25000"/>
                  </a:schemeClr>
                </a:solidFill>
              </a:defRPr>
            </a:lvl1pPr>
            <a:lvl2pPr>
              <a:defRPr sz="1400">
                <a:solidFill>
                  <a:schemeClr val="tx1">
                    <a:lumMod val="75000"/>
                    <a:lumOff val="25000"/>
                  </a:schemeClr>
                </a:solidFill>
              </a:defRPr>
            </a:lvl2pPr>
            <a:lvl3pPr>
              <a:defRPr sz="1200">
                <a:solidFill>
                  <a:schemeClr val="tx1">
                    <a:lumMod val="75000"/>
                    <a:lumOff val="25000"/>
                  </a:schemeClr>
                </a:solidFill>
              </a:defRPr>
            </a:lvl3pPr>
            <a:lvl4pPr>
              <a:defRPr sz="1100">
                <a:solidFill>
                  <a:schemeClr val="tx1">
                    <a:lumMod val="75000"/>
                    <a:lumOff val="25000"/>
                  </a:schemeClr>
                </a:solidFill>
              </a:defRPr>
            </a:lvl4pPr>
            <a:lvl5pPr>
              <a:defRPr sz="1100">
                <a:solidFill>
                  <a:schemeClr val="tx1">
                    <a:lumMod val="75000"/>
                    <a:lumOff val="25000"/>
                  </a:schemeClr>
                </a:solidFill>
              </a:defRPr>
            </a:lvl5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cxnSp>
        <p:nvCxnSpPr>
          <p:cNvPr id="10" name="Straight Connector 9"/>
          <p:cNvCxnSpPr/>
          <p:nvPr userDrawn="1"/>
        </p:nvCxnSpPr>
        <p:spPr>
          <a:xfrm>
            <a:off x="6095971" y="6096000"/>
            <a:ext cx="52578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flipV="1">
            <a:off x="838171" y="6095999"/>
            <a:ext cx="5257800" cy="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114524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Text with Titles">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FCDB2CD4-FBDF-4C71-B7A4-00F7212614F0}" type="datetime1">
              <a:rPr lang="en-US" smtClean="0"/>
              <a:t>4/16/2026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8719767" y="1465912"/>
            <a:ext cx="2624328" cy="469900"/>
          </a:xfrm>
          <a:solidFill>
            <a:schemeClr val="accent1"/>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7" name="Text Placeholder 6"/>
          <p:cNvSpPr>
            <a:spLocks noGrp="1"/>
          </p:cNvSpPr>
          <p:nvPr>
            <p:ph type="body" sz="quarter" idx="26" hasCustomPrompt="1"/>
          </p:nvPr>
        </p:nvSpPr>
        <p:spPr>
          <a:xfrm>
            <a:off x="8719767" y="1935163"/>
            <a:ext cx="2624328" cy="4160837"/>
          </a:xfrm>
          <a:solidFill>
            <a:schemeClr val="bg1">
              <a:lumMod val="95000"/>
            </a:schemeClr>
          </a:solidFill>
          <a:ln>
            <a:solidFill>
              <a:schemeClr val="bg1"/>
            </a:solidFill>
          </a:ln>
        </p:spPr>
        <p:txBody>
          <a:bodyPr tIns="91440" rIns="91440">
            <a:normAutofit/>
          </a:bodyPr>
          <a:lstStyle>
            <a:lvl1pPr marL="285750" indent="-285750">
              <a:lnSpc>
                <a:spcPct val="150000"/>
              </a:lnSpc>
              <a:buClr>
                <a:schemeClr val="accent1"/>
              </a:buClr>
              <a:buFont typeface="Arial" panose="020B0604020202020204" pitchFamily="34" charset="0"/>
              <a:buChar char="•"/>
              <a:defRPr sz="1600">
                <a:solidFill>
                  <a:schemeClr val="tx1">
                    <a:lumMod val="75000"/>
                    <a:lumOff val="25000"/>
                  </a:schemeClr>
                </a:solidFill>
              </a:defRPr>
            </a:lvl1pPr>
            <a:lvl2pPr marL="288925" indent="0">
              <a:buNone/>
              <a:defRPr sz="1200"/>
            </a:lvl2pPr>
            <a:lvl3pPr marL="571500" indent="0">
              <a:buNone/>
              <a:defRPr sz="1100"/>
            </a:lvl3pPr>
            <a:lvl4pPr marL="857250" indent="0">
              <a:buNone/>
              <a:defRPr sz="1050"/>
            </a:lvl4pPr>
            <a:lvl5pPr marL="1085850" indent="0">
              <a:buNone/>
              <a:defRPr sz="1050"/>
            </a:lvl5pPr>
          </a:lstStyle>
          <a:p>
            <a:pPr lvl="0"/>
            <a:r>
              <a:rPr lang="ar-EG" dirty="0"/>
              <a:t>تعديل النص</a:t>
            </a:r>
            <a:endParaRPr lang="en-US" dirty="0"/>
          </a:p>
        </p:txBody>
      </p:sp>
      <p:sp>
        <p:nvSpPr>
          <p:cNvPr id="22" name="Text Placeholder 15"/>
          <p:cNvSpPr>
            <a:spLocks noGrp="1"/>
          </p:cNvSpPr>
          <p:nvPr>
            <p:ph type="body" sz="quarter" idx="27" hasCustomPrompt="1"/>
          </p:nvPr>
        </p:nvSpPr>
        <p:spPr>
          <a:xfrm>
            <a:off x="6098798" y="1465912"/>
            <a:ext cx="2624328" cy="469900"/>
          </a:xfrm>
          <a:solidFill>
            <a:schemeClr val="accent2"/>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3" name="Text Placeholder 6"/>
          <p:cNvSpPr>
            <a:spLocks noGrp="1"/>
          </p:cNvSpPr>
          <p:nvPr>
            <p:ph type="body" sz="quarter" idx="28" hasCustomPrompt="1"/>
          </p:nvPr>
        </p:nvSpPr>
        <p:spPr>
          <a:xfrm>
            <a:off x="6098798" y="1935163"/>
            <a:ext cx="2624328" cy="4160837"/>
          </a:xfrm>
          <a:solidFill>
            <a:schemeClr val="bg1">
              <a:lumMod val="95000"/>
            </a:schemeClr>
          </a:solidFill>
          <a:ln>
            <a:solidFill>
              <a:schemeClr val="bg1"/>
            </a:solidFill>
          </a:ln>
        </p:spPr>
        <p:txBody>
          <a:bodyPr tIns="91440" rIns="91440">
            <a:normAutofit/>
          </a:bodyPr>
          <a:lstStyle>
            <a:lvl1pPr marL="285750" indent="-285750">
              <a:lnSpc>
                <a:spcPct val="150000"/>
              </a:lnSpc>
              <a:buClr>
                <a:schemeClr val="accent2"/>
              </a:buClr>
              <a:buFont typeface="Arial" panose="020B0604020202020204" pitchFamily="34" charset="0"/>
              <a:buChar char="•"/>
              <a:defRPr sz="1600">
                <a:solidFill>
                  <a:schemeClr val="tx1">
                    <a:lumMod val="75000"/>
                    <a:lumOff val="25000"/>
                  </a:schemeClr>
                </a:solidFill>
              </a:defRPr>
            </a:lvl1pPr>
            <a:lvl2pPr marL="288925" indent="0">
              <a:buNone/>
              <a:defRPr sz="1200"/>
            </a:lvl2pPr>
            <a:lvl3pPr marL="571500" indent="0">
              <a:buNone/>
              <a:defRPr sz="1100"/>
            </a:lvl3pPr>
            <a:lvl4pPr marL="857250" indent="0">
              <a:buNone/>
              <a:defRPr sz="1050"/>
            </a:lvl4pPr>
            <a:lvl5pPr marL="1085850" indent="0">
              <a:buNone/>
              <a:defRPr sz="1050"/>
            </a:lvl5pPr>
          </a:lstStyle>
          <a:p>
            <a:pPr lvl="0"/>
            <a:r>
              <a:rPr lang="ar-EG" dirty="0"/>
              <a:t>تعديل النص</a:t>
            </a:r>
            <a:endParaRPr lang="en-US" dirty="0"/>
          </a:p>
        </p:txBody>
      </p:sp>
      <p:sp>
        <p:nvSpPr>
          <p:cNvPr id="24" name="Text Placeholder 15"/>
          <p:cNvSpPr>
            <a:spLocks noGrp="1"/>
          </p:cNvSpPr>
          <p:nvPr>
            <p:ph type="body" sz="quarter" idx="29" hasCustomPrompt="1"/>
          </p:nvPr>
        </p:nvSpPr>
        <p:spPr>
          <a:xfrm>
            <a:off x="3477830" y="1465912"/>
            <a:ext cx="2624328" cy="469900"/>
          </a:xfrm>
          <a:solidFill>
            <a:schemeClr val="accent1"/>
          </a:solidFill>
          <a:ln>
            <a:solidFill>
              <a:schemeClr val="bg1"/>
            </a:solidFill>
          </a:ln>
        </p:spPr>
        <p:txBody>
          <a:bodyPr anchor="b" anchorCtr="0">
            <a:normAutofit/>
          </a:bodyPr>
          <a:lstStyle>
            <a:lvl1pPr marL="0" indent="0" algn="ctr" rtl="1">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5" name="Text Placeholder 6"/>
          <p:cNvSpPr>
            <a:spLocks noGrp="1"/>
          </p:cNvSpPr>
          <p:nvPr>
            <p:ph type="body" sz="quarter" idx="30" hasCustomPrompt="1"/>
          </p:nvPr>
        </p:nvSpPr>
        <p:spPr>
          <a:xfrm>
            <a:off x="3477830" y="1935163"/>
            <a:ext cx="2624328" cy="4160837"/>
          </a:xfrm>
          <a:solidFill>
            <a:schemeClr val="bg1">
              <a:lumMod val="95000"/>
            </a:schemeClr>
          </a:solidFill>
          <a:ln>
            <a:solidFill>
              <a:schemeClr val="bg1"/>
            </a:solidFill>
          </a:ln>
        </p:spPr>
        <p:txBody>
          <a:bodyPr tIns="91440" rIns="91440">
            <a:normAutofit/>
          </a:bodyPr>
          <a:lstStyle>
            <a:lvl1pPr marL="285750" indent="-285750" algn="r" rtl="1">
              <a:lnSpc>
                <a:spcPct val="150000"/>
              </a:lnSpc>
              <a:buClr>
                <a:schemeClr val="accent1"/>
              </a:buClr>
              <a:buFont typeface="Arial" panose="020B0604020202020204" pitchFamily="34" charset="0"/>
              <a:buChar char="•"/>
              <a:defRPr sz="1600">
                <a:solidFill>
                  <a:schemeClr val="tx1">
                    <a:lumMod val="75000"/>
                    <a:lumOff val="25000"/>
                  </a:schemeClr>
                </a:solidFill>
              </a:defRPr>
            </a:lvl1pPr>
            <a:lvl2pPr marL="288925" indent="0" algn="r" rtl="1">
              <a:buNone/>
              <a:defRPr sz="1200"/>
            </a:lvl2pPr>
            <a:lvl3pPr marL="571500" indent="0" algn="r" rtl="1">
              <a:buNone/>
              <a:defRPr sz="1100"/>
            </a:lvl3pPr>
            <a:lvl4pPr marL="857250" indent="0" algn="r" rtl="1">
              <a:buNone/>
              <a:defRPr sz="1050"/>
            </a:lvl4pPr>
            <a:lvl5pPr marL="1085850" indent="0" algn="r" rtl="1">
              <a:buNone/>
              <a:defRPr sz="1050"/>
            </a:lvl5pPr>
          </a:lstStyle>
          <a:p>
            <a:pPr lvl="0"/>
            <a:r>
              <a:rPr lang="ar-EG" dirty="0"/>
              <a:t>تعديل النص</a:t>
            </a:r>
            <a:endParaRPr lang="en-US" dirty="0"/>
          </a:p>
        </p:txBody>
      </p:sp>
      <p:sp>
        <p:nvSpPr>
          <p:cNvPr id="26" name="Text Placeholder 15"/>
          <p:cNvSpPr>
            <a:spLocks noGrp="1"/>
          </p:cNvSpPr>
          <p:nvPr>
            <p:ph type="body" sz="quarter" idx="31" hasCustomPrompt="1"/>
          </p:nvPr>
        </p:nvSpPr>
        <p:spPr>
          <a:xfrm>
            <a:off x="856862" y="1465912"/>
            <a:ext cx="2624328" cy="469900"/>
          </a:xfrm>
          <a:solidFill>
            <a:schemeClr val="accent2"/>
          </a:solidFill>
          <a:ln>
            <a:solidFill>
              <a:schemeClr val="bg1"/>
            </a:solidFill>
          </a:ln>
        </p:spPr>
        <p:txBody>
          <a:bodyPr anchor="b" anchorCtr="0">
            <a:normAutofit/>
          </a:bodyPr>
          <a:lstStyle>
            <a:lvl1pPr marL="0" indent="0" algn="ctr" rtl="1">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7" name="Text Placeholder 6"/>
          <p:cNvSpPr>
            <a:spLocks noGrp="1"/>
          </p:cNvSpPr>
          <p:nvPr>
            <p:ph type="body" sz="quarter" idx="32" hasCustomPrompt="1"/>
          </p:nvPr>
        </p:nvSpPr>
        <p:spPr>
          <a:xfrm>
            <a:off x="856862" y="1935163"/>
            <a:ext cx="2624328" cy="4160837"/>
          </a:xfrm>
          <a:solidFill>
            <a:schemeClr val="bg1">
              <a:lumMod val="95000"/>
            </a:schemeClr>
          </a:solidFill>
          <a:ln>
            <a:solidFill>
              <a:schemeClr val="bg1"/>
            </a:solidFill>
          </a:ln>
        </p:spPr>
        <p:txBody>
          <a:bodyPr tIns="91440" rIns="91440">
            <a:normAutofit/>
          </a:bodyPr>
          <a:lstStyle>
            <a:lvl1pPr marL="285750" indent="-285750" algn="r" rtl="1">
              <a:lnSpc>
                <a:spcPct val="150000"/>
              </a:lnSpc>
              <a:buClr>
                <a:schemeClr val="accent2"/>
              </a:buClr>
              <a:buFont typeface="Arial" panose="020B0604020202020204" pitchFamily="34" charset="0"/>
              <a:buChar char="•"/>
              <a:defRPr sz="1600">
                <a:solidFill>
                  <a:schemeClr val="tx1">
                    <a:lumMod val="75000"/>
                    <a:lumOff val="25000"/>
                  </a:schemeClr>
                </a:solidFill>
              </a:defRPr>
            </a:lvl1pPr>
            <a:lvl2pPr marL="288925" indent="0" algn="r" rtl="1">
              <a:buNone/>
              <a:defRPr sz="1200"/>
            </a:lvl2pPr>
            <a:lvl3pPr marL="571500" indent="0" algn="r" rtl="1">
              <a:buNone/>
              <a:defRPr sz="1100"/>
            </a:lvl3pPr>
            <a:lvl4pPr marL="857250" indent="0" algn="r" rtl="1">
              <a:buNone/>
              <a:defRPr sz="1050"/>
            </a:lvl4pPr>
            <a:lvl5pPr marL="1085850" indent="0" algn="r" rtl="1">
              <a:buNone/>
              <a:defRPr sz="1050"/>
            </a:lvl5pPr>
          </a:lstStyle>
          <a:p>
            <a:pPr lvl="0"/>
            <a:r>
              <a:rPr lang="ar-EG" dirty="0"/>
              <a:t>تعديل النص</a:t>
            </a:r>
            <a:endParaRPr lang="en-US" dirty="0"/>
          </a:p>
        </p:txBody>
      </p:sp>
      <p:cxnSp>
        <p:nvCxnSpPr>
          <p:cNvPr id="10" name="Straight Connector 9"/>
          <p:cNvCxnSpPr/>
          <p:nvPr userDrawn="1"/>
        </p:nvCxnSpPr>
        <p:spPr>
          <a:xfrm>
            <a:off x="10060884" y="6096000"/>
            <a:ext cx="27432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7323667" y="6096000"/>
            <a:ext cx="27432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userDrawn="1"/>
        </p:nvCxnSpPr>
        <p:spPr>
          <a:xfrm>
            <a:off x="4586451" y="6096000"/>
            <a:ext cx="27432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a:xfrm>
            <a:off x="1849235" y="6096000"/>
            <a:ext cx="27432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504501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text with titles2">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3B40F777-2F02-4753-AB26-88433D0655AB}" type="datetime1">
              <a:rPr lang="en-US" smtClean="0"/>
              <a:t>4/16/2026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6" name="Text Placeholder 8"/>
          <p:cNvSpPr>
            <a:spLocks noGrp="1"/>
          </p:cNvSpPr>
          <p:nvPr>
            <p:ph type="body" sz="quarter" idx="13" hasCustomPrompt="1"/>
          </p:nvPr>
        </p:nvSpPr>
        <p:spPr>
          <a:xfrm>
            <a:off x="845580" y="1652041"/>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7" name="Text Placeholder 8"/>
          <p:cNvSpPr>
            <a:spLocks noGrp="1"/>
          </p:cNvSpPr>
          <p:nvPr>
            <p:ph type="body" sz="quarter" idx="14" hasCustomPrompt="1"/>
          </p:nvPr>
        </p:nvSpPr>
        <p:spPr>
          <a:xfrm>
            <a:off x="845580" y="2203539"/>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8" name="Straight Connector 7"/>
          <p:cNvCxnSpPr/>
          <p:nvPr userDrawn="1"/>
        </p:nvCxnSpPr>
        <p:spPr>
          <a:xfrm>
            <a:off x="5396768" y="2053486"/>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ext Placeholder 8"/>
          <p:cNvSpPr>
            <a:spLocks noGrp="1"/>
          </p:cNvSpPr>
          <p:nvPr>
            <p:ph type="body" sz="quarter" idx="15" hasCustomPrompt="1"/>
          </p:nvPr>
        </p:nvSpPr>
        <p:spPr>
          <a:xfrm>
            <a:off x="6253972" y="1652041"/>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endParaRPr lang="en-US" dirty="0"/>
          </a:p>
        </p:txBody>
      </p:sp>
      <p:sp>
        <p:nvSpPr>
          <p:cNvPr id="10" name="Text Placeholder 8"/>
          <p:cNvSpPr>
            <a:spLocks noGrp="1"/>
          </p:cNvSpPr>
          <p:nvPr>
            <p:ph type="body" sz="quarter" idx="16" hasCustomPrompt="1"/>
          </p:nvPr>
        </p:nvSpPr>
        <p:spPr>
          <a:xfrm>
            <a:off x="6253972" y="2203539"/>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1" name="Straight Connector 10"/>
          <p:cNvCxnSpPr/>
          <p:nvPr userDrawn="1"/>
        </p:nvCxnSpPr>
        <p:spPr>
          <a:xfrm>
            <a:off x="10805160" y="2053486"/>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Text Placeholder 8"/>
          <p:cNvSpPr>
            <a:spLocks noGrp="1"/>
          </p:cNvSpPr>
          <p:nvPr>
            <p:ph type="body" sz="quarter" idx="17" hasCustomPrompt="1"/>
          </p:nvPr>
        </p:nvSpPr>
        <p:spPr>
          <a:xfrm>
            <a:off x="845580" y="3841385"/>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13" name="Text Placeholder 8"/>
          <p:cNvSpPr>
            <a:spLocks noGrp="1"/>
          </p:cNvSpPr>
          <p:nvPr>
            <p:ph type="body" sz="quarter" idx="18" hasCustomPrompt="1"/>
          </p:nvPr>
        </p:nvSpPr>
        <p:spPr>
          <a:xfrm>
            <a:off x="845580" y="4392883"/>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4" name="Straight Connector 13"/>
          <p:cNvCxnSpPr/>
          <p:nvPr userDrawn="1"/>
        </p:nvCxnSpPr>
        <p:spPr>
          <a:xfrm>
            <a:off x="5396768" y="4242830"/>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5" name="Text Placeholder 8"/>
          <p:cNvSpPr>
            <a:spLocks noGrp="1"/>
          </p:cNvSpPr>
          <p:nvPr>
            <p:ph type="body" sz="quarter" idx="19" hasCustomPrompt="1"/>
          </p:nvPr>
        </p:nvSpPr>
        <p:spPr>
          <a:xfrm>
            <a:off x="6253972" y="3841385"/>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16" name="Text Placeholder 8"/>
          <p:cNvSpPr>
            <a:spLocks noGrp="1"/>
          </p:cNvSpPr>
          <p:nvPr>
            <p:ph type="body" sz="quarter" idx="20" hasCustomPrompt="1"/>
          </p:nvPr>
        </p:nvSpPr>
        <p:spPr>
          <a:xfrm>
            <a:off x="6253972" y="4392883"/>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7" name="Straight Connector 16"/>
          <p:cNvCxnSpPr/>
          <p:nvPr userDrawn="1"/>
        </p:nvCxnSpPr>
        <p:spPr>
          <a:xfrm>
            <a:off x="10805160" y="4242830"/>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842545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FE13E32D-0202-46C8-B96A-EBE006139457}" type="datetime1">
              <a:rPr lang="en-US" smtClean="0"/>
              <a:t>4/16/2026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8" name="Text Placeholder 6"/>
          <p:cNvSpPr>
            <a:spLocks noGrp="1"/>
          </p:cNvSpPr>
          <p:nvPr>
            <p:ph type="body" sz="quarter" idx="14" hasCustomPrompt="1"/>
          </p:nvPr>
        </p:nvSpPr>
        <p:spPr>
          <a:xfrm>
            <a:off x="850190" y="1447800"/>
            <a:ext cx="3092223" cy="4638675"/>
          </a:xfrm>
        </p:spPr>
        <p:txBody>
          <a:bodyPr>
            <a:normAutofit/>
          </a:bodyPr>
          <a:lstStyle>
            <a:lvl1pPr marL="0" indent="0">
              <a:buNone/>
              <a:defRPr sz="2000" baseline="0"/>
            </a:lvl1pPr>
          </a:lstStyle>
          <a:p>
            <a:pPr lvl="0"/>
            <a:r>
              <a:rPr lang="ar-EG" dirty="0"/>
              <a:t>تعديل النص</a:t>
            </a:r>
            <a:endParaRPr lang="en-US" dirty="0"/>
          </a:p>
        </p:txBody>
      </p:sp>
      <p:sp>
        <p:nvSpPr>
          <p:cNvPr id="11" name="Text Placeholder 6"/>
          <p:cNvSpPr>
            <a:spLocks noGrp="1"/>
          </p:cNvSpPr>
          <p:nvPr>
            <p:ph type="body" sz="quarter" idx="15" hasCustomPrompt="1"/>
          </p:nvPr>
        </p:nvSpPr>
        <p:spPr>
          <a:xfrm>
            <a:off x="8261577" y="1447800"/>
            <a:ext cx="3092223" cy="4638675"/>
          </a:xfrm>
        </p:spPr>
        <p:txBody>
          <a:bodyPr>
            <a:normAutofit/>
          </a:bodyPr>
          <a:lstStyle>
            <a:lvl1pPr marL="0" indent="0">
              <a:buNone/>
              <a:defRPr sz="2000" baseline="0"/>
            </a:lvl1pPr>
          </a:lstStyle>
          <a:p>
            <a:pPr lvl="0"/>
            <a:r>
              <a:rPr lang="ar-EG" dirty="0"/>
              <a:t>تعديل النص</a:t>
            </a:r>
            <a:endParaRPr lang="en-US" dirty="0"/>
          </a:p>
        </p:txBody>
      </p:sp>
      <p:sp>
        <p:nvSpPr>
          <p:cNvPr id="12" name="Text Placeholder 6"/>
          <p:cNvSpPr>
            <a:spLocks noGrp="1"/>
          </p:cNvSpPr>
          <p:nvPr>
            <p:ph type="body" sz="quarter" idx="16" hasCustomPrompt="1"/>
          </p:nvPr>
        </p:nvSpPr>
        <p:spPr>
          <a:xfrm>
            <a:off x="4572870" y="1447800"/>
            <a:ext cx="3092223" cy="4638675"/>
          </a:xfrm>
        </p:spPr>
        <p:txBody>
          <a:bodyPr>
            <a:normAutofit/>
          </a:bodyPr>
          <a:lstStyle>
            <a:lvl1pPr marL="0" indent="0">
              <a:buNone/>
              <a:defRPr sz="2000" baseline="0"/>
            </a:lvl1pPr>
          </a:lstStyle>
          <a:p>
            <a:pPr lvl="0"/>
            <a:r>
              <a:rPr lang="ar-EG" dirty="0"/>
              <a:t>تعديل النص</a:t>
            </a:r>
            <a:endParaRPr lang="en-US" dirty="0"/>
          </a:p>
        </p:txBody>
      </p:sp>
    </p:spTree>
    <p:extLst>
      <p:ext uri="{BB962C8B-B14F-4D97-AF65-F5344CB8AC3E}">
        <p14:creationId xmlns:p14="http://schemas.microsoft.com/office/powerpoint/2010/main" val="299310269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9175C54D-A492-41B2-95CC-B61A54769E57}" type="datetime1">
              <a:rPr lang="en-US" smtClean="0"/>
              <a:t>4/16/2026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8" name="Text Placeholder 6"/>
          <p:cNvSpPr>
            <a:spLocks noGrp="1"/>
          </p:cNvSpPr>
          <p:nvPr>
            <p:ph type="body" sz="quarter" idx="14" hasCustomPrompt="1"/>
          </p:nvPr>
        </p:nvSpPr>
        <p:spPr>
          <a:xfrm>
            <a:off x="850190" y="1447800"/>
            <a:ext cx="4831419" cy="4638675"/>
          </a:xfrm>
        </p:spPr>
        <p:txBody>
          <a:bodyPr>
            <a:normAutofit/>
          </a:bodyPr>
          <a:lstStyle>
            <a:lvl1pPr marL="0" indent="0">
              <a:buNone/>
              <a:defRPr sz="2000" baseline="0"/>
            </a:lvl1pPr>
          </a:lstStyle>
          <a:p>
            <a:pPr lvl="0"/>
            <a:r>
              <a:rPr lang="ar-EG" dirty="0"/>
              <a:t>تعديل النص</a:t>
            </a:r>
            <a:endParaRPr lang="en-US" dirty="0"/>
          </a:p>
        </p:txBody>
      </p:sp>
      <p:sp>
        <p:nvSpPr>
          <p:cNvPr id="9" name="Text Placeholder 6"/>
          <p:cNvSpPr>
            <a:spLocks noGrp="1"/>
          </p:cNvSpPr>
          <p:nvPr>
            <p:ph type="body" sz="quarter" idx="15" hasCustomPrompt="1"/>
          </p:nvPr>
        </p:nvSpPr>
        <p:spPr>
          <a:xfrm>
            <a:off x="6522381" y="1447800"/>
            <a:ext cx="4831419" cy="4638675"/>
          </a:xfrm>
        </p:spPr>
        <p:txBody>
          <a:bodyPr>
            <a:normAutofit/>
          </a:bodyPr>
          <a:lstStyle>
            <a:lvl1pPr marL="0" indent="0">
              <a:buNone/>
              <a:defRPr sz="2000" baseline="0"/>
            </a:lvl1pPr>
          </a:lstStyle>
          <a:p>
            <a:pPr lvl="0"/>
            <a:r>
              <a:rPr lang="ar-EG" dirty="0"/>
              <a:t>تعديل النص</a:t>
            </a:r>
            <a:endParaRPr lang="en-US" dirty="0"/>
          </a:p>
        </p:txBody>
      </p:sp>
    </p:spTree>
    <p:extLst>
      <p:ext uri="{BB962C8B-B14F-4D97-AF65-F5344CB8AC3E}">
        <p14:creationId xmlns:p14="http://schemas.microsoft.com/office/powerpoint/2010/main" val="2379145943"/>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ortfolio/4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3B93C222-3910-4849-B540-A36B1D3E7F4B}" type="datetime1">
              <a:rPr lang="en-US" smtClean="0"/>
              <a:t>4/16/2026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dirty="0"/>
          </a:p>
        </p:txBody>
      </p:sp>
      <p:sp>
        <p:nvSpPr>
          <p:cNvPr id="5" name="Slide Number Placeholder 4"/>
          <p:cNvSpPr>
            <a:spLocks noGrp="1"/>
          </p:cNvSpPr>
          <p:nvPr>
            <p:ph type="sldNum" sz="quarter" idx="12"/>
          </p:nvPr>
        </p:nvSpPr>
        <p:spPr/>
        <p:txBody>
          <a:bodyPr/>
          <a:lstStyle/>
          <a:p>
            <a:fld id="{46ED658E-7B78-4C3F-B2D4-66856F143B40}" type="slidenum">
              <a:rPr lang="en-US" smtClean="0"/>
              <a:pPr/>
              <a:t>‹#›</a:t>
            </a:fld>
            <a:endParaRPr lang="en-US"/>
          </a:p>
        </p:txBody>
      </p:sp>
      <p:sp>
        <p:nvSpPr>
          <p:cNvPr id="7" name="Picture Placeholder 10">
            <a:extLst>
              <a:ext uri="{FF2B5EF4-FFF2-40B4-BE49-F238E27FC236}">
                <a16:creationId xmlns:a16="http://schemas.microsoft.com/office/drawing/2014/main" id="{1ED86105-1558-4D32-B1A9-5F4D28811B51}"/>
              </a:ext>
            </a:extLst>
          </p:cNvPr>
          <p:cNvSpPr>
            <a:spLocks noGrp="1"/>
          </p:cNvSpPr>
          <p:nvPr>
            <p:ph type="pic" sz="quarter" idx="13" hasCustomPrompt="1"/>
          </p:nvPr>
        </p:nvSpPr>
        <p:spPr>
          <a:xfrm>
            <a:off x="853836"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8" name="Picture Placeholder 12">
            <a:extLst>
              <a:ext uri="{FF2B5EF4-FFF2-40B4-BE49-F238E27FC236}">
                <a16:creationId xmlns:a16="http://schemas.microsoft.com/office/drawing/2014/main" id="{AD11BF4A-2489-4211-84F8-479B8880D427}"/>
              </a:ext>
            </a:extLst>
          </p:cNvPr>
          <p:cNvSpPr>
            <a:spLocks noGrp="1"/>
          </p:cNvSpPr>
          <p:nvPr>
            <p:ph type="pic" sz="quarter" idx="15" hasCustomPrompt="1"/>
          </p:nvPr>
        </p:nvSpPr>
        <p:spPr>
          <a:xfrm>
            <a:off x="9179225" y="1547024"/>
            <a:ext cx="2175731"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9" name="Text Placeholder 21"/>
          <p:cNvSpPr>
            <a:spLocks noGrp="1"/>
          </p:cNvSpPr>
          <p:nvPr>
            <p:ph type="body" sz="quarter" idx="16" hasCustomPrompt="1"/>
          </p:nvPr>
        </p:nvSpPr>
        <p:spPr>
          <a:xfrm>
            <a:off x="846596" y="4793469"/>
            <a:ext cx="2207123" cy="368300"/>
          </a:xfrm>
        </p:spPr>
        <p:txBody>
          <a:bodyPr>
            <a:normAutofit/>
          </a:bodyPr>
          <a:lstStyle>
            <a:lvl1pPr marL="0" indent="0" algn="ctr">
              <a:buNone/>
              <a:defRPr sz="2000" b="1" baseline="0">
                <a:solidFill>
                  <a:schemeClr val="accent1"/>
                </a:solidFill>
              </a:defRPr>
            </a:lvl1pPr>
          </a:lstStyle>
          <a:p>
            <a:pPr lvl="0"/>
            <a:r>
              <a:rPr lang="ar-EG" dirty="0"/>
              <a:t>عنوان 4</a:t>
            </a:r>
            <a:endParaRPr lang="en-US" dirty="0"/>
          </a:p>
        </p:txBody>
      </p:sp>
      <p:sp>
        <p:nvSpPr>
          <p:cNvPr id="11" name="Text Placeholder 21"/>
          <p:cNvSpPr>
            <a:spLocks noGrp="1"/>
          </p:cNvSpPr>
          <p:nvPr>
            <p:ph type="body" sz="quarter" idx="18" hasCustomPrompt="1"/>
          </p:nvPr>
        </p:nvSpPr>
        <p:spPr>
          <a:xfrm>
            <a:off x="3644019" y="4793469"/>
            <a:ext cx="2192642" cy="368300"/>
          </a:xfrm>
        </p:spPr>
        <p:txBody>
          <a:bodyPr>
            <a:normAutofit/>
          </a:bodyPr>
          <a:lstStyle>
            <a:lvl1pPr marL="0" indent="0" algn="ctr">
              <a:buNone/>
              <a:defRPr sz="2000" b="1">
                <a:solidFill>
                  <a:schemeClr val="accent1"/>
                </a:solidFill>
              </a:defRPr>
            </a:lvl1pPr>
          </a:lstStyle>
          <a:p>
            <a:pPr lvl="0"/>
            <a:r>
              <a:rPr lang="ar-EG" dirty="0"/>
              <a:t>عنوان 3</a:t>
            </a:r>
            <a:endParaRPr lang="en-US" dirty="0"/>
          </a:p>
        </p:txBody>
      </p:sp>
      <p:sp>
        <p:nvSpPr>
          <p:cNvPr id="13" name="Text Placeholder 21"/>
          <p:cNvSpPr>
            <a:spLocks noGrp="1"/>
          </p:cNvSpPr>
          <p:nvPr>
            <p:ph type="body" sz="quarter" idx="20" hasCustomPrompt="1"/>
          </p:nvPr>
        </p:nvSpPr>
        <p:spPr>
          <a:xfrm>
            <a:off x="9179225" y="4793469"/>
            <a:ext cx="2175731" cy="368300"/>
          </a:xfrm>
        </p:spPr>
        <p:txBody>
          <a:bodyPr>
            <a:normAutofit/>
          </a:bodyPr>
          <a:lstStyle>
            <a:lvl1pPr marL="0" indent="0" algn="ctr">
              <a:buNone/>
              <a:defRPr sz="2000" b="1">
                <a:solidFill>
                  <a:schemeClr val="accent1"/>
                </a:solidFill>
              </a:defRPr>
            </a:lvl1pPr>
          </a:lstStyle>
          <a:p>
            <a:pPr lvl="0"/>
            <a:r>
              <a:rPr lang="ar-EG" dirty="0"/>
              <a:t>عنوان 1</a:t>
            </a:r>
            <a:endParaRPr lang="en-US" dirty="0"/>
          </a:p>
        </p:txBody>
      </p:sp>
      <p:sp>
        <p:nvSpPr>
          <p:cNvPr id="15" name="Picture Placeholder 10">
            <a:extLst>
              <a:ext uri="{FF2B5EF4-FFF2-40B4-BE49-F238E27FC236}">
                <a16:creationId xmlns:a16="http://schemas.microsoft.com/office/drawing/2014/main" id="{1ED86105-1558-4D32-B1A9-5F4D28811B51}"/>
              </a:ext>
            </a:extLst>
          </p:cNvPr>
          <p:cNvSpPr>
            <a:spLocks noGrp="1"/>
          </p:cNvSpPr>
          <p:nvPr>
            <p:ph type="pic" sz="quarter" idx="23" hasCustomPrompt="1"/>
          </p:nvPr>
        </p:nvSpPr>
        <p:spPr>
          <a:xfrm>
            <a:off x="3644019"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16" name="Picture Placeholder 10">
            <a:extLst>
              <a:ext uri="{FF2B5EF4-FFF2-40B4-BE49-F238E27FC236}">
                <a16:creationId xmlns:a16="http://schemas.microsoft.com/office/drawing/2014/main" id="{1ED86105-1558-4D32-B1A9-5F4D28811B51}"/>
              </a:ext>
            </a:extLst>
          </p:cNvPr>
          <p:cNvSpPr>
            <a:spLocks noGrp="1"/>
          </p:cNvSpPr>
          <p:nvPr>
            <p:ph type="pic" sz="quarter" idx="24" hasCustomPrompt="1"/>
          </p:nvPr>
        </p:nvSpPr>
        <p:spPr>
          <a:xfrm>
            <a:off x="6419301"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17" name="Text Placeholder 21"/>
          <p:cNvSpPr>
            <a:spLocks noGrp="1"/>
          </p:cNvSpPr>
          <p:nvPr>
            <p:ph type="body" sz="quarter" idx="25" hasCustomPrompt="1"/>
          </p:nvPr>
        </p:nvSpPr>
        <p:spPr>
          <a:xfrm>
            <a:off x="6418380" y="4793469"/>
            <a:ext cx="2194484" cy="368300"/>
          </a:xfrm>
        </p:spPr>
        <p:txBody>
          <a:bodyP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000" b="1">
                <a:solidFill>
                  <a:schemeClr val="accent1"/>
                </a:solidFill>
              </a:defRPr>
            </a:lvl1pPr>
          </a:lstStyle>
          <a:p>
            <a:pPr lvl="0"/>
            <a:r>
              <a:rPr lang="ar-EG" dirty="0"/>
              <a:t>عنوان 2</a:t>
            </a:r>
            <a:endParaRPr lang="en-US" dirty="0"/>
          </a:p>
        </p:txBody>
      </p:sp>
      <p:sp>
        <p:nvSpPr>
          <p:cNvPr id="20" name="Text Placeholder 19"/>
          <p:cNvSpPr>
            <a:spLocks noGrp="1"/>
          </p:cNvSpPr>
          <p:nvPr>
            <p:ph type="body" sz="quarter" idx="26" hasCustomPrompt="1"/>
          </p:nvPr>
        </p:nvSpPr>
        <p:spPr>
          <a:xfrm>
            <a:off x="846845" y="5161763"/>
            <a:ext cx="2206625" cy="728662"/>
          </a:xfrm>
        </p:spPr>
        <p:txBody>
          <a:bodyPr>
            <a:normAutofit/>
          </a:bodyPr>
          <a:lstStyle>
            <a:lvl1pPr marL="0" indent="0" algn="ctr">
              <a:buNone/>
              <a:defRPr sz="1600"/>
            </a:lvl1pPr>
          </a:lstStyle>
          <a:p>
            <a:pPr lvl="0"/>
            <a:r>
              <a:rPr lang="ar-EG" dirty="0"/>
              <a:t>تعديل النص</a:t>
            </a:r>
            <a:endParaRPr lang="en-US" dirty="0"/>
          </a:p>
        </p:txBody>
      </p:sp>
      <p:sp>
        <p:nvSpPr>
          <p:cNvPr id="21" name="Text Placeholder 19"/>
          <p:cNvSpPr>
            <a:spLocks noGrp="1"/>
          </p:cNvSpPr>
          <p:nvPr>
            <p:ph type="body" sz="quarter" idx="27" hasCustomPrompt="1"/>
          </p:nvPr>
        </p:nvSpPr>
        <p:spPr>
          <a:xfrm>
            <a:off x="3637028" y="5161763"/>
            <a:ext cx="2206625" cy="728662"/>
          </a:xfrm>
        </p:spPr>
        <p:txBody>
          <a:bodyPr>
            <a:normAutofit/>
          </a:bodyPr>
          <a:lstStyle>
            <a:lvl1pPr marL="0" indent="0" algn="ctr">
              <a:buNone/>
              <a:defRPr sz="1600"/>
            </a:lvl1pPr>
          </a:lstStyle>
          <a:p>
            <a:pPr lvl="0"/>
            <a:r>
              <a:rPr lang="ar-EG" dirty="0"/>
              <a:t>تعديل النص</a:t>
            </a:r>
            <a:endParaRPr lang="en-US" dirty="0"/>
          </a:p>
        </p:txBody>
      </p:sp>
      <p:sp>
        <p:nvSpPr>
          <p:cNvPr id="22" name="Text Placeholder 19"/>
          <p:cNvSpPr>
            <a:spLocks noGrp="1"/>
          </p:cNvSpPr>
          <p:nvPr>
            <p:ph type="body" sz="quarter" idx="28" hasCustomPrompt="1"/>
          </p:nvPr>
        </p:nvSpPr>
        <p:spPr>
          <a:xfrm>
            <a:off x="6421014" y="5161763"/>
            <a:ext cx="2189217" cy="728662"/>
          </a:xfrm>
        </p:spPr>
        <p:txBody>
          <a:bodyPr>
            <a:normAutofit/>
          </a:bodyPr>
          <a:lstStyle>
            <a:lvl1pPr marL="0" indent="0" algn="ctr">
              <a:buNone/>
              <a:defRPr sz="1600"/>
            </a:lvl1pPr>
          </a:lstStyle>
          <a:p>
            <a:pPr lvl="0"/>
            <a:r>
              <a:rPr lang="ar-EG" dirty="0"/>
              <a:t>تعديل النص</a:t>
            </a:r>
            <a:endParaRPr lang="en-US" dirty="0"/>
          </a:p>
        </p:txBody>
      </p:sp>
      <p:sp>
        <p:nvSpPr>
          <p:cNvPr id="23" name="Text Placeholder 19"/>
          <p:cNvSpPr>
            <a:spLocks noGrp="1"/>
          </p:cNvSpPr>
          <p:nvPr>
            <p:ph type="body" sz="quarter" idx="29" hasCustomPrompt="1"/>
          </p:nvPr>
        </p:nvSpPr>
        <p:spPr>
          <a:xfrm>
            <a:off x="9183408" y="5161763"/>
            <a:ext cx="2167364" cy="728662"/>
          </a:xfrm>
        </p:spPr>
        <p:txBody>
          <a:bodyPr>
            <a:normAutofit/>
          </a:bodyPr>
          <a:lstStyle>
            <a:lvl1pPr marL="0" indent="0" algn="ctr">
              <a:buNone/>
              <a:defRPr sz="1600"/>
            </a:lvl1pPr>
          </a:lstStyle>
          <a:p>
            <a:pPr lvl="0"/>
            <a:r>
              <a:rPr lang="ar-EG" dirty="0"/>
              <a:t>تعديل النص</a:t>
            </a:r>
            <a:endParaRPr lang="en-US" dirty="0"/>
          </a:p>
        </p:txBody>
      </p:sp>
      <p:sp>
        <p:nvSpPr>
          <p:cNvPr id="27" name="Rectangle 26"/>
          <p:cNvSpPr/>
          <p:nvPr userDrawn="1"/>
        </p:nvSpPr>
        <p:spPr>
          <a:xfrm>
            <a:off x="9809890"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8" name="Rectangle 27"/>
          <p:cNvSpPr/>
          <p:nvPr userDrawn="1"/>
        </p:nvSpPr>
        <p:spPr>
          <a:xfrm>
            <a:off x="7058422"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9" name="Rectangle 28"/>
          <p:cNvSpPr/>
          <p:nvPr userDrawn="1"/>
        </p:nvSpPr>
        <p:spPr>
          <a:xfrm>
            <a:off x="4283140"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30" name="Rectangle 29"/>
          <p:cNvSpPr/>
          <p:nvPr userDrawn="1"/>
        </p:nvSpPr>
        <p:spPr>
          <a:xfrm>
            <a:off x="1492957"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151455269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Content Placeholder 2"/>
          <p:cNvSpPr>
            <a:spLocks noGrp="1"/>
          </p:cNvSpPr>
          <p:nvPr>
            <p:ph sz="half" idx="1" hasCustomPrompt="1"/>
          </p:nvPr>
        </p:nvSpPr>
        <p:spPr>
          <a:xfrm>
            <a:off x="838200" y="1447801"/>
            <a:ext cx="5181600" cy="4648200"/>
          </a:xfrm>
        </p:spPr>
        <p:txBody>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Content Placeholder 3"/>
          <p:cNvSpPr>
            <a:spLocks noGrp="1"/>
          </p:cNvSpPr>
          <p:nvPr>
            <p:ph sz="half" idx="2" hasCustomPrompt="1"/>
          </p:nvPr>
        </p:nvSpPr>
        <p:spPr>
          <a:xfrm>
            <a:off x="6172200" y="1447801"/>
            <a:ext cx="5181600" cy="4648200"/>
          </a:xfrm>
        </p:spPr>
        <p:txBody>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16D68288-E8EF-4967-AEDB-61DB2F00953D}" type="datetime1">
              <a:rPr lang="en-US" smtClean="0"/>
              <a:t>4/16/2026</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55377634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4400233" y="6367630"/>
            <a:ext cx="3691931" cy="365125"/>
          </a:xfrm>
          <a:prstGeom prst="rect">
            <a:avLst/>
          </a:prstGeom>
        </p:spPr>
        <p:txBody>
          <a:bodyPr/>
          <a:lstStyle/>
          <a:p>
            <a:endParaRPr lang="en-US"/>
          </a:p>
        </p:txBody>
      </p:sp>
      <p:sp>
        <p:nvSpPr>
          <p:cNvPr id="4" name="Slide Number Placeholder 6"/>
          <p:cNvSpPr>
            <a:spLocks noGrp="1"/>
          </p:cNvSpPr>
          <p:nvPr>
            <p:ph type="sldNum" sz="quarter" idx="12"/>
          </p:nvPr>
        </p:nvSpPr>
        <p:spPr>
          <a:xfrm>
            <a:off x="621453" y="6390919"/>
            <a:ext cx="320040" cy="320040"/>
          </a:xfrm>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162529283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28796" y="979084"/>
            <a:ext cx="3932237" cy="1078316"/>
          </a:xfrm>
        </p:spPr>
        <p:txBody>
          <a:bodyPr anchor="b"/>
          <a:lstStyle>
            <a:lvl1pPr algn="r">
              <a:defRPr sz="3200"/>
            </a:lvl1pPr>
          </a:lstStyle>
          <a:p>
            <a:r>
              <a:rPr lang="ar-EG" dirty="0"/>
              <a:t>اضغط لتغيير العنوان</a:t>
            </a:r>
            <a:endParaRPr lang="en-US" dirty="0"/>
          </a:p>
        </p:txBody>
      </p:sp>
      <p:sp>
        <p:nvSpPr>
          <p:cNvPr id="3" name="Content Placeholder 2"/>
          <p:cNvSpPr>
            <a:spLocks noGrp="1"/>
          </p:cNvSpPr>
          <p:nvPr>
            <p:ph idx="1" hasCustomPrompt="1"/>
          </p:nvPr>
        </p:nvSpPr>
        <p:spPr>
          <a:xfrm>
            <a:off x="838200"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Text Placeholder 3"/>
          <p:cNvSpPr>
            <a:spLocks noGrp="1"/>
          </p:cNvSpPr>
          <p:nvPr>
            <p:ph type="body" sz="half" idx="2" hasCustomPrompt="1"/>
          </p:nvPr>
        </p:nvSpPr>
        <p:spPr>
          <a:xfrm>
            <a:off x="7428796"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EG" dirty="0"/>
              <a:t>تعديل النص</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8238E092-4EE2-4719-A755-ACECA608F0F3}" type="datetime1">
              <a:rPr lang="en-US" smtClean="0"/>
              <a:t>4/16/2026</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396704081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28852" y="1002415"/>
            <a:ext cx="3932237" cy="1010014"/>
          </a:xfrm>
        </p:spPr>
        <p:txBody>
          <a:bodyPr anchor="b" anchorCtr="0"/>
          <a:lstStyle>
            <a:lvl1pPr algn="r">
              <a:defRPr sz="3200"/>
            </a:lvl1pPr>
          </a:lstStyle>
          <a:p>
            <a:r>
              <a:rPr lang="ar-EG" dirty="0"/>
              <a:t>اضغط لتغيير العنوان</a:t>
            </a:r>
            <a:endParaRPr lang="en-US" dirty="0"/>
          </a:p>
        </p:txBody>
      </p:sp>
      <p:sp>
        <p:nvSpPr>
          <p:cNvPr id="3" name="Picture Placeholder 2"/>
          <p:cNvSpPr>
            <a:spLocks noGrp="1"/>
          </p:cNvSpPr>
          <p:nvPr>
            <p:ph type="pic" idx="1" hasCustomPrompt="1"/>
          </p:nvPr>
        </p:nvSpPr>
        <p:spPr>
          <a:xfrm>
            <a:off x="851806"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ar-EG" dirty="0"/>
              <a:t>اضغط على الأيقونة لإضافة صورة</a:t>
            </a:r>
            <a:endParaRPr lang="en-US" dirty="0"/>
          </a:p>
        </p:txBody>
      </p:sp>
      <p:sp>
        <p:nvSpPr>
          <p:cNvPr id="4" name="Text Placeholder 3"/>
          <p:cNvSpPr>
            <a:spLocks noGrp="1"/>
          </p:cNvSpPr>
          <p:nvPr>
            <p:ph type="body" sz="half" idx="2" hasCustomPrompt="1"/>
          </p:nvPr>
        </p:nvSpPr>
        <p:spPr>
          <a:xfrm>
            <a:off x="7428852" y="2057400"/>
            <a:ext cx="391724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EG" dirty="0"/>
              <a:t>تعديل النص</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05EBEF9A-1570-4FD7-A773-6330A8871BCC}" type="datetime1">
              <a:rPr lang="en-US" smtClean="0"/>
              <a:t>4/16/2026</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286081628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bg1"/>
        </a:solidFill>
        <a:effectLst/>
      </p:bgPr>
    </p:bg>
    <p:spTree>
      <p:nvGrpSpPr>
        <p:cNvPr id="1" name=""/>
        <p:cNvGrpSpPr/>
        <p:nvPr/>
      </p:nvGrpSpPr>
      <p:grpSpPr>
        <a:xfrm>
          <a:off x="0" y="0"/>
          <a:ext cx="0" cy="0"/>
          <a:chOff x="0" y="0"/>
          <a:chExt cx="0" cy="0"/>
        </a:xfrm>
      </p:grpSpPr>
      <p:pic>
        <p:nvPicPr>
          <p:cNvPr id="17" name="Picture 16" descr="A blue square with white and blue text  Description automatically generated">
            <a:extLst>
              <a:ext uri="{FF2B5EF4-FFF2-40B4-BE49-F238E27FC236}">
                <a16:creationId xmlns:a16="http://schemas.microsoft.com/office/drawing/2014/main" id="{06F6661A-8164-8ED8-2B47-BE906735650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85356160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extLst>
    <p:ext uri="{DCECCB84-F9BA-43D5-87BE-67443E8EF086}">
      <p15:sldGuideLst xmlns:p15="http://schemas.microsoft.com/office/powerpoint/2012/main">
        <p15:guide id="1" pos="5568">
          <p15:clr>
            <a:srgbClr val="FBAE40"/>
          </p15:clr>
        </p15:guide>
        <p15:guide id="2" pos="2112">
          <p15:clr>
            <a:srgbClr val="FBAE40"/>
          </p15:clr>
        </p15:guide>
        <p15:guide id="3" orient="horz" pos="1992" userDrawn="1">
          <p15:clr>
            <a:srgbClr val="FBAE40"/>
          </p15:clr>
        </p15:guide>
        <p15:guide id="4" orient="horz" pos="22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Absolute 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5613CAB-C57B-49C6-A95E-89979DFB2EF7}" type="slidenum">
              <a:rPr lang="en-US" smtClean="0"/>
              <a:t>‹#›</a:t>
            </a:fld>
            <a:endParaRPr lang="en-US"/>
          </a:p>
        </p:txBody>
      </p:sp>
    </p:spTree>
    <p:extLst>
      <p:ext uri="{BB962C8B-B14F-4D97-AF65-F5344CB8AC3E}">
        <p14:creationId xmlns:p14="http://schemas.microsoft.com/office/powerpoint/2010/main" val="732454368"/>
      </p:ext>
    </p:extLst>
  </p:cSld>
  <p:clrMapOvr>
    <a:masterClrMapping/>
  </p:clrMapOvr>
  <p:transition spd="med">
    <p:pull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userDrawn="1">
  <p:cSld name="2_Title only">
    <p:spTree>
      <p:nvGrpSpPr>
        <p:cNvPr id="1" name="Shape 25"/>
        <p:cNvGrpSpPr/>
        <p:nvPr/>
      </p:nvGrpSpPr>
      <p:grpSpPr>
        <a:xfrm>
          <a:off x="0" y="0"/>
          <a:ext cx="0" cy="0"/>
          <a:chOff x="0" y="0"/>
          <a:chExt cx="0" cy="0"/>
        </a:xfrm>
      </p:grpSpPr>
      <p:sp>
        <p:nvSpPr>
          <p:cNvPr id="27" name="Google Shape;27;p6"/>
          <p:cNvSpPr txBox="1">
            <a:spLocks noGrp="1"/>
          </p:cNvSpPr>
          <p:nvPr>
            <p:ph type="sldNum" idx="12"/>
          </p:nvPr>
        </p:nvSpPr>
        <p:spPr>
          <a:xfrm>
            <a:off x="313370" y="6026664"/>
            <a:ext cx="293783" cy="524800"/>
          </a:xfrm>
          <a:prstGeom prst="rect">
            <a:avLst/>
          </a:prstGeom>
        </p:spPr>
        <p:txBody>
          <a:bodyPr spcFirstLastPara="1" wrap="square" lIns="0" tIns="0" rIns="0" bIns="0" anchor="ctr" anchorCtr="0">
            <a:normAutofit/>
          </a:bodyPr>
          <a:lstStyle>
            <a:lvl1pPr lvl="0" algn="ctr">
              <a:buNone/>
              <a:defRPr>
                <a:solidFill>
                  <a:schemeClr val="bg1"/>
                </a:solidFill>
                <a:latin typeface="+mn-lt"/>
                <a:cs typeface="+mn-cs"/>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dirty="0"/>
          </a:p>
        </p:txBody>
      </p:sp>
      <p:sp>
        <p:nvSpPr>
          <p:cNvPr id="3" name="Title 2">
            <a:extLst>
              <a:ext uri="{FF2B5EF4-FFF2-40B4-BE49-F238E27FC236}">
                <a16:creationId xmlns:a16="http://schemas.microsoft.com/office/drawing/2014/main" id="{BCACEADD-9C24-2C00-55EE-B2E337F7CB06}"/>
              </a:ext>
            </a:extLst>
          </p:cNvPr>
          <p:cNvSpPr>
            <a:spLocks noGrp="1"/>
          </p:cNvSpPr>
          <p:nvPr>
            <p:ph type="title"/>
          </p:nvPr>
        </p:nvSpPr>
        <p:spPr/>
        <p:txBody>
          <a:bodyPr/>
          <a:lstStyle>
            <a:lvl1pPr>
              <a:defRPr sz="3200"/>
            </a:lvl1pPr>
          </a:lstStyle>
          <a:p>
            <a:r>
              <a:rPr lang="en-US"/>
              <a:t>Click to edit Master title style</a:t>
            </a:r>
            <a:endParaRPr lang="en-GB"/>
          </a:p>
        </p:txBody>
      </p:sp>
    </p:spTree>
    <p:extLst>
      <p:ext uri="{BB962C8B-B14F-4D97-AF65-F5344CB8AC3E}">
        <p14:creationId xmlns:p14="http://schemas.microsoft.com/office/powerpoint/2010/main" val="189590988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5568">
          <p15:clr>
            <a:srgbClr val="FBAE40"/>
          </p15:clr>
        </p15:guide>
        <p15:guide id="4" pos="19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9E5D3"/>
          </a:solidFill>
          <a:ln/>
        </p:spPr>
        <p:txBody>
          <a:bodyPr/>
          <a:lstStyle/>
          <a:p>
            <a:endParaRPr lang="en-US" sz="1500"/>
          </a:p>
        </p:txBody>
      </p:sp>
      <p:sp>
        <p:nvSpPr>
          <p:cNvPr id="3" name="Shape 1"/>
          <p:cNvSpPr/>
          <p:nvPr/>
        </p:nvSpPr>
        <p:spPr>
          <a:xfrm>
            <a:off x="0" y="0"/>
            <a:ext cx="12192000" cy="6858000"/>
          </a:xfrm>
          <a:prstGeom prst="rect">
            <a:avLst/>
          </a:prstGeom>
          <a:solidFill>
            <a:srgbClr val="FAF9F5"/>
          </a:solidFill>
          <a:ln/>
        </p:spPr>
        <p:txBody>
          <a:bodyPr/>
          <a:lstStyle/>
          <a:p>
            <a:endParaRPr lang="en-US" sz="1500"/>
          </a:p>
        </p:txBody>
      </p:sp>
    </p:spTree>
    <p:extLst>
      <p:ext uri="{BB962C8B-B14F-4D97-AF65-F5344CB8AC3E}">
        <p14:creationId xmlns:p14="http://schemas.microsoft.com/office/powerpoint/2010/main" val="40281041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9E5D3"/>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15360106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9E5D3"/>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43458215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9E5D3"/>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384271631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9E5D3"/>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58238971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9E5D3"/>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243737002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 Target="../slides/slide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942982A0-0E12-0CD0-BD26-CCB3496D9500}"/>
              </a:ext>
            </a:extLst>
          </p:cNvPr>
          <p:cNvSpPr/>
          <p:nvPr userDrawn="1"/>
        </p:nvSpPr>
        <p:spPr>
          <a:xfrm>
            <a:off x="426720" y="377261"/>
            <a:ext cx="11338560" cy="576900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Freeform: Shape 32">
            <a:extLst>
              <a:ext uri="{FF2B5EF4-FFF2-40B4-BE49-F238E27FC236}">
                <a16:creationId xmlns:a16="http://schemas.microsoft.com/office/drawing/2014/main" id="{54EA71BE-3CCC-4CFA-DB3E-DFC159419FAF}"/>
              </a:ext>
            </a:extLst>
          </p:cNvPr>
          <p:cNvSpPr/>
          <p:nvPr userDrawn="1"/>
        </p:nvSpPr>
        <p:spPr>
          <a:xfrm rot="10800000" flipV="1">
            <a:off x="619123" y="216443"/>
            <a:ext cx="439704" cy="531176"/>
          </a:xfrm>
          <a:custGeom>
            <a:avLst/>
            <a:gdLst>
              <a:gd name="connsiteX0" fmla="*/ 0 w 439704"/>
              <a:gd name="connsiteY0" fmla="*/ 531176 h 531176"/>
              <a:gd name="connsiteX1" fmla="*/ 439704 w 439704"/>
              <a:gd name="connsiteY1" fmla="*/ 388308 h 531176"/>
              <a:gd name="connsiteX2" fmla="*/ 439704 w 439704"/>
              <a:gd name="connsiteY2" fmla="*/ 0 h 531176"/>
              <a:gd name="connsiteX3" fmla="*/ 0 w 439704"/>
              <a:gd name="connsiteY3" fmla="*/ 0 h 531176"/>
            </a:gdLst>
            <a:ahLst/>
            <a:cxnLst>
              <a:cxn ang="0">
                <a:pos x="connsiteX0" y="connsiteY0"/>
              </a:cxn>
              <a:cxn ang="0">
                <a:pos x="connsiteX1" y="connsiteY1"/>
              </a:cxn>
              <a:cxn ang="0">
                <a:pos x="connsiteX2" y="connsiteY2"/>
              </a:cxn>
              <a:cxn ang="0">
                <a:pos x="connsiteX3" y="connsiteY3"/>
              </a:cxn>
            </a:cxnLst>
            <a:rect l="l" t="t" r="r" b="b"/>
            <a:pathLst>
              <a:path w="439704" h="531176">
                <a:moveTo>
                  <a:pt x="0" y="531176"/>
                </a:moveTo>
                <a:lnTo>
                  <a:pt x="439704" y="388308"/>
                </a:lnTo>
                <a:lnTo>
                  <a:pt x="439704" y="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 name="Title Placeholder 1"/>
          <p:cNvSpPr>
            <a:spLocks noGrp="1"/>
          </p:cNvSpPr>
          <p:nvPr userDrawn="1">
            <p:ph type="title"/>
          </p:nvPr>
        </p:nvSpPr>
        <p:spPr>
          <a:xfrm>
            <a:off x="609601" y="561078"/>
            <a:ext cx="10972800" cy="666261"/>
          </a:xfrm>
          <a:prstGeom prst="rect">
            <a:avLst/>
          </a:prstGeom>
        </p:spPr>
        <p:txBody>
          <a:bodyPr vert="horz" lIns="91440" tIns="45720" rIns="0" bIns="45720" rtlCol="0" anchor="ctr" anchorCtr="0">
            <a:noAutofit/>
          </a:bodyPr>
          <a:lstStyle/>
          <a:p>
            <a:r>
              <a:rPr lang="ar-EG" dirty="0"/>
              <a:t>اضغط لتغيير العنوان</a:t>
            </a:r>
            <a:endParaRPr lang="en-US" dirty="0"/>
          </a:p>
        </p:txBody>
      </p:sp>
      <p:sp>
        <p:nvSpPr>
          <p:cNvPr id="3" name="Text Placeholder 2"/>
          <p:cNvSpPr>
            <a:spLocks noGrp="1"/>
          </p:cNvSpPr>
          <p:nvPr userDrawn="1">
            <p:ph type="body" idx="1"/>
          </p:nvPr>
        </p:nvSpPr>
        <p:spPr>
          <a:xfrm>
            <a:off x="609600" y="1333501"/>
            <a:ext cx="10972800" cy="4812768"/>
          </a:xfrm>
          <a:prstGeom prst="rect">
            <a:avLst/>
          </a:prstGeom>
        </p:spPr>
        <p:txBody>
          <a:bodyPr vert="horz" lIns="91440" tIns="45720" rIns="0" bIns="45720" rtlCol="0">
            <a:normAutofit/>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pic>
        <p:nvPicPr>
          <p:cNvPr id="5" name="Picture 4">
            <a:extLst>
              <a:ext uri="{FF2B5EF4-FFF2-40B4-BE49-F238E27FC236}">
                <a16:creationId xmlns:a16="http://schemas.microsoft.com/office/drawing/2014/main" id="{A0BE4E69-AE0B-085D-5A16-9A00D7D75383}"/>
              </a:ext>
            </a:extLst>
          </p:cNvPr>
          <p:cNvPicPr>
            <a:picLocks noChangeAspect="1" noChangeArrowheads="1"/>
          </p:cNvPicPr>
          <p:nvPr userDrawn="1"/>
        </p:nvPicPr>
        <p:blipFill>
          <a:blip r:embed="rId32" cstate="print">
            <a:extLst>
              <a:ext uri="{28A0092B-C50C-407E-A947-70E740481C1C}">
                <a14:useLocalDpi xmlns:a14="http://schemas.microsoft.com/office/drawing/2010/main" val="0"/>
              </a:ext>
            </a:extLst>
          </a:blip>
          <a:srcRect/>
          <a:stretch>
            <a:fillRect/>
          </a:stretch>
        </p:blipFill>
        <p:spPr bwMode="auto">
          <a:xfrm>
            <a:off x="9105642" y="6335328"/>
            <a:ext cx="2464906" cy="365760"/>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p:cNvSpPr>
            <a:spLocks noGrp="1"/>
          </p:cNvSpPr>
          <p:nvPr userDrawn="1">
            <p:ph type="sldNum" sz="quarter" idx="4"/>
          </p:nvPr>
        </p:nvSpPr>
        <p:spPr>
          <a:xfrm>
            <a:off x="621452" y="6358188"/>
            <a:ext cx="437375" cy="320040"/>
          </a:xfrm>
          <a:prstGeom prst="rect">
            <a:avLst/>
          </a:prstGeom>
          <a:noFill/>
          <a:ln>
            <a:noFill/>
          </a:ln>
        </p:spPr>
        <p:txBody>
          <a:bodyPr vert="horz" lIns="0" tIns="0" rIns="0" bIns="0" rtlCol="0" anchor="ctr"/>
          <a:lstStyle>
            <a:lvl1pPr algn="l">
              <a:defRPr lang="en-US" sz="1400" b="1" smtClean="0">
                <a:solidFill>
                  <a:schemeClr val="accent1"/>
                </a:solidFill>
              </a:defRPr>
            </a:lvl1pPr>
          </a:lstStyle>
          <a:p>
            <a:pPr algn="l" rtl="1"/>
            <a:r>
              <a:rPr lang="en-GB"/>
              <a:t>#</a:t>
            </a:r>
            <a:endParaRPr lang="en-GB" dirty="0"/>
          </a:p>
        </p:txBody>
      </p:sp>
      <p:sp>
        <p:nvSpPr>
          <p:cNvPr id="4" name="Rectangle 3">
            <a:hlinkClick r:id="rId33" action="ppaction://hlinksldjump"/>
            <a:extLst>
              <a:ext uri="{FF2B5EF4-FFF2-40B4-BE49-F238E27FC236}">
                <a16:creationId xmlns:a16="http://schemas.microsoft.com/office/drawing/2014/main" id="{DCAD1DDF-F7C4-BF9C-0807-40F720B3113E}"/>
              </a:ext>
            </a:extLst>
          </p:cNvPr>
          <p:cNvSpPr/>
          <p:nvPr userDrawn="1"/>
        </p:nvSpPr>
        <p:spPr>
          <a:xfrm>
            <a:off x="609600" y="216443"/>
            <a:ext cx="449227" cy="4952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43026089"/>
      </p:ext>
    </p:extLst>
  </p:cSld>
  <p:clrMap bg1="lt1" tx1="dk1" bg2="lt2" tx2="dk2" accent1="accent1" accent2="accent2" accent3="accent3" accent4="accent4" accent5="accent5" accent6="accent6" hlink="hlink" folHlink="folHlink"/>
  <p:sldLayoutIdLst>
    <p:sldLayoutId id="2147483742" r:id="rId1"/>
    <p:sldLayoutId id="2147483705" r:id="rId2"/>
    <p:sldLayoutId id="2147483750" r:id="rId3"/>
    <p:sldLayoutId id="2147483749" r:id="rId4"/>
    <p:sldLayoutId id="2147483744" r:id="rId5"/>
    <p:sldLayoutId id="2147483730" r:id="rId6"/>
    <p:sldLayoutId id="2147483741" r:id="rId7"/>
    <p:sldLayoutId id="2147483707" r:id="rId8"/>
    <p:sldLayoutId id="2147483710" r:id="rId9"/>
    <p:sldLayoutId id="2147483711" r:id="rId10"/>
    <p:sldLayoutId id="2147483712" r:id="rId11"/>
    <p:sldLayoutId id="2147483713" r:id="rId12"/>
    <p:sldLayoutId id="2147483715" r:id="rId13"/>
    <p:sldLayoutId id="2147483740" r:id="rId14"/>
    <p:sldLayoutId id="2147483718" r:id="rId15"/>
    <p:sldLayoutId id="2147483719" r:id="rId16"/>
    <p:sldLayoutId id="2147483725" r:id="rId17"/>
    <p:sldLayoutId id="2147483728" r:id="rId18"/>
    <p:sldLayoutId id="2147483735" r:id="rId19"/>
    <p:sldLayoutId id="2147483737" r:id="rId20"/>
    <p:sldLayoutId id="2147483738" r:id="rId21"/>
    <p:sldLayoutId id="2147483739" r:id="rId22"/>
    <p:sldLayoutId id="2147483751" r:id="rId23"/>
    <p:sldLayoutId id="2147483752" r:id="rId24"/>
    <p:sldLayoutId id="2147483753" r:id="rId25"/>
    <p:sldLayoutId id="2147483755" r:id="rId26"/>
    <p:sldLayoutId id="2147483756" r:id="rId27"/>
    <p:sldLayoutId id="2147483757" r:id="rId28"/>
    <p:sldLayoutId id="2147483758" r:id="rId29"/>
    <p:sldLayoutId id="2147483759" r:id="rId30"/>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hf hdr="0" ftr="0" dt="0"/>
  <p:txStyles>
    <p:title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p:titleStyle>
    <p:body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2000" kern="1200">
          <a:solidFill>
            <a:schemeClr val="tx1">
              <a:lumMod val="85000"/>
              <a:lumOff val="1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6" pos="7296" userDrawn="1">
          <p15:clr>
            <a:srgbClr val="F26B43"/>
          </p15:clr>
        </p15:guide>
        <p15:guide id="7" orient="horz" pos="840" userDrawn="1">
          <p15:clr>
            <a:srgbClr val="F26B43"/>
          </p15:clr>
        </p15:guide>
        <p15:guide id="10" pos="384" userDrawn="1">
          <p15:clr>
            <a:srgbClr val="F26B43"/>
          </p15:clr>
        </p15:guide>
        <p15:guide id="11"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8" Type="http://schemas.openxmlformats.org/officeDocument/2006/relationships/slide" Target="slide42.xml"/><Relationship Id="rId13" Type="http://schemas.openxmlformats.org/officeDocument/2006/relationships/slide" Target="slide61.xml"/><Relationship Id="rId18" Type="http://schemas.openxmlformats.org/officeDocument/2006/relationships/slide" Target="slide47.xml"/><Relationship Id="rId26" Type="http://schemas.openxmlformats.org/officeDocument/2006/relationships/slide" Target="slide49.xml"/><Relationship Id="rId3" Type="http://schemas.openxmlformats.org/officeDocument/2006/relationships/slide" Target="slide6.xml"/><Relationship Id="rId21" Type="http://schemas.openxmlformats.org/officeDocument/2006/relationships/slide" Target="slide77.xml"/><Relationship Id="rId7" Type="http://schemas.openxmlformats.org/officeDocument/2006/relationships/slide" Target="slide41.xml"/><Relationship Id="rId12" Type="http://schemas.openxmlformats.org/officeDocument/2006/relationships/slide" Target="slide60.xml"/><Relationship Id="rId17" Type="http://schemas.openxmlformats.org/officeDocument/2006/relationships/slide" Target="slide46.xml"/><Relationship Id="rId25" Type="http://schemas.openxmlformats.org/officeDocument/2006/relationships/slide" Target="slide70.xml"/><Relationship Id="rId2" Type="http://schemas.openxmlformats.org/officeDocument/2006/relationships/slide" Target="slide35.xml"/><Relationship Id="rId16" Type="http://schemas.openxmlformats.org/officeDocument/2006/relationships/slide" Target="slide44.xml"/><Relationship Id="rId20" Type="http://schemas.openxmlformats.org/officeDocument/2006/relationships/slide" Target="slide75.xml"/><Relationship Id="rId29" Type="http://schemas.openxmlformats.org/officeDocument/2006/relationships/slide" Target="slide25.xml"/><Relationship Id="rId1" Type="http://schemas.openxmlformats.org/officeDocument/2006/relationships/slideLayout" Target="../slideLayouts/slideLayout3.xml"/><Relationship Id="rId6" Type="http://schemas.openxmlformats.org/officeDocument/2006/relationships/slide" Target="slide40.xml"/><Relationship Id="rId11" Type="http://schemas.openxmlformats.org/officeDocument/2006/relationships/slide" Target="slide58.xml"/><Relationship Id="rId24" Type="http://schemas.openxmlformats.org/officeDocument/2006/relationships/slide" Target="slide82.xml"/><Relationship Id="rId5" Type="http://schemas.openxmlformats.org/officeDocument/2006/relationships/slide" Target="slide39.xml"/><Relationship Id="rId15" Type="http://schemas.openxmlformats.org/officeDocument/2006/relationships/slide" Target="slide71.xml"/><Relationship Id="rId23" Type="http://schemas.openxmlformats.org/officeDocument/2006/relationships/slide" Target="slide80.xml"/><Relationship Id="rId28" Type="http://schemas.openxmlformats.org/officeDocument/2006/relationships/slide" Target="slide14.xml"/><Relationship Id="rId10" Type="http://schemas.openxmlformats.org/officeDocument/2006/relationships/slide" Target="slide53.xml"/><Relationship Id="rId19" Type="http://schemas.openxmlformats.org/officeDocument/2006/relationships/slide" Target="slide73.xml"/><Relationship Id="rId31" Type="http://schemas.openxmlformats.org/officeDocument/2006/relationships/slide" Target="slide56.xml"/><Relationship Id="rId4" Type="http://schemas.openxmlformats.org/officeDocument/2006/relationships/slide" Target="slide38.xml"/><Relationship Id="rId9" Type="http://schemas.openxmlformats.org/officeDocument/2006/relationships/slide" Target="slide43.xml"/><Relationship Id="rId14" Type="http://schemas.openxmlformats.org/officeDocument/2006/relationships/slide" Target="slide62.xml"/><Relationship Id="rId22" Type="http://schemas.openxmlformats.org/officeDocument/2006/relationships/slide" Target="slide79.xml"/><Relationship Id="rId27" Type="http://schemas.openxmlformats.org/officeDocument/2006/relationships/slide" Target="slide11.xml"/><Relationship Id="rId30" Type="http://schemas.openxmlformats.org/officeDocument/2006/relationships/slide" Target="slide5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hyperlink" Target="https://watech.wa.gov/policies" TargetMode="Externa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8.xml"/><Relationship Id="rId1" Type="http://schemas.openxmlformats.org/officeDocument/2006/relationships/slideLayout" Target="../slideLayouts/slideLayout6.xml"/><Relationship Id="rId5" Type="http://schemas.openxmlformats.org/officeDocument/2006/relationships/image" Target="../media/image11.svg"/><Relationship Id="rId4" Type="http://schemas.openxmlformats.org/officeDocument/2006/relationships/image" Target="../media/image10.sv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26527" y="3749232"/>
            <a:ext cx="3855873" cy="1204833"/>
          </a:xfrm>
        </p:spPr>
        <p:txBody>
          <a:bodyPr/>
          <a:lstStyle/>
          <a:p>
            <a:r>
              <a:rPr lang="ar-EG" dirty="0"/>
              <a:t>مشروع تأسيس وتنفيذ وتشغيل البنية المؤسسية في هيئة تقويم التعليم و التدريب</a:t>
            </a:r>
            <a:endParaRPr lang="en-US" dirty="0"/>
          </a:p>
        </p:txBody>
      </p:sp>
      <p:sp>
        <p:nvSpPr>
          <p:cNvPr id="3" name="Subtitle 2"/>
          <p:cNvSpPr>
            <a:spLocks noGrp="1"/>
          </p:cNvSpPr>
          <p:nvPr>
            <p:ph type="subTitle" idx="1"/>
          </p:nvPr>
        </p:nvSpPr>
        <p:spPr>
          <a:xfrm>
            <a:off x="7726527" y="5000247"/>
            <a:ext cx="3855873" cy="369332"/>
          </a:xfrm>
        </p:spPr>
        <p:txBody>
          <a:bodyPr>
            <a:normAutofit/>
          </a:bodyPr>
          <a:lstStyle/>
          <a:p>
            <a:r>
              <a:rPr lang="ar-EG" dirty="0"/>
              <a:t>ديسمبر</a:t>
            </a:r>
            <a:r>
              <a:rPr lang="ar-SA" dirty="0"/>
              <a:t> </a:t>
            </a:r>
            <a:r>
              <a:rPr lang="ar-EG" dirty="0"/>
              <a:t>2025</a:t>
            </a:r>
          </a:p>
        </p:txBody>
      </p:sp>
    </p:spTree>
    <p:extLst>
      <p:ext uri="{BB962C8B-B14F-4D97-AF65-F5344CB8AC3E}">
        <p14:creationId xmlns:p14="http://schemas.microsoft.com/office/powerpoint/2010/main" val="2428133689"/>
      </p:ext>
    </p:extLst>
  </p:cSld>
  <p:clrMapOvr>
    <a:masterClrMapping/>
  </p:clrMapOvr>
  <mc:AlternateContent xmlns:mc="http://schemas.openxmlformats.org/markup-compatibility/2006" xmlns:p14="http://schemas.microsoft.com/office/powerpoint/2010/main">
    <mc:Choice Requires="p14">
      <p:transition spd="slow" p14:dur="1750">
        <p14:reveal thruBlk="1" dir="r"/>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675BD-2074-7E29-3CC9-AA04D660F92D}"/>
            </a:ext>
          </a:extLst>
        </p:cNvPr>
        <p:cNvGrpSpPr/>
        <p:nvPr/>
      </p:nvGrpSpPr>
      <p:grpSpPr>
        <a:xfrm>
          <a:off x="0" y="0"/>
          <a:ext cx="0" cy="0"/>
          <a:chOff x="0" y="0"/>
          <a:chExt cx="0" cy="0"/>
        </a:xfrm>
      </p:grpSpPr>
      <p:sp>
        <p:nvSpPr>
          <p:cNvPr id="3" name="Rectangle 3">
            <a:extLst>
              <a:ext uri="{FF2B5EF4-FFF2-40B4-BE49-F238E27FC236}">
                <a16:creationId xmlns:a16="http://schemas.microsoft.com/office/drawing/2014/main" id="{ABB5AEBF-A712-0D5C-FD3F-64A2254F59D1}"/>
              </a:ext>
            </a:extLst>
          </p:cNvPr>
          <p:cNvSpPr/>
          <p:nvPr/>
        </p:nvSpPr>
        <p:spPr>
          <a:xfrm>
            <a:off x="609601" y="2274072"/>
            <a:ext cx="10640818" cy="2368260"/>
          </a:xfrm>
          <a:custGeom>
            <a:avLst/>
            <a:gdLst>
              <a:gd name="connsiteX0" fmla="*/ 0 w 10611372"/>
              <a:gd name="connsiteY0" fmla="*/ 0 h 2368260"/>
              <a:gd name="connsiteX1" fmla="*/ 10611372 w 10611372"/>
              <a:gd name="connsiteY1" fmla="*/ 0 h 2368260"/>
              <a:gd name="connsiteX2" fmla="*/ 10611372 w 10611372"/>
              <a:gd name="connsiteY2" fmla="*/ 2368260 h 2368260"/>
              <a:gd name="connsiteX3" fmla="*/ 0 w 10611372"/>
              <a:gd name="connsiteY3" fmla="*/ 2368260 h 2368260"/>
              <a:gd name="connsiteX4" fmla="*/ 0 w 10611372"/>
              <a:gd name="connsiteY4" fmla="*/ 0 h 2368260"/>
              <a:gd name="connsiteX0" fmla="*/ 10611372 w 10702812"/>
              <a:gd name="connsiteY0" fmla="*/ 2368260 h 2459700"/>
              <a:gd name="connsiteX1" fmla="*/ 0 w 10702812"/>
              <a:gd name="connsiteY1" fmla="*/ 2368260 h 2459700"/>
              <a:gd name="connsiteX2" fmla="*/ 0 w 10702812"/>
              <a:gd name="connsiteY2" fmla="*/ 0 h 2459700"/>
              <a:gd name="connsiteX3" fmla="*/ 10611372 w 10702812"/>
              <a:gd name="connsiteY3" fmla="*/ 0 h 2459700"/>
              <a:gd name="connsiteX4" fmla="*/ 10702812 w 10702812"/>
              <a:gd name="connsiteY4" fmla="*/ 2459700 h 2459700"/>
              <a:gd name="connsiteX0" fmla="*/ 10611372 w 10640818"/>
              <a:gd name="connsiteY0" fmla="*/ 2368260 h 2368260"/>
              <a:gd name="connsiteX1" fmla="*/ 0 w 10640818"/>
              <a:gd name="connsiteY1" fmla="*/ 2368260 h 2368260"/>
              <a:gd name="connsiteX2" fmla="*/ 0 w 10640818"/>
              <a:gd name="connsiteY2" fmla="*/ 0 h 2368260"/>
              <a:gd name="connsiteX3" fmla="*/ 10611372 w 10640818"/>
              <a:gd name="connsiteY3" fmla="*/ 0 h 2368260"/>
              <a:gd name="connsiteX4" fmla="*/ 10640818 w 10640818"/>
              <a:gd name="connsiteY4" fmla="*/ 599904 h 23682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40818" h="2368260">
                <a:moveTo>
                  <a:pt x="10611372" y="2368260"/>
                </a:moveTo>
                <a:lnTo>
                  <a:pt x="0" y="2368260"/>
                </a:lnTo>
                <a:lnTo>
                  <a:pt x="0" y="0"/>
                </a:lnTo>
                <a:lnTo>
                  <a:pt x="10611372" y="0"/>
                </a:lnTo>
                <a:cubicBezTo>
                  <a:pt x="10611372" y="789420"/>
                  <a:pt x="10640818" y="599904"/>
                  <a:pt x="10640818" y="599904"/>
                </a:cubicBezTo>
              </a:path>
            </a:pathLst>
          </a:custGeom>
          <a:no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18">
            <a:extLst>
              <a:ext uri="{FF2B5EF4-FFF2-40B4-BE49-F238E27FC236}">
                <a16:creationId xmlns:a16="http://schemas.microsoft.com/office/drawing/2014/main" id="{ABF3D3A5-8D15-693D-642C-4FDED47C8551}"/>
              </a:ext>
            </a:extLst>
          </p:cNvPr>
          <p:cNvSpPr/>
          <p:nvPr/>
        </p:nvSpPr>
        <p:spPr>
          <a:xfrm>
            <a:off x="9608948" y="2678320"/>
            <a:ext cx="1973451" cy="2309247"/>
          </a:xfrm>
          <a:prstGeom prst="roundRect">
            <a:avLst>
              <a:gd name="adj" fmla="val 455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0E5E1191-7608-7E7E-72A4-9F5272D61001}"/>
              </a:ext>
            </a:extLst>
          </p:cNvPr>
          <p:cNvSpPr/>
          <p:nvPr/>
        </p:nvSpPr>
        <p:spPr>
          <a:xfrm>
            <a:off x="833367" y="2765705"/>
            <a:ext cx="8525082" cy="1384995"/>
          </a:xfrm>
          <a:prstGeom prst="rect">
            <a:avLst/>
          </a:prstGeom>
        </p:spPr>
        <p:txBody>
          <a:bodyPr wrap="square">
            <a:spAutoFit/>
          </a:bodyPr>
          <a:lstStyle/>
          <a:p>
            <a:pPr algn="just" rtl="1"/>
            <a:r>
              <a:rPr lang="ar-SA" sz="2800" dirty="0"/>
              <a:t>إن هذه الوثيقة ومحتوياتها هي ملك لهيئة تقويم التعليم والتدريب ولا يجوز نسخها أو الكشف عنها أو تداولها دون الحصول على موافقة كتابية محددة من الهيئة، ويحظر تماما أي استخدام آخر غير الغرض الذي تم إعدادها من أجله.</a:t>
            </a:r>
          </a:p>
        </p:txBody>
      </p:sp>
      <p:grpSp>
        <p:nvGrpSpPr>
          <p:cNvPr id="6" name="Group 5">
            <a:extLst>
              <a:ext uri="{FF2B5EF4-FFF2-40B4-BE49-F238E27FC236}">
                <a16:creationId xmlns:a16="http://schemas.microsoft.com/office/drawing/2014/main" id="{55FF70FC-94BC-6E6B-4D9C-0A1393B6E6D2}"/>
              </a:ext>
            </a:extLst>
          </p:cNvPr>
          <p:cNvGrpSpPr>
            <a:grpSpLocks noChangeAspect="1"/>
          </p:cNvGrpSpPr>
          <p:nvPr/>
        </p:nvGrpSpPr>
        <p:grpSpPr>
          <a:xfrm>
            <a:off x="9940927" y="3059980"/>
            <a:ext cx="1309492" cy="1545926"/>
            <a:chOff x="3290888" y="152400"/>
            <a:chExt cx="1600201" cy="1889125"/>
          </a:xfrm>
          <a:solidFill>
            <a:schemeClr val="accent1"/>
          </a:solidFill>
        </p:grpSpPr>
        <p:sp>
          <p:nvSpPr>
            <p:cNvPr id="7" name="Freeform 191">
              <a:extLst>
                <a:ext uri="{FF2B5EF4-FFF2-40B4-BE49-F238E27FC236}">
                  <a16:creationId xmlns:a16="http://schemas.microsoft.com/office/drawing/2014/main" id="{C9389B1E-AE76-8B3F-E0A8-EEB3D8B20C12}"/>
                </a:ext>
              </a:extLst>
            </p:cNvPr>
            <p:cNvSpPr>
              <a:spLocks noEditPoints="1"/>
            </p:cNvSpPr>
            <p:nvPr/>
          </p:nvSpPr>
          <p:spPr bwMode="auto">
            <a:xfrm>
              <a:off x="3290888" y="152400"/>
              <a:ext cx="1427163" cy="1889125"/>
            </a:xfrm>
            <a:custGeom>
              <a:avLst/>
              <a:gdLst>
                <a:gd name="T0" fmla="*/ 320 w 6064"/>
                <a:gd name="T1" fmla="*/ 57 h 8032"/>
                <a:gd name="T2" fmla="*/ 157 w 6064"/>
                <a:gd name="T3" fmla="*/ 172 h 8032"/>
                <a:gd name="T4" fmla="*/ 44 w 6064"/>
                <a:gd name="T5" fmla="*/ 335 h 8032"/>
                <a:gd name="T6" fmla="*/ 17 w 6064"/>
                <a:gd name="T7" fmla="*/ 432 h 8032"/>
                <a:gd name="T8" fmla="*/ 0 w 6064"/>
                <a:gd name="T9" fmla="*/ 4016 h 8032"/>
                <a:gd name="T10" fmla="*/ 10 w 6064"/>
                <a:gd name="T11" fmla="*/ 7503 h 8032"/>
                <a:gd name="T12" fmla="*/ 33 w 6064"/>
                <a:gd name="T13" fmla="*/ 7672 h 8032"/>
                <a:gd name="T14" fmla="*/ 96 w 6064"/>
                <a:gd name="T15" fmla="*/ 7785 h 8032"/>
                <a:gd name="T16" fmla="*/ 210 w 6064"/>
                <a:gd name="T17" fmla="*/ 7905 h 8032"/>
                <a:gd name="T18" fmla="*/ 325 w 6064"/>
                <a:gd name="T19" fmla="*/ 7977 h 8032"/>
                <a:gd name="T20" fmla="*/ 4658 w 6064"/>
                <a:gd name="T21" fmla="*/ 8032 h 8032"/>
                <a:gd name="T22" fmla="*/ 4443 w 6064"/>
                <a:gd name="T23" fmla="*/ 7886 h 8032"/>
                <a:gd name="T24" fmla="*/ 4284 w 6064"/>
                <a:gd name="T25" fmla="*/ 7864 h 8032"/>
                <a:gd name="T26" fmla="*/ 458 w 6064"/>
                <a:gd name="T27" fmla="*/ 7841 h 8032"/>
                <a:gd name="T28" fmla="*/ 305 w 6064"/>
                <a:gd name="T29" fmla="*/ 7743 h 8032"/>
                <a:gd name="T30" fmla="*/ 205 w 6064"/>
                <a:gd name="T31" fmla="*/ 7604 h 8032"/>
                <a:gd name="T32" fmla="*/ 189 w 6064"/>
                <a:gd name="T33" fmla="*/ 6936 h 8032"/>
                <a:gd name="T34" fmla="*/ 189 w 6064"/>
                <a:gd name="T35" fmla="*/ 1096 h 8032"/>
                <a:gd name="T36" fmla="*/ 205 w 6064"/>
                <a:gd name="T37" fmla="*/ 427 h 8032"/>
                <a:gd name="T38" fmla="*/ 305 w 6064"/>
                <a:gd name="T39" fmla="*/ 288 h 8032"/>
                <a:gd name="T40" fmla="*/ 458 w 6064"/>
                <a:gd name="T41" fmla="*/ 191 h 8032"/>
                <a:gd name="T42" fmla="*/ 3626 w 6064"/>
                <a:gd name="T43" fmla="*/ 241 h 8032"/>
                <a:gd name="T44" fmla="*/ 3716 w 6064"/>
                <a:gd name="T45" fmla="*/ 317 h 8032"/>
                <a:gd name="T46" fmla="*/ 3808 w 6064"/>
                <a:gd name="T47" fmla="*/ 454 h 8032"/>
                <a:gd name="T48" fmla="*/ 3880 w 6064"/>
                <a:gd name="T49" fmla="*/ 1736 h 8032"/>
                <a:gd name="T50" fmla="*/ 4027 w 6064"/>
                <a:gd name="T51" fmla="*/ 1928 h 8032"/>
                <a:gd name="T52" fmla="*/ 4175 w 6064"/>
                <a:gd name="T53" fmla="*/ 2017 h 8032"/>
                <a:gd name="T54" fmla="*/ 4908 w 6064"/>
                <a:gd name="T55" fmla="*/ 2049 h 8032"/>
                <a:gd name="T56" fmla="*/ 5569 w 6064"/>
                <a:gd name="T57" fmla="*/ 2066 h 8032"/>
                <a:gd name="T58" fmla="*/ 5687 w 6064"/>
                <a:gd name="T59" fmla="*/ 2110 h 8032"/>
                <a:gd name="T60" fmla="*/ 5814 w 6064"/>
                <a:gd name="T61" fmla="*/ 2244 h 8032"/>
                <a:gd name="T62" fmla="*/ 5848 w 6064"/>
                <a:gd name="T63" fmla="*/ 2319 h 8032"/>
                <a:gd name="T64" fmla="*/ 5866 w 6064"/>
                <a:gd name="T65" fmla="*/ 2870 h 8032"/>
                <a:gd name="T66" fmla="*/ 5955 w 6064"/>
                <a:gd name="T67" fmla="*/ 5146 h 8032"/>
                <a:gd name="T68" fmla="*/ 6057 w 6064"/>
                <a:gd name="T69" fmla="*/ 5162 h 8032"/>
                <a:gd name="T70" fmla="*/ 6063 w 6064"/>
                <a:gd name="T71" fmla="*/ 3744 h 8032"/>
                <a:gd name="T72" fmla="*/ 5995 w 6064"/>
                <a:gd name="T73" fmla="*/ 2178 h 8032"/>
                <a:gd name="T74" fmla="*/ 5887 w 6064"/>
                <a:gd name="T75" fmla="*/ 2042 h 8032"/>
                <a:gd name="T76" fmla="*/ 5221 w 6064"/>
                <a:gd name="T77" fmla="*/ 1422 h 8032"/>
                <a:gd name="T78" fmla="*/ 3752 w 6064"/>
                <a:gd name="T79" fmla="*/ 93 h 8032"/>
                <a:gd name="T80" fmla="*/ 3659 w 6064"/>
                <a:gd name="T81" fmla="*/ 42 h 8032"/>
                <a:gd name="T82" fmla="*/ 3224 w 6064"/>
                <a:gd name="T83" fmla="*/ 3 h 8032"/>
                <a:gd name="T84" fmla="*/ 1235 w 6064"/>
                <a:gd name="T85" fmla="*/ 1 h 8032"/>
                <a:gd name="T86" fmla="*/ 415 w 6064"/>
                <a:gd name="T87" fmla="*/ 22 h 8032"/>
                <a:gd name="T88" fmla="*/ 4873 w 6064"/>
                <a:gd name="T89" fmla="*/ 1862 h 8032"/>
                <a:gd name="T90" fmla="*/ 4286 w 6064"/>
                <a:gd name="T91" fmla="*/ 1854 h 8032"/>
                <a:gd name="T92" fmla="*/ 4173 w 6064"/>
                <a:gd name="T93" fmla="*/ 1803 h 8032"/>
                <a:gd name="T94" fmla="*/ 4045 w 6064"/>
                <a:gd name="T95" fmla="*/ 1661 h 8032"/>
                <a:gd name="T96" fmla="*/ 4009 w 6064"/>
                <a:gd name="T97" fmla="*/ 1467 h 8032"/>
                <a:gd name="T98" fmla="*/ 4001 w 6064"/>
                <a:gd name="T99" fmla="*/ 869 h 8032"/>
                <a:gd name="T100" fmla="*/ 4013 w 6064"/>
                <a:gd name="T101" fmla="*/ 584 h 80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064" h="8032">
                  <a:moveTo>
                    <a:pt x="415" y="22"/>
                  </a:moveTo>
                  <a:lnTo>
                    <a:pt x="382" y="32"/>
                  </a:lnTo>
                  <a:lnTo>
                    <a:pt x="320" y="57"/>
                  </a:lnTo>
                  <a:lnTo>
                    <a:pt x="262" y="89"/>
                  </a:lnTo>
                  <a:lnTo>
                    <a:pt x="207" y="127"/>
                  </a:lnTo>
                  <a:lnTo>
                    <a:pt x="157" y="172"/>
                  </a:lnTo>
                  <a:lnTo>
                    <a:pt x="113" y="221"/>
                  </a:lnTo>
                  <a:lnTo>
                    <a:pt x="75" y="276"/>
                  </a:lnTo>
                  <a:lnTo>
                    <a:pt x="44" y="335"/>
                  </a:lnTo>
                  <a:lnTo>
                    <a:pt x="31" y="366"/>
                  </a:lnTo>
                  <a:lnTo>
                    <a:pt x="26" y="381"/>
                  </a:lnTo>
                  <a:lnTo>
                    <a:pt x="17" y="432"/>
                  </a:lnTo>
                  <a:lnTo>
                    <a:pt x="7" y="619"/>
                  </a:lnTo>
                  <a:lnTo>
                    <a:pt x="0" y="1830"/>
                  </a:lnTo>
                  <a:lnTo>
                    <a:pt x="0" y="4016"/>
                  </a:lnTo>
                  <a:lnTo>
                    <a:pt x="0" y="6238"/>
                  </a:lnTo>
                  <a:lnTo>
                    <a:pt x="6" y="7301"/>
                  </a:lnTo>
                  <a:lnTo>
                    <a:pt x="10" y="7503"/>
                  </a:lnTo>
                  <a:lnTo>
                    <a:pt x="17" y="7608"/>
                  </a:lnTo>
                  <a:lnTo>
                    <a:pt x="27" y="7656"/>
                  </a:lnTo>
                  <a:lnTo>
                    <a:pt x="33" y="7672"/>
                  </a:lnTo>
                  <a:lnTo>
                    <a:pt x="42" y="7695"/>
                  </a:lnTo>
                  <a:lnTo>
                    <a:pt x="66" y="7741"/>
                  </a:lnTo>
                  <a:lnTo>
                    <a:pt x="96" y="7785"/>
                  </a:lnTo>
                  <a:lnTo>
                    <a:pt x="130" y="7828"/>
                  </a:lnTo>
                  <a:lnTo>
                    <a:pt x="168" y="7868"/>
                  </a:lnTo>
                  <a:lnTo>
                    <a:pt x="210" y="7905"/>
                  </a:lnTo>
                  <a:lnTo>
                    <a:pt x="255" y="7938"/>
                  </a:lnTo>
                  <a:lnTo>
                    <a:pt x="301" y="7966"/>
                  </a:lnTo>
                  <a:lnTo>
                    <a:pt x="325" y="7977"/>
                  </a:lnTo>
                  <a:lnTo>
                    <a:pt x="425" y="8024"/>
                  </a:lnTo>
                  <a:lnTo>
                    <a:pt x="2541" y="8029"/>
                  </a:lnTo>
                  <a:lnTo>
                    <a:pt x="4658" y="8032"/>
                  </a:lnTo>
                  <a:lnTo>
                    <a:pt x="4566" y="7972"/>
                  </a:lnTo>
                  <a:lnTo>
                    <a:pt x="4489" y="7920"/>
                  </a:lnTo>
                  <a:lnTo>
                    <a:pt x="4443" y="7886"/>
                  </a:lnTo>
                  <a:lnTo>
                    <a:pt x="4437" y="7881"/>
                  </a:lnTo>
                  <a:lnTo>
                    <a:pt x="4404" y="7873"/>
                  </a:lnTo>
                  <a:lnTo>
                    <a:pt x="4284" y="7864"/>
                  </a:lnTo>
                  <a:lnTo>
                    <a:pt x="3588" y="7854"/>
                  </a:lnTo>
                  <a:lnTo>
                    <a:pt x="2435" y="7849"/>
                  </a:lnTo>
                  <a:lnTo>
                    <a:pt x="458" y="7841"/>
                  </a:lnTo>
                  <a:lnTo>
                    <a:pt x="390" y="7804"/>
                  </a:lnTo>
                  <a:lnTo>
                    <a:pt x="360" y="7787"/>
                  </a:lnTo>
                  <a:lnTo>
                    <a:pt x="305" y="7743"/>
                  </a:lnTo>
                  <a:lnTo>
                    <a:pt x="257" y="7691"/>
                  </a:lnTo>
                  <a:lnTo>
                    <a:pt x="218" y="7633"/>
                  </a:lnTo>
                  <a:lnTo>
                    <a:pt x="205" y="7604"/>
                  </a:lnTo>
                  <a:lnTo>
                    <a:pt x="202" y="7583"/>
                  </a:lnTo>
                  <a:lnTo>
                    <a:pt x="196" y="7416"/>
                  </a:lnTo>
                  <a:lnTo>
                    <a:pt x="189" y="6936"/>
                  </a:lnTo>
                  <a:lnTo>
                    <a:pt x="181" y="5346"/>
                  </a:lnTo>
                  <a:lnTo>
                    <a:pt x="181" y="2685"/>
                  </a:lnTo>
                  <a:lnTo>
                    <a:pt x="189" y="1096"/>
                  </a:lnTo>
                  <a:lnTo>
                    <a:pt x="196" y="616"/>
                  </a:lnTo>
                  <a:lnTo>
                    <a:pt x="202" y="448"/>
                  </a:lnTo>
                  <a:lnTo>
                    <a:pt x="205" y="427"/>
                  </a:lnTo>
                  <a:lnTo>
                    <a:pt x="218" y="398"/>
                  </a:lnTo>
                  <a:lnTo>
                    <a:pt x="257" y="340"/>
                  </a:lnTo>
                  <a:lnTo>
                    <a:pt x="305" y="288"/>
                  </a:lnTo>
                  <a:lnTo>
                    <a:pt x="360" y="244"/>
                  </a:lnTo>
                  <a:lnTo>
                    <a:pt x="390" y="227"/>
                  </a:lnTo>
                  <a:lnTo>
                    <a:pt x="458" y="191"/>
                  </a:lnTo>
                  <a:lnTo>
                    <a:pt x="2001" y="191"/>
                  </a:lnTo>
                  <a:lnTo>
                    <a:pt x="3545" y="191"/>
                  </a:lnTo>
                  <a:lnTo>
                    <a:pt x="3626" y="241"/>
                  </a:lnTo>
                  <a:lnTo>
                    <a:pt x="3645" y="253"/>
                  </a:lnTo>
                  <a:lnTo>
                    <a:pt x="3682" y="283"/>
                  </a:lnTo>
                  <a:lnTo>
                    <a:pt x="3716" y="317"/>
                  </a:lnTo>
                  <a:lnTo>
                    <a:pt x="3746" y="354"/>
                  </a:lnTo>
                  <a:lnTo>
                    <a:pt x="3758" y="372"/>
                  </a:lnTo>
                  <a:lnTo>
                    <a:pt x="3808" y="454"/>
                  </a:lnTo>
                  <a:lnTo>
                    <a:pt x="3816" y="1039"/>
                  </a:lnTo>
                  <a:lnTo>
                    <a:pt x="3825" y="1624"/>
                  </a:lnTo>
                  <a:lnTo>
                    <a:pt x="3880" y="1736"/>
                  </a:lnTo>
                  <a:lnTo>
                    <a:pt x="3903" y="1781"/>
                  </a:lnTo>
                  <a:lnTo>
                    <a:pt x="3959" y="1861"/>
                  </a:lnTo>
                  <a:lnTo>
                    <a:pt x="4027" y="1928"/>
                  </a:lnTo>
                  <a:lnTo>
                    <a:pt x="4106" y="1983"/>
                  </a:lnTo>
                  <a:lnTo>
                    <a:pt x="4150" y="2006"/>
                  </a:lnTo>
                  <a:lnTo>
                    <a:pt x="4175" y="2017"/>
                  </a:lnTo>
                  <a:lnTo>
                    <a:pt x="4246" y="2032"/>
                  </a:lnTo>
                  <a:lnTo>
                    <a:pt x="4495" y="2044"/>
                  </a:lnTo>
                  <a:lnTo>
                    <a:pt x="4908" y="2049"/>
                  </a:lnTo>
                  <a:lnTo>
                    <a:pt x="5136" y="2052"/>
                  </a:lnTo>
                  <a:lnTo>
                    <a:pt x="5424" y="2058"/>
                  </a:lnTo>
                  <a:lnTo>
                    <a:pt x="5569" y="2066"/>
                  </a:lnTo>
                  <a:lnTo>
                    <a:pt x="5635" y="2082"/>
                  </a:lnTo>
                  <a:lnTo>
                    <a:pt x="5658" y="2094"/>
                  </a:lnTo>
                  <a:lnTo>
                    <a:pt x="5687" y="2110"/>
                  </a:lnTo>
                  <a:lnTo>
                    <a:pt x="5737" y="2147"/>
                  </a:lnTo>
                  <a:lnTo>
                    <a:pt x="5778" y="2190"/>
                  </a:lnTo>
                  <a:lnTo>
                    <a:pt x="5814" y="2244"/>
                  </a:lnTo>
                  <a:lnTo>
                    <a:pt x="5831" y="2277"/>
                  </a:lnTo>
                  <a:lnTo>
                    <a:pt x="5838" y="2290"/>
                  </a:lnTo>
                  <a:lnTo>
                    <a:pt x="5848" y="2319"/>
                  </a:lnTo>
                  <a:lnTo>
                    <a:pt x="5855" y="2367"/>
                  </a:lnTo>
                  <a:lnTo>
                    <a:pt x="5860" y="2451"/>
                  </a:lnTo>
                  <a:lnTo>
                    <a:pt x="5866" y="2870"/>
                  </a:lnTo>
                  <a:lnTo>
                    <a:pt x="5866" y="3729"/>
                  </a:lnTo>
                  <a:lnTo>
                    <a:pt x="5866" y="5109"/>
                  </a:lnTo>
                  <a:lnTo>
                    <a:pt x="5955" y="5146"/>
                  </a:lnTo>
                  <a:lnTo>
                    <a:pt x="6025" y="5174"/>
                  </a:lnTo>
                  <a:lnTo>
                    <a:pt x="6055" y="5182"/>
                  </a:lnTo>
                  <a:lnTo>
                    <a:pt x="6057" y="5162"/>
                  </a:lnTo>
                  <a:lnTo>
                    <a:pt x="6061" y="4943"/>
                  </a:lnTo>
                  <a:lnTo>
                    <a:pt x="6064" y="4320"/>
                  </a:lnTo>
                  <a:lnTo>
                    <a:pt x="6063" y="3744"/>
                  </a:lnTo>
                  <a:lnTo>
                    <a:pt x="6058" y="2307"/>
                  </a:lnTo>
                  <a:lnTo>
                    <a:pt x="6005" y="2197"/>
                  </a:lnTo>
                  <a:lnTo>
                    <a:pt x="5995" y="2178"/>
                  </a:lnTo>
                  <a:lnTo>
                    <a:pt x="5972" y="2141"/>
                  </a:lnTo>
                  <a:lnTo>
                    <a:pt x="5939" y="2098"/>
                  </a:lnTo>
                  <a:lnTo>
                    <a:pt x="5887" y="2042"/>
                  </a:lnTo>
                  <a:lnTo>
                    <a:pt x="5763" y="1920"/>
                  </a:lnTo>
                  <a:lnTo>
                    <a:pt x="5458" y="1639"/>
                  </a:lnTo>
                  <a:lnTo>
                    <a:pt x="5221" y="1422"/>
                  </a:lnTo>
                  <a:lnTo>
                    <a:pt x="4390" y="664"/>
                  </a:lnTo>
                  <a:lnTo>
                    <a:pt x="3873" y="197"/>
                  </a:lnTo>
                  <a:lnTo>
                    <a:pt x="3752" y="93"/>
                  </a:lnTo>
                  <a:lnTo>
                    <a:pt x="3730" y="79"/>
                  </a:lnTo>
                  <a:lnTo>
                    <a:pt x="3707" y="65"/>
                  </a:lnTo>
                  <a:lnTo>
                    <a:pt x="3659" y="42"/>
                  </a:lnTo>
                  <a:lnTo>
                    <a:pt x="3593" y="25"/>
                  </a:lnTo>
                  <a:lnTo>
                    <a:pt x="3487" y="13"/>
                  </a:lnTo>
                  <a:lnTo>
                    <a:pt x="3224" y="3"/>
                  </a:lnTo>
                  <a:lnTo>
                    <a:pt x="2541" y="0"/>
                  </a:lnTo>
                  <a:lnTo>
                    <a:pt x="1991" y="1"/>
                  </a:lnTo>
                  <a:lnTo>
                    <a:pt x="1235" y="1"/>
                  </a:lnTo>
                  <a:lnTo>
                    <a:pt x="633" y="8"/>
                  </a:lnTo>
                  <a:lnTo>
                    <a:pt x="447" y="16"/>
                  </a:lnTo>
                  <a:lnTo>
                    <a:pt x="415" y="22"/>
                  </a:lnTo>
                  <a:close/>
                  <a:moveTo>
                    <a:pt x="4725" y="1224"/>
                  </a:moveTo>
                  <a:lnTo>
                    <a:pt x="5421" y="1857"/>
                  </a:lnTo>
                  <a:lnTo>
                    <a:pt x="4873" y="1862"/>
                  </a:lnTo>
                  <a:lnTo>
                    <a:pt x="4633" y="1864"/>
                  </a:lnTo>
                  <a:lnTo>
                    <a:pt x="4383" y="1860"/>
                  </a:lnTo>
                  <a:lnTo>
                    <a:pt x="4286" y="1854"/>
                  </a:lnTo>
                  <a:lnTo>
                    <a:pt x="4266" y="1851"/>
                  </a:lnTo>
                  <a:lnTo>
                    <a:pt x="4236" y="1840"/>
                  </a:lnTo>
                  <a:lnTo>
                    <a:pt x="4173" y="1803"/>
                  </a:lnTo>
                  <a:lnTo>
                    <a:pt x="4113" y="1752"/>
                  </a:lnTo>
                  <a:lnTo>
                    <a:pt x="4063" y="1692"/>
                  </a:lnTo>
                  <a:lnTo>
                    <a:pt x="4045" y="1661"/>
                  </a:lnTo>
                  <a:lnTo>
                    <a:pt x="4033" y="1637"/>
                  </a:lnTo>
                  <a:lnTo>
                    <a:pt x="4017" y="1580"/>
                  </a:lnTo>
                  <a:lnTo>
                    <a:pt x="4009" y="1467"/>
                  </a:lnTo>
                  <a:lnTo>
                    <a:pt x="4005" y="1252"/>
                  </a:lnTo>
                  <a:lnTo>
                    <a:pt x="4003" y="1084"/>
                  </a:lnTo>
                  <a:lnTo>
                    <a:pt x="4001" y="869"/>
                  </a:lnTo>
                  <a:lnTo>
                    <a:pt x="4004" y="658"/>
                  </a:lnTo>
                  <a:lnTo>
                    <a:pt x="4009" y="589"/>
                  </a:lnTo>
                  <a:lnTo>
                    <a:pt x="4013" y="584"/>
                  </a:lnTo>
                  <a:lnTo>
                    <a:pt x="4181" y="731"/>
                  </a:lnTo>
                  <a:lnTo>
                    <a:pt x="4725" y="1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192">
              <a:extLst>
                <a:ext uri="{FF2B5EF4-FFF2-40B4-BE49-F238E27FC236}">
                  <a16:creationId xmlns:a16="http://schemas.microsoft.com/office/drawing/2014/main" id="{D154731F-4BFD-0DB8-2C89-1AC802654C47}"/>
                </a:ext>
              </a:extLst>
            </p:cNvPr>
            <p:cNvSpPr>
              <a:spLocks/>
            </p:cNvSpPr>
            <p:nvPr/>
          </p:nvSpPr>
          <p:spPr bwMode="auto">
            <a:xfrm>
              <a:off x="3543301" y="571500"/>
              <a:ext cx="371475" cy="44450"/>
            </a:xfrm>
            <a:custGeom>
              <a:avLst/>
              <a:gdLst>
                <a:gd name="T0" fmla="*/ 16 w 1582"/>
                <a:gd name="T1" fmla="*/ 32 h 184"/>
                <a:gd name="T2" fmla="*/ 7 w 1582"/>
                <a:gd name="T3" fmla="*/ 51 h 184"/>
                <a:gd name="T4" fmla="*/ 0 w 1582"/>
                <a:gd name="T5" fmla="*/ 87 h 184"/>
                <a:gd name="T6" fmla="*/ 5 w 1582"/>
                <a:gd name="T7" fmla="*/ 120 h 184"/>
                <a:gd name="T8" fmla="*/ 22 w 1582"/>
                <a:gd name="T9" fmla="*/ 146 h 184"/>
                <a:gd name="T10" fmla="*/ 36 w 1582"/>
                <a:gd name="T11" fmla="*/ 157 h 184"/>
                <a:gd name="T12" fmla="*/ 43 w 1582"/>
                <a:gd name="T13" fmla="*/ 161 h 184"/>
                <a:gd name="T14" fmla="*/ 64 w 1582"/>
                <a:gd name="T15" fmla="*/ 168 h 184"/>
                <a:gd name="T16" fmla="*/ 122 w 1582"/>
                <a:gd name="T17" fmla="*/ 176 h 184"/>
                <a:gd name="T18" fmla="*/ 394 w 1582"/>
                <a:gd name="T19" fmla="*/ 183 h 184"/>
                <a:gd name="T20" fmla="*/ 801 w 1582"/>
                <a:gd name="T21" fmla="*/ 184 h 184"/>
                <a:gd name="T22" fmla="*/ 1234 w 1582"/>
                <a:gd name="T23" fmla="*/ 183 h 184"/>
                <a:gd name="T24" fmla="*/ 1489 w 1582"/>
                <a:gd name="T25" fmla="*/ 176 h 184"/>
                <a:gd name="T26" fmla="*/ 1535 w 1582"/>
                <a:gd name="T27" fmla="*/ 167 h 184"/>
                <a:gd name="T28" fmla="*/ 1549 w 1582"/>
                <a:gd name="T29" fmla="*/ 159 h 184"/>
                <a:gd name="T30" fmla="*/ 1554 w 1582"/>
                <a:gd name="T31" fmla="*/ 154 h 184"/>
                <a:gd name="T32" fmla="*/ 1566 w 1582"/>
                <a:gd name="T33" fmla="*/ 139 h 184"/>
                <a:gd name="T34" fmla="*/ 1580 w 1582"/>
                <a:gd name="T35" fmla="*/ 103 h 184"/>
                <a:gd name="T36" fmla="*/ 1582 w 1582"/>
                <a:gd name="T37" fmla="*/ 65 h 184"/>
                <a:gd name="T38" fmla="*/ 1572 w 1582"/>
                <a:gd name="T39" fmla="*/ 32 h 184"/>
                <a:gd name="T40" fmla="*/ 1563 w 1582"/>
                <a:gd name="T41" fmla="*/ 20 h 184"/>
                <a:gd name="T42" fmla="*/ 1551 w 1582"/>
                <a:gd name="T43" fmla="*/ 15 h 184"/>
                <a:gd name="T44" fmla="*/ 1464 w 1582"/>
                <a:gd name="T45" fmla="*/ 7 h 184"/>
                <a:gd name="T46" fmla="*/ 1165 w 1582"/>
                <a:gd name="T47" fmla="*/ 1 h 184"/>
                <a:gd name="T48" fmla="*/ 788 w 1582"/>
                <a:gd name="T49" fmla="*/ 0 h 184"/>
                <a:gd name="T50" fmla="*/ 329 w 1582"/>
                <a:gd name="T51" fmla="*/ 1 h 184"/>
                <a:gd name="T52" fmla="*/ 71 w 1582"/>
                <a:gd name="T53" fmla="*/ 9 h 184"/>
                <a:gd name="T54" fmla="*/ 30 w 1582"/>
                <a:gd name="T55" fmla="*/ 18 h 184"/>
                <a:gd name="T56" fmla="*/ 19 w 1582"/>
                <a:gd name="T57" fmla="*/ 27 h 184"/>
                <a:gd name="T58" fmla="*/ 16 w 1582"/>
                <a:gd name="T59" fmla="*/ 32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82" h="184">
                  <a:moveTo>
                    <a:pt x="16" y="32"/>
                  </a:moveTo>
                  <a:lnTo>
                    <a:pt x="7" y="51"/>
                  </a:lnTo>
                  <a:lnTo>
                    <a:pt x="0" y="87"/>
                  </a:lnTo>
                  <a:lnTo>
                    <a:pt x="5" y="120"/>
                  </a:lnTo>
                  <a:lnTo>
                    <a:pt x="22" y="146"/>
                  </a:lnTo>
                  <a:lnTo>
                    <a:pt x="36" y="157"/>
                  </a:lnTo>
                  <a:lnTo>
                    <a:pt x="43" y="161"/>
                  </a:lnTo>
                  <a:lnTo>
                    <a:pt x="64" y="168"/>
                  </a:lnTo>
                  <a:lnTo>
                    <a:pt x="122" y="176"/>
                  </a:lnTo>
                  <a:lnTo>
                    <a:pt x="394" y="183"/>
                  </a:lnTo>
                  <a:lnTo>
                    <a:pt x="801" y="184"/>
                  </a:lnTo>
                  <a:lnTo>
                    <a:pt x="1234" y="183"/>
                  </a:lnTo>
                  <a:lnTo>
                    <a:pt x="1489" y="176"/>
                  </a:lnTo>
                  <a:lnTo>
                    <a:pt x="1535" y="167"/>
                  </a:lnTo>
                  <a:lnTo>
                    <a:pt x="1549" y="159"/>
                  </a:lnTo>
                  <a:lnTo>
                    <a:pt x="1554" y="154"/>
                  </a:lnTo>
                  <a:lnTo>
                    <a:pt x="1566" y="139"/>
                  </a:lnTo>
                  <a:lnTo>
                    <a:pt x="1580" y="103"/>
                  </a:lnTo>
                  <a:lnTo>
                    <a:pt x="1582" y="65"/>
                  </a:lnTo>
                  <a:lnTo>
                    <a:pt x="1572" y="32"/>
                  </a:lnTo>
                  <a:lnTo>
                    <a:pt x="1563" y="20"/>
                  </a:lnTo>
                  <a:lnTo>
                    <a:pt x="1551" y="15"/>
                  </a:lnTo>
                  <a:lnTo>
                    <a:pt x="1464" y="7"/>
                  </a:lnTo>
                  <a:lnTo>
                    <a:pt x="1165" y="1"/>
                  </a:lnTo>
                  <a:lnTo>
                    <a:pt x="788" y="0"/>
                  </a:lnTo>
                  <a:lnTo>
                    <a:pt x="329" y="1"/>
                  </a:lnTo>
                  <a:lnTo>
                    <a:pt x="71" y="9"/>
                  </a:lnTo>
                  <a:lnTo>
                    <a:pt x="30" y="18"/>
                  </a:lnTo>
                  <a:lnTo>
                    <a:pt x="19" y="27"/>
                  </a:lnTo>
                  <a:lnTo>
                    <a:pt x="16"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193">
              <a:extLst>
                <a:ext uri="{FF2B5EF4-FFF2-40B4-BE49-F238E27FC236}">
                  <a16:creationId xmlns:a16="http://schemas.microsoft.com/office/drawing/2014/main" id="{9736AD27-9B6F-DD8B-17BA-C46923A083BE}"/>
                </a:ext>
              </a:extLst>
            </p:cNvPr>
            <p:cNvSpPr>
              <a:spLocks/>
            </p:cNvSpPr>
            <p:nvPr/>
          </p:nvSpPr>
          <p:spPr bwMode="auto">
            <a:xfrm>
              <a:off x="3543301" y="835025"/>
              <a:ext cx="657225" cy="42863"/>
            </a:xfrm>
            <a:custGeom>
              <a:avLst/>
              <a:gdLst>
                <a:gd name="T0" fmla="*/ 25 w 2796"/>
                <a:gd name="T1" fmla="*/ 27 h 183"/>
                <a:gd name="T2" fmla="*/ 13 w 2796"/>
                <a:gd name="T3" fmla="*/ 41 h 183"/>
                <a:gd name="T4" fmla="*/ 0 w 2796"/>
                <a:gd name="T5" fmla="*/ 74 h 183"/>
                <a:gd name="T6" fmla="*/ 1 w 2796"/>
                <a:gd name="T7" fmla="*/ 109 h 183"/>
                <a:gd name="T8" fmla="*/ 16 w 2796"/>
                <a:gd name="T9" fmla="*/ 142 h 183"/>
                <a:gd name="T10" fmla="*/ 28 w 2796"/>
                <a:gd name="T11" fmla="*/ 155 h 183"/>
                <a:gd name="T12" fmla="*/ 34 w 2796"/>
                <a:gd name="T13" fmla="*/ 160 h 183"/>
                <a:gd name="T14" fmla="*/ 60 w 2796"/>
                <a:gd name="T15" fmla="*/ 168 h 183"/>
                <a:gd name="T16" fmla="*/ 145 w 2796"/>
                <a:gd name="T17" fmla="*/ 176 h 183"/>
                <a:gd name="T18" fmla="*/ 621 w 2796"/>
                <a:gd name="T19" fmla="*/ 183 h 183"/>
                <a:gd name="T20" fmla="*/ 1402 w 2796"/>
                <a:gd name="T21" fmla="*/ 183 h 183"/>
                <a:gd name="T22" fmla="*/ 2209 w 2796"/>
                <a:gd name="T23" fmla="*/ 183 h 183"/>
                <a:gd name="T24" fmla="*/ 2671 w 2796"/>
                <a:gd name="T25" fmla="*/ 176 h 183"/>
                <a:gd name="T26" fmla="*/ 2745 w 2796"/>
                <a:gd name="T27" fmla="*/ 167 h 183"/>
                <a:gd name="T28" fmla="*/ 2765 w 2796"/>
                <a:gd name="T29" fmla="*/ 158 h 183"/>
                <a:gd name="T30" fmla="*/ 2770 w 2796"/>
                <a:gd name="T31" fmla="*/ 153 h 183"/>
                <a:gd name="T32" fmla="*/ 2782 w 2796"/>
                <a:gd name="T33" fmla="*/ 138 h 183"/>
                <a:gd name="T34" fmla="*/ 2796 w 2796"/>
                <a:gd name="T35" fmla="*/ 105 h 183"/>
                <a:gd name="T36" fmla="*/ 2796 w 2796"/>
                <a:gd name="T37" fmla="*/ 71 h 183"/>
                <a:gd name="T38" fmla="*/ 2784 w 2796"/>
                <a:gd name="T39" fmla="*/ 40 h 183"/>
                <a:gd name="T40" fmla="*/ 2772 w 2796"/>
                <a:gd name="T41" fmla="*/ 27 h 183"/>
                <a:gd name="T42" fmla="*/ 2766 w 2796"/>
                <a:gd name="T43" fmla="*/ 22 h 183"/>
                <a:gd name="T44" fmla="*/ 2741 w 2796"/>
                <a:gd name="T45" fmla="*/ 15 h 183"/>
                <a:gd name="T46" fmla="*/ 2652 w 2796"/>
                <a:gd name="T47" fmla="*/ 8 h 183"/>
                <a:gd name="T48" fmla="*/ 2169 w 2796"/>
                <a:gd name="T49" fmla="*/ 0 h 183"/>
                <a:gd name="T50" fmla="*/ 1398 w 2796"/>
                <a:gd name="T51" fmla="*/ 0 h 183"/>
                <a:gd name="T52" fmla="*/ 628 w 2796"/>
                <a:gd name="T53" fmla="*/ 0 h 183"/>
                <a:gd name="T54" fmla="*/ 145 w 2796"/>
                <a:gd name="T55" fmla="*/ 8 h 183"/>
                <a:gd name="T56" fmla="*/ 56 w 2796"/>
                <a:gd name="T57" fmla="*/ 15 h 183"/>
                <a:gd name="T58" fmla="*/ 30 w 2796"/>
                <a:gd name="T59" fmla="*/ 22 h 183"/>
                <a:gd name="T60" fmla="*/ 25 w 2796"/>
                <a:gd name="T61" fmla="*/ 2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96" h="183">
                  <a:moveTo>
                    <a:pt x="25" y="27"/>
                  </a:moveTo>
                  <a:lnTo>
                    <a:pt x="13" y="41"/>
                  </a:lnTo>
                  <a:lnTo>
                    <a:pt x="0" y="74"/>
                  </a:lnTo>
                  <a:lnTo>
                    <a:pt x="1" y="109"/>
                  </a:lnTo>
                  <a:lnTo>
                    <a:pt x="16" y="142"/>
                  </a:lnTo>
                  <a:lnTo>
                    <a:pt x="28" y="155"/>
                  </a:lnTo>
                  <a:lnTo>
                    <a:pt x="34" y="160"/>
                  </a:lnTo>
                  <a:lnTo>
                    <a:pt x="60" y="168"/>
                  </a:lnTo>
                  <a:lnTo>
                    <a:pt x="145" y="176"/>
                  </a:lnTo>
                  <a:lnTo>
                    <a:pt x="621" y="183"/>
                  </a:lnTo>
                  <a:lnTo>
                    <a:pt x="1402" y="183"/>
                  </a:lnTo>
                  <a:lnTo>
                    <a:pt x="2209" y="183"/>
                  </a:lnTo>
                  <a:lnTo>
                    <a:pt x="2671" y="176"/>
                  </a:lnTo>
                  <a:lnTo>
                    <a:pt x="2745" y="167"/>
                  </a:lnTo>
                  <a:lnTo>
                    <a:pt x="2765" y="158"/>
                  </a:lnTo>
                  <a:lnTo>
                    <a:pt x="2770" y="153"/>
                  </a:lnTo>
                  <a:lnTo>
                    <a:pt x="2782" y="138"/>
                  </a:lnTo>
                  <a:lnTo>
                    <a:pt x="2796" y="105"/>
                  </a:lnTo>
                  <a:lnTo>
                    <a:pt x="2796" y="71"/>
                  </a:lnTo>
                  <a:lnTo>
                    <a:pt x="2784" y="40"/>
                  </a:lnTo>
                  <a:lnTo>
                    <a:pt x="2772" y="27"/>
                  </a:lnTo>
                  <a:lnTo>
                    <a:pt x="2766" y="22"/>
                  </a:lnTo>
                  <a:lnTo>
                    <a:pt x="2741" y="15"/>
                  </a:lnTo>
                  <a:lnTo>
                    <a:pt x="2652" y="8"/>
                  </a:lnTo>
                  <a:lnTo>
                    <a:pt x="2169" y="0"/>
                  </a:lnTo>
                  <a:lnTo>
                    <a:pt x="1398" y="0"/>
                  </a:lnTo>
                  <a:lnTo>
                    <a:pt x="628" y="0"/>
                  </a:lnTo>
                  <a:lnTo>
                    <a:pt x="145" y="8"/>
                  </a:lnTo>
                  <a:lnTo>
                    <a:pt x="56" y="15"/>
                  </a:lnTo>
                  <a:lnTo>
                    <a:pt x="30" y="22"/>
                  </a:lnTo>
                  <a:lnTo>
                    <a:pt x="25"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94">
              <a:extLst>
                <a:ext uri="{FF2B5EF4-FFF2-40B4-BE49-F238E27FC236}">
                  <a16:creationId xmlns:a16="http://schemas.microsoft.com/office/drawing/2014/main" id="{0BD57619-37C5-CBEC-273D-A9EDF51610AA}"/>
                </a:ext>
              </a:extLst>
            </p:cNvPr>
            <p:cNvSpPr>
              <a:spLocks/>
            </p:cNvSpPr>
            <p:nvPr/>
          </p:nvSpPr>
          <p:spPr bwMode="auto">
            <a:xfrm>
              <a:off x="3543301" y="944563"/>
              <a:ext cx="877888" cy="42863"/>
            </a:xfrm>
            <a:custGeom>
              <a:avLst/>
              <a:gdLst>
                <a:gd name="T0" fmla="*/ 25 w 3730"/>
                <a:gd name="T1" fmla="*/ 26 h 183"/>
                <a:gd name="T2" fmla="*/ 13 w 3730"/>
                <a:gd name="T3" fmla="*/ 40 h 183"/>
                <a:gd name="T4" fmla="*/ 0 w 3730"/>
                <a:gd name="T5" fmla="*/ 73 h 183"/>
                <a:gd name="T6" fmla="*/ 1 w 3730"/>
                <a:gd name="T7" fmla="*/ 109 h 183"/>
                <a:gd name="T8" fmla="*/ 16 w 3730"/>
                <a:gd name="T9" fmla="*/ 141 h 183"/>
                <a:gd name="T10" fmla="*/ 28 w 3730"/>
                <a:gd name="T11" fmla="*/ 155 h 183"/>
                <a:gd name="T12" fmla="*/ 35 w 3730"/>
                <a:gd name="T13" fmla="*/ 159 h 183"/>
                <a:gd name="T14" fmla="*/ 65 w 3730"/>
                <a:gd name="T15" fmla="*/ 167 h 183"/>
                <a:gd name="T16" fmla="*/ 175 w 3730"/>
                <a:gd name="T17" fmla="*/ 176 h 183"/>
                <a:gd name="T18" fmla="*/ 812 w 3730"/>
                <a:gd name="T19" fmla="*/ 183 h 183"/>
                <a:gd name="T20" fmla="*/ 1868 w 3730"/>
                <a:gd name="T21" fmla="*/ 183 h 183"/>
                <a:gd name="T22" fmla="*/ 2960 w 3730"/>
                <a:gd name="T23" fmla="*/ 183 h 183"/>
                <a:gd name="T24" fmla="*/ 3578 w 3730"/>
                <a:gd name="T25" fmla="*/ 175 h 183"/>
                <a:gd name="T26" fmla="*/ 3674 w 3730"/>
                <a:gd name="T27" fmla="*/ 166 h 183"/>
                <a:gd name="T28" fmla="*/ 3698 w 3730"/>
                <a:gd name="T29" fmla="*/ 158 h 183"/>
                <a:gd name="T30" fmla="*/ 3703 w 3730"/>
                <a:gd name="T31" fmla="*/ 153 h 183"/>
                <a:gd name="T32" fmla="*/ 3715 w 3730"/>
                <a:gd name="T33" fmla="*/ 138 h 183"/>
                <a:gd name="T34" fmla="*/ 3729 w 3730"/>
                <a:gd name="T35" fmla="*/ 105 h 183"/>
                <a:gd name="T36" fmla="*/ 3730 w 3730"/>
                <a:gd name="T37" fmla="*/ 71 h 183"/>
                <a:gd name="T38" fmla="*/ 3717 w 3730"/>
                <a:gd name="T39" fmla="*/ 40 h 183"/>
                <a:gd name="T40" fmla="*/ 3705 w 3730"/>
                <a:gd name="T41" fmla="*/ 26 h 183"/>
                <a:gd name="T42" fmla="*/ 3699 w 3730"/>
                <a:gd name="T43" fmla="*/ 22 h 183"/>
                <a:gd name="T44" fmla="*/ 3668 w 3730"/>
                <a:gd name="T45" fmla="*/ 15 h 183"/>
                <a:gd name="T46" fmla="*/ 3552 w 3730"/>
                <a:gd name="T47" fmla="*/ 7 h 183"/>
                <a:gd name="T48" fmla="*/ 2905 w 3730"/>
                <a:gd name="T49" fmla="*/ 0 h 183"/>
                <a:gd name="T50" fmla="*/ 1865 w 3730"/>
                <a:gd name="T51" fmla="*/ 0 h 183"/>
                <a:gd name="T52" fmla="*/ 825 w 3730"/>
                <a:gd name="T53" fmla="*/ 0 h 183"/>
                <a:gd name="T54" fmla="*/ 178 w 3730"/>
                <a:gd name="T55" fmla="*/ 7 h 183"/>
                <a:gd name="T56" fmla="*/ 62 w 3730"/>
                <a:gd name="T57" fmla="*/ 15 h 183"/>
                <a:gd name="T58" fmla="*/ 31 w 3730"/>
                <a:gd name="T59" fmla="*/ 22 h 183"/>
                <a:gd name="T60" fmla="*/ 25 w 3730"/>
                <a:gd name="T61" fmla="*/ 26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30" h="183">
                  <a:moveTo>
                    <a:pt x="25" y="26"/>
                  </a:moveTo>
                  <a:lnTo>
                    <a:pt x="13" y="40"/>
                  </a:lnTo>
                  <a:lnTo>
                    <a:pt x="0" y="73"/>
                  </a:lnTo>
                  <a:lnTo>
                    <a:pt x="1" y="109"/>
                  </a:lnTo>
                  <a:lnTo>
                    <a:pt x="16" y="141"/>
                  </a:lnTo>
                  <a:lnTo>
                    <a:pt x="28" y="155"/>
                  </a:lnTo>
                  <a:lnTo>
                    <a:pt x="35" y="159"/>
                  </a:lnTo>
                  <a:lnTo>
                    <a:pt x="65" y="167"/>
                  </a:lnTo>
                  <a:lnTo>
                    <a:pt x="175" y="176"/>
                  </a:lnTo>
                  <a:lnTo>
                    <a:pt x="812" y="183"/>
                  </a:lnTo>
                  <a:lnTo>
                    <a:pt x="1868" y="183"/>
                  </a:lnTo>
                  <a:lnTo>
                    <a:pt x="2960" y="183"/>
                  </a:lnTo>
                  <a:lnTo>
                    <a:pt x="3578" y="175"/>
                  </a:lnTo>
                  <a:lnTo>
                    <a:pt x="3674" y="166"/>
                  </a:lnTo>
                  <a:lnTo>
                    <a:pt x="3698" y="158"/>
                  </a:lnTo>
                  <a:lnTo>
                    <a:pt x="3703" y="153"/>
                  </a:lnTo>
                  <a:lnTo>
                    <a:pt x="3715" y="138"/>
                  </a:lnTo>
                  <a:lnTo>
                    <a:pt x="3729" y="105"/>
                  </a:lnTo>
                  <a:lnTo>
                    <a:pt x="3730" y="71"/>
                  </a:lnTo>
                  <a:lnTo>
                    <a:pt x="3717" y="40"/>
                  </a:lnTo>
                  <a:lnTo>
                    <a:pt x="3705" y="26"/>
                  </a:lnTo>
                  <a:lnTo>
                    <a:pt x="3699" y="22"/>
                  </a:lnTo>
                  <a:lnTo>
                    <a:pt x="3668" y="15"/>
                  </a:lnTo>
                  <a:lnTo>
                    <a:pt x="3552" y="7"/>
                  </a:lnTo>
                  <a:lnTo>
                    <a:pt x="2905" y="0"/>
                  </a:lnTo>
                  <a:lnTo>
                    <a:pt x="1865" y="0"/>
                  </a:lnTo>
                  <a:lnTo>
                    <a:pt x="825" y="0"/>
                  </a:lnTo>
                  <a:lnTo>
                    <a:pt x="178" y="7"/>
                  </a:lnTo>
                  <a:lnTo>
                    <a:pt x="62" y="15"/>
                  </a:lnTo>
                  <a:lnTo>
                    <a:pt x="31" y="22"/>
                  </a:lnTo>
                  <a:lnTo>
                    <a:pt x="25"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95">
              <a:extLst>
                <a:ext uri="{FF2B5EF4-FFF2-40B4-BE49-F238E27FC236}">
                  <a16:creationId xmlns:a16="http://schemas.microsoft.com/office/drawing/2014/main" id="{1D53A5CA-F38C-1BDC-B91E-2F6AFAF0F889}"/>
                </a:ext>
              </a:extLst>
            </p:cNvPr>
            <p:cNvSpPr>
              <a:spLocks/>
            </p:cNvSpPr>
            <p:nvPr/>
          </p:nvSpPr>
          <p:spPr bwMode="auto">
            <a:xfrm>
              <a:off x="3543301" y="1054100"/>
              <a:ext cx="811213" cy="42863"/>
            </a:xfrm>
            <a:custGeom>
              <a:avLst/>
              <a:gdLst>
                <a:gd name="T0" fmla="*/ 25 w 3449"/>
                <a:gd name="T1" fmla="*/ 27 h 184"/>
                <a:gd name="T2" fmla="*/ 13 w 3449"/>
                <a:gd name="T3" fmla="*/ 41 h 184"/>
                <a:gd name="T4" fmla="*/ 0 w 3449"/>
                <a:gd name="T5" fmla="*/ 74 h 184"/>
                <a:gd name="T6" fmla="*/ 1 w 3449"/>
                <a:gd name="T7" fmla="*/ 109 h 184"/>
                <a:gd name="T8" fmla="*/ 16 w 3449"/>
                <a:gd name="T9" fmla="*/ 142 h 184"/>
                <a:gd name="T10" fmla="*/ 28 w 3449"/>
                <a:gd name="T11" fmla="*/ 155 h 184"/>
                <a:gd name="T12" fmla="*/ 35 w 3449"/>
                <a:gd name="T13" fmla="*/ 160 h 184"/>
                <a:gd name="T14" fmla="*/ 63 w 3449"/>
                <a:gd name="T15" fmla="*/ 168 h 184"/>
                <a:gd name="T16" fmla="*/ 166 w 3449"/>
                <a:gd name="T17" fmla="*/ 176 h 184"/>
                <a:gd name="T18" fmla="*/ 754 w 3449"/>
                <a:gd name="T19" fmla="*/ 183 h 184"/>
                <a:gd name="T20" fmla="*/ 1728 w 3449"/>
                <a:gd name="T21" fmla="*/ 184 h 184"/>
                <a:gd name="T22" fmla="*/ 2351 w 3449"/>
                <a:gd name="T23" fmla="*/ 184 h 184"/>
                <a:gd name="T24" fmla="*/ 2939 w 3449"/>
                <a:gd name="T25" fmla="*/ 182 h 184"/>
                <a:gd name="T26" fmla="*/ 3188 w 3449"/>
                <a:gd name="T27" fmla="*/ 178 h 184"/>
                <a:gd name="T28" fmla="*/ 3340 w 3449"/>
                <a:gd name="T29" fmla="*/ 170 h 184"/>
                <a:gd name="T30" fmla="*/ 3402 w 3449"/>
                <a:gd name="T31" fmla="*/ 160 h 184"/>
                <a:gd name="T32" fmla="*/ 3428 w 3449"/>
                <a:gd name="T33" fmla="*/ 152 h 184"/>
                <a:gd name="T34" fmla="*/ 3442 w 3449"/>
                <a:gd name="T35" fmla="*/ 142 h 184"/>
                <a:gd name="T36" fmla="*/ 3448 w 3449"/>
                <a:gd name="T37" fmla="*/ 130 h 184"/>
                <a:gd name="T38" fmla="*/ 3449 w 3449"/>
                <a:gd name="T39" fmla="*/ 109 h 184"/>
                <a:gd name="T40" fmla="*/ 3448 w 3449"/>
                <a:gd name="T41" fmla="*/ 92 h 184"/>
                <a:gd name="T42" fmla="*/ 3449 w 3449"/>
                <a:gd name="T43" fmla="*/ 75 h 184"/>
                <a:gd name="T44" fmla="*/ 3448 w 3449"/>
                <a:gd name="T45" fmla="*/ 54 h 184"/>
                <a:gd name="T46" fmla="*/ 3442 w 3449"/>
                <a:gd name="T47" fmla="*/ 42 h 184"/>
                <a:gd name="T48" fmla="*/ 3427 w 3449"/>
                <a:gd name="T49" fmla="*/ 32 h 184"/>
                <a:gd name="T50" fmla="*/ 3402 w 3449"/>
                <a:gd name="T51" fmla="*/ 24 h 184"/>
                <a:gd name="T52" fmla="*/ 3339 w 3449"/>
                <a:gd name="T53" fmla="*/ 14 h 184"/>
                <a:gd name="T54" fmla="*/ 3187 w 3449"/>
                <a:gd name="T55" fmla="*/ 6 h 184"/>
                <a:gd name="T56" fmla="*/ 2937 w 3449"/>
                <a:gd name="T57" fmla="*/ 2 h 184"/>
                <a:gd name="T58" fmla="*/ 2348 w 3449"/>
                <a:gd name="T59" fmla="*/ 0 h 184"/>
                <a:gd name="T60" fmla="*/ 1723 w 3449"/>
                <a:gd name="T61" fmla="*/ 0 h 184"/>
                <a:gd name="T62" fmla="*/ 765 w 3449"/>
                <a:gd name="T63" fmla="*/ 1 h 184"/>
                <a:gd name="T64" fmla="*/ 168 w 3449"/>
                <a:gd name="T65" fmla="*/ 8 h 184"/>
                <a:gd name="T66" fmla="*/ 61 w 3449"/>
                <a:gd name="T67" fmla="*/ 16 h 184"/>
                <a:gd name="T68" fmla="*/ 31 w 3449"/>
                <a:gd name="T69" fmla="*/ 23 h 184"/>
                <a:gd name="T70" fmla="*/ 25 w 3449"/>
                <a:gd name="T71" fmla="*/ 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49" h="184">
                  <a:moveTo>
                    <a:pt x="25" y="27"/>
                  </a:moveTo>
                  <a:lnTo>
                    <a:pt x="13" y="41"/>
                  </a:lnTo>
                  <a:lnTo>
                    <a:pt x="0" y="74"/>
                  </a:lnTo>
                  <a:lnTo>
                    <a:pt x="1" y="109"/>
                  </a:lnTo>
                  <a:lnTo>
                    <a:pt x="16" y="142"/>
                  </a:lnTo>
                  <a:lnTo>
                    <a:pt x="28" y="155"/>
                  </a:lnTo>
                  <a:lnTo>
                    <a:pt x="35" y="160"/>
                  </a:lnTo>
                  <a:lnTo>
                    <a:pt x="63" y="168"/>
                  </a:lnTo>
                  <a:lnTo>
                    <a:pt x="166" y="176"/>
                  </a:lnTo>
                  <a:lnTo>
                    <a:pt x="754" y="183"/>
                  </a:lnTo>
                  <a:lnTo>
                    <a:pt x="1728" y="184"/>
                  </a:lnTo>
                  <a:lnTo>
                    <a:pt x="2351" y="184"/>
                  </a:lnTo>
                  <a:lnTo>
                    <a:pt x="2939" y="182"/>
                  </a:lnTo>
                  <a:lnTo>
                    <a:pt x="3188" y="178"/>
                  </a:lnTo>
                  <a:lnTo>
                    <a:pt x="3340" y="170"/>
                  </a:lnTo>
                  <a:lnTo>
                    <a:pt x="3402" y="160"/>
                  </a:lnTo>
                  <a:lnTo>
                    <a:pt x="3428" y="152"/>
                  </a:lnTo>
                  <a:lnTo>
                    <a:pt x="3442" y="142"/>
                  </a:lnTo>
                  <a:lnTo>
                    <a:pt x="3448" y="130"/>
                  </a:lnTo>
                  <a:lnTo>
                    <a:pt x="3449" y="109"/>
                  </a:lnTo>
                  <a:lnTo>
                    <a:pt x="3448" y="92"/>
                  </a:lnTo>
                  <a:lnTo>
                    <a:pt x="3449" y="75"/>
                  </a:lnTo>
                  <a:lnTo>
                    <a:pt x="3448" y="54"/>
                  </a:lnTo>
                  <a:lnTo>
                    <a:pt x="3442" y="42"/>
                  </a:lnTo>
                  <a:lnTo>
                    <a:pt x="3427" y="32"/>
                  </a:lnTo>
                  <a:lnTo>
                    <a:pt x="3402" y="24"/>
                  </a:lnTo>
                  <a:lnTo>
                    <a:pt x="3339" y="14"/>
                  </a:lnTo>
                  <a:lnTo>
                    <a:pt x="3187" y="6"/>
                  </a:lnTo>
                  <a:lnTo>
                    <a:pt x="2937" y="2"/>
                  </a:lnTo>
                  <a:lnTo>
                    <a:pt x="2348" y="0"/>
                  </a:lnTo>
                  <a:lnTo>
                    <a:pt x="1723" y="0"/>
                  </a:lnTo>
                  <a:lnTo>
                    <a:pt x="765" y="1"/>
                  </a:lnTo>
                  <a:lnTo>
                    <a:pt x="168" y="8"/>
                  </a:lnTo>
                  <a:lnTo>
                    <a:pt x="61" y="16"/>
                  </a:lnTo>
                  <a:lnTo>
                    <a:pt x="31" y="23"/>
                  </a:lnTo>
                  <a:lnTo>
                    <a:pt x="25"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96">
              <a:extLst>
                <a:ext uri="{FF2B5EF4-FFF2-40B4-BE49-F238E27FC236}">
                  <a16:creationId xmlns:a16="http://schemas.microsoft.com/office/drawing/2014/main" id="{1B8E9DD6-B6B4-A4C5-D9A9-692D44128DAD}"/>
                </a:ext>
              </a:extLst>
            </p:cNvPr>
            <p:cNvSpPr>
              <a:spLocks/>
            </p:cNvSpPr>
            <p:nvPr/>
          </p:nvSpPr>
          <p:spPr bwMode="auto">
            <a:xfrm>
              <a:off x="3543301" y="1163638"/>
              <a:ext cx="304800" cy="42863"/>
            </a:xfrm>
            <a:custGeom>
              <a:avLst/>
              <a:gdLst>
                <a:gd name="T0" fmla="*/ 25 w 1300"/>
                <a:gd name="T1" fmla="*/ 27 h 183"/>
                <a:gd name="T2" fmla="*/ 13 w 1300"/>
                <a:gd name="T3" fmla="*/ 41 h 183"/>
                <a:gd name="T4" fmla="*/ 0 w 1300"/>
                <a:gd name="T5" fmla="*/ 74 h 183"/>
                <a:gd name="T6" fmla="*/ 1 w 1300"/>
                <a:gd name="T7" fmla="*/ 109 h 183"/>
                <a:gd name="T8" fmla="*/ 16 w 1300"/>
                <a:gd name="T9" fmla="*/ 142 h 183"/>
                <a:gd name="T10" fmla="*/ 28 w 1300"/>
                <a:gd name="T11" fmla="*/ 155 h 183"/>
                <a:gd name="T12" fmla="*/ 34 w 1300"/>
                <a:gd name="T13" fmla="*/ 160 h 183"/>
                <a:gd name="T14" fmla="*/ 51 w 1300"/>
                <a:gd name="T15" fmla="*/ 167 h 183"/>
                <a:gd name="T16" fmla="*/ 95 w 1300"/>
                <a:gd name="T17" fmla="*/ 175 h 183"/>
                <a:gd name="T18" fmla="*/ 311 w 1300"/>
                <a:gd name="T19" fmla="*/ 183 h 183"/>
                <a:gd name="T20" fmla="*/ 647 w 1300"/>
                <a:gd name="T21" fmla="*/ 183 h 183"/>
                <a:gd name="T22" fmla="*/ 908 w 1300"/>
                <a:gd name="T23" fmla="*/ 182 h 183"/>
                <a:gd name="T24" fmla="*/ 1162 w 1300"/>
                <a:gd name="T25" fmla="*/ 176 h 183"/>
                <a:gd name="T26" fmla="*/ 1252 w 1300"/>
                <a:gd name="T27" fmla="*/ 170 h 183"/>
                <a:gd name="T28" fmla="*/ 1267 w 1300"/>
                <a:gd name="T29" fmla="*/ 167 h 183"/>
                <a:gd name="T30" fmla="*/ 1273 w 1300"/>
                <a:gd name="T31" fmla="*/ 162 h 183"/>
                <a:gd name="T32" fmla="*/ 1284 w 1300"/>
                <a:gd name="T33" fmla="*/ 149 h 183"/>
                <a:gd name="T34" fmla="*/ 1296 w 1300"/>
                <a:gd name="T35" fmla="*/ 121 h 183"/>
                <a:gd name="T36" fmla="*/ 1300 w 1300"/>
                <a:gd name="T37" fmla="*/ 76 h 183"/>
                <a:gd name="T38" fmla="*/ 1293 w 1300"/>
                <a:gd name="T39" fmla="*/ 44 h 183"/>
                <a:gd name="T40" fmla="*/ 1284 w 1300"/>
                <a:gd name="T41" fmla="*/ 27 h 183"/>
                <a:gd name="T42" fmla="*/ 1278 w 1300"/>
                <a:gd name="T43" fmla="*/ 20 h 183"/>
                <a:gd name="T44" fmla="*/ 1268 w 1300"/>
                <a:gd name="T45" fmla="*/ 15 h 183"/>
                <a:gd name="T46" fmla="*/ 1195 w 1300"/>
                <a:gd name="T47" fmla="*/ 7 h 183"/>
                <a:gd name="T48" fmla="*/ 954 w 1300"/>
                <a:gd name="T49" fmla="*/ 1 h 183"/>
                <a:gd name="T50" fmla="*/ 655 w 1300"/>
                <a:gd name="T51" fmla="*/ 0 h 183"/>
                <a:gd name="T52" fmla="*/ 316 w 1300"/>
                <a:gd name="T53" fmla="*/ 0 h 183"/>
                <a:gd name="T54" fmla="*/ 92 w 1300"/>
                <a:gd name="T55" fmla="*/ 8 h 183"/>
                <a:gd name="T56" fmla="*/ 46 w 1300"/>
                <a:gd name="T57" fmla="*/ 15 h 183"/>
                <a:gd name="T58" fmla="*/ 30 w 1300"/>
                <a:gd name="T59" fmla="*/ 22 h 183"/>
                <a:gd name="T60" fmla="*/ 25 w 1300"/>
                <a:gd name="T61" fmla="*/ 2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00" h="183">
                  <a:moveTo>
                    <a:pt x="25" y="27"/>
                  </a:moveTo>
                  <a:lnTo>
                    <a:pt x="13" y="41"/>
                  </a:lnTo>
                  <a:lnTo>
                    <a:pt x="0" y="74"/>
                  </a:lnTo>
                  <a:lnTo>
                    <a:pt x="1" y="109"/>
                  </a:lnTo>
                  <a:lnTo>
                    <a:pt x="16" y="142"/>
                  </a:lnTo>
                  <a:lnTo>
                    <a:pt x="28" y="155"/>
                  </a:lnTo>
                  <a:lnTo>
                    <a:pt x="34" y="160"/>
                  </a:lnTo>
                  <a:lnTo>
                    <a:pt x="51" y="167"/>
                  </a:lnTo>
                  <a:lnTo>
                    <a:pt x="95" y="175"/>
                  </a:lnTo>
                  <a:lnTo>
                    <a:pt x="311" y="183"/>
                  </a:lnTo>
                  <a:lnTo>
                    <a:pt x="647" y="183"/>
                  </a:lnTo>
                  <a:lnTo>
                    <a:pt x="908" y="182"/>
                  </a:lnTo>
                  <a:lnTo>
                    <a:pt x="1162" y="176"/>
                  </a:lnTo>
                  <a:lnTo>
                    <a:pt x="1252" y="170"/>
                  </a:lnTo>
                  <a:lnTo>
                    <a:pt x="1267" y="167"/>
                  </a:lnTo>
                  <a:lnTo>
                    <a:pt x="1273" y="162"/>
                  </a:lnTo>
                  <a:lnTo>
                    <a:pt x="1284" y="149"/>
                  </a:lnTo>
                  <a:lnTo>
                    <a:pt x="1296" y="121"/>
                  </a:lnTo>
                  <a:lnTo>
                    <a:pt x="1300" y="76"/>
                  </a:lnTo>
                  <a:lnTo>
                    <a:pt x="1293" y="44"/>
                  </a:lnTo>
                  <a:lnTo>
                    <a:pt x="1284" y="27"/>
                  </a:lnTo>
                  <a:lnTo>
                    <a:pt x="1278" y="20"/>
                  </a:lnTo>
                  <a:lnTo>
                    <a:pt x="1268" y="15"/>
                  </a:lnTo>
                  <a:lnTo>
                    <a:pt x="1195" y="7"/>
                  </a:lnTo>
                  <a:lnTo>
                    <a:pt x="954" y="1"/>
                  </a:lnTo>
                  <a:lnTo>
                    <a:pt x="655" y="0"/>
                  </a:lnTo>
                  <a:lnTo>
                    <a:pt x="316" y="0"/>
                  </a:lnTo>
                  <a:lnTo>
                    <a:pt x="92" y="8"/>
                  </a:lnTo>
                  <a:lnTo>
                    <a:pt x="46" y="15"/>
                  </a:lnTo>
                  <a:lnTo>
                    <a:pt x="30" y="22"/>
                  </a:lnTo>
                  <a:lnTo>
                    <a:pt x="25"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97">
              <a:extLst>
                <a:ext uri="{FF2B5EF4-FFF2-40B4-BE49-F238E27FC236}">
                  <a16:creationId xmlns:a16="http://schemas.microsoft.com/office/drawing/2014/main" id="{8A8F5523-F7FC-79F2-7BFB-564BC0CBBDC0}"/>
                </a:ext>
              </a:extLst>
            </p:cNvPr>
            <p:cNvSpPr>
              <a:spLocks noEditPoints="1"/>
            </p:cNvSpPr>
            <p:nvPr/>
          </p:nvSpPr>
          <p:spPr bwMode="auto">
            <a:xfrm>
              <a:off x="4235451" y="1384300"/>
              <a:ext cx="655638" cy="654050"/>
            </a:xfrm>
            <a:custGeom>
              <a:avLst/>
              <a:gdLst>
                <a:gd name="T0" fmla="*/ 1014 w 2790"/>
                <a:gd name="T1" fmla="*/ 47 h 2786"/>
                <a:gd name="T2" fmla="*/ 733 w 2790"/>
                <a:gd name="T3" fmla="*/ 165 h 2786"/>
                <a:gd name="T4" fmla="*/ 483 w 2790"/>
                <a:gd name="T5" fmla="*/ 335 h 2786"/>
                <a:gd name="T6" fmla="*/ 353 w 2790"/>
                <a:gd name="T7" fmla="*/ 464 h 2786"/>
                <a:gd name="T8" fmla="*/ 198 w 2790"/>
                <a:gd name="T9" fmla="*/ 675 h 2786"/>
                <a:gd name="T10" fmla="*/ 88 w 2790"/>
                <a:gd name="T11" fmla="*/ 904 h 2786"/>
                <a:gd name="T12" fmla="*/ 22 w 2790"/>
                <a:gd name="T13" fmla="*/ 1143 h 2786"/>
                <a:gd name="T14" fmla="*/ 0 w 2790"/>
                <a:gd name="T15" fmla="*/ 1387 h 2786"/>
                <a:gd name="T16" fmla="*/ 35 w 2790"/>
                <a:gd name="T17" fmla="*/ 1710 h 2786"/>
                <a:gd name="T18" fmla="*/ 110 w 2790"/>
                <a:gd name="T19" fmla="*/ 1942 h 2786"/>
                <a:gd name="T20" fmla="*/ 226 w 2790"/>
                <a:gd name="T21" fmla="*/ 2160 h 2786"/>
                <a:gd name="T22" fmla="*/ 381 w 2790"/>
                <a:gd name="T23" fmla="*/ 2356 h 2786"/>
                <a:gd name="T24" fmla="*/ 575 w 2790"/>
                <a:gd name="T25" fmla="*/ 2524 h 2786"/>
                <a:gd name="T26" fmla="*/ 766 w 2790"/>
                <a:gd name="T27" fmla="*/ 2639 h 2786"/>
                <a:gd name="T28" fmla="*/ 1026 w 2790"/>
                <a:gd name="T29" fmla="*/ 2743 h 2786"/>
                <a:gd name="T30" fmla="*/ 1293 w 2790"/>
                <a:gd name="T31" fmla="*/ 2784 h 2786"/>
                <a:gd name="T32" fmla="*/ 1631 w 2790"/>
                <a:gd name="T33" fmla="*/ 2774 h 2786"/>
                <a:gd name="T34" fmla="*/ 1821 w 2790"/>
                <a:gd name="T35" fmla="*/ 2728 h 2786"/>
                <a:gd name="T36" fmla="*/ 2079 w 2790"/>
                <a:gd name="T37" fmla="*/ 2615 h 2786"/>
                <a:gd name="T38" fmla="*/ 2307 w 2790"/>
                <a:gd name="T39" fmla="*/ 2455 h 2786"/>
                <a:gd name="T40" fmla="*/ 2498 w 2790"/>
                <a:gd name="T41" fmla="*/ 2254 h 2786"/>
                <a:gd name="T42" fmla="*/ 2649 w 2790"/>
                <a:gd name="T43" fmla="*/ 2014 h 2786"/>
                <a:gd name="T44" fmla="*/ 2741 w 2790"/>
                <a:gd name="T45" fmla="*/ 1789 h 2786"/>
                <a:gd name="T46" fmla="*/ 2783 w 2790"/>
                <a:gd name="T47" fmla="*/ 1554 h 2786"/>
                <a:gd name="T48" fmla="*/ 2774 w 2790"/>
                <a:gd name="T49" fmla="*/ 1150 h 2786"/>
                <a:gd name="T50" fmla="*/ 2729 w 2790"/>
                <a:gd name="T51" fmla="*/ 964 h 2786"/>
                <a:gd name="T52" fmla="*/ 2606 w 2790"/>
                <a:gd name="T53" fmla="*/ 689 h 2786"/>
                <a:gd name="T54" fmla="*/ 2420 w 2790"/>
                <a:gd name="T55" fmla="*/ 442 h 2786"/>
                <a:gd name="T56" fmla="*/ 2265 w 2790"/>
                <a:gd name="T57" fmla="*/ 298 h 2786"/>
                <a:gd name="T58" fmla="*/ 2005 w 2790"/>
                <a:gd name="T59" fmla="*/ 133 h 2786"/>
                <a:gd name="T60" fmla="*/ 1713 w 2790"/>
                <a:gd name="T61" fmla="*/ 31 h 2786"/>
                <a:gd name="T62" fmla="*/ 1477 w 2790"/>
                <a:gd name="T63" fmla="*/ 1 h 2786"/>
                <a:gd name="T64" fmla="*/ 1154 w 2790"/>
                <a:gd name="T65" fmla="*/ 14 h 2786"/>
                <a:gd name="T66" fmla="*/ 1794 w 2790"/>
                <a:gd name="T67" fmla="*/ 552 h 2786"/>
                <a:gd name="T68" fmla="*/ 2049 w 2790"/>
                <a:gd name="T69" fmla="*/ 737 h 2786"/>
                <a:gd name="T70" fmla="*/ 2206 w 2790"/>
                <a:gd name="T71" fmla="*/ 932 h 2786"/>
                <a:gd name="T72" fmla="*/ 2305 w 2790"/>
                <a:gd name="T73" fmla="*/ 1189 h 2786"/>
                <a:gd name="T74" fmla="*/ 2319 w 2790"/>
                <a:gd name="T75" fmla="*/ 1439 h 2786"/>
                <a:gd name="T76" fmla="*/ 2286 w 2790"/>
                <a:gd name="T77" fmla="*/ 1667 h 2786"/>
                <a:gd name="T78" fmla="*/ 2201 w 2790"/>
                <a:gd name="T79" fmla="*/ 1861 h 2786"/>
                <a:gd name="T80" fmla="*/ 2079 w 2790"/>
                <a:gd name="T81" fmla="*/ 2024 h 2786"/>
                <a:gd name="T82" fmla="*/ 1874 w 2790"/>
                <a:gd name="T83" fmla="*/ 2191 h 2786"/>
                <a:gd name="T84" fmla="*/ 1626 w 2790"/>
                <a:gd name="T85" fmla="*/ 2295 h 2786"/>
                <a:gd name="T86" fmla="*/ 1440 w 2790"/>
                <a:gd name="T87" fmla="*/ 2327 h 2786"/>
                <a:gd name="T88" fmla="*/ 1216 w 2790"/>
                <a:gd name="T89" fmla="*/ 2306 h 2786"/>
                <a:gd name="T90" fmla="*/ 917 w 2790"/>
                <a:gd name="T91" fmla="*/ 2188 h 2786"/>
                <a:gd name="T92" fmla="*/ 639 w 2790"/>
                <a:gd name="T93" fmla="*/ 1929 h 2786"/>
                <a:gd name="T94" fmla="*/ 499 w 2790"/>
                <a:gd name="T95" fmla="*/ 1641 h 2786"/>
                <a:gd name="T96" fmla="*/ 471 w 2790"/>
                <a:gd name="T97" fmla="*/ 1464 h 2786"/>
                <a:gd name="T98" fmla="*/ 492 w 2790"/>
                <a:gd name="T99" fmla="*/ 1180 h 2786"/>
                <a:gd name="T100" fmla="*/ 569 w 2790"/>
                <a:gd name="T101" fmla="*/ 978 h 2786"/>
                <a:gd name="T102" fmla="*/ 801 w 2790"/>
                <a:gd name="T103" fmla="*/ 684 h 2786"/>
                <a:gd name="T104" fmla="*/ 1120 w 2790"/>
                <a:gd name="T105" fmla="*/ 503 h 2786"/>
                <a:gd name="T106" fmla="*/ 1339 w 2790"/>
                <a:gd name="T107" fmla="*/ 467 h 2786"/>
                <a:gd name="T108" fmla="*/ 1616 w 2790"/>
                <a:gd name="T109" fmla="*/ 489 h 27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790" h="2786">
                  <a:moveTo>
                    <a:pt x="1154" y="14"/>
                  </a:moveTo>
                  <a:lnTo>
                    <a:pt x="1108" y="23"/>
                  </a:lnTo>
                  <a:lnTo>
                    <a:pt x="1014" y="47"/>
                  </a:lnTo>
                  <a:lnTo>
                    <a:pt x="920" y="79"/>
                  </a:lnTo>
                  <a:lnTo>
                    <a:pt x="825" y="119"/>
                  </a:lnTo>
                  <a:lnTo>
                    <a:pt x="733" y="165"/>
                  </a:lnTo>
                  <a:lnTo>
                    <a:pt x="644" y="217"/>
                  </a:lnTo>
                  <a:lnTo>
                    <a:pt x="560" y="274"/>
                  </a:lnTo>
                  <a:lnTo>
                    <a:pt x="483" y="335"/>
                  </a:lnTo>
                  <a:lnTo>
                    <a:pt x="447" y="367"/>
                  </a:lnTo>
                  <a:lnTo>
                    <a:pt x="414" y="399"/>
                  </a:lnTo>
                  <a:lnTo>
                    <a:pt x="353" y="464"/>
                  </a:lnTo>
                  <a:lnTo>
                    <a:pt x="296" y="532"/>
                  </a:lnTo>
                  <a:lnTo>
                    <a:pt x="244" y="603"/>
                  </a:lnTo>
                  <a:lnTo>
                    <a:pt x="198" y="675"/>
                  </a:lnTo>
                  <a:lnTo>
                    <a:pt x="156" y="750"/>
                  </a:lnTo>
                  <a:lnTo>
                    <a:pt x="120" y="826"/>
                  </a:lnTo>
                  <a:lnTo>
                    <a:pt x="88" y="904"/>
                  </a:lnTo>
                  <a:lnTo>
                    <a:pt x="61" y="982"/>
                  </a:lnTo>
                  <a:lnTo>
                    <a:pt x="39" y="1062"/>
                  </a:lnTo>
                  <a:lnTo>
                    <a:pt x="22" y="1143"/>
                  </a:lnTo>
                  <a:lnTo>
                    <a:pt x="10" y="1224"/>
                  </a:lnTo>
                  <a:lnTo>
                    <a:pt x="2" y="1305"/>
                  </a:lnTo>
                  <a:lnTo>
                    <a:pt x="0" y="1387"/>
                  </a:lnTo>
                  <a:lnTo>
                    <a:pt x="4" y="1509"/>
                  </a:lnTo>
                  <a:lnTo>
                    <a:pt x="19" y="1630"/>
                  </a:lnTo>
                  <a:lnTo>
                    <a:pt x="35" y="1710"/>
                  </a:lnTo>
                  <a:lnTo>
                    <a:pt x="56" y="1789"/>
                  </a:lnTo>
                  <a:lnTo>
                    <a:pt x="81" y="1866"/>
                  </a:lnTo>
                  <a:lnTo>
                    <a:pt x="110" y="1942"/>
                  </a:lnTo>
                  <a:lnTo>
                    <a:pt x="144" y="2017"/>
                  </a:lnTo>
                  <a:lnTo>
                    <a:pt x="183" y="2089"/>
                  </a:lnTo>
                  <a:lnTo>
                    <a:pt x="226" y="2160"/>
                  </a:lnTo>
                  <a:lnTo>
                    <a:pt x="273" y="2228"/>
                  </a:lnTo>
                  <a:lnTo>
                    <a:pt x="325" y="2293"/>
                  </a:lnTo>
                  <a:lnTo>
                    <a:pt x="381" y="2356"/>
                  </a:lnTo>
                  <a:lnTo>
                    <a:pt x="441" y="2415"/>
                  </a:lnTo>
                  <a:lnTo>
                    <a:pt x="506" y="2471"/>
                  </a:lnTo>
                  <a:lnTo>
                    <a:pt x="575" y="2524"/>
                  </a:lnTo>
                  <a:lnTo>
                    <a:pt x="648" y="2573"/>
                  </a:lnTo>
                  <a:lnTo>
                    <a:pt x="725" y="2618"/>
                  </a:lnTo>
                  <a:lnTo>
                    <a:pt x="766" y="2639"/>
                  </a:lnTo>
                  <a:lnTo>
                    <a:pt x="844" y="2677"/>
                  </a:lnTo>
                  <a:lnTo>
                    <a:pt x="954" y="2720"/>
                  </a:lnTo>
                  <a:lnTo>
                    <a:pt x="1026" y="2743"/>
                  </a:lnTo>
                  <a:lnTo>
                    <a:pt x="1099" y="2760"/>
                  </a:lnTo>
                  <a:lnTo>
                    <a:pt x="1174" y="2773"/>
                  </a:lnTo>
                  <a:lnTo>
                    <a:pt x="1293" y="2784"/>
                  </a:lnTo>
                  <a:lnTo>
                    <a:pt x="1382" y="2786"/>
                  </a:lnTo>
                  <a:lnTo>
                    <a:pt x="1468" y="2785"/>
                  </a:lnTo>
                  <a:lnTo>
                    <a:pt x="1631" y="2774"/>
                  </a:lnTo>
                  <a:lnTo>
                    <a:pt x="1682" y="2766"/>
                  </a:lnTo>
                  <a:lnTo>
                    <a:pt x="1729" y="2755"/>
                  </a:lnTo>
                  <a:lnTo>
                    <a:pt x="1821" y="2728"/>
                  </a:lnTo>
                  <a:lnTo>
                    <a:pt x="1911" y="2696"/>
                  </a:lnTo>
                  <a:lnTo>
                    <a:pt x="1997" y="2658"/>
                  </a:lnTo>
                  <a:lnTo>
                    <a:pt x="2079" y="2615"/>
                  </a:lnTo>
                  <a:lnTo>
                    <a:pt x="2159" y="2566"/>
                  </a:lnTo>
                  <a:lnTo>
                    <a:pt x="2235" y="2513"/>
                  </a:lnTo>
                  <a:lnTo>
                    <a:pt x="2307" y="2455"/>
                  </a:lnTo>
                  <a:lnTo>
                    <a:pt x="2375" y="2392"/>
                  </a:lnTo>
                  <a:lnTo>
                    <a:pt x="2438" y="2325"/>
                  </a:lnTo>
                  <a:lnTo>
                    <a:pt x="2498" y="2254"/>
                  </a:lnTo>
                  <a:lnTo>
                    <a:pt x="2553" y="2178"/>
                  </a:lnTo>
                  <a:lnTo>
                    <a:pt x="2604" y="2098"/>
                  </a:lnTo>
                  <a:lnTo>
                    <a:pt x="2649" y="2014"/>
                  </a:lnTo>
                  <a:lnTo>
                    <a:pt x="2690" y="1927"/>
                  </a:lnTo>
                  <a:lnTo>
                    <a:pt x="2725" y="1836"/>
                  </a:lnTo>
                  <a:lnTo>
                    <a:pt x="2741" y="1789"/>
                  </a:lnTo>
                  <a:lnTo>
                    <a:pt x="2750" y="1757"/>
                  </a:lnTo>
                  <a:lnTo>
                    <a:pt x="2766" y="1682"/>
                  </a:lnTo>
                  <a:lnTo>
                    <a:pt x="2783" y="1554"/>
                  </a:lnTo>
                  <a:lnTo>
                    <a:pt x="2790" y="1368"/>
                  </a:lnTo>
                  <a:lnTo>
                    <a:pt x="2784" y="1232"/>
                  </a:lnTo>
                  <a:lnTo>
                    <a:pt x="2774" y="1150"/>
                  </a:lnTo>
                  <a:lnTo>
                    <a:pt x="2767" y="1112"/>
                  </a:lnTo>
                  <a:lnTo>
                    <a:pt x="2756" y="1062"/>
                  </a:lnTo>
                  <a:lnTo>
                    <a:pt x="2729" y="964"/>
                  </a:lnTo>
                  <a:lnTo>
                    <a:pt x="2695" y="869"/>
                  </a:lnTo>
                  <a:lnTo>
                    <a:pt x="2654" y="778"/>
                  </a:lnTo>
                  <a:lnTo>
                    <a:pt x="2606" y="689"/>
                  </a:lnTo>
                  <a:lnTo>
                    <a:pt x="2551" y="604"/>
                  </a:lnTo>
                  <a:lnTo>
                    <a:pt x="2489" y="522"/>
                  </a:lnTo>
                  <a:lnTo>
                    <a:pt x="2420" y="442"/>
                  </a:lnTo>
                  <a:lnTo>
                    <a:pt x="2382" y="404"/>
                  </a:lnTo>
                  <a:lnTo>
                    <a:pt x="2344" y="367"/>
                  </a:lnTo>
                  <a:lnTo>
                    <a:pt x="2265" y="298"/>
                  </a:lnTo>
                  <a:lnTo>
                    <a:pt x="2182" y="236"/>
                  </a:lnTo>
                  <a:lnTo>
                    <a:pt x="2095" y="181"/>
                  </a:lnTo>
                  <a:lnTo>
                    <a:pt x="2005" y="133"/>
                  </a:lnTo>
                  <a:lnTo>
                    <a:pt x="1911" y="92"/>
                  </a:lnTo>
                  <a:lnTo>
                    <a:pt x="1813" y="58"/>
                  </a:lnTo>
                  <a:lnTo>
                    <a:pt x="1713" y="31"/>
                  </a:lnTo>
                  <a:lnTo>
                    <a:pt x="1661" y="21"/>
                  </a:lnTo>
                  <a:lnTo>
                    <a:pt x="1608" y="12"/>
                  </a:lnTo>
                  <a:lnTo>
                    <a:pt x="1477" y="1"/>
                  </a:lnTo>
                  <a:lnTo>
                    <a:pt x="1336" y="0"/>
                  </a:lnTo>
                  <a:lnTo>
                    <a:pt x="1206" y="7"/>
                  </a:lnTo>
                  <a:lnTo>
                    <a:pt x="1154" y="14"/>
                  </a:lnTo>
                  <a:close/>
                  <a:moveTo>
                    <a:pt x="1616" y="489"/>
                  </a:moveTo>
                  <a:lnTo>
                    <a:pt x="1679" y="506"/>
                  </a:lnTo>
                  <a:lnTo>
                    <a:pt x="1794" y="552"/>
                  </a:lnTo>
                  <a:lnTo>
                    <a:pt x="1900" y="613"/>
                  </a:lnTo>
                  <a:lnTo>
                    <a:pt x="2000" y="691"/>
                  </a:lnTo>
                  <a:lnTo>
                    <a:pt x="2049" y="737"/>
                  </a:lnTo>
                  <a:lnTo>
                    <a:pt x="2086" y="776"/>
                  </a:lnTo>
                  <a:lnTo>
                    <a:pt x="2152" y="853"/>
                  </a:lnTo>
                  <a:lnTo>
                    <a:pt x="2206" y="932"/>
                  </a:lnTo>
                  <a:lnTo>
                    <a:pt x="2249" y="1014"/>
                  </a:lnTo>
                  <a:lnTo>
                    <a:pt x="2282" y="1099"/>
                  </a:lnTo>
                  <a:lnTo>
                    <a:pt x="2305" y="1189"/>
                  </a:lnTo>
                  <a:lnTo>
                    <a:pt x="2318" y="1284"/>
                  </a:lnTo>
                  <a:lnTo>
                    <a:pt x="2321" y="1385"/>
                  </a:lnTo>
                  <a:lnTo>
                    <a:pt x="2319" y="1439"/>
                  </a:lnTo>
                  <a:lnTo>
                    <a:pt x="2314" y="1512"/>
                  </a:lnTo>
                  <a:lnTo>
                    <a:pt x="2300" y="1608"/>
                  </a:lnTo>
                  <a:lnTo>
                    <a:pt x="2286" y="1667"/>
                  </a:lnTo>
                  <a:lnTo>
                    <a:pt x="2268" y="1724"/>
                  </a:lnTo>
                  <a:lnTo>
                    <a:pt x="2245" y="1779"/>
                  </a:lnTo>
                  <a:lnTo>
                    <a:pt x="2201" y="1861"/>
                  </a:lnTo>
                  <a:lnTo>
                    <a:pt x="2162" y="1919"/>
                  </a:lnTo>
                  <a:lnTo>
                    <a:pt x="2136" y="1956"/>
                  </a:lnTo>
                  <a:lnTo>
                    <a:pt x="2079" y="2024"/>
                  </a:lnTo>
                  <a:lnTo>
                    <a:pt x="2017" y="2086"/>
                  </a:lnTo>
                  <a:lnTo>
                    <a:pt x="1948" y="2142"/>
                  </a:lnTo>
                  <a:lnTo>
                    <a:pt x="1874" y="2191"/>
                  </a:lnTo>
                  <a:lnTo>
                    <a:pt x="1796" y="2233"/>
                  </a:lnTo>
                  <a:lnTo>
                    <a:pt x="1713" y="2268"/>
                  </a:lnTo>
                  <a:lnTo>
                    <a:pt x="1626" y="2295"/>
                  </a:lnTo>
                  <a:lnTo>
                    <a:pt x="1581" y="2306"/>
                  </a:lnTo>
                  <a:lnTo>
                    <a:pt x="1529" y="2316"/>
                  </a:lnTo>
                  <a:lnTo>
                    <a:pt x="1440" y="2327"/>
                  </a:lnTo>
                  <a:lnTo>
                    <a:pt x="1358" y="2327"/>
                  </a:lnTo>
                  <a:lnTo>
                    <a:pt x="1268" y="2316"/>
                  </a:lnTo>
                  <a:lnTo>
                    <a:pt x="1216" y="2306"/>
                  </a:lnTo>
                  <a:lnTo>
                    <a:pt x="1152" y="2291"/>
                  </a:lnTo>
                  <a:lnTo>
                    <a:pt x="1031" y="2247"/>
                  </a:lnTo>
                  <a:lnTo>
                    <a:pt x="917" y="2188"/>
                  </a:lnTo>
                  <a:lnTo>
                    <a:pt x="813" y="2114"/>
                  </a:lnTo>
                  <a:lnTo>
                    <a:pt x="720" y="2028"/>
                  </a:lnTo>
                  <a:lnTo>
                    <a:pt x="639" y="1929"/>
                  </a:lnTo>
                  <a:lnTo>
                    <a:pt x="571" y="1821"/>
                  </a:lnTo>
                  <a:lnTo>
                    <a:pt x="519" y="1703"/>
                  </a:lnTo>
                  <a:lnTo>
                    <a:pt x="499" y="1641"/>
                  </a:lnTo>
                  <a:lnTo>
                    <a:pt x="492" y="1616"/>
                  </a:lnTo>
                  <a:lnTo>
                    <a:pt x="481" y="1559"/>
                  </a:lnTo>
                  <a:lnTo>
                    <a:pt x="471" y="1464"/>
                  </a:lnTo>
                  <a:lnTo>
                    <a:pt x="471" y="1331"/>
                  </a:lnTo>
                  <a:lnTo>
                    <a:pt x="481" y="1237"/>
                  </a:lnTo>
                  <a:lnTo>
                    <a:pt x="492" y="1180"/>
                  </a:lnTo>
                  <a:lnTo>
                    <a:pt x="499" y="1156"/>
                  </a:lnTo>
                  <a:lnTo>
                    <a:pt x="518" y="1095"/>
                  </a:lnTo>
                  <a:lnTo>
                    <a:pt x="569" y="978"/>
                  </a:lnTo>
                  <a:lnTo>
                    <a:pt x="635" y="870"/>
                  </a:lnTo>
                  <a:lnTo>
                    <a:pt x="712" y="772"/>
                  </a:lnTo>
                  <a:lnTo>
                    <a:pt x="801" y="684"/>
                  </a:lnTo>
                  <a:lnTo>
                    <a:pt x="900" y="610"/>
                  </a:lnTo>
                  <a:lnTo>
                    <a:pt x="1007" y="549"/>
                  </a:lnTo>
                  <a:lnTo>
                    <a:pt x="1120" y="503"/>
                  </a:lnTo>
                  <a:lnTo>
                    <a:pt x="1179" y="487"/>
                  </a:lnTo>
                  <a:lnTo>
                    <a:pt x="1226" y="478"/>
                  </a:lnTo>
                  <a:lnTo>
                    <a:pt x="1339" y="467"/>
                  </a:lnTo>
                  <a:lnTo>
                    <a:pt x="1458" y="467"/>
                  </a:lnTo>
                  <a:lnTo>
                    <a:pt x="1569" y="479"/>
                  </a:lnTo>
                  <a:lnTo>
                    <a:pt x="1616" y="48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98">
              <a:extLst>
                <a:ext uri="{FF2B5EF4-FFF2-40B4-BE49-F238E27FC236}">
                  <a16:creationId xmlns:a16="http://schemas.microsoft.com/office/drawing/2014/main" id="{B5815347-DF85-711D-1832-F5612950E7A1}"/>
                </a:ext>
              </a:extLst>
            </p:cNvPr>
            <p:cNvSpPr>
              <a:spLocks/>
            </p:cNvSpPr>
            <p:nvPr/>
          </p:nvSpPr>
          <p:spPr bwMode="auto">
            <a:xfrm>
              <a:off x="4389438" y="1536700"/>
              <a:ext cx="292100" cy="288925"/>
            </a:xfrm>
            <a:custGeom>
              <a:avLst/>
              <a:gdLst>
                <a:gd name="T0" fmla="*/ 553 w 1240"/>
                <a:gd name="T1" fmla="*/ 21 h 1230"/>
                <a:gd name="T2" fmla="*/ 513 w 1240"/>
                <a:gd name="T3" fmla="*/ 33 h 1230"/>
                <a:gd name="T4" fmla="*/ 437 w 1240"/>
                <a:gd name="T5" fmla="*/ 64 h 1230"/>
                <a:gd name="T6" fmla="*/ 365 w 1240"/>
                <a:gd name="T7" fmla="*/ 101 h 1230"/>
                <a:gd name="T8" fmla="*/ 299 w 1240"/>
                <a:gd name="T9" fmla="*/ 146 h 1230"/>
                <a:gd name="T10" fmla="*/ 238 w 1240"/>
                <a:gd name="T11" fmla="*/ 198 h 1230"/>
                <a:gd name="T12" fmla="*/ 182 w 1240"/>
                <a:gd name="T13" fmla="*/ 256 h 1230"/>
                <a:gd name="T14" fmla="*/ 133 w 1240"/>
                <a:gd name="T15" fmla="*/ 320 h 1230"/>
                <a:gd name="T16" fmla="*/ 90 w 1240"/>
                <a:gd name="T17" fmla="*/ 391 h 1230"/>
                <a:gd name="T18" fmla="*/ 71 w 1240"/>
                <a:gd name="T19" fmla="*/ 428 h 1230"/>
                <a:gd name="T20" fmla="*/ 57 w 1240"/>
                <a:gd name="T21" fmla="*/ 459 h 1230"/>
                <a:gd name="T22" fmla="*/ 34 w 1240"/>
                <a:gd name="T23" fmla="*/ 523 h 1230"/>
                <a:gd name="T24" fmla="*/ 16 w 1240"/>
                <a:gd name="T25" fmla="*/ 588 h 1230"/>
                <a:gd name="T26" fmla="*/ 5 w 1240"/>
                <a:gd name="T27" fmla="*/ 655 h 1230"/>
                <a:gd name="T28" fmla="*/ 0 w 1240"/>
                <a:gd name="T29" fmla="*/ 722 h 1230"/>
                <a:gd name="T30" fmla="*/ 1 w 1240"/>
                <a:gd name="T31" fmla="*/ 790 h 1230"/>
                <a:gd name="T32" fmla="*/ 8 w 1240"/>
                <a:gd name="T33" fmla="*/ 858 h 1230"/>
                <a:gd name="T34" fmla="*/ 22 w 1240"/>
                <a:gd name="T35" fmla="*/ 925 h 1230"/>
                <a:gd name="T36" fmla="*/ 31 w 1240"/>
                <a:gd name="T37" fmla="*/ 958 h 1230"/>
                <a:gd name="T38" fmla="*/ 46 w 1240"/>
                <a:gd name="T39" fmla="*/ 1001 h 1230"/>
                <a:gd name="T40" fmla="*/ 86 w 1240"/>
                <a:gd name="T41" fmla="*/ 1093 h 1230"/>
                <a:gd name="T42" fmla="*/ 131 w 1240"/>
                <a:gd name="T43" fmla="*/ 1174 h 1230"/>
                <a:gd name="T44" fmla="*/ 159 w 1240"/>
                <a:gd name="T45" fmla="*/ 1214 h 1230"/>
                <a:gd name="T46" fmla="*/ 174 w 1240"/>
                <a:gd name="T47" fmla="*/ 1228 h 1230"/>
                <a:gd name="T48" fmla="*/ 180 w 1240"/>
                <a:gd name="T49" fmla="*/ 1230 h 1230"/>
                <a:gd name="T50" fmla="*/ 215 w 1240"/>
                <a:gd name="T51" fmla="*/ 1200 h 1230"/>
                <a:gd name="T52" fmla="*/ 506 w 1240"/>
                <a:gd name="T53" fmla="*/ 916 h 1230"/>
                <a:gd name="T54" fmla="*/ 716 w 1240"/>
                <a:gd name="T55" fmla="*/ 706 h 1230"/>
                <a:gd name="T56" fmla="*/ 1240 w 1240"/>
                <a:gd name="T57" fmla="*/ 183 h 1230"/>
                <a:gd name="T58" fmla="*/ 1168 w 1240"/>
                <a:gd name="T59" fmla="*/ 131 h 1230"/>
                <a:gd name="T60" fmla="*/ 1137 w 1240"/>
                <a:gd name="T61" fmla="*/ 110 h 1230"/>
                <a:gd name="T62" fmla="*/ 1068 w 1240"/>
                <a:gd name="T63" fmla="*/ 74 h 1230"/>
                <a:gd name="T64" fmla="*/ 993 w 1240"/>
                <a:gd name="T65" fmla="*/ 44 h 1230"/>
                <a:gd name="T66" fmla="*/ 913 w 1240"/>
                <a:gd name="T67" fmla="*/ 21 h 1230"/>
                <a:gd name="T68" fmla="*/ 830 w 1240"/>
                <a:gd name="T69" fmla="*/ 6 h 1230"/>
                <a:gd name="T70" fmla="*/ 748 w 1240"/>
                <a:gd name="T71" fmla="*/ 0 h 1230"/>
                <a:gd name="T72" fmla="*/ 666 w 1240"/>
                <a:gd name="T73" fmla="*/ 1 h 1230"/>
                <a:gd name="T74" fmla="*/ 589 w 1240"/>
                <a:gd name="T75" fmla="*/ 12 h 1230"/>
                <a:gd name="T76" fmla="*/ 553 w 1240"/>
                <a:gd name="T77" fmla="*/ 21 h 1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40" h="1230">
                  <a:moveTo>
                    <a:pt x="553" y="21"/>
                  </a:moveTo>
                  <a:lnTo>
                    <a:pt x="513" y="33"/>
                  </a:lnTo>
                  <a:lnTo>
                    <a:pt x="437" y="64"/>
                  </a:lnTo>
                  <a:lnTo>
                    <a:pt x="365" y="101"/>
                  </a:lnTo>
                  <a:lnTo>
                    <a:pt x="299" y="146"/>
                  </a:lnTo>
                  <a:lnTo>
                    <a:pt x="238" y="198"/>
                  </a:lnTo>
                  <a:lnTo>
                    <a:pt x="182" y="256"/>
                  </a:lnTo>
                  <a:lnTo>
                    <a:pt x="133" y="320"/>
                  </a:lnTo>
                  <a:lnTo>
                    <a:pt x="90" y="391"/>
                  </a:lnTo>
                  <a:lnTo>
                    <a:pt x="71" y="428"/>
                  </a:lnTo>
                  <a:lnTo>
                    <a:pt x="57" y="459"/>
                  </a:lnTo>
                  <a:lnTo>
                    <a:pt x="34" y="523"/>
                  </a:lnTo>
                  <a:lnTo>
                    <a:pt x="16" y="588"/>
                  </a:lnTo>
                  <a:lnTo>
                    <a:pt x="5" y="655"/>
                  </a:lnTo>
                  <a:lnTo>
                    <a:pt x="0" y="722"/>
                  </a:lnTo>
                  <a:lnTo>
                    <a:pt x="1" y="790"/>
                  </a:lnTo>
                  <a:lnTo>
                    <a:pt x="8" y="858"/>
                  </a:lnTo>
                  <a:lnTo>
                    <a:pt x="22" y="925"/>
                  </a:lnTo>
                  <a:lnTo>
                    <a:pt x="31" y="958"/>
                  </a:lnTo>
                  <a:lnTo>
                    <a:pt x="46" y="1001"/>
                  </a:lnTo>
                  <a:lnTo>
                    <a:pt x="86" y="1093"/>
                  </a:lnTo>
                  <a:lnTo>
                    <a:pt x="131" y="1174"/>
                  </a:lnTo>
                  <a:lnTo>
                    <a:pt x="159" y="1214"/>
                  </a:lnTo>
                  <a:lnTo>
                    <a:pt x="174" y="1228"/>
                  </a:lnTo>
                  <a:lnTo>
                    <a:pt x="180" y="1230"/>
                  </a:lnTo>
                  <a:lnTo>
                    <a:pt x="215" y="1200"/>
                  </a:lnTo>
                  <a:lnTo>
                    <a:pt x="506" y="916"/>
                  </a:lnTo>
                  <a:lnTo>
                    <a:pt x="716" y="706"/>
                  </a:lnTo>
                  <a:lnTo>
                    <a:pt x="1240" y="183"/>
                  </a:lnTo>
                  <a:lnTo>
                    <a:pt x="1168" y="131"/>
                  </a:lnTo>
                  <a:lnTo>
                    <a:pt x="1137" y="110"/>
                  </a:lnTo>
                  <a:lnTo>
                    <a:pt x="1068" y="74"/>
                  </a:lnTo>
                  <a:lnTo>
                    <a:pt x="993" y="44"/>
                  </a:lnTo>
                  <a:lnTo>
                    <a:pt x="913" y="21"/>
                  </a:lnTo>
                  <a:lnTo>
                    <a:pt x="830" y="6"/>
                  </a:lnTo>
                  <a:lnTo>
                    <a:pt x="748" y="0"/>
                  </a:lnTo>
                  <a:lnTo>
                    <a:pt x="666" y="1"/>
                  </a:lnTo>
                  <a:lnTo>
                    <a:pt x="589" y="12"/>
                  </a:lnTo>
                  <a:lnTo>
                    <a:pt x="553"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99">
              <a:extLst>
                <a:ext uri="{FF2B5EF4-FFF2-40B4-BE49-F238E27FC236}">
                  <a16:creationId xmlns:a16="http://schemas.microsoft.com/office/drawing/2014/main" id="{6F71EC08-48B5-1CD7-5B95-1038A54B5358}"/>
                </a:ext>
              </a:extLst>
            </p:cNvPr>
            <p:cNvSpPr>
              <a:spLocks/>
            </p:cNvSpPr>
            <p:nvPr/>
          </p:nvSpPr>
          <p:spPr bwMode="auto">
            <a:xfrm>
              <a:off x="4448176" y="1598613"/>
              <a:ext cx="290513" cy="287338"/>
            </a:xfrm>
            <a:custGeom>
              <a:avLst/>
              <a:gdLst>
                <a:gd name="T0" fmla="*/ 522 w 1234"/>
                <a:gd name="T1" fmla="*/ 523 h 1221"/>
                <a:gd name="T2" fmla="*/ 0 w 1234"/>
                <a:gd name="T3" fmla="*/ 1045 h 1221"/>
                <a:gd name="T4" fmla="*/ 50 w 1234"/>
                <a:gd name="T5" fmla="*/ 1082 h 1221"/>
                <a:gd name="T6" fmla="*/ 84 w 1234"/>
                <a:gd name="T7" fmla="*/ 1105 h 1221"/>
                <a:gd name="T8" fmla="*/ 155 w 1234"/>
                <a:gd name="T9" fmla="*/ 1145 h 1221"/>
                <a:gd name="T10" fmla="*/ 228 w 1234"/>
                <a:gd name="T11" fmla="*/ 1176 h 1221"/>
                <a:gd name="T12" fmla="*/ 303 w 1234"/>
                <a:gd name="T13" fmla="*/ 1199 h 1221"/>
                <a:gd name="T14" fmla="*/ 379 w 1234"/>
                <a:gd name="T15" fmla="*/ 1214 h 1221"/>
                <a:gd name="T16" fmla="*/ 456 w 1234"/>
                <a:gd name="T17" fmla="*/ 1221 h 1221"/>
                <a:gd name="T18" fmla="*/ 533 w 1234"/>
                <a:gd name="T19" fmla="*/ 1220 h 1221"/>
                <a:gd name="T20" fmla="*/ 609 w 1234"/>
                <a:gd name="T21" fmla="*/ 1212 h 1221"/>
                <a:gd name="T22" fmla="*/ 684 w 1234"/>
                <a:gd name="T23" fmla="*/ 1196 h 1221"/>
                <a:gd name="T24" fmla="*/ 758 w 1234"/>
                <a:gd name="T25" fmla="*/ 1173 h 1221"/>
                <a:gd name="T26" fmla="*/ 828 w 1234"/>
                <a:gd name="T27" fmla="*/ 1142 h 1221"/>
                <a:gd name="T28" fmla="*/ 895 w 1234"/>
                <a:gd name="T29" fmla="*/ 1104 h 1221"/>
                <a:gd name="T30" fmla="*/ 959 w 1234"/>
                <a:gd name="T31" fmla="*/ 1060 h 1221"/>
                <a:gd name="T32" fmla="*/ 1018 w 1234"/>
                <a:gd name="T33" fmla="*/ 1008 h 1221"/>
                <a:gd name="T34" fmla="*/ 1072 w 1234"/>
                <a:gd name="T35" fmla="*/ 950 h 1221"/>
                <a:gd name="T36" fmla="*/ 1120 w 1234"/>
                <a:gd name="T37" fmla="*/ 885 h 1221"/>
                <a:gd name="T38" fmla="*/ 1142 w 1234"/>
                <a:gd name="T39" fmla="*/ 850 h 1221"/>
                <a:gd name="T40" fmla="*/ 1159 w 1234"/>
                <a:gd name="T41" fmla="*/ 819 h 1221"/>
                <a:gd name="T42" fmla="*/ 1188 w 1234"/>
                <a:gd name="T43" fmla="*/ 752 h 1221"/>
                <a:gd name="T44" fmla="*/ 1210 w 1234"/>
                <a:gd name="T45" fmla="*/ 680 h 1221"/>
                <a:gd name="T46" fmla="*/ 1225 w 1234"/>
                <a:gd name="T47" fmla="*/ 605 h 1221"/>
                <a:gd name="T48" fmla="*/ 1233 w 1234"/>
                <a:gd name="T49" fmla="*/ 528 h 1221"/>
                <a:gd name="T50" fmla="*/ 1234 w 1234"/>
                <a:gd name="T51" fmla="*/ 450 h 1221"/>
                <a:gd name="T52" fmla="*/ 1228 w 1234"/>
                <a:gd name="T53" fmla="*/ 374 h 1221"/>
                <a:gd name="T54" fmla="*/ 1214 w 1234"/>
                <a:gd name="T55" fmla="*/ 300 h 1221"/>
                <a:gd name="T56" fmla="*/ 1203 w 1234"/>
                <a:gd name="T57" fmla="*/ 265 h 1221"/>
                <a:gd name="T58" fmla="*/ 1190 w 1234"/>
                <a:gd name="T59" fmla="*/ 224 h 1221"/>
                <a:gd name="T60" fmla="*/ 1150 w 1234"/>
                <a:gd name="T61" fmla="*/ 135 h 1221"/>
                <a:gd name="T62" fmla="*/ 1107 w 1234"/>
                <a:gd name="T63" fmla="*/ 55 h 1221"/>
                <a:gd name="T64" fmla="*/ 1078 w 1234"/>
                <a:gd name="T65" fmla="*/ 15 h 1221"/>
                <a:gd name="T66" fmla="*/ 1064 w 1234"/>
                <a:gd name="T67" fmla="*/ 1 h 1221"/>
                <a:gd name="T68" fmla="*/ 1058 w 1234"/>
                <a:gd name="T69" fmla="*/ 0 h 1221"/>
                <a:gd name="T70" fmla="*/ 1023 w 1234"/>
                <a:gd name="T71" fmla="*/ 29 h 1221"/>
                <a:gd name="T72" fmla="*/ 732 w 1234"/>
                <a:gd name="T73" fmla="*/ 314 h 1221"/>
                <a:gd name="T74" fmla="*/ 522 w 1234"/>
                <a:gd name="T75" fmla="*/ 523 h 1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4" h="1221">
                  <a:moveTo>
                    <a:pt x="522" y="523"/>
                  </a:moveTo>
                  <a:lnTo>
                    <a:pt x="0" y="1045"/>
                  </a:lnTo>
                  <a:lnTo>
                    <a:pt x="50" y="1082"/>
                  </a:lnTo>
                  <a:lnTo>
                    <a:pt x="84" y="1105"/>
                  </a:lnTo>
                  <a:lnTo>
                    <a:pt x="155" y="1145"/>
                  </a:lnTo>
                  <a:lnTo>
                    <a:pt x="228" y="1176"/>
                  </a:lnTo>
                  <a:lnTo>
                    <a:pt x="303" y="1199"/>
                  </a:lnTo>
                  <a:lnTo>
                    <a:pt x="379" y="1214"/>
                  </a:lnTo>
                  <a:lnTo>
                    <a:pt x="456" y="1221"/>
                  </a:lnTo>
                  <a:lnTo>
                    <a:pt x="533" y="1220"/>
                  </a:lnTo>
                  <a:lnTo>
                    <a:pt x="609" y="1212"/>
                  </a:lnTo>
                  <a:lnTo>
                    <a:pt x="684" y="1196"/>
                  </a:lnTo>
                  <a:lnTo>
                    <a:pt x="758" y="1173"/>
                  </a:lnTo>
                  <a:lnTo>
                    <a:pt x="828" y="1142"/>
                  </a:lnTo>
                  <a:lnTo>
                    <a:pt x="895" y="1104"/>
                  </a:lnTo>
                  <a:lnTo>
                    <a:pt x="959" y="1060"/>
                  </a:lnTo>
                  <a:lnTo>
                    <a:pt x="1018" y="1008"/>
                  </a:lnTo>
                  <a:lnTo>
                    <a:pt x="1072" y="950"/>
                  </a:lnTo>
                  <a:lnTo>
                    <a:pt x="1120" y="885"/>
                  </a:lnTo>
                  <a:lnTo>
                    <a:pt x="1142" y="850"/>
                  </a:lnTo>
                  <a:lnTo>
                    <a:pt x="1159" y="819"/>
                  </a:lnTo>
                  <a:lnTo>
                    <a:pt x="1188" y="752"/>
                  </a:lnTo>
                  <a:lnTo>
                    <a:pt x="1210" y="680"/>
                  </a:lnTo>
                  <a:lnTo>
                    <a:pt x="1225" y="605"/>
                  </a:lnTo>
                  <a:lnTo>
                    <a:pt x="1233" y="528"/>
                  </a:lnTo>
                  <a:lnTo>
                    <a:pt x="1234" y="450"/>
                  </a:lnTo>
                  <a:lnTo>
                    <a:pt x="1228" y="374"/>
                  </a:lnTo>
                  <a:lnTo>
                    <a:pt x="1214" y="300"/>
                  </a:lnTo>
                  <a:lnTo>
                    <a:pt x="1203" y="265"/>
                  </a:lnTo>
                  <a:lnTo>
                    <a:pt x="1190" y="224"/>
                  </a:lnTo>
                  <a:lnTo>
                    <a:pt x="1150" y="135"/>
                  </a:lnTo>
                  <a:lnTo>
                    <a:pt x="1107" y="55"/>
                  </a:lnTo>
                  <a:lnTo>
                    <a:pt x="1078" y="15"/>
                  </a:lnTo>
                  <a:lnTo>
                    <a:pt x="1064" y="1"/>
                  </a:lnTo>
                  <a:lnTo>
                    <a:pt x="1058" y="0"/>
                  </a:lnTo>
                  <a:lnTo>
                    <a:pt x="1023" y="29"/>
                  </a:lnTo>
                  <a:lnTo>
                    <a:pt x="732" y="314"/>
                  </a:lnTo>
                  <a:lnTo>
                    <a:pt x="522" y="5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200">
              <a:extLst>
                <a:ext uri="{FF2B5EF4-FFF2-40B4-BE49-F238E27FC236}">
                  <a16:creationId xmlns:a16="http://schemas.microsoft.com/office/drawing/2014/main" id="{0EB62849-2AF9-F0B6-9D61-5BE433BF753A}"/>
                </a:ext>
              </a:extLst>
            </p:cNvPr>
            <p:cNvSpPr>
              <a:spLocks/>
            </p:cNvSpPr>
            <p:nvPr/>
          </p:nvSpPr>
          <p:spPr bwMode="auto">
            <a:xfrm>
              <a:off x="3543301" y="1558925"/>
              <a:ext cx="219075" cy="44450"/>
            </a:xfrm>
            <a:custGeom>
              <a:avLst/>
              <a:gdLst>
                <a:gd name="T0" fmla="*/ 16 w 932"/>
                <a:gd name="T1" fmla="*/ 32 h 184"/>
                <a:gd name="T2" fmla="*/ 7 w 932"/>
                <a:gd name="T3" fmla="*/ 51 h 184"/>
                <a:gd name="T4" fmla="*/ 0 w 932"/>
                <a:gd name="T5" fmla="*/ 87 h 184"/>
                <a:gd name="T6" fmla="*/ 5 w 932"/>
                <a:gd name="T7" fmla="*/ 120 h 184"/>
                <a:gd name="T8" fmla="*/ 22 w 932"/>
                <a:gd name="T9" fmla="*/ 146 h 184"/>
                <a:gd name="T10" fmla="*/ 36 w 932"/>
                <a:gd name="T11" fmla="*/ 157 h 184"/>
                <a:gd name="T12" fmla="*/ 49 w 932"/>
                <a:gd name="T13" fmla="*/ 165 h 184"/>
                <a:gd name="T14" fmla="*/ 98 w 932"/>
                <a:gd name="T15" fmla="*/ 175 h 184"/>
                <a:gd name="T16" fmla="*/ 252 w 932"/>
                <a:gd name="T17" fmla="*/ 183 h 184"/>
                <a:gd name="T18" fmla="*/ 466 w 932"/>
                <a:gd name="T19" fmla="*/ 184 h 184"/>
                <a:gd name="T20" fmla="*/ 680 w 932"/>
                <a:gd name="T21" fmla="*/ 183 h 184"/>
                <a:gd name="T22" fmla="*/ 834 w 932"/>
                <a:gd name="T23" fmla="*/ 175 h 184"/>
                <a:gd name="T24" fmla="*/ 883 w 932"/>
                <a:gd name="T25" fmla="*/ 165 h 184"/>
                <a:gd name="T26" fmla="*/ 896 w 932"/>
                <a:gd name="T27" fmla="*/ 157 h 184"/>
                <a:gd name="T28" fmla="*/ 910 w 932"/>
                <a:gd name="T29" fmla="*/ 146 h 184"/>
                <a:gd name="T30" fmla="*/ 927 w 932"/>
                <a:gd name="T31" fmla="*/ 120 h 184"/>
                <a:gd name="T32" fmla="*/ 932 w 932"/>
                <a:gd name="T33" fmla="*/ 87 h 184"/>
                <a:gd name="T34" fmla="*/ 925 w 932"/>
                <a:gd name="T35" fmla="*/ 51 h 184"/>
                <a:gd name="T36" fmla="*/ 916 w 932"/>
                <a:gd name="T37" fmla="*/ 32 h 184"/>
                <a:gd name="T38" fmla="*/ 913 w 932"/>
                <a:gd name="T39" fmla="*/ 27 h 184"/>
                <a:gd name="T40" fmla="*/ 904 w 932"/>
                <a:gd name="T41" fmla="*/ 18 h 184"/>
                <a:gd name="T42" fmla="*/ 877 w 932"/>
                <a:gd name="T43" fmla="*/ 9 h 184"/>
                <a:gd name="T44" fmla="*/ 725 w 932"/>
                <a:gd name="T45" fmla="*/ 1 h 184"/>
                <a:gd name="T46" fmla="*/ 466 w 932"/>
                <a:gd name="T47" fmla="*/ 0 h 184"/>
                <a:gd name="T48" fmla="*/ 207 w 932"/>
                <a:gd name="T49" fmla="*/ 1 h 184"/>
                <a:gd name="T50" fmla="*/ 55 w 932"/>
                <a:gd name="T51" fmla="*/ 9 h 184"/>
                <a:gd name="T52" fmla="*/ 28 w 932"/>
                <a:gd name="T53" fmla="*/ 18 h 184"/>
                <a:gd name="T54" fmla="*/ 19 w 932"/>
                <a:gd name="T55" fmla="*/ 27 h 184"/>
                <a:gd name="T56" fmla="*/ 16 w 932"/>
                <a:gd name="T57" fmla="*/ 32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32" h="184">
                  <a:moveTo>
                    <a:pt x="16" y="32"/>
                  </a:moveTo>
                  <a:lnTo>
                    <a:pt x="7" y="51"/>
                  </a:lnTo>
                  <a:lnTo>
                    <a:pt x="0" y="87"/>
                  </a:lnTo>
                  <a:lnTo>
                    <a:pt x="5" y="120"/>
                  </a:lnTo>
                  <a:lnTo>
                    <a:pt x="22" y="146"/>
                  </a:lnTo>
                  <a:lnTo>
                    <a:pt x="36" y="157"/>
                  </a:lnTo>
                  <a:lnTo>
                    <a:pt x="49" y="165"/>
                  </a:lnTo>
                  <a:lnTo>
                    <a:pt x="98" y="175"/>
                  </a:lnTo>
                  <a:lnTo>
                    <a:pt x="252" y="183"/>
                  </a:lnTo>
                  <a:lnTo>
                    <a:pt x="466" y="184"/>
                  </a:lnTo>
                  <a:lnTo>
                    <a:pt x="680" y="183"/>
                  </a:lnTo>
                  <a:lnTo>
                    <a:pt x="834" y="175"/>
                  </a:lnTo>
                  <a:lnTo>
                    <a:pt x="883" y="165"/>
                  </a:lnTo>
                  <a:lnTo>
                    <a:pt x="896" y="157"/>
                  </a:lnTo>
                  <a:lnTo>
                    <a:pt x="910" y="146"/>
                  </a:lnTo>
                  <a:lnTo>
                    <a:pt x="927" y="120"/>
                  </a:lnTo>
                  <a:lnTo>
                    <a:pt x="932" y="87"/>
                  </a:lnTo>
                  <a:lnTo>
                    <a:pt x="925" y="51"/>
                  </a:lnTo>
                  <a:lnTo>
                    <a:pt x="916" y="32"/>
                  </a:lnTo>
                  <a:lnTo>
                    <a:pt x="913" y="27"/>
                  </a:lnTo>
                  <a:lnTo>
                    <a:pt x="904" y="18"/>
                  </a:lnTo>
                  <a:lnTo>
                    <a:pt x="877" y="9"/>
                  </a:lnTo>
                  <a:lnTo>
                    <a:pt x="725" y="1"/>
                  </a:lnTo>
                  <a:lnTo>
                    <a:pt x="466" y="0"/>
                  </a:lnTo>
                  <a:lnTo>
                    <a:pt x="207" y="1"/>
                  </a:lnTo>
                  <a:lnTo>
                    <a:pt x="55" y="9"/>
                  </a:lnTo>
                  <a:lnTo>
                    <a:pt x="28" y="18"/>
                  </a:lnTo>
                  <a:lnTo>
                    <a:pt x="19" y="27"/>
                  </a:lnTo>
                  <a:lnTo>
                    <a:pt x="16"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201">
              <a:extLst>
                <a:ext uri="{FF2B5EF4-FFF2-40B4-BE49-F238E27FC236}">
                  <a16:creationId xmlns:a16="http://schemas.microsoft.com/office/drawing/2014/main" id="{5571C31A-BB85-18B9-32FF-A4F3296CD2CE}"/>
                </a:ext>
              </a:extLst>
            </p:cNvPr>
            <p:cNvSpPr>
              <a:spLocks/>
            </p:cNvSpPr>
            <p:nvPr/>
          </p:nvSpPr>
          <p:spPr bwMode="auto">
            <a:xfrm>
              <a:off x="3543301" y="1668463"/>
              <a:ext cx="371475" cy="44450"/>
            </a:xfrm>
            <a:custGeom>
              <a:avLst/>
              <a:gdLst>
                <a:gd name="T0" fmla="*/ 16 w 1582"/>
                <a:gd name="T1" fmla="*/ 32 h 183"/>
                <a:gd name="T2" fmla="*/ 7 w 1582"/>
                <a:gd name="T3" fmla="*/ 51 h 183"/>
                <a:gd name="T4" fmla="*/ 0 w 1582"/>
                <a:gd name="T5" fmla="*/ 87 h 183"/>
                <a:gd name="T6" fmla="*/ 5 w 1582"/>
                <a:gd name="T7" fmla="*/ 119 h 183"/>
                <a:gd name="T8" fmla="*/ 22 w 1582"/>
                <a:gd name="T9" fmla="*/ 146 h 183"/>
                <a:gd name="T10" fmla="*/ 36 w 1582"/>
                <a:gd name="T11" fmla="*/ 157 h 183"/>
                <a:gd name="T12" fmla="*/ 43 w 1582"/>
                <a:gd name="T13" fmla="*/ 161 h 183"/>
                <a:gd name="T14" fmla="*/ 64 w 1582"/>
                <a:gd name="T15" fmla="*/ 168 h 183"/>
                <a:gd name="T16" fmla="*/ 122 w 1582"/>
                <a:gd name="T17" fmla="*/ 176 h 183"/>
                <a:gd name="T18" fmla="*/ 394 w 1582"/>
                <a:gd name="T19" fmla="*/ 183 h 183"/>
                <a:gd name="T20" fmla="*/ 801 w 1582"/>
                <a:gd name="T21" fmla="*/ 183 h 183"/>
                <a:gd name="T22" fmla="*/ 1234 w 1582"/>
                <a:gd name="T23" fmla="*/ 183 h 183"/>
                <a:gd name="T24" fmla="*/ 1489 w 1582"/>
                <a:gd name="T25" fmla="*/ 176 h 183"/>
                <a:gd name="T26" fmla="*/ 1535 w 1582"/>
                <a:gd name="T27" fmla="*/ 167 h 183"/>
                <a:gd name="T28" fmla="*/ 1549 w 1582"/>
                <a:gd name="T29" fmla="*/ 158 h 183"/>
                <a:gd name="T30" fmla="*/ 1554 w 1582"/>
                <a:gd name="T31" fmla="*/ 153 h 183"/>
                <a:gd name="T32" fmla="*/ 1566 w 1582"/>
                <a:gd name="T33" fmla="*/ 139 h 183"/>
                <a:gd name="T34" fmla="*/ 1580 w 1582"/>
                <a:gd name="T35" fmla="*/ 103 h 183"/>
                <a:gd name="T36" fmla="*/ 1582 w 1582"/>
                <a:gd name="T37" fmla="*/ 65 h 183"/>
                <a:gd name="T38" fmla="*/ 1572 w 1582"/>
                <a:gd name="T39" fmla="*/ 32 h 183"/>
                <a:gd name="T40" fmla="*/ 1563 w 1582"/>
                <a:gd name="T41" fmla="*/ 20 h 183"/>
                <a:gd name="T42" fmla="*/ 1551 w 1582"/>
                <a:gd name="T43" fmla="*/ 15 h 183"/>
                <a:gd name="T44" fmla="*/ 1464 w 1582"/>
                <a:gd name="T45" fmla="*/ 7 h 183"/>
                <a:gd name="T46" fmla="*/ 1165 w 1582"/>
                <a:gd name="T47" fmla="*/ 1 h 183"/>
                <a:gd name="T48" fmla="*/ 788 w 1582"/>
                <a:gd name="T49" fmla="*/ 0 h 183"/>
                <a:gd name="T50" fmla="*/ 329 w 1582"/>
                <a:gd name="T51" fmla="*/ 0 h 183"/>
                <a:gd name="T52" fmla="*/ 71 w 1582"/>
                <a:gd name="T53" fmla="*/ 8 h 183"/>
                <a:gd name="T54" fmla="*/ 30 w 1582"/>
                <a:gd name="T55" fmla="*/ 18 h 183"/>
                <a:gd name="T56" fmla="*/ 19 w 1582"/>
                <a:gd name="T57" fmla="*/ 26 h 183"/>
                <a:gd name="T58" fmla="*/ 16 w 1582"/>
                <a:gd name="T59" fmla="*/ 32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82" h="183">
                  <a:moveTo>
                    <a:pt x="16" y="32"/>
                  </a:moveTo>
                  <a:lnTo>
                    <a:pt x="7" y="51"/>
                  </a:lnTo>
                  <a:lnTo>
                    <a:pt x="0" y="87"/>
                  </a:lnTo>
                  <a:lnTo>
                    <a:pt x="5" y="119"/>
                  </a:lnTo>
                  <a:lnTo>
                    <a:pt x="22" y="146"/>
                  </a:lnTo>
                  <a:lnTo>
                    <a:pt x="36" y="157"/>
                  </a:lnTo>
                  <a:lnTo>
                    <a:pt x="43" y="161"/>
                  </a:lnTo>
                  <a:lnTo>
                    <a:pt x="64" y="168"/>
                  </a:lnTo>
                  <a:lnTo>
                    <a:pt x="122" y="176"/>
                  </a:lnTo>
                  <a:lnTo>
                    <a:pt x="394" y="183"/>
                  </a:lnTo>
                  <a:lnTo>
                    <a:pt x="801" y="183"/>
                  </a:lnTo>
                  <a:lnTo>
                    <a:pt x="1234" y="183"/>
                  </a:lnTo>
                  <a:lnTo>
                    <a:pt x="1489" y="176"/>
                  </a:lnTo>
                  <a:lnTo>
                    <a:pt x="1535" y="167"/>
                  </a:lnTo>
                  <a:lnTo>
                    <a:pt x="1549" y="158"/>
                  </a:lnTo>
                  <a:lnTo>
                    <a:pt x="1554" y="153"/>
                  </a:lnTo>
                  <a:lnTo>
                    <a:pt x="1566" y="139"/>
                  </a:lnTo>
                  <a:lnTo>
                    <a:pt x="1580" y="103"/>
                  </a:lnTo>
                  <a:lnTo>
                    <a:pt x="1582" y="65"/>
                  </a:lnTo>
                  <a:lnTo>
                    <a:pt x="1572" y="32"/>
                  </a:lnTo>
                  <a:lnTo>
                    <a:pt x="1563" y="20"/>
                  </a:lnTo>
                  <a:lnTo>
                    <a:pt x="1551" y="15"/>
                  </a:lnTo>
                  <a:lnTo>
                    <a:pt x="1464" y="7"/>
                  </a:lnTo>
                  <a:lnTo>
                    <a:pt x="1165" y="1"/>
                  </a:lnTo>
                  <a:lnTo>
                    <a:pt x="788" y="0"/>
                  </a:lnTo>
                  <a:lnTo>
                    <a:pt x="329" y="0"/>
                  </a:lnTo>
                  <a:lnTo>
                    <a:pt x="71" y="8"/>
                  </a:lnTo>
                  <a:lnTo>
                    <a:pt x="30" y="18"/>
                  </a:lnTo>
                  <a:lnTo>
                    <a:pt x="19" y="26"/>
                  </a:lnTo>
                  <a:lnTo>
                    <a:pt x="16"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5" name="Title 14">
            <a:extLst>
              <a:ext uri="{FF2B5EF4-FFF2-40B4-BE49-F238E27FC236}">
                <a16:creationId xmlns:a16="http://schemas.microsoft.com/office/drawing/2014/main" id="{314735BB-E196-44F8-46EA-0F31286ABAC9}"/>
              </a:ext>
            </a:extLst>
          </p:cNvPr>
          <p:cNvSpPr>
            <a:spLocks noGrp="1"/>
          </p:cNvSpPr>
          <p:nvPr>
            <p:ph type="title"/>
          </p:nvPr>
        </p:nvSpPr>
        <p:spPr/>
        <p:txBody>
          <a:bodyPr/>
          <a:lstStyle/>
          <a:p>
            <a:r>
              <a:rPr lang="ar-EG" dirty="0"/>
              <a:t>شروط استخدام الوثيقة</a:t>
            </a:r>
            <a:endParaRPr lang="en-GB" dirty="0"/>
          </a:p>
        </p:txBody>
      </p:sp>
      <p:sp>
        <p:nvSpPr>
          <p:cNvPr id="21" name="Slide Number Placeholder 20">
            <a:extLst>
              <a:ext uri="{FF2B5EF4-FFF2-40B4-BE49-F238E27FC236}">
                <a16:creationId xmlns:a16="http://schemas.microsoft.com/office/drawing/2014/main" id="{B5915AE3-1F58-1CF9-D2ED-DB930AAA4A56}"/>
              </a:ext>
            </a:extLst>
          </p:cNvPr>
          <p:cNvSpPr>
            <a:spLocks noGrp="1"/>
          </p:cNvSpPr>
          <p:nvPr>
            <p:ph type="sldNum" sz="quarter" idx="12"/>
          </p:nvPr>
        </p:nvSpPr>
        <p:spPr/>
        <p:txBody>
          <a:bodyPr/>
          <a:lstStyle/>
          <a:p>
            <a:fld id="{0BE4EC83-A869-464E-AE9F-881796FB085E}" type="slidenum">
              <a:rPr lang="en-US" smtClean="0"/>
              <a:t>2</a:t>
            </a:fld>
            <a:endParaRPr lang="en-US"/>
          </a:p>
        </p:txBody>
      </p:sp>
    </p:spTree>
    <p:extLst>
      <p:ext uri="{BB962C8B-B14F-4D97-AF65-F5344CB8AC3E}">
        <p14:creationId xmlns:p14="http://schemas.microsoft.com/office/powerpoint/2010/main" val="1046201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right)">
                                      <p:cBhvr>
                                        <p:cTn id="7" dur="500"/>
                                        <p:tgtEl>
                                          <p:spTgt spid="3"/>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5">
            <a:extLst>
              <a:ext uri="{FF2B5EF4-FFF2-40B4-BE49-F238E27FC236}">
                <a16:creationId xmlns:a16="http://schemas.microsoft.com/office/drawing/2014/main" id="{A986DB11-D3A9-4F79-B9C3-E68962CF0AB2}"/>
              </a:ext>
            </a:extLst>
          </p:cNvPr>
          <p:cNvSpPr/>
          <p:nvPr/>
        </p:nvSpPr>
        <p:spPr>
          <a:xfrm>
            <a:off x="609600" y="1227903"/>
            <a:ext cx="10972800" cy="4707246"/>
          </a:xfrm>
          <a:prstGeom prst="roundRect">
            <a:avLst>
              <a:gd name="adj" fmla="val 455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2" name="Title 1">
            <a:extLst>
              <a:ext uri="{FF2B5EF4-FFF2-40B4-BE49-F238E27FC236}">
                <a16:creationId xmlns:a16="http://schemas.microsoft.com/office/drawing/2014/main" id="{36AA3D09-FC72-CC52-40E9-586463D4E6FE}"/>
              </a:ext>
            </a:extLst>
          </p:cNvPr>
          <p:cNvSpPr>
            <a:spLocks noGrp="1"/>
          </p:cNvSpPr>
          <p:nvPr>
            <p:ph type="title"/>
          </p:nvPr>
        </p:nvSpPr>
        <p:spPr>
          <a:xfrm>
            <a:off x="609601" y="561078"/>
            <a:ext cx="10972800" cy="666261"/>
          </a:xfrm>
        </p:spPr>
        <p:txBody>
          <a:bodyPr/>
          <a:lstStyle/>
          <a:p>
            <a:r>
              <a:rPr lang="ar-SA" dirty="0"/>
              <a:t>جدول الإصدارات والمراجعات</a:t>
            </a:r>
            <a:endParaRPr lang="en-US" dirty="0"/>
          </a:p>
        </p:txBody>
      </p:sp>
      <p:sp>
        <p:nvSpPr>
          <p:cNvPr id="6" name="Slide Number Placeholder 5">
            <a:extLst>
              <a:ext uri="{FF2B5EF4-FFF2-40B4-BE49-F238E27FC236}">
                <a16:creationId xmlns:a16="http://schemas.microsoft.com/office/drawing/2014/main" id="{79C5104B-EF4C-774E-96BE-A9A6F06DF198}"/>
              </a:ext>
            </a:extLst>
          </p:cNvPr>
          <p:cNvSpPr>
            <a:spLocks noGrp="1"/>
          </p:cNvSpPr>
          <p:nvPr>
            <p:ph type="sldNum" sz="quarter" idx="12"/>
          </p:nvPr>
        </p:nvSpPr>
        <p:spPr>
          <a:xfrm>
            <a:off x="621452" y="6358188"/>
            <a:ext cx="437375" cy="320040"/>
          </a:xfrm>
        </p:spPr>
        <p:txBody>
          <a:bodyPr/>
          <a:lstStyle/>
          <a:p>
            <a:fld id="{0BE4EC83-A869-464E-AE9F-881796FB085E}" type="slidenum">
              <a:rPr lang="en-US" smtClean="0"/>
              <a:pPr/>
              <a:t>3</a:t>
            </a:fld>
            <a:endParaRPr lang="en-US"/>
          </a:p>
        </p:txBody>
      </p:sp>
      <p:graphicFrame>
        <p:nvGraphicFramePr>
          <p:cNvPr id="5" name="Table 4">
            <a:extLst>
              <a:ext uri="{FF2B5EF4-FFF2-40B4-BE49-F238E27FC236}">
                <a16:creationId xmlns:a16="http://schemas.microsoft.com/office/drawing/2014/main" id="{AB63448E-0F1A-0D74-E927-AEE5C417EBAD}"/>
              </a:ext>
            </a:extLst>
          </p:cNvPr>
          <p:cNvGraphicFramePr>
            <a:graphicFrameLocks noGrp="1"/>
          </p:cNvGraphicFramePr>
          <p:nvPr>
            <p:extLst>
              <p:ext uri="{D42A27DB-BD31-4B8C-83A1-F6EECF244321}">
                <p14:modId xmlns:p14="http://schemas.microsoft.com/office/powerpoint/2010/main" val="2951016015"/>
              </p:ext>
            </p:extLst>
          </p:nvPr>
        </p:nvGraphicFramePr>
        <p:xfrm>
          <a:off x="609600" y="1402206"/>
          <a:ext cx="10972800" cy="4358640"/>
        </p:xfrm>
        <a:graphic>
          <a:graphicData uri="http://schemas.openxmlformats.org/drawingml/2006/table">
            <a:tbl>
              <a:tblPr rtl="1" firstRow="1" firstCol="1" bandRow="1">
                <a:tableStyleId>{2D5ABB26-0587-4C30-8999-92F81FD0307C}</a:tableStyleId>
              </a:tblPr>
              <a:tblGrid>
                <a:gridCol w="1644770">
                  <a:extLst>
                    <a:ext uri="{9D8B030D-6E8A-4147-A177-3AD203B41FA5}">
                      <a16:colId xmlns:a16="http://schemas.microsoft.com/office/drawing/2014/main" val="269800023"/>
                    </a:ext>
                  </a:extLst>
                </a:gridCol>
                <a:gridCol w="1989476">
                  <a:extLst>
                    <a:ext uri="{9D8B030D-6E8A-4147-A177-3AD203B41FA5}">
                      <a16:colId xmlns:a16="http://schemas.microsoft.com/office/drawing/2014/main" val="1238914865"/>
                    </a:ext>
                  </a:extLst>
                </a:gridCol>
                <a:gridCol w="2122098">
                  <a:extLst>
                    <a:ext uri="{9D8B030D-6E8A-4147-A177-3AD203B41FA5}">
                      <a16:colId xmlns:a16="http://schemas.microsoft.com/office/drawing/2014/main" val="687880576"/>
                    </a:ext>
                  </a:extLst>
                </a:gridCol>
                <a:gridCol w="2260121">
                  <a:extLst>
                    <a:ext uri="{9D8B030D-6E8A-4147-A177-3AD203B41FA5}">
                      <a16:colId xmlns:a16="http://schemas.microsoft.com/office/drawing/2014/main" val="3745666283"/>
                    </a:ext>
                  </a:extLst>
                </a:gridCol>
                <a:gridCol w="2956335">
                  <a:extLst>
                    <a:ext uri="{9D8B030D-6E8A-4147-A177-3AD203B41FA5}">
                      <a16:colId xmlns:a16="http://schemas.microsoft.com/office/drawing/2014/main" val="690907759"/>
                    </a:ext>
                  </a:extLst>
                </a:gridCol>
              </a:tblGrid>
              <a:tr h="239259">
                <a:tc>
                  <a:txBody>
                    <a:bodyPr/>
                    <a:lstStyle/>
                    <a:p>
                      <a:pPr marL="0" marR="0" algn="ctr" rtl="1">
                        <a:lnSpc>
                          <a:spcPct val="115000"/>
                        </a:lnSpc>
                        <a:spcAft>
                          <a:spcPts val="800"/>
                        </a:spcAft>
                        <a:buNone/>
                      </a:pPr>
                      <a:r>
                        <a:rPr lang="ar-SA" sz="1600" b="1" kern="100" dirty="0">
                          <a:solidFill>
                            <a:schemeClr val="bg1"/>
                          </a:solidFill>
                          <a:effectLst/>
                        </a:rPr>
                        <a:t>إصدار الوثيقة</a:t>
                      </a:r>
                      <a:endParaRPr lang="en-US" sz="1600" b="1" kern="100" dirty="0">
                        <a:solidFill>
                          <a:schemeClr val="bg1"/>
                        </a:solidFill>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solidFill>
                      <a:schemeClr val="accent1"/>
                    </a:solidFill>
                  </a:tcPr>
                </a:tc>
                <a:tc>
                  <a:txBody>
                    <a:bodyPr/>
                    <a:lstStyle/>
                    <a:p>
                      <a:pPr marL="0" marR="0" algn="ctr" rtl="1">
                        <a:lnSpc>
                          <a:spcPct val="115000"/>
                        </a:lnSpc>
                        <a:spcAft>
                          <a:spcPts val="800"/>
                        </a:spcAft>
                        <a:buNone/>
                      </a:pPr>
                      <a:r>
                        <a:rPr lang="ar-SA" sz="1600" b="1" kern="100" dirty="0">
                          <a:solidFill>
                            <a:schemeClr val="bg1"/>
                          </a:solidFill>
                          <a:effectLst/>
                        </a:rPr>
                        <a:t>التاريخ</a:t>
                      </a:r>
                      <a:endParaRPr lang="en-US" sz="1600" b="1" kern="100" dirty="0">
                        <a:solidFill>
                          <a:schemeClr val="bg1"/>
                        </a:solidFill>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solidFill>
                      <a:schemeClr val="accent1"/>
                    </a:solidFill>
                  </a:tcPr>
                </a:tc>
                <a:tc>
                  <a:txBody>
                    <a:bodyPr/>
                    <a:lstStyle/>
                    <a:p>
                      <a:pPr marL="0" marR="0" algn="ctr" rtl="1">
                        <a:lnSpc>
                          <a:spcPct val="115000"/>
                        </a:lnSpc>
                        <a:spcAft>
                          <a:spcPts val="800"/>
                        </a:spcAft>
                        <a:buNone/>
                      </a:pPr>
                      <a:r>
                        <a:rPr lang="ar-SA" sz="1600" b="1" kern="100" dirty="0">
                          <a:solidFill>
                            <a:schemeClr val="bg1"/>
                          </a:solidFill>
                          <a:effectLst/>
                        </a:rPr>
                        <a:t>إعداد</a:t>
                      </a:r>
                      <a:endParaRPr lang="en-US" sz="1600" b="1" kern="100" dirty="0">
                        <a:solidFill>
                          <a:schemeClr val="bg1"/>
                        </a:solidFill>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solidFill>
                      <a:schemeClr val="accent1"/>
                    </a:solidFill>
                  </a:tcPr>
                </a:tc>
                <a:tc>
                  <a:txBody>
                    <a:bodyPr/>
                    <a:lstStyle/>
                    <a:p>
                      <a:pPr marL="0" marR="0" algn="ctr" rtl="1">
                        <a:lnSpc>
                          <a:spcPct val="115000"/>
                        </a:lnSpc>
                        <a:spcAft>
                          <a:spcPts val="800"/>
                        </a:spcAft>
                        <a:buNone/>
                      </a:pPr>
                      <a:r>
                        <a:rPr lang="ar-SA" sz="1600" b="1" kern="100" dirty="0">
                          <a:solidFill>
                            <a:schemeClr val="bg1"/>
                          </a:solidFill>
                          <a:effectLst/>
                        </a:rPr>
                        <a:t>المسمى الوظيفي</a:t>
                      </a:r>
                      <a:endParaRPr lang="en-US" sz="1600" b="1" kern="100" dirty="0">
                        <a:solidFill>
                          <a:schemeClr val="bg1"/>
                        </a:solidFill>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solidFill>
                      <a:schemeClr val="accent1"/>
                    </a:solidFill>
                  </a:tcPr>
                </a:tc>
                <a:tc>
                  <a:txBody>
                    <a:bodyPr/>
                    <a:lstStyle/>
                    <a:p>
                      <a:pPr marL="0" marR="0" algn="ctr" rtl="1">
                        <a:lnSpc>
                          <a:spcPct val="115000"/>
                        </a:lnSpc>
                        <a:spcAft>
                          <a:spcPts val="800"/>
                        </a:spcAft>
                        <a:buNone/>
                      </a:pPr>
                      <a:r>
                        <a:rPr lang="ar-SA" sz="1600" b="1" kern="100" dirty="0">
                          <a:solidFill>
                            <a:schemeClr val="bg1"/>
                          </a:solidFill>
                          <a:effectLst/>
                        </a:rPr>
                        <a:t>الوصف</a:t>
                      </a:r>
                      <a:endParaRPr lang="en-US" sz="1600" b="1" kern="100" dirty="0">
                        <a:solidFill>
                          <a:schemeClr val="bg1"/>
                        </a:solidFill>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solidFill>
                      <a:schemeClr val="accent1"/>
                    </a:solidFill>
                  </a:tcPr>
                </a:tc>
                <a:extLst>
                  <a:ext uri="{0D108BD9-81ED-4DB2-BD59-A6C34878D82A}">
                    <a16:rowId xmlns:a16="http://schemas.microsoft.com/office/drawing/2014/main" val="2459018979"/>
                  </a:ext>
                </a:extLst>
              </a:tr>
              <a:tr h="463297">
                <a:tc>
                  <a:txBody>
                    <a:bodyPr/>
                    <a:lstStyle/>
                    <a:p>
                      <a:pPr marL="0" marR="0" algn="ctr" rtl="1">
                        <a:lnSpc>
                          <a:spcPct val="115000"/>
                        </a:lnSpc>
                        <a:spcAft>
                          <a:spcPts val="800"/>
                        </a:spcAft>
                        <a:buNone/>
                      </a:pPr>
                      <a:r>
                        <a:rPr lang="en-US" sz="1600" kern="100" dirty="0">
                          <a:effectLst/>
                        </a:rPr>
                        <a:t>V0.1</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Aft>
                          <a:spcPts val="800"/>
                        </a:spcAft>
                        <a:buNone/>
                      </a:pPr>
                      <a:r>
                        <a:rPr lang="en-US" sz="1600" kern="100" dirty="0">
                          <a:effectLst/>
                        </a:rPr>
                        <a:t>10-NOV-2025</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Aft>
                          <a:spcPts val="800"/>
                        </a:spcAft>
                        <a:buNone/>
                      </a:pPr>
                      <a:r>
                        <a:rPr lang="ar-SA" sz="1600" kern="100" dirty="0">
                          <a:effectLst/>
                        </a:rPr>
                        <a:t>م/دانا الغضبان</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Aft>
                          <a:spcPts val="800"/>
                        </a:spcAft>
                        <a:buNone/>
                      </a:pPr>
                      <a:r>
                        <a:rPr lang="ar-SA" sz="1600" kern="100" dirty="0">
                          <a:effectLst/>
                        </a:rPr>
                        <a:t>مدير مكتب البنية المؤسسية</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Aft>
                          <a:spcPts val="800"/>
                        </a:spcAft>
                        <a:buNone/>
                      </a:pPr>
                      <a:r>
                        <a:rPr lang="ar-SA" sz="1600" kern="100" dirty="0">
                          <a:effectLst/>
                        </a:rPr>
                        <a:t>مسودة أولى للخطة الاستراتيجية للبنية المؤسسية (هيكلة الوثيقة وتحديد النطاق)</a:t>
                      </a:r>
                      <a:r>
                        <a:rPr lang="en-US" sz="1600" kern="100" dirty="0">
                          <a:effectLst/>
                        </a:rPr>
                        <a:t>.</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009457724"/>
                  </a:ext>
                </a:extLst>
              </a:tr>
              <a:tr h="463297">
                <a:tc>
                  <a:txBody>
                    <a:bodyPr/>
                    <a:lstStyle/>
                    <a:p>
                      <a:pPr marL="0" marR="0" algn="ctr" rtl="1">
                        <a:lnSpc>
                          <a:spcPct val="115000"/>
                        </a:lnSpc>
                        <a:spcAft>
                          <a:spcPts val="800"/>
                        </a:spcAft>
                        <a:buNone/>
                      </a:pPr>
                      <a:r>
                        <a:rPr lang="en-US" sz="1600" kern="100" dirty="0">
                          <a:effectLst/>
                        </a:rPr>
                        <a:t>V0.2</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Aft>
                          <a:spcPts val="800"/>
                        </a:spcAft>
                        <a:buNone/>
                      </a:pPr>
                      <a:r>
                        <a:rPr lang="en-US" sz="1600" kern="100" dirty="0">
                          <a:effectLst/>
                        </a:rPr>
                        <a:t>20-NOV-2025</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Aft>
                          <a:spcPts val="800"/>
                        </a:spcAft>
                        <a:buNone/>
                      </a:pPr>
                      <a:r>
                        <a:rPr lang="ar-SA" sz="1600" kern="100" dirty="0">
                          <a:effectLst/>
                        </a:rPr>
                        <a:t>م/دانا الغضبان</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Aft>
                          <a:spcPts val="800"/>
                        </a:spcAft>
                        <a:buNone/>
                      </a:pPr>
                      <a:r>
                        <a:rPr lang="ar-SA" sz="1600" kern="100" dirty="0">
                          <a:effectLst/>
                        </a:rPr>
                        <a:t>مدير مكتب البنية المؤسسية</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Aft>
                          <a:spcPts val="800"/>
                        </a:spcAft>
                        <a:buNone/>
                      </a:pPr>
                      <a:r>
                        <a:rPr lang="ar-SA" sz="1600" kern="100" dirty="0">
                          <a:effectLst/>
                        </a:rPr>
                        <a:t>تطوير المسودة وإدراج الرؤية والرسالة والركائز الاستراتيجية والممكنات</a:t>
                      </a:r>
                      <a:r>
                        <a:rPr lang="en-US" sz="1600" kern="100" dirty="0">
                          <a:effectLst/>
                        </a:rPr>
                        <a:t>.</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414118665"/>
                  </a:ext>
                </a:extLst>
              </a:tr>
              <a:tr h="463297">
                <a:tc>
                  <a:txBody>
                    <a:bodyPr/>
                    <a:lstStyle/>
                    <a:p>
                      <a:pPr marL="0" marR="0" algn="ctr" rtl="1">
                        <a:lnSpc>
                          <a:spcPct val="115000"/>
                        </a:lnSpc>
                        <a:spcAft>
                          <a:spcPts val="800"/>
                        </a:spcAft>
                        <a:buNone/>
                      </a:pPr>
                      <a:r>
                        <a:rPr lang="en-US" sz="1600" kern="100" dirty="0">
                          <a:effectLst/>
                        </a:rPr>
                        <a:t>V0.3</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Aft>
                          <a:spcPts val="800"/>
                        </a:spcAft>
                        <a:buNone/>
                      </a:pPr>
                      <a:r>
                        <a:rPr lang="en-US" sz="1600" kern="100" dirty="0">
                          <a:effectLst/>
                        </a:rPr>
                        <a:t>30-NOV-2025</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Aft>
                          <a:spcPts val="800"/>
                        </a:spcAft>
                        <a:buNone/>
                      </a:pPr>
                      <a:r>
                        <a:rPr lang="ar-SA" sz="1600" kern="100" dirty="0">
                          <a:effectLst/>
                        </a:rPr>
                        <a:t>م/دانا الغضبان</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Aft>
                          <a:spcPts val="800"/>
                        </a:spcAft>
                        <a:buNone/>
                      </a:pPr>
                      <a:r>
                        <a:rPr lang="ar-SA" sz="1600" kern="100" dirty="0">
                          <a:effectLst/>
                        </a:rPr>
                        <a:t>مدير مكتب البنية المؤسسية</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Aft>
                          <a:spcPts val="800"/>
                        </a:spcAft>
                        <a:buNone/>
                      </a:pPr>
                      <a:r>
                        <a:rPr lang="ar-SA" sz="1600" kern="100" dirty="0">
                          <a:effectLst/>
                        </a:rPr>
                        <a:t>مواءمة أولية مع استراتيجية التحول الرقمي وتثبيت نطاق التغطية للفترة</a:t>
                      </a:r>
                      <a:r>
                        <a:rPr lang="en-US" sz="1600" kern="100" dirty="0">
                          <a:effectLst/>
                        </a:rPr>
                        <a:t> (2026–2028).</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3004436613"/>
                  </a:ext>
                </a:extLst>
              </a:tr>
              <a:tr h="463297">
                <a:tc>
                  <a:txBody>
                    <a:bodyPr/>
                    <a:lstStyle/>
                    <a:p>
                      <a:pPr marL="0" marR="0" algn="ctr" rtl="1">
                        <a:lnSpc>
                          <a:spcPct val="115000"/>
                        </a:lnSpc>
                        <a:spcAft>
                          <a:spcPts val="800"/>
                        </a:spcAft>
                        <a:buNone/>
                      </a:pPr>
                      <a:r>
                        <a:rPr lang="en-US" sz="1600" kern="100" dirty="0">
                          <a:effectLst/>
                        </a:rPr>
                        <a:t>V0.4</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Aft>
                          <a:spcPts val="800"/>
                        </a:spcAft>
                        <a:buNone/>
                      </a:pPr>
                      <a:r>
                        <a:rPr lang="en-US" sz="1600" kern="100" dirty="0">
                          <a:effectLst/>
                        </a:rPr>
                        <a:t>10-DEC-2025</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Aft>
                          <a:spcPts val="800"/>
                        </a:spcAft>
                        <a:buNone/>
                      </a:pPr>
                      <a:r>
                        <a:rPr lang="ar-SA" sz="1600" kern="100" dirty="0">
                          <a:effectLst/>
                        </a:rPr>
                        <a:t>م/دانا الغضبان</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Aft>
                          <a:spcPts val="800"/>
                        </a:spcAft>
                        <a:buNone/>
                      </a:pPr>
                      <a:r>
                        <a:rPr lang="ar-SA" sz="1600" kern="100" dirty="0">
                          <a:effectLst/>
                        </a:rPr>
                        <a:t>مدير مكتب البنية المؤسسية</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Aft>
                          <a:spcPts val="800"/>
                        </a:spcAft>
                        <a:buNone/>
                      </a:pPr>
                      <a:r>
                        <a:rPr lang="ar-SA" sz="1600" kern="100" dirty="0">
                          <a:effectLst/>
                        </a:rPr>
                        <a:t>استكمال مصفوفات المواءمة وإطار المتابعة، وإدراج مؤشرات الأداء</a:t>
                      </a:r>
                      <a:r>
                        <a:rPr lang="en-US" sz="1600" kern="100" dirty="0">
                          <a:effectLst/>
                        </a:rPr>
                        <a:t>.</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268024515"/>
                  </a:ext>
                </a:extLst>
              </a:tr>
              <a:tr h="463297">
                <a:tc>
                  <a:txBody>
                    <a:bodyPr/>
                    <a:lstStyle/>
                    <a:p>
                      <a:pPr marL="0" marR="0" algn="ctr" rtl="1">
                        <a:lnSpc>
                          <a:spcPct val="115000"/>
                        </a:lnSpc>
                        <a:spcAft>
                          <a:spcPts val="800"/>
                        </a:spcAft>
                        <a:buNone/>
                      </a:pPr>
                      <a:r>
                        <a:rPr lang="en-US" sz="1600" kern="100" dirty="0">
                          <a:effectLst/>
                        </a:rPr>
                        <a:t>V0.5</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Aft>
                          <a:spcPts val="800"/>
                        </a:spcAft>
                        <a:buNone/>
                      </a:pPr>
                      <a:r>
                        <a:rPr lang="en-US" sz="1600" kern="100" dirty="0">
                          <a:effectLst/>
                        </a:rPr>
                        <a:t>17-DEC-2025</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Aft>
                          <a:spcPts val="800"/>
                        </a:spcAft>
                        <a:buNone/>
                      </a:pPr>
                      <a:r>
                        <a:rPr lang="ar-SA" sz="1600" kern="100" dirty="0">
                          <a:effectLst/>
                        </a:rPr>
                        <a:t>م/دانا الغضبان</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Aft>
                          <a:spcPts val="800"/>
                        </a:spcAft>
                        <a:buNone/>
                      </a:pPr>
                      <a:r>
                        <a:rPr lang="ar-SA" sz="1600" kern="100" dirty="0">
                          <a:effectLst/>
                        </a:rPr>
                        <a:t>مدير مكتب البنية المؤسسية</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Aft>
                          <a:spcPts val="800"/>
                        </a:spcAft>
                        <a:buNone/>
                      </a:pPr>
                      <a:r>
                        <a:rPr lang="ar-SA" sz="1600" kern="100" dirty="0">
                          <a:effectLst/>
                        </a:rPr>
                        <a:t>تدقيق نهائي: اتساق الصياغات، إحكام الترابط بين الأهداف/المؤشرات، وإقفال الملاحظات</a:t>
                      </a:r>
                      <a:r>
                        <a:rPr lang="en-US" sz="1600" kern="100" dirty="0">
                          <a:effectLst/>
                        </a:rPr>
                        <a:t>.</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063032634"/>
                  </a:ext>
                </a:extLst>
              </a:tr>
              <a:tr h="463297">
                <a:tc>
                  <a:txBody>
                    <a:bodyPr/>
                    <a:lstStyle/>
                    <a:p>
                      <a:pPr marL="0" marR="0" algn="ctr" rtl="1">
                        <a:lnSpc>
                          <a:spcPct val="115000"/>
                        </a:lnSpc>
                        <a:spcAft>
                          <a:spcPts val="800"/>
                        </a:spcAft>
                        <a:buNone/>
                      </a:pPr>
                      <a:r>
                        <a:rPr lang="en-US" sz="1600" kern="100" dirty="0">
                          <a:effectLst/>
                        </a:rPr>
                        <a:t>V1.0</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Aft>
                          <a:spcPts val="800"/>
                        </a:spcAft>
                        <a:buNone/>
                      </a:pPr>
                      <a:r>
                        <a:rPr lang="en-US" sz="1600" kern="100" dirty="0">
                          <a:effectLst/>
                        </a:rPr>
                        <a:t>22-DEC-2025</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Aft>
                          <a:spcPts val="800"/>
                        </a:spcAft>
                        <a:buNone/>
                      </a:pPr>
                      <a:r>
                        <a:rPr lang="ar-SA" sz="1600" kern="100" dirty="0">
                          <a:effectLst/>
                        </a:rPr>
                        <a:t>م/دانا الغضبان</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Aft>
                          <a:spcPts val="800"/>
                        </a:spcAft>
                        <a:buNone/>
                      </a:pPr>
                      <a:r>
                        <a:rPr lang="ar-SA" sz="1600" kern="100" dirty="0">
                          <a:effectLst/>
                        </a:rPr>
                        <a:t>مدير مكتب البنية المؤسسية</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algn="ctr" rtl="1">
                        <a:lnSpc>
                          <a:spcPct val="115000"/>
                        </a:lnSpc>
                        <a:spcAft>
                          <a:spcPts val="800"/>
                        </a:spcAft>
                        <a:buNone/>
                      </a:pPr>
                      <a:r>
                        <a:rPr lang="ar-SA" sz="1600" kern="100" dirty="0">
                          <a:effectLst/>
                        </a:rPr>
                        <a:t>نسخة خط الأساس</a:t>
                      </a:r>
                      <a:r>
                        <a:rPr lang="en-US" sz="1600" kern="100" dirty="0">
                          <a:effectLst/>
                        </a:rPr>
                        <a:t> (Baseline) </a:t>
                      </a:r>
                      <a:r>
                        <a:rPr lang="ar-SA" sz="1600" kern="100" dirty="0">
                          <a:effectLst/>
                        </a:rPr>
                        <a:t>جاهزة للاعتماد لخطة 2026–2028</a:t>
                      </a:r>
                      <a:r>
                        <a:rPr lang="en-US" sz="1600" kern="100" dirty="0">
                          <a:effectLst/>
                        </a:rPr>
                        <a:t>.</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653339485"/>
                  </a:ext>
                </a:extLst>
              </a:tr>
              <a:tr h="463297">
                <a:tc>
                  <a:txBody>
                    <a:bodyPr/>
                    <a:lstStyle/>
                    <a:p>
                      <a:pPr marL="0" marR="0" algn="ctr" rtl="1">
                        <a:lnSpc>
                          <a:spcPct val="115000"/>
                        </a:lnSpc>
                        <a:spcAft>
                          <a:spcPts val="800"/>
                        </a:spcAft>
                        <a:buNone/>
                      </a:pPr>
                      <a:r>
                        <a:rPr lang="en-US" sz="1600" kern="100" dirty="0">
                          <a:effectLst/>
                        </a:rPr>
                        <a:t>V1.0 (Approved)</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2"/>
                      </a:solidFill>
                      <a:prstDash val="solid"/>
                      <a:round/>
                      <a:headEnd type="none" w="med" len="med"/>
                      <a:tailEnd type="none" w="med" len="med"/>
                    </a:lnT>
                  </a:tcPr>
                </a:tc>
                <a:tc>
                  <a:txBody>
                    <a:bodyPr/>
                    <a:lstStyle/>
                    <a:p>
                      <a:pPr marL="0" marR="0" algn="ctr" rtl="1">
                        <a:lnSpc>
                          <a:spcPct val="115000"/>
                        </a:lnSpc>
                        <a:spcAft>
                          <a:spcPts val="800"/>
                        </a:spcAft>
                        <a:buNone/>
                      </a:pPr>
                      <a:r>
                        <a:rPr lang="en-US" sz="1600" kern="100" dirty="0">
                          <a:effectLst/>
                        </a:rPr>
                        <a:t>29-DEC-2025</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2"/>
                      </a:solidFill>
                      <a:prstDash val="solid"/>
                      <a:round/>
                      <a:headEnd type="none" w="med" len="med"/>
                      <a:tailEnd type="none" w="med" len="med"/>
                    </a:lnT>
                  </a:tcPr>
                </a:tc>
                <a:tc>
                  <a:txBody>
                    <a:bodyPr/>
                    <a:lstStyle/>
                    <a:p>
                      <a:pPr marL="0" marR="0" algn="ctr" rtl="1">
                        <a:lnSpc>
                          <a:spcPct val="115000"/>
                        </a:lnSpc>
                        <a:spcAft>
                          <a:spcPts val="800"/>
                        </a:spcAft>
                        <a:buNone/>
                      </a:pPr>
                      <a:r>
                        <a:rPr lang="ar-SA" sz="1600" kern="100" dirty="0">
                          <a:effectLst/>
                        </a:rPr>
                        <a:t>يوسف </a:t>
                      </a:r>
                      <a:r>
                        <a:rPr lang="ar-SA" sz="1600" kern="100" dirty="0" err="1">
                          <a:effectLst/>
                        </a:rPr>
                        <a:t>العوهلي</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2"/>
                      </a:solidFill>
                      <a:prstDash val="solid"/>
                      <a:round/>
                      <a:headEnd type="none" w="med" len="med"/>
                      <a:tailEnd type="none" w="med" len="med"/>
                    </a:lnT>
                  </a:tcPr>
                </a:tc>
                <a:tc>
                  <a:txBody>
                    <a:bodyPr/>
                    <a:lstStyle/>
                    <a:p>
                      <a:pPr marL="0" marR="0" algn="ctr" rtl="1">
                        <a:lnSpc>
                          <a:spcPct val="115000"/>
                        </a:lnSpc>
                        <a:spcAft>
                          <a:spcPts val="800"/>
                        </a:spcAft>
                        <a:buNone/>
                      </a:pPr>
                      <a:r>
                        <a:rPr lang="ar-SA" sz="1600" kern="100" dirty="0">
                          <a:effectLst/>
                        </a:rPr>
                        <a:t>مساعد الرئيس للبيانات والتحول الرقمي</a:t>
                      </a:r>
                    </a:p>
                  </a:txBody>
                  <a:tcPr marL="9525" marR="9525" marT="9525" marB="9525" anchor="ctr">
                    <a:lnT w="12700" cap="flat" cmpd="sng" algn="ctr">
                      <a:solidFill>
                        <a:schemeClr val="accent2"/>
                      </a:solidFill>
                      <a:prstDash val="solid"/>
                      <a:round/>
                      <a:headEnd type="none" w="med" len="med"/>
                      <a:tailEnd type="none" w="med" len="med"/>
                    </a:lnT>
                  </a:tcPr>
                </a:tc>
                <a:tc>
                  <a:txBody>
                    <a:bodyPr/>
                    <a:lstStyle/>
                    <a:p>
                      <a:pPr marL="0" marR="0" algn="ctr" rtl="1">
                        <a:lnSpc>
                          <a:spcPct val="115000"/>
                        </a:lnSpc>
                        <a:spcAft>
                          <a:spcPts val="800"/>
                        </a:spcAft>
                        <a:buNone/>
                      </a:pPr>
                      <a:r>
                        <a:rPr lang="ar-SA" sz="1600" kern="100" dirty="0">
                          <a:effectLst/>
                        </a:rPr>
                        <a:t>اعتماد الخطة الاستراتيجية للبنية المؤسسية لتغطي الفترة</a:t>
                      </a:r>
                      <a:r>
                        <a:rPr lang="en-US" sz="1600" kern="100" dirty="0">
                          <a:effectLst/>
                        </a:rPr>
                        <a:t> (2026–2028).</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2"/>
                      </a:solidFill>
                      <a:prstDash val="solid"/>
                      <a:round/>
                      <a:headEnd type="none" w="med" len="med"/>
                      <a:tailEnd type="none" w="med" len="med"/>
                    </a:lnT>
                  </a:tcPr>
                </a:tc>
                <a:extLst>
                  <a:ext uri="{0D108BD9-81ED-4DB2-BD59-A6C34878D82A}">
                    <a16:rowId xmlns:a16="http://schemas.microsoft.com/office/drawing/2014/main" val="1353297028"/>
                  </a:ext>
                </a:extLst>
              </a:tr>
            </a:tbl>
          </a:graphicData>
        </a:graphic>
      </p:graphicFrame>
    </p:spTree>
    <p:extLst>
      <p:ext uri="{BB962C8B-B14F-4D97-AF65-F5344CB8AC3E}">
        <p14:creationId xmlns:p14="http://schemas.microsoft.com/office/powerpoint/2010/main" val="307194718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5">
            <a:extLst>
              <a:ext uri="{FF2B5EF4-FFF2-40B4-BE49-F238E27FC236}">
                <a16:creationId xmlns:a16="http://schemas.microsoft.com/office/drawing/2014/main" id="{BFB3E79F-B49A-BCAF-E7F0-102BCE093C22}"/>
              </a:ext>
            </a:extLst>
          </p:cNvPr>
          <p:cNvSpPr/>
          <p:nvPr/>
        </p:nvSpPr>
        <p:spPr>
          <a:xfrm>
            <a:off x="609600" y="1227903"/>
            <a:ext cx="10972800" cy="4707246"/>
          </a:xfrm>
          <a:prstGeom prst="roundRect">
            <a:avLst>
              <a:gd name="adj" fmla="val 455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graphicFrame>
        <p:nvGraphicFramePr>
          <p:cNvPr id="4" name="Table 3">
            <a:extLst>
              <a:ext uri="{FF2B5EF4-FFF2-40B4-BE49-F238E27FC236}">
                <a16:creationId xmlns:a16="http://schemas.microsoft.com/office/drawing/2014/main" id="{6FA04D80-D8DF-52E7-5CB9-2E1E837D6047}"/>
              </a:ext>
            </a:extLst>
          </p:cNvPr>
          <p:cNvGraphicFramePr>
            <a:graphicFrameLocks noGrp="1"/>
          </p:cNvGraphicFramePr>
          <p:nvPr>
            <p:extLst>
              <p:ext uri="{D42A27DB-BD31-4B8C-83A1-F6EECF244321}">
                <p14:modId xmlns:p14="http://schemas.microsoft.com/office/powerpoint/2010/main" val="4292765749"/>
              </p:ext>
            </p:extLst>
          </p:nvPr>
        </p:nvGraphicFramePr>
        <p:xfrm>
          <a:off x="609600" y="1508107"/>
          <a:ext cx="10972800" cy="4075629"/>
        </p:xfrm>
        <a:graphic>
          <a:graphicData uri="http://schemas.openxmlformats.org/drawingml/2006/table">
            <a:tbl>
              <a:tblPr rtl="1" firstRow="1" bandRow="1">
                <a:tableStyleId>{2D5ABB26-0587-4C30-8999-92F81FD0307C}</a:tableStyleId>
              </a:tblPr>
              <a:tblGrid>
                <a:gridCol w="1316817">
                  <a:extLst>
                    <a:ext uri="{9D8B030D-6E8A-4147-A177-3AD203B41FA5}">
                      <a16:colId xmlns:a16="http://schemas.microsoft.com/office/drawing/2014/main" val="3246697180"/>
                    </a:ext>
                  </a:extLst>
                </a:gridCol>
                <a:gridCol w="2540543">
                  <a:extLst>
                    <a:ext uri="{9D8B030D-6E8A-4147-A177-3AD203B41FA5}">
                      <a16:colId xmlns:a16="http://schemas.microsoft.com/office/drawing/2014/main" val="1695347223"/>
                    </a:ext>
                  </a:extLst>
                </a:gridCol>
                <a:gridCol w="2685931">
                  <a:extLst>
                    <a:ext uri="{9D8B030D-6E8A-4147-A177-3AD203B41FA5}">
                      <a16:colId xmlns:a16="http://schemas.microsoft.com/office/drawing/2014/main" val="2017486071"/>
                    </a:ext>
                  </a:extLst>
                </a:gridCol>
                <a:gridCol w="2853484">
                  <a:extLst>
                    <a:ext uri="{9D8B030D-6E8A-4147-A177-3AD203B41FA5}">
                      <a16:colId xmlns:a16="http://schemas.microsoft.com/office/drawing/2014/main" val="2702421411"/>
                    </a:ext>
                  </a:extLst>
                </a:gridCol>
                <a:gridCol w="1576025">
                  <a:extLst>
                    <a:ext uri="{9D8B030D-6E8A-4147-A177-3AD203B41FA5}">
                      <a16:colId xmlns:a16="http://schemas.microsoft.com/office/drawing/2014/main" val="3621974949"/>
                    </a:ext>
                  </a:extLst>
                </a:gridCol>
              </a:tblGrid>
              <a:tr h="640080">
                <a:tc>
                  <a:txBody>
                    <a:bodyPr/>
                    <a:lstStyle/>
                    <a:p>
                      <a:pPr algn="ctr" rtl="1">
                        <a:lnSpc>
                          <a:spcPct val="115000"/>
                        </a:lnSpc>
                        <a:spcAft>
                          <a:spcPts val="0"/>
                        </a:spcAft>
                      </a:pPr>
                      <a:endParaRPr lang="en-US" sz="1800" b="1"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b="1" dirty="0">
                          <a:solidFill>
                            <a:schemeClr val="bg1"/>
                          </a:solidFill>
                          <a:effectLst/>
                          <a:latin typeface="Sakkal Majalla" panose="02000000000000000000" pitchFamily="2" charset="-78"/>
                          <a:cs typeface="Sakkal Majalla" panose="02000000000000000000" pitchFamily="2" charset="-78"/>
                        </a:rPr>
                        <a:t>الاسم</a:t>
                      </a:r>
                      <a:endParaRPr lang="en-US" sz="1800" b="1"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SY" sz="1800" b="1"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المسمى الوظيفي</a:t>
                      </a:r>
                      <a:endParaRPr lang="en-US" sz="1800" b="1"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b="1"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التوقيع</a:t>
                      </a:r>
                      <a:endParaRPr lang="en-US" sz="1800" b="1"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b="1" dirty="0">
                          <a:solidFill>
                            <a:schemeClr val="bg1"/>
                          </a:solidFill>
                          <a:effectLst/>
                          <a:latin typeface="Sakkal Majalla" panose="02000000000000000000" pitchFamily="2" charset="-78"/>
                          <a:cs typeface="Sakkal Majalla" panose="02000000000000000000" pitchFamily="2" charset="-78"/>
                        </a:rPr>
                        <a:t>التاريخ</a:t>
                      </a:r>
                      <a:endParaRPr lang="en-US" sz="1800" b="1"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extLst>
                  <a:ext uri="{0D108BD9-81ED-4DB2-BD59-A6C34878D82A}">
                    <a16:rowId xmlns:a16="http://schemas.microsoft.com/office/drawing/2014/main" val="3404469103"/>
                  </a:ext>
                </a:extLst>
              </a:tr>
              <a:tr h="1145183">
                <a:tc>
                  <a:txBody>
                    <a:bodyPr/>
                    <a:lstStyle/>
                    <a:p>
                      <a:pPr algn="ctr" rtl="1">
                        <a:lnSpc>
                          <a:spcPct val="115000"/>
                        </a:lnSpc>
                        <a:spcAft>
                          <a:spcPts val="0"/>
                        </a:spcAft>
                      </a:pPr>
                      <a:r>
                        <a:rPr lang="ar-SA" sz="1800" b="1" dirty="0">
                          <a:solidFill>
                            <a:schemeClr val="tx1"/>
                          </a:solidFill>
                          <a:effectLst/>
                          <a:latin typeface="Sakkal Majalla" panose="02000000000000000000" pitchFamily="2" charset="-78"/>
                          <a:cs typeface="Sakkal Majalla" panose="02000000000000000000" pitchFamily="2" charset="-78"/>
                        </a:rPr>
                        <a:t>اعتمدت بواسطة</a:t>
                      </a:r>
                      <a:endParaRPr lang="en-US" sz="1800" b="1"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SA"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دانا الغضبان</a:t>
                      </a: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kern="1200" dirty="0">
                          <a:solidFill>
                            <a:schemeClr val="tx1"/>
                          </a:solidFill>
                          <a:effectLst/>
                          <a:latin typeface="Sakkal Majalla" panose="02000000000000000000" pitchFamily="2" charset="-78"/>
                          <a:ea typeface="+mn-ea"/>
                          <a:cs typeface="Sakkal Majalla" panose="02000000000000000000" pitchFamily="2" charset="-78"/>
                        </a:rPr>
                        <a:t>مدير قسم البنية المؤسسية</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r>
                        <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22-DEC-2025</a:t>
                      </a:r>
                    </a:p>
                  </a:txBody>
                  <a:tcPr marL="68580" marR="68580" marT="0" marB="0" anchor="ctr">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949661009"/>
                  </a:ext>
                </a:extLst>
              </a:tr>
              <a:tr h="1145183">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SA" sz="1800" b="1" dirty="0">
                          <a:solidFill>
                            <a:schemeClr val="tx1"/>
                          </a:solidFill>
                          <a:effectLst/>
                          <a:latin typeface="Sakkal Majalla" panose="02000000000000000000" pitchFamily="2" charset="-78"/>
                          <a:cs typeface="Sakkal Majalla" panose="02000000000000000000" pitchFamily="2" charset="-78"/>
                        </a:rPr>
                        <a:t>اعتمدت بواسطة</a:t>
                      </a:r>
                      <a:endParaRPr lang="en-US" sz="1800" b="1"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SA"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د.</a:t>
                      </a:r>
                      <a:r>
                        <a:rPr lang="ar-SA" sz="1800" kern="1200" baseline="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 يوسف </a:t>
                      </a:r>
                      <a:r>
                        <a:rPr lang="ar-SA" sz="1800" kern="1200" baseline="0" dirty="0" err="1">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العوهلي</a:t>
                      </a:r>
                      <a:r>
                        <a:rPr lang="ar-SA" sz="1800" kern="1200" baseline="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 </a:t>
                      </a: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kumimoji="0" lang="ar-SA" sz="1800" b="0" i="0" u="none" strike="noStrike" kern="1200" cap="none" spc="0" normalizeH="0" baseline="0" noProof="0" dirty="0">
                          <a:ln>
                            <a:noFill/>
                          </a:ln>
                          <a:solidFill>
                            <a:prstClr val="black"/>
                          </a:solidFill>
                          <a:effectLst/>
                          <a:uLnTx/>
                          <a:uFillTx/>
                          <a:latin typeface="Sakkal Majalla" panose="02000000000000000000" pitchFamily="2" charset="-78"/>
                          <a:ea typeface="Sakkal Majalla" panose="02000000000000000000" pitchFamily="2" charset="-78"/>
                          <a:cs typeface="Sakkal Majalla" panose="02000000000000000000" pitchFamily="2" charset="-78"/>
                        </a:rPr>
                        <a:t>مساعد الرئيس للبيانات والتحول الرقمي</a:t>
                      </a:r>
                      <a:endParaRPr kumimoji="0" lang="en-US" sz="1800" b="0" i="0" u="none" strike="noStrike" kern="1200" cap="none" spc="0" normalizeH="0" baseline="0" noProof="0" dirty="0">
                        <a:ln>
                          <a:noFill/>
                        </a:ln>
                        <a:solidFill>
                          <a:prstClr val="black"/>
                        </a:solidFill>
                        <a:effectLst/>
                        <a:uLnTx/>
                        <a:uFillTx/>
                        <a:latin typeface="Sakkal Majalla" panose="02000000000000000000" pitchFamily="2" charset="-78"/>
                        <a:ea typeface="Sakkal Majalla" panose="02000000000000000000" pitchFamily="2" charset="-78"/>
                        <a:cs typeface="Sakkal Majalla" panose="02000000000000000000" pitchFamily="2" charset="-78"/>
                      </a:endParaRPr>
                    </a:p>
                    <a:p>
                      <a:pPr marL="0" marR="0" lvl="0" indent="0" algn="ctr" defTabSz="914400" rtl="1" eaLnBrk="1" fontAlgn="auto" latinLnBrk="0" hangingPunct="1">
                        <a:lnSpc>
                          <a:spcPct val="115000"/>
                        </a:lnSpc>
                        <a:spcBef>
                          <a:spcPts val="0"/>
                        </a:spcBef>
                        <a:spcAft>
                          <a:spcPts val="0"/>
                        </a:spcAft>
                        <a:buClrTx/>
                        <a:buSzTx/>
                        <a:buFontTx/>
                        <a:buNone/>
                        <a:tabLst/>
                        <a:defRPr/>
                      </a:pPr>
                      <a:r>
                        <a:rPr kumimoji="0" lang="ar-EG" sz="1800" b="0" i="0" u="none" strike="noStrike" kern="1200" cap="none" spc="0" normalizeH="0" baseline="0" noProof="0" dirty="0">
                          <a:ln>
                            <a:noFill/>
                          </a:ln>
                          <a:solidFill>
                            <a:prstClr val="black"/>
                          </a:solidFill>
                          <a:effectLst/>
                          <a:uLnTx/>
                          <a:uFillTx/>
                          <a:latin typeface="Sakkal Majalla" panose="02000000000000000000" pitchFamily="2" charset="-78"/>
                          <a:ea typeface="Sakkal Majalla" panose="02000000000000000000" pitchFamily="2" charset="-78"/>
                          <a:cs typeface="Sakkal Majalla" panose="02000000000000000000" pitchFamily="2" charset="-78"/>
                        </a:rPr>
                        <a:t>رئيس لجنة الحوكمة</a:t>
                      </a:r>
                      <a:endParaRPr kumimoji="0" lang="en-US" sz="1800" b="0" i="0" u="none" strike="noStrike" kern="1200" cap="none" spc="0" normalizeH="0" baseline="0" noProof="0" dirty="0">
                        <a:ln>
                          <a:noFill/>
                        </a:ln>
                        <a:solidFill>
                          <a:prstClr val="black"/>
                        </a:solidFill>
                        <a:effectLst/>
                        <a:uLnTx/>
                        <a:uFillTx/>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r>
                        <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29-DEC-2025</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730147388"/>
                  </a:ext>
                </a:extLst>
              </a:tr>
              <a:tr h="1145183">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20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20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defTabSz="914400" rtl="1" eaLnBrk="1" latinLnBrk="0" hangingPunct="1">
                        <a:lnSpc>
                          <a:spcPct val="115000"/>
                        </a:lnSpc>
                        <a:spcBef>
                          <a:spcPts val="500"/>
                        </a:spcBef>
                        <a:spcAft>
                          <a:spcPts val="0"/>
                        </a:spcAft>
                      </a:pPr>
                      <a:endParaRPr lang="en-US" sz="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048829475"/>
                  </a:ext>
                </a:extLst>
              </a:tr>
            </a:tbl>
          </a:graphicData>
        </a:graphic>
      </p:graphicFrame>
      <p:sp>
        <p:nvSpPr>
          <p:cNvPr id="8" name="Title 7">
            <a:extLst>
              <a:ext uri="{FF2B5EF4-FFF2-40B4-BE49-F238E27FC236}">
                <a16:creationId xmlns:a16="http://schemas.microsoft.com/office/drawing/2014/main" id="{74268F2D-1B44-AF06-CA59-4BADD43D339D}"/>
              </a:ext>
            </a:extLst>
          </p:cNvPr>
          <p:cNvSpPr>
            <a:spLocks noGrp="1"/>
          </p:cNvSpPr>
          <p:nvPr>
            <p:ph type="title"/>
          </p:nvPr>
        </p:nvSpPr>
        <p:spPr/>
        <p:txBody>
          <a:bodyPr/>
          <a:lstStyle/>
          <a:p>
            <a:r>
              <a:rPr lang="ar-EG" dirty="0"/>
              <a:t>جدول الاعتمادات</a:t>
            </a:r>
            <a:endParaRPr lang="en-GB" dirty="0"/>
          </a:p>
        </p:txBody>
      </p:sp>
      <p:sp>
        <p:nvSpPr>
          <p:cNvPr id="6" name="Slide Number Placeholder 5">
            <a:extLst>
              <a:ext uri="{FF2B5EF4-FFF2-40B4-BE49-F238E27FC236}">
                <a16:creationId xmlns:a16="http://schemas.microsoft.com/office/drawing/2014/main" id="{2C9AD97D-1A18-E4F4-C5E9-9E40A379EB41}"/>
              </a:ext>
            </a:extLst>
          </p:cNvPr>
          <p:cNvSpPr>
            <a:spLocks noGrp="1"/>
          </p:cNvSpPr>
          <p:nvPr>
            <p:ph type="sldNum" sz="quarter" idx="12"/>
          </p:nvPr>
        </p:nvSpPr>
        <p:spPr>
          <a:xfrm>
            <a:off x="621452" y="6358188"/>
            <a:ext cx="437375" cy="320040"/>
          </a:xfrm>
        </p:spPr>
        <p:txBody>
          <a:bodyPr/>
          <a:lstStyle/>
          <a:p>
            <a:fld id="{0BE4EC83-A869-464E-AE9F-881796FB085E}" type="slidenum">
              <a:rPr lang="en-US" smtClean="0"/>
              <a:pPr/>
              <a:t>4</a:t>
            </a:fld>
            <a:endParaRPr lang="en-US"/>
          </a:p>
        </p:txBody>
      </p:sp>
    </p:spTree>
    <p:extLst>
      <p:ext uri="{BB962C8B-B14F-4D97-AF65-F5344CB8AC3E}">
        <p14:creationId xmlns:p14="http://schemas.microsoft.com/office/powerpoint/2010/main" val="3400582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Title 127">
            <a:extLst>
              <a:ext uri="{FF2B5EF4-FFF2-40B4-BE49-F238E27FC236}">
                <a16:creationId xmlns:a16="http://schemas.microsoft.com/office/drawing/2014/main" id="{1C6423EB-C4FD-85A8-22C2-F9D9A47AD52D}"/>
              </a:ext>
            </a:extLst>
          </p:cNvPr>
          <p:cNvSpPr>
            <a:spLocks noGrp="1"/>
          </p:cNvSpPr>
          <p:nvPr>
            <p:ph type="title"/>
          </p:nvPr>
        </p:nvSpPr>
        <p:spPr/>
        <p:txBody>
          <a:bodyPr/>
          <a:lstStyle/>
          <a:p>
            <a:pPr algn="ctr"/>
            <a:r>
              <a:rPr lang="ar-EG" dirty="0"/>
              <a:t>جدول المحتويات</a:t>
            </a:r>
            <a:endParaRPr lang="en-GB" dirty="0"/>
          </a:p>
        </p:txBody>
      </p:sp>
      <p:sp>
        <p:nvSpPr>
          <p:cNvPr id="14" name="Rectangle 13">
            <a:extLst>
              <a:ext uri="{FF2B5EF4-FFF2-40B4-BE49-F238E27FC236}">
                <a16:creationId xmlns:a16="http://schemas.microsoft.com/office/drawing/2014/main" id="{2FB94C50-062A-D02C-7517-160E93B39C03}"/>
              </a:ext>
            </a:extLst>
          </p:cNvPr>
          <p:cNvSpPr/>
          <p:nvPr/>
        </p:nvSpPr>
        <p:spPr>
          <a:xfrm flipH="1">
            <a:off x="7729430" y="2644432"/>
            <a:ext cx="284072" cy="2775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rtl="1"/>
            <a:r>
              <a:rPr lang="en-US" sz="1600" b="1" dirty="0"/>
              <a:t>3</a:t>
            </a:r>
          </a:p>
        </p:txBody>
      </p:sp>
      <p:sp>
        <p:nvSpPr>
          <p:cNvPr id="15" name="Rectangle 14">
            <a:hlinkClick r:id="rId2" action="ppaction://hlinksldjump"/>
            <a:extLst>
              <a:ext uri="{FF2B5EF4-FFF2-40B4-BE49-F238E27FC236}">
                <a16:creationId xmlns:a16="http://schemas.microsoft.com/office/drawing/2014/main" id="{B6C19944-AADA-9608-0548-468A36DA9020}"/>
              </a:ext>
            </a:extLst>
          </p:cNvPr>
          <p:cNvSpPr/>
          <p:nvPr/>
        </p:nvSpPr>
        <p:spPr>
          <a:xfrm flipH="1">
            <a:off x="4382568" y="2644432"/>
            <a:ext cx="3363302" cy="27758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algn="r" rtl="1"/>
            <a:r>
              <a:rPr lang="ar-EG" sz="1600" b="1" dirty="0">
                <a:solidFill>
                  <a:schemeClr val="tx1"/>
                </a:solidFill>
              </a:rPr>
              <a:t>المدخلات لإستراتيجية البنية المؤسسية</a:t>
            </a:r>
          </a:p>
        </p:txBody>
      </p:sp>
      <p:sp>
        <p:nvSpPr>
          <p:cNvPr id="18" name="Rectangle 17">
            <a:extLst>
              <a:ext uri="{FF2B5EF4-FFF2-40B4-BE49-F238E27FC236}">
                <a16:creationId xmlns:a16="http://schemas.microsoft.com/office/drawing/2014/main" id="{FBC11AE4-E1CA-66B1-450E-76F20D9778FB}"/>
              </a:ext>
            </a:extLst>
          </p:cNvPr>
          <p:cNvSpPr/>
          <p:nvPr/>
        </p:nvSpPr>
        <p:spPr>
          <a:xfrm flipH="1">
            <a:off x="7729430" y="1333500"/>
            <a:ext cx="284072" cy="2775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rtl="1"/>
            <a:r>
              <a:rPr lang="ar-EG" sz="1600" b="1" dirty="0"/>
              <a:t>1</a:t>
            </a:r>
            <a:endParaRPr lang="en-US" sz="1600" b="1" dirty="0"/>
          </a:p>
        </p:txBody>
      </p:sp>
      <p:sp>
        <p:nvSpPr>
          <p:cNvPr id="19" name="Rectangle 18">
            <a:hlinkClick r:id="rId3" action="ppaction://hlinksldjump"/>
            <a:extLst>
              <a:ext uri="{FF2B5EF4-FFF2-40B4-BE49-F238E27FC236}">
                <a16:creationId xmlns:a16="http://schemas.microsoft.com/office/drawing/2014/main" id="{7B7279FC-B998-69AC-EB8C-4F33E53B04C1}"/>
              </a:ext>
            </a:extLst>
          </p:cNvPr>
          <p:cNvSpPr/>
          <p:nvPr/>
        </p:nvSpPr>
        <p:spPr>
          <a:xfrm flipH="1">
            <a:off x="4382569" y="1333500"/>
            <a:ext cx="3363301" cy="27758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algn="r" rtl="1"/>
            <a:r>
              <a:rPr lang="ar-EG" sz="1600" b="1" dirty="0">
                <a:solidFill>
                  <a:schemeClr val="tx1"/>
                </a:solidFill>
              </a:rPr>
              <a:t>مقدمة عن استراتيجية البنية المؤسسية</a:t>
            </a:r>
          </a:p>
        </p:txBody>
      </p:sp>
      <p:sp>
        <p:nvSpPr>
          <p:cNvPr id="24" name="Rectangle 23">
            <a:extLst>
              <a:ext uri="{FF2B5EF4-FFF2-40B4-BE49-F238E27FC236}">
                <a16:creationId xmlns:a16="http://schemas.microsoft.com/office/drawing/2014/main" id="{572E77E6-0108-532A-6D97-DAE4DB311C77}"/>
              </a:ext>
            </a:extLst>
          </p:cNvPr>
          <p:cNvSpPr/>
          <p:nvPr/>
        </p:nvSpPr>
        <p:spPr>
          <a:xfrm flipH="1">
            <a:off x="7729430" y="3052018"/>
            <a:ext cx="284072" cy="2775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rtl="1"/>
            <a:r>
              <a:rPr lang="en-US" sz="1600" b="1" dirty="0"/>
              <a:t>4</a:t>
            </a:r>
          </a:p>
        </p:txBody>
      </p:sp>
      <p:sp>
        <p:nvSpPr>
          <p:cNvPr id="25" name="Rectangle 24">
            <a:hlinkClick r:id="rId4" action="ppaction://hlinksldjump"/>
            <a:extLst>
              <a:ext uri="{FF2B5EF4-FFF2-40B4-BE49-F238E27FC236}">
                <a16:creationId xmlns:a16="http://schemas.microsoft.com/office/drawing/2014/main" id="{1AB211CD-AFDF-3EA1-AE03-D6607600A9D7}"/>
              </a:ext>
            </a:extLst>
          </p:cNvPr>
          <p:cNvSpPr/>
          <p:nvPr/>
        </p:nvSpPr>
        <p:spPr>
          <a:xfrm flipH="1">
            <a:off x="4382568" y="3052018"/>
            <a:ext cx="3363302" cy="27758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algn="r" rtl="1"/>
            <a:r>
              <a:rPr lang="ar-EG" sz="1600" b="1" dirty="0">
                <a:solidFill>
                  <a:schemeClr val="tx1"/>
                </a:solidFill>
              </a:rPr>
              <a:t>نقاط القوة والضعف</a:t>
            </a:r>
          </a:p>
        </p:txBody>
      </p:sp>
      <p:sp>
        <p:nvSpPr>
          <p:cNvPr id="26" name="Rectangle 25">
            <a:extLst>
              <a:ext uri="{FF2B5EF4-FFF2-40B4-BE49-F238E27FC236}">
                <a16:creationId xmlns:a16="http://schemas.microsoft.com/office/drawing/2014/main" id="{18F690EE-AD23-72C7-E3AF-1064F16B5E99}"/>
              </a:ext>
            </a:extLst>
          </p:cNvPr>
          <p:cNvSpPr/>
          <p:nvPr/>
        </p:nvSpPr>
        <p:spPr>
          <a:xfrm flipH="1">
            <a:off x="7461801" y="3394604"/>
            <a:ext cx="284072" cy="1828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rtl="1"/>
            <a:r>
              <a:rPr lang="ar-EG" sz="1400" b="1" dirty="0">
                <a:solidFill>
                  <a:schemeClr val="accent2"/>
                </a:solidFill>
              </a:rPr>
              <a:t>4.1</a:t>
            </a:r>
            <a:endParaRPr lang="en-US" sz="1400" b="1" dirty="0">
              <a:solidFill>
                <a:schemeClr val="accent2"/>
              </a:solidFill>
            </a:endParaRPr>
          </a:p>
        </p:txBody>
      </p:sp>
      <p:sp>
        <p:nvSpPr>
          <p:cNvPr id="27" name="Rectangle 26">
            <a:hlinkClick r:id="rId5" action="ppaction://hlinksldjump"/>
            <a:extLst>
              <a:ext uri="{FF2B5EF4-FFF2-40B4-BE49-F238E27FC236}">
                <a16:creationId xmlns:a16="http://schemas.microsoft.com/office/drawing/2014/main" id="{85E9971F-EA88-8DC6-6ADC-B97733C58A52}"/>
              </a:ext>
            </a:extLst>
          </p:cNvPr>
          <p:cNvSpPr/>
          <p:nvPr/>
        </p:nvSpPr>
        <p:spPr>
          <a:xfrm flipH="1">
            <a:off x="4382567" y="3394604"/>
            <a:ext cx="3095674" cy="182880"/>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algn="r" rtl="1"/>
            <a:r>
              <a:rPr lang="ar-EG" sz="1200" dirty="0">
                <a:solidFill>
                  <a:schemeClr val="tx1"/>
                </a:solidFill>
              </a:rPr>
              <a:t>موجز بأهم نتائج التحليل الرباعي</a:t>
            </a:r>
          </a:p>
        </p:txBody>
      </p:sp>
      <p:sp>
        <p:nvSpPr>
          <p:cNvPr id="34" name="Rectangle 33">
            <a:extLst>
              <a:ext uri="{FF2B5EF4-FFF2-40B4-BE49-F238E27FC236}">
                <a16:creationId xmlns:a16="http://schemas.microsoft.com/office/drawing/2014/main" id="{C65B56BC-1B9E-568C-655A-760641B29F2E}"/>
              </a:ext>
            </a:extLst>
          </p:cNvPr>
          <p:cNvSpPr/>
          <p:nvPr/>
        </p:nvSpPr>
        <p:spPr>
          <a:xfrm flipH="1">
            <a:off x="7729430" y="3707484"/>
            <a:ext cx="284072" cy="2775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rtl="1"/>
            <a:r>
              <a:rPr lang="en-US" sz="1600" b="1" dirty="0"/>
              <a:t>5</a:t>
            </a:r>
          </a:p>
        </p:txBody>
      </p:sp>
      <p:sp>
        <p:nvSpPr>
          <p:cNvPr id="35" name="Rectangle 34">
            <a:hlinkClick r:id="rId6" action="ppaction://hlinksldjump"/>
            <a:extLst>
              <a:ext uri="{FF2B5EF4-FFF2-40B4-BE49-F238E27FC236}">
                <a16:creationId xmlns:a16="http://schemas.microsoft.com/office/drawing/2014/main" id="{24057FAC-D1C8-F960-2E7E-ECD1C317B3E6}"/>
              </a:ext>
            </a:extLst>
          </p:cNvPr>
          <p:cNvSpPr/>
          <p:nvPr/>
        </p:nvSpPr>
        <p:spPr>
          <a:xfrm flipH="1">
            <a:off x="4382568" y="3707484"/>
            <a:ext cx="3363302" cy="27758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algn="r" rtl="1"/>
            <a:r>
              <a:rPr lang="ar-EG" sz="1600" b="1" dirty="0">
                <a:solidFill>
                  <a:schemeClr val="tx1"/>
                </a:solidFill>
              </a:rPr>
              <a:t>مكونات استراتيجية ممارسة البنية المؤسسية</a:t>
            </a:r>
          </a:p>
        </p:txBody>
      </p:sp>
      <p:sp>
        <p:nvSpPr>
          <p:cNvPr id="36" name="Rectangle 35">
            <a:extLst>
              <a:ext uri="{FF2B5EF4-FFF2-40B4-BE49-F238E27FC236}">
                <a16:creationId xmlns:a16="http://schemas.microsoft.com/office/drawing/2014/main" id="{E26FB4B7-0518-C0E1-2842-40F6C0602CD3}"/>
              </a:ext>
            </a:extLst>
          </p:cNvPr>
          <p:cNvSpPr/>
          <p:nvPr/>
        </p:nvSpPr>
        <p:spPr>
          <a:xfrm flipH="1">
            <a:off x="7461801" y="4050070"/>
            <a:ext cx="284072" cy="1828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rtl="1"/>
            <a:r>
              <a:rPr lang="ar-EG" sz="1400" b="1" dirty="0">
                <a:solidFill>
                  <a:schemeClr val="accent2"/>
                </a:solidFill>
              </a:rPr>
              <a:t>5.1</a:t>
            </a:r>
            <a:endParaRPr lang="en-US" sz="1400" b="1" dirty="0">
              <a:solidFill>
                <a:schemeClr val="accent2"/>
              </a:solidFill>
            </a:endParaRPr>
          </a:p>
        </p:txBody>
      </p:sp>
      <p:sp>
        <p:nvSpPr>
          <p:cNvPr id="37" name="Rectangle 36">
            <a:hlinkClick r:id="rId7" action="ppaction://hlinksldjump"/>
            <a:extLst>
              <a:ext uri="{FF2B5EF4-FFF2-40B4-BE49-F238E27FC236}">
                <a16:creationId xmlns:a16="http://schemas.microsoft.com/office/drawing/2014/main" id="{0E9BC302-C753-06DB-8D4A-371CF042FAFD}"/>
              </a:ext>
            </a:extLst>
          </p:cNvPr>
          <p:cNvSpPr/>
          <p:nvPr/>
        </p:nvSpPr>
        <p:spPr>
          <a:xfrm flipH="1">
            <a:off x="4382567" y="4050070"/>
            <a:ext cx="3095674" cy="182880"/>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algn="r" rtl="1"/>
            <a:r>
              <a:rPr lang="ar-EG" sz="1200" dirty="0">
                <a:solidFill>
                  <a:schemeClr val="tx1"/>
                </a:solidFill>
              </a:rPr>
              <a:t>تعريف بمكونات الاستراتيجية</a:t>
            </a:r>
            <a:endParaRPr lang="en-US" sz="1200" dirty="0">
              <a:solidFill>
                <a:schemeClr val="tx1"/>
              </a:solidFill>
            </a:endParaRPr>
          </a:p>
        </p:txBody>
      </p:sp>
      <p:sp>
        <p:nvSpPr>
          <p:cNvPr id="38" name="Rectangle 37">
            <a:extLst>
              <a:ext uri="{FF2B5EF4-FFF2-40B4-BE49-F238E27FC236}">
                <a16:creationId xmlns:a16="http://schemas.microsoft.com/office/drawing/2014/main" id="{8FC1F3C7-EBD3-3EF7-E0E9-FB55E961E21A}"/>
              </a:ext>
            </a:extLst>
          </p:cNvPr>
          <p:cNvSpPr/>
          <p:nvPr/>
        </p:nvSpPr>
        <p:spPr>
          <a:xfrm flipH="1">
            <a:off x="7461801" y="4297950"/>
            <a:ext cx="284072" cy="1828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rtl="1"/>
            <a:r>
              <a:rPr lang="ar-EG" sz="1400" b="1" dirty="0">
                <a:solidFill>
                  <a:schemeClr val="accent2"/>
                </a:solidFill>
              </a:rPr>
              <a:t>5.2</a:t>
            </a:r>
            <a:endParaRPr lang="en-US" sz="1400" b="1" dirty="0">
              <a:solidFill>
                <a:schemeClr val="accent2"/>
              </a:solidFill>
            </a:endParaRPr>
          </a:p>
        </p:txBody>
      </p:sp>
      <p:sp>
        <p:nvSpPr>
          <p:cNvPr id="39" name="Rectangle 38">
            <a:hlinkClick r:id="rId8" action="ppaction://hlinksldjump"/>
            <a:extLst>
              <a:ext uri="{FF2B5EF4-FFF2-40B4-BE49-F238E27FC236}">
                <a16:creationId xmlns:a16="http://schemas.microsoft.com/office/drawing/2014/main" id="{0B6BE68C-4D26-5A28-7244-E4D732A21D7D}"/>
              </a:ext>
            </a:extLst>
          </p:cNvPr>
          <p:cNvSpPr/>
          <p:nvPr/>
        </p:nvSpPr>
        <p:spPr>
          <a:xfrm flipH="1">
            <a:off x="4382567" y="4297950"/>
            <a:ext cx="3095674" cy="182880"/>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algn="r" rtl="1"/>
            <a:r>
              <a:rPr lang="ar-EG" sz="1200" dirty="0">
                <a:solidFill>
                  <a:schemeClr val="tx1"/>
                </a:solidFill>
              </a:rPr>
              <a:t>تعريف الرؤية والرسالة</a:t>
            </a:r>
            <a:endParaRPr lang="en-US" sz="1200" dirty="0">
              <a:solidFill>
                <a:schemeClr val="tx1"/>
              </a:solidFill>
            </a:endParaRPr>
          </a:p>
        </p:txBody>
      </p:sp>
      <p:sp>
        <p:nvSpPr>
          <p:cNvPr id="40" name="Rectangle 39">
            <a:extLst>
              <a:ext uri="{FF2B5EF4-FFF2-40B4-BE49-F238E27FC236}">
                <a16:creationId xmlns:a16="http://schemas.microsoft.com/office/drawing/2014/main" id="{E0D2B5CD-7D42-C66E-C3C6-64C83CC0CDB7}"/>
              </a:ext>
            </a:extLst>
          </p:cNvPr>
          <p:cNvSpPr/>
          <p:nvPr/>
        </p:nvSpPr>
        <p:spPr>
          <a:xfrm flipH="1">
            <a:off x="7461801" y="4545830"/>
            <a:ext cx="284072" cy="1828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rtl="1"/>
            <a:r>
              <a:rPr lang="ar-EG" sz="1400" b="1" dirty="0">
                <a:solidFill>
                  <a:schemeClr val="accent2"/>
                </a:solidFill>
              </a:rPr>
              <a:t>5.3</a:t>
            </a:r>
            <a:endParaRPr lang="en-US" sz="1400" b="1" dirty="0">
              <a:solidFill>
                <a:schemeClr val="accent2"/>
              </a:solidFill>
            </a:endParaRPr>
          </a:p>
        </p:txBody>
      </p:sp>
      <p:sp>
        <p:nvSpPr>
          <p:cNvPr id="41" name="Rectangle 40">
            <a:hlinkClick r:id="rId9" action="ppaction://hlinksldjump"/>
            <a:extLst>
              <a:ext uri="{FF2B5EF4-FFF2-40B4-BE49-F238E27FC236}">
                <a16:creationId xmlns:a16="http://schemas.microsoft.com/office/drawing/2014/main" id="{F551122F-DBEF-7C43-A949-1ADBFEA08A0B}"/>
              </a:ext>
            </a:extLst>
          </p:cNvPr>
          <p:cNvSpPr/>
          <p:nvPr/>
        </p:nvSpPr>
        <p:spPr>
          <a:xfrm flipH="1">
            <a:off x="4382567" y="4545830"/>
            <a:ext cx="3095674" cy="182880"/>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algn="r" rtl="1"/>
            <a:r>
              <a:rPr lang="ar-EG" sz="1200" dirty="0">
                <a:solidFill>
                  <a:schemeClr val="tx1"/>
                </a:solidFill>
              </a:rPr>
              <a:t>آلية صياغة الأهداف الاستراتيجية</a:t>
            </a:r>
            <a:endParaRPr lang="en-US" sz="1200" dirty="0">
              <a:solidFill>
                <a:schemeClr val="tx1"/>
              </a:solidFill>
            </a:endParaRPr>
          </a:p>
        </p:txBody>
      </p:sp>
      <p:sp>
        <p:nvSpPr>
          <p:cNvPr id="42" name="Rectangle 41">
            <a:extLst>
              <a:ext uri="{FF2B5EF4-FFF2-40B4-BE49-F238E27FC236}">
                <a16:creationId xmlns:a16="http://schemas.microsoft.com/office/drawing/2014/main" id="{1FA1DD44-DFCF-BE54-3DC8-23DBF0DEB47E}"/>
              </a:ext>
            </a:extLst>
          </p:cNvPr>
          <p:cNvSpPr/>
          <p:nvPr/>
        </p:nvSpPr>
        <p:spPr>
          <a:xfrm flipH="1">
            <a:off x="3948237" y="1333500"/>
            <a:ext cx="284072" cy="2775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rtl="1"/>
            <a:r>
              <a:rPr lang="en-US" sz="1600" b="1" dirty="0"/>
              <a:t>6</a:t>
            </a:r>
          </a:p>
        </p:txBody>
      </p:sp>
      <p:sp>
        <p:nvSpPr>
          <p:cNvPr id="43" name="Rectangle 42">
            <a:hlinkClick r:id="rId10" action="ppaction://hlinksldjump"/>
            <a:extLst>
              <a:ext uri="{FF2B5EF4-FFF2-40B4-BE49-F238E27FC236}">
                <a16:creationId xmlns:a16="http://schemas.microsoft.com/office/drawing/2014/main" id="{E7ED0819-BAF9-B315-C440-03F680A89F1C}"/>
              </a:ext>
            </a:extLst>
          </p:cNvPr>
          <p:cNvSpPr/>
          <p:nvPr/>
        </p:nvSpPr>
        <p:spPr>
          <a:xfrm flipH="1">
            <a:off x="601375" y="1333500"/>
            <a:ext cx="3363302" cy="27758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algn="r" rtl="1"/>
            <a:r>
              <a:rPr lang="ar-EG" sz="1600" b="1" dirty="0">
                <a:solidFill>
                  <a:schemeClr val="tx1"/>
                </a:solidFill>
              </a:rPr>
              <a:t>المواءمة الاستراتيجية</a:t>
            </a:r>
          </a:p>
        </p:txBody>
      </p:sp>
      <p:sp>
        <p:nvSpPr>
          <p:cNvPr id="50" name="Rectangle 49">
            <a:extLst>
              <a:ext uri="{FF2B5EF4-FFF2-40B4-BE49-F238E27FC236}">
                <a16:creationId xmlns:a16="http://schemas.microsoft.com/office/drawing/2014/main" id="{DB9CEBAE-C928-FFF5-01A8-6D6045CBD566}"/>
              </a:ext>
            </a:extLst>
          </p:cNvPr>
          <p:cNvSpPr/>
          <p:nvPr/>
        </p:nvSpPr>
        <p:spPr>
          <a:xfrm flipH="1">
            <a:off x="3680609" y="2236846"/>
            <a:ext cx="284072" cy="1828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rtl="1"/>
            <a:r>
              <a:rPr lang="en-US" sz="1100" b="1" dirty="0"/>
              <a:t>6.3</a:t>
            </a:r>
          </a:p>
        </p:txBody>
      </p:sp>
      <p:sp>
        <p:nvSpPr>
          <p:cNvPr id="51" name="Rectangle 50">
            <a:hlinkClick r:id="rId11" action="ppaction://hlinksldjump"/>
            <a:extLst>
              <a:ext uri="{FF2B5EF4-FFF2-40B4-BE49-F238E27FC236}">
                <a16:creationId xmlns:a16="http://schemas.microsoft.com/office/drawing/2014/main" id="{42C4CE19-35C1-2D5C-B1E9-D5704EB7F589}"/>
              </a:ext>
            </a:extLst>
          </p:cNvPr>
          <p:cNvSpPr/>
          <p:nvPr/>
        </p:nvSpPr>
        <p:spPr>
          <a:xfrm flipH="1">
            <a:off x="601375" y="2236846"/>
            <a:ext cx="3095674" cy="1828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algn="r" rtl="1"/>
            <a:r>
              <a:rPr lang="ar-EG" sz="1100" dirty="0">
                <a:solidFill>
                  <a:schemeClr val="tx1"/>
                </a:solidFill>
              </a:rPr>
              <a:t>نطاق البنية المؤسسية على المستوى الاستراتيجي</a:t>
            </a:r>
          </a:p>
        </p:txBody>
      </p:sp>
      <p:sp>
        <p:nvSpPr>
          <p:cNvPr id="58" name="Rectangle 57">
            <a:extLst>
              <a:ext uri="{FF2B5EF4-FFF2-40B4-BE49-F238E27FC236}">
                <a16:creationId xmlns:a16="http://schemas.microsoft.com/office/drawing/2014/main" id="{54981533-D552-B613-B41D-5114D29B8953}"/>
              </a:ext>
            </a:extLst>
          </p:cNvPr>
          <p:cNvSpPr/>
          <p:nvPr/>
        </p:nvSpPr>
        <p:spPr>
          <a:xfrm flipH="1">
            <a:off x="3948238" y="2549726"/>
            <a:ext cx="284072" cy="2775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rtl="1"/>
            <a:r>
              <a:rPr lang="en-US" sz="1600" b="1" dirty="0"/>
              <a:t>7</a:t>
            </a:r>
          </a:p>
        </p:txBody>
      </p:sp>
      <p:sp>
        <p:nvSpPr>
          <p:cNvPr id="59" name="Rectangle 58">
            <a:hlinkClick r:id="rId12" action="ppaction://hlinksldjump"/>
            <a:extLst>
              <a:ext uri="{FF2B5EF4-FFF2-40B4-BE49-F238E27FC236}">
                <a16:creationId xmlns:a16="http://schemas.microsoft.com/office/drawing/2014/main" id="{31A6CF27-6E48-9383-9802-9A8B316E8A08}"/>
              </a:ext>
            </a:extLst>
          </p:cNvPr>
          <p:cNvSpPr/>
          <p:nvPr/>
        </p:nvSpPr>
        <p:spPr>
          <a:xfrm flipH="1">
            <a:off x="601376" y="2549726"/>
            <a:ext cx="3363302" cy="27758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algn="r" rtl="1"/>
            <a:r>
              <a:rPr lang="ar-EG" sz="1600" b="1" dirty="0">
                <a:solidFill>
                  <a:schemeClr val="tx1"/>
                </a:solidFill>
              </a:rPr>
              <a:t>منهجية تنفيذ استراتيجية البنية المؤسسية</a:t>
            </a:r>
          </a:p>
        </p:txBody>
      </p:sp>
      <p:sp>
        <p:nvSpPr>
          <p:cNvPr id="60" name="Rectangle 59">
            <a:extLst>
              <a:ext uri="{FF2B5EF4-FFF2-40B4-BE49-F238E27FC236}">
                <a16:creationId xmlns:a16="http://schemas.microsoft.com/office/drawing/2014/main" id="{AADE531A-98A3-8F2C-3D35-B254E1C8E14D}"/>
              </a:ext>
            </a:extLst>
          </p:cNvPr>
          <p:cNvSpPr/>
          <p:nvPr/>
        </p:nvSpPr>
        <p:spPr>
          <a:xfrm flipH="1">
            <a:off x="3680609" y="2892312"/>
            <a:ext cx="284072" cy="1828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rtl="1"/>
            <a:r>
              <a:rPr lang="ar-EG" sz="1400" b="1" dirty="0">
                <a:solidFill>
                  <a:schemeClr val="accent2"/>
                </a:solidFill>
              </a:rPr>
              <a:t>7.1</a:t>
            </a:r>
            <a:endParaRPr lang="en-US" sz="1400" b="1" dirty="0">
              <a:solidFill>
                <a:schemeClr val="accent2"/>
              </a:solidFill>
            </a:endParaRPr>
          </a:p>
        </p:txBody>
      </p:sp>
      <p:sp>
        <p:nvSpPr>
          <p:cNvPr id="61" name="Rectangle 60">
            <a:hlinkClick r:id="rId13" action="ppaction://hlinksldjump"/>
            <a:extLst>
              <a:ext uri="{FF2B5EF4-FFF2-40B4-BE49-F238E27FC236}">
                <a16:creationId xmlns:a16="http://schemas.microsoft.com/office/drawing/2014/main" id="{78DBEE07-2044-E069-288C-AFACA3C348E3}"/>
              </a:ext>
            </a:extLst>
          </p:cNvPr>
          <p:cNvSpPr/>
          <p:nvPr/>
        </p:nvSpPr>
        <p:spPr>
          <a:xfrm flipH="1">
            <a:off x="601375" y="2892312"/>
            <a:ext cx="3095674" cy="182880"/>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algn="r" rtl="1"/>
            <a:r>
              <a:rPr lang="ar-EG" sz="1200" dirty="0">
                <a:solidFill>
                  <a:schemeClr val="tx1"/>
                </a:solidFill>
              </a:rPr>
              <a:t>المخطط الزمني لتنفيذ الاستراتيجية</a:t>
            </a:r>
            <a:endParaRPr lang="en-US" sz="1200" dirty="0">
              <a:solidFill>
                <a:schemeClr val="tx1"/>
              </a:solidFill>
            </a:endParaRPr>
          </a:p>
        </p:txBody>
      </p:sp>
      <p:sp>
        <p:nvSpPr>
          <p:cNvPr id="62" name="Rectangle 61">
            <a:extLst>
              <a:ext uri="{FF2B5EF4-FFF2-40B4-BE49-F238E27FC236}">
                <a16:creationId xmlns:a16="http://schemas.microsoft.com/office/drawing/2014/main" id="{70985EDF-297F-ED26-6785-4403A344275C}"/>
              </a:ext>
            </a:extLst>
          </p:cNvPr>
          <p:cNvSpPr/>
          <p:nvPr/>
        </p:nvSpPr>
        <p:spPr>
          <a:xfrm flipH="1">
            <a:off x="3680609" y="3140192"/>
            <a:ext cx="284072" cy="1828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rtl="1"/>
            <a:r>
              <a:rPr lang="ar-EG" sz="1400" b="1" dirty="0">
                <a:solidFill>
                  <a:schemeClr val="accent2"/>
                </a:solidFill>
              </a:rPr>
              <a:t>7.2</a:t>
            </a:r>
            <a:endParaRPr lang="en-US" sz="1400" b="1" dirty="0">
              <a:solidFill>
                <a:schemeClr val="accent2"/>
              </a:solidFill>
            </a:endParaRPr>
          </a:p>
        </p:txBody>
      </p:sp>
      <p:sp>
        <p:nvSpPr>
          <p:cNvPr id="63" name="Rectangle 62">
            <a:hlinkClick r:id="rId14" action="ppaction://hlinksldjump"/>
            <a:extLst>
              <a:ext uri="{FF2B5EF4-FFF2-40B4-BE49-F238E27FC236}">
                <a16:creationId xmlns:a16="http://schemas.microsoft.com/office/drawing/2014/main" id="{2086E195-C27C-EBFA-49ED-CB52C8C73BCC}"/>
              </a:ext>
            </a:extLst>
          </p:cNvPr>
          <p:cNvSpPr/>
          <p:nvPr/>
        </p:nvSpPr>
        <p:spPr>
          <a:xfrm flipH="1">
            <a:off x="601375" y="3140192"/>
            <a:ext cx="3095674" cy="182880"/>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algn="r" rtl="1"/>
            <a:r>
              <a:rPr lang="ar-EG" sz="1200" dirty="0">
                <a:solidFill>
                  <a:schemeClr val="tx1"/>
                </a:solidFill>
              </a:rPr>
              <a:t>التشغيل لممارسة البنية المؤسسية</a:t>
            </a:r>
          </a:p>
        </p:txBody>
      </p:sp>
      <p:sp>
        <p:nvSpPr>
          <p:cNvPr id="66" name="Rectangle 65">
            <a:extLst>
              <a:ext uri="{FF2B5EF4-FFF2-40B4-BE49-F238E27FC236}">
                <a16:creationId xmlns:a16="http://schemas.microsoft.com/office/drawing/2014/main" id="{86AA7EC7-B115-D709-4D4C-76EBEA330133}"/>
              </a:ext>
            </a:extLst>
          </p:cNvPr>
          <p:cNvSpPr/>
          <p:nvPr/>
        </p:nvSpPr>
        <p:spPr>
          <a:xfrm flipH="1">
            <a:off x="3948238" y="3700952"/>
            <a:ext cx="284072" cy="2775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rtl="1"/>
            <a:r>
              <a:rPr lang="en-US" sz="1600" b="1" dirty="0"/>
              <a:t>8</a:t>
            </a:r>
          </a:p>
        </p:txBody>
      </p:sp>
      <p:sp>
        <p:nvSpPr>
          <p:cNvPr id="67" name="Rectangle 66">
            <a:hlinkClick r:id="rId15" action="ppaction://hlinksldjump"/>
            <a:extLst>
              <a:ext uri="{FF2B5EF4-FFF2-40B4-BE49-F238E27FC236}">
                <a16:creationId xmlns:a16="http://schemas.microsoft.com/office/drawing/2014/main" id="{CED8A564-79F9-8092-058A-090D7EF3E8D2}"/>
              </a:ext>
            </a:extLst>
          </p:cNvPr>
          <p:cNvSpPr/>
          <p:nvPr/>
        </p:nvSpPr>
        <p:spPr>
          <a:xfrm flipH="1">
            <a:off x="601376" y="3700952"/>
            <a:ext cx="3363302" cy="27758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algn="r" rtl="1"/>
            <a:r>
              <a:rPr lang="ar-EG" sz="1600" b="1" dirty="0">
                <a:solidFill>
                  <a:schemeClr val="tx1"/>
                </a:solidFill>
              </a:rPr>
              <a:t>مؤشرات الأداء الاستراتيجية للبنية المؤسسية</a:t>
            </a:r>
          </a:p>
        </p:txBody>
      </p:sp>
      <p:sp>
        <p:nvSpPr>
          <p:cNvPr id="68" name="Rectangle 67">
            <a:extLst>
              <a:ext uri="{FF2B5EF4-FFF2-40B4-BE49-F238E27FC236}">
                <a16:creationId xmlns:a16="http://schemas.microsoft.com/office/drawing/2014/main" id="{CBDBD6EE-CB8C-9794-8168-A25828108DFE}"/>
              </a:ext>
            </a:extLst>
          </p:cNvPr>
          <p:cNvSpPr/>
          <p:nvPr/>
        </p:nvSpPr>
        <p:spPr>
          <a:xfrm flipH="1">
            <a:off x="7461801" y="4793710"/>
            <a:ext cx="284072" cy="1828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rtl="1"/>
            <a:r>
              <a:rPr lang="ar-EG" sz="1400" b="1" dirty="0">
                <a:solidFill>
                  <a:schemeClr val="accent2"/>
                </a:solidFill>
              </a:rPr>
              <a:t>5.4</a:t>
            </a:r>
            <a:endParaRPr lang="en-US" sz="1400" b="1" dirty="0">
              <a:solidFill>
                <a:schemeClr val="accent2"/>
              </a:solidFill>
            </a:endParaRPr>
          </a:p>
        </p:txBody>
      </p:sp>
      <p:sp>
        <p:nvSpPr>
          <p:cNvPr id="69" name="Rectangle 68">
            <a:hlinkClick r:id="rId16" action="ppaction://hlinksldjump"/>
            <a:extLst>
              <a:ext uri="{FF2B5EF4-FFF2-40B4-BE49-F238E27FC236}">
                <a16:creationId xmlns:a16="http://schemas.microsoft.com/office/drawing/2014/main" id="{BC758BB5-CEDB-578A-6EE5-B25D9AB4E862}"/>
              </a:ext>
            </a:extLst>
          </p:cNvPr>
          <p:cNvSpPr/>
          <p:nvPr/>
        </p:nvSpPr>
        <p:spPr>
          <a:xfrm flipH="1">
            <a:off x="4382567" y="4793710"/>
            <a:ext cx="3095674" cy="182880"/>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algn="r" rtl="1"/>
            <a:r>
              <a:rPr lang="ar-EG" sz="1200" dirty="0">
                <a:solidFill>
                  <a:schemeClr val="tx1"/>
                </a:solidFill>
              </a:rPr>
              <a:t>الأهداف الاستراتيجية للبنية المؤسسية</a:t>
            </a:r>
            <a:endParaRPr lang="en-US" sz="1200" dirty="0">
              <a:solidFill>
                <a:schemeClr val="tx1"/>
              </a:solidFill>
            </a:endParaRPr>
          </a:p>
        </p:txBody>
      </p:sp>
      <p:sp>
        <p:nvSpPr>
          <p:cNvPr id="70" name="Rectangle 69">
            <a:extLst>
              <a:ext uri="{FF2B5EF4-FFF2-40B4-BE49-F238E27FC236}">
                <a16:creationId xmlns:a16="http://schemas.microsoft.com/office/drawing/2014/main" id="{10256F72-F545-3CC5-B865-6CE492C15B2A}"/>
              </a:ext>
            </a:extLst>
          </p:cNvPr>
          <p:cNvSpPr/>
          <p:nvPr/>
        </p:nvSpPr>
        <p:spPr>
          <a:xfrm flipH="1">
            <a:off x="7461801" y="5041590"/>
            <a:ext cx="284072" cy="1828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rtl="1"/>
            <a:r>
              <a:rPr lang="ar-EG" sz="1400" b="1" dirty="0">
                <a:solidFill>
                  <a:schemeClr val="accent2"/>
                </a:solidFill>
              </a:rPr>
              <a:t>5.5</a:t>
            </a:r>
            <a:endParaRPr lang="en-US" sz="1400" b="1" dirty="0">
              <a:solidFill>
                <a:schemeClr val="accent2"/>
              </a:solidFill>
            </a:endParaRPr>
          </a:p>
        </p:txBody>
      </p:sp>
      <p:sp>
        <p:nvSpPr>
          <p:cNvPr id="71" name="Rectangle 70">
            <a:hlinkClick r:id="rId17" action="ppaction://hlinksldjump"/>
            <a:extLst>
              <a:ext uri="{FF2B5EF4-FFF2-40B4-BE49-F238E27FC236}">
                <a16:creationId xmlns:a16="http://schemas.microsoft.com/office/drawing/2014/main" id="{C417D4A5-8527-83F2-5839-18738CF5D38E}"/>
              </a:ext>
            </a:extLst>
          </p:cNvPr>
          <p:cNvSpPr/>
          <p:nvPr/>
        </p:nvSpPr>
        <p:spPr>
          <a:xfrm flipH="1">
            <a:off x="4382567" y="5041590"/>
            <a:ext cx="3095674" cy="182880"/>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algn="r" rtl="1"/>
            <a:r>
              <a:rPr lang="ar-EG" sz="1200" dirty="0">
                <a:solidFill>
                  <a:schemeClr val="tx1"/>
                </a:solidFill>
              </a:rPr>
              <a:t>البيت الاستراتيجي لممارسة البنية المؤسسية</a:t>
            </a:r>
            <a:endParaRPr lang="en-US" sz="1200" dirty="0">
              <a:solidFill>
                <a:schemeClr val="tx1"/>
              </a:solidFill>
            </a:endParaRPr>
          </a:p>
        </p:txBody>
      </p:sp>
      <p:sp>
        <p:nvSpPr>
          <p:cNvPr id="72" name="Rectangle 71">
            <a:extLst>
              <a:ext uri="{FF2B5EF4-FFF2-40B4-BE49-F238E27FC236}">
                <a16:creationId xmlns:a16="http://schemas.microsoft.com/office/drawing/2014/main" id="{D4252AC9-119A-677E-EA31-281B44563FA3}"/>
              </a:ext>
            </a:extLst>
          </p:cNvPr>
          <p:cNvSpPr/>
          <p:nvPr/>
        </p:nvSpPr>
        <p:spPr>
          <a:xfrm flipH="1">
            <a:off x="7461801" y="5289470"/>
            <a:ext cx="284072" cy="1828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rtl="1"/>
            <a:r>
              <a:rPr lang="ar-EG" sz="1400" b="1" dirty="0">
                <a:solidFill>
                  <a:schemeClr val="accent2"/>
                </a:solidFill>
              </a:rPr>
              <a:t>5.6</a:t>
            </a:r>
            <a:endParaRPr lang="en-US" sz="1400" b="1" dirty="0">
              <a:solidFill>
                <a:schemeClr val="accent2"/>
              </a:solidFill>
            </a:endParaRPr>
          </a:p>
        </p:txBody>
      </p:sp>
      <p:sp>
        <p:nvSpPr>
          <p:cNvPr id="73" name="Rectangle 72">
            <a:hlinkClick r:id="rId18" action="ppaction://hlinksldjump"/>
            <a:extLst>
              <a:ext uri="{FF2B5EF4-FFF2-40B4-BE49-F238E27FC236}">
                <a16:creationId xmlns:a16="http://schemas.microsoft.com/office/drawing/2014/main" id="{CD44F1C2-6604-65D5-B88D-45D1D64CEFF7}"/>
              </a:ext>
            </a:extLst>
          </p:cNvPr>
          <p:cNvSpPr/>
          <p:nvPr/>
        </p:nvSpPr>
        <p:spPr>
          <a:xfrm flipH="1">
            <a:off x="4382567" y="5289470"/>
            <a:ext cx="3095674" cy="182880"/>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algn="r" rtl="1"/>
            <a:r>
              <a:rPr lang="ar-EG" sz="1200" dirty="0">
                <a:solidFill>
                  <a:schemeClr val="tx1"/>
                </a:solidFill>
              </a:rPr>
              <a:t>أهم الفوائد المتوقعة من تنفيذ استراتيجية البنية المؤسسية</a:t>
            </a:r>
            <a:endParaRPr lang="en-US" sz="1200" dirty="0">
              <a:solidFill>
                <a:schemeClr val="tx1"/>
              </a:solidFill>
            </a:endParaRPr>
          </a:p>
        </p:txBody>
      </p:sp>
      <p:sp>
        <p:nvSpPr>
          <p:cNvPr id="75" name="Rectangle 74">
            <a:extLst>
              <a:ext uri="{FF2B5EF4-FFF2-40B4-BE49-F238E27FC236}">
                <a16:creationId xmlns:a16="http://schemas.microsoft.com/office/drawing/2014/main" id="{0A826882-75F7-8B6C-846A-223DFED95634}"/>
              </a:ext>
            </a:extLst>
          </p:cNvPr>
          <p:cNvSpPr/>
          <p:nvPr/>
        </p:nvSpPr>
        <p:spPr>
          <a:xfrm flipH="1">
            <a:off x="3664166" y="4043538"/>
            <a:ext cx="284072" cy="1828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rtl="1"/>
            <a:r>
              <a:rPr lang="ar-EG" sz="1400" b="1" dirty="0">
                <a:solidFill>
                  <a:schemeClr val="accent2"/>
                </a:solidFill>
              </a:rPr>
              <a:t>8.1</a:t>
            </a:r>
            <a:endParaRPr lang="en-US" sz="1400" b="1" dirty="0">
              <a:solidFill>
                <a:schemeClr val="accent2"/>
              </a:solidFill>
            </a:endParaRPr>
          </a:p>
        </p:txBody>
      </p:sp>
      <p:sp>
        <p:nvSpPr>
          <p:cNvPr id="76" name="Rectangle 75">
            <a:hlinkClick r:id="rId19" action="ppaction://hlinksldjump"/>
            <a:extLst>
              <a:ext uri="{FF2B5EF4-FFF2-40B4-BE49-F238E27FC236}">
                <a16:creationId xmlns:a16="http://schemas.microsoft.com/office/drawing/2014/main" id="{0DA591F3-98F6-67AF-8D58-72DBD11856C0}"/>
              </a:ext>
            </a:extLst>
          </p:cNvPr>
          <p:cNvSpPr/>
          <p:nvPr/>
        </p:nvSpPr>
        <p:spPr>
          <a:xfrm flipH="1">
            <a:off x="584932" y="4043538"/>
            <a:ext cx="3095674" cy="182880"/>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algn="r" rtl="1"/>
            <a:r>
              <a:rPr lang="ar-EG" sz="1200" dirty="0">
                <a:solidFill>
                  <a:schemeClr val="tx1"/>
                </a:solidFill>
              </a:rPr>
              <a:t>مؤشرات الهدف الاستراتيجي الأول (</a:t>
            </a:r>
            <a:r>
              <a:rPr lang="en-GB" sz="1200" dirty="0">
                <a:solidFill>
                  <a:schemeClr val="tx1"/>
                </a:solidFill>
              </a:rPr>
              <a:t>EAG01</a:t>
            </a:r>
            <a:r>
              <a:rPr lang="ar-EG" sz="1200" dirty="0">
                <a:solidFill>
                  <a:schemeClr val="tx1"/>
                </a:solidFill>
              </a:rPr>
              <a:t>)</a:t>
            </a:r>
            <a:endParaRPr lang="en-US" sz="1200" dirty="0">
              <a:solidFill>
                <a:schemeClr val="tx1"/>
              </a:solidFill>
            </a:endParaRPr>
          </a:p>
        </p:txBody>
      </p:sp>
      <p:sp>
        <p:nvSpPr>
          <p:cNvPr id="77" name="Rectangle 76">
            <a:extLst>
              <a:ext uri="{FF2B5EF4-FFF2-40B4-BE49-F238E27FC236}">
                <a16:creationId xmlns:a16="http://schemas.microsoft.com/office/drawing/2014/main" id="{9040045F-3B93-9808-8C88-C78D76D151DD}"/>
              </a:ext>
            </a:extLst>
          </p:cNvPr>
          <p:cNvSpPr/>
          <p:nvPr/>
        </p:nvSpPr>
        <p:spPr>
          <a:xfrm flipH="1">
            <a:off x="3664166" y="4291418"/>
            <a:ext cx="284072" cy="1828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rtl="1"/>
            <a:r>
              <a:rPr lang="ar-EG" sz="1400" b="1" dirty="0">
                <a:solidFill>
                  <a:schemeClr val="accent2"/>
                </a:solidFill>
              </a:rPr>
              <a:t>8.2</a:t>
            </a:r>
            <a:endParaRPr lang="en-US" sz="1400" b="1" dirty="0">
              <a:solidFill>
                <a:schemeClr val="accent2"/>
              </a:solidFill>
            </a:endParaRPr>
          </a:p>
        </p:txBody>
      </p:sp>
      <p:sp>
        <p:nvSpPr>
          <p:cNvPr id="78" name="Rectangle 77">
            <a:hlinkClick r:id="rId20" action="ppaction://hlinksldjump"/>
            <a:extLst>
              <a:ext uri="{FF2B5EF4-FFF2-40B4-BE49-F238E27FC236}">
                <a16:creationId xmlns:a16="http://schemas.microsoft.com/office/drawing/2014/main" id="{94F5E431-F0F6-8AED-7397-CA0EE0B664C7}"/>
              </a:ext>
            </a:extLst>
          </p:cNvPr>
          <p:cNvSpPr/>
          <p:nvPr/>
        </p:nvSpPr>
        <p:spPr>
          <a:xfrm flipH="1">
            <a:off x="584932" y="4291418"/>
            <a:ext cx="3095674" cy="182880"/>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algn="r" rtl="1"/>
            <a:r>
              <a:rPr lang="ar-EG" sz="1200" dirty="0">
                <a:solidFill>
                  <a:schemeClr val="tx1"/>
                </a:solidFill>
              </a:rPr>
              <a:t>مؤشرات الهدف الاستراتيجي الثاني (</a:t>
            </a:r>
            <a:r>
              <a:rPr lang="en-GB" sz="1200" dirty="0">
                <a:solidFill>
                  <a:schemeClr val="tx1"/>
                </a:solidFill>
              </a:rPr>
              <a:t>EAG02</a:t>
            </a:r>
            <a:r>
              <a:rPr lang="ar-EG" sz="1200" dirty="0">
                <a:solidFill>
                  <a:schemeClr val="tx1"/>
                </a:solidFill>
              </a:rPr>
              <a:t>)</a:t>
            </a:r>
            <a:endParaRPr lang="en-US" sz="1200" dirty="0">
              <a:solidFill>
                <a:schemeClr val="tx1"/>
              </a:solidFill>
            </a:endParaRPr>
          </a:p>
        </p:txBody>
      </p:sp>
      <p:sp>
        <p:nvSpPr>
          <p:cNvPr id="79" name="Rectangle 78">
            <a:extLst>
              <a:ext uri="{FF2B5EF4-FFF2-40B4-BE49-F238E27FC236}">
                <a16:creationId xmlns:a16="http://schemas.microsoft.com/office/drawing/2014/main" id="{92537D0B-71AF-074F-10C7-DFC6C2253BD6}"/>
              </a:ext>
            </a:extLst>
          </p:cNvPr>
          <p:cNvSpPr/>
          <p:nvPr/>
        </p:nvSpPr>
        <p:spPr>
          <a:xfrm flipH="1">
            <a:off x="3664166" y="4539298"/>
            <a:ext cx="284072" cy="1828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rtl="1"/>
            <a:r>
              <a:rPr lang="ar-EG" sz="1400" b="1" dirty="0">
                <a:solidFill>
                  <a:schemeClr val="accent2"/>
                </a:solidFill>
              </a:rPr>
              <a:t>8.3</a:t>
            </a:r>
            <a:endParaRPr lang="en-US" sz="1400" b="1" dirty="0">
              <a:solidFill>
                <a:schemeClr val="accent2"/>
              </a:solidFill>
            </a:endParaRPr>
          </a:p>
        </p:txBody>
      </p:sp>
      <p:sp>
        <p:nvSpPr>
          <p:cNvPr id="80" name="Rectangle 79">
            <a:hlinkClick r:id="rId21" action="ppaction://hlinksldjump"/>
            <a:extLst>
              <a:ext uri="{FF2B5EF4-FFF2-40B4-BE49-F238E27FC236}">
                <a16:creationId xmlns:a16="http://schemas.microsoft.com/office/drawing/2014/main" id="{5626C534-A388-B1EB-1D7D-141D88EB3FF0}"/>
              </a:ext>
            </a:extLst>
          </p:cNvPr>
          <p:cNvSpPr/>
          <p:nvPr/>
        </p:nvSpPr>
        <p:spPr>
          <a:xfrm flipH="1">
            <a:off x="584932" y="4539298"/>
            <a:ext cx="3095674" cy="182880"/>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algn="r" rtl="1"/>
            <a:r>
              <a:rPr lang="ar-EG" sz="1200" dirty="0">
                <a:solidFill>
                  <a:schemeClr val="tx1"/>
                </a:solidFill>
              </a:rPr>
              <a:t>مؤشرات الهدف الاستراتيجي الثالث (</a:t>
            </a:r>
            <a:r>
              <a:rPr lang="en-GB" sz="1200" dirty="0">
                <a:solidFill>
                  <a:schemeClr val="tx1"/>
                </a:solidFill>
              </a:rPr>
              <a:t>EAG03</a:t>
            </a:r>
            <a:r>
              <a:rPr lang="ar-EG" sz="1200" dirty="0">
                <a:solidFill>
                  <a:schemeClr val="tx1"/>
                </a:solidFill>
              </a:rPr>
              <a:t>)</a:t>
            </a:r>
            <a:endParaRPr lang="en-US" sz="1200" dirty="0">
              <a:solidFill>
                <a:schemeClr val="tx1"/>
              </a:solidFill>
            </a:endParaRPr>
          </a:p>
        </p:txBody>
      </p:sp>
      <p:sp>
        <p:nvSpPr>
          <p:cNvPr id="81" name="Rectangle 80">
            <a:extLst>
              <a:ext uri="{FF2B5EF4-FFF2-40B4-BE49-F238E27FC236}">
                <a16:creationId xmlns:a16="http://schemas.microsoft.com/office/drawing/2014/main" id="{C2D08DE4-EC49-0A6F-F2F2-16CD46C1CB1C}"/>
              </a:ext>
            </a:extLst>
          </p:cNvPr>
          <p:cNvSpPr/>
          <p:nvPr/>
        </p:nvSpPr>
        <p:spPr>
          <a:xfrm flipH="1">
            <a:off x="3664166" y="4787178"/>
            <a:ext cx="284072" cy="1828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rtl="1"/>
            <a:r>
              <a:rPr lang="ar-EG" sz="1400" b="1" dirty="0">
                <a:solidFill>
                  <a:schemeClr val="accent2"/>
                </a:solidFill>
              </a:rPr>
              <a:t>8.4</a:t>
            </a:r>
            <a:endParaRPr lang="en-US" sz="1400" b="1" dirty="0">
              <a:solidFill>
                <a:schemeClr val="accent2"/>
              </a:solidFill>
            </a:endParaRPr>
          </a:p>
        </p:txBody>
      </p:sp>
      <p:sp>
        <p:nvSpPr>
          <p:cNvPr id="82" name="Rectangle 81">
            <a:hlinkClick r:id="rId22" action="ppaction://hlinksldjump"/>
            <a:extLst>
              <a:ext uri="{FF2B5EF4-FFF2-40B4-BE49-F238E27FC236}">
                <a16:creationId xmlns:a16="http://schemas.microsoft.com/office/drawing/2014/main" id="{6267213D-891E-A9D7-7D70-3B31D61F0B8B}"/>
              </a:ext>
            </a:extLst>
          </p:cNvPr>
          <p:cNvSpPr/>
          <p:nvPr/>
        </p:nvSpPr>
        <p:spPr>
          <a:xfrm flipH="1">
            <a:off x="584932" y="4787178"/>
            <a:ext cx="3095674" cy="182880"/>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algn="r" rtl="1"/>
            <a:r>
              <a:rPr lang="ar-EG" sz="1200" dirty="0">
                <a:solidFill>
                  <a:schemeClr val="tx1"/>
                </a:solidFill>
              </a:rPr>
              <a:t>مؤشرات الهدف الاستراتيجي الرابع (</a:t>
            </a:r>
            <a:r>
              <a:rPr lang="en-GB" sz="1200" dirty="0">
                <a:solidFill>
                  <a:schemeClr val="tx1"/>
                </a:solidFill>
              </a:rPr>
              <a:t>EAG04</a:t>
            </a:r>
            <a:r>
              <a:rPr lang="ar-EG" sz="1200" dirty="0">
                <a:solidFill>
                  <a:schemeClr val="tx1"/>
                </a:solidFill>
              </a:rPr>
              <a:t>)</a:t>
            </a:r>
            <a:endParaRPr lang="en-US" sz="1200" dirty="0">
              <a:solidFill>
                <a:schemeClr val="tx1"/>
              </a:solidFill>
            </a:endParaRPr>
          </a:p>
        </p:txBody>
      </p:sp>
      <p:sp>
        <p:nvSpPr>
          <p:cNvPr id="83" name="Rectangle 82">
            <a:extLst>
              <a:ext uri="{FF2B5EF4-FFF2-40B4-BE49-F238E27FC236}">
                <a16:creationId xmlns:a16="http://schemas.microsoft.com/office/drawing/2014/main" id="{E8692CA6-F5B1-EE64-9E88-BFCF007498A4}"/>
              </a:ext>
            </a:extLst>
          </p:cNvPr>
          <p:cNvSpPr/>
          <p:nvPr/>
        </p:nvSpPr>
        <p:spPr>
          <a:xfrm flipH="1">
            <a:off x="3664166" y="5035058"/>
            <a:ext cx="284072" cy="1828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rtl="1"/>
            <a:r>
              <a:rPr lang="ar-EG" sz="1400" b="1" dirty="0">
                <a:solidFill>
                  <a:schemeClr val="accent2"/>
                </a:solidFill>
              </a:rPr>
              <a:t>8.5</a:t>
            </a:r>
            <a:endParaRPr lang="en-US" sz="1400" b="1" dirty="0">
              <a:solidFill>
                <a:schemeClr val="accent2"/>
              </a:solidFill>
            </a:endParaRPr>
          </a:p>
        </p:txBody>
      </p:sp>
      <p:sp>
        <p:nvSpPr>
          <p:cNvPr id="84" name="Rectangle 83">
            <a:hlinkClick r:id="rId23" action="ppaction://hlinksldjump"/>
            <a:extLst>
              <a:ext uri="{FF2B5EF4-FFF2-40B4-BE49-F238E27FC236}">
                <a16:creationId xmlns:a16="http://schemas.microsoft.com/office/drawing/2014/main" id="{6F853C59-80EC-9914-5A84-942F9D4089DA}"/>
              </a:ext>
            </a:extLst>
          </p:cNvPr>
          <p:cNvSpPr/>
          <p:nvPr/>
        </p:nvSpPr>
        <p:spPr>
          <a:xfrm flipH="1">
            <a:off x="584932" y="5035058"/>
            <a:ext cx="3095674" cy="182880"/>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algn="r" rtl="1"/>
            <a:r>
              <a:rPr lang="ar-EG" sz="1200" dirty="0">
                <a:solidFill>
                  <a:schemeClr val="tx1"/>
                </a:solidFill>
              </a:rPr>
              <a:t>مؤشرات الهدف الاستراتيجي الخامس (</a:t>
            </a:r>
            <a:r>
              <a:rPr lang="en-GB" sz="1200" dirty="0">
                <a:solidFill>
                  <a:schemeClr val="tx1"/>
                </a:solidFill>
              </a:rPr>
              <a:t>EAG05</a:t>
            </a:r>
            <a:r>
              <a:rPr lang="ar-EG" sz="1200" dirty="0">
                <a:solidFill>
                  <a:schemeClr val="tx1"/>
                </a:solidFill>
              </a:rPr>
              <a:t>)</a:t>
            </a:r>
            <a:endParaRPr lang="en-US" sz="1200" dirty="0">
              <a:solidFill>
                <a:schemeClr val="tx1"/>
              </a:solidFill>
            </a:endParaRPr>
          </a:p>
        </p:txBody>
      </p:sp>
      <p:sp>
        <p:nvSpPr>
          <p:cNvPr id="85" name="Rectangle 84">
            <a:extLst>
              <a:ext uri="{FF2B5EF4-FFF2-40B4-BE49-F238E27FC236}">
                <a16:creationId xmlns:a16="http://schemas.microsoft.com/office/drawing/2014/main" id="{B82CD3A7-F18A-B087-10BB-4B1BCA661DFE}"/>
              </a:ext>
            </a:extLst>
          </p:cNvPr>
          <p:cNvSpPr/>
          <p:nvPr/>
        </p:nvSpPr>
        <p:spPr>
          <a:xfrm flipH="1">
            <a:off x="3664166" y="5282938"/>
            <a:ext cx="284072" cy="1828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rtl="1"/>
            <a:r>
              <a:rPr lang="ar-EG" sz="1400" b="1" dirty="0">
                <a:solidFill>
                  <a:schemeClr val="accent2"/>
                </a:solidFill>
              </a:rPr>
              <a:t>8.6</a:t>
            </a:r>
            <a:endParaRPr lang="en-US" sz="1400" b="1" dirty="0">
              <a:solidFill>
                <a:schemeClr val="accent2"/>
              </a:solidFill>
            </a:endParaRPr>
          </a:p>
        </p:txBody>
      </p:sp>
      <p:sp>
        <p:nvSpPr>
          <p:cNvPr id="86" name="Rectangle 85">
            <a:hlinkClick r:id="rId24" action="ppaction://hlinksldjump"/>
            <a:extLst>
              <a:ext uri="{FF2B5EF4-FFF2-40B4-BE49-F238E27FC236}">
                <a16:creationId xmlns:a16="http://schemas.microsoft.com/office/drawing/2014/main" id="{09AC28E7-BBBE-3B65-10D0-95648AAB6F90}"/>
              </a:ext>
            </a:extLst>
          </p:cNvPr>
          <p:cNvSpPr/>
          <p:nvPr/>
        </p:nvSpPr>
        <p:spPr>
          <a:xfrm flipH="1">
            <a:off x="584932" y="5282938"/>
            <a:ext cx="3095674" cy="182880"/>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algn="r" rtl="1"/>
            <a:r>
              <a:rPr lang="ar-EG" sz="1200" dirty="0">
                <a:solidFill>
                  <a:schemeClr val="tx1"/>
                </a:solidFill>
              </a:rPr>
              <a:t>مؤشرات الهدف الاستراتيجي السادس (</a:t>
            </a:r>
            <a:r>
              <a:rPr lang="en-GB" sz="1200" dirty="0">
                <a:solidFill>
                  <a:schemeClr val="tx1"/>
                </a:solidFill>
              </a:rPr>
              <a:t>EAG06</a:t>
            </a:r>
            <a:r>
              <a:rPr lang="ar-EG" sz="1200" dirty="0">
                <a:solidFill>
                  <a:schemeClr val="tx1"/>
                </a:solidFill>
              </a:rPr>
              <a:t>)</a:t>
            </a:r>
            <a:endParaRPr lang="en-US" sz="1200" dirty="0">
              <a:solidFill>
                <a:schemeClr val="tx1"/>
              </a:solidFill>
            </a:endParaRPr>
          </a:p>
        </p:txBody>
      </p:sp>
      <p:sp>
        <p:nvSpPr>
          <p:cNvPr id="89" name="Rectangle 88">
            <a:extLst>
              <a:ext uri="{FF2B5EF4-FFF2-40B4-BE49-F238E27FC236}">
                <a16:creationId xmlns:a16="http://schemas.microsoft.com/office/drawing/2014/main" id="{71B80607-8FEB-FBE6-644E-FBF07B7943C9}"/>
              </a:ext>
            </a:extLst>
          </p:cNvPr>
          <p:cNvSpPr/>
          <p:nvPr/>
        </p:nvSpPr>
        <p:spPr>
          <a:xfrm flipH="1">
            <a:off x="3680609" y="3388072"/>
            <a:ext cx="284072" cy="1828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rtl="1"/>
            <a:r>
              <a:rPr lang="ar-EG" sz="1400" b="1" dirty="0">
                <a:solidFill>
                  <a:schemeClr val="accent2"/>
                </a:solidFill>
              </a:rPr>
              <a:t>7.3</a:t>
            </a:r>
            <a:endParaRPr lang="en-US" sz="1400" b="1" dirty="0">
              <a:solidFill>
                <a:schemeClr val="accent2"/>
              </a:solidFill>
            </a:endParaRPr>
          </a:p>
        </p:txBody>
      </p:sp>
      <p:sp>
        <p:nvSpPr>
          <p:cNvPr id="90" name="Rectangle 89">
            <a:hlinkClick r:id="rId25" action="ppaction://hlinksldjump"/>
            <a:extLst>
              <a:ext uri="{FF2B5EF4-FFF2-40B4-BE49-F238E27FC236}">
                <a16:creationId xmlns:a16="http://schemas.microsoft.com/office/drawing/2014/main" id="{C3579D7A-B778-5C0E-4720-8D1EEC9CAA6D}"/>
              </a:ext>
            </a:extLst>
          </p:cNvPr>
          <p:cNvSpPr/>
          <p:nvPr/>
        </p:nvSpPr>
        <p:spPr>
          <a:xfrm flipH="1">
            <a:off x="601375" y="3388072"/>
            <a:ext cx="3095674" cy="182880"/>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algn="r" rtl="1"/>
            <a:r>
              <a:rPr lang="ar-EG" sz="1200" dirty="0">
                <a:solidFill>
                  <a:schemeClr val="tx1"/>
                </a:solidFill>
              </a:rPr>
              <a:t>الوضع التنفيذي</a:t>
            </a:r>
          </a:p>
        </p:txBody>
      </p:sp>
      <p:sp>
        <p:nvSpPr>
          <p:cNvPr id="91" name="Rectangle 90">
            <a:extLst>
              <a:ext uri="{FF2B5EF4-FFF2-40B4-BE49-F238E27FC236}">
                <a16:creationId xmlns:a16="http://schemas.microsoft.com/office/drawing/2014/main" id="{781EE8E6-F60C-5DEA-F4D0-79ED622486B2}"/>
              </a:ext>
            </a:extLst>
          </p:cNvPr>
          <p:cNvSpPr/>
          <p:nvPr/>
        </p:nvSpPr>
        <p:spPr>
          <a:xfrm flipH="1">
            <a:off x="7461801" y="5537350"/>
            <a:ext cx="284072" cy="1828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rtl="1"/>
            <a:r>
              <a:rPr lang="ar-EG" sz="1400" b="1" dirty="0">
                <a:solidFill>
                  <a:schemeClr val="accent2"/>
                </a:solidFill>
              </a:rPr>
              <a:t>5.7</a:t>
            </a:r>
            <a:endParaRPr lang="en-US" sz="1400" b="1" dirty="0">
              <a:solidFill>
                <a:schemeClr val="accent2"/>
              </a:solidFill>
            </a:endParaRPr>
          </a:p>
        </p:txBody>
      </p:sp>
      <p:sp>
        <p:nvSpPr>
          <p:cNvPr id="92" name="Rectangle 91">
            <a:hlinkClick r:id="rId26" action="ppaction://hlinksldjump"/>
            <a:extLst>
              <a:ext uri="{FF2B5EF4-FFF2-40B4-BE49-F238E27FC236}">
                <a16:creationId xmlns:a16="http://schemas.microsoft.com/office/drawing/2014/main" id="{8D137679-EFA3-E15B-B71F-2387C2CC6C12}"/>
              </a:ext>
            </a:extLst>
          </p:cNvPr>
          <p:cNvSpPr/>
          <p:nvPr/>
        </p:nvSpPr>
        <p:spPr>
          <a:xfrm flipH="1">
            <a:off x="4382567" y="5537350"/>
            <a:ext cx="3095674" cy="182880"/>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algn="r" rtl="1"/>
            <a:r>
              <a:rPr lang="ar-EG" sz="1200" dirty="0">
                <a:solidFill>
                  <a:schemeClr val="tx1"/>
                </a:solidFill>
              </a:rPr>
              <a:t>دور البنية المؤسسية في دعم المؤشرات الوطنية والتحول الرقمي</a:t>
            </a:r>
            <a:endParaRPr lang="en-US" sz="1200" dirty="0">
              <a:solidFill>
                <a:schemeClr val="tx1"/>
              </a:solidFill>
            </a:endParaRPr>
          </a:p>
        </p:txBody>
      </p:sp>
      <p:sp>
        <p:nvSpPr>
          <p:cNvPr id="200" name="NR_200"/>
          <p:cNvSpPr/>
          <p:nvPr/>
        </p:nvSpPr>
        <p:spPr>
          <a:xfrm flipH="1">
            <a:off x="7729430" y="1741086"/>
            <a:ext cx="284072" cy="2775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rtl="1"/>
            <a:r>
              <a:rPr lang="en-US" sz="1600" b="1" dirty="0"/>
              <a:t>2</a:t>
            </a:r>
          </a:p>
        </p:txBody>
      </p:sp>
      <p:sp>
        <p:nvSpPr>
          <p:cNvPr id="201" name="NR_201">
            <a:hlinkClick r:id="rId27" action="ppaction://hlinksldjump"/>
          </p:cNvPr>
          <p:cNvSpPr/>
          <p:nvPr/>
        </p:nvSpPr>
        <p:spPr>
          <a:xfrm flipH="1">
            <a:off x="4382568" y="1741086"/>
            <a:ext cx="3363302" cy="27758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algn="r" rtl="1"/>
            <a:r>
              <a:rPr lang="ar-EG" sz="1600" b="1" dirty="0">
                <a:solidFill>
                  <a:schemeClr val="tx1"/>
                </a:solidFill>
              </a:rPr>
              <a:t>المقارنة المعيارية</a:t>
            </a:r>
          </a:p>
        </p:txBody>
      </p:sp>
      <p:sp>
        <p:nvSpPr>
          <p:cNvPr id="202" name="NR_202"/>
          <p:cNvSpPr/>
          <p:nvPr/>
        </p:nvSpPr>
        <p:spPr>
          <a:xfrm flipH="1">
            <a:off x="7461801" y="2083672"/>
            <a:ext cx="284072" cy="1828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rtl="1"/>
            <a:r>
              <a:rPr lang="en-US" sz="1100" b="1" dirty="0"/>
              <a:t>2.1</a:t>
            </a:r>
          </a:p>
        </p:txBody>
      </p:sp>
      <p:sp>
        <p:nvSpPr>
          <p:cNvPr id="203" name="NR_203">
            <a:hlinkClick r:id="rId28" action="ppaction://hlinksldjump"/>
          </p:cNvPr>
          <p:cNvSpPr/>
          <p:nvPr/>
        </p:nvSpPr>
        <p:spPr>
          <a:xfrm flipH="1">
            <a:off x="4382567" y="2083672"/>
            <a:ext cx="3095674" cy="1828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algn="r" rtl="1"/>
            <a:r>
              <a:rPr lang="ar-EG" sz="1100" dirty="0">
                <a:solidFill>
                  <a:schemeClr val="tx1"/>
                </a:solidFill>
              </a:rPr>
              <a:t>المقارنة مع الجهة الداخلية (KKU)</a:t>
            </a:r>
          </a:p>
        </p:txBody>
      </p:sp>
      <p:sp>
        <p:nvSpPr>
          <p:cNvPr id="204" name="NR_204"/>
          <p:cNvSpPr/>
          <p:nvPr/>
        </p:nvSpPr>
        <p:spPr>
          <a:xfrm flipH="1">
            <a:off x="7461801" y="2331552"/>
            <a:ext cx="284072" cy="1828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rtl="1"/>
            <a:r>
              <a:rPr lang="en-US" sz="1100" b="1" dirty="0"/>
              <a:t>2.2</a:t>
            </a:r>
          </a:p>
        </p:txBody>
      </p:sp>
      <p:sp>
        <p:nvSpPr>
          <p:cNvPr id="205" name="NR_205">
            <a:hlinkClick r:id="rId29" action="ppaction://hlinksldjump"/>
          </p:cNvPr>
          <p:cNvSpPr/>
          <p:nvPr/>
        </p:nvSpPr>
        <p:spPr>
          <a:xfrm flipH="1">
            <a:off x="4382567" y="2331552"/>
            <a:ext cx="3095674" cy="1828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algn="r" rtl="1"/>
            <a:r>
              <a:rPr lang="ar-EG" sz="1100" dirty="0">
                <a:solidFill>
                  <a:schemeClr val="tx1"/>
                </a:solidFill>
              </a:rPr>
              <a:t>المقارنة مع الجهة الخارجية (WATech)</a:t>
            </a:r>
          </a:p>
        </p:txBody>
      </p:sp>
      <p:sp>
        <p:nvSpPr>
          <p:cNvPr id="206" name="NL_206"/>
          <p:cNvSpPr/>
          <p:nvPr/>
        </p:nvSpPr>
        <p:spPr>
          <a:xfrm flipH="1">
            <a:off x="3680609" y="1676086"/>
            <a:ext cx="284072" cy="1828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rtl="1"/>
            <a:r>
              <a:rPr lang="en-US" sz="1100" b="1" dirty="0"/>
              <a:t>6.1</a:t>
            </a:r>
          </a:p>
        </p:txBody>
      </p:sp>
      <p:sp>
        <p:nvSpPr>
          <p:cNvPr id="207" name="NL_207">
            <a:hlinkClick r:id="rId30" action="ppaction://hlinksldjump"/>
          </p:cNvPr>
          <p:cNvSpPr/>
          <p:nvPr/>
        </p:nvSpPr>
        <p:spPr>
          <a:xfrm flipH="1">
            <a:off x="601375" y="1676086"/>
            <a:ext cx="3095674" cy="1828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algn="r" rtl="1"/>
            <a:r>
              <a:rPr lang="ar-EG" sz="1100" dirty="0">
                <a:solidFill>
                  <a:schemeClr val="tx1"/>
                </a:solidFill>
              </a:rPr>
              <a:t>المواءمة مع الأهداف الاستراتيجية لأعمال الهيئة</a:t>
            </a:r>
          </a:p>
        </p:txBody>
      </p:sp>
      <p:sp>
        <p:nvSpPr>
          <p:cNvPr id="208" name="NL_208"/>
          <p:cNvSpPr/>
          <p:nvPr/>
        </p:nvSpPr>
        <p:spPr>
          <a:xfrm flipH="1">
            <a:off x="3680609" y="1923966"/>
            <a:ext cx="284072" cy="1828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rtl="1"/>
            <a:r>
              <a:rPr lang="en-US" sz="1100" b="1" dirty="0"/>
              <a:t>6.2</a:t>
            </a:r>
          </a:p>
        </p:txBody>
      </p:sp>
      <p:sp>
        <p:nvSpPr>
          <p:cNvPr id="209" name="NL_209">
            <a:hlinkClick r:id="rId31" action="ppaction://hlinksldjump"/>
          </p:cNvPr>
          <p:cNvSpPr/>
          <p:nvPr/>
        </p:nvSpPr>
        <p:spPr>
          <a:xfrm flipH="1">
            <a:off x="601375" y="1923966"/>
            <a:ext cx="3095674" cy="1828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algn="r" rtl="1"/>
            <a:r>
              <a:rPr lang="ar-EG" sz="1100" dirty="0">
                <a:solidFill>
                  <a:schemeClr val="tx1"/>
                </a:solidFill>
              </a:rPr>
              <a:t>المواءمة مع الأهداف الاستراتيجية للتحول الرقمي للهيئة</a:t>
            </a:r>
          </a:p>
        </p:txBody>
      </p:sp>
    </p:spTree>
    <p:extLst>
      <p:ext uri="{BB962C8B-B14F-4D97-AF65-F5344CB8AC3E}">
        <p14:creationId xmlns:p14="http://schemas.microsoft.com/office/powerpoint/2010/main" val="10034671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ar-EG" dirty="0"/>
              <a:t>مقدمة عن استراتيجية البنية المؤسسية</a:t>
            </a:r>
            <a:endParaRPr lang="en-US" dirty="0"/>
          </a:p>
        </p:txBody>
      </p:sp>
      <p:sp>
        <p:nvSpPr>
          <p:cNvPr id="4" name="Text Placeholder 3"/>
          <p:cNvSpPr>
            <a:spLocks noGrp="1"/>
          </p:cNvSpPr>
          <p:nvPr>
            <p:ph type="body" sz="quarter" idx="14"/>
          </p:nvPr>
        </p:nvSpPr>
        <p:spPr/>
        <p:txBody>
          <a:bodyPr/>
          <a:lstStyle/>
          <a:p>
            <a:r>
              <a:rPr lang="ar-EG" dirty="0"/>
              <a:t>01</a:t>
            </a:r>
            <a:endParaRPr lang="en-US" dirty="0"/>
          </a:p>
        </p:txBody>
      </p:sp>
    </p:spTree>
    <p:extLst>
      <p:ext uri="{BB962C8B-B14F-4D97-AF65-F5344CB8AC3E}">
        <p14:creationId xmlns:p14="http://schemas.microsoft.com/office/powerpoint/2010/main" val="3281878229"/>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AA290-7E12-C3DA-5532-78AA6C9424C3}"/>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8730300C-4746-5B0E-5C7C-AE33828E2B47}"/>
              </a:ext>
            </a:extLst>
          </p:cNvPr>
          <p:cNvGrpSpPr/>
          <p:nvPr/>
        </p:nvGrpSpPr>
        <p:grpSpPr>
          <a:xfrm>
            <a:off x="1459533" y="2097028"/>
            <a:ext cx="4903787" cy="3091349"/>
            <a:chOff x="944563" y="2115731"/>
            <a:chExt cx="4903787" cy="3091349"/>
          </a:xfrm>
        </p:grpSpPr>
        <p:sp>
          <p:nvSpPr>
            <p:cNvPr id="5" name="TextBox 4">
              <a:extLst>
                <a:ext uri="{FF2B5EF4-FFF2-40B4-BE49-F238E27FC236}">
                  <a16:creationId xmlns:a16="http://schemas.microsoft.com/office/drawing/2014/main" id="{B4E5FA5E-8EAD-2977-6FB2-75527098AE55}"/>
                </a:ext>
              </a:extLst>
            </p:cNvPr>
            <p:cNvSpPr txBox="1"/>
            <p:nvPr/>
          </p:nvSpPr>
          <p:spPr>
            <a:xfrm>
              <a:off x="1109153" y="2590453"/>
              <a:ext cx="4739196" cy="1532727"/>
            </a:xfrm>
            <a:prstGeom prst="rect">
              <a:avLst/>
            </a:prstGeom>
            <a:noFill/>
          </p:spPr>
          <p:txBody>
            <a:bodyPr wrap="square">
              <a:spAutoFit/>
            </a:bodyPr>
            <a:lstStyle/>
            <a:p>
              <a:pPr algn="justLow" rtl="1">
                <a:lnSpc>
                  <a:spcPct val="130000"/>
                </a:lnSpc>
                <a:spcBef>
                  <a:spcPts val="0"/>
                </a:spcBef>
                <a:spcAft>
                  <a:spcPts val="800"/>
                </a:spcAft>
              </a:pPr>
              <a:r>
                <a:rPr lang="ar-SA" dirty="0">
                  <a:latin typeface="Sakkal Majalla" panose="02000000000000000000" pitchFamily="2" charset="-78"/>
                </a:rPr>
                <a:t>هي ممارسات وضوابط لدراسة الوضع الحالي للهيئة، وبناء خارطة الطريق للتحول إلى الوضع المستقبلي لتحقيق المواءمة بين قطاع الأعمال (الخدمات والإجراءات) وتقنية المعلومات (البيانات، والتطبيقات، والبينة التحتية الامن السيبراني وتجربة المستفيد) والأهداف الاستراتيجية للهيئة.</a:t>
              </a:r>
            </a:p>
          </p:txBody>
        </p:sp>
        <p:sp>
          <p:nvSpPr>
            <p:cNvPr id="6" name="Rectangle 5">
              <a:extLst>
                <a:ext uri="{FF2B5EF4-FFF2-40B4-BE49-F238E27FC236}">
                  <a16:creationId xmlns:a16="http://schemas.microsoft.com/office/drawing/2014/main" id="{D5C22EB5-C9D2-BAE7-EB11-351DB22525B0}"/>
                </a:ext>
              </a:extLst>
            </p:cNvPr>
            <p:cNvSpPr/>
            <p:nvPr/>
          </p:nvSpPr>
          <p:spPr>
            <a:xfrm>
              <a:off x="1109153" y="2157178"/>
              <a:ext cx="4699006" cy="2985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9D172BE8-7B22-AA6D-96CF-9FAC8C2EC217}"/>
                </a:ext>
              </a:extLst>
            </p:cNvPr>
            <p:cNvSpPr txBox="1"/>
            <p:nvPr/>
          </p:nvSpPr>
          <p:spPr>
            <a:xfrm>
              <a:off x="944563" y="2115731"/>
              <a:ext cx="4903787" cy="400110"/>
            </a:xfrm>
            <a:prstGeom prst="rect">
              <a:avLst/>
            </a:prstGeom>
            <a:noFill/>
          </p:spPr>
          <p:txBody>
            <a:bodyPr wrap="square">
              <a:spAutoFit/>
            </a:bodyPr>
            <a:lstStyle/>
            <a:p>
              <a:pPr algn="r" rtl="1"/>
              <a:r>
                <a:rPr lang="ar-SA" sz="2000" b="1" dirty="0">
                  <a:solidFill>
                    <a:schemeClr val="bg1"/>
                  </a:solidFill>
                </a:rPr>
                <a:t>ماهي البنية المؤسسية</a:t>
              </a:r>
              <a:r>
                <a:rPr lang="en-US" sz="2000" b="1" dirty="0">
                  <a:solidFill>
                    <a:schemeClr val="bg1"/>
                  </a:solidFill>
                </a:rPr>
                <a:t> </a:t>
              </a:r>
              <a:r>
                <a:rPr lang="ar-SA" sz="2000" b="1" dirty="0">
                  <a:solidFill>
                    <a:schemeClr val="bg1"/>
                  </a:solidFill>
                </a:rPr>
                <a:t>(</a:t>
              </a:r>
              <a:r>
                <a:rPr lang="en-US" sz="2000" b="1" dirty="0">
                  <a:solidFill>
                    <a:schemeClr val="bg1"/>
                  </a:solidFill>
                </a:rPr>
                <a:t>Enterprise Architecture</a:t>
              </a:r>
              <a:r>
                <a:rPr lang="ar-SA" sz="2000" b="1" dirty="0">
                  <a:solidFill>
                    <a:schemeClr val="bg1"/>
                  </a:solidFill>
                </a:rPr>
                <a:t>)؟</a:t>
              </a:r>
              <a:endParaRPr lang="en-US" sz="2000" b="1" dirty="0">
                <a:solidFill>
                  <a:schemeClr val="bg1"/>
                </a:solidFill>
              </a:endParaRPr>
            </a:p>
          </p:txBody>
        </p:sp>
        <p:grpSp>
          <p:nvGrpSpPr>
            <p:cNvPr id="8" name="Group 7">
              <a:extLst>
                <a:ext uri="{FF2B5EF4-FFF2-40B4-BE49-F238E27FC236}">
                  <a16:creationId xmlns:a16="http://schemas.microsoft.com/office/drawing/2014/main" id="{9F00378E-1301-F6BB-F42A-D23753F0ACAB}"/>
                </a:ext>
              </a:extLst>
            </p:cNvPr>
            <p:cNvGrpSpPr>
              <a:grpSpLocks noChangeAspect="1"/>
            </p:cNvGrpSpPr>
            <p:nvPr/>
          </p:nvGrpSpPr>
          <p:grpSpPr bwMode="auto">
            <a:xfrm>
              <a:off x="1331843" y="4658394"/>
              <a:ext cx="717257" cy="548686"/>
              <a:chOff x="-305" y="203"/>
              <a:chExt cx="533" cy="470"/>
            </a:xfrm>
            <a:solidFill>
              <a:schemeClr val="accent2"/>
            </a:solidFill>
          </p:grpSpPr>
          <p:sp>
            <p:nvSpPr>
              <p:cNvPr id="9" name="Freeform 6">
                <a:extLst>
                  <a:ext uri="{FF2B5EF4-FFF2-40B4-BE49-F238E27FC236}">
                    <a16:creationId xmlns:a16="http://schemas.microsoft.com/office/drawing/2014/main" id="{45669EDF-98B5-1BD7-265A-98F66AADABE6}"/>
                  </a:ext>
                </a:extLst>
              </p:cNvPr>
              <p:cNvSpPr>
                <a:spLocks/>
              </p:cNvSpPr>
              <p:nvPr/>
            </p:nvSpPr>
            <p:spPr bwMode="auto">
              <a:xfrm>
                <a:off x="-1" y="203"/>
                <a:ext cx="229" cy="470"/>
              </a:xfrm>
              <a:custGeom>
                <a:avLst/>
                <a:gdLst>
                  <a:gd name="T0" fmla="*/ 1412 w 1603"/>
                  <a:gd name="T1" fmla="*/ 0 h 3290"/>
                  <a:gd name="T2" fmla="*/ 1479 w 1603"/>
                  <a:gd name="T3" fmla="*/ 13 h 3290"/>
                  <a:gd name="T4" fmla="*/ 1536 w 1603"/>
                  <a:gd name="T5" fmla="*/ 45 h 3290"/>
                  <a:gd name="T6" fmla="*/ 1577 w 1603"/>
                  <a:gd name="T7" fmla="*/ 95 h 3290"/>
                  <a:gd name="T8" fmla="*/ 1600 w 1603"/>
                  <a:gd name="T9" fmla="*/ 157 h 3290"/>
                  <a:gd name="T10" fmla="*/ 1603 w 1603"/>
                  <a:gd name="T11" fmla="*/ 1105 h 3290"/>
                  <a:gd name="T12" fmla="*/ 1599 w 1603"/>
                  <a:gd name="T13" fmla="*/ 1362 h 3290"/>
                  <a:gd name="T14" fmla="*/ 1584 w 1603"/>
                  <a:gd name="T15" fmla="*/ 1597 h 3290"/>
                  <a:gd name="T16" fmla="*/ 1560 w 1603"/>
                  <a:gd name="T17" fmla="*/ 1809 h 3290"/>
                  <a:gd name="T18" fmla="*/ 1528 w 1603"/>
                  <a:gd name="T19" fmla="*/ 1998 h 3290"/>
                  <a:gd name="T20" fmla="*/ 1485 w 1603"/>
                  <a:gd name="T21" fmla="*/ 2164 h 3290"/>
                  <a:gd name="T22" fmla="*/ 1413 w 1603"/>
                  <a:gd name="T23" fmla="*/ 2353 h 3290"/>
                  <a:gd name="T24" fmla="*/ 1317 w 1603"/>
                  <a:gd name="T25" fmla="*/ 2531 h 3290"/>
                  <a:gd name="T26" fmla="*/ 1195 w 1603"/>
                  <a:gd name="T27" fmla="*/ 2700 h 3290"/>
                  <a:gd name="T28" fmla="*/ 1047 w 1603"/>
                  <a:gd name="T29" fmla="*/ 2859 h 3290"/>
                  <a:gd name="T30" fmla="*/ 888 w 1603"/>
                  <a:gd name="T31" fmla="*/ 2996 h 3290"/>
                  <a:gd name="T32" fmla="*/ 710 w 1603"/>
                  <a:gd name="T33" fmla="*/ 3118 h 3290"/>
                  <a:gd name="T34" fmla="*/ 512 w 1603"/>
                  <a:gd name="T35" fmla="*/ 3227 h 3290"/>
                  <a:gd name="T36" fmla="*/ 373 w 1603"/>
                  <a:gd name="T37" fmla="*/ 3286 h 3290"/>
                  <a:gd name="T38" fmla="*/ 309 w 1603"/>
                  <a:gd name="T39" fmla="*/ 3290 h 3290"/>
                  <a:gd name="T40" fmla="*/ 246 w 1603"/>
                  <a:gd name="T41" fmla="*/ 3272 h 3290"/>
                  <a:gd name="T42" fmla="*/ 194 w 1603"/>
                  <a:gd name="T43" fmla="*/ 3236 h 3290"/>
                  <a:gd name="T44" fmla="*/ 156 w 1603"/>
                  <a:gd name="T45" fmla="*/ 3182 h 3290"/>
                  <a:gd name="T46" fmla="*/ 7 w 1603"/>
                  <a:gd name="T47" fmla="*/ 2862 h 3290"/>
                  <a:gd name="T48" fmla="*/ 0 w 1603"/>
                  <a:gd name="T49" fmla="*/ 2801 h 3290"/>
                  <a:gd name="T50" fmla="*/ 12 w 1603"/>
                  <a:gd name="T51" fmla="*/ 2743 h 3290"/>
                  <a:gd name="T52" fmla="*/ 40 w 1603"/>
                  <a:gd name="T53" fmla="*/ 2691 h 3290"/>
                  <a:gd name="T54" fmla="*/ 86 w 1603"/>
                  <a:gd name="T55" fmla="*/ 2650 h 3290"/>
                  <a:gd name="T56" fmla="*/ 191 w 1603"/>
                  <a:gd name="T57" fmla="*/ 2598 h 3290"/>
                  <a:gd name="T58" fmla="*/ 331 w 1603"/>
                  <a:gd name="T59" fmla="*/ 2518 h 3290"/>
                  <a:gd name="T60" fmla="*/ 451 w 1603"/>
                  <a:gd name="T61" fmla="*/ 2428 h 3290"/>
                  <a:gd name="T62" fmla="*/ 551 w 1603"/>
                  <a:gd name="T63" fmla="*/ 2329 h 3290"/>
                  <a:gd name="T64" fmla="*/ 632 w 1603"/>
                  <a:gd name="T65" fmla="*/ 2219 h 3290"/>
                  <a:gd name="T66" fmla="*/ 696 w 1603"/>
                  <a:gd name="T67" fmla="*/ 2095 h 3290"/>
                  <a:gd name="T68" fmla="*/ 746 w 1603"/>
                  <a:gd name="T69" fmla="*/ 1956 h 3290"/>
                  <a:gd name="T70" fmla="*/ 781 w 1603"/>
                  <a:gd name="T71" fmla="*/ 1803 h 3290"/>
                  <a:gd name="T72" fmla="*/ 800 w 1603"/>
                  <a:gd name="T73" fmla="*/ 1634 h 3290"/>
                  <a:gd name="T74" fmla="*/ 248 w 1603"/>
                  <a:gd name="T75" fmla="*/ 1545 h 3290"/>
                  <a:gd name="T76" fmla="*/ 181 w 1603"/>
                  <a:gd name="T77" fmla="*/ 1533 h 3290"/>
                  <a:gd name="T78" fmla="*/ 124 w 1603"/>
                  <a:gd name="T79" fmla="*/ 1500 h 3290"/>
                  <a:gd name="T80" fmla="*/ 82 w 1603"/>
                  <a:gd name="T81" fmla="*/ 1450 h 3290"/>
                  <a:gd name="T82" fmla="*/ 60 w 1603"/>
                  <a:gd name="T83" fmla="*/ 1388 h 3290"/>
                  <a:gd name="T84" fmla="*/ 56 w 1603"/>
                  <a:gd name="T85" fmla="*/ 191 h 3290"/>
                  <a:gd name="T86" fmla="*/ 69 w 1603"/>
                  <a:gd name="T87" fmla="*/ 125 h 3290"/>
                  <a:gd name="T88" fmla="*/ 101 w 1603"/>
                  <a:gd name="T89" fmla="*/ 68 h 3290"/>
                  <a:gd name="T90" fmla="*/ 151 w 1603"/>
                  <a:gd name="T91" fmla="*/ 26 h 3290"/>
                  <a:gd name="T92" fmla="*/ 214 w 1603"/>
                  <a:gd name="T93" fmla="*/ 4 h 3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03" h="3290">
                    <a:moveTo>
                      <a:pt x="248" y="0"/>
                    </a:moveTo>
                    <a:lnTo>
                      <a:pt x="1412" y="0"/>
                    </a:lnTo>
                    <a:lnTo>
                      <a:pt x="1446" y="4"/>
                    </a:lnTo>
                    <a:lnTo>
                      <a:pt x="1479" y="13"/>
                    </a:lnTo>
                    <a:lnTo>
                      <a:pt x="1508" y="26"/>
                    </a:lnTo>
                    <a:lnTo>
                      <a:pt x="1536" y="45"/>
                    </a:lnTo>
                    <a:lnTo>
                      <a:pt x="1558" y="68"/>
                    </a:lnTo>
                    <a:lnTo>
                      <a:pt x="1577" y="95"/>
                    </a:lnTo>
                    <a:lnTo>
                      <a:pt x="1591" y="125"/>
                    </a:lnTo>
                    <a:lnTo>
                      <a:pt x="1600" y="157"/>
                    </a:lnTo>
                    <a:lnTo>
                      <a:pt x="1603" y="191"/>
                    </a:lnTo>
                    <a:lnTo>
                      <a:pt x="1603" y="1105"/>
                    </a:lnTo>
                    <a:lnTo>
                      <a:pt x="1602" y="1236"/>
                    </a:lnTo>
                    <a:lnTo>
                      <a:pt x="1599" y="1362"/>
                    </a:lnTo>
                    <a:lnTo>
                      <a:pt x="1592" y="1483"/>
                    </a:lnTo>
                    <a:lnTo>
                      <a:pt x="1584" y="1597"/>
                    </a:lnTo>
                    <a:lnTo>
                      <a:pt x="1574" y="1706"/>
                    </a:lnTo>
                    <a:lnTo>
                      <a:pt x="1560" y="1809"/>
                    </a:lnTo>
                    <a:lnTo>
                      <a:pt x="1546" y="1906"/>
                    </a:lnTo>
                    <a:lnTo>
                      <a:pt x="1528" y="1998"/>
                    </a:lnTo>
                    <a:lnTo>
                      <a:pt x="1507" y="2084"/>
                    </a:lnTo>
                    <a:lnTo>
                      <a:pt x="1485" y="2164"/>
                    </a:lnTo>
                    <a:lnTo>
                      <a:pt x="1453" y="2259"/>
                    </a:lnTo>
                    <a:lnTo>
                      <a:pt x="1413" y="2353"/>
                    </a:lnTo>
                    <a:lnTo>
                      <a:pt x="1368" y="2443"/>
                    </a:lnTo>
                    <a:lnTo>
                      <a:pt x="1317" y="2531"/>
                    </a:lnTo>
                    <a:lnTo>
                      <a:pt x="1259" y="2617"/>
                    </a:lnTo>
                    <a:lnTo>
                      <a:pt x="1195" y="2700"/>
                    </a:lnTo>
                    <a:lnTo>
                      <a:pt x="1124" y="2781"/>
                    </a:lnTo>
                    <a:lnTo>
                      <a:pt x="1047" y="2859"/>
                    </a:lnTo>
                    <a:lnTo>
                      <a:pt x="970" y="2930"/>
                    </a:lnTo>
                    <a:lnTo>
                      <a:pt x="888" y="2996"/>
                    </a:lnTo>
                    <a:lnTo>
                      <a:pt x="801" y="3058"/>
                    </a:lnTo>
                    <a:lnTo>
                      <a:pt x="710" y="3118"/>
                    </a:lnTo>
                    <a:lnTo>
                      <a:pt x="612" y="3174"/>
                    </a:lnTo>
                    <a:lnTo>
                      <a:pt x="512" y="3227"/>
                    </a:lnTo>
                    <a:lnTo>
                      <a:pt x="405" y="3276"/>
                    </a:lnTo>
                    <a:lnTo>
                      <a:pt x="373" y="3286"/>
                    </a:lnTo>
                    <a:lnTo>
                      <a:pt x="340" y="3290"/>
                    </a:lnTo>
                    <a:lnTo>
                      <a:pt x="309" y="3290"/>
                    </a:lnTo>
                    <a:lnTo>
                      <a:pt x="277" y="3284"/>
                    </a:lnTo>
                    <a:lnTo>
                      <a:pt x="246" y="3272"/>
                    </a:lnTo>
                    <a:lnTo>
                      <a:pt x="219" y="3256"/>
                    </a:lnTo>
                    <a:lnTo>
                      <a:pt x="194" y="3236"/>
                    </a:lnTo>
                    <a:lnTo>
                      <a:pt x="173" y="3211"/>
                    </a:lnTo>
                    <a:lnTo>
                      <a:pt x="156" y="3182"/>
                    </a:lnTo>
                    <a:lnTo>
                      <a:pt x="18" y="2891"/>
                    </a:lnTo>
                    <a:lnTo>
                      <a:pt x="7" y="2862"/>
                    </a:lnTo>
                    <a:lnTo>
                      <a:pt x="1" y="2831"/>
                    </a:lnTo>
                    <a:lnTo>
                      <a:pt x="0" y="2801"/>
                    </a:lnTo>
                    <a:lnTo>
                      <a:pt x="3" y="2771"/>
                    </a:lnTo>
                    <a:lnTo>
                      <a:pt x="12" y="2743"/>
                    </a:lnTo>
                    <a:lnTo>
                      <a:pt x="24" y="2716"/>
                    </a:lnTo>
                    <a:lnTo>
                      <a:pt x="40" y="2691"/>
                    </a:lnTo>
                    <a:lnTo>
                      <a:pt x="61" y="2668"/>
                    </a:lnTo>
                    <a:lnTo>
                      <a:pt x="86" y="2650"/>
                    </a:lnTo>
                    <a:lnTo>
                      <a:pt x="113" y="2634"/>
                    </a:lnTo>
                    <a:lnTo>
                      <a:pt x="191" y="2598"/>
                    </a:lnTo>
                    <a:lnTo>
                      <a:pt x="263" y="2560"/>
                    </a:lnTo>
                    <a:lnTo>
                      <a:pt x="331" y="2518"/>
                    </a:lnTo>
                    <a:lnTo>
                      <a:pt x="394" y="2474"/>
                    </a:lnTo>
                    <a:lnTo>
                      <a:pt x="451" y="2428"/>
                    </a:lnTo>
                    <a:lnTo>
                      <a:pt x="504" y="2380"/>
                    </a:lnTo>
                    <a:lnTo>
                      <a:pt x="551" y="2329"/>
                    </a:lnTo>
                    <a:lnTo>
                      <a:pt x="593" y="2276"/>
                    </a:lnTo>
                    <a:lnTo>
                      <a:pt x="632" y="2219"/>
                    </a:lnTo>
                    <a:lnTo>
                      <a:pt x="666" y="2159"/>
                    </a:lnTo>
                    <a:lnTo>
                      <a:pt x="696" y="2095"/>
                    </a:lnTo>
                    <a:lnTo>
                      <a:pt x="723" y="2027"/>
                    </a:lnTo>
                    <a:lnTo>
                      <a:pt x="746" y="1956"/>
                    </a:lnTo>
                    <a:lnTo>
                      <a:pt x="765" y="1881"/>
                    </a:lnTo>
                    <a:lnTo>
                      <a:pt x="781" y="1803"/>
                    </a:lnTo>
                    <a:lnTo>
                      <a:pt x="794" y="1720"/>
                    </a:lnTo>
                    <a:lnTo>
                      <a:pt x="800" y="1634"/>
                    </a:lnTo>
                    <a:lnTo>
                      <a:pt x="805" y="1545"/>
                    </a:lnTo>
                    <a:lnTo>
                      <a:pt x="248" y="1545"/>
                    </a:lnTo>
                    <a:lnTo>
                      <a:pt x="214" y="1542"/>
                    </a:lnTo>
                    <a:lnTo>
                      <a:pt x="181" y="1533"/>
                    </a:lnTo>
                    <a:lnTo>
                      <a:pt x="151" y="1519"/>
                    </a:lnTo>
                    <a:lnTo>
                      <a:pt x="124" y="1500"/>
                    </a:lnTo>
                    <a:lnTo>
                      <a:pt x="101" y="1477"/>
                    </a:lnTo>
                    <a:lnTo>
                      <a:pt x="82" y="1450"/>
                    </a:lnTo>
                    <a:lnTo>
                      <a:pt x="69" y="1421"/>
                    </a:lnTo>
                    <a:lnTo>
                      <a:pt x="60" y="1388"/>
                    </a:lnTo>
                    <a:lnTo>
                      <a:pt x="56" y="1354"/>
                    </a:lnTo>
                    <a:lnTo>
                      <a:pt x="56" y="191"/>
                    </a:lnTo>
                    <a:lnTo>
                      <a:pt x="60" y="157"/>
                    </a:lnTo>
                    <a:lnTo>
                      <a:pt x="69" y="125"/>
                    </a:lnTo>
                    <a:lnTo>
                      <a:pt x="82" y="95"/>
                    </a:lnTo>
                    <a:lnTo>
                      <a:pt x="101" y="68"/>
                    </a:lnTo>
                    <a:lnTo>
                      <a:pt x="124" y="45"/>
                    </a:lnTo>
                    <a:lnTo>
                      <a:pt x="151" y="26"/>
                    </a:lnTo>
                    <a:lnTo>
                      <a:pt x="181" y="13"/>
                    </a:lnTo>
                    <a:lnTo>
                      <a:pt x="214" y="4"/>
                    </a:lnTo>
                    <a:lnTo>
                      <a:pt x="248" y="0"/>
                    </a:lnTo>
                    <a:close/>
                  </a:path>
                </a:pathLst>
              </a:custGeom>
              <a:gradFill>
                <a:gsLst>
                  <a:gs pos="0">
                    <a:schemeClr val="accent1"/>
                  </a:gs>
                  <a:gs pos="50000">
                    <a:schemeClr val="accent1"/>
                  </a:gs>
                  <a:gs pos="100000">
                    <a:srgbClr val="FAFAFA"/>
                  </a:gs>
                </a:gsLst>
                <a:lin ang="6662250" scaled="1"/>
              </a:gra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akkal Majalla" panose="02000000000000000000" pitchFamily="2" charset="-78"/>
                  <a:ea typeface="+mn-ea"/>
                  <a:cs typeface="+mn-cs"/>
                </a:endParaRPr>
              </a:p>
            </p:txBody>
          </p:sp>
          <p:sp>
            <p:nvSpPr>
              <p:cNvPr id="10" name="Freeform 7">
                <a:extLst>
                  <a:ext uri="{FF2B5EF4-FFF2-40B4-BE49-F238E27FC236}">
                    <a16:creationId xmlns:a16="http://schemas.microsoft.com/office/drawing/2014/main" id="{AC2E4191-59E1-8C37-8069-6F5AC25048EC}"/>
                  </a:ext>
                </a:extLst>
              </p:cNvPr>
              <p:cNvSpPr>
                <a:spLocks/>
              </p:cNvSpPr>
              <p:nvPr/>
            </p:nvSpPr>
            <p:spPr bwMode="auto">
              <a:xfrm>
                <a:off x="-305" y="203"/>
                <a:ext cx="229" cy="470"/>
              </a:xfrm>
              <a:custGeom>
                <a:avLst/>
                <a:gdLst>
                  <a:gd name="T0" fmla="*/ 1413 w 1604"/>
                  <a:gd name="T1" fmla="*/ 0 h 3290"/>
                  <a:gd name="T2" fmla="*/ 1479 w 1604"/>
                  <a:gd name="T3" fmla="*/ 13 h 3290"/>
                  <a:gd name="T4" fmla="*/ 1536 w 1604"/>
                  <a:gd name="T5" fmla="*/ 45 h 3290"/>
                  <a:gd name="T6" fmla="*/ 1578 w 1604"/>
                  <a:gd name="T7" fmla="*/ 95 h 3290"/>
                  <a:gd name="T8" fmla="*/ 1601 w 1604"/>
                  <a:gd name="T9" fmla="*/ 157 h 3290"/>
                  <a:gd name="T10" fmla="*/ 1604 w 1604"/>
                  <a:gd name="T11" fmla="*/ 1105 h 3290"/>
                  <a:gd name="T12" fmla="*/ 1599 w 1604"/>
                  <a:gd name="T13" fmla="*/ 1364 h 3290"/>
                  <a:gd name="T14" fmla="*/ 1585 w 1604"/>
                  <a:gd name="T15" fmla="*/ 1599 h 3290"/>
                  <a:gd name="T16" fmla="*/ 1561 w 1604"/>
                  <a:gd name="T17" fmla="*/ 1812 h 3290"/>
                  <a:gd name="T18" fmla="*/ 1528 w 1604"/>
                  <a:gd name="T19" fmla="*/ 2001 h 3290"/>
                  <a:gd name="T20" fmla="*/ 1485 w 1604"/>
                  <a:gd name="T21" fmla="*/ 2166 h 3290"/>
                  <a:gd name="T22" fmla="*/ 1414 w 1604"/>
                  <a:gd name="T23" fmla="*/ 2354 h 3290"/>
                  <a:gd name="T24" fmla="*/ 1316 w 1604"/>
                  <a:gd name="T25" fmla="*/ 2531 h 3290"/>
                  <a:gd name="T26" fmla="*/ 1194 w 1604"/>
                  <a:gd name="T27" fmla="*/ 2700 h 3290"/>
                  <a:gd name="T28" fmla="*/ 1046 w 1604"/>
                  <a:gd name="T29" fmla="*/ 2859 h 3290"/>
                  <a:gd name="T30" fmla="*/ 886 w 1604"/>
                  <a:gd name="T31" fmla="*/ 2996 h 3290"/>
                  <a:gd name="T32" fmla="*/ 707 w 1604"/>
                  <a:gd name="T33" fmla="*/ 3118 h 3290"/>
                  <a:gd name="T34" fmla="*/ 511 w 1604"/>
                  <a:gd name="T35" fmla="*/ 3226 h 3290"/>
                  <a:gd name="T36" fmla="*/ 374 w 1604"/>
                  <a:gd name="T37" fmla="*/ 3285 h 3290"/>
                  <a:gd name="T38" fmla="*/ 309 w 1604"/>
                  <a:gd name="T39" fmla="*/ 3289 h 3290"/>
                  <a:gd name="T40" fmla="*/ 247 w 1604"/>
                  <a:gd name="T41" fmla="*/ 3272 h 3290"/>
                  <a:gd name="T42" fmla="*/ 195 w 1604"/>
                  <a:gd name="T43" fmla="*/ 3235 h 3290"/>
                  <a:gd name="T44" fmla="*/ 156 w 1604"/>
                  <a:gd name="T45" fmla="*/ 3181 h 3290"/>
                  <a:gd name="T46" fmla="*/ 7 w 1604"/>
                  <a:gd name="T47" fmla="*/ 2862 h 3290"/>
                  <a:gd name="T48" fmla="*/ 0 w 1604"/>
                  <a:gd name="T49" fmla="*/ 2801 h 3290"/>
                  <a:gd name="T50" fmla="*/ 11 w 1604"/>
                  <a:gd name="T51" fmla="*/ 2743 h 3290"/>
                  <a:gd name="T52" fmla="*/ 41 w 1604"/>
                  <a:gd name="T53" fmla="*/ 2691 h 3290"/>
                  <a:gd name="T54" fmla="*/ 86 w 1604"/>
                  <a:gd name="T55" fmla="*/ 2650 h 3290"/>
                  <a:gd name="T56" fmla="*/ 191 w 1604"/>
                  <a:gd name="T57" fmla="*/ 2598 h 3290"/>
                  <a:gd name="T58" fmla="*/ 332 w 1604"/>
                  <a:gd name="T59" fmla="*/ 2518 h 3290"/>
                  <a:gd name="T60" fmla="*/ 452 w 1604"/>
                  <a:gd name="T61" fmla="*/ 2428 h 3290"/>
                  <a:gd name="T62" fmla="*/ 551 w 1604"/>
                  <a:gd name="T63" fmla="*/ 2329 h 3290"/>
                  <a:gd name="T64" fmla="*/ 632 w 1604"/>
                  <a:gd name="T65" fmla="*/ 2219 h 3290"/>
                  <a:gd name="T66" fmla="*/ 697 w 1604"/>
                  <a:gd name="T67" fmla="*/ 2095 h 3290"/>
                  <a:gd name="T68" fmla="*/ 746 w 1604"/>
                  <a:gd name="T69" fmla="*/ 1956 h 3290"/>
                  <a:gd name="T70" fmla="*/ 782 w 1604"/>
                  <a:gd name="T71" fmla="*/ 1803 h 3290"/>
                  <a:gd name="T72" fmla="*/ 801 w 1604"/>
                  <a:gd name="T73" fmla="*/ 1634 h 3290"/>
                  <a:gd name="T74" fmla="*/ 248 w 1604"/>
                  <a:gd name="T75" fmla="*/ 1545 h 3290"/>
                  <a:gd name="T76" fmla="*/ 181 w 1604"/>
                  <a:gd name="T77" fmla="*/ 1533 h 3290"/>
                  <a:gd name="T78" fmla="*/ 125 w 1604"/>
                  <a:gd name="T79" fmla="*/ 1500 h 3290"/>
                  <a:gd name="T80" fmla="*/ 83 w 1604"/>
                  <a:gd name="T81" fmla="*/ 1450 h 3290"/>
                  <a:gd name="T82" fmla="*/ 60 w 1604"/>
                  <a:gd name="T83" fmla="*/ 1388 h 3290"/>
                  <a:gd name="T84" fmla="*/ 57 w 1604"/>
                  <a:gd name="T85" fmla="*/ 191 h 3290"/>
                  <a:gd name="T86" fmla="*/ 69 w 1604"/>
                  <a:gd name="T87" fmla="*/ 125 h 3290"/>
                  <a:gd name="T88" fmla="*/ 102 w 1604"/>
                  <a:gd name="T89" fmla="*/ 68 h 3290"/>
                  <a:gd name="T90" fmla="*/ 152 w 1604"/>
                  <a:gd name="T91" fmla="*/ 26 h 3290"/>
                  <a:gd name="T92" fmla="*/ 214 w 1604"/>
                  <a:gd name="T93" fmla="*/ 4 h 3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04" h="3290">
                    <a:moveTo>
                      <a:pt x="248" y="0"/>
                    </a:moveTo>
                    <a:lnTo>
                      <a:pt x="1413" y="0"/>
                    </a:lnTo>
                    <a:lnTo>
                      <a:pt x="1446" y="4"/>
                    </a:lnTo>
                    <a:lnTo>
                      <a:pt x="1479" y="13"/>
                    </a:lnTo>
                    <a:lnTo>
                      <a:pt x="1509" y="26"/>
                    </a:lnTo>
                    <a:lnTo>
                      <a:pt x="1536" y="45"/>
                    </a:lnTo>
                    <a:lnTo>
                      <a:pt x="1559" y="68"/>
                    </a:lnTo>
                    <a:lnTo>
                      <a:pt x="1578" y="95"/>
                    </a:lnTo>
                    <a:lnTo>
                      <a:pt x="1591" y="125"/>
                    </a:lnTo>
                    <a:lnTo>
                      <a:pt x="1601" y="157"/>
                    </a:lnTo>
                    <a:lnTo>
                      <a:pt x="1604" y="191"/>
                    </a:lnTo>
                    <a:lnTo>
                      <a:pt x="1604" y="1105"/>
                    </a:lnTo>
                    <a:lnTo>
                      <a:pt x="1603" y="1237"/>
                    </a:lnTo>
                    <a:lnTo>
                      <a:pt x="1599" y="1364"/>
                    </a:lnTo>
                    <a:lnTo>
                      <a:pt x="1593" y="1485"/>
                    </a:lnTo>
                    <a:lnTo>
                      <a:pt x="1585" y="1599"/>
                    </a:lnTo>
                    <a:lnTo>
                      <a:pt x="1574" y="1709"/>
                    </a:lnTo>
                    <a:lnTo>
                      <a:pt x="1561" y="1812"/>
                    </a:lnTo>
                    <a:lnTo>
                      <a:pt x="1546" y="1909"/>
                    </a:lnTo>
                    <a:lnTo>
                      <a:pt x="1528" y="2001"/>
                    </a:lnTo>
                    <a:lnTo>
                      <a:pt x="1508" y="2087"/>
                    </a:lnTo>
                    <a:lnTo>
                      <a:pt x="1485" y="2166"/>
                    </a:lnTo>
                    <a:lnTo>
                      <a:pt x="1452" y="2261"/>
                    </a:lnTo>
                    <a:lnTo>
                      <a:pt x="1414" y="2354"/>
                    </a:lnTo>
                    <a:lnTo>
                      <a:pt x="1368" y="2444"/>
                    </a:lnTo>
                    <a:lnTo>
                      <a:pt x="1316" y="2531"/>
                    </a:lnTo>
                    <a:lnTo>
                      <a:pt x="1258" y="2617"/>
                    </a:lnTo>
                    <a:lnTo>
                      <a:pt x="1194" y="2700"/>
                    </a:lnTo>
                    <a:lnTo>
                      <a:pt x="1123" y="2781"/>
                    </a:lnTo>
                    <a:lnTo>
                      <a:pt x="1046" y="2859"/>
                    </a:lnTo>
                    <a:lnTo>
                      <a:pt x="967" y="2930"/>
                    </a:lnTo>
                    <a:lnTo>
                      <a:pt x="886" y="2996"/>
                    </a:lnTo>
                    <a:lnTo>
                      <a:pt x="799" y="3058"/>
                    </a:lnTo>
                    <a:lnTo>
                      <a:pt x="707" y="3118"/>
                    </a:lnTo>
                    <a:lnTo>
                      <a:pt x="612" y="3174"/>
                    </a:lnTo>
                    <a:lnTo>
                      <a:pt x="511" y="3226"/>
                    </a:lnTo>
                    <a:lnTo>
                      <a:pt x="406" y="3275"/>
                    </a:lnTo>
                    <a:lnTo>
                      <a:pt x="374" y="3285"/>
                    </a:lnTo>
                    <a:lnTo>
                      <a:pt x="341" y="3290"/>
                    </a:lnTo>
                    <a:lnTo>
                      <a:pt x="309" y="3289"/>
                    </a:lnTo>
                    <a:lnTo>
                      <a:pt x="278" y="3284"/>
                    </a:lnTo>
                    <a:lnTo>
                      <a:pt x="247" y="3272"/>
                    </a:lnTo>
                    <a:lnTo>
                      <a:pt x="220" y="3256"/>
                    </a:lnTo>
                    <a:lnTo>
                      <a:pt x="195" y="3235"/>
                    </a:lnTo>
                    <a:lnTo>
                      <a:pt x="173" y="3210"/>
                    </a:lnTo>
                    <a:lnTo>
                      <a:pt x="156" y="3181"/>
                    </a:lnTo>
                    <a:lnTo>
                      <a:pt x="18" y="2891"/>
                    </a:lnTo>
                    <a:lnTo>
                      <a:pt x="7" y="2862"/>
                    </a:lnTo>
                    <a:lnTo>
                      <a:pt x="1" y="2831"/>
                    </a:lnTo>
                    <a:lnTo>
                      <a:pt x="0" y="2801"/>
                    </a:lnTo>
                    <a:lnTo>
                      <a:pt x="3" y="2771"/>
                    </a:lnTo>
                    <a:lnTo>
                      <a:pt x="11" y="2743"/>
                    </a:lnTo>
                    <a:lnTo>
                      <a:pt x="24" y="2716"/>
                    </a:lnTo>
                    <a:lnTo>
                      <a:pt x="41" y="2691"/>
                    </a:lnTo>
                    <a:lnTo>
                      <a:pt x="61" y="2668"/>
                    </a:lnTo>
                    <a:lnTo>
                      <a:pt x="86" y="2650"/>
                    </a:lnTo>
                    <a:lnTo>
                      <a:pt x="113" y="2634"/>
                    </a:lnTo>
                    <a:lnTo>
                      <a:pt x="191" y="2598"/>
                    </a:lnTo>
                    <a:lnTo>
                      <a:pt x="264" y="2560"/>
                    </a:lnTo>
                    <a:lnTo>
                      <a:pt x="332" y="2518"/>
                    </a:lnTo>
                    <a:lnTo>
                      <a:pt x="394" y="2474"/>
                    </a:lnTo>
                    <a:lnTo>
                      <a:pt x="452" y="2428"/>
                    </a:lnTo>
                    <a:lnTo>
                      <a:pt x="504" y="2380"/>
                    </a:lnTo>
                    <a:lnTo>
                      <a:pt x="551" y="2329"/>
                    </a:lnTo>
                    <a:lnTo>
                      <a:pt x="594" y="2276"/>
                    </a:lnTo>
                    <a:lnTo>
                      <a:pt x="632" y="2219"/>
                    </a:lnTo>
                    <a:lnTo>
                      <a:pt x="666" y="2159"/>
                    </a:lnTo>
                    <a:lnTo>
                      <a:pt x="697" y="2095"/>
                    </a:lnTo>
                    <a:lnTo>
                      <a:pt x="724" y="2027"/>
                    </a:lnTo>
                    <a:lnTo>
                      <a:pt x="746" y="1956"/>
                    </a:lnTo>
                    <a:lnTo>
                      <a:pt x="766" y="1881"/>
                    </a:lnTo>
                    <a:lnTo>
                      <a:pt x="782" y="1803"/>
                    </a:lnTo>
                    <a:lnTo>
                      <a:pt x="793" y="1720"/>
                    </a:lnTo>
                    <a:lnTo>
                      <a:pt x="801" y="1634"/>
                    </a:lnTo>
                    <a:lnTo>
                      <a:pt x="805" y="1545"/>
                    </a:lnTo>
                    <a:lnTo>
                      <a:pt x="248" y="1545"/>
                    </a:lnTo>
                    <a:lnTo>
                      <a:pt x="214" y="1542"/>
                    </a:lnTo>
                    <a:lnTo>
                      <a:pt x="181" y="1533"/>
                    </a:lnTo>
                    <a:lnTo>
                      <a:pt x="152" y="1519"/>
                    </a:lnTo>
                    <a:lnTo>
                      <a:pt x="125" y="1500"/>
                    </a:lnTo>
                    <a:lnTo>
                      <a:pt x="102" y="1477"/>
                    </a:lnTo>
                    <a:lnTo>
                      <a:pt x="83" y="1450"/>
                    </a:lnTo>
                    <a:lnTo>
                      <a:pt x="69" y="1421"/>
                    </a:lnTo>
                    <a:lnTo>
                      <a:pt x="60" y="1388"/>
                    </a:lnTo>
                    <a:lnTo>
                      <a:pt x="57" y="1354"/>
                    </a:lnTo>
                    <a:lnTo>
                      <a:pt x="57" y="191"/>
                    </a:lnTo>
                    <a:lnTo>
                      <a:pt x="60" y="157"/>
                    </a:lnTo>
                    <a:lnTo>
                      <a:pt x="69" y="125"/>
                    </a:lnTo>
                    <a:lnTo>
                      <a:pt x="83" y="95"/>
                    </a:lnTo>
                    <a:lnTo>
                      <a:pt x="102" y="68"/>
                    </a:lnTo>
                    <a:lnTo>
                      <a:pt x="125" y="45"/>
                    </a:lnTo>
                    <a:lnTo>
                      <a:pt x="152" y="26"/>
                    </a:lnTo>
                    <a:lnTo>
                      <a:pt x="181" y="13"/>
                    </a:lnTo>
                    <a:lnTo>
                      <a:pt x="214" y="4"/>
                    </a:lnTo>
                    <a:lnTo>
                      <a:pt x="248" y="0"/>
                    </a:lnTo>
                    <a:close/>
                  </a:path>
                </a:pathLst>
              </a:custGeom>
              <a:gradFill>
                <a:gsLst>
                  <a:gs pos="0">
                    <a:schemeClr val="accent1"/>
                  </a:gs>
                  <a:gs pos="50000">
                    <a:schemeClr val="accent1"/>
                  </a:gs>
                  <a:gs pos="100000">
                    <a:srgbClr val="FAFAFA"/>
                  </a:gs>
                </a:gsLst>
                <a:lin ang="6662250" scaled="1"/>
              </a:gra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akkal Majalla" panose="02000000000000000000" pitchFamily="2" charset="-78"/>
                  <a:ea typeface="+mn-ea"/>
                  <a:cs typeface="+mn-cs"/>
                </a:endParaRPr>
              </a:p>
            </p:txBody>
          </p:sp>
        </p:grpSp>
      </p:grpSp>
      <p:sp>
        <p:nvSpPr>
          <p:cNvPr id="2835" name="Title 2834">
            <a:extLst>
              <a:ext uri="{FF2B5EF4-FFF2-40B4-BE49-F238E27FC236}">
                <a16:creationId xmlns:a16="http://schemas.microsoft.com/office/drawing/2014/main" id="{9773863C-C04C-5298-C999-B63D7449E2FD}"/>
              </a:ext>
            </a:extLst>
          </p:cNvPr>
          <p:cNvSpPr>
            <a:spLocks noGrp="1"/>
          </p:cNvSpPr>
          <p:nvPr>
            <p:ph type="title"/>
          </p:nvPr>
        </p:nvSpPr>
        <p:spPr/>
        <p:txBody>
          <a:bodyPr/>
          <a:lstStyle/>
          <a:p>
            <a:r>
              <a:rPr lang="ar-EG" dirty="0"/>
              <a:t>تعريف البنية المؤسسية</a:t>
            </a:r>
            <a:endParaRPr lang="en-GB" dirty="0"/>
          </a:p>
        </p:txBody>
      </p:sp>
      <p:pic>
        <p:nvPicPr>
          <p:cNvPr id="2" name="Picture 1">
            <a:extLst>
              <a:ext uri="{FF2B5EF4-FFF2-40B4-BE49-F238E27FC236}">
                <a16:creationId xmlns:a16="http://schemas.microsoft.com/office/drawing/2014/main" id="{9F776A0F-4046-ACC2-0985-90FA5BCAC557}"/>
              </a:ext>
            </a:extLst>
          </p:cNvPr>
          <p:cNvPicPr>
            <a:picLocks noChangeAspect="1"/>
          </p:cNvPicPr>
          <p:nvPr/>
        </p:nvPicPr>
        <p:blipFill>
          <a:blip r:embed="rId3"/>
          <a:stretch>
            <a:fillRect/>
          </a:stretch>
        </p:blipFill>
        <p:spPr>
          <a:xfrm>
            <a:off x="7644843" y="1852522"/>
            <a:ext cx="3087624" cy="3604260"/>
          </a:xfrm>
          <a:prstGeom prst="rect">
            <a:avLst/>
          </a:prstGeom>
        </p:spPr>
      </p:pic>
      <p:sp>
        <p:nvSpPr>
          <p:cNvPr id="11" name="Slide Number Placeholder 10">
            <a:extLst>
              <a:ext uri="{FF2B5EF4-FFF2-40B4-BE49-F238E27FC236}">
                <a16:creationId xmlns:a16="http://schemas.microsoft.com/office/drawing/2014/main" id="{671B4FC0-4349-E86C-F91D-3DD191C9C506}"/>
              </a:ext>
            </a:extLst>
          </p:cNvPr>
          <p:cNvSpPr>
            <a:spLocks noGrp="1"/>
          </p:cNvSpPr>
          <p:nvPr>
            <p:ph type="sldNum" sz="quarter" idx="12"/>
          </p:nvPr>
        </p:nvSpPr>
        <p:spPr/>
        <p:txBody>
          <a:bodyPr/>
          <a:lstStyle/>
          <a:p>
            <a:fld id="{0BE4EC83-A869-464E-AE9F-881796FB085E}" type="slidenum">
              <a:rPr lang="en-US" smtClean="0"/>
              <a:t>7</a:t>
            </a:fld>
            <a:endParaRPr lang="en-US"/>
          </a:p>
        </p:txBody>
      </p:sp>
    </p:spTree>
    <p:extLst>
      <p:ext uri="{BB962C8B-B14F-4D97-AF65-F5344CB8AC3E}">
        <p14:creationId xmlns:p14="http://schemas.microsoft.com/office/powerpoint/2010/main" val="115385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5C3C6-D70E-011F-31A9-CE50205AF9C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45DF875-D008-05C7-F446-4E9EA886A949}"/>
              </a:ext>
            </a:extLst>
          </p:cNvPr>
          <p:cNvSpPr>
            <a:spLocks noGrp="1"/>
          </p:cNvSpPr>
          <p:nvPr>
            <p:ph type="title"/>
          </p:nvPr>
        </p:nvSpPr>
        <p:spPr>
          <a:xfrm>
            <a:off x="609601" y="561078"/>
            <a:ext cx="10972800" cy="666261"/>
          </a:xfrm>
        </p:spPr>
        <p:txBody>
          <a:bodyPr/>
          <a:lstStyle/>
          <a:p>
            <a:r>
              <a:rPr lang="ar-EG" dirty="0"/>
              <a:t>وصف استراتيجية البنية المؤسسية</a:t>
            </a:r>
            <a:endParaRPr lang="en-GB" dirty="0"/>
          </a:p>
        </p:txBody>
      </p:sp>
      <p:sp>
        <p:nvSpPr>
          <p:cNvPr id="5" name="Snip Diagonal Corner Rectangle 4">
            <a:extLst>
              <a:ext uri="{FF2B5EF4-FFF2-40B4-BE49-F238E27FC236}">
                <a16:creationId xmlns:a16="http://schemas.microsoft.com/office/drawing/2014/main" id="{35733D46-D72D-553D-7CD4-EB0B8D3A8E9C}"/>
              </a:ext>
            </a:extLst>
          </p:cNvPr>
          <p:cNvSpPr/>
          <p:nvPr/>
        </p:nvSpPr>
        <p:spPr>
          <a:xfrm>
            <a:off x="2378677" y="1862019"/>
            <a:ext cx="7434648" cy="3117755"/>
          </a:xfrm>
          <a:prstGeom prst="snip2DiagRect">
            <a:avLst>
              <a:gd name="adj1" fmla="val 8219"/>
              <a:gd name="adj2" fmla="val 7991"/>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6" name="Snip Diagonal Corner Rectangle 13">
            <a:extLst>
              <a:ext uri="{FF2B5EF4-FFF2-40B4-BE49-F238E27FC236}">
                <a16:creationId xmlns:a16="http://schemas.microsoft.com/office/drawing/2014/main" id="{0BA7DEF2-2087-7CC5-8AAC-EF981435137A}"/>
              </a:ext>
            </a:extLst>
          </p:cNvPr>
          <p:cNvSpPr/>
          <p:nvPr/>
        </p:nvSpPr>
        <p:spPr>
          <a:xfrm>
            <a:off x="2825410" y="1990146"/>
            <a:ext cx="6809356" cy="2861501"/>
          </a:xfrm>
          <a:custGeom>
            <a:avLst/>
            <a:gdLst>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8" fmla="*/ 204136 w 5387546"/>
              <a:gd name="connsiteY8" fmla="*/ 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8" fmla="*/ 5280513 w 5387546"/>
              <a:gd name="connsiteY8" fmla="*/ 9144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8" fmla="*/ 5189073 w 5387546"/>
              <a:gd name="connsiteY8" fmla="*/ 0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8" fmla="*/ 295576 w 5387546"/>
              <a:gd name="connsiteY8" fmla="*/ 91440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0" fmla="*/ 5663 w 5189073"/>
              <a:gd name="connsiteY0" fmla="*/ 0 h 2483708"/>
              <a:gd name="connsiteX1" fmla="*/ 4990600 w 5189073"/>
              <a:gd name="connsiteY1" fmla="*/ 0 h 2483708"/>
              <a:gd name="connsiteX2" fmla="*/ 5189073 w 5189073"/>
              <a:gd name="connsiteY2" fmla="*/ 198473 h 2483708"/>
              <a:gd name="connsiteX3" fmla="*/ 5189073 w 5189073"/>
              <a:gd name="connsiteY3" fmla="*/ 2279572 h 2483708"/>
              <a:gd name="connsiteX4" fmla="*/ 4984937 w 5189073"/>
              <a:gd name="connsiteY4" fmla="*/ 2483708 h 2483708"/>
              <a:gd name="connsiteX5" fmla="*/ 0 w 5189073"/>
              <a:gd name="connsiteY5" fmla="*/ 2483708 h 2483708"/>
              <a:gd name="connsiteX0" fmla="*/ 0 w 5183410"/>
              <a:gd name="connsiteY0" fmla="*/ 0 h 2483708"/>
              <a:gd name="connsiteX1" fmla="*/ 4984937 w 5183410"/>
              <a:gd name="connsiteY1" fmla="*/ 0 h 2483708"/>
              <a:gd name="connsiteX2" fmla="*/ 5183410 w 5183410"/>
              <a:gd name="connsiteY2" fmla="*/ 198473 h 2483708"/>
              <a:gd name="connsiteX3" fmla="*/ 5183410 w 5183410"/>
              <a:gd name="connsiteY3" fmla="*/ 2279572 h 2483708"/>
              <a:gd name="connsiteX4" fmla="*/ 4979274 w 5183410"/>
              <a:gd name="connsiteY4" fmla="*/ 2483708 h 2483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83410" h="2483708">
                <a:moveTo>
                  <a:pt x="0" y="0"/>
                </a:moveTo>
                <a:lnTo>
                  <a:pt x="4984937" y="0"/>
                </a:lnTo>
                <a:lnTo>
                  <a:pt x="5183410" y="198473"/>
                </a:lnTo>
                <a:lnTo>
                  <a:pt x="5183410" y="2279572"/>
                </a:lnTo>
                <a:lnTo>
                  <a:pt x="4979274" y="2483708"/>
                </a:lnTo>
              </a:path>
            </a:pathLst>
          </a:custGeom>
          <a:noFill/>
          <a:ln>
            <a:solidFill>
              <a:schemeClr val="accent2"/>
            </a:solidFil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grpSp>
        <p:nvGrpSpPr>
          <p:cNvPr id="7" name="Group 4">
            <a:extLst>
              <a:ext uri="{FF2B5EF4-FFF2-40B4-BE49-F238E27FC236}">
                <a16:creationId xmlns:a16="http://schemas.microsoft.com/office/drawing/2014/main" id="{89EDB9A3-572C-D0D2-8D2D-9CF6FD414ED6}"/>
              </a:ext>
            </a:extLst>
          </p:cNvPr>
          <p:cNvGrpSpPr>
            <a:grpSpLocks noChangeAspect="1"/>
          </p:cNvGrpSpPr>
          <p:nvPr/>
        </p:nvGrpSpPr>
        <p:grpSpPr bwMode="auto">
          <a:xfrm flipH="1" flipV="1">
            <a:off x="2949146" y="4724778"/>
            <a:ext cx="634365" cy="485276"/>
            <a:chOff x="-305" y="203"/>
            <a:chExt cx="533" cy="470"/>
          </a:xfrm>
          <a:gradFill>
            <a:gsLst>
              <a:gs pos="34000">
                <a:schemeClr val="accent2"/>
              </a:gs>
              <a:gs pos="80000">
                <a:schemeClr val="accent1"/>
              </a:gs>
            </a:gsLst>
            <a:lin ang="8400000" scaled="0"/>
          </a:gradFill>
        </p:grpSpPr>
        <p:sp>
          <p:nvSpPr>
            <p:cNvPr id="8" name="Freeform 6">
              <a:extLst>
                <a:ext uri="{FF2B5EF4-FFF2-40B4-BE49-F238E27FC236}">
                  <a16:creationId xmlns:a16="http://schemas.microsoft.com/office/drawing/2014/main" id="{F1D9F849-0B09-B2A4-8BA3-3E7AEDD898E6}"/>
                </a:ext>
              </a:extLst>
            </p:cNvPr>
            <p:cNvSpPr>
              <a:spLocks/>
            </p:cNvSpPr>
            <p:nvPr/>
          </p:nvSpPr>
          <p:spPr bwMode="auto">
            <a:xfrm>
              <a:off x="-1" y="203"/>
              <a:ext cx="229" cy="470"/>
            </a:xfrm>
            <a:custGeom>
              <a:avLst/>
              <a:gdLst>
                <a:gd name="T0" fmla="*/ 1412 w 1603"/>
                <a:gd name="T1" fmla="*/ 0 h 3290"/>
                <a:gd name="T2" fmla="*/ 1479 w 1603"/>
                <a:gd name="T3" fmla="*/ 13 h 3290"/>
                <a:gd name="T4" fmla="*/ 1536 w 1603"/>
                <a:gd name="T5" fmla="*/ 45 h 3290"/>
                <a:gd name="T6" fmla="*/ 1577 w 1603"/>
                <a:gd name="T7" fmla="*/ 95 h 3290"/>
                <a:gd name="T8" fmla="*/ 1600 w 1603"/>
                <a:gd name="T9" fmla="*/ 157 h 3290"/>
                <a:gd name="T10" fmla="*/ 1603 w 1603"/>
                <a:gd name="T11" fmla="*/ 1105 h 3290"/>
                <a:gd name="T12" fmla="*/ 1599 w 1603"/>
                <a:gd name="T13" fmla="*/ 1362 h 3290"/>
                <a:gd name="T14" fmla="*/ 1584 w 1603"/>
                <a:gd name="T15" fmla="*/ 1597 h 3290"/>
                <a:gd name="T16" fmla="*/ 1560 w 1603"/>
                <a:gd name="T17" fmla="*/ 1809 h 3290"/>
                <a:gd name="T18" fmla="*/ 1528 w 1603"/>
                <a:gd name="T19" fmla="*/ 1998 h 3290"/>
                <a:gd name="T20" fmla="*/ 1485 w 1603"/>
                <a:gd name="T21" fmla="*/ 2164 h 3290"/>
                <a:gd name="T22" fmla="*/ 1413 w 1603"/>
                <a:gd name="T23" fmla="*/ 2353 h 3290"/>
                <a:gd name="T24" fmla="*/ 1317 w 1603"/>
                <a:gd name="T25" fmla="*/ 2531 h 3290"/>
                <a:gd name="T26" fmla="*/ 1195 w 1603"/>
                <a:gd name="T27" fmla="*/ 2700 h 3290"/>
                <a:gd name="T28" fmla="*/ 1047 w 1603"/>
                <a:gd name="T29" fmla="*/ 2859 h 3290"/>
                <a:gd name="T30" fmla="*/ 888 w 1603"/>
                <a:gd name="T31" fmla="*/ 2996 h 3290"/>
                <a:gd name="T32" fmla="*/ 710 w 1603"/>
                <a:gd name="T33" fmla="*/ 3118 h 3290"/>
                <a:gd name="T34" fmla="*/ 512 w 1603"/>
                <a:gd name="T35" fmla="*/ 3227 h 3290"/>
                <a:gd name="T36" fmla="*/ 373 w 1603"/>
                <a:gd name="T37" fmla="*/ 3286 h 3290"/>
                <a:gd name="T38" fmla="*/ 309 w 1603"/>
                <a:gd name="T39" fmla="*/ 3290 h 3290"/>
                <a:gd name="T40" fmla="*/ 246 w 1603"/>
                <a:gd name="T41" fmla="*/ 3272 h 3290"/>
                <a:gd name="T42" fmla="*/ 194 w 1603"/>
                <a:gd name="T43" fmla="*/ 3236 h 3290"/>
                <a:gd name="T44" fmla="*/ 156 w 1603"/>
                <a:gd name="T45" fmla="*/ 3182 h 3290"/>
                <a:gd name="T46" fmla="*/ 7 w 1603"/>
                <a:gd name="T47" fmla="*/ 2862 h 3290"/>
                <a:gd name="T48" fmla="*/ 0 w 1603"/>
                <a:gd name="T49" fmla="*/ 2801 h 3290"/>
                <a:gd name="T50" fmla="*/ 12 w 1603"/>
                <a:gd name="T51" fmla="*/ 2743 h 3290"/>
                <a:gd name="T52" fmla="*/ 40 w 1603"/>
                <a:gd name="T53" fmla="*/ 2691 h 3290"/>
                <a:gd name="T54" fmla="*/ 86 w 1603"/>
                <a:gd name="T55" fmla="*/ 2650 h 3290"/>
                <a:gd name="T56" fmla="*/ 191 w 1603"/>
                <a:gd name="T57" fmla="*/ 2598 h 3290"/>
                <a:gd name="T58" fmla="*/ 331 w 1603"/>
                <a:gd name="T59" fmla="*/ 2518 h 3290"/>
                <a:gd name="T60" fmla="*/ 451 w 1603"/>
                <a:gd name="T61" fmla="*/ 2428 h 3290"/>
                <a:gd name="T62" fmla="*/ 551 w 1603"/>
                <a:gd name="T63" fmla="*/ 2329 h 3290"/>
                <a:gd name="T64" fmla="*/ 632 w 1603"/>
                <a:gd name="T65" fmla="*/ 2219 h 3290"/>
                <a:gd name="T66" fmla="*/ 696 w 1603"/>
                <a:gd name="T67" fmla="*/ 2095 h 3290"/>
                <a:gd name="T68" fmla="*/ 746 w 1603"/>
                <a:gd name="T69" fmla="*/ 1956 h 3290"/>
                <a:gd name="T70" fmla="*/ 781 w 1603"/>
                <a:gd name="T71" fmla="*/ 1803 h 3290"/>
                <a:gd name="T72" fmla="*/ 800 w 1603"/>
                <a:gd name="T73" fmla="*/ 1634 h 3290"/>
                <a:gd name="T74" fmla="*/ 248 w 1603"/>
                <a:gd name="T75" fmla="*/ 1545 h 3290"/>
                <a:gd name="T76" fmla="*/ 181 w 1603"/>
                <a:gd name="T77" fmla="*/ 1533 h 3290"/>
                <a:gd name="T78" fmla="*/ 124 w 1603"/>
                <a:gd name="T79" fmla="*/ 1500 h 3290"/>
                <a:gd name="T80" fmla="*/ 82 w 1603"/>
                <a:gd name="T81" fmla="*/ 1450 h 3290"/>
                <a:gd name="T82" fmla="*/ 60 w 1603"/>
                <a:gd name="T83" fmla="*/ 1388 h 3290"/>
                <a:gd name="T84" fmla="*/ 56 w 1603"/>
                <a:gd name="T85" fmla="*/ 191 h 3290"/>
                <a:gd name="T86" fmla="*/ 69 w 1603"/>
                <a:gd name="T87" fmla="*/ 125 h 3290"/>
                <a:gd name="T88" fmla="*/ 101 w 1603"/>
                <a:gd name="T89" fmla="*/ 68 h 3290"/>
                <a:gd name="T90" fmla="*/ 151 w 1603"/>
                <a:gd name="T91" fmla="*/ 26 h 3290"/>
                <a:gd name="T92" fmla="*/ 214 w 1603"/>
                <a:gd name="T93" fmla="*/ 4 h 3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03" h="3290">
                  <a:moveTo>
                    <a:pt x="248" y="0"/>
                  </a:moveTo>
                  <a:lnTo>
                    <a:pt x="1412" y="0"/>
                  </a:lnTo>
                  <a:lnTo>
                    <a:pt x="1446" y="4"/>
                  </a:lnTo>
                  <a:lnTo>
                    <a:pt x="1479" y="13"/>
                  </a:lnTo>
                  <a:lnTo>
                    <a:pt x="1508" y="26"/>
                  </a:lnTo>
                  <a:lnTo>
                    <a:pt x="1536" y="45"/>
                  </a:lnTo>
                  <a:lnTo>
                    <a:pt x="1558" y="68"/>
                  </a:lnTo>
                  <a:lnTo>
                    <a:pt x="1577" y="95"/>
                  </a:lnTo>
                  <a:lnTo>
                    <a:pt x="1591" y="125"/>
                  </a:lnTo>
                  <a:lnTo>
                    <a:pt x="1600" y="157"/>
                  </a:lnTo>
                  <a:lnTo>
                    <a:pt x="1603" y="191"/>
                  </a:lnTo>
                  <a:lnTo>
                    <a:pt x="1603" y="1105"/>
                  </a:lnTo>
                  <a:lnTo>
                    <a:pt x="1602" y="1236"/>
                  </a:lnTo>
                  <a:lnTo>
                    <a:pt x="1599" y="1362"/>
                  </a:lnTo>
                  <a:lnTo>
                    <a:pt x="1592" y="1483"/>
                  </a:lnTo>
                  <a:lnTo>
                    <a:pt x="1584" y="1597"/>
                  </a:lnTo>
                  <a:lnTo>
                    <a:pt x="1574" y="1706"/>
                  </a:lnTo>
                  <a:lnTo>
                    <a:pt x="1560" y="1809"/>
                  </a:lnTo>
                  <a:lnTo>
                    <a:pt x="1546" y="1906"/>
                  </a:lnTo>
                  <a:lnTo>
                    <a:pt x="1528" y="1998"/>
                  </a:lnTo>
                  <a:lnTo>
                    <a:pt x="1507" y="2084"/>
                  </a:lnTo>
                  <a:lnTo>
                    <a:pt x="1485" y="2164"/>
                  </a:lnTo>
                  <a:lnTo>
                    <a:pt x="1453" y="2259"/>
                  </a:lnTo>
                  <a:lnTo>
                    <a:pt x="1413" y="2353"/>
                  </a:lnTo>
                  <a:lnTo>
                    <a:pt x="1368" y="2443"/>
                  </a:lnTo>
                  <a:lnTo>
                    <a:pt x="1317" y="2531"/>
                  </a:lnTo>
                  <a:lnTo>
                    <a:pt x="1259" y="2617"/>
                  </a:lnTo>
                  <a:lnTo>
                    <a:pt x="1195" y="2700"/>
                  </a:lnTo>
                  <a:lnTo>
                    <a:pt x="1124" y="2781"/>
                  </a:lnTo>
                  <a:lnTo>
                    <a:pt x="1047" y="2859"/>
                  </a:lnTo>
                  <a:lnTo>
                    <a:pt x="970" y="2930"/>
                  </a:lnTo>
                  <a:lnTo>
                    <a:pt x="888" y="2996"/>
                  </a:lnTo>
                  <a:lnTo>
                    <a:pt x="801" y="3058"/>
                  </a:lnTo>
                  <a:lnTo>
                    <a:pt x="710" y="3118"/>
                  </a:lnTo>
                  <a:lnTo>
                    <a:pt x="612" y="3174"/>
                  </a:lnTo>
                  <a:lnTo>
                    <a:pt x="512" y="3227"/>
                  </a:lnTo>
                  <a:lnTo>
                    <a:pt x="405" y="3276"/>
                  </a:lnTo>
                  <a:lnTo>
                    <a:pt x="373" y="3286"/>
                  </a:lnTo>
                  <a:lnTo>
                    <a:pt x="340" y="3290"/>
                  </a:lnTo>
                  <a:lnTo>
                    <a:pt x="309" y="3290"/>
                  </a:lnTo>
                  <a:lnTo>
                    <a:pt x="277" y="3284"/>
                  </a:lnTo>
                  <a:lnTo>
                    <a:pt x="246" y="3272"/>
                  </a:lnTo>
                  <a:lnTo>
                    <a:pt x="219" y="3256"/>
                  </a:lnTo>
                  <a:lnTo>
                    <a:pt x="194" y="3236"/>
                  </a:lnTo>
                  <a:lnTo>
                    <a:pt x="173" y="3211"/>
                  </a:lnTo>
                  <a:lnTo>
                    <a:pt x="156" y="3182"/>
                  </a:lnTo>
                  <a:lnTo>
                    <a:pt x="18" y="2891"/>
                  </a:lnTo>
                  <a:lnTo>
                    <a:pt x="7" y="2862"/>
                  </a:lnTo>
                  <a:lnTo>
                    <a:pt x="1" y="2831"/>
                  </a:lnTo>
                  <a:lnTo>
                    <a:pt x="0" y="2801"/>
                  </a:lnTo>
                  <a:lnTo>
                    <a:pt x="3" y="2771"/>
                  </a:lnTo>
                  <a:lnTo>
                    <a:pt x="12" y="2743"/>
                  </a:lnTo>
                  <a:lnTo>
                    <a:pt x="24" y="2716"/>
                  </a:lnTo>
                  <a:lnTo>
                    <a:pt x="40" y="2691"/>
                  </a:lnTo>
                  <a:lnTo>
                    <a:pt x="61" y="2668"/>
                  </a:lnTo>
                  <a:lnTo>
                    <a:pt x="86" y="2650"/>
                  </a:lnTo>
                  <a:lnTo>
                    <a:pt x="113" y="2634"/>
                  </a:lnTo>
                  <a:lnTo>
                    <a:pt x="191" y="2598"/>
                  </a:lnTo>
                  <a:lnTo>
                    <a:pt x="263" y="2560"/>
                  </a:lnTo>
                  <a:lnTo>
                    <a:pt x="331" y="2518"/>
                  </a:lnTo>
                  <a:lnTo>
                    <a:pt x="394" y="2474"/>
                  </a:lnTo>
                  <a:lnTo>
                    <a:pt x="451" y="2428"/>
                  </a:lnTo>
                  <a:lnTo>
                    <a:pt x="504" y="2380"/>
                  </a:lnTo>
                  <a:lnTo>
                    <a:pt x="551" y="2329"/>
                  </a:lnTo>
                  <a:lnTo>
                    <a:pt x="593" y="2276"/>
                  </a:lnTo>
                  <a:lnTo>
                    <a:pt x="632" y="2219"/>
                  </a:lnTo>
                  <a:lnTo>
                    <a:pt x="666" y="2159"/>
                  </a:lnTo>
                  <a:lnTo>
                    <a:pt x="696" y="2095"/>
                  </a:lnTo>
                  <a:lnTo>
                    <a:pt x="723" y="2027"/>
                  </a:lnTo>
                  <a:lnTo>
                    <a:pt x="746" y="1956"/>
                  </a:lnTo>
                  <a:lnTo>
                    <a:pt x="765" y="1881"/>
                  </a:lnTo>
                  <a:lnTo>
                    <a:pt x="781" y="1803"/>
                  </a:lnTo>
                  <a:lnTo>
                    <a:pt x="794" y="1720"/>
                  </a:lnTo>
                  <a:lnTo>
                    <a:pt x="800" y="1634"/>
                  </a:lnTo>
                  <a:lnTo>
                    <a:pt x="805" y="1545"/>
                  </a:lnTo>
                  <a:lnTo>
                    <a:pt x="248" y="1545"/>
                  </a:lnTo>
                  <a:lnTo>
                    <a:pt x="214" y="1542"/>
                  </a:lnTo>
                  <a:lnTo>
                    <a:pt x="181" y="1533"/>
                  </a:lnTo>
                  <a:lnTo>
                    <a:pt x="151" y="1519"/>
                  </a:lnTo>
                  <a:lnTo>
                    <a:pt x="124" y="1500"/>
                  </a:lnTo>
                  <a:lnTo>
                    <a:pt x="101" y="1477"/>
                  </a:lnTo>
                  <a:lnTo>
                    <a:pt x="82" y="1450"/>
                  </a:lnTo>
                  <a:lnTo>
                    <a:pt x="69" y="1421"/>
                  </a:lnTo>
                  <a:lnTo>
                    <a:pt x="60" y="1388"/>
                  </a:lnTo>
                  <a:lnTo>
                    <a:pt x="56" y="1354"/>
                  </a:lnTo>
                  <a:lnTo>
                    <a:pt x="56" y="191"/>
                  </a:lnTo>
                  <a:lnTo>
                    <a:pt x="60" y="157"/>
                  </a:lnTo>
                  <a:lnTo>
                    <a:pt x="69" y="125"/>
                  </a:lnTo>
                  <a:lnTo>
                    <a:pt x="82" y="95"/>
                  </a:lnTo>
                  <a:lnTo>
                    <a:pt x="101" y="68"/>
                  </a:lnTo>
                  <a:lnTo>
                    <a:pt x="124" y="45"/>
                  </a:lnTo>
                  <a:lnTo>
                    <a:pt x="151" y="26"/>
                  </a:lnTo>
                  <a:lnTo>
                    <a:pt x="181" y="13"/>
                  </a:lnTo>
                  <a:lnTo>
                    <a:pt x="214" y="4"/>
                  </a:lnTo>
                  <a:lnTo>
                    <a:pt x="24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akkal Majalla" panose="02000000000000000000" pitchFamily="2" charset="-78"/>
                <a:cs typeface="Sakkal Majalla" panose="02000000000000000000" pitchFamily="2" charset="-78"/>
              </a:endParaRPr>
            </a:p>
          </p:txBody>
        </p:sp>
        <p:sp>
          <p:nvSpPr>
            <p:cNvPr id="9" name="Freeform 7">
              <a:extLst>
                <a:ext uri="{FF2B5EF4-FFF2-40B4-BE49-F238E27FC236}">
                  <a16:creationId xmlns:a16="http://schemas.microsoft.com/office/drawing/2014/main" id="{37946A52-B3FD-6C40-499F-2C80A1F28BC4}"/>
                </a:ext>
              </a:extLst>
            </p:cNvPr>
            <p:cNvSpPr>
              <a:spLocks/>
            </p:cNvSpPr>
            <p:nvPr/>
          </p:nvSpPr>
          <p:spPr bwMode="auto">
            <a:xfrm>
              <a:off x="-305" y="203"/>
              <a:ext cx="229" cy="470"/>
            </a:xfrm>
            <a:custGeom>
              <a:avLst/>
              <a:gdLst>
                <a:gd name="T0" fmla="*/ 1413 w 1604"/>
                <a:gd name="T1" fmla="*/ 0 h 3290"/>
                <a:gd name="T2" fmla="*/ 1479 w 1604"/>
                <a:gd name="T3" fmla="*/ 13 h 3290"/>
                <a:gd name="T4" fmla="*/ 1536 w 1604"/>
                <a:gd name="T5" fmla="*/ 45 h 3290"/>
                <a:gd name="T6" fmla="*/ 1578 w 1604"/>
                <a:gd name="T7" fmla="*/ 95 h 3290"/>
                <a:gd name="T8" fmla="*/ 1601 w 1604"/>
                <a:gd name="T9" fmla="*/ 157 h 3290"/>
                <a:gd name="T10" fmla="*/ 1604 w 1604"/>
                <a:gd name="T11" fmla="*/ 1105 h 3290"/>
                <a:gd name="T12" fmla="*/ 1599 w 1604"/>
                <a:gd name="T13" fmla="*/ 1364 h 3290"/>
                <a:gd name="T14" fmla="*/ 1585 w 1604"/>
                <a:gd name="T15" fmla="*/ 1599 h 3290"/>
                <a:gd name="T16" fmla="*/ 1561 w 1604"/>
                <a:gd name="T17" fmla="*/ 1812 h 3290"/>
                <a:gd name="T18" fmla="*/ 1528 w 1604"/>
                <a:gd name="T19" fmla="*/ 2001 h 3290"/>
                <a:gd name="T20" fmla="*/ 1485 w 1604"/>
                <a:gd name="T21" fmla="*/ 2166 h 3290"/>
                <a:gd name="T22" fmla="*/ 1414 w 1604"/>
                <a:gd name="T23" fmla="*/ 2354 h 3290"/>
                <a:gd name="T24" fmla="*/ 1316 w 1604"/>
                <a:gd name="T25" fmla="*/ 2531 h 3290"/>
                <a:gd name="T26" fmla="*/ 1194 w 1604"/>
                <a:gd name="T27" fmla="*/ 2700 h 3290"/>
                <a:gd name="T28" fmla="*/ 1046 w 1604"/>
                <a:gd name="T29" fmla="*/ 2859 h 3290"/>
                <a:gd name="T30" fmla="*/ 886 w 1604"/>
                <a:gd name="T31" fmla="*/ 2996 h 3290"/>
                <a:gd name="T32" fmla="*/ 707 w 1604"/>
                <a:gd name="T33" fmla="*/ 3118 h 3290"/>
                <a:gd name="T34" fmla="*/ 511 w 1604"/>
                <a:gd name="T35" fmla="*/ 3226 h 3290"/>
                <a:gd name="T36" fmla="*/ 374 w 1604"/>
                <a:gd name="T37" fmla="*/ 3285 h 3290"/>
                <a:gd name="T38" fmla="*/ 309 w 1604"/>
                <a:gd name="T39" fmla="*/ 3289 h 3290"/>
                <a:gd name="T40" fmla="*/ 247 w 1604"/>
                <a:gd name="T41" fmla="*/ 3272 h 3290"/>
                <a:gd name="T42" fmla="*/ 195 w 1604"/>
                <a:gd name="T43" fmla="*/ 3235 h 3290"/>
                <a:gd name="T44" fmla="*/ 156 w 1604"/>
                <a:gd name="T45" fmla="*/ 3181 h 3290"/>
                <a:gd name="T46" fmla="*/ 7 w 1604"/>
                <a:gd name="T47" fmla="*/ 2862 h 3290"/>
                <a:gd name="T48" fmla="*/ 0 w 1604"/>
                <a:gd name="T49" fmla="*/ 2801 h 3290"/>
                <a:gd name="T50" fmla="*/ 11 w 1604"/>
                <a:gd name="T51" fmla="*/ 2743 h 3290"/>
                <a:gd name="T52" fmla="*/ 41 w 1604"/>
                <a:gd name="T53" fmla="*/ 2691 h 3290"/>
                <a:gd name="T54" fmla="*/ 86 w 1604"/>
                <a:gd name="T55" fmla="*/ 2650 h 3290"/>
                <a:gd name="T56" fmla="*/ 191 w 1604"/>
                <a:gd name="T57" fmla="*/ 2598 h 3290"/>
                <a:gd name="T58" fmla="*/ 332 w 1604"/>
                <a:gd name="T59" fmla="*/ 2518 h 3290"/>
                <a:gd name="T60" fmla="*/ 452 w 1604"/>
                <a:gd name="T61" fmla="*/ 2428 h 3290"/>
                <a:gd name="T62" fmla="*/ 551 w 1604"/>
                <a:gd name="T63" fmla="*/ 2329 h 3290"/>
                <a:gd name="T64" fmla="*/ 632 w 1604"/>
                <a:gd name="T65" fmla="*/ 2219 h 3290"/>
                <a:gd name="T66" fmla="*/ 697 w 1604"/>
                <a:gd name="T67" fmla="*/ 2095 h 3290"/>
                <a:gd name="T68" fmla="*/ 746 w 1604"/>
                <a:gd name="T69" fmla="*/ 1956 h 3290"/>
                <a:gd name="T70" fmla="*/ 782 w 1604"/>
                <a:gd name="T71" fmla="*/ 1803 h 3290"/>
                <a:gd name="T72" fmla="*/ 801 w 1604"/>
                <a:gd name="T73" fmla="*/ 1634 h 3290"/>
                <a:gd name="T74" fmla="*/ 248 w 1604"/>
                <a:gd name="T75" fmla="*/ 1545 h 3290"/>
                <a:gd name="T76" fmla="*/ 181 w 1604"/>
                <a:gd name="T77" fmla="*/ 1533 h 3290"/>
                <a:gd name="T78" fmla="*/ 125 w 1604"/>
                <a:gd name="T79" fmla="*/ 1500 h 3290"/>
                <a:gd name="T80" fmla="*/ 83 w 1604"/>
                <a:gd name="T81" fmla="*/ 1450 h 3290"/>
                <a:gd name="T82" fmla="*/ 60 w 1604"/>
                <a:gd name="T83" fmla="*/ 1388 h 3290"/>
                <a:gd name="T84" fmla="*/ 57 w 1604"/>
                <a:gd name="T85" fmla="*/ 191 h 3290"/>
                <a:gd name="T86" fmla="*/ 69 w 1604"/>
                <a:gd name="T87" fmla="*/ 125 h 3290"/>
                <a:gd name="T88" fmla="*/ 102 w 1604"/>
                <a:gd name="T89" fmla="*/ 68 h 3290"/>
                <a:gd name="T90" fmla="*/ 152 w 1604"/>
                <a:gd name="T91" fmla="*/ 26 h 3290"/>
                <a:gd name="T92" fmla="*/ 214 w 1604"/>
                <a:gd name="T93" fmla="*/ 4 h 3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04" h="3290">
                  <a:moveTo>
                    <a:pt x="248" y="0"/>
                  </a:moveTo>
                  <a:lnTo>
                    <a:pt x="1413" y="0"/>
                  </a:lnTo>
                  <a:lnTo>
                    <a:pt x="1446" y="4"/>
                  </a:lnTo>
                  <a:lnTo>
                    <a:pt x="1479" y="13"/>
                  </a:lnTo>
                  <a:lnTo>
                    <a:pt x="1509" y="26"/>
                  </a:lnTo>
                  <a:lnTo>
                    <a:pt x="1536" y="45"/>
                  </a:lnTo>
                  <a:lnTo>
                    <a:pt x="1559" y="68"/>
                  </a:lnTo>
                  <a:lnTo>
                    <a:pt x="1578" y="95"/>
                  </a:lnTo>
                  <a:lnTo>
                    <a:pt x="1591" y="125"/>
                  </a:lnTo>
                  <a:lnTo>
                    <a:pt x="1601" y="157"/>
                  </a:lnTo>
                  <a:lnTo>
                    <a:pt x="1604" y="191"/>
                  </a:lnTo>
                  <a:lnTo>
                    <a:pt x="1604" y="1105"/>
                  </a:lnTo>
                  <a:lnTo>
                    <a:pt x="1603" y="1237"/>
                  </a:lnTo>
                  <a:lnTo>
                    <a:pt x="1599" y="1364"/>
                  </a:lnTo>
                  <a:lnTo>
                    <a:pt x="1593" y="1485"/>
                  </a:lnTo>
                  <a:lnTo>
                    <a:pt x="1585" y="1599"/>
                  </a:lnTo>
                  <a:lnTo>
                    <a:pt x="1574" y="1709"/>
                  </a:lnTo>
                  <a:lnTo>
                    <a:pt x="1561" y="1812"/>
                  </a:lnTo>
                  <a:lnTo>
                    <a:pt x="1546" y="1909"/>
                  </a:lnTo>
                  <a:lnTo>
                    <a:pt x="1528" y="2001"/>
                  </a:lnTo>
                  <a:lnTo>
                    <a:pt x="1508" y="2087"/>
                  </a:lnTo>
                  <a:lnTo>
                    <a:pt x="1485" y="2166"/>
                  </a:lnTo>
                  <a:lnTo>
                    <a:pt x="1452" y="2261"/>
                  </a:lnTo>
                  <a:lnTo>
                    <a:pt x="1414" y="2354"/>
                  </a:lnTo>
                  <a:lnTo>
                    <a:pt x="1368" y="2444"/>
                  </a:lnTo>
                  <a:lnTo>
                    <a:pt x="1316" y="2531"/>
                  </a:lnTo>
                  <a:lnTo>
                    <a:pt x="1258" y="2617"/>
                  </a:lnTo>
                  <a:lnTo>
                    <a:pt x="1194" y="2700"/>
                  </a:lnTo>
                  <a:lnTo>
                    <a:pt x="1123" y="2781"/>
                  </a:lnTo>
                  <a:lnTo>
                    <a:pt x="1046" y="2859"/>
                  </a:lnTo>
                  <a:lnTo>
                    <a:pt x="967" y="2930"/>
                  </a:lnTo>
                  <a:lnTo>
                    <a:pt x="886" y="2996"/>
                  </a:lnTo>
                  <a:lnTo>
                    <a:pt x="799" y="3058"/>
                  </a:lnTo>
                  <a:lnTo>
                    <a:pt x="707" y="3118"/>
                  </a:lnTo>
                  <a:lnTo>
                    <a:pt x="612" y="3174"/>
                  </a:lnTo>
                  <a:lnTo>
                    <a:pt x="511" y="3226"/>
                  </a:lnTo>
                  <a:lnTo>
                    <a:pt x="406" y="3275"/>
                  </a:lnTo>
                  <a:lnTo>
                    <a:pt x="374" y="3285"/>
                  </a:lnTo>
                  <a:lnTo>
                    <a:pt x="341" y="3290"/>
                  </a:lnTo>
                  <a:lnTo>
                    <a:pt x="309" y="3289"/>
                  </a:lnTo>
                  <a:lnTo>
                    <a:pt x="278" y="3284"/>
                  </a:lnTo>
                  <a:lnTo>
                    <a:pt x="247" y="3272"/>
                  </a:lnTo>
                  <a:lnTo>
                    <a:pt x="220" y="3256"/>
                  </a:lnTo>
                  <a:lnTo>
                    <a:pt x="195" y="3235"/>
                  </a:lnTo>
                  <a:lnTo>
                    <a:pt x="173" y="3210"/>
                  </a:lnTo>
                  <a:lnTo>
                    <a:pt x="156" y="3181"/>
                  </a:lnTo>
                  <a:lnTo>
                    <a:pt x="18" y="2891"/>
                  </a:lnTo>
                  <a:lnTo>
                    <a:pt x="7" y="2862"/>
                  </a:lnTo>
                  <a:lnTo>
                    <a:pt x="1" y="2831"/>
                  </a:lnTo>
                  <a:lnTo>
                    <a:pt x="0" y="2801"/>
                  </a:lnTo>
                  <a:lnTo>
                    <a:pt x="3" y="2771"/>
                  </a:lnTo>
                  <a:lnTo>
                    <a:pt x="11" y="2743"/>
                  </a:lnTo>
                  <a:lnTo>
                    <a:pt x="24" y="2716"/>
                  </a:lnTo>
                  <a:lnTo>
                    <a:pt x="41" y="2691"/>
                  </a:lnTo>
                  <a:lnTo>
                    <a:pt x="61" y="2668"/>
                  </a:lnTo>
                  <a:lnTo>
                    <a:pt x="86" y="2650"/>
                  </a:lnTo>
                  <a:lnTo>
                    <a:pt x="113" y="2634"/>
                  </a:lnTo>
                  <a:lnTo>
                    <a:pt x="191" y="2598"/>
                  </a:lnTo>
                  <a:lnTo>
                    <a:pt x="264" y="2560"/>
                  </a:lnTo>
                  <a:lnTo>
                    <a:pt x="332" y="2518"/>
                  </a:lnTo>
                  <a:lnTo>
                    <a:pt x="394" y="2474"/>
                  </a:lnTo>
                  <a:lnTo>
                    <a:pt x="452" y="2428"/>
                  </a:lnTo>
                  <a:lnTo>
                    <a:pt x="504" y="2380"/>
                  </a:lnTo>
                  <a:lnTo>
                    <a:pt x="551" y="2329"/>
                  </a:lnTo>
                  <a:lnTo>
                    <a:pt x="594" y="2276"/>
                  </a:lnTo>
                  <a:lnTo>
                    <a:pt x="632" y="2219"/>
                  </a:lnTo>
                  <a:lnTo>
                    <a:pt x="666" y="2159"/>
                  </a:lnTo>
                  <a:lnTo>
                    <a:pt x="697" y="2095"/>
                  </a:lnTo>
                  <a:lnTo>
                    <a:pt x="724" y="2027"/>
                  </a:lnTo>
                  <a:lnTo>
                    <a:pt x="746" y="1956"/>
                  </a:lnTo>
                  <a:lnTo>
                    <a:pt x="766" y="1881"/>
                  </a:lnTo>
                  <a:lnTo>
                    <a:pt x="782" y="1803"/>
                  </a:lnTo>
                  <a:lnTo>
                    <a:pt x="793" y="1720"/>
                  </a:lnTo>
                  <a:lnTo>
                    <a:pt x="801" y="1634"/>
                  </a:lnTo>
                  <a:lnTo>
                    <a:pt x="805" y="1545"/>
                  </a:lnTo>
                  <a:lnTo>
                    <a:pt x="248" y="1545"/>
                  </a:lnTo>
                  <a:lnTo>
                    <a:pt x="214" y="1542"/>
                  </a:lnTo>
                  <a:lnTo>
                    <a:pt x="181" y="1533"/>
                  </a:lnTo>
                  <a:lnTo>
                    <a:pt x="152" y="1519"/>
                  </a:lnTo>
                  <a:lnTo>
                    <a:pt x="125" y="1500"/>
                  </a:lnTo>
                  <a:lnTo>
                    <a:pt x="102" y="1477"/>
                  </a:lnTo>
                  <a:lnTo>
                    <a:pt x="83" y="1450"/>
                  </a:lnTo>
                  <a:lnTo>
                    <a:pt x="69" y="1421"/>
                  </a:lnTo>
                  <a:lnTo>
                    <a:pt x="60" y="1388"/>
                  </a:lnTo>
                  <a:lnTo>
                    <a:pt x="57" y="1354"/>
                  </a:lnTo>
                  <a:lnTo>
                    <a:pt x="57" y="191"/>
                  </a:lnTo>
                  <a:lnTo>
                    <a:pt x="60" y="157"/>
                  </a:lnTo>
                  <a:lnTo>
                    <a:pt x="69" y="125"/>
                  </a:lnTo>
                  <a:lnTo>
                    <a:pt x="83" y="95"/>
                  </a:lnTo>
                  <a:lnTo>
                    <a:pt x="102" y="68"/>
                  </a:lnTo>
                  <a:lnTo>
                    <a:pt x="125" y="45"/>
                  </a:lnTo>
                  <a:lnTo>
                    <a:pt x="152" y="26"/>
                  </a:lnTo>
                  <a:lnTo>
                    <a:pt x="181" y="13"/>
                  </a:lnTo>
                  <a:lnTo>
                    <a:pt x="214" y="4"/>
                  </a:lnTo>
                  <a:lnTo>
                    <a:pt x="24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akkal Majalla" panose="02000000000000000000" pitchFamily="2" charset="-78"/>
                <a:cs typeface="Sakkal Majalla" panose="02000000000000000000" pitchFamily="2" charset="-78"/>
              </a:endParaRPr>
            </a:p>
          </p:txBody>
        </p:sp>
      </p:grpSp>
      <p:sp>
        <p:nvSpPr>
          <p:cNvPr id="10" name="Snip Diagonal Corner Rectangle 29">
            <a:extLst>
              <a:ext uri="{FF2B5EF4-FFF2-40B4-BE49-F238E27FC236}">
                <a16:creationId xmlns:a16="http://schemas.microsoft.com/office/drawing/2014/main" id="{CA3147B3-BDC7-A1CB-0188-1CC6AD285B98}"/>
              </a:ext>
            </a:extLst>
          </p:cNvPr>
          <p:cNvSpPr/>
          <p:nvPr/>
        </p:nvSpPr>
        <p:spPr>
          <a:xfrm>
            <a:off x="2378677" y="1862019"/>
            <a:ext cx="256248" cy="256248"/>
          </a:xfrm>
          <a:custGeom>
            <a:avLst/>
            <a:gdLst>
              <a:gd name="connsiteX0" fmla="*/ 256248 w 7434648"/>
              <a:gd name="connsiteY0" fmla="*/ 0 h 3117755"/>
              <a:gd name="connsiteX1" fmla="*/ 7185508 w 7434648"/>
              <a:gd name="connsiteY1" fmla="*/ 0 h 3117755"/>
              <a:gd name="connsiteX2" fmla="*/ 7434648 w 7434648"/>
              <a:gd name="connsiteY2" fmla="*/ 249140 h 3117755"/>
              <a:gd name="connsiteX3" fmla="*/ 7434648 w 7434648"/>
              <a:gd name="connsiteY3" fmla="*/ 2861507 h 3117755"/>
              <a:gd name="connsiteX4" fmla="*/ 7178400 w 7434648"/>
              <a:gd name="connsiteY4" fmla="*/ 3117755 h 3117755"/>
              <a:gd name="connsiteX5" fmla="*/ 249140 w 7434648"/>
              <a:gd name="connsiteY5" fmla="*/ 3117755 h 3117755"/>
              <a:gd name="connsiteX6" fmla="*/ 0 w 7434648"/>
              <a:gd name="connsiteY6" fmla="*/ 2868615 h 3117755"/>
              <a:gd name="connsiteX7" fmla="*/ 0 w 7434648"/>
              <a:gd name="connsiteY7" fmla="*/ 256248 h 3117755"/>
              <a:gd name="connsiteX8" fmla="*/ 256248 w 7434648"/>
              <a:gd name="connsiteY8" fmla="*/ 0 h 3117755"/>
              <a:gd name="connsiteX0" fmla="*/ 0 w 7434648"/>
              <a:gd name="connsiteY0" fmla="*/ 2868615 h 3117755"/>
              <a:gd name="connsiteX1" fmla="*/ 0 w 7434648"/>
              <a:gd name="connsiteY1" fmla="*/ 256248 h 3117755"/>
              <a:gd name="connsiteX2" fmla="*/ 256248 w 7434648"/>
              <a:gd name="connsiteY2" fmla="*/ 0 h 3117755"/>
              <a:gd name="connsiteX3" fmla="*/ 7185508 w 7434648"/>
              <a:gd name="connsiteY3" fmla="*/ 0 h 3117755"/>
              <a:gd name="connsiteX4" fmla="*/ 7434648 w 7434648"/>
              <a:gd name="connsiteY4" fmla="*/ 249140 h 3117755"/>
              <a:gd name="connsiteX5" fmla="*/ 7434648 w 7434648"/>
              <a:gd name="connsiteY5" fmla="*/ 2861507 h 3117755"/>
              <a:gd name="connsiteX6" fmla="*/ 7178400 w 7434648"/>
              <a:gd name="connsiteY6" fmla="*/ 3117755 h 3117755"/>
              <a:gd name="connsiteX7" fmla="*/ 249140 w 7434648"/>
              <a:gd name="connsiteY7" fmla="*/ 3117755 h 3117755"/>
              <a:gd name="connsiteX8" fmla="*/ 91440 w 7434648"/>
              <a:gd name="connsiteY8" fmla="*/ 2960055 h 3117755"/>
              <a:gd name="connsiteX0" fmla="*/ 0 w 7434648"/>
              <a:gd name="connsiteY0" fmla="*/ 2868615 h 3117755"/>
              <a:gd name="connsiteX1" fmla="*/ 0 w 7434648"/>
              <a:gd name="connsiteY1" fmla="*/ 256248 h 3117755"/>
              <a:gd name="connsiteX2" fmla="*/ 256248 w 7434648"/>
              <a:gd name="connsiteY2" fmla="*/ 0 h 3117755"/>
              <a:gd name="connsiteX3" fmla="*/ 7185508 w 7434648"/>
              <a:gd name="connsiteY3" fmla="*/ 0 h 3117755"/>
              <a:gd name="connsiteX4" fmla="*/ 7434648 w 7434648"/>
              <a:gd name="connsiteY4" fmla="*/ 249140 h 3117755"/>
              <a:gd name="connsiteX5" fmla="*/ 7434648 w 7434648"/>
              <a:gd name="connsiteY5" fmla="*/ 2861507 h 3117755"/>
              <a:gd name="connsiteX6" fmla="*/ 7178400 w 7434648"/>
              <a:gd name="connsiteY6" fmla="*/ 3117755 h 3117755"/>
              <a:gd name="connsiteX7" fmla="*/ 249140 w 7434648"/>
              <a:gd name="connsiteY7" fmla="*/ 3117755 h 3117755"/>
              <a:gd name="connsiteX0" fmla="*/ 0 w 7434648"/>
              <a:gd name="connsiteY0" fmla="*/ 256248 h 3117755"/>
              <a:gd name="connsiteX1" fmla="*/ 256248 w 7434648"/>
              <a:gd name="connsiteY1" fmla="*/ 0 h 3117755"/>
              <a:gd name="connsiteX2" fmla="*/ 7185508 w 7434648"/>
              <a:gd name="connsiteY2" fmla="*/ 0 h 3117755"/>
              <a:gd name="connsiteX3" fmla="*/ 7434648 w 7434648"/>
              <a:gd name="connsiteY3" fmla="*/ 249140 h 3117755"/>
              <a:gd name="connsiteX4" fmla="*/ 7434648 w 7434648"/>
              <a:gd name="connsiteY4" fmla="*/ 2861507 h 3117755"/>
              <a:gd name="connsiteX5" fmla="*/ 7178400 w 7434648"/>
              <a:gd name="connsiteY5" fmla="*/ 3117755 h 3117755"/>
              <a:gd name="connsiteX6" fmla="*/ 249140 w 7434648"/>
              <a:gd name="connsiteY6" fmla="*/ 3117755 h 3117755"/>
              <a:gd name="connsiteX0" fmla="*/ 0 w 7434648"/>
              <a:gd name="connsiteY0" fmla="*/ 256248 h 3117755"/>
              <a:gd name="connsiteX1" fmla="*/ 256248 w 7434648"/>
              <a:gd name="connsiteY1" fmla="*/ 0 h 3117755"/>
              <a:gd name="connsiteX2" fmla="*/ 7185508 w 7434648"/>
              <a:gd name="connsiteY2" fmla="*/ 0 h 3117755"/>
              <a:gd name="connsiteX3" fmla="*/ 7434648 w 7434648"/>
              <a:gd name="connsiteY3" fmla="*/ 249140 h 3117755"/>
              <a:gd name="connsiteX4" fmla="*/ 7434648 w 7434648"/>
              <a:gd name="connsiteY4" fmla="*/ 2861507 h 3117755"/>
              <a:gd name="connsiteX5" fmla="*/ 7178400 w 7434648"/>
              <a:gd name="connsiteY5" fmla="*/ 3117755 h 3117755"/>
              <a:gd name="connsiteX0" fmla="*/ 0 w 7434648"/>
              <a:gd name="connsiteY0" fmla="*/ 256248 h 3167183"/>
              <a:gd name="connsiteX1" fmla="*/ 256248 w 7434648"/>
              <a:gd name="connsiteY1" fmla="*/ 0 h 3167183"/>
              <a:gd name="connsiteX2" fmla="*/ 7185508 w 7434648"/>
              <a:gd name="connsiteY2" fmla="*/ 0 h 3167183"/>
              <a:gd name="connsiteX3" fmla="*/ 7434648 w 7434648"/>
              <a:gd name="connsiteY3" fmla="*/ 249140 h 3167183"/>
              <a:gd name="connsiteX4" fmla="*/ 7434648 w 7434648"/>
              <a:gd name="connsiteY4" fmla="*/ 2861507 h 3167183"/>
              <a:gd name="connsiteX5" fmla="*/ 7166043 w 7434648"/>
              <a:gd name="connsiteY5" fmla="*/ 3167183 h 3167183"/>
              <a:gd name="connsiteX0" fmla="*/ 0 w 7434648"/>
              <a:gd name="connsiteY0" fmla="*/ 256248 h 2861507"/>
              <a:gd name="connsiteX1" fmla="*/ 256248 w 7434648"/>
              <a:gd name="connsiteY1" fmla="*/ 0 h 2861507"/>
              <a:gd name="connsiteX2" fmla="*/ 7185508 w 7434648"/>
              <a:gd name="connsiteY2" fmla="*/ 0 h 2861507"/>
              <a:gd name="connsiteX3" fmla="*/ 7434648 w 7434648"/>
              <a:gd name="connsiteY3" fmla="*/ 249140 h 2861507"/>
              <a:gd name="connsiteX4" fmla="*/ 7434648 w 7434648"/>
              <a:gd name="connsiteY4" fmla="*/ 2861507 h 2861507"/>
              <a:gd name="connsiteX0" fmla="*/ 0 w 7434648"/>
              <a:gd name="connsiteY0" fmla="*/ 256248 h 256248"/>
              <a:gd name="connsiteX1" fmla="*/ 256248 w 7434648"/>
              <a:gd name="connsiteY1" fmla="*/ 0 h 256248"/>
              <a:gd name="connsiteX2" fmla="*/ 7185508 w 7434648"/>
              <a:gd name="connsiteY2" fmla="*/ 0 h 256248"/>
              <a:gd name="connsiteX3" fmla="*/ 7434648 w 7434648"/>
              <a:gd name="connsiteY3" fmla="*/ 249140 h 256248"/>
              <a:gd name="connsiteX0" fmla="*/ 0 w 7185508"/>
              <a:gd name="connsiteY0" fmla="*/ 256248 h 256248"/>
              <a:gd name="connsiteX1" fmla="*/ 256248 w 7185508"/>
              <a:gd name="connsiteY1" fmla="*/ 0 h 256248"/>
              <a:gd name="connsiteX2" fmla="*/ 7185508 w 7185508"/>
              <a:gd name="connsiteY2" fmla="*/ 0 h 256248"/>
              <a:gd name="connsiteX0" fmla="*/ 0 w 256248"/>
              <a:gd name="connsiteY0" fmla="*/ 256248 h 256248"/>
              <a:gd name="connsiteX1" fmla="*/ 256248 w 256248"/>
              <a:gd name="connsiteY1" fmla="*/ 0 h 256248"/>
            </a:gdLst>
            <a:ahLst/>
            <a:cxnLst>
              <a:cxn ang="0">
                <a:pos x="connsiteX0" y="connsiteY0"/>
              </a:cxn>
              <a:cxn ang="0">
                <a:pos x="connsiteX1" y="connsiteY1"/>
              </a:cxn>
            </a:cxnLst>
            <a:rect l="l" t="t" r="r" b="b"/>
            <a:pathLst>
              <a:path w="256248" h="256248">
                <a:moveTo>
                  <a:pt x="0" y="256248"/>
                </a:moveTo>
                <a:lnTo>
                  <a:pt x="256248" y="0"/>
                </a:lnTo>
              </a:path>
            </a:pathLst>
          </a:custGeom>
          <a:noFill/>
          <a:ln w="28575">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11" name="Rectangle 10">
            <a:extLst>
              <a:ext uri="{FF2B5EF4-FFF2-40B4-BE49-F238E27FC236}">
                <a16:creationId xmlns:a16="http://schemas.microsoft.com/office/drawing/2014/main" id="{78467690-A3BC-75D4-DD59-9FA04CEA22AB}"/>
              </a:ext>
            </a:extLst>
          </p:cNvPr>
          <p:cNvSpPr/>
          <p:nvPr/>
        </p:nvSpPr>
        <p:spPr>
          <a:xfrm>
            <a:off x="2634925" y="2480637"/>
            <a:ext cx="5137475" cy="1880519"/>
          </a:xfrm>
          <a:prstGeom prst="rect">
            <a:avLst/>
          </a:prstGeom>
        </p:spPr>
        <p:txBody>
          <a:bodyPr vert="horz" lIns="91440" tIns="45720" rIns="91440" bIns="45720" rtlCol="0" anchor="ctr" anchorCtr="0">
            <a:noAutofit/>
          </a:bodyPr>
          <a:lstStyle/>
          <a:p>
            <a:pPr algn="just" rtl="1">
              <a:lnSpc>
                <a:spcPct val="107000"/>
              </a:lnSpc>
              <a:spcAft>
                <a:spcPts val="800"/>
              </a:spcAft>
            </a:pPr>
            <a:r>
              <a:rPr lang="ar-SA" dirty="0"/>
              <a:t>تعنى استراتيجية البنية المؤسسية بتطوير تصور شامل ومنهجي لفهم وتحليل أبرز تحديات الأعمال وتقنية المعلومات ومتطلباتها الحالية والمستقبلية، وذلك من خلال دراسة الاستراتيجيات التحولية المعتمدة في الهيئة، وما يرتبط بها من متطلبات الأتمتة، وإدارة البيانات، والأمن السيبراني، تبني دعم التقنيات الناشئة مثل الذكاء الاصطناعي وغيرها. وتهدف الاستراتيجية إلى تحديد التوجهات الاستراتيجية لممارسة البنية المؤسسية، بما يضمن مواءمتها مع التوجهات العامة للهيئة، ودعم تحقيق أهدافها الاستراتيجية، وتعزيز قدرتها على اتخاذ قرارات مؤسسية مبنية على أسس معمارية متكاملة.</a:t>
            </a:r>
          </a:p>
        </p:txBody>
      </p:sp>
      <p:sp>
        <p:nvSpPr>
          <p:cNvPr id="12" name="Freeform 184">
            <a:extLst>
              <a:ext uri="{FF2B5EF4-FFF2-40B4-BE49-F238E27FC236}">
                <a16:creationId xmlns:a16="http://schemas.microsoft.com/office/drawing/2014/main" id="{48EE6CF9-AF5F-2D2A-3AF1-8C2F6352593A}"/>
              </a:ext>
            </a:extLst>
          </p:cNvPr>
          <p:cNvSpPr>
            <a:spLocks noEditPoints="1"/>
          </p:cNvSpPr>
          <p:nvPr/>
        </p:nvSpPr>
        <p:spPr bwMode="auto">
          <a:xfrm>
            <a:off x="8069290" y="2743947"/>
            <a:ext cx="766902" cy="1370106"/>
          </a:xfrm>
          <a:custGeom>
            <a:avLst/>
            <a:gdLst>
              <a:gd name="T0" fmla="*/ 1637 w 3159"/>
              <a:gd name="T1" fmla="*/ 712 h 5656"/>
              <a:gd name="T2" fmla="*/ 1593 w 3159"/>
              <a:gd name="T3" fmla="*/ 791 h 5656"/>
              <a:gd name="T4" fmla="*/ 1697 w 3159"/>
              <a:gd name="T5" fmla="*/ 908 h 5656"/>
              <a:gd name="T6" fmla="*/ 1782 w 3159"/>
              <a:gd name="T7" fmla="*/ 886 h 5656"/>
              <a:gd name="T8" fmla="*/ 2243 w 3159"/>
              <a:gd name="T9" fmla="*/ 806 h 5656"/>
              <a:gd name="T10" fmla="*/ 2217 w 3159"/>
              <a:gd name="T11" fmla="*/ 1268 h 5656"/>
              <a:gd name="T12" fmla="*/ 2105 w 3159"/>
              <a:gd name="T13" fmla="*/ 1550 h 5656"/>
              <a:gd name="T14" fmla="*/ 1840 w 3159"/>
              <a:gd name="T15" fmla="*/ 1916 h 5656"/>
              <a:gd name="T16" fmla="*/ 1193 w 3159"/>
              <a:gd name="T17" fmla="*/ 2580 h 5656"/>
              <a:gd name="T18" fmla="*/ 703 w 3159"/>
              <a:gd name="T19" fmla="*/ 3133 h 5656"/>
              <a:gd name="T20" fmla="*/ 555 w 3159"/>
              <a:gd name="T21" fmla="*/ 3451 h 5656"/>
              <a:gd name="T22" fmla="*/ 510 w 3159"/>
              <a:gd name="T23" fmla="*/ 3892 h 5656"/>
              <a:gd name="T24" fmla="*/ 493 w 3159"/>
              <a:gd name="T25" fmla="*/ 4385 h 5656"/>
              <a:gd name="T26" fmla="*/ 344 w 3159"/>
              <a:gd name="T27" fmla="*/ 4453 h 5656"/>
              <a:gd name="T28" fmla="*/ 87 w 3159"/>
              <a:gd name="T29" fmla="*/ 4697 h 5656"/>
              <a:gd name="T30" fmla="*/ 1 w 3159"/>
              <a:gd name="T31" fmla="*/ 4961 h 5656"/>
              <a:gd name="T32" fmla="*/ 94 w 3159"/>
              <a:gd name="T33" fmla="*/ 5346 h 5656"/>
              <a:gd name="T34" fmla="*/ 354 w 3159"/>
              <a:gd name="T35" fmla="*/ 5590 h 5656"/>
              <a:gd name="T36" fmla="*/ 571 w 3159"/>
              <a:gd name="T37" fmla="*/ 5653 h 5656"/>
              <a:gd name="T38" fmla="*/ 820 w 3159"/>
              <a:gd name="T39" fmla="*/ 5629 h 5656"/>
              <a:gd name="T40" fmla="*/ 1043 w 3159"/>
              <a:gd name="T41" fmla="*/ 5513 h 5656"/>
              <a:gd name="T42" fmla="*/ 1208 w 3159"/>
              <a:gd name="T43" fmla="*/ 5316 h 5656"/>
              <a:gd name="T44" fmla="*/ 1264 w 3159"/>
              <a:gd name="T45" fmla="*/ 5149 h 5656"/>
              <a:gd name="T46" fmla="*/ 1264 w 3159"/>
              <a:gd name="T47" fmla="*/ 4884 h 5656"/>
              <a:gd name="T48" fmla="*/ 1208 w 3159"/>
              <a:gd name="T49" fmla="*/ 4717 h 5656"/>
              <a:gd name="T50" fmla="*/ 1031 w 3159"/>
              <a:gd name="T51" fmla="*/ 4513 h 5656"/>
              <a:gd name="T52" fmla="*/ 804 w 3159"/>
              <a:gd name="T53" fmla="*/ 4393 h 5656"/>
              <a:gd name="T54" fmla="*/ 776 w 3159"/>
              <a:gd name="T55" fmla="*/ 4215 h 5656"/>
              <a:gd name="T56" fmla="*/ 794 w 3159"/>
              <a:gd name="T57" fmla="*/ 3558 h 5656"/>
              <a:gd name="T58" fmla="*/ 874 w 3159"/>
              <a:gd name="T59" fmla="*/ 3351 h 5656"/>
              <a:gd name="T60" fmla="*/ 1143 w 3159"/>
              <a:gd name="T61" fmla="*/ 3005 h 5656"/>
              <a:gd name="T62" fmla="*/ 1946 w 3159"/>
              <a:gd name="T63" fmla="*/ 2186 h 5656"/>
              <a:gd name="T64" fmla="*/ 2281 w 3159"/>
              <a:gd name="T65" fmla="*/ 1765 h 5656"/>
              <a:gd name="T66" fmla="*/ 2445 w 3159"/>
              <a:gd name="T67" fmla="*/ 1424 h 5656"/>
              <a:gd name="T68" fmla="*/ 2501 w 3159"/>
              <a:gd name="T69" fmla="*/ 1001 h 5656"/>
              <a:gd name="T70" fmla="*/ 2846 w 3159"/>
              <a:gd name="T71" fmla="*/ 776 h 5656"/>
              <a:gd name="T72" fmla="*/ 3030 w 3159"/>
              <a:gd name="T73" fmla="*/ 916 h 5656"/>
              <a:gd name="T74" fmla="*/ 3125 w 3159"/>
              <a:gd name="T75" fmla="*/ 864 h 5656"/>
              <a:gd name="T76" fmla="*/ 3159 w 3159"/>
              <a:gd name="T77" fmla="*/ 776 h 5656"/>
              <a:gd name="T78" fmla="*/ 3056 w 3159"/>
              <a:gd name="T79" fmla="*/ 629 h 5656"/>
              <a:gd name="T80" fmla="*/ 2547 w 3159"/>
              <a:gd name="T81" fmla="*/ 116 h 5656"/>
              <a:gd name="T82" fmla="*/ 2376 w 3159"/>
              <a:gd name="T83" fmla="*/ 0 h 5656"/>
              <a:gd name="T84" fmla="*/ 2115 w 3159"/>
              <a:gd name="T85" fmla="*/ 222 h 5656"/>
              <a:gd name="T86" fmla="*/ 817 w 3159"/>
              <a:gd name="T87" fmla="*/ 4674 h 5656"/>
              <a:gd name="T88" fmla="*/ 1000 w 3159"/>
              <a:gd name="T89" fmla="*/ 4876 h 5656"/>
              <a:gd name="T90" fmla="*/ 1026 w 3159"/>
              <a:gd name="T91" fmla="*/ 5030 h 5656"/>
              <a:gd name="T92" fmla="*/ 962 w 3159"/>
              <a:gd name="T93" fmla="*/ 5222 h 5656"/>
              <a:gd name="T94" fmla="*/ 836 w 3159"/>
              <a:gd name="T95" fmla="*/ 5344 h 5656"/>
              <a:gd name="T96" fmla="*/ 624 w 3159"/>
              <a:gd name="T97" fmla="*/ 5401 h 5656"/>
              <a:gd name="T98" fmla="*/ 423 w 3159"/>
              <a:gd name="T99" fmla="*/ 5334 h 5656"/>
              <a:gd name="T100" fmla="*/ 287 w 3159"/>
              <a:gd name="T101" fmla="*/ 5166 h 5656"/>
              <a:gd name="T102" fmla="*/ 260 w 3159"/>
              <a:gd name="T103" fmla="*/ 4995 h 5656"/>
              <a:gd name="T104" fmla="*/ 311 w 3159"/>
              <a:gd name="T105" fmla="*/ 4820 h 5656"/>
              <a:gd name="T106" fmla="*/ 430 w 3159"/>
              <a:gd name="T107" fmla="*/ 4696 h 5656"/>
              <a:gd name="T108" fmla="*/ 597 w 3159"/>
              <a:gd name="T109" fmla="*/ 4637 h 5656"/>
              <a:gd name="T110" fmla="*/ 766 w 3159"/>
              <a:gd name="T111" fmla="*/ 4651 h 5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159" h="5656">
                <a:moveTo>
                  <a:pt x="1964" y="371"/>
                </a:moveTo>
                <a:lnTo>
                  <a:pt x="1868" y="467"/>
                </a:lnTo>
                <a:lnTo>
                  <a:pt x="1726" y="614"/>
                </a:lnTo>
                <a:lnTo>
                  <a:pt x="1637" y="712"/>
                </a:lnTo>
                <a:lnTo>
                  <a:pt x="1603" y="756"/>
                </a:lnTo>
                <a:lnTo>
                  <a:pt x="1593" y="775"/>
                </a:lnTo>
                <a:lnTo>
                  <a:pt x="1593" y="781"/>
                </a:lnTo>
                <a:lnTo>
                  <a:pt x="1593" y="791"/>
                </a:lnTo>
                <a:lnTo>
                  <a:pt x="1601" y="812"/>
                </a:lnTo>
                <a:lnTo>
                  <a:pt x="1622" y="845"/>
                </a:lnTo>
                <a:lnTo>
                  <a:pt x="1664" y="887"/>
                </a:lnTo>
                <a:lnTo>
                  <a:pt x="1697" y="908"/>
                </a:lnTo>
                <a:lnTo>
                  <a:pt x="1718" y="916"/>
                </a:lnTo>
                <a:lnTo>
                  <a:pt x="1728" y="916"/>
                </a:lnTo>
                <a:lnTo>
                  <a:pt x="1739" y="914"/>
                </a:lnTo>
                <a:lnTo>
                  <a:pt x="1782" y="886"/>
                </a:lnTo>
                <a:lnTo>
                  <a:pt x="1891" y="791"/>
                </a:lnTo>
                <a:lnTo>
                  <a:pt x="2004" y="680"/>
                </a:lnTo>
                <a:lnTo>
                  <a:pt x="2243" y="443"/>
                </a:lnTo>
                <a:lnTo>
                  <a:pt x="2243" y="806"/>
                </a:lnTo>
                <a:lnTo>
                  <a:pt x="2242" y="951"/>
                </a:lnTo>
                <a:lnTo>
                  <a:pt x="2237" y="1110"/>
                </a:lnTo>
                <a:lnTo>
                  <a:pt x="2229" y="1195"/>
                </a:lnTo>
                <a:lnTo>
                  <a:pt x="2217" y="1268"/>
                </a:lnTo>
                <a:lnTo>
                  <a:pt x="2200" y="1334"/>
                </a:lnTo>
                <a:lnTo>
                  <a:pt x="2162" y="1432"/>
                </a:lnTo>
                <a:lnTo>
                  <a:pt x="2126" y="1508"/>
                </a:lnTo>
                <a:lnTo>
                  <a:pt x="2105" y="1550"/>
                </a:lnTo>
                <a:lnTo>
                  <a:pt x="2057" y="1633"/>
                </a:lnTo>
                <a:lnTo>
                  <a:pt x="2000" y="1719"/>
                </a:lnTo>
                <a:lnTo>
                  <a:pt x="1928" y="1811"/>
                </a:lnTo>
                <a:lnTo>
                  <a:pt x="1840" y="1916"/>
                </a:lnTo>
                <a:lnTo>
                  <a:pt x="1729" y="2036"/>
                </a:lnTo>
                <a:lnTo>
                  <a:pt x="1519" y="2255"/>
                </a:lnTo>
                <a:lnTo>
                  <a:pt x="1333" y="2441"/>
                </a:lnTo>
                <a:lnTo>
                  <a:pt x="1193" y="2580"/>
                </a:lnTo>
                <a:lnTo>
                  <a:pt x="967" y="2813"/>
                </a:lnTo>
                <a:lnTo>
                  <a:pt x="837" y="2960"/>
                </a:lnTo>
                <a:lnTo>
                  <a:pt x="764" y="3049"/>
                </a:lnTo>
                <a:lnTo>
                  <a:pt x="703" y="3133"/>
                </a:lnTo>
                <a:lnTo>
                  <a:pt x="653" y="3213"/>
                </a:lnTo>
                <a:lnTo>
                  <a:pt x="612" y="3291"/>
                </a:lnTo>
                <a:lnTo>
                  <a:pt x="580" y="3370"/>
                </a:lnTo>
                <a:lnTo>
                  <a:pt x="555" y="3451"/>
                </a:lnTo>
                <a:lnTo>
                  <a:pt x="537" y="3536"/>
                </a:lnTo>
                <a:lnTo>
                  <a:pt x="524" y="3627"/>
                </a:lnTo>
                <a:lnTo>
                  <a:pt x="516" y="3726"/>
                </a:lnTo>
                <a:lnTo>
                  <a:pt x="510" y="3892"/>
                </a:lnTo>
                <a:lnTo>
                  <a:pt x="509" y="4021"/>
                </a:lnTo>
                <a:lnTo>
                  <a:pt x="509" y="4232"/>
                </a:lnTo>
                <a:lnTo>
                  <a:pt x="501" y="4361"/>
                </a:lnTo>
                <a:lnTo>
                  <a:pt x="493" y="4385"/>
                </a:lnTo>
                <a:lnTo>
                  <a:pt x="486" y="4393"/>
                </a:lnTo>
                <a:lnTo>
                  <a:pt x="481" y="4395"/>
                </a:lnTo>
                <a:lnTo>
                  <a:pt x="433" y="4412"/>
                </a:lnTo>
                <a:lnTo>
                  <a:pt x="344" y="4453"/>
                </a:lnTo>
                <a:lnTo>
                  <a:pt x="265" y="4503"/>
                </a:lnTo>
                <a:lnTo>
                  <a:pt x="196" y="4560"/>
                </a:lnTo>
                <a:lnTo>
                  <a:pt x="136" y="4625"/>
                </a:lnTo>
                <a:lnTo>
                  <a:pt x="87" y="4697"/>
                </a:lnTo>
                <a:lnTo>
                  <a:pt x="48" y="4777"/>
                </a:lnTo>
                <a:lnTo>
                  <a:pt x="19" y="4865"/>
                </a:lnTo>
                <a:lnTo>
                  <a:pt x="9" y="4911"/>
                </a:lnTo>
                <a:lnTo>
                  <a:pt x="1" y="4961"/>
                </a:lnTo>
                <a:lnTo>
                  <a:pt x="0" y="5060"/>
                </a:lnTo>
                <a:lnTo>
                  <a:pt x="16" y="5159"/>
                </a:lnTo>
                <a:lnTo>
                  <a:pt x="47" y="5255"/>
                </a:lnTo>
                <a:lnTo>
                  <a:pt x="94" y="5346"/>
                </a:lnTo>
                <a:lnTo>
                  <a:pt x="153" y="5429"/>
                </a:lnTo>
                <a:lnTo>
                  <a:pt x="225" y="5503"/>
                </a:lnTo>
                <a:lnTo>
                  <a:pt x="309" y="5565"/>
                </a:lnTo>
                <a:lnTo>
                  <a:pt x="354" y="5590"/>
                </a:lnTo>
                <a:lnTo>
                  <a:pt x="384" y="5604"/>
                </a:lnTo>
                <a:lnTo>
                  <a:pt x="445" y="5627"/>
                </a:lnTo>
                <a:lnTo>
                  <a:pt x="508" y="5643"/>
                </a:lnTo>
                <a:lnTo>
                  <a:pt x="571" y="5653"/>
                </a:lnTo>
                <a:lnTo>
                  <a:pt x="634" y="5656"/>
                </a:lnTo>
                <a:lnTo>
                  <a:pt x="697" y="5653"/>
                </a:lnTo>
                <a:lnTo>
                  <a:pt x="759" y="5644"/>
                </a:lnTo>
                <a:lnTo>
                  <a:pt x="820" y="5629"/>
                </a:lnTo>
                <a:lnTo>
                  <a:pt x="880" y="5608"/>
                </a:lnTo>
                <a:lnTo>
                  <a:pt x="937" y="5582"/>
                </a:lnTo>
                <a:lnTo>
                  <a:pt x="992" y="5550"/>
                </a:lnTo>
                <a:lnTo>
                  <a:pt x="1043" y="5513"/>
                </a:lnTo>
                <a:lnTo>
                  <a:pt x="1091" y="5471"/>
                </a:lnTo>
                <a:lnTo>
                  <a:pt x="1135" y="5424"/>
                </a:lnTo>
                <a:lnTo>
                  <a:pt x="1174" y="5373"/>
                </a:lnTo>
                <a:lnTo>
                  <a:pt x="1208" y="5316"/>
                </a:lnTo>
                <a:lnTo>
                  <a:pt x="1223" y="5286"/>
                </a:lnTo>
                <a:lnTo>
                  <a:pt x="1237" y="5257"/>
                </a:lnTo>
                <a:lnTo>
                  <a:pt x="1255" y="5205"/>
                </a:lnTo>
                <a:lnTo>
                  <a:pt x="1264" y="5149"/>
                </a:lnTo>
                <a:lnTo>
                  <a:pt x="1268" y="5071"/>
                </a:lnTo>
                <a:lnTo>
                  <a:pt x="1268" y="5016"/>
                </a:lnTo>
                <a:lnTo>
                  <a:pt x="1268" y="4962"/>
                </a:lnTo>
                <a:lnTo>
                  <a:pt x="1264" y="4884"/>
                </a:lnTo>
                <a:lnTo>
                  <a:pt x="1255" y="4827"/>
                </a:lnTo>
                <a:lnTo>
                  <a:pt x="1237" y="4776"/>
                </a:lnTo>
                <a:lnTo>
                  <a:pt x="1223" y="4746"/>
                </a:lnTo>
                <a:lnTo>
                  <a:pt x="1208" y="4717"/>
                </a:lnTo>
                <a:lnTo>
                  <a:pt x="1173" y="4660"/>
                </a:lnTo>
                <a:lnTo>
                  <a:pt x="1132" y="4607"/>
                </a:lnTo>
                <a:lnTo>
                  <a:pt x="1084" y="4558"/>
                </a:lnTo>
                <a:lnTo>
                  <a:pt x="1031" y="4513"/>
                </a:lnTo>
                <a:lnTo>
                  <a:pt x="972" y="4472"/>
                </a:lnTo>
                <a:lnTo>
                  <a:pt x="908" y="4436"/>
                </a:lnTo>
                <a:lnTo>
                  <a:pt x="840" y="4406"/>
                </a:lnTo>
                <a:lnTo>
                  <a:pt x="804" y="4393"/>
                </a:lnTo>
                <a:lnTo>
                  <a:pt x="799" y="4391"/>
                </a:lnTo>
                <a:lnTo>
                  <a:pt x="791" y="4384"/>
                </a:lnTo>
                <a:lnTo>
                  <a:pt x="782" y="4360"/>
                </a:lnTo>
                <a:lnTo>
                  <a:pt x="776" y="4215"/>
                </a:lnTo>
                <a:lnTo>
                  <a:pt x="779" y="3971"/>
                </a:lnTo>
                <a:lnTo>
                  <a:pt x="781" y="3837"/>
                </a:lnTo>
                <a:lnTo>
                  <a:pt x="785" y="3660"/>
                </a:lnTo>
                <a:lnTo>
                  <a:pt x="794" y="3558"/>
                </a:lnTo>
                <a:lnTo>
                  <a:pt x="810" y="3493"/>
                </a:lnTo>
                <a:lnTo>
                  <a:pt x="823" y="3461"/>
                </a:lnTo>
                <a:lnTo>
                  <a:pt x="838" y="3423"/>
                </a:lnTo>
                <a:lnTo>
                  <a:pt x="874" y="3351"/>
                </a:lnTo>
                <a:lnTo>
                  <a:pt x="918" y="3278"/>
                </a:lnTo>
                <a:lnTo>
                  <a:pt x="975" y="3199"/>
                </a:lnTo>
                <a:lnTo>
                  <a:pt x="1048" y="3110"/>
                </a:lnTo>
                <a:lnTo>
                  <a:pt x="1143" y="3005"/>
                </a:lnTo>
                <a:lnTo>
                  <a:pt x="1328" y="2812"/>
                </a:lnTo>
                <a:lnTo>
                  <a:pt x="1498" y="2641"/>
                </a:lnTo>
                <a:lnTo>
                  <a:pt x="1714" y="2425"/>
                </a:lnTo>
                <a:lnTo>
                  <a:pt x="1946" y="2186"/>
                </a:lnTo>
                <a:lnTo>
                  <a:pt x="2062" y="2059"/>
                </a:lnTo>
                <a:lnTo>
                  <a:pt x="2152" y="1952"/>
                </a:lnTo>
                <a:lnTo>
                  <a:pt x="2222" y="1857"/>
                </a:lnTo>
                <a:lnTo>
                  <a:pt x="2281" y="1765"/>
                </a:lnTo>
                <a:lnTo>
                  <a:pt x="2333" y="1670"/>
                </a:lnTo>
                <a:lnTo>
                  <a:pt x="2359" y="1618"/>
                </a:lnTo>
                <a:lnTo>
                  <a:pt x="2401" y="1534"/>
                </a:lnTo>
                <a:lnTo>
                  <a:pt x="2445" y="1424"/>
                </a:lnTo>
                <a:lnTo>
                  <a:pt x="2466" y="1350"/>
                </a:lnTo>
                <a:lnTo>
                  <a:pt x="2481" y="1269"/>
                </a:lnTo>
                <a:lnTo>
                  <a:pt x="2491" y="1175"/>
                </a:lnTo>
                <a:lnTo>
                  <a:pt x="2501" y="1001"/>
                </a:lnTo>
                <a:lnTo>
                  <a:pt x="2504" y="845"/>
                </a:lnTo>
                <a:lnTo>
                  <a:pt x="2513" y="446"/>
                </a:lnTo>
                <a:lnTo>
                  <a:pt x="2749" y="681"/>
                </a:lnTo>
                <a:lnTo>
                  <a:pt x="2846" y="776"/>
                </a:lnTo>
                <a:lnTo>
                  <a:pt x="2960" y="877"/>
                </a:lnTo>
                <a:lnTo>
                  <a:pt x="3007" y="913"/>
                </a:lnTo>
                <a:lnTo>
                  <a:pt x="3016" y="916"/>
                </a:lnTo>
                <a:lnTo>
                  <a:pt x="3030" y="916"/>
                </a:lnTo>
                <a:lnTo>
                  <a:pt x="3057" y="910"/>
                </a:lnTo>
                <a:lnTo>
                  <a:pt x="3082" y="899"/>
                </a:lnTo>
                <a:lnTo>
                  <a:pt x="3105" y="883"/>
                </a:lnTo>
                <a:lnTo>
                  <a:pt x="3125" y="864"/>
                </a:lnTo>
                <a:lnTo>
                  <a:pt x="3141" y="841"/>
                </a:lnTo>
                <a:lnTo>
                  <a:pt x="3152" y="817"/>
                </a:lnTo>
                <a:lnTo>
                  <a:pt x="3159" y="790"/>
                </a:lnTo>
                <a:lnTo>
                  <a:pt x="3159" y="776"/>
                </a:lnTo>
                <a:lnTo>
                  <a:pt x="3159" y="769"/>
                </a:lnTo>
                <a:lnTo>
                  <a:pt x="3153" y="750"/>
                </a:lnTo>
                <a:lnTo>
                  <a:pt x="3129" y="713"/>
                </a:lnTo>
                <a:lnTo>
                  <a:pt x="3056" y="629"/>
                </a:lnTo>
                <a:lnTo>
                  <a:pt x="2922" y="488"/>
                </a:lnTo>
                <a:lnTo>
                  <a:pt x="2823" y="388"/>
                </a:lnTo>
                <a:lnTo>
                  <a:pt x="2708" y="272"/>
                </a:lnTo>
                <a:lnTo>
                  <a:pt x="2547" y="116"/>
                </a:lnTo>
                <a:lnTo>
                  <a:pt x="2470" y="50"/>
                </a:lnTo>
                <a:lnTo>
                  <a:pt x="2431" y="22"/>
                </a:lnTo>
                <a:lnTo>
                  <a:pt x="2401" y="7"/>
                </a:lnTo>
                <a:lnTo>
                  <a:pt x="2376" y="0"/>
                </a:lnTo>
                <a:lnTo>
                  <a:pt x="2364" y="0"/>
                </a:lnTo>
                <a:lnTo>
                  <a:pt x="2353" y="5"/>
                </a:lnTo>
                <a:lnTo>
                  <a:pt x="2286" y="61"/>
                </a:lnTo>
                <a:lnTo>
                  <a:pt x="2115" y="222"/>
                </a:lnTo>
                <a:lnTo>
                  <a:pt x="1964" y="371"/>
                </a:lnTo>
                <a:close/>
                <a:moveTo>
                  <a:pt x="766" y="4651"/>
                </a:moveTo>
                <a:lnTo>
                  <a:pt x="782" y="4657"/>
                </a:lnTo>
                <a:lnTo>
                  <a:pt x="817" y="4674"/>
                </a:lnTo>
                <a:lnTo>
                  <a:pt x="872" y="4714"/>
                </a:lnTo>
                <a:lnTo>
                  <a:pt x="941" y="4783"/>
                </a:lnTo>
                <a:lnTo>
                  <a:pt x="982" y="4839"/>
                </a:lnTo>
                <a:lnTo>
                  <a:pt x="1000" y="4876"/>
                </a:lnTo>
                <a:lnTo>
                  <a:pt x="1006" y="4893"/>
                </a:lnTo>
                <a:lnTo>
                  <a:pt x="1014" y="4922"/>
                </a:lnTo>
                <a:lnTo>
                  <a:pt x="1024" y="4977"/>
                </a:lnTo>
                <a:lnTo>
                  <a:pt x="1026" y="5030"/>
                </a:lnTo>
                <a:lnTo>
                  <a:pt x="1021" y="5081"/>
                </a:lnTo>
                <a:lnTo>
                  <a:pt x="1009" y="5130"/>
                </a:lnTo>
                <a:lnTo>
                  <a:pt x="989" y="5177"/>
                </a:lnTo>
                <a:lnTo>
                  <a:pt x="962" y="5222"/>
                </a:lnTo>
                <a:lnTo>
                  <a:pt x="928" y="5265"/>
                </a:lnTo>
                <a:lnTo>
                  <a:pt x="908" y="5286"/>
                </a:lnTo>
                <a:lnTo>
                  <a:pt x="885" y="5308"/>
                </a:lnTo>
                <a:lnTo>
                  <a:pt x="836" y="5344"/>
                </a:lnTo>
                <a:lnTo>
                  <a:pt x="785" y="5371"/>
                </a:lnTo>
                <a:lnTo>
                  <a:pt x="732" y="5389"/>
                </a:lnTo>
                <a:lnTo>
                  <a:pt x="678" y="5399"/>
                </a:lnTo>
                <a:lnTo>
                  <a:pt x="624" y="5401"/>
                </a:lnTo>
                <a:lnTo>
                  <a:pt x="571" y="5395"/>
                </a:lnTo>
                <a:lnTo>
                  <a:pt x="519" y="5381"/>
                </a:lnTo>
                <a:lnTo>
                  <a:pt x="470" y="5361"/>
                </a:lnTo>
                <a:lnTo>
                  <a:pt x="423" y="5334"/>
                </a:lnTo>
                <a:lnTo>
                  <a:pt x="381" y="5301"/>
                </a:lnTo>
                <a:lnTo>
                  <a:pt x="344" y="5261"/>
                </a:lnTo>
                <a:lnTo>
                  <a:pt x="312" y="5217"/>
                </a:lnTo>
                <a:lnTo>
                  <a:pt x="287" y="5166"/>
                </a:lnTo>
                <a:lnTo>
                  <a:pt x="270" y="5111"/>
                </a:lnTo>
                <a:lnTo>
                  <a:pt x="260" y="5051"/>
                </a:lnTo>
                <a:lnTo>
                  <a:pt x="259" y="5020"/>
                </a:lnTo>
                <a:lnTo>
                  <a:pt x="260" y="4995"/>
                </a:lnTo>
                <a:lnTo>
                  <a:pt x="265" y="4947"/>
                </a:lnTo>
                <a:lnTo>
                  <a:pt x="276" y="4902"/>
                </a:lnTo>
                <a:lnTo>
                  <a:pt x="291" y="4859"/>
                </a:lnTo>
                <a:lnTo>
                  <a:pt x="311" y="4820"/>
                </a:lnTo>
                <a:lnTo>
                  <a:pt x="336" y="4783"/>
                </a:lnTo>
                <a:lnTo>
                  <a:pt x="364" y="4750"/>
                </a:lnTo>
                <a:lnTo>
                  <a:pt x="395" y="4721"/>
                </a:lnTo>
                <a:lnTo>
                  <a:pt x="430" y="4696"/>
                </a:lnTo>
                <a:lnTo>
                  <a:pt x="468" y="4674"/>
                </a:lnTo>
                <a:lnTo>
                  <a:pt x="509" y="4657"/>
                </a:lnTo>
                <a:lnTo>
                  <a:pt x="552" y="4645"/>
                </a:lnTo>
                <a:lnTo>
                  <a:pt x="597" y="4637"/>
                </a:lnTo>
                <a:lnTo>
                  <a:pt x="644" y="4634"/>
                </a:lnTo>
                <a:lnTo>
                  <a:pt x="692" y="4637"/>
                </a:lnTo>
                <a:lnTo>
                  <a:pt x="741" y="4645"/>
                </a:lnTo>
                <a:lnTo>
                  <a:pt x="766" y="4651"/>
                </a:lnTo>
                <a:close/>
              </a:path>
            </a:pathLst>
          </a:custGeom>
          <a:gradFill>
            <a:gsLst>
              <a:gs pos="100000">
                <a:schemeClr val="accent2"/>
              </a:gs>
              <a:gs pos="0">
                <a:schemeClr val="accent1"/>
              </a:gs>
            </a:gsLst>
            <a:lin ang="3000000" scaled="0"/>
          </a:gradFill>
          <a:ln>
            <a:noFill/>
          </a:ln>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13" name="Freeform 186">
            <a:extLst>
              <a:ext uri="{FF2B5EF4-FFF2-40B4-BE49-F238E27FC236}">
                <a16:creationId xmlns:a16="http://schemas.microsoft.com/office/drawing/2014/main" id="{CF6FD997-4270-56B0-500D-F647D034F7FD}"/>
              </a:ext>
            </a:extLst>
          </p:cNvPr>
          <p:cNvSpPr>
            <a:spLocks noEditPoints="1"/>
          </p:cNvSpPr>
          <p:nvPr/>
        </p:nvSpPr>
        <p:spPr bwMode="auto">
          <a:xfrm>
            <a:off x="8914568" y="2963203"/>
            <a:ext cx="308547" cy="307554"/>
          </a:xfrm>
          <a:custGeom>
            <a:avLst/>
            <a:gdLst>
              <a:gd name="T0" fmla="*/ 451 w 1271"/>
              <a:gd name="T1" fmla="*/ 20 h 1269"/>
              <a:gd name="T2" fmla="*/ 318 w 1271"/>
              <a:gd name="T3" fmla="*/ 81 h 1269"/>
              <a:gd name="T4" fmla="*/ 198 w 1271"/>
              <a:gd name="T5" fmla="*/ 170 h 1269"/>
              <a:gd name="T6" fmla="*/ 99 w 1271"/>
              <a:gd name="T7" fmla="*/ 282 h 1269"/>
              <a:gd name="T8" fmla="*/ 44 w 1271"/>
              <a:gd name="T9" fmla="*/ 377 h 1269"/>
              <a:gd name="T10" fmla="*/ 13 w 1271"/>
              <a:gd name="T11" fmla="*/ 455 h 1269"/>
              <a:gd name="T12" fmla="*/ 0 w 1271"/>
              <a:gd name="T13" fmla="*/ 584 h 1269"/>
              <a:gd name="T14" fmla="*/ 0 w 1271"/>
              <a:gd name="T15" fmla="*/ 687 h 1269"/>
              <a:gd name="T16" fmla="*/ 14 w 1271"/>
              <a:gd name="T17" fmla="*/ 819 h 1269"/>
              <a:gd name="T18" fmla="*/ 49 w 1271"/>
              <a:gd name="T19" fmla="*/ 905 h 1269"/>
              <a:gd name="T20" fmla="*/ 88 w 1271"/>
              <a:gd name="T21" fmla="*/ 976 h 1269"/>
              <a:gd name="T22" fmla="*/ 160 w 1271"/>
              <a:gd name="T23" fmla="*/ 1067 h 1269"/>
              <a:gd name="T24" fmla="*/ 296 w 1271"/>
              <a:gd name="T25" fmla="*/ 1182 h 1269"/>
              <a:gd name="T26" fmla="*/ 370 w 1271"/>
              <a:gd name="T27" fmla="*/ 1224 h 1269"/>
              <a:gd name="T28" fmla="*/ 452 w 1271"/>
              <a:gd name="T29" fmla="*/ 1256 h 1269"/>
              <a:gd name="T30" fmla="*/ 582 w 1271"/>
              <a:gd name="T31" fmla="*/ 1269 h 1269"/>
              <a:gd name="T32" fmla="*/ 685 w 1271"/>
              <a:gd name="T33" fmla="*/ 1269 h 1269"/>
              <a:gd name="T34" fmla="*/ 814 w 1271"/>
              <a:gd name="T35" fmla="*/ 1256 h 1269"/>
              <a:gd name="T36" fmla="*/ 892 w 1271"/>
              <a:gd name="T37" fmla="*/ 1225 h 1269"/>
              <a:gd name="T38" fmla="*/ 1001 w 1271"/>
              <a:gd name="T39" fmla="*/ 1160 h 1269"/>
              <a:gd name="T40" fmla="*/ 1124 w 1271"/>
              <a:gd name="T41" fmla="*/ 1043 h 1269"/>
              <a:gd name="T42" fmla="*/ 1213 w 1271"/>
              <a:gd name="T43" fmla="*/ 900 h 1269"/>
              <a:gd name="T44" fmla="*/ 1264 w 1271"/>
              <a:gd name="T45" fmla="*/ 743 h 1269"/>
              <a:gd name="T46" fmla="*/ 1271 w 1271"/>
              <a:gd name="T47" fmla="*/ 669 h 1269"/>
              <a:gd name="T48" fmla="*/ 1264 w 1271"/>
              <a:gd name="T49" fmla="*/ 540 h 1269"/>
              <a:gd name="T50" fmla="*/ 1230 w 1271"/>
              <a:gd name="T51" fmla="*/ 418 h 1269"/>
              <a:gd name="T52" fmla="*/ 1174 w 1271"/>
              <a:gd name="T53" fmla="*/ 305 h 1269"/>
              <a:gd name="T54" fmla="*/ 1096 w 1271"/>
              <a:gd name="T55" fmla="*/ 205 h 1269"/>
              <a:gd name="T56" fmla="*/ 1001 w 1271"/>
              <a:gd name="T57" fmla="*/ 122 h 1269"/>
              <a:gd name="T58" fmla="*/ 892 w 1271"/>
              <a:gd name="T59" fmla="*/ 58 h 1269"/>
              <a:gd name="T60" fmla="*/ 770 w 1271"/>
              <a:gd name="T61" fmla="*/ 16 h 1269"/>
              <a:gd name="T62" fmla="*/ 672 w 1271"/>
              <a:gd name="T63" fmla="*/ 2 h 1269"/>
              <a:gd name="T64" fmla="*/ 519 w 1271"/>
              <a:gd name="T65" fmla="*/ 5 h 1269"/>
              <a:gd name="T66" fmla="*/ 839 w 1271"/>
              <a:gd name="T67" fmla="*/ 315 h 1269"/>
              <a:gd name="T68" fmla="*/ 893 w 1271"/>
              <a:gd name="T69" fmla="*/ 357 h 1269"/>
              <a:gd name="T70" fmla="*/ 948 w 1271"/>
              <a:gd name="T71" fmla="*/ 421 h 1269"/>
              <a:gd name="T72" fmla="*/ 985 w 1271"/>
              <a:gd name="T73" fmla="*/ 495 h 1269"/>
              <a:gd name="T74" fmla="*/ 1005 w 1271"/>
              <a:gd name="T75" fmla="*/ 605 h 1269"/>
              <a:gd name="T76" fmla="*/ 1001 w 1271"/>
              <a:gd name="T77" fmla="*/ 725 h 1269"/>
              <a:gd name="T78" fmla="*/ 976 w 1271"/>
              <a:gd name="T79" fmla="*/ 806 h 1269"/>
              <a:gd name="T80" fmla="*/ 930 w 1271"/>
              <a:gd name="T81" fmla="*/ 876 h 1269"/>
              <a:gd name="T82" fmla="*/ 882 w 1271"/>
              <a:gd name="T83" fmla="*/ 925 h 1269"/>
              <a:gd name="T84" fmla="*/ 814 w 1271"/>
              <a:gd name="T85" fmla="*/ 974 h 1269"/>
              <a:gd name="T86" fmla="*/ 716 w 1271"/>
              <a:gd name="T87" fmla="*/ 1012 h 1269"/>
              <a:gd name="T88" fmla="*/ 616 w 1271"/>
              <a:gd name="T89" fmla="*/ 1022 h 1269"/>
              <a:gd name="T90" fmla="*/ 518 w 1271"/>
              <a:gd name="T91" fmla="*/ 1006 h 1269"/>
              <a:gd name="T92" fmla="*/ 427 w 1271"/>
              <a:gd name="T93" fmla="*/ 965 h 1269"/>
              <a:gd name="T94" fmla="*/ 349 w 1271"/>
              <a:gd name="T95" fmla="*/ 902 h 1269"/>
              <a:gd name="T96" fmla="*/ 290 w 1271"/>
              <a:gd name="T97" fmla="*/ 819 h 1269"/>
              <a:gd name="T98" fmla="*/ 253 w 1271"/>
              <a:gd name="T99" fmla="*/ 717 h 1269"/>
              <a:gd name="T100" fmla="*/ 246 w 1271"/>
              <a:gd name="T101" fmla="*/ 659 h 1269"/>
              <a:gd name="T102" fmla="*/ 260 w 1271"/>
              <a:gd name="T103" fmla="*/ 541 h 1269"/>
              <a:gd name="T104" fmla="*/ 310 w 1271"/>
              <a:gd name="T105" fmla="*/ 430 h 1269"/>
              <a:gd name="T106" fmla="*/ 390 w 1271"/>
              <a:gd name="T107" fmla="*/ 339 h 1269"/>
              <a:gd name="T108" fmla="*/ 465 w 1271"/>
              <a:gd name="T109" fmla="*/ 290 h 1269"/>
              <a:gd name="T110" fmla="*/ 530 w 1271"/>
              <a:gd name="T111" fmla="*/ 269 h 1269"/>
              <a:gd name="T112" fmla="*/ 630 w 1271"/>
              <a:gd name="T113" fmla="*/ 260 h 1269"/>
              <a:gd name="T114" fmla="*/ 732 w 1271"/>
              <a:gd name="T115" fmla="*/ 272 h 1269"/>
              <a:gd name="T116" fmla="*/ 821 w 1271"/>
              <a:gd name="T117" fmla="*/ 304 h 1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71" h="1269">
                <a:moveTo>
                  <a:pt x="485" y="10"/>
                </a:moveTo>
                <a:lnTo>
                  <a:pt x="451" y="20"/>
                </a:lnTo>
                <a:lnTo>
                  <a:pt x="383" y="46"/>
                </a:lnTo>
                <a:lnTo>
                  <a:pt x="318" y="81"/>
                </a:lnTo>
                <a:lnTo>
                  <a:pt x="256" y="122"/>
                </a:lnTo>
                <a:lnTo>
                  <a:pt x="198" y="170"/>
                </a:lnTo>
                <a:lnTo>
                  <a:pt x="146" y="224"/>
                </a:lnTo>
                <a:lnTo>
                  <a:pt x="99" y="282"/>
                </a:lnTo>
                <a:lnTo>
                  <a:pt x="60" y="344"/>
                </a:lnTo>
                <a:lnTo>
                  <a:pt x="44" y="377"/>
                </a:lnTo>
                <a:lnTo>
                  <a:pt x="30" y="406"/>
                </a:lnTo>
                <a:lnTo>
                  <a:pt x="13" y="455"/>
                </a:lnTo>
                <a:lnTo>
                  <a:pt x="4" y="510"/>
                </a:lnTo>
                <a:lnTo>
                  <a:pt x="0" y="584"/>
                </a:lnTo>
                <a:lnTo>
                  <a:pt x="0" y="635"/>
                </a:lnTo>
                <a:lnTo>
                  <a:pt x="0" y="687"/>
                </a:lnTo>
                <a:lnTo>
                  <a:pt x="4" y="763"/>
                </a:lnTo>
                <a:lnTo>
                  <a:pt x="14" y="819"/>
                </a:lnTo>
                <a:lnTo>
                  <a:pt x="34" y="873"/>
                </a:lnTo>
                <a:lnTo>
                  <a:pt x="49" y="905"/>
                </a:lnTo>
                <a:lnTo>
                  <a:pt x="60" y="929"/>
                </a:lnTo>
                <a:lnTo>
                  <a:pt x="88" y="976"/>
                </a:lnTo>
                <a:lnTo>
                  <a:pt x="122" y="1023"/>
                </a:lnTo>
                <a:lnTo>
                  <a:pt x="160" y="1067"/>
                </a:lnTo>
                <a:lnTo>
                  <a:pt x="225" y="1129"/>
                </a:lnTo>
                <a:lnTo>
                  <a:pt x="296" y="1182"/>
                </a:lnTo>
                <a:lnTo>
                  <a:pt x="345" y="1211"/>
                </a:lnTo>
                <a:lnTo>
                  <a:pt x="370" y="1224"/>
                </a:lnTo>
                <a:lnTo>
                  <a:pt x="401" y="1238"/>
                </a:lnTo>
                <a:lnTo>
                  <a:pt x="452" y="1256"/>
                </a:lnTo>
                <a:lnTo>
                  <a:pt x="507" y="1265"/>
                </a:lnTo>
                <a:lnTo>
                  <a:pt x="582" y="1269"/>
                </a:lnTo>
                <a:lnTo>
                  <a:pt x="634" y="1269"/>
                </a:lnTo>
                <a:lnTo>
                  <a:pt x="685" y="1269"/>
                </a:lnTo>
                <a:lnTo>
                  <a:pt x="759" y="1265"/>
                </a:lnTo>
                <a:lnTo>
                  <a:pt x="814" y="1256"/>
                </a:lnTo>
                <a:lnTo>
                  <a:pt x="863" y="1239"/>
                </a:lnTo>
                <a:lnTo>
                  <a:pt x="892" y="1225"/>
                </a:lnTo>
                <a:lnTo>
                  <a:pt x="930" y="1206"/>
                </a:lnTo>
                <a:lnTo>
                  <a:pt x="1001" y="1160"/>
                </a:lnTo>
                <a:lnTo>
                  <a:pt x="1066" y="1105"/>
                </a:lnTo>
                <a:lnTo>
                  <a:pt x="1124" y="1043"/>
                </a:lnTo>
                <a:lnTo>
                  <a:pt x="1173" y="974"/>
                </a:lnTo>
                <a:lnTo>
                  <a:pt x="1213" y="900"/>
                </a:lnTo>
                <a:lnTo>
                  <a:pt x="1244" y="823"/>
                </a:lnTo>
                <a:lnTo>
                  <a:pt x="1264" y="743"/>
                </a:lnTo>
                <a:lnTo>
                  <a:pt x="1269" y="702"/>
                </a:lnTo>
                <a:lnTo>
                  <a:pt x="1271" y="669"/>
                </a:lnTo>
                <a:lnTo>
                  <a:pt x="1271" y="604"/>
                </a:lnTo>
                <a:lnTo>
                  <a:pt x="1264" y="540"/>
                </a:lnTo>
                <a:lnTo>
                  <a:pt x="1250" y="478"/>
                </a:lnTo>
                <a:lnTo>
                  <a:pt x="1230" y="418"/>
                </a:lnTo>
                <a:lnTo>
                  <a:pt x="1205" y="360"/>
                </a:lnTo>
                <a:lnTo>
                  <a:pt x="1174" y="305"/>
                </a:lnTo>
                <a:lnTo>
                  <a:pt x="1137" y="253"/>
                </a:lnTo>
                <a:lnTo>
                  <a:pt x="1096" y="205"/>
                </a:lnTo>
                <a:lnTo>
                  <a:pt x="1051" y="161"/>
                </a:lnTo>
                <a:lnTo>
                  <a:pt x="1001" y="122"/>
                </a:lnTo>
                <a:lnTo>
                  <a:pt x="948" y="87"/>
                </a:lnTo>
                <a:lnTo>
                  <a:pt x="892" y="58"/>
                </a:lnTo>
                <a:lnTo>
                  <a:pt x="832" y="34"/>
                </a:lnTo>
                <a:lnTo>
                  <a:pt x="770" y="16"/>
                </a:lnTo>
                <a:lnTo>
                  <a:pt x="705" y="5"/>
                </a:lnTo>
                <a:lnTo>
                  <a:pt x="672" y="2"/>
                </a:lnTo>
                <a:lnTo>
                  <a:pt x="620" y="0"/>
                </a:lnTo>
                <a:lnTo>
                  <a:pt x="519" y="5"/>
                </a:lnTo>
                <a:lnTo>
                  <a:pt x="485" y="10"/>
                </a:lnTo>
                <a:close/>
                <a:moveTo>
                  <a:pt x="839" y="315"/>
                </a:moveTo>
                <a:lnTo>
                  <a:pt x="858" y="329"/>
                </a:lnTo>
                <a:lnTo>
                  <a:pt x="893" y="357"/>
                </a:lnTo>
                <a:lnTo>
                  <a:pt x="923" y="388"/>
                </a:lnTo>
                <a:lnTo>
                  <a:pt x="948" y="421"/>
                </a:lnTo>
                <a:lnTo>
                  <a:pt x="969" y="457"/>
                </a:lnTo>
                <a:lnTo>
                  <a:pt x="985" y="495"/>
                </a:lnTo>
                <a:lnTo>
                  <a:pt x="1001" y="558"/>
                </a:lnTo>
                <a:lnTo>
                  <a:pt x="1005" y="605"/>
                </a:lnTo>
                <a:lnTo>
                  <a:pt x="1008" y="657"/>
                </a:lnTo>
                <a:lnTo>
                  <a:pt x="1001" y="725"/>
                </a:lnTo>
                <a:lnTo>
                  <a:pt x="991" y="767"/>
                </a:lnTo>
                <a:lnTo>
                  <a:pt x="976" y="806"/>
                </a:lnTo>
                <a:lnTo>
                  <a:pt x="956" y="842"/>
                </a:lnTo>
                <a:lnTo>
                  <a:pt x="930" y="876"/>
                </a:lnTo>
                <a:lnTo>
                  <a:pt x="900" y="909"/>
                </a:lnTo>
                <a:lnTo>
                  <a:pt x="882" y="925"/>
                </a:lnTo>
                <a:lnTo>
                  <a:pt x="860" y="944"/>
                </a:lnTo>
                <a:lnTo>
                  <a:pt x="814" y="974"/>
                </a:lnTo>
                <a:lnTo>
                  <a:pt x="766" y="997"/>
                </a:lnTo>
                <a:lnTo>
                  <a:pt x="716" y="1012"/>
                </a:lnTo>
                <a:lnTo>
                  <a:pt x="666" y="1021"/>
                </a:lnTo>
                <a:lnTo>
                  <a:pt x="616" y="1022"/>
                </a:lnTo>
                <a:lnTo>
                  <a:pt x="566" y="1017"/>
                </a:lnTo>
                <a:lnTo>
                  <a:pt x="518" y="1006"/>
                </a:lnTo>
                <a:lnTo>
                  <a:pt x="471" y="988"/>
                </a:lnTo>
                <a:lnTo>
                  <a:pt x="427" y="965"/>
                </a:lnTo>
                <a:lnTo>
                  <a:pt x="386" y="936"/>
                </a:lnTo>
                <a:lnTo>
                  <a:pt x="349" y="902"/>
                </a:lnTo>
                <a:lnTo>
                  <a:pt x="317" y="863"/>
                </a:lnTo>
                <a:lnTo>
                  <a:pt x="290" y="819"/>
                </a:lnTo>
                <a:lnTo>
                  <a:pt x="268" y="770"/>
                </a:lnTo>
                <a:lnTo>
                  <a:pt x="253" y="717"/>
                </a:lnTo>
                <a:lnTo>
                  <a:pt x="249" y="689"/>
                </a:lnTo>
                <a:lnTo>
                  <a:pt x="246" y="659"/>
                </a:lnTo>
                <a:lnTo>
                  <a:pt x="248" y="600"/>
                </a:lnTo>
                <a:lnTo>
                  <a:pt x="260" y="541"/>
                </a:lnTo>
                <a:lnTo>
                  <a:pt x="281" y="484"/>
                </a:lnTo>
                <a:lnTo>
                  <a:pt x="310" y="430"/>
                </a:lnTo>
                <a:lnTo>
                  <a:pt x="347" y="381"/>
                </a:lnTo>
                <a:lnTo>
                  <a:pt x="390" y="339"/>
                </a:lnTo>
                <a:lnTo>
                  <a:pt x="439" y="304"/>
                </a:lnTo>
                <a:lnTo>
                  <a:pt x="465" y="290"/>
                </a:lnTo>
                <a:lnTo>
                  <a:pt x="485" y="282"/>
                </a:lnTo>
                <a:lnTo>
                  <a:pt x="530" y="269"/>
                </a:lnTo>
                <a:lnTo>
                  <a:pt x="579" y="262"/>
                </a:lnTo>
                <a:lnTo>
                  <a:pt x="630" y="260"/>
                </a:lnTo>
                <a:lnTo>
                  <a:pt x="682" y="264"/>
                </a:lnTo>
                <a:lnTo>
                  <a:pt x="732" y="272"/>
                </a:lnTo>
                <a:lnTo>
                  <a:pt x="779" y="286"/>
                </a:lnTo>
                <a:lnTo>
                  <a:pt x="821" y="304"/>
                </a:lnTo>
                <a:lnTo>
                  <a:pt x="839" y="315"/>
                </a:lnTo>
                <a:close/>
              </a:path>
            </a:pathLst>
          </a:custGeom>
          <a:gradFill>
            <a:gsLst>
              <a:gs pos="100000">
                <a:schemeClr val="accent2"/>
              </a:gs>
              <a:gs pos="0">
                <a:schemeClr val="accent1"/>
              </a:gs>
            </a:gsLst>
            <a:lin ang="3000000" scaled="0"/>
          </a:gradFill>
          <a:ln>
            <a:noFill/>
          </a:ln>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14" name="Freeform 187">
            <a:extLst>
              <a:ext uri="{FF2B5EF4-FFF2-40B4-BE49-F238E27FC236}">
                <a16:creationId xmlns:a16="http://schemas.microsoft.com/office/drawing/2014/main" id="{65E4FE16-FD92-318E-5585-6DEDD9679C98}"/>
              </a:ext>
            </a:extLst>
          </p:cNvPr>
          <p:cNvSpPr>
            <a:spLocks/>
          </p:cNvSpPr>
          <p:nvPr/>
        </p:nvSpPr>
        <p:spPr bwMode="auto">
          <a:xfrm>
            <a:off x="8083180" y="2978085"/>
            <a:ext cx="283744" cy="282752"/>
          </a:xfrm>
          <a:custGeom>
            <a:avLst/>
            <a:gdLst>
              <a:gd name="T0" fmla="*/ 29 w 1168"/>
              <a:gd name="T1" fmla="*/ 57 h 1168"/>
              <a:gd name="T2" fmla="*/ 0 w 1168"/>
              <a:gd name="T3" fmla="*/ 109 h 1168"/>
              <a:gd name="T4" fmla="*/ 20 w 1168"/>
              <a:gd name="T5" fmla="*/ 173 h 1168"/>
              <a:gd name="T6" fmla="*/ 125 w 1168"/>
              <a:gd name="T7" fmla="*/ 298 h 1168"/>
              <a:gd name="T8" fmla="*/ 400 w 1168"/>
              <a:gd name="T9" fmla="*/ 576 h 1168"/>
              <a:gd name="T10" fmla="*/ 138 w 1168"/>
              <a:gd name="T11" fmla="*/ 841 h 1168"/>
              <a:gd name="T12" fmla="*/ 16 w 1168"/>
              <a:gd name="T13" fmla="*/ 981 h 1168"/>
              <a:gd name="T14" fmla="*/ 1 w 1168"/>
              <a:gd name="T15" fmla="*/ 1040 h 1168"/>
              <a:gd name="T16" fmla="*/ 6 w 1168"/>
              <a:gd name="T17" fmla="*/ 1083 h 1168"/>
              <a:gd name="T18" fmla="*/ 33 w 1168"/>
              <a:gd name="T19" fmla="*/ 1124 h 1168"/>
              <a:gd name="T20" fmla="*/ 60 w 1168"/>
              <a:gd name="T21" fmla="*/ 1145 h 1168"/>
              <a:gd name="T22" fmla="*/ 114 w 1168"/>
              <a:gd name="T23" fmla="*/ 1168 h 1168"/>
              <a:gd name="T24" fmla="*/ 177 w 1168"/>
              <a:gd name="T25" fmla="*/ 1146 h 1168"/>
              <a:gd name="T26" fmla="*/ 302 w 1168"/>
              <a:gd name="T27" fmla="*/ 1041 h 1168"/>
              <a:gd name="T28" fmla="*/ 585 w 1168"/>
              <a:gd name="T29" fmla="*/ 761 h 1168"/>
              <a:gd name="T30" fmla="*/ 847 w 1168"/>
              <a:gd name="T31" fmla="*/ 1021 h 1168"/>
              <a:gd name="T32" fmla="*/ 990 w 1168"/>
              <a:gd name="T33" fmla="*/ 1147 h 1168"/>
              <a:gd name="T34" fmla="*/ 1041 w 1168"/>
              <a:gd name="T35" fmla="*/ 1168 h 1168"/>
              <a:gd name="T36" fmla="*/ 1077 w 1168"/>
              <a:gd name="T37" fmla="*/ 1161 h 1168"/>
              <a:gd name="T38" fmla="*/ 1145 w 1168"/>
              <a:gd name="T39" fmla="*/ 1105 h 1168"/>
              <a:gd name="T40" fmla="*/ 1168 w 1168"/>
              <a:gd name="T41" fmla="*/ 1046 h 1168"/>
              <a:gd name="T42" fmla="*/ 1167 w 1168"/>
              <a:gd name="T43" fmla="*/ 1016 h 1168"/>
              <a:gd name="T44" fmla="*/ 1108 w 1168"/>
              <a:gd name="T45" fmla="*/ 924 h 1168"/>
              <a:gd name="T46" fmla="*/ 968 w 1168"/>
              <a:gd name="T47" fmla="*/ 778 h 1168"/>
              <a:gd name="T48" fmla="*/ 958 w 1168"/>
              <a:gd name="T49" fmla="*/ 385 h 1168"/>
              <a:gd name="T50" fmla="*/ 1122 w 1168"/>
              <a:gd name="T51" fmla="*/ 210 h 1168"/>
              <a:gd name="T52" fmla="*/ 1160 w 1168"/>
              <a:gd name="T53" fmla="*/ 156 h 1168"/>
              <a:gd name="T54" fmla="*/ 1154 w 1168"/>
              <a:gd name="T55" fmla="*/ 95 h 1168"/>
              <a:gd name="T56" fmla="*/ 1107 w 1168"/>
              <a:gd name="T57" fmla="*/ 19 h 1168"/>
              <a:gd name="T58" fmla="*/ 1078 w 1168"/>
              <a:gd name="T59" fmla="*/ 6 h 1168"/>
              <a:gd name="T60" fmla="*/ 1026 w 1168"/>
              <a:gd name="T61" fmla="*/ 1 h 1168"/>
              <a:gd name="T62" fmla="*/ 948 w 1168"/>
              <a:gd name="T63" fmla="*/ 41 h 1168"/>
              <a:gd name="T64" fmla="*/ 783 w 1168"/>
              <a:gd name="T65" fmla="*/ 196 h 1168"/>
              <a:gd name="T66" fmla="*/ 386 w 1168"/>
              <a:gd name="T67" fmla="*/ 196 h 1168"/>
              <a:gd name="T68" fmla="*/ 243 w 1168"/>
              <a:gd name="T69" fmla="*/ 61 h 1168"/>
              <a:gd name="T70" fmla="*/ 151 w 1168"/>
              <a:gd name="T71" fmla="*/ 2 h 1168"/>
              <a:gd name="T72" fmla="*/ 122 w 1168"/>
              <a:gd name="T73" fmla="*/ 2 h 1168"/>
              <a:gd name="T74" fmla="*/ 74 w 1168"/>
              <a:gd name="T75" fmla="*/ 18 h 1168"/>
              <a:gd name="T76" fmla="*/ 43 w 1168"/>
              <a:gd name="T77" fmla="*/ 43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168" h="1168">
                <a:moveTo>
                  <a:pt x="43" y="43"/>
                </a:moveTo>
                <a:lnTo>
                  <a:pt x="29" y="57"/>
                </a:lnTo>
                <a:lnTo>
                  <a:pt x="9" y="83"/>
                </a:lnTo>
                <a:lnTo>
                  <a:pt x="0" y="109"/>
                </a:lnTo>
                <a:lnTo>
                  <a:pt x="3" y="138"/>
                </a:lnTo>
                <a:lnTo>
                  <a:pt x="20" y="173"/>
                </a:lnTo>
                <a:lnTo>
                  <a:pt x="51" y="215"/>
                </a:lnTo>
                <a:lnTo>
                  <a:pt x="125" y="298"/>
                </a:lnTo>
                <a:lnTo>
                  <a:pt x="201" y="375"/>
                </a:lnTo>
                <a:lnTo>
                  <a:pt x="400" y="576"/>
                </a:lnTo>
                <a:lnTo>
                  <a:pt x="201" y="778"/>
                </a:lnTo>
                <a:lnTo>
                  <a:pt x="138" y="841"/>
                </a:lnTo>
                <a:lnTo>
                  <a:pt x="57" y="927"/>
                </a:lnTo>
                <a:lnTo>
                  <a:pt x="16" y="981"/>
                </a:lnTo>
                <a:lnTo>
                  <a:pt x="2" y="1020"/>
                </a:lnTo>
                <a:lnTo>
                  <a:pt x="1" y="1040"/>
                </a:lnTo>
                <a:lnTo>
                  <a:pt x="2" y="1056"/>
                </a:lnTo>
                <a:lnTo>
                  <a:pt x="6" y="1083"/>
                </a:lnTo>
                <a:lnTo>
                  <a:pt x="17" y="1104"/>
                </a:lnTo>
                <a:lnTo>
                  <a:pt x="33" y="1124"/>
                </a:lnTo>
                <a:lnTo>
                  <a:pt x="45" y="1133"/>
                </a:lnTo>
                <a:lnTo>
                  <a:pt x="60" y="1145"/>
                </a:lnTo>
                <a:lnTo>
                  <a:pt x="87" y="1161"/>
                </a:lnTo>
                <a:lnTo>
                  <a:pt x="114" y="1168"/>
                </a:lnTo>
                <a:lnTo>
                  <a:pt x="143" y="1163"/>
                </a:lnTo>
                <a:lnTo>
                  <a:pt x="177" y="1146"/>
                </a:lnTo>
                <a:lnTo>
                  <a:pt x="219" y="1115"/>
                </a:lnTo>
                <a:lnTo>
                  <a:pt x="302" y="1041"/>
                </a:lnTo>
                <a:lnTo>
                  <a:pt x="380" y="965"/>
                </a:lnTo>
                <a:lnTo>
                  <a:pt x="585" y="761"/>
                </a:lnTo>
                <a:lnTo>
                  <a:pt x="790" y="965"/>
                </a:lnTo>
                <a:lnTo>
                  <a:pt x="847" y="1021"/>
                </a:lnTo>
                <a:lnTo>
                  <a:pt x="932" y="1101"/>
                </a:lnTo>
                <a:lnTo>
                  <a:pt x="990" y="1147"/>
                </a:lnTo>
                <a:lnTo>
                  <a:pt x="1028" y="1167"/>
                </a:lnTo>
                <a:lnTo>
                  <a:pt x="1041" y="1168"/>
                </a:lnTo>
                <a:lnTo>
                  <a:pt x="1053" y="1167"/>
                </a:lnTo>
                <a:lnTo>
                  <a:pt x="1077" y="1161"/>
                </a:lnTo>
                <a:lnTo>
                  <a:pt x="1110" y="1144"/>
                </a:lnTo>
                <a:lnTo>
                  <a:pt x="1145" y="1105"/>
                </a:lnTo>
                <a:lnTo>
                  <a:pt x="1162" y="1070"/>
                </a:lnTo>
                <a:lnTo>
                  <a:pt x="1168" y="1046"/>
                </a:lnTo>
                <a:lnTo>
                  <a:pt x="1168" y="1033"/>
                </a:lnTo>
                <a:lnTo>
                  <a:pt x="1167" y="1016"/>
                </a:lnTo>
                <a:lnTo>
                  <a:pt x="1151" y="978"/>
                </a:lnTo>
                <a:lnTo>
                  <a:pt x="1108" y="924"/>
                </a:lnTo>
                <a:lnTo>
                  <a:pt x="1028" y="839"/>
                </a:lnTo>
                <a:lnTo>
                  <a:pt x="968" y="778"/>
                </a:lnTo>
                <a:lnTo>
                  <a:pt x="768" y="575"/>
                </a:lnTo>
                <a:lnTo>
                  <a:pt x="958" y="385"/>
                </a:lnTo>
                <a:lnTo>
                  <a:pt x="1035" y="307"/>
                </a:lnTo>
                <a:lnTo>
                  <a:pt x="1122" y="210"/>
                </a:lnTo>
                <a:lnTo>
                  <a:pt x="1155" y="167"/>
                </a:lnTo>
                <a:lnTo>
                  <a:pt x="1160" y="156"/>
                </a:lnTo>
                <a:lnTo>
                  <a:pt x="1162" y="138"/>
                </a:lnTo>
                <a:lnTo>
                  <a:pt x="1154" y="95"/>
                </a:lnTo>
                <a:lnTo>
                  <a:pt x="1134" y="51"/>
                </a:lnTo>
                <a:lnTo>
                  <a:pt x="1107" y="19"/>
                </a:lnTo>
                <a:lnTo>
                  <a:pt x="1093" y="11"/>
                </a:lnTo>
                <a:lnTo>
                  <a:pt x="1078" y="6"/>
                </a:lnTo>
                <a:lnTo>
                  <a:pt x="1052" y="0"/>
                </a:lnTo>
                <a:lnTo>
                  <a:pt x="1026" y="1"/>
                </a:lnTo>
                <a:lnTo>
                  <a:pt x="998" y="10"/>
                </a:lnTo>
                <a:lnTo>
                  <a:pt x="948" y="41"/>
                </a:lnTo>
                <a:lnTo>
                  <a:pt x="852" y="128"/>
                </a:lnTo>
                <a:lnTo>
                  <a:pt x="783" y="196"/>
                </a:lnTo>
                <a:lnTo>
                  <a:pt x="585" y="391"/>
                </a:lnTo>
                <a:lnTo>
                  <a:pt x="386" y="196"/>
                </a:lnTo>
                <a:lnTo>
                  <a:pt x="327" y="139"/>
                </a:lnTo>
                <a:lnTo>
                  <a:pt x="243" y="61"/>
                </a:lnTo>
                <a:lnTo>
                  <a:pt x="189" y="18"/>
                </a:lnTo>
                <a:lnTo>
                  <a:pt x="151" y="2"/>
                </a:lnTo>
                <a:lnTo>
                  <a:pt x="135" y="1"/>
                </a:lnTo>
                <a:lnTo>
                  <a:pt x="122" y="2"/>
                </a:lnTo>
                <a:lnTo>
                  <a:pt x="98" y="7"/>
                </a:lnTo>
                <a:lnTo>
                  <a:pt x="74" y="18"/>
                </a:lnTo>
                <a:lnTo>
                  <a:pt x="53" y="33"/>
                </a:lnTo>
                <a:lnTo>
                  <a:pt x="43" y="43"/>
                </a:lnTo>
                <a:close/>
              </a:path>
            </a:pathLst>
          </a:custGeom>
          <a:gradFill>
            <a:gsLst>
              <a:gs pos="100000">
                <a:schemeClr val="accent2"/>
              </a:gs>
              <a:gs pos="0">
                <a:schemeClr val="accent1"/>
              </a:gs>
            </a:gsLst>
            <a:lin ang="3000000" scaled="0"/>
          </a:gradFill>
          <a:ln>
            <a:noFill/>
          </a:ln>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15" name="Freeform 191">
            <a:extLst>
              <a:ext uri="{FF2B5EF4-FFF2-40B4-BE49-F238E27FC236}">
                <a16:creationId xmlns:a16="http://schemas.microsoft.com/office/drawing/2014/main" id="{124B0836-B622-B291-C250-58849FC0997F}"/>
              </a:ext>
            </a:extLst>
          </p:cNvPr>
          <p:cNvSpPr>
            <a:spLocks noEditPoints="1"/>
          </p:cNvSpPr>
          <p:nvPr/>
        </p:nvSpPr>
        <p:spPr bwMode="auto">
          <a:xfrm>
            <a:off x="8491929" y="3382867"/>
            <a:ext cx="309539" cy="308547"/>
          </a:xfrm>
          <a:custGeom>
            <a:avLst/>
            <a:gdLst>
              <a:gd name="T0" fmla="*/ 440 w 1279"/>
              <a:gd name="T1" fmla="*/ 35 h 1272"/>
              <a:gd name="T2" fmla="*/ 256 w 1279"/>
              <a:gd name="T3" fmla="*/ 130 h 1272"/>
              <a:gd name="T4" fmla="*/ 120 w 1279"/>
              <a:gd name="T5" fmla="*/ 269 h 1272"/>
              <a:gd name="T6" fmla="*/ 34 w 1279"/>
              <a:gd name="T7" fmla="*/ 438 h 1272"/>
              <a:gd name="T8" fmla="*/ 0 w 1279"/>
              <a:gd name="T9" fmla="*/ 623 h 1272"/>
              <a:gd name="T10" fmla="*/ 20 w 1279"/>
              <a:gd name="T11" fmla="*/ 810 h 1272"/>
              <a:gd name="T12" fmla="*/ 94 w 1279"/>
              <a:gd name="T13" fmla="*/ 986 h 1272"/>
              <a:gd name="T14" fmla="*/ 225 w 1279"/>
              <a:gd name="T15" fmla="*/ 1136 h 1272"/>
              <a:gd name="T16" fmla="*/ 361 w 1279"/>
              <a:gd name="T17" fmla="*/ 1224 h 1272"/>
              <a:gd name="T18" fmla="*/ 446 w 1279"/>
              <a:gd name="T19" fmla="*/ 1258 h 1272"/>
              <a:gd name="T20" fmla="*/ 580 w 1279"/>
              <a:gd name="T21" fmla="*/ 1272 h 1272"/>
              <a:gd name="T22" fmla="*/ 690 w 1279"/>
              <a:gd name="T23" fmla="*/ 1272 h 1272"/>
              <a:gd name="T24" fmla="*/ 825 w 1279"/>
              <a:gd name="T25" fmla="*/ 1259 h 1272"/>
              <a:gd name="T26" fmla="*/ 906 w 1279"/>
              <a:gd name="T27" fmla="*/ 1227 h 1272"/>
              <a:gd name="T28" fmla="*/ 976 w 1279"/>
              <a:gd name="T29" fmla="*/ 1189 h 1272"/>
              <a:gd name="T30" fmla="*/ 1115 w 1279"/>
              <a:gd name="T31" fmla="*/ 1068 h 1272"/>
              <a:gd name="T32" fmla="*/ 1227 w 1279"/>
              <a:gd name="T33" fmla="*/ 889 h 1272"/>
              <a:gd name="T34" fmla="*/ 1278 w 1279"/>
              <a:gd name="T35" fmla="*/ 688 h 1272"/>
              <a:gd name="T36" fmla="*/ 1274 w 1279"/>
              <a:gd name="T37" fmla="*/ 560 h 1272"/>
              <a:gd name="T38" fmla="*/ 1258 w 1279"/>
              <a:gd name="T39" fmla="*/ 486 h 1272"/>
              <a:gd name="T40" fmla="*/ 1177 w 1279"/>
              <a:gd name="T41" fmla="*/ 306 h 1272"/>
              <a:gd name="T42" fmla="*/ 1051 w 1279"/>
              <a:gd name="T43" fmla="*/ 159 h 1272"/>
              <a:gd name="T44" fmla="*/ 889 w 1279"/>
              <a:gd name="T45" fmla="*/ 56 h 1272"/>
              <a:gd name="T46" fmla="*/ 749 w 1279"/>
              <a:gd name="T47" fmla="*/ 14 h 1272"/>
              <a:gd name="T48" fmla="*/ 650 w 1279"/>
              <a:gd name="T49" fmla="*/ 0 h 1272"/>
              <a:gd name="T50" fmla="*/ 532 w 1279"/>
              <a:gd name="T51" fmla="*/ 11 h 1272"/>
              <a:gd name="T52" fmla="*/ 794 w 1279"/>
              <a:gd name="T53" fmla="*/ 295 h 1272"/>
              <a:gd name="T54" fmla="*/ 867 w 1279"/>
              <a:gd name="T55" fmla="*/ 338 h 1272"/>
              <a:gd name="T56" fmla="*/ 944 w 1279"/>
              <a:gd name="T57" fmla="*/ 414 h 1272"/>
              <a:gd name="T58" fmla="*/ 996 w 1279"/>
              <a:gd name="T59" fmla="*/ 509 h 1272"/>
              <a:gd name="T60" fmla="*/ 1019 w 1279"/>
              <a:gd name="T61" fmla="*/ 618 h 1272"/>
              <a:gd name="T62" fmla="*/ 1018 w 1279"/>
              <a:gd name="T63" fmla="*/ 687 h 1272"/>
              <a:gd name="T64" fmla="*/ 973 w 1279"/>
              <a:gd name="T65" fmla="*/ 832 h 1272"/>
              <a:gd name="T66" fmla="*/ 878 w 1279"/>
              <a:gd name="T67" fmla="*/ 944 h 1272"/>
              <a:gd name="T68" fmla="*/ 744 w 1279"/>
              <a:gd name="T69" fmla="*/ 1014 h 1272"/>
              <a:gd name="T70" fmla="*/ 626 w 1279"/>
              <a:gd name="T71" fmla="*/ 1030 h 1272"/>
              <a:gd name="T72" fmla="*/ 572 w 1279"/>
              <a:gd name="T73" fmla="*/ 1024 h 1272"/>
              <a:gd name="T74" fmla="*/ 434 w 1279"/>
              <a:gd name="T75" fmla="*/ 967 h 1272"/>
              <a:gd name="T76" fmla="*/ 341 w 1279"/>
              <a:gd name="T77" fmla="*/ 890 h 1272"/>
              <a:gd name="T78" fmla="*/ 302 w 1279"/>
              <a:gd name="T79" fmla="*/ 834 h 1272"/>
              <a:gd name="T80" fmla="*/ 269 w 1279"/>
              <a:gd name="T81" fmla="*/ 752 h 1272"/>
              <a:gd name="T82" fmla="*/ 255 w 1279"/>
              <a:gd name="T83" fmla="*/ 666 h 1272"/>
              <a:gd name="T84" fmla="*/ 276 w 1279"/>
              <a:gd name="T85" fmla="*/ 518 h 1272"/>
              <a:gd name="T86" fmla="*/ 325 w 1279"/>
              <a:gd name="T87" fmla="*/ 422 h 1272"/>
              <a:gd name="T88" fmla="*/ 383 w 1279"/>
              <a:gd name="T89" fmla="*/ 357 h 1272"/>
              <a:gd name="T90" fmla="*/ 457 w 1279"/>
              <a:gd name="T91" fmla="*/ 305 h 1272"/>
              <a:gd name="T92" fmla="*/ 494 w 1279"/>
              <a:gd name="T93" fmla="*/ 288 h 1272"/>
              <a:gd name="T94" fmla="*/ 593 w 1279"/>
              <a:gd name="T95" fmla="*/ 267 h 1272"/>
              <a:gd name="T96" fmla="*/ 740 w 1279"/>
              <a:gd name="T97" fmla="*/ 277 h 1272"/>
              <a:gd name="T98" fmla="*/ 794 w 1279"/>
              <a:gd name="T99" fmla="*/ 295 h 1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9" h="1272">
                <a:moveTo>
                  <a:pt x="494" y="20"/>
                </a:moveTo>
                <a:lnTo>
                  <a:pt x="440" y="35"/>
                </a:lnTo>
                <a:lnTo>
                  <a:pt x="342" y="76"/>
                </a:lnTo>
                <a:lnTo>
                  <a:pt x="256" y="130"/>
                </a:lnTo>
                <a:lnTo>
                  <a:pt x="182" y="195"/>
                </a:lnTo>
                <a:lnTo>
                  <a:pt x="120" y="269"/>
                </a:lnTo>
                <a:lnTo>
                  <a:pt x="71" y="351"/>
                </a:lnTo>
                <a:lnTo>
                  <a:pt x="34" y="438"/>
                </a:lnTo>
                <a:lnTo>
                  <a:pt x="11" y="529"/>
                </a:lnTo>
                <a:lnTo>
                  <a:pt x="0" y="623"/>
                </a:lnTo>
                <a:lnTo>
                  <a:pt x="3" y="717"/>
                </a:lnTo>
                <a:lnTo>
                  <a:pt x="20" y="810"/>
                </a:lnTo>
                <a:lnTo>
                  <a:pt x="50" y="900"/>
                </a:lnTo>
                <a:lnTo>
                  <a:pt x="94" y="986"/>
                </a:lnTo>
                <a:lnTo>
                  <a:pt x="152" y="1065"/>
                </a:lnTo>
                <a:lnTo>
                  <a:pt x="225" y="1136"/>
                </a:lnTo>
                <a:lnTo>
                  <a:pt x="311" y="1198"/>
                </a:lnTo>
                <a:lnTo>
                  <a:pt x="361" y="1224"/>
                </a:lnTo>
                <a:lnTo>
                  <a:pt x="393" y="1239"/>
                </a:lnTo>
                <a:lnTo>
                  <a:pt x="446" y="1258"/>
                </a:lnTo>
                <a:lnTo>
                  <a:pt x="502" y="1268"/>
                </a:lnTo>
                <a:lnTo>
                  <a:pt x="580" y="1272"/>
                </a:lnTo>
                <a:lnTo>
                  <a:pt x="636" y="1272"/>
                </a:lnTo>
                <a:lnTo>
                  <a:pt x="690" y="1272"/>
                </a:lnTo>
                <a:lnTo>
                  <a:pt x="768" y="1269"/>
                </a:lnTo>
                <a:lnTo>
                  <a:pt x="825" y="1259"/>
                </a:lnTo>
                <a:lnTo>
                  <a:pt x="876" y="1241"/>
                </a:lnTo>
                <a:lnTo>
                  <a:pt x="906" y="1227"/>
                </a:lnTo>
                <a:lnTo>
                  <a:pt x="930" y="1215"/>
                </a:lnTo>
                <a:lnTo>
                  <a:pt x="976" y="1189"/>
                </a:lnTo>
                <a:lnTo>
                  <a:pt x="1040" y="1142"/>
                </a:lnTo>
                <a:lnTo>
                  <a:pt x="1115" y="1068"/>
                </a:lnTo>
                <a:lnTo>
                  <a:pt x="1178" y="982"/>
                </a:lnTo>
                <a:lnTo>
                  <a:pt x="1227" y="889"/>
                </a:lnTo>
                <a:lnTo>
                  <a:pt x="1261" y="790"/>
                </a:lnTo>
                <a:lnTo>
                  <a:pt x="1278" y="688"/>
                </a:lnTo>
                <a:lnTo>
                  <a:pt x="1279" y="611"/>
                </a:lnTo>
                <a:lnTo>
                  <a:pt x="1274" y="560"/>
                </a:lnTo>
                <a:lnTo>
                  <a:pt x="1269" y="535"/>
                </a:lnTo>
                <a:lnTo>
                  <a:pt x="1258" y="486"/>
                </a:lnTo>
                <a:lnTo>
                  <a:pt x="1224" y="392"/>
                </a:lnTo>
                <a:lnTo>
                  <a:pt x="1177" y="306"/>
                </a:lnTo>
                <a:lnTo>
                  <a:pt x="1119" y="228"/>
                </a:lnTo>
                <a:lnTo>
                  <a:pt x="1051" y="159"/>
                </a:lnTo>
                <a:lnTo>
                  <a:pt x="974" y="102"/>
                </a:lnTo>
                <a:lnTo>
                  <a:pt x="889" y="56"/>
                </a:lnTo>
                <a:lnTo>
                  <a:pt x="798" y="24"/>
                </a:lnTo>
                <a:lnTo>
                  <a:pt x="749" y="14"/>
                </a:lnTo>
                <a:lnTo>
                  <a:pt x="712" y="7"/>
                </a:lnTo>
                <a:lnTo>
                  <a:pt x="650" y="0"/>
                </a:lnTo>
                <a:lnTo>
                  <a:pt x="594" y="1"/>
                </a:lnTo>
                <a:lnTo>
                  <a:pt x="532" y="11"/>
                </a:lnTo>
                <a:lnTo>
                  <a:pt x="494" y="20"/>
                </a:lnTo>
                <a:close/>
                <a:moveTo>
                  <a:pt x="794" y="295"/>
                </a:moveTo>
                <a:lnTo>
                  <a:pt x="820" y="308"/>
                </a:lnTo>
                <a:lnTo>
                  <a:pt x="867" y="338"/>
                </a:lnTo>
                <a:lnTo>
                  <a:pt x="909" y="373"/>
                </a:lnTo>
                <a:lnTo>
                  <a:pt x="944" y="414"/>
                </a:lnTo>
                <a:lnTo>
                  <a:pt x="973" y="459"/>
                </a:lnTo>
                <a:lnTo>
                  <a:pt x="996" y="509"/>
                </a:lnTo>
                <a:lnTo>
                  <a:pt x="1011" y="562"/>
                </a:lnTo>
                <a:lnTo>
                  <a:pt x="1019" y="618"/>
                </a:lnTo>
                <a:lnTo>
                  <a:pt x="1019" y="647"/>
                </a:lnTo>
                <a:lnTo>
                  <a:pt x="1018" y="687"/>
                </a:lnTo>
                <a:lnTo>
                  <a:pt x="1002" y="762"/>
                </a:lnTo>
                <a:lnTo>
                  <a:pt x="973" y="832"/>
                </a:lnTo>
                <a:lnTo>
                  <a:pt x="931" y="893"/>
                </a:lnTo>
                <a:lnTo>
                  <a:pt x="878" y="944"/>
                </a:lnTo>
                <a:lnTo>
                  <a:pt x="815" y="985"/>
                </a:lnTo>
                <a:lnTo>
                  <a:pt x="744" y="1014"/>
                </a:lnTo>
                <a:lnTo>
                  <a:pt x="667" y="1029"/>
                </a:lnTo>
                <a:lnTo>
                  <a:pt x="626" y="1030"/>
                </a:lnTo>
                <a:lnTo>
                  <a:pt x="609" y="1030"/>
                </a:lnTo>
                <a:lnTo>
                  <a:pt x="572" y="1024"/>
                </a:lnTo>
                <a:lnTo>
                  <a:pt x="513" y="1006"/>
                </a:lnTo>
                <a:lnTo>
                  <a:pt x="434" y="967"/>
                </a:lnTo>
                <a:lnTo>
                  <a:pt x="366" y="918"/>
                </a:lnTo>
                <a:lnTo>
                  <a:pt x="341" y="890"/>
                </a:lnTo>
                <a:lnTo>
                  <a:pt x="327" y="872"/>
                </a:lnTo>
                <a:lnTo>
                  <a:pt x="302" y="834"/>
                </a:lnTo>
                <a:lnTo>
                  <a:pt x="283" y="793"/>
                </a:lnTo>
                <a:lnTo>
                  <a:pt x="269" y="752"/>
                </a:lnTo>
                <a:lnTo>
                  <a:pt x="259" y="709"/>
                </a:lnTo>
                <a:lnTo>
                  <a:pt x="255" y="666"/>
                </a:lnTo>
                <a:lnTo>
                  <a:pt x="257" y="601"/>
                </a:lnTo>
                <a:lnTo>
                  <a:pt x="276" y="518"/>
                </a:lnTo>
                <a:lnTo>
                  <a:pt x="303" y="459"/>
                </a:lnTo>
                <a:lnTo>
                  <a:pt x="325" y="422"/>
                </a:lnTo>
                <a:lnTo>
                  <a:pt x="352" y="388"/>
                </a:lnTo>
                <a:lnTo>
                  <a:pt x="383" y="357"/>
                </a:lnTo>
                <a:lnTo>
                  <a:pt x="418" y="329"/>
                </a:lnTo>
                <a:lnTo>
                  <a:pt x="457" y="305"/>
                </a:lnTo>
                <a:lnTo>
                  <a:pt x="478" y="295"/>
                </a:lnTo>
                <a:lnTo>
                  <a:pt x="494" y="288"/>
                </a:lnTo>
                <a:lnTo>
                  <a:pt x="532" y="277"/>
                </a:lnTo>
                <a:lnTo>
                  <a:pt x="593" y="267"/>
                </a:lnTo>
                <a:lnTo>
                  <a:pt x="679" y="267"/>
                </a:lnTo>
                <a:lnTo>
                  <a:pt x="740" y="277"/>
                </a:lnTo>
                <a:lnTo>
                  <a:pt x="778" y="288"/>
                </a:lnTo>
                <a:lnTo>
                  <a:pt x="794" y="295"/>
                </a:lnTo>
                <a:close/>
              </a:path>
            </a:pathLst>
          </a:custGeom>
          <a:gradFill>
            <a:gsLst>
              <a:gs pos="100000">
                <a:schemeClr val="accent2"/>
              </a:gs>
              <a:gs pos="0">
                <a:schemeClr val="accent1"/>
              </a:gs>
            </a:gsLst>
            <a:lin ang="3000000" scaled="0"/>
          </a:gradFill>
          <a:ln>
            <a:noFill/>
          </a:ln>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20" name="Freeform 193">
            <a:extLst>
              <a:ext uri="{FF2B5EF4-FFF2-40B4-BE49-F238E27FC236}">
                <a16:creationId xmlns:a16="http://schemas.microsoft.com/office/drawing/2014/main" id="{6DC10D16-41FA-781C-DCBD-7C4D1684BCA0}"/>
              </a:ext>
            </a:extLst>
          </p:cNvPr>
          <p:cNvSpPr>
            <a:spLocks/>
          </p:cNvSpPr>
          <p:nvPr/>
        </p:nvSpPr>
        <p:spPr bwMode="auto">
          <a:xfrm>
            <a:off x="8924489" y="3818403"/>
            <a:ext cx="285728" cy="282752"/>
          </a:xfrm>
          <a:custGeom>
            <a:avLst/>
            <a:gdLst>
              <a:gd name="T0" fmla="*/ 45 w 1176"/>
              <a:gd name="T1" fmla="*/ 49 h 1167"/>
              <a:gd name="T2" fmla="*/ 17 w 1176"/>
              <a:gd name="T3" fmla="*/ 93 h 1167"/>
              <a:gd name="T4" fmla="*/ 12 w 1176"/>
              <a:gd name="T5" fmla="*/ 132 h 1167"/>
              <a:gd name="T6" fmla="*/ 28 w 1176"/>
              <a:gd name="T7" fmla="*/ 186 h 1167"/>
              <a:gd name="T8" fmla="*/ 149 w 1176"/>
              <a:gd name="T9" fmla="*/ 324 h 1167"/>
              <a:gd name="T10" fmla="*/ 407 w 1176"/>
              <a:gd name="T11" fmla="*/ 583 h 1167"/>
              <a:gd name="T12" fmla="*/ 127 w 1176"/>
              <a:gd name="T13" fmla="*/ 866 h 1167"/>
              <a:gd name="T14" fmla="*/ 22 w 1176"/>
              <a:gd name="T15" fmla="*/ 991 h 1167"/>
              <a:gd name="T16" fmla="*/ 0 w 1176"/>
              <a:gd name="T17" fmla="*/ 1054 h 1167"/>
              <a:gd name="T18" fmla="*/ 23 w 1176"/>
              <a:gd name="T19" fmla="*/ 1108 h 1167"/>
              <a:gd name="T20" fmla="*/ 44 w 1176"/>
              <a:gd name="T21" fmla="*/ 1135 h 1167"/>
              <a:gd name="T22" fmla="*/ 85 w 1176"/>
              <a:gd name="T23" fmla="*/ 1162 h 1167"/>
              <a:gd name="T24" fmla="*/ 128 w 1176"/>
              <a:gd name="T25" fmla="*/ 1167 h 1167"/>
              <a:gd name="T26" fmla="*/ 187 w 1176"/>
              <a:gd name="T27" fmla="*/ 1152 h 1167"/>
              <a:gd name="T28" fmla="*/ 327 w 1176"/>
              <a:gd name="T29" fmla="*/ 1029 h 1167"/>
              <a:gd name="T30" fmla="*/ 593 w 1176"/>
              <a:gd name="T31" fmla="*/ 767 h 1167"/>
              <a:gd name="T32" fmla="*/ 851 w 1176"/>
              <a:gd name="T33" fmla="*/ 1027 h 1167"/>
              <a:gd name="T34" fmla="*/ 998 w 1176"/>
              <a:gd name="T35" fmla="*/ 1149 h 1167"/>
              <a:gd name="T36" fmla="*/ 1052 w 1176"/>
              <a:gd name="T37" fmla="*/ 1165 h 1167"/>
              <a:gd name="T38" fmla="*/ 1092 w 1176"/>
              <a:gd name="T39" fmla="*/ 1160 h 1167"/>
              <a:gd name="T40" fmla="*/ 1119 w 1176"/>
              <a:gd name="T41" fmla="*/ 1146 h 1167"/>
              <a:gd name="T42" fmla="*/ 1169 w 1176"/>
              <a:gd name="T43" fmla="*/ 1077 h 1167"/>
              <a:gd name="T44" fmla="*/ 1176 w 1176"/>
              <a:gd name="T45" fmla="*/ 1021 h 1167"/>
              <a:gd name="T46" fmla="*/ 1169 w 1176"/>
              <a:gd name="T47" fmla="*/ 1002 h 1167"/>
              <a:gd name="T48" fmla="*/ 1047 w 1176"/>
              <a:gd name="T49" fmla="*/ 860 h 1167"/>
              <a:gd name="T50" fmla="*/ 777 w 1176"/>
              <a:gd name="T51" fmla="*/ 583 h 1167"/>
              <a:gd name="T52" fmla="*/ 1029 w 1176"/>
              <a:gd name="T53" fmla="*/ 326 h 1167"/>
              <a:gd name="T54" fmla="*/ 1150 w 1176"/>
              <a:gd name="T55" fmla="*/ 188 h 1167"/>
              <a:gd name="T56" fmla="*/ 1167 w 1176"/>
              <a:gd name="T57" fmla="*/ 133 h 1167"/>
              <a:gd name="T58" fmla="*/ 1160 w 1176"/>
              <a:gd name="T59" fmla="*/ 97 h 1167"/>
              <a:gd name="T60" fmla="*/ 1108 w 1176"/>
              <a:gd name="T61" fmla="*/ 24 h 1167"/>
              <a:gd name="T62" fmla="*/ 1052 w 1176"/>
              <a:gd name="T63" fmla="*/ 1 h 1167"/>
              <a:gd name="T64" fmla="*/ 1026 w 1176"/>
              <a:gd name="T65" fmla="*/ 1 h 1167"/>
              <a:gd name="T66" fmla="*/ 932 w 1176"/>
              <a:gd name="T67" fmla="*/ 67 h 1167"/>
              <a:gd name="T68" fmla="*/ 793 w 1176"/>
              <a:gd name="T69" fmla="*/ 200 h 1167"/>
              <a:gd name="T70" fmla="*/ 417 w 1176"/>
              <a:gd name="T71" fmla="*/ 223 h 1167"/>
              <a:gd name="T72" fmla="*/ 246 w 1176"/>
              <a:gd name="T73" fmla="*/ 61 h 1167"/>
              <a:gd name="T74" fmla="*/ 162 w 1176"/>
              <a:gd name="T75" fmla="*/ 7 h 1167"/>
              <a:gd name="T76" fmla="*/ 101 w 1176"/>
              <a:gd name="T77" fmla="*/ 8 h 1167"/>
              <a:gd name="T78" fmla="*/ 57 w 1176"/>
              <a:gd name="T79" fmla="*/ 38 h 1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176" h="1167">
                <a:moveTo>
                  <a:pt x="57" y="38"/>
                </a:moveTo>
                <a:lnTo>
                  <a:pt x="45" y="49"/>
                </a:lnTo>
                <a:lnTo>
                  <a:pt x="28" y="70"/>
                </a:lnTo>
                <a:lnTo>
                  <a:pt x="17" y="93"/>
                </a:lnTo>
                <a:lnTo>
                  <a:pt x="12" y="118"/>
                </a:lnTo>
                <a:lnTo>
                  <a:pt x="12" y="132"/>
                </a:lnTo>
                <a:lnTo>
                  <a:pt x="12" y="149"/>
                </a:lnTo>
                <a:lnTo>
                  <a:pt x="28" y="186"/>
                </a:lnTo>
                <a:lnTo>
                  <a:pt x="70" y="240"/>
                </a:lnTo>
                <a:lnTo>
                  <a:pt x="149" y="324"/>
                </a:lnTo>
                <a:lnTo>
                  <a:pt x="208" y="383"/>
                </a:lnTo>
                <a:lnTo>
                  <a:pt x="407" y="583"/>
                </a:lnTo>
                <a:lnTo>
                  <a:pt x="203" y="788"/>
                </a:lnTo>
                <a:lnTo>
                  <a:pt x="127" y="866"/>
                </a:lnTo>
                <a:lnTo>
                  <a:pt x="53" y="949"/>
                </a:lnTo>
                <a:lnTo>
                  <a:pt x="22" y="991"/>
                </a:lnTo>
                <a:lnTo>
                  <a:pt x="5" y="1025"/>
                </a:lnTo>
                <a:lnTo>
                  <a:pt x="0" y="1054"/>
                </a:lnTo>
                <a:lnTo>
                  <a:pt x="7" y="1081"/>
                </a:lnTo>
                <a:lnTo>
                  <a:pt x="23" y="1108"/>
                </a:lnTo>
                <a:lnTo>
                  <a:pt x="35" y="1123"/>
                </a:lnTo>
                <a:lnTo>
                  <a:pt x="44" y="1135"/>
                </a:lnTo>
                <a:lnTo>
                  <a:pt x="64" y="1151"/>
                </a:lnTo>
                <a:lnTo>
                  <a:pt x="85" y="1162"/>
                </a:lnTo>
                <a:lnTo>
                  <a:pt x="112" y="1166"/>
                </a:lnTo>
                <a:lnTo>
                  <a:pt x="128" y="1167"/>
                </a:lnTo>
                <a:lnTo>
                  <a:pt x="148" y="1166"/>
                </a:lnTo>
                <a:lnTo>
                  <a:pt x="187" y="1152"/>
                </a:lnTo>
                <a:lnTo>
                  <a:pt x="241" y="1111"/>
                </a:lnTo>
                <a:lnTo>
                  <a:pt x="327" y="1029"/>
                </a:lnTo>
                <a:lnTo>
                  <a:pt x="390" y="967"/>
                </a:lnTo>
                <a:lnTo>
                  <a:pt x="593" y="767"/>
                </a:lnTo>
                <a:lnTo>
                  <a:pt x="783" y="960"/>
                </a:lnTo>
                <a:lnTo>
                  <a:pt x="851" y="1027"/>
                </a:lnTo>
                <a:lnTo>
                  <a:pt x="947" y="1115"/>
                </a:lnTo>
                <a:lnTo>
                  <a:pt x="998" y="1149"/>
                </a:lnTo>
                <a:lnTo>
                  <a:pt x="1026" y="1161"/>
                </a:lnTo>
                <a:lnTo>
                  <a:pt x="1052" y="1165"/>
                </a:lnTo>
                <a:lnTo>
                  <a:pt x="1078" y="1163"/>
                </a:lnTo>
                <a:lnTo>
                  <a:pt x="1092" y="1160"/>
                </a:lnTo>
                <a:lnTo>
                  <a:pt x="1101" y="1157"/>
                </a:lnTo>
                <a:lnTo>
                  <a:pt x="1119" y="1146"/>
                </a:lnTo>
                <a:lnTo>
                  <a:pt x="1144" y="1121"/>
                </a:lnTo>
                <a:lnTo>
                  <a:pt x="1169" y="1077"/>
                </a:lnTo>
                <a:lnTo>
                  <a:pt x="1176" y="1043"/>
                </a:lnTo>
                <a:lnTo>
                  <a:pt x="1176" y="1021"/>
                </a:lnTo>
                <a:lnTo>
                  <a:pt x="1173" y="1012"/>
                </a:lnTo>
                <a:lnTo>
                  <a:pt x="1169" y="1002"/>
                </a:lnTo>
                <a:lnTo>
                  <a:pt x="1135" y="959"/>
                </a:lnTo>
                <a:lnTo>
                  <a:pt x="1047" y="860"/>
                </a:lnTo>
                <a:lnTo>
                  <a:pt x="970" y="780"/>
                </a:lnTo>
                <a:lnTo>
                  <a:pt x="777" y="583"/>
                </a:lnTo>
                <a:lnTo>
                  <a:pt x="972" y="385"/>
                </a:lnTo>
                <a:lnTo>
                  <a:pt x="1029" y="326"/>
                </a:lnTo>
                <a:lnTo>
                  <a:pt x="1107" y="242"/>
                </a:lnTo>
                <a:lnTo>
                  <a:pt x="1150" y="188"/>
                </a:lnTo>
                <a:lnTo>
                  <a:pt x="1166" y="150"/>
                </a:lnTo>
                <a:lnTo>
                  <a:pt x="1167" y="133"/>
                </a:lnTo>
                <a:lnTo>
                  <a:pt x="1166" y="121"/>
                </a:lnTo>
                <a:lnTo>
                  <a:pt x="1160" y="97"/>
                </a:lnTo>
                <a:lnTo>
                  <a:pt x="1143" y="62"/>
                </a:lnTo>
                <a:lnTo>
                  <a:pt x="1108" y="24"/>
                </a:lnTo>
                <a:lnTo>
                  <a:pt x="1075" y="7"/>
                </a:lnTo>
                <a:lnTo>
                  <a:pt x="1052" y="1"/>
                </a:lnTo>
                <a:lnTo>
                  <a:pt x="1040" y="0"/>
                </a:lnTo>
                <a:lnTo>
                  <a:pt x="1026" y="1"/>
                </a:lnTo>
                <a:lnTo>
                  <a:pt x="989" y="21"/>
                </a:lnTo>
                <a:lnTo>
                  <a:pt x="932" y="67"/>
                </a:lnTo>
                <a:lnTo>
                  <a:pt x="849" y="145"/>
                </a:lnTo>
                <a:lnTo>
                  <a:pt x="793" y="200"/>
                </a:lnTo>
                <a:lnTo>
                  <a:pt x="590" y="400"/>
                </a:lnTo>
                <a:lnTo>
                  <a:pt x="417" y="223"/>
                </a:lnTo>
                <a:lnTo>
                  <a:pt x="335" y="142"/>
                </a:lnTo>
                <a:lnTo>
                  <a:pt x="246" y="61"/>
                </a:lnTo>
                <a:lnTo>
                  <a:pt x="200" y="27"/>
                </a:lnTo>
                <a:lnTo>
                  <a:pt x="162" y="7"/>
                </a:lnTo>
                <a:lnTo>
                  <a:pt x="130" y="2"/>
                </a:lnTo>
                <a:lnTo>
                  <a:pt x="101" y="8"/>
                </a:lnTo>
                <a:lnTo>
                  <a:pt x="72" y="26"/>
                </a:lnTo>
                <a:lnTo>
                  <a:pt x="57" y="38"/>
                </a:lnTo>
                <a:close/>
              </a:path>
            </a:pathLst>
          </a:custGeom>
          <a:gradFill>
            <a:gsLst>
              <a:gs pos="100000">
                <a:schemeClr val="accent2"/>
              </a:gs>
              <a:gs pos="0">
                <a:schemeClr val="accent1"/>
              </a:gs>
            </a:gsLst>
            <a:lin ang="3000000" scaled="0"/>
          </a:gradFill>
          <a:ln>
            <a:noFill/>
          </a:ln>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3" name="Slide Number Placeholder 2">
            <a:extLst>
              <a:ext uri="{FF2B5EF4-FFF2-40B4-BE49-F238E27FC236}">
                <a16:creationId xmlns:a16="http://schemas.microsoft.com/office/drawing/2014/main" id="{11607372-7DF4-331A-D256-73F7669C0D9C}"/>
              </a:ext>
            </a:extLst>
          </p:cNvPr>
          <p:cNvSpPr>
            <a:spLocks noGrp="1"/>
          </p:cNvSpPr>
          <p:nvPr>
            <p:ph type="sldNum" sz="quarter" idx="12"/>
          </p:nvPr>
        </p:nvSpPr>
        <p:spPr/>
        <p:txBody>
          <a:bodyPr/>
          <a:lstStyle/>
          <a:p>
            <a:fld id="{0BE4EC83-A869-464E-AE9F-881796FB085E}" type="slidenum">
              <a:rPr lang="en-US" smtClean="0"/>
              <a:t>8</a:t>
            </a:fld>
            <a:endParaRPr lang="en-US"/>
          </a:p>
        </p:txBody>
      </p:sp>
    </p:spTree>
    <p:extLst>
      <p:ext uri="{BB962C8B-B14F-4D97-AF65-F5344CB8AC3E}">
        <p14:creationId xmlns:p14="http://schemas.microsoft.com/office/powerpoint/2010/main" val="3484738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50"/>
                                        <p:tgtEl>
                                          <p:spTgt spid="7"/>
                                        </p:tgtEl>
                                      </p:cBhvr>
                                    </p:animEffect>
                                    <p:anim calcmode="lin" valueType="num">
                                      <p:cBhvr>
                                        <p:cTn id="8" dur="750" fill="hold"/>
                                        <p:tgtEl>
                                          <p:spTgt spid="7"/>
                                        </p:tgtEl>
                                        <p:attrNameLst>
                                          <p:attrName>ppt_x</p:attrName>
                                        </p:attrNameLst>
                                      </p:cBhvr>
                                      <p:tavLst>
                                        <p:tav tm="0">
                                          <p:val>
                                            <p:strVal val="#ppt_x"/>
                                          </p:val>
                                        </p:tav>
                                        <p:tav tm="100000">
                                          <p:val>
                                            <p:strVal val="#ppt_x"/>
                                          </p:val>
                                        </p:tav>
                                      </p:tavLst>
                                    </p:anim>
                                    <p:anim calcmode="lin" valueType="num">
                                      <p:cBhvr>
                                        <p:cTn id="9" dur="750" fill="hold"/>
                                        <p:tgtEl>
                                          <p:spTgt spid="7"/>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25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53" presetClass="entr" presetSubtype="16" fill="hold" grpId="0" nodeType="withEffect">
                                  <p:stCondLst>
                                    <p:cond delay="750"/>
                                  </p:stCondLst>
                                  <p:childTnLst>
                                    <p:set>
                                      <p:cBhvr>
                                        <p:cTn id="14" dur="1" fill="hold">
                                          <p:stCondLst>
                                            <p:cond delay="0"/>
                                          </p:stCondLst>
                                        </p:cTn>
                                        <p:tgtEl>
                                          <p:spTgt spid="13"/>
                                        </p:tgtEl>
                                        <p:attrNameLst>
                                          <p:attrName>style.visibility</p:attrName>
                                        </p:attrNameLst>
                                      </p:cBhvr>
                                      <p:to>
                                        <p:strVal val="visible"/>
                                      </p:to>
                                    </p:set>
                                    <p:anim calcmode="lin" valueType="num">
                                      <p:cBhvr>
                                        <p:cTn id="15" dur="500" fill="hold"/>
                                        <p:tgtEl>
                                          <p:spTgt spid="13"/>
                                        </p:tgtEl>
                                        <p:attrNameLst>
                                          <p:attrName>ppt_w</p:attrName>
                                        </p:attrNameLst>
                                      </p:cBhvr>
                                      <p:tavLst>
                                        <p:tav tm="0">
                                          <p:val>
                                            <p:fltVal val="0"/>
                                          </p:val>
                                        </p:tav>
                                        <p:tav tm="100000">
                                          <p:val>
                                            <p:strVal val="#ppt_w"/>
                                          </p:val>
                                        </p:tav>
                                      </p:tavLst>
                                    </p:anim>
                                    <p:anim calcmode="lin" valueType="num">
                                      <p:cBhvr>
                                        <p:cTn id="16" dur="500" fill="hold"/>
                                        <p:tgtEl>
                                          <p:spTgt spid="13"/>
                                        </p:tgtEl>
                                        <p:attrNameLst>
                                          <p:attrName>ppt_h</p:attrName>
                                        </p:attrNameLst>
                                      </p:cBhvr>
                                      <p:tavLst>
                                        <p:tav tm="0">
                                          <p:val>
                                            <p:fltVal val="0"/>
                                          </p:val>
                                        </p:tav>
                                        <p:tav tm="100000">
                                          <p:val>
                                            <p:strVal val="#ppt_h"/>
                                          </p:val>
                                        </p:tav>
                                      </p:tavLst>
                                    </p:anim>
                                    <p:animEffect transition="in" filter="fade">
                                      <p:cBhvr>
                                        <p:cTn id="17" dur="500"/>
                                        <p:tgtEl>
                                          <p:spTgt spid="13"/>
                                        </p:tgtEl>
                                      </p:cBhvr>
                                    </p:animEffect>
                                  </p:childTnLst>
                                </p:cTn>
                              </p:par>
                              <p:par>
                                <p:cTn id="18" presetID="53" presetClass="entr" presetSubtype="16" fill="hold" grpId="0" nodeType="withEffect">
                                  <p:stCondLst>
                                    <p:cond delay="500"/>
                                  </p:stCondLst>
                                  <p:childTnLst>
                                    <p:set>
                                      <p:cBhvr>
                                        <p:cTn id="19" dur="1" fill="hold">
                                          <p:stCondLst>
                                            <p:cond delay="0"/>
                                          </p:stCondLst>
                                        </p:cTn>
                                        <p:tgtEl>
                                          <p:spTgt spid="15"/>
                                        </p:tgtEl>
                                        <p:attrNameLst>
                                          <p:attrName>style.visibility</p:attrName>
                                        </p:attrNameLst>
                                      </p:cBhvr>
                                      <p:to>
                                        <p:strVal val="visible"/>
                                      </p:to>
                                    </p:set>
                                    <p:anim calcmode="lin" valueType="num">
                                      <p:cBhvr>
                                        <p:cTn id="20" dur="500" fill="hold"/>
                                        <p:tgtEl>
                                          <p:spTgt spid="15"/>
                                        </p:tgtEl>
                                        <p:attrNameLst>
                                          <p:attrName>ppt_w</p:attrName>
                                        </p:attrNameLst>
                                      </p:cBhvr>
                                      <p:tavLst>
                                        <p:tav tm="0">
                                          <p:val>
                                            <p:fltVal val="0"/>
                                          </p:val>
                                        </p:tav>
                                        <p:tav tm="100000">
                                          <p:val>
                                            <p:strVal val="#ppt_w"/>
                                          </p:val>
                                        </p:tav>
                                      </p:tavLst>
                                    </p:anim>
                                    <p:anim calcmode="lin" valueType="num">
                                      <p:cBhvr>
                                        <p:cTn id="21" dur="500" fill="hold"/>
                                        <p:tgtEl>
                                          <p:spTgt spid="15"/>
                                        </p:tgtEl>
                                        <p:attrNameLst>
                                          <p:attrName>ppt_h</p:attrName>
                                        </p:attrNameLst>
                                      </p:cBhvr>
                                      <p:tavLst>
                                        <p:tav tm="0">
                                          <p:val>
                                            <p:fltVal val="0"/>
                                          </p:val>
                                        </p:tav>
                                        <p:tav tm="100000">
                                          <p:val>
                                            <p:strVal val="#ppt_h"/>
                                          </p:val>
                                        </p:tav>
                                      </p:tavLst>
                                    </p:anim>
                                    <p:animEffect transition="in" filter="fade">
                                      <p:cBhvr>
                                        <p:cTn id="22" dur="500"/>
                                        <p:tgtEl>
                                          <p:spTgt spid="15"/>
                                        </p:tgtEl>
                                      </p:cBhvr>
                                    </p:animEffect>
                                  </p:childTnLst>
                                </p:cTn>
                              </p:par>
                              <p:par>
                                <p:cTn id="23" presetID="53" presetClass="entr" presetSubtype="16" fill="hold" grpId="0" nodeType="withEffect">
                                  <p:stCondLst>
                                    <p:cond delay="500"/>
                                  </p:stCondLst>
                                  <p:childTnLst>
                                    <p:set>
                                      <p:cBhvr>
                                        <p:cTn id="24" dur="1" fill="hold">
                                          <p:stCondLst>
                                            <p:cond delay="0"/>
                                          </p:stCondLst>
                                        </p:cTn>
                                        <p:tgtEl>
                                          <p:spTgt spid="20"/>
                                        </p:tgtEl>
                                        <p:attrNameLst>
                                          <p:attrName>style.visibility</p:attrName>
                                        </p:attrNameLst>
                                      </p:cBhvr>
                                      <p:to>
                                        <p:strVal val="visible"/>
                                      </p:to>
                                    </p:set>
                                    <p:anim calcmode="lin" valueType="num">
                                      <p:cBhvr>
                                        <p:cTn id="25" dur="500" fill="hold"/>
                                        <p:tgtEl>
                                          <p:spTgt spid="20"/>
                                        </p:tgtEl>
                                        <p:attrNameLst>
                                          <p:attrName>ppt_w</p:attrName>
                                        </p:attrNameLst>
                                      </p:cBhvr>
                                      <p:tavLst>
                                        <p:tav tm="0">
                                          <p:val>
                                            <p:fltVal val="0"/>
                                          </p:val>
                                        </p:tav>
                                        <p:tav tm="100000">
                                          <p:val>
                                            <p:strVal val="#ppt_w"/>
                                          </p:val>
                                        </p:tav>
                                      </p:tavLst>
                                    </p:anim>
                                    <p:anim calcmode="lin" valueType="num">
                                      <p:cBhvr>
                                        <p:cTn id="26" dur="500" fill="hold"/>
                                        <p:tgtEl>
                                          <p:spTgt spid="20"/>
                                        </p:tgtEl>
                                        <p:attrNameLst>
                                          <p:attrName>ppt_h</p:attrName>
                                        </p:attrNameLst>
                                      </p:cBhvr>
                                      <p:tavLst>
                                        <p:tav tm="0">
                                          <p:val>
                                            <p:fltVal val="0"/>
                                          </p:val>
                                        </p:tav>
                                        <p:tav tm="100000">
                                          <p:val>
                                            <p:strVal val="#ppt_h"/>
                                          </p:val>
                                        </p:tav>
                                      </p:tavLst>
                                    </p:anim>
                                    <p:animEffect transition="in" filter="fade">
                                      <p:cBhvr>
                                        <p:cTn id="27" dur="500"/>
                                        <p:tgtEl>
                                          <p:spTgt spid="20"/>
                                        </p:tgtEl>
                                      </p:cBhvr>
                                    </p:animEffect>
                                  </p:childTnLst>
                                </p:cTn>
                              </p:par>
                              <p:par>
                                <p:cTn id="28" presetID="53" presetClass="entr" presetSubtype="16" fill="hold" grpId="0" nodeType="withEffect">
                                  <p:stCondLst>
                                    <p:cond delay="500"/>
                                  </p:stCondLst>
                                  <p:childTnLst>
                                    <p:set>
                                      <p:cBhvr>
                                        <p:cTn id="29" dur="1" fill="hold">
                                          <p:stCondLst>
                                            <p:cond delay="0"/>
                                          </p:stCondLst>
                                        </p:cTn>
                                        <p:tgtEl>
                                          <p:spTgt spid="14"/>
                                        </p:tgtEl>
                                        <p:attrNameLst>
                                          <p:attrName>style.visibility</p:attrName>
                                        </p:attrNameLst>
                                      </p:cBhvr>
                                      <p:to>
                                        <p:strVal val="visible"/>
                                      </p:to>
                                    </p:set>
                                    <p:anim calcmode="lin" valueType="num">
                                      <p:cBhvr>
                                        <p:cTn id="30" dur="500" fill="hold"/>
                                        <p:tgtEl>
                                          <p:spTgt spid="14"/>
                                        </p:tgtEl>
                                        <p:attrNameLst>
                                          <p:attrName>ppt_w</p:attrName>
                                        </p:attrNameLst>
                                      </p:cBhvr>
                                      <p:tavLst>
                                        <p:tav tm="0">
                                          <p:val>
                                            <p:fltVal val="0"/>
                                          </p:val>
                                        </p:tav>
                                        <p:tav tm="100000">
                                          <p:val>
                                            <p:strVal val="#ppt_w"/>
                                          </p:val>
                                        </p:tav>
                                      </p:tavLst>
                                    </p:anim>
                                    <p:anim calcmode="lin" valueType="num">
                                      <p:cBhvr>
                                        <p:cTn id="31" dur="500" fill="hold"/>
                                        <p:tgtEl>
                                          <p:spTgt spid="14"/>
                                        </p:tgtEl>
                                        <p:attrNameLst>
                                          <p:attrName>ppt_h</p:attrName>
                                        </p:attrNameLst>
                                      </p:cBhvr>
                                      <p:tavLst>
                                        <p:tav tm="0">
                                          <p:val>
                                            <p:fltVal val="0"/>
                                          </p:val>
                                        </p:tav>
                                        <p:tav tm="100000">
                                          <p:val>
                                            <p:strVal val="#ppt_h"/>
                                          </p:val>
                                        </p:tav>
                                      </p:tavLst>
                                    </p:anim>
                                    <p:animEffect transition="in" filter="fade">
                                      <p:cBhvr>
                                        <p:cTn id="32" dur="500"/>
                                        <p:tgtEl>
                                          <p:spTgt spid="14"/>
                                        </p:tgtEl>
                                      </p:cBhvr>
                                    </p:animEffect>
                                  </p:childTnLst>
                                </p:cTn>
                              </p:par>
                            </p:childTnLst>
                          </p:cTn>
                        </p:par>
                        <p:par>
                          <p:cTn id="33" fill="hold">
                            <p:stCondLst>
                              <p:cond delay="1250"/>
                            </p:stCondLst>
                            <p:childTnLst>
                              <p:par>
                                <p:cTn id="34" presetID="22" presetClass="entr" presetSubtype="4" fill="hold" grpId="0"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wipe(down)">
                                      <p:cBhvr>
                                        <p:cTn id="3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nimBg="1"/>
      <p:bldP spid="13" grpId="0" animBg="1"/>
      <p:bldP spid="14" grpId="0" animBg="1"/>
      <p:bldP spid="15" grpId="0" animBg="1"/>
      <p:bldP spid="2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8A981-CD3D-9D0E-2071-58DA0C107C1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2738832-EDC9-5964-31DA-42E0ED77C7B3}"/>
              </a:ext>
            </a:extLst>
          </p:cNvPr>
          <p:cNvSpPr/>
          <p:nvPr/>
        </p:nvSpPr>
        <p:spPr>
          <a:xfrm>
            <a:off x="609599" y="1106387"/>
            <a:ext cx="10972800" cy="461665"/>
          </a:xfrm>
          <a:prstGeom prst="rect">
            <a:avLst/>
          </a:prstGeom>
        </p:spPr>
        <p:txBody>
          <a:bodyPr wrap="square">
            <a:spAutoFit/>
          </a:bodyPr>
          <a:lstStyle/>
          <a:p>
            <a:pPr algn="r" rtl="1"/>
            <a:r>
              <a:rPr lang="ar-EG" sz="2400" dirty="0">
                <a:latin typeface="Sakkal Majalla" panose="02000000000000000000" pitchFamily="2" charset="-78"/>
                <a:cs typeface="Sakkal Majalla" panose="02000000000000000000" pitchFamily="2" charset="-78"/>
              </a:rPr>
              <a:t>يهدف تطوير استراتيجية البنية المؤسسية إلى تحقيق الغايات التالية:</a:t>
            </a:r>
            <a:endParaRPr lang="en-AE" sz="2400" dirty="0">
              <a:latin typeface="Sakkal Majalla" panose="02000000000000000000" pitchFamily="2" charset="-78"/>
              <a:cs typeface="Sakkal Majalla" panose="02000000000000000000" pitchFamily="2" charset="-78"/>
            </a:endParaRPr>
          </a:p>
        </p:txBody>
      </p:sp>
      <p:sp>
        <p:nvSpPr>
          <p:cNvPr id="7" name="Title 6">
            <a:extLst>
              <a:ext uri="{FF2B5EF4-FFF2-40B4-BE49-F238E27FC236}">
                <a16:creationId xmlns:a16="http://schemas.microsoft.com/office/drawing/2014/main" id="{E0872CD7-9DD1-9C7E-6B86-30B4E23B14F5}"/>
              </a:ext>
            </a:extLst>
          </p:cNvPr>
          <p:cNvSpPr>
            <a:spLocks noGrp="1"/>
          </p:cNvSpPr>
          <p:nvPr>
            <p:ph type="title"/>
          </p:nvPr>
        </p:nvSpPr>
        <p:spPr>
          <a:xfrm>
            <a:off x="609601" y="561078"/>
            <a:ext cx="10972800" cy="666261"/>
          </a:xfrm>
        </p:spPr>
        <p:txBody>
          <a:bodyPr/>
          <a:lstStyle/>
          <a:p>
            <a:r>
              <a:rPr lang="ar-EG" dirty="0"/>
              <a:t>أهمية استراتيجية البنية المؤسسية</a:t>
            </a:r>
            <a:endParaRPr lang="en-GB" dirty="0"/>
          </a:p>
        </p:txBody>
      </p:sp>
      <p:grpSp>
        <p:nvGrpSpPr>
          <p:cNvPr id="12" name="Group 11">
            <a:extLst>
              <a:ext uri="{FF2B5EF4-FFF2-40B4-BE49-F238E27FC236}">
                <a16:creationId xmlns:a16="http://schemas.microsoft.com/office/drawing/2014/main" id="{690AA3EB-150B-299B-3129-A161585D2E09}"/>
              </a:ext>
            </a:extLst>
          </p:cNvPr>
          <p:cNvGrpSpPr/>
          <p:nvPr/>
        </p:nvGrpSpPr>
        <p:grpSpPr>
          <a:xfrm>
            <a:off x="1361694" y="2105272"/>
            <a:ext cx="9468612" cy="3032760"/>
            <a:chOff x="1361694" y="2105272"/>
            <a:chExt cx="9468612" cy="3032760"/>
          </a:xfrm>
        </p:grpSpPr>
        <p:pic>
          <p:nvPicPr>
            <p:cNvPr id="11" name="Picture 10">
              <a:extLst>
                <a:ext uri="{FF2B5EF4-FFF2-40B4-BE49-F238E27FC236}">
                  <a16:creationId xmlns:a16="http://schemas.microsoft.com/office/drawing/2014/main" id="{37A481C2-3BC7-0859-BA9F-218447E6C87C}"/>
                </a:ext>
              </a:extLst>
            </p:cNvPr>
            <p:cNvPicPr>
              <a:picLocks noChangeAspect="1"/>
            </p:cNvPicPr>
            <p:nvPr/>
          </p:nvPicPr>
          <p:blipFill>
            <a:blip r:embed="rId3"/>
            <a:stretch>
              <a:fillRect/>
            </a:stretch>
          </p:blipFill>
          <p:spPr>
            <a:xfrm>
              <a:off x="1361694" y="2105272"/>
              <a:ext cx="9468612" cy="3032760"/>
            </a:xfrm>
            <a:prstGeom prst="rect">
              <a:avLst/>
            </a:prstGeom>
          </p:spPr>
        </p:pic>
        <p:sp>
          <p:nvSpPr>
            <p:cNvPr id="31" name="Rectangle 30">
              <a:extLst>
                <a:ext uri="{FF2B5EF4-FFF2-40B4-BE49-F238E27FC236}">
                  <a16:creationId xmlns:a16="http://schemas.microsoft.com/office/drawing/2014/main" id="{C434821E-7E7E-9C51-6CB6-59DA6F54497E}"/>
                </a:ext>
              </a:extLst>
            </p:cNvPr>
            <p:cNvSpPr/>
            <p:nvPr/>
          </p:nvSpPr>
          <p:spPr>
            <a:xfrm>
              <a:off x="7950847" y="3295103"/>
              <a:ext cx="2359553" cy="8544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41148" rIns="82296" bIns="41148" numCol="1" spcCol="0" rtlCol="0" fromWordArt="0" anchor="t" anchorCtr="0" forceAA="0" compatLnSpc="1">
              <a:prstTxWarp prst="textNoShape">
                <a:avLst/>
              </a:prstTxWarp>
              <a:noAutofit/>
            </a:bodyPr>
            <a:lstStyle/>
            <a:p>
              <a:pPr algn="ctr" rtl="1">
                <a:lnSpc>
                  <a:spcPct val="80000"/>
                </a:lnSpc>
                <a:spcBef>
                  <a:spcPts val="540"/>
                </a:spcBef>
              </a:pPr>
              <a:r>
                <a:rPr lang="ar-EG" b="1" dirty="0">
                  <a:solidFill>
                    <a:schemeClr val="tx1"/>
                  </a:solidFill>
                  <a:latin typeface="Sakkal Majalla" panose="02000000000000000000" pitchFamily="2" charset="-78"/>
                  <a:cs typeface="Sakkal Majalla" panose="02000000000000000000" pitchFamily="2" charset="-78"/>
                </a:rPr>
                <a:t>الوصول إلى اتفاق مشترك حول الأهداف والتطلعات الاستراتيجية من تطبيق ممارسة البنية المؤسسية في الهيئة</a:t>
              </a:r>
              <a:endParaRPr lang="en-US" b="1" dirty="0">
                <a:solidFill>
                  <a:schemeClr val="tx1"/>
                </a:solidFill>
                <a:latin typeface="Sakkal Majalla" panose="02000000000000000000" pitchFamily="2" charset="-78"/>
                <a:cs typeface="Sakkal Majalla" panose="02000000000000000000" pitchFamily="2" charset="-78"/>
              </a:endParaRPr>
            </a:p>
          </p:txBody>
        </p:sp>
        <p:sp>
          <p:nvSpPr>
            <p:cNvPr id="32" name="Rectangle 31">
              <a:extLst>
                <a:ext uri="{FF2B5EF4-FFF2-40B4-BE49-F238E27FC236}">
                  <a16:creationId xmlns:a16="http://schemas.microsoft.com/office/drawing/2014/main" id="{FA7B7F86-25C8-64EF-2887-CD19F9F101DC}"/>
                </a:ext>
              </a:extLst>
            </p:cNvPr>
            <p:cNvSpPr/>
            <p:nvPr/>
          </p:nvSpPr>
          <p:spPr>
            <a:xfrm>
              <a:off x="4916223" y="3295103"/>
              <a:ext cx="2359553" cy="8544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41148" rIns="82296" bIns="41148" numCol="1" spcCol="0" rtlCol="0" fromWordArt="0" anchor="t" anchorCtr="0" forceAA="0" compatLnSpc="1">
              <a:prstTxWarp prst="textNoShape">
                <a:avLst/>
              </a:prstTxWarp>
              <a:noAutofit/>
            </a:bodyPr>
            <a:lstStyle/>
            <a:p>
              <a:pPr algn="ctr" rtl="1">
                <a:lnSpc>
                  <a:spcPct val="80000"/>
                </a:lnSpc>
                <a:spcBef>
                  <a:spcPts val="540"/>
                </a:spcBef>
              </a:pPr>
              <a:r>
                <a:rPr lang="ar-EG" sz="1600" b="1" dirty="0">
                  <a:solidFill>
                    <a:schemeClr val="tx1"/>
                  </a:solidFill>
                  <a:latin typeface="Sakkal Majalla" panose="02000000000000000000" pitchFamily="2" charset="-78"/>
                  <a:cs typeface="Sakkal Majalla" panose="02000000000000000000" pitchFamily="2" charset="-78"/>
                </a:rPr>
                <a:t>ضمان الموائمة المستمرة مع التوجهات والأهداف الاستراتيجية والمبادرات التي ترتبط بأعمال البنية المؤسسية </a:t>
              </a:r>
            </a:p>
            <a:p>
              <a:pPr algn="ctr" rtl="1">
                <a:lnSpc>
                  <a:spcPct val="80000"/>
                </a:lnSpc>
                <a:spcBef>
                  <a:spcPts val="540"/>
                </a:spcBef>
              </a:pPr>
              <a:r>
                <a:rPr lang="ar-EG" sz="1400" dirty="0">
                  <a:solidFill>
                    <a:schemeClr val="tx1"/>
                  </a:solidFill>
                  <a:latin typeface="Sakkal Majalla" panose="02000000000000000000" pitchFamily="2" charset="-78"/>
                  <a:cs typeface="Sakkal Majalla" panose="02000000000000000000" pitchFamily="2" charset="-78"/>
                </a:rPr>
                <a:t>مثل: استراتيجية الأعمال واستراتيجية التحول الرقمي للهيئة</a:t>
              </a:r>
            </a:p>
          </p:txBody>
        </p:sp>
        <p:sp>
          <p:nvSpPr>
            <p:cNvPr id="33" name="Rectangle 32">
              <a:extLst>
                <a:ext uri="{FF2B5EF4-FFF2-40B4-BE49-F238E27FC236}">
                  <a16:creationId xmlns:a16="http://schemas.microsoft.com/office/drawing/2014/main" id="{0CF3F541-D1E4-9C97-4BB8-205A94CAC24B}"/>
                </a:ext>
              </a:extLst>
            </p:cNvPr>
            <p:cNvSpPr/>
            <p:nvPr/>
          </p:nvSpPr>
          <p:spPr>
            <a:xfrm>
              <a:off x="1921259" y="3295103"/>
              <a:ext cx="2359553" cy="8544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41148" rIns="82296" bIns="41148" numCol="1" spcCol="0" rtlCol="0" fromWordArt="0" anchor="t" anchorCtr="0" forceAA="0" compatLnSpc="1">
              <a:prstTxWarp prst="textNoShape">
                <a:avLst/>
              </a:prstTxWarp>
              <a:noAutofit/>
            </a:bodyPr>
            <a:lstStyle/>
            <a:p>
              <a:pPr algn="ctr" rtl="1">
                <a:lnSpc>
                  <a:spcPct val="80000"/>
                </a:lnSpc>
                <a:spcBef>
                  <a:spcPts val="540"/>
                </a:spcBef>
              </a:pPr>
              <a:r>
                <a:rPr lang="ar-EG" b="1" dirty="0">
                  <a:solidFill>
                    <a:schemeClr val="tx1"/>
                  </a:solidFill>
                  <a:latin typeface="Sakkal Majalla" panose="02000000000000000000" pitchFamily="2" charset="-78"/>
                  <a:cs typeface="Sakkal Majalla" panose="02000000000000000000" pitchFamily="2" charset="-78"/>
                </a:rPr>
                <a:t>تحقيق الكفاءة التشغيلية لممارسة البنية المؤسسية من خلال تركيز الجهود حول التوجهات الاستراتيجية للهيئة</a:t>
              </a:r>
              <a:endParaRPr lang="en-US" b="1" dirty="0">
                <a:solidFill>
                  <a:schemeClr val="tx1"/>
                </a:solidFill>
                <a:latin typeface="Sakkal Majalla" panose="02000000000000000000" pitchFamily="2" charset="-78"/>
                <a:cs typeface="Sakkal Majalla" panose="02000000000000000000" pitchFamily="2" charset="-78"/>
              </a:endParaRPr>
            </a:p>
          </p:txBody>
        </p:sp>
      </p:grpSp>
      <p:sp>
        <p:nvSpPr>
          <p:cNvPr id="3" name="Slide Number Placeholder 2">
            <a:extLst>
              <a:ext uri="{FF2B5EF4-FFF2-40B4-BE49-F238E27FC236}">
                <a16:creationId xmlns:a16="http://schemas.microsoft.com/office/drawing/2014/main" id="{5F887D59-87F1-3776-D3F4-B508A673ECFC}"/>
              </a:ext>
            </a:extLst>
          </p:cNvPr>
          <p:cNvSpPr>
            <a:spLocks noGrp="1"/>
          </p:cNvSpPr>
          <p:nvPr>
            <p:ph type="sldNum" sz="quarter" idx="12"/>
          </p:nvPr>
        </p:nvSpPr>
        <p:spPr/>
        <p:txBody>
          <a:bodyPr/>
          <a:lstStyle/>
          <a:p>
            <a:fld id="{0BE4EC83-A869-464E-AE9F-881796FB085E}" type="slidenum">
              <a:rPr lang="en-US" smtClean="0"/>
              <a:t>9</a:t>
            </a:fld>
            <a:endParaRPr lang="en-US"/>
          </a:p>
        </p:txBody>
      </p:sp>
    </p:spTree>
    <p:extLst>
      <p:ext uri="{BB962C8B-B14F-4D97-AF65-F5344CB8AC3E}">
        <p14:creationId xmlns:p14="http://schemas.microsoft.com/office/powerpoint/2010/main" val="42198915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95B8A-BC8E-326E-F980-EDDFB7AF068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797BD2F-5717-2D21-6791-4B2912C723FD}"/>
              </a:ext>
            </a:extLst>
          </p:cNvPr>
          <p:cNvSpPr>
            <a:spLocks noGrp="1"/>
          </p:cNvSpPr>
          <p:nvPr>
            <p:ph type="title"/>
          </p:nvPr>
        </p:nvSpPr>
        <p:spPr>
          <a:xfrm>
            <a:off x="609601" y="561078"/>
            <a:ext cx="10972800" cy="666261"/>
          </a:xfrm>
        </p:spPr>
        <p:txBody>
          <a:bodyPr/>
          <a:lstStyle/>
          <a:p>
            <a:r>
              <a:rPr lang="ar-EG" dirty="0"/>
              <a:t>المصطلحات</a:t>
            </a:r>
            <a:endParaRPr lang="en-GB" dirty="0"/>
          </a:p>
        </p:txBody>
      </p:sp>
      <p:sp>
        <p:nvSpPr>
          <p:cNvPr id="5" name="Rounded Rectangle 83">
            <a:extLst>
              <a:ext uri="{FF2B5EF4-FFF2-40B4-BE49-F238E27FC236}">
                <a16:creationId xmlns:a16="http://schemas.microsoft.com/office/drawing/2014/main" id="{87646F82-C326-6A38-225D-21FB2CDC9C5E}"/>
              </a:ext>
            </a:extLst>
          </p:cNvPr>
          <p:cNvSpPr/>
          <p:nvPr/>
        </p:nvSpPr>
        <p:spPr>
          <a:xfrm flipH="1">
            <a:off x="9267823" y="1346213"/>
            <a:ext cx="2311802" cy="390525"/>
          </a:xfrm>
          <a:prstGeom prst="roundRect">
            <a:avLst>
              <a:gd name="adj" fmla="val 26667"/>
            </a:avLst>
          </a:prstGeom>
          <a:gradFill>
            <a:gsLst>
              <a:gs pos="46000">
                <a:schemeClr val="accent1"/>
              </a:gs>
              <a:gs pos="100000">
                <a:schemeClr val="accent1">
                  <a:lumMod val="60000"/>
                  <a:lumOff val="4000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0" rIns="548640" bIns="0" numCol="1" spcCol="0" rtlCol="0" fromWordArt="0" anchor="ctr" anchorCtr="0" forceAA="0" compatLnSpc="1">
            <a:prstTxWarp prst="textNoShape">
              <a:avLst/>
            </a:prstTxWarp>
            <a:noAutofit/>
          </a:bodyPr>
          <a:lstStyle/>
          <a:p>
            <a:pPr marL="0" marR="0" algn="r" rtl="1">
              <a:spcBef>
                <a:spcPts val="0"/>
              </a:spcBef>
              <a:spcAft>
                <a:spcPts val="0"/>
              </a:spcAft>
            </a:pPr>
            <a:r>
              <a:rPr lang="ar-EG" sz="1600" b="1" kern="1200" dirty="0">
                <a:solidFill>
                  <a:srgbClr val="FFFFFF"/>
                </a:solidFill>
                <a:effectLst/>
                <a:ea typeface="Sakkal Majalla" panose="02000000000000000000" pitchFamily="2" charset="-78"/>
              </a:rPr>
              <a:t>المصطلح</a:t>
            </a:r>
            <a:endParaRPr lang="en-US" sz="1600" dirty="0">
              <a:effectLst/>
              <a:latin typeface="Sakkal Majalla" panose="02000000000000000000" pitchFamily="2" charset="-78"/>
              <a:ea typeface="Times New Roman" panose="02020603050405020304" pitchFamily="18" charset="0"/>
            </a:endParaRPr>
          </a:p>
        </p:txBody>
      </p:sp>
      <p:grpSp>
        <p:nvGrpSpPr>
          <p:cNvPr id="6" name="Group 5">
            <a:extLst>
              <a:ext uri="{FF2B5EF4-FFF2-40B4-BE49-F238E27FC236}">
                <a16:creationId xmlns:a16="http://schemas.microsoft.com/office/drawing/2014/main" id="{D0B52A80-F3F3-3573-282C-0858A1D130E0}"/>
              </a:ext>
            </a:extLst>
          </p:cNvPr>
          <p:cNvGrpSpPr/>
          <p:nvPr/>
        </p:nvGrpSpPr>
        <p:grpSpPr>
          <a:xfrm flipH="1">
            <a:off x="609600" y="1346213"/>
            <a:ext cx="8377358" cy="390525"/>
            <a:chOff x="2" y="0"/>
            <a:chExt cx="8377358" cy="390525"/>
          </a:xfrm>
        </p:grpSpPr>
        <p:sp>
          <p:nvSpPr>
            <p:cNvPr id="7" name="Rounded Rectangle 87">
              <a:extLst>
                <a:ext uri="{FF2B5EF4-FFF2-40B4-BE49-F238E27FC236}">
                  <a16:creationId xmlns:a16="http://schemas.microsoft.com/office/drawing/2014/main" id="{2A8D635C-7B57-F19B-BA70-A03038402699}"/>
                </a:ext>
              </a:extLst>
            </p:cNvPr>
            <p:cNvSpPr/>
            <p:nvPr/>
          </p:nvSpPr>
          <p:spPr>
            <a:xfrm>
              <a:off x="2" y="0"/>
              <a:ext cx="8377358" cy="390525"/>
            </a:xfrm>
            <a:prstGeom prst="roundRect">
              <a:avLst>
                <a:gd name="adj" fmla="val 26667"/>
              </a:avLst>
            </a:prstGeom>
            <a:gradFill>
              <a:gsLst>
                <a:gs pos="46000">
                  <a:schemeClr val="accent1"/>
                </a:gs>
                <a:gs pos="100000">
                  <a:schemeClr val="accent1">
                    <a:lumMod val="60000"/>
                    <a:lumOff val="4000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0" rIns="731520" bIns="0" numCol="1" spcCol="0" rtlCol="0" fromWordArt="0" anchor="ctr" anchorCtr="0" forceAA="0" compatLnSpc="1">
              <a:prstTxWarp prst="textNoShape">
                <a:avLst/>
              </a:prstTxWarp>
              <a:noAutofit/>
            </a:bodyPr>
            <a:lstStyle/>
            <a:p>
              <a:pPr marL="0" marR="0" algn="r" rtl="1">
                <a:spcBef>
                  <a:spcPts val="0"/>
                </a:spcBef>
                <a:spcAft>
                  <a:spcPts val="0"/>
                </a:spcAft>
              </a:pPr>
              <a:r>
                <a:rPr lang="ar-EG" sz="1600" b="1" kern="1200" dirty="0">
                  <a:solidFill>
                    <a:srgbClr val="FFFFFF"/>
                  </a:solidFill>
                  <a:effectLst/>
                  <a:ea typeface="Sakkal Majalla" panose="02000000000000000000" pitchFamily="2" charset="-78"/>
                </a:rPr>
                <a:t>التفسير المعتمد في الوثيقة</a:t>
              </a:r>
            </a:p>
          </p:txBody>
        </p:sp>
        <p:grpSp>
          <p:nvGrpSpPr>
            <p:cNvPr id="8" name="Group 7">
              <a:extLst>
                <a:ext uri="{FF2B5EF4-FFF2-40B4-BE49-F238E27FC236}">
                  <a16:creationId xmlns:a16="http://schemas.microsoft.com/office/drawing/2014/main" id="{8083DCDC-65E8-3B73-4D6E-FAB8391F9155}"/>
                </a:ext>
              </a:extLst>
            </p:cNvPr>
            <p:cNvGrpSpPr>
              <a:grpSpLocks noChangeAspect="1"/>
            </p:cNvGrpSpPr>
            <p:nvPr/>
          </p:nvGrpSpPr>
          <p:grpSpPr>
            <a:xfrm>
              <a:off x="217031" y="9940"/>
              <a:ext cx="401362" cy="320042"/>
              <a:chOff x="217031" y="9940"/>
              <a:chExt cx="1700213" cy="1355725"/>
            </a:xfrm>
            <a:solidFill>
              <a:schemeClr val="bg1"/>
            </a:solidFill>
          </p:grpSpPr>
          <p:sp>
            <p:nvSpPr>
              <p:cNvPr id="9" name="Freeform 89">
                <a:extLst>
                  <a:ext uri="{FF2B5EF4-FFF2-40B4-BE49-F238E27FC236}">
                    <a16:creationId xmlns:a16="http://schemas.microsoft.com/office/drawing/2014/main" id="{8CCB2DFE-9079-0A8D-CCAE-885574359BAC}"/>
                  </a:ext>
                </a:extLst>
              </p:cNvPr>
              <p:cNvSpPr>
                <a:spLocks/>
              </p:cNvSpPr>
              <p:nvPr/>
            </p:nvSpPr>
            <p:spPr bwMode="auto">
              <a:xfrm>
                <a:off x="1523543" y="9940"/>
                <a:ext cx="361950" cy="260350"/>
              </a:xfrm>
              <a:custGeom>
                <a:avLst/>
                <a:gdLst>
                  <a:gd name="T0" fmla="*/ 11 w 795"/>
                  <a:gd name="T1" fmla="*/ 12 h 573"/>
                  <a:gd name="T2" fmla="*/ 6 w 795"/>
                  <a:gd name="T3" fmla="*/ 19 h 573"/>
                  <a:gd name="T4" fmla="*/ 1 w 795"/>
                  <a:gd name="T5" fmla="*/ 46 h 573"/>
                  <a:gd name="T6" fmla="*/ 0 w 795"/>
                  <a:gd name="T7" fmla="*/ 76 h 573"/>
                  <a:gd name="T8" fmla="*/ 4 w 795"/>
                  <a:gd name="T9" fmla="*/ 98 h 573"/>
                  <a:gd name="T10" fmla="*/ 9 w 795"/>
                  <a:gd name="T11" fmla="*/ 100 h 573"/>
                  <a:gd name="T12" fmla="*/ 43 w 795"/>
                  <a:gd name="T13" fmla="*/ 104 h 573"/>
                  <a:gd name="T14" fmla="*/ 137 w 795"/>
                  <a:gd name="T15" fmla="*/ 119 h 573"/>
                  <a:gd name="T16" fmla="*/ 180 w 795"/>
                  <a:gd name="T17" fmla="*/ 126 h 573"/>
                  <a:gd name="T18" fmla="*/ 261 w 795"/>
                  <a:gd name="T19" fmla="*/ 148 h 573"/>
                  <a:gd name="T20" fmla="*/ 340 w 795"/>
                  <a:gd name="T21" fmla="*/ 180 h 573"/>
                  <a:gd name="T22" fmla="*/ 414 w 795"/>
                  <a:gd name="T23" fmla="*/ 220 h 573"/>
                  <a:gd name="T24" fmla="*/ 483 w 795"/>
                  <a:gd name="T25" fmla="*/ 267 h 573"/>
                  <a:gd name="T26" fmla="*/ 546 w 795"/>
                  <a:gd name="T27" fmla="*/ 323 h 573"/>
                  <a:gd name="T28" fmla="*/ 604 w 795"/>
                  <a:gd name="T29" fmla="*/ 385 h 573"/>
                  <a:gd name="T30" fmla="*/ 655 w 795"/>
                  <a:gd name="T31" fmla="*/ 455 h 573"/>
                  <a:gd name="T32" fmla="*/ 677 w 795"/>
                  <a:gd name="T33" fmla="*/ 492 h 573"/>
                  <a:gd name="T34" fmla="*/ 696 w 795"/>
                  <a:gd name="T35" fmla="*/ 523 h 573"/>
                  <a:gd name="T36" fmla="*/ 728 w 795"/>
                  <a:gd name="T37" fmla="*/ 562 h 573"/>
                  <a:gd name="T38" fmla="*/ 748 w 795"/>
                  <a:gd name="T39" fmla="*/ 573 h 573"/>
                  <a:gd name="T40" fmla="*/ 760 w 795"/>
                  <a:gd name="T41" fmla="*/ 572 h 573"/>
                  <a:gd name="T42" fmla="*/ 778 w 795"/>
                  <a:gd name="T43" fmla="*/ 562 h 573"/>
                  <a:gd name="T44" fmla="*/ 789 w 795"/>
                  <a:gd name="T45" fmla="*/ 545 h 573"/>
                  <a:gd name="T46" fmla="*/ 793 w 795"/>
                  <a:gd name="T47" fmla="*/ 538 h 573"/>
                  <a:gd name="T48" fmla="*/ 795 w 795"/>
                  <a:gd name="T49" fmla="*/ 520 h 573"/>
                  <a:gd name="T50" fmla="*/ 789 w 795"/>
                  <a:gd name="T51" fmla="*/ 485 h 573"/>
                  <a:gd name="T52" fmla="*/ 762 w 795"/>
                  <a:gd name="T53" fmla="*/ 427 h 573"/>
                  <a:gd name="T54" fmla="*/ 718 w 795"/>
                  <a:gd name="T55" fmla="*/ 362 h 573"/>
                  <a:gd name="T56" fmla="*/ 662 w 795"/>
                  <a:gd name="T57" fmla="*/ 293 h 573"/>
                  <a:gd name="T58" fmla="*/ 597 w 795"/>
                  <a:gd name="T59" fmla="*/ 225 h 573"/>
                  <a:gd name="T60" fmla="*/ 527 w 795"/>
                  <a:gd name="T61" fmla="*/ 164 h 573"/>
                  <a:gd name="T62" fmla="*/ 456 w 795"/>
                  <a:gd name="T63" fmla="*/ 114 h 573"/>
                  <a:gd name="T64" fmla="*/ 422 w 795"/>
                  <a:gd name="T65" fmla="*/ 95 h 573"/>
                  <a:gd name="T66" fmla="*/ 395 w 795"/>
                  <a:gd name="T67" fmla="*/ 82 h 573"/>
                  <a:gd name="T68" fmla="*/ 336 w 795"/>
                  <a:gd name="T69" fmla="*/ 58 h 573"/>
                  <a:gd name="T70" fmla="*/ 240 w 795"/>
                  <a:gd name="T71" fmla="*/ 27 h 573"/>
                  <a:gd name="T72" fmla="*/ 147 w 795"/>
                  <a:gd name="T73" fmla="*/ 7 h 573"/>
                  <a:gd name="T74" fmla="*/ 93 w 795"/>
                  <a:gd name="T75" fmla="*/ 0 h 573"/>
                  <a:gd name="T76" fmla="*/ 49 w 795"/>
                  <a:gd name="T77" fmla="*/ 0 h 573"/>
                  <a:gd name="T78" fmla="*/ 19 w 795"/>
                  <a:gd name="T79" fmla="*/ 6 h 573"/>
                  <a:gd name="T80" fmla="*/ 11 w 795"/>
                  <a:gd name="T81" fmla="*/ 12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95" h="573">
                    <a:moveTo>
                      <a:pt x="11" y="12"/>
                    </a:moveTo>
                    <a:lnTo>
                      <a:pt x="6" y="19"/>
                    </a:lnTo>
                    <a:lnTo>
                      <a:pt x="1" y="46"/>
                    </a:lnTo>
                    <a:lnTo>
                      <a:pt x="0" y="76"/>
                    </a:lnTo>
                    <a:lnTo>
                      <a:pt x="4" y="98"/>
                    </a:lnTo>
                    <a:lnTo>
                      <a:pt x="9" y="100"/>
                    </a:lnTo>
                    <a:lnTo>
                      <a:pt x="43" y="104"/>
                    </a:lnTo>
                    <a:lnTo>
                      <a:pt x="137" y="119"/>
                    </a:lnTo>
                    <a:lnTo>
                      <a:pt x="180" y="126"/>
                    </a:lnTo>
                    <a:lnTo>
                      <a:pt x="261" y="148"/>
                    </a:lnTo>
                    <a:lnTo>
                      <a:pt x="340" y="180"/>
                    </a:lnTo>
                    <a:lnTo>
                      <a:pt x="414" y="220"/>
                    </a:lnTo>
                    <a:lnTo>
                      <a:pt x="483" y="267"/>
                    </a:lnTo>
                    <a:lnTo>
                      <a:pt x="546" y="323"/>
                    </a:lnTo>
                    <a:lnTo>
                      <a:pt x="604" y="385"/>
                    </a:lnTo>
                    <a:lnTo>
                      <a:pt x="655" y="455"/>
                    </a:lnTo>
                    <a:lnTo>
                      <a:pt x="677" y="492"/>
                    </a:lnTo>
                    <a:lnTo>
                      <a:pt x="696" y="523"/>
                    </a:lnTo>
                    <a:lnTo>
                      <a:pt x="728" y="562"/>
                    </a:lnTo>
                    <a:lnTo>
                      <a:pt x="748" y="573"/>
                    </a:lnTo>
                    <a:lnTo>
                      <a:pt x="760" y="572"/>
                    </a:lnTo>
                    <a:lnTo>
                      <a:pt x="778" y="562"/>
                    </a:lnTo>
                    <a:lnTo>
                      <a:pt x="789" y="545"/>
                    </a:lnTo>
                    <a:lnTo>
                      <a:pt x="793" y="538"/>
                    </a:lnTo>
                    <a:lnTo>
                      <a:pt x="795" y="520"/>
                    </a:lnTo>
                    <a:lnTo>
                      <a:pt x="789" y="485"/>
                    </a:lnTo>
                    <a:lnTo>
                      <a:pt x="762" y="427"/>
                    </a:lnTo>
                    <a:lnTo>
                      <a:pt x="718" y="362"/>
                    </a:lnTo>
                    <a:lnTo>
                      <a:pt x="662" y="293"/>
                    </a:lnTo>
                    <a:lnTo>
                      <a:pt x="597" y="225"/>
                    </a:lnTo>
                    <a:lnTo>
                      <a:pt x="527" y="164"/>
                    </a:lnTo>
                    <a:lnTo>
                      <a:pt x="456" y="114"/>
                    </a:lnTo>
                    <a:lnTo>
                      <a:pt x="422" y="95"/>
                    </a:lnTo>
                    <a:lnTo>
                      <a:pt x="395" y="82"/>
                    </a:lnTo>
                    <a:lnTo>
                      <a:pt x="336" y="58"/>
                    </a:lnTo>
                    <a:lnTo>
                      <a:pt x="240" y="27"/>
                    </a:lnTo>
                    <a:lnTo>
                      <a:pt x="147" y="7"/>
                    </a:lnTo>
                    <a:lnTo>
                      <a:pt x="93" y="0"/>
                    </a:lnTo>
                    <a:lnTo>
                      <a:pt x="49" y="0"/>
                    </a:lnTo>
                    <a:lnTo>
                      <a:pt x="19" y="6"/>
                    </a:lnTo>
                    <a:lnTo>
                      <a:pt x="11"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0" name="Freeform 90">
                <a:extLst>
                  <a:ext uri="{FF2B5EF4-FFF2-40B4-BE49-F238E27FC236}">
                    <a16:creationId xmlns:a16="http://schemas.microsoft.com/office/drawing/2014/main" id="{D39B6805-6148-20F1-FACF-A49C33237284}"/>
                  </a:ext>
                </a:extLst>
              </p:cNvPr>
              <p:cNvSpPr>
                <a:spLocks noEditPoints="1"/>
              </p:cNvSpPr>
              <p:nvPr/>
            </p:nvSpPr>
            <p:spPr bwMode="auto">
              <a:xfrm>
                <a:off x="217031" y="113127"/>
                <a:ext cx="1597025" cy="1252538"/>
              </a:xfrm>
              <a:custGeom>
                <a:avLst/>
                <a:gdLst>
                  <a:gd name="T0" fmla="*/ 2625 w 3507"/>
                  <a:gd name="T1" fmla="*/ 76 h 2757"/>
                  <a:gd name="T2" fmla="*/ 2401 w 3507"/>
                  <a:gd name="T3" fmla="*/ 288 h 2757"/>
                  <a:gd name="T4" fmla="*/ 2319 w 3507"/>
                  <a:gd name="T5" fmla="*/ 490 h 2757"/>
                  <a:gd name="T6" fmla="*/ 2280 w 3507"/>
                  <a:gd name="T7" fmla="*/ 531 h 2757"/>
                  <a:gd name="T8" fmla="*/ 1239 w 3507"/>
                  <a:gd name="T9" fmla="*/ 545 h 2757"/>
                  <a:gd name="T10" fmla="*/ 58 w 3507"/>
                  <a:gd name="T11" fmla="*/ 628 h 2757"/>
                  <a:gd name="T12" fmla="*/ 4 w 3507"/>
                  <a:gd name="T13" fmla="*/ 932 h 2757"/>
                  <a:gd name="T14" fmla="*/ 2 w 3507"/>
                  <a:gd name="T15" fmla="*/ 2033 h 2757"/>
                  <a:gd name="T16" fmla="*/ 49 w 3507"/>
                  <a:gd name="T17" fmla="*/ 2298 h 2757"/>
                  <a:gd name="T18" fmla="*/ 162 w 3507"/>
                  <a:gd name="T19" fmla="*/ 2384 h 2757"/>
                  <a:gd name="T20" fmla="*/ 259 w 3507"/>
                  <a:gd name="T21" fmla="*/ 2690 h 2757"/>
                  <a:gd name="T22" fmla="*/ 311 w 3507"/>
                  <a:gd name="T23" fmla="*/ 2756 h 2757"/>
                  <a:gd name="T24" fmla="*/ 709 w 3507"/>
                  <a:gd name="T25" fmla="*/ 2410 h 2757"/>
                  <a:gd name="T26" fmla="*/ 2670 w 3507"/>
                  <a:gd name="T27" fmla="*/ 2401 h 2757"/>
                  <a:gd name="T28" fmla="*/ 2908 w 3507"/>
                  <a:gd name="T29" fmla="*/ 2322 h 2757"/>
                  <a:gd name="T30" fmla="*/ 2958 w 3507"/>
                  <a:gd name="T31" fmla="*/ 2124 h 2757"/>
                  <a:gd name="T32" fmla="*/ 3030 w 3507"/>
                  <a:gd name="T33" fmla="*/ 1185 h 2757"/>
                  <a:gd name="T34" fmla="*/ 3248 w 3507"/>
                  <a:gd name="T35" fmla="*/ 1092 h 2757"/>
                  <a:gd name="T36" fmla="*/ 3440 w 3507"/>
                  <a:gd name="T37" fmla="*/ 875 h 2757"/>
                  <a:gd name="T38" fmla="*/ 3504 w 3507"/>
                  <a:gd name="T39" fmla="*/ 702 h 2757"/>
                  <a:gd name="T40" fmla="*/ 3493 w 3507"/>
                  <a:gd name="T41" fmla="*/ 442 h 2757"/>
                  <a:gd name="T42" fmla="*/ 3363 w 3507"/>
                  <a:gd name="T43" fmla="*/ 201 h 2757"/>
                  <a:gd name="T44" fmla="*/ 3117 w 3507"/>
                  <a:gd name="T45" fmla="*/ 34 h 2757"/>
                  <a:gd name="T46" fmla="*/ 2830 w 3507"/>
                  <a:gd name="T47" fmla="*/ 2 h 2757"/>
                  <a:gd name="T48" fmla="*/ 3226 w 3507"/>
                  <a:gd name="T49" fmla="*/ 220 h 2757"/>
                  <a:gd name="T50" fmla="*/ 3366 w 3507"/>
                  <a:gd name="T51" fmla="*/ 400 h 2757"/>
                  <a:gd name="T52" fmla="*/ 3399 w 3507"/>
                  <a:gd name="T53" fmla="*/ 617 h 2757"/>
                  <a:gd name="T54" fmla="*/ 3362 w 3507"/>
                  <a:gd name="T55" fmla="*/ 797 h 2757"/>
                  <a:gd name="T56" fmla="*/ 3158 w 3507"/>
                  <a:gd name="T57" fmla="*/ 1025 h 2757"/>
                  <a:gd name="T58" fmla="*/ 2995 w 3507"/>
                  <a:gd name="T59" fmla="*/ 1081 h 2757"/>
                  <a:gd name="T60" fmla="*/ 2769 w 3507"/>
                  <a:gd name="T61" fmla="*/ 1071 h 2757"/>
                  <a:gd name="T62" fmla="*/ 2596 w 3507"/>
                  <a:gd name="T63" fmla="*/ 976 h 2757"/>
                  <a:gd name="T64" fmla="*/ 2459 w 3507"/>
                  <a:gd name="T65" fmla="*/ 794 h 2757"/>
                  <a:gd name="T66" fmla="*/ 2423 w 3507"/>
                  <a:gd name="T67" fmla="*/ 572 h 2757"/>
                  <a:gd name="T68" fmla="*/ 2467 w 3507"/>
                  <a:gd name="T69" fmla="*/ 385 h 2757"/>
                  <a:gd name="T70" fmla="*/ 2683 w 3507"/>
                  <a:gd name="T71" fmla="*/ 163 h 2757"/>
                  <a:gd name="T72" fmla="*/ 2802 w 3507"/>
                  <a:gd name="T73" fmla="*/ 120 h 2757"/>
                  <a:gd name="T74" fmla="*/ 3108 w 3507"/>
                  <a:gd name="T75" fmla="*/ 143 h 2757"/>
                  <a:gd name="T76" fmla="*/ 2398 w 3507"/>
                  <a:gd name="T77" fmla="*/ 900 h 2757"/>
                  <a:gd name="T78" fmla="*/ 2591 w 3507"/>
                  <a:gd name="T79" fmla="*/ 1100 h 2757"/>
                  <a:gd name="T80" fmla="*/ 2822 w 3507"/>
                  <a:gd name="T81" fmla="*/ 1192 h 2757"/>
                  <a:gd name="T82" fmla="*/ 2850 w 3507"/>
                  <a:gd name="T83" fmla="*/ 1407 h 2757"/>
                  <a:gd name="T84" fmla="*/ 2844 w 3507"/>
                  <a:gd name="T85" fmla="*/ 2201 h 2757"/>
                  <a:gd name="T86" fmla="*/ 2814 w 3507"/>
                  <a:gd name="T87" fmla="*/ 2265 h 2757"/>
                  <a:gd name="T88" fmla="*/ 2322 w 3507"/>
                  <a:gd name="T89" fmla="*/ 2292 h 2757"/>
                  <a:gd name="T90" fmla="*/ 468 w 3507"/>
                  <a:gd name="T91" fmla="*/ 2487 h 2757"/>
                  <a:gd name="T92" fmla="*/ 357 w 3507"/>
                  <a:gd name="T93" fmla="*/ 2554 h 2757"/>
                  <a:gd name="T94" fmla="*/ 350 w 3507"/>
                  <a:gd name="T95" fmla="*/ 2326 h 2757"/>
                  <a:gd name="T96" fmla="*/ 211 w 3507"/>
                  <a:gd name="T97" fmla="*/ 2286 h 2757"/>
                  <a:gd name="T98" fmla="*/ 133 w 3507"/>
                  <a:gd name="T99" fmla="*/ 2236 h 2757"/>
                  <a:gd name="T100" fmla="*/ 117 w 3507"/>
                  <a:gd name="T101" fmla="*/ 1222 h 2757"/>
                  <a:gd name="T102" fmla="*/ 145 w 3507"/>
                  <a:gd name="T103" fmla="*/ 698 h 2757"/>
                  <a:gd name="T104" fmla="*/ 231 w 3507"/>
                  <a:gd name="T105" fmla="*/ 666 h 2757"/>
                  <a:gd name="T106" fmla="*/ 2339 w 3507"/>
                  <a:gd name="T107" fmla="*/ 762 h 27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507" h="2757">
                    <a:moveTo>
                      <a:pt x="2799" y="7"/>
                    </a:moveTo>
                    <a:lnTo>
                      <a:pt x="2764" y="15"/>
                    </a:lnTo>
                    <a:lnTo>
                      <a:pt x="2694" y="41"/>
                    </a:lnTo>
                    <a:lnTo>
                      <a:pt x="2625" y="76"/>
                    </a:lnTo>
                    <a:lnTo>
                      <a:pt x="2560" y="120"/>
                    </a:lnTo>
                    <a:lnTo>
                      <a:pt x="2500" y="171"/>
                    </a:lnTo>
                    <a:lnTo>
                      <a:pt x="2446" y="227"/>
                    </a:lnTo>
                    <a:lnTo>
                      <a:pt x="2401" y="288"/>
                    </a:lnTo>
                    <a:lnTo>
                      <a:pt x="2365" y="351"/>
                    </a:lnTo>
                    <a:lnTo>
                      <a:pt x="2352" y="384"/>
                    </a:lnTo>
                    <a:lnTo>
                      <a:pt x="2338" y="423"/>
                    </a:lnTo>
                    <a:lnTo>
                      <a:pt x="2319" y="490"/>
                    </a:lnTo>
                    <a:lnTo>
                      <a:pt x="2317" y="509"/>
                    </a:lnTo>
                    <a:lnTo>
                      <a:pt x="2317" y="514"/>
                    </a:lnTo>
                    <a:lnTo>
                      <a:pt x="2309" y="524"/>
                    </a:lnTo>
                    <a:lnTo>
                      <a:pt x="2280" y="531"/>
                    </a:lnTo>
                    <a:lnTo>
                      <a:pt x="2220" y="536"/>
                    </a:lnTo>
                    <a:lnTo>
                      <a:pt x="2053" y="541"/>
                    </a:lnTo>
                    <a:lnTo>
                      <a:pt x="1602" y="544"/>
                    </a:lnTo>
                    <a:lnTo>
                      <a:pt x="1239" y="545"/>
                    </a:lnTo>
                    <a:lnTo>
                      <a:pt x="159" y="550"/>
                    </a:lnTo>
                    <a:lnTo>
                      <a:pt x="107" y="587"/>
                    </a:lnTo>
                    <a:lnTo>
                      <a:pt x="88" y="601"/>
                    </a:lnTo>
                    <a:lnTo>
                      <a:pt x="58" y="628"/>
                    </a:lnTo>
                    <a:lnTo>
                      <a:pt x="35" y="666"/>
                    </a:lnTo>
                    <a:lnTo>
                      <a:pt x="20" y="722"/>
                    </a:lnTo>
                    <a:lnTo>
                      <a:pt x="10" y="808"/>
                    </a:lnTo>
                    <a:lnTo>
                      <a:pt x="4" y="932"/>
                    </a:lnTo>
                    <a:lnTo>
                      <a:pt x="0" y="1205"/>
                    </a:lnTo>
                    <a:lnTo>
                      <a:pt x="0" y="1480"/>
                    </a:lnTo>
                    <a:lnTo>
                      <a:pt x="0" y="1726"/>
                    </a:lnTo>
                    <a:lnTo>
                      <a:pt x="2" y="2033"/>
                    </a:lnTo>
                    <a:lnTo>
                      <a:pt x="9" y="2184"/>
                    </a:lnTo>
                    <a:lnTo>
                      <a:pt x="24" y="2250"/>
                    </a:lnTo>
                    <a:lnTo>
                      <a:pt x="37" y="2275"/>
                    </a:lnTo>
                    <a:lnTo>
                      <a:pt x="49" y="2298"/>
                    </a:lnTo>
                    <a:lnTo>
                      <a:pt x="71" y="2330"/>
                    </a:lnTo>
                    <a:lnTo>
                      <a:pt x="98" y="2354"/>
                    </a:lnTo>
                    <a:lnTo>
                      <a:pt x="136" y="2373"/>
                    </a:lnTo>
                    <a:lnTo>
                      <a:pt x="162" y="2384"/>
                    </a:lnTo>
                    <a:lnTo>
                      <a:pt x="249" y="2417"/>
                    </a:lnTo>
                    <a:lnTo>
                      <a:pt x="254" y="2584"/>
                    </a:lnTo>
                    <a:lnTo>
                      <a:pt x="255" y="2625"/>
                    </a:lnTo>
                    <a:lnTo>
                      <a:pt x="259" y="2690"/>
                    </a:lnTo>
                    <a:lnTo>
                      <a:pt x="268" y="2734"/>
                    </a:lnTo>
                    <a:lnTo>
                      <a:pt x="280" y="2752"/>
                    </a:lnTo>
                    <a:lnTo>
                      <a:pt x="291" y="2757"/>
                    </a:lnTo>
                    <a:lnTo>
                      <a:pt x="311" y="2756"/>
                    </a:lnTo>
                    <a:lnTo>
                      <a:pt x="350" y="2734"/>
                    </a:lnTo>
                    <a:lnTo>
                      <a:pt x="435" y="2664"/>
                    </a:lnTo>
                    <a:lnTo>
                      <a:pt x="520" y="2585"/>
                    </a:lnTo>
                    <a:lnTo>
                      <a:pt x="709" y="2410"/>
                    </a:lnTo>
                    <a:lnTo>
                      <a:pt x="1739" y="2409"/>
                    </a:lnTo>
                    <a:lnTo>
                      <a:pt x="2129" y="2409"/>
                    </a:lnTo>
                    <a:lnTo>
                      <a:pt x="2506" y="2406"/>
                    </a:lnTo>
                    <a:lnTo>
                      <a:pt x="2670" y="2401"/>
                    </a:lnTo>
                    <a:lnTo>
                      <a:pt x="2778" y="2391"/>
                    </a:lnTo>
                    <a:lnTo>
                      <a:pt x="2844" y="2376"/>
                    </a:lnTo>
                    <a:lnTo>
                      <a:pt x="2882" y="2353"/>
                    </a:lnTo>
                    <a:lnTo>
                      <a:pt x="2908" y="2322"/>
                    </a:lnTo>
                    <a:lnTo>
                      <a:pt x="2922" y="2302"/>
                    </a:lnTo>
                    <a:lnTo>
                      <a:pt x="2934" y="2284"/>
                    </a:lnTo>
                    <a:lnTo>
                      <a:pt x="2950" y="2235"/>
                    </a:lnTo>
                    <a:lnTo>
                      <a:pt x="2958" y="2124"/>
                    </a:lnTo>
                    <a:lnTo>
                      <a:pt x="2962" y="1901"/>
                    </a:lnTo>
                    <a:lnTo>
                      <a:pt x="2964" y="1724"/>
                    </a:lnTo>
                    <a:lnTo>
                      <a:pt x="2969" y="1195"/>
                    </a:lnTo>
                    <a:lnTo>
                      <a:pt x="3030" y="1185"/>
                    </a:lnTo>
                    <a:lnTo>
                      <a:pt x="3063" y="1179"/>
                    </a:lnTo>
                    <a:lnTo>
                      <a:pt x="3126" y="1159"/>
                    </a:lnTo>
                    <a:lnTo>
                      <a:pt x="3188" y="1130"/>
                    </a:lnTo>
                    <a:lnTo>
                      <a:pt x="3248" y="1092"/>
                    </a:lnTo>
                    <a:lnTo>
                      <a:pt x="3304" y="1048"/>
                    </a:lnTo>
                    <a:lnTo>
                      <a:pt x="3355" y="996"/>
                    </a:lnTo>
                    <a:lnTo>
                      <a:pt x="3401" y="938"/>
                    </a:lnTo>
                    <a:lnTo>
                      <a:pt x="3440" y="875"/>
                    </a:lnTo>
                    <a:lnTo>
                      <a:pt x="3457" y="842"/>
                    </a:lnTo>
                    <a:lnTo>
                      <a:pt x="3473" y="808"/>
                    </a:lnTo>
                    <a:lnTo>
                      <a:pt x="3493" y="754"/>
                    </a:lnTo>
                    <a:lnTo>
                      <a:pt x="3504" y="702"/>
                    </a:lnTo>
                    <a:lnTo>
                      <a:pt x="3507" y="636"/>
                    </a:lnTo>
                    <a:lnTo>
                      <a:pt x="3507" y="592"/>
                    </a:lnTo>
                    <a:lnTo>
                      <a:pt x="3506" y="536"/>
                    </a:lnTo>
                    <a:lnTo>
                      <a:pt x="3493" y="442"/>
                    </a:lnTo>
                    <a:lnTo>
                      <a:pt x="3466" y="359"/>
                    </a:lnTo>
                    <a:lnTo>
                      <a:pt x="3419" y="276"/>
                    </a:lnTo>
                    <a:lnTo>
                      <a:pt x="3387" y="230"/>
                    </a:lnTo>
                    <a:lnTo>
                      <a:pt x="3363" y="201"/>
                    </a:lnTo>
                    <a:lnTo>
                      <a:pt x="3302" y="143"/>
                    </a:lnTo>
                    <a:lnTo>
                      <a:pt x="3230" y="90"/>
                    </a:lnTo>
                    <a:lnTo>
                      <a:pt x="3154" y="48"/>
                    </a:lnTo>
                    <a:lnTo>
                      <a:pt x="3117" y="34"/>
                    </a:lnTo>
                    <a:lnTo>
                      <a:pt x="3083" y="23"/>
                    </a:lnTo>
                    <a:lnTo>
                      <a:pt x="2999" y="7"/>
                    </a:lnTo>
                    <a:lnTo>
                      <a:pt x="2910" y="0"/>
                    </a:lnTo>
                    <a:lnTo>
                      <a:pt x="2830" y="2"/>
                    </a:lnTo>
                    <a:lnTo>
                      <a:pt x="2799" y="7"/>
                    </a:lnTo>
                    <a:close/>
                    <a:moveTo>
                      <a:pt x="3125" y="150"/>
                    </a:moveTo>
                    <a:lnTo>
                      <a:pt x="3158" y="168"/>
                    </a:lnTo>
                    <a:lnTo>
                      <a:pt x="3226" y="220"/>
                    </a:lnTo>
                    <a:lnTo>
                      <a:pt x="3289" y="283"/>
                    </a:lnTo>
                    <a:lnTo>
                      <a:pt x="3341" y="351"/>
                    </a:lnTo>
                    <a:lnTo>
                      <a:pt x="3359" y="384"/>
                    </a:lnTo>
                    <a:lnTo>
                      <a:pt x="3366" y="400"/>
                    </a:lnTo>
                    <a:lnTo>
                      <a:pt x="3379" y="442"/>
                    </a:lnTo>
                    <a:lnTo>
                      <a:pt x="3393" y="519"/>
                    </a:lnTo>
                    <a:lnTo>
                      <a:pt x="3397" y="579"/>
                    </a:lnTo>
                    <a:lnTo>
                      <a:pt x="3399" y="617"/>
                    </a:lnTo>
                    <a:lnTo>
                      <a:pt x="3398" y="676"/>
                    </a:lnTo>
                    <a:lnTo>
                      <a:pt x="3390" y="723"/>
                    </a:lnTo>
                    <a:lnTo>
                      <a:pt x="3374" y="770"/>
                    </a:lnTo>
                    <a:lnTo>
                      <a:pt x="3362" y="797"/>
                    </a:lnTo>
                    <a:lnTo>
                      <a:pt x="3343" y="836"/>
                    </a:lnTo>
                    <a:lnTo>
                      <a:pt x="3292" y="908"/>
                    </a:lnTo>
                    <a:lnTo>
                      <a:pt x="3230" y="972"/>
                    </a:lnTo>
                    <a:lnTo>
                      <a:pt x="3158" y="1025"/>
                    </a:lnTo>
                    <a:lnTo>
                      <a:pt x="3119" y="1045"/>
                    </a:lnTo>
                    <a:lnTo>
                      <a:pt x="3097" y="1055"/>
                    </a:lnTo>
                    <a:lnTo>
                      <a:pt x="3049" y="1071"/>
                    </a:lnTo>
                    <a:lnTo>
                      <a:pt x="2995" y="1081"/>
                    </a:lnTo>
                    <a:lnTo>
                      <a:pt x="2937" y="1086"/>
                    </a:lnTo>
                    <a:lnTo>
                      <a:pt x="2879" y="1086"/>
                    </a:lnTo>
                    <a:lnTo>
                      <a:pt x="2822" y="1081"/>
                    </a:lnTo>
                    <a:lnTo>
                      <a:pt x="2769" y="1071"/>
                    </a:lnTo>
                    <a:lnTo>
                      <a:pt x="2721" y="1055"/>
                    </a:lnTo>
                    <a:lnTo>
                      <a:pt x="2700" y="1045"/>
                    </a:lnTo>
                    <a:lnTo>
                      <a:pt x="2663" y="1025"/>
                    </a:lnTo>
                    <a:lnTo>
                      <a:pt x="2596" y="976"/>
                    </a:lnTo>
                    <a:lnTo>
                      <a:pt x="2539" y="919"/>
                    </a:lnTo>
                    <a:lnTo>
                      <a:pt x="2490" y="854"/>
                    </a:lnTo>
                    <a:lnTo>
                      <a:pt x="2470" y="817"/>
                    </a:lnTo>
                    <a:lnTo>
                      <a:pt x="2459" y="794"/>
                    </a:lnTo>
                    <a:lnTo>
                      <a:pt x="2442" y="744"/>
                    </a:lnTo>
                    <a:lnTo>
                      <a:pt x="2430" y="688"/>
                    </a:lnTo>
                    <a:lnTo>
                      <a:pt x="2424" y="631"/>
                    </a:lnTo>
                    <a:lnTo>
                      <a:pt x="2423" y="572"/>
                    </a:lnTo>
                    <a:lnTo>
                      <a:pt x="2429" y="514"/>
                    </a:lnTo>
                    <a:lnTo>
                      <a:pt x="2440" y="459"/>
                    </a:lnTo>
                    <a:lnTo>
                      <a:pt x="2456" y="408"/>
                    </a:lnTo>
                    <a:lnTo>
                      <a:pt x="2467" y="385"/>
                    </a:lnTo>
                    <a:lnTo>
                      <a:pt x="2488" y="348"/>
                    </a:lnTo>
                    <a:lnTo>
                      <a:pt x="2549" y="272"/>
                    </a:lnTo>
                    <a:lnTo>
                      <a:pt x="2624" y="203"/>
                    </a:lnTo>
                    <a:lnTo>
                      <a:pt x="2683" y="163"/>
                    </a:lnTo>
                    <a:lnTo>
                      <a:pt x="2721" y="143"/>
                    </a:lnTo>
                    <a:lnTo>
                      <a:pt x="2739" y="135"/>
                    </a:lnTo>
                    <a:lnTo>
                      <a:pt x="2758" y="129"/>
                    </a:lnTo>
                    <a:lnTo>
                      <a:pt x="2802" y="120"/>
                    </a:lnTo>
                    <a:lnTo>
                      <a:pt x="2880" y="113"/>
                    </a:lnTo>
                    <a:lnTo>
                      <a:pt x="2990" y="117"/>
                    </a:lnTo>
                    <a:lnTo>
                      <a:pt x="3065" y="130"/>
                    </a:lnTo>
                    <a:lnTo>
                      <a:pt x="3108" y="143"/>
                    </a:lnTo>
                    <a:lnTo>
                      <a:pt x="3125" y="150"/>
                    </a:lnTo>
                    <a:close/>
                    <a:moveTo>
                      <a:pt x="2339" y="762"/>
                    </a:moveTo>
                    <a:lnTo>
                      <a:pt x="2354" y="809"/>
                    </a:lnTo>
                    <a:lnTo>
                      <a:pt x="2398" y="900"/>
                    </a:lnTo>
                    <a:lnTo>
                      <a:pt x="2455" y="982"/>
                    </a:lnTo>
                    <a:lnTo>
                      <a:pt x="2523" y="1052"/>
                    </a:lnTo>
                    <a:lnTo>
                      <a:pt x="2560" y="1080"/>
                    </a:lnTo>
                    <a:lnTo>
                      <a:pt x="2591" y="1100"/>
                    </a:lnTo>
                    <a:lnTo>
                      <a:pt x="2664" y="1139"/>
                    </a:lnTo>
                    <a:lnTo>
                      <a:pt x="2738" y="1171"/>
                    </a:lnTo>
                    <a:lnTo>
                      <a:pt x="2801" y="1190"/>
                    </a:lnTo>
                    <a:lnTo>
                      <a:pt x="2822" y="1192"/>
                    </a:lnTo>
                    <a:lnTo>
                      <a:pt x="2827" y="1192"/>
                    </a:lnTo>
                    <a:lnTo>
                      <a:pt x="2835" y="1198"/>
                    </a:lnTo>
                    <a:lnTo>
                      <a:pt x="2843" y="1226"/>
                    </a:lnTo>
                    <a:lnTo>
                      <a:pt x="2850" y="1407"/>
                    </a:lnTo>
                    <a:lnTo>
                      <a:pt x="2850" y="1715"/>
                    </a:lnTo>
                    <a:lnTo>
                      <a:pt x="2850" y="1895"/>
                    </a:lnTo>
                    <a:lnTo>
                      <a:pt x="2849" y="2118"/>
                    </a:lnTo>
                    <a:lnTo>
                      <a:pt x="2844" y="2201"/>
                    </a:lnTo>
                    <a:lnTo>
                      <a:pt x="2839" y="2233"/>
                    </a:lnTo>
                    <a:lnTo>
                      <a:pt x="2831" y="2250"/>
                    </a:lnTo>
                    <a:lnTo>
                      <a:pt x="2820" y="2261"/>
                    </a:lnTo>
                    <a:lnTo>
                      <a:pt x="2814" y="2265"/>
                    </a:lnTo>
                    <a:lnTo>
                      <a:pt x="2807" y="2270"/>
                    </a:lnTo>
                    <a:lnTo>
                      <a:pt x="2781" y="2277"/>
                    </a:lnTo>
                    <a:lnTo>
                      <a:pt x="2704" y="2284"/>
                    </a:lnTo>
                    <a:lnTo>
                      <a:pt x="2322" y="2292"/>
                    </a:lnTo>
                    <a:lnTo>
                      <a:pt x="1730" y="2292"/>
                    </a:lnTo>
                    <a:lnTo>
                      <a:pt x="684" y="2292"/>
                    </a:lnTo>
                    <a:lnTo>
                      <a:pt x="530" y="2432"/>
                    </a:lnTo>
                    <a:lnTo>
                      <a:pt x="468" y="2487"/>
                    </a:lnTo>
                    <a:lnTo>
                      <a:pt x="395" y="2545"/>
                    </a:lnTo>
                    <a:lnTo>
                      <a:pt x="367" y="2564"/>
                    </a:lnTo>
                    <a:lnTo>
                      <a:pt x="362" y="2564"/>
                    </a:lnTo>
                    <a:lnTo>
                      <a:pt x="357" y="2554"/>
                    </a:lnTo>
                    <a:lnTo>
                      <a:pt x="352" y="2487"/>
                    </a:lnTo>
                    <a:lnTo>
                      <a:pt x="352" y="2440"/>
                    </a:lnTo>
                    <a:lnTo>
                      <a:pt x="353" y="2394"/>
                    </a:lnTo>
                    <a:lnTo>
                      <a:pt x="350" y="2326"/>
                    </a:lnTo>
                    <a:lnTo>
                      <a:pt x="347" y="2315"/>
                    </a:lnTo>
                    <a:lnTo>
                      <a:pt x="320" y="2306"/>
                    </a:lnTo>
                    <a:lnTo>
                      <a:pt x="250" y="2294"/>
                    </a:lnTo>
                    <a:lnTo>
                      <a:pt x="211" y="2286"/>
                    </a:lnTo>
                    <a:lnTo>
                      <a:pt x="165" y="2269"/>
                    </a:lnTo>
                    <a:lnTo>
                      <a:pt x="145" y="2256"/>
                    </a:lnTo>
                    <a:lnTo>
                      <a:pt x="139" y="2249"/>
                    </a:lnTo>
                    <a:lnTo>
                      <a:pt x="133" y="2236"/>
                    </a:lnTo>
                    <a:lnTo>
                      <a:pt x="124" y="2153"/>
                    </a:lnTo>
                    <a:lnTo>
                      <a:pt x="118" y="1863"/>
                    </a:lnTo>
                    <a:lnTo>
                      <a:pt x="117" y="1472"/>
                    </a:lnTo>
                    <a:lnTo>
                      <a:pt x="117" y="1222"/>
                    </a:lnTo>
                    <a:lnTo>
                      <a:pt x="119" y="908"/>
                    </a:lnTo>
                    <a:lnTo>
                      <a:pt x="126" y="758"/>
                    </a:lnTo>
                    <a:lnTo>
                      <a:pt x="135" y="713"/>
                    </a:lnTo>
                    <a:lnTo>
                      <a:pt x="145" y="698"/>
                    </a:lnTo>
                    <a:lnTo>
                      <a:pt x="150" y="692"/>
                    </a:lnTo>
                    <a:lnTo>
                      <a:pt x="156" y="686"/>
                    </a:lnTo>
                    <a:lnTo>
                      <a:pt x="174" y="676"/>
                    </a:lnTo>
                    <a:lnTo>
                      <a:pt x="231" y="666"/>
                    </a:lnTo>
                    <a:lnTo>
                      <a:pt x="593" y="659"/>
                    </a:lnTo>
                    <a:lnTo>
                      <a:pt x="1247" y="659"/>
                    </a:lnTo>
                    <a:lnTo>
                      <a:pt x="2309" y="659"/>
                    </a:lnTo>
                    <a:lnTo>
                      <a:pt x="2339" y="7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1" name="Freeform 91">
                <a:extLst>
                  <a:ext uri="{FF2B5EF4-FFF2-40B4-BE49-F238E27FC236}">
                    <a16:creationId xmlns:a16="http://schemas.microsoft.com/office/drawing/2014/main" id="{36D6637E-3259-7904-8AE4-F5B709032616}"/>
                  </a:ext>
                </a:extLst>
              </p:cNvPr>
              <p:cNvSpPr>
                <a:spLocks/>
              </p:cNvSpPr>
              <p:nvPr/>
            </p:nvSpPr>
            <p:spPr bwMode="auto">
              <a:xfrm>
                <a:off x="1452106" y="222665"/>
                <a:ext cx="184150" cy="257175"/>
              </a:xfrm>
              <a:custGeom>
                <a:avLst/>
                <a:gdLst>
                  <a:gd name="T0" fmla="*/ 89 w 404"/>
                  <a:gd name="T1" fmla="*/ 33 h 565"/>
                  <a:gd name="T2" fmla="*/ 38 w 404"/>
                  <a:gd name="T3" fmla="*/ 83 h 565"/>
                  <a:gd name="T4" fmla="*/ 6 w 404"/>
                  <a:gd name="T5" fmla="*/ 145 h 565"/>
                  <a:gd name="T6" fmla="*/ 0 w 404"/>
                  <a:gd name="T7" fmla="*/ 206 h 565"/>
                  <a:gd name="T8" fmla="*/ 14 w 404"/>
                  <a:gd name="T9" fmla="*/ 242 h 565"/>
                  <a:gd name="T10" fmla="*/ 33 w 404"/>
                  <a:gd name="T11" fmla="*/ 259 h 565"/>
                  <a:gd name="T12" fmla="*/ 61 w 404"/>
                  <a:gd name="T13" fmla="*/ 260 h 565"/>
                  <a:gd name="T14" fmla="*/ 99 w 404"/>
                  <a:gd name="T15" fmla="*/ 215 h 565"/>
                  <a:gd name="T16" fmla="*/ 104 w 404"/>
                  <a:gd name="T17" fmla="*/ 182 h 565"/>
                  <a:gd name="T18" fmla="*/ 130 w 404"/>
                  <a:gd name="T19" fmla="*/ 138 h 565"/>
                  <a:gd name="T20" fmla="*/ 194 w 404"/>
                  <a:gd name="T21" fmla="*/ 105 h 565"/>
                  <a:gd name="T22" fmla="*/ 223 w 404"/>
                  <a:gd name="T23" fmla="*/ 107 h 565"/>
                  <a:gd name="T24" fmla="*/ 270 w 404"/>
                  <a:gd name="T25" fmla="*/ 141 h 565"/>
                  <a:gd name="T26" fmla="*/ 289 w 404"/>
                  <a:gd name="T27" fmla="*/ 168 h 565"/>
                  <a:gd name="T28" fmla="*/ 300 w 404"/>
                  <a:gd name="T29" fmla="*/ 212 h 565"/>
                  <a:gd name="T30" fmla="*/ 284 w 404"/>
                  <a:gd name="T31" fmla="*/ 266 h 565"/>
                  <a:gd name="T32" fmla="*/ 223 w 404"/>
                  <a:gd name="T33" fmla="*/ 324 h 565"/>
                  <a:gd name="T34" fmla="*/ 183 w 404"/>
                  <a:gd name="T35" fmla="*/ 356 h 565"/>
                  <a:gd name="T36" fmla="*/ 128 w 404"/>
                  <a:gd name="T37" fmla="*/ 441 h 565"/>
                  <a:gd name="T38" fmla="*/ 115 w 404"/>
                  <a:gd name="T39" fmla="*/ 498 h 565"/>
                  <a:gd name="T40" fmla="*/ 123 w 404"/>
                  <a:gd name="T41" fmla="*/ 532 h 565"/>
                  <a:gd name="T42" fmla="*/ 143 w 404"/>
                  <a:gd name="T43" fmla="*/ 558 h 565"/>
                  <a:gd name="T44" fmla="*/ 173 w 404"/>
                  <a:gd name="T45" fmla="*/ 565 h 565"/>
                  <a:gd name="T46" fmla="*/ 202 w 404"/>
                  <a:gd name="T47" fmla="*/ 543 h 565"/>
                  <a:gd name="T48" fmla="*/ 229 w 404"/>
                  <a:gd name="T49" fmla="*/ 479 h 565"/>
                  <a:gd name="T50" fmla="*/ 243 w 404"/>
                  <a:gd name="T51" fmla="*/ 448 h 565"/>
                  <a:gd name="T52" fmla="*/ 279 w 404"/>
                  <a:gd name="T53" fmla="*/ 413 h 565"/>
                  <a:gd name="T54" fmla="*/ 312 w 404"/>
                  <a:gd name="T55" fmla="*/ 394 h 565"/>
                  <a:gd name="T56" fmla="*/ 373 w 404"/>
                  <a:gd name="T57" fmla="*/ 327 h 565"/>
                  <a:gd name="T58" fmla="*/ 396 w 404"/>
                  <a:gd name="T59" fmla="*/ 276 h 565"/>
                  <a:gd name="T60" fmla="*/ 404 w 404"/>
                  <a:gd name="T61" fmla="*/ 207 h 565"/>
                  <a:gd name="T62" fmla="*/ 391 w 404"/>
                  <a:gd name="T63" fmla="*/ 142 h 565"/>
                  <a:gd name="T64" fmla="*/ 358 w 404"/>
                  <a:gd name="T65" fmla="*/ 84 h 565"/>
                  <a:gd name="T66" fmla="*/ 312 w 404"/>
                  <a:gd name="T67" fmla="*/ 38 h 565"/>
                  <a:gd name="T68" fmla="*/ 254 w 404"/>
                  <a:gd name="T69" fmla="*/ 9 h 565"/>
                  <a:gd name="T70" fmla="*/ 189 w 404"/>
                  <a:gd name="T71" fmla="*/ 0 h 565"/>
                  <a:gd name="T72" fmla="*/ 121 w 404"/>
                  <a:gd name="T73" fmla="*/ 15 h 5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04" h="565">
                    <a:moveTo>
                      <a:pt x="104" y="24"/>
                    </a:moveTo>
                    <a:lnTo>
                      <a:pt x="89" y="33"/>
                    </a:lnTo>
                    <a:lnTo>
                      <a:pt x="61" y="56"/>
                    </a:lnTo>
                    <a:lnTo>
                      <a:pt x="38" y="83"/>
                    </a:lnTo>
                    <a:lnTo>
                      <a:pt x="19" y="114"/>
                    </a:lnTo>
                    <a:lnTo>
                      <a:pt x="6" y="145"/>
                    </a:lnTo>
                    <a:lnTo>
                      <a:pt x="0" y="176"/>
                    </a:lnTo>
                    <a:lnTo>
                      <a:pt x="0" y="206"/>
                    </a:lnTo>
                    <a:lnTo>
                      <a:pt x="7" y="232"/>
                    </a:lnTo>
                    <a:lnTo>
                      <a:pt x="14" y="242"/>
                    </a:lnTo>
                    <a:lnTo>
                      <a:pt x="20" y="250"/>
                    </a:lnTo>
                    <a:lnTo>
                      <a:pt x="33" y="259"/>
                    </a:lnTo>
                    <a:lnTo>
                      <a:pt x="47" y="262"/>
                    </a:lnTo>
                    <a:lnTo>
                      <a:pt x="61" y="260"/>
                    </a:lnTo>
                    <a:lnTo>
                      <a:pt x="80" y="248"/>
                    </a:lnTo>
                    <a:lnTo>
                      <a:pt x="99" y="215"/>
                    </a:lnTo>
                    <a:lnTo>
                      <a:pt x="103" y="192"/>
                    </a:lnTo>
                    <a:lnTo>
                      <a:pt x="104" y="182"/>
                    </a:lnTo>
                    <a:lnTo>
                      <a:pt x="112" y="163"/>
                    </a:lnTo>
                    <a:lnTo>
                      <a:pt x="130" y="138"/>
                    </a:lnTo>
                    <a:lnTo>
                      <a:pt x="165" y="113"/>
                    </a:lnTo>
                    <a:lnTo>
                      <a:pt x="194" y="105"/>
                    </a:lnTo>
                    <a:lnTo>
                      <a:pt x="213" y="105"/>
                    </a:lnTo>
                    <a:lnTo>
                      <a:pt x="223" y="107"/>
                    </a:lnTo>
                    <a:lnTo>
                      <a:pt x="237" y="114"/>
                    </a:lnTo>
                    <a:lnTo>
                      <a:pt x="270" y="141"/>
                    </a:lnTo>
                    <a:lnTo>
                      <a:pt x="283" y="157"/>
                    </a:lnTo>
                    <a:lnTo>
                      <a:pt x="289" y="168"/>
                    </a:lnTo>
                    <a:lnTo>
                      <a:pt x="297" y="190"/>
                    </a:lnTo>
                    <a:lnTo>
                      <a:pt x="300" y="212"/>
                    </a:lnTo>
                    <a:lnTo>
                      <a:pt x="297" y="234"/>
                    </a:lnTo>
                    <a:lnTo>
                      <a:pt x="284" y="266"/>
                    </a:lnTo>
                    <a:lnTo>
                      <a:pt x="249" y="306"/>
                    </a:lnTo>
                    <a:lnTo>
                      <a:pt x="223" y="324"/>
                    </a:lnTo>
                    <a:lnTo>
                      <a:pt x="209" y="333"/>
                    </a:lnTo>
                    <a:lnTo>
                      <a:pt x="183" y="356"/>
                    </a:lnTo>
                    <a:lnTo>
                      <a:pt x="150" y="397"/>
                    </a:lnTo>
                    <a:lnTo>
                      <a:pt x="128" y="441"/>
                    </a:lnTo>
                    <a:lnTo>
                      <a:pt x="119" y="471"/>
                    </a:lnTo>
                    <a:lnTo>
                      <a:pt x="115" y="498"/>
                    </a:lnTo>
                    <a:lnTo>
                      <a:pt x="118" y="522"/>
                    </a:lnTo>
                    <a:lnTo>
                      <a:pt x="123" y="532"/>
                    </a:lnTo>
                    <a:lnTo>
                      <a:pt x="129" y="543"/>
                    </a:lnTo>
                    <a:lnTo>
                      <a:pt x="143" y="558"/>
                    </a:lnTo>
                    <a:lnTo>
                      <a:pt x="158" y="565"/>
                    </a:lnTo>
                    <a:lnTo>
                      <a:pt x="173" y="565"/>
                    </a:lnTo>
                    <a:lnTo>
                      <a:pt x="188" y="558"/>
                    </a:lnTo>
                    <a:lnTo>
                      <a:pt x="202" y="543"/>
                    </a:lnTo>
                    <a:lnTo>
                      <a:pt x="220" y="510"/>
                    </a:lnTo>
                    <a:lnTo>
                      <a:pt x="229" y="479"/>
                    </a:lnTo>
                    <a:lnTo>
                      <a:pt x="232" y="468"/>
                    </a:lnTo>
                    <a:lnTo>
                      <a:pt x="243" y="448"/>
                    </a:lnTo>
                    <a:lnTo>
                      <a:pt x="259" y="429"/>
                    </a:lnTo>
                    <a:lnTo>
                      <a:pt x="279" y="413"/>
                    </a:lnTo>
                    <a:lnTo>
                      <a:pt x="291" y="407"/>
                    </a:lnTo>
                    <a:lnTo>
                      <a:pt x="312" y="394"/>
                    </a:lnTo>
                    <a:lnTo>
                      <a:pt x="357" y="350"/>
                    </a:lnTo>
                    <a:lnTo>
                      <a:pt x="373" y="327"/>
                    </a:lnTo>
                    <a:lnTo>
                      <a:pt x="382" y="310"/>
                    </a:lnTo>
                    <a:lnTo>
                      <a:pt x="396" y="276"/>
                    </a:lnTo>
                    <a:lnTo>
                      <a:pt x="403" y="241"/>
                    </a:lnTo>
                    <a:lnTo>
                      <a:pt x="404" y="207"/>
                    </a:lnTo>
                    <a:lnTo>
                      <a:pt x="400" y="174"/>
                    </a:lnTo>
                    <a:lnTo>
                      <a:pt x="391" y="142"/>
                    </a:lnTo>
                    <a:lnTo>
                      <a:pt x="377" y="111"/>
                    </a:lnTo>
                    <a:lnTo>
                      <a:pt x="358" y="84"/>
                    </a:lnTo>
                    <a:lnTo>
                      <a:pt x="337" y="59"/>
                    </a:lnTo>
                    <a:lnTo>
                      <a:pt x="312" y="38"/>
                    </a:lnTo>
                    <a:lnTo>
                      <a:pt x="284" y="21"/>
                    </a:lnTo>
                    <a:lnTo>
                      <a:pt x="254" y="9"/>
                    </a:lnTo>
                    <a:lnTo>
                      <a:pt x="222" y="1"/>
                    </a:lnTo>
                    <a:lnTo>
                      <a:pt x="189" y="0"/>
                    </a:lnTo>
                    <a:lnTo>
                      <a:pt x="156" y="4"/>
                    </a:lnTo>
                    <a:lnTo>
                      <a:pt x="121" y="15"/>
                    </a:lnTo>
                    <a:lnTo>
                      <a:pt x="104"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2" name="Freeform 92">
                <a:extLst>
                  <a:ext uri="{FF2B5EF4-FFF2-40B4-BE49-F238E27FC236}">
                    <a16:creationId xmlns:a16="http://schemas.microsoft.com/office/drawing/2014/main" id="{4F6711B9-AA82-196E-0AE6-BA554324E503}"/>
                  </a:ext>
                </a:extLst>
              </p:cNvPr>
              <p:cNvSpPr>
                <a:spLocks/>
              </p:cNvSpPr>
              <p:nvPr/>
            </p:nvSpPr>
            <p:spPr bwMode="auto">
              <a:xfrm>
                <a:off x="1502906" y="498890"/>
                <a:ext cx="49213" cy="49213"/>
              </a:xfrm>
              <a:custGeom>
                <a:avLst/>
                <a:gdLst>
                  <a:gd name="T0" fmla="*/ 20 w 110"/>
                  <a:gd name="T1" fmla="*/ 18 h 105"/>
                  <a:gd name="T2" fmla="*/ 10 w 110"/>
                  <a:gd name="T3" fmla="*/ 29 h 105"/>
                  <a:gd name="T4" fmla="*/ 0 w 110"/>
                  <a:gd name="T5" fmla="*/ 50 h 105"/>
                  <a:gd name="T6" fmla="*/ 3 w 110"/>
                  <a:gd name="T7" fmla="*/ 70 h 105"/>
                  <a:gd name="T8" fmla="*/ 18 w 110"/>
                  <a:gd name="T9" fmla="*/ 88 h 105"/>
                  <a:gd name="T10" fmla="*/ 32 w 110"/>
                  <a:gd name="T11" fmla="*/ 98 h 105"/>
                  <a:gd name="T12" fmla="*/ 46 w 110"/>
                  <a:gd name="T13" fmla="*/ 105 h 105"/>
                  <a:gd name="T14" fmla="*/ 72 w 110"/>
                  <a:gd name="T15" fmla="*/ 102 h 105"/>
                  <a:gd name="T16" fmla="*/ 85 w 110"/>
                  <a:gd name="T17" fmla="*/ 93 h 105"/>
                  <a:gd name="T18" fmla="*/ 97 w 110"/>
                  <a:gd name="T19" fmla="*/ 81 h 105"/>
                  <a:gd name="T20" fmla="*/ 110 w 110"/>
                  <a:gd name="T21" fmla="*/ 58 h 105"/>
                  <a:gd name="T22" fmla="*/ 109 w 110"/>
                  <a:gd name="T23" fmla="*/ 36 h 105"/>
                  <a:gd name="T24" fmla="*/ 93 w 110"/>
                  <a:gd name="T25" fmla="*/ 16 h 105"/>
                  <a:gd name="T26" fmla="*/ 80 w 110"/>
                  <a:gd name="T27" fmla="*/ 8 h 105"/>
                  <a:gd name="T28" fmla="*/ 71 w 110"/>
                  <a:gd name="T29" fmla="*/ 4 h 105"/>
                  <a:gd name="T30" fmla="*/ 55 w 110"/>
                  <a:gd name="T31" fmla="*/ 0 h 105"/>
                  <a:gd name="T32" fmla="*/ 41 w 110"/>
                  <a:gd name="T33" fmla="*/ 2 h 105"/>
                  <a:gd name="T34" fmla="*/ 27 w 110"/>
                  <a:gd name="T35" fmla="*/ 11 h 105"/>
                  <a:gd name="T36" fmla="*/ 20 w 110"/>
                  <a:gd name="T37" fmla="*/ 1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105">
                    <a:moveTo>
                      <a:pt x="20" y="18"/>
                    </a:moveTo>
                    <a:lnTo>
                      <a:pt x="10" y="29"/>
                    </a:lnTo>
                    <a:lnTo>
                      <a:pt x="0" y="50"/>
                    </a:lnTo>
                    <a:lnTo>
                      <a:pt x="3" y="70"/>
                    </a:lnTo>
                    <a:lnTo>
                      <a:pt x="18" y="88"/>
                    </a:lnTo>
                    <a:lnTo>
                      <a:pt x="32" y="98"/>
                    </a:lnTo>
                    <a:lnTo>
                      <a:pt x="46" y="105"/>
                    </a:lnTo>
                    <a:lnTo>
                      <a:pt x="72" y="102"/>
                    </a:lnTo>
                    <a:lnTo>
                      <a:pt x="85" y="93"/>
                    </a:lnTo>
                    <a:lnTo>
                      <a:pt x="97" y="81"/>
                    </a:lnTo>
                    <a:lnTo>
                      <a:pt x="110" y="58"/>
                    </a:lnTo>
                    <a:lnTo>
                      <a:pt x="109" y="36"/>
                    </a:lnTo>
                    <a:lnTo>
                      <a:pt x="93" y="16"/>
                    </a:lnTo>
                    <a:lnTo>
                      <a:pt x="80" y="8"/>
                    </a:lnTo>
                    <a:lnTo>
                      <a:pt x="71" y="4"/>
                    </a:lnTo>
                    <a:lnTo>
                      <a:pt x="55" y="0"/>
                    </a:lnTo>
                    <a:lnTo>
                      <a:pt x="41" y="2"/>
                    </a:lnTo>
                    <a:lnTo>
                      <a:pt x="27" y="11"/>
                    </a:lnTo>
                    <a:lnTo>
                      <a:pt x="2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3" name="Freeform 93">
                <a:extLst>
                  <a:ext uri="{FF2B5EF4-FFF2-40B4-BE49-F238E27FC236}">
                    <a16:creationId xmlns:a16="http://schemas.microsoft.com/office/drawing/2014/main" id="{2D23A89F-F2AD-2830-A359-12456DFB3EDC}"/>
                  </a:ext>
                </a:extLst>
              </p:cNvPr>
              <p:cNvSpPr>
                <a:spLocks/>
              </p:cNvSpPr>
              <p:nvPr/>
            </p:nvSpPr>
            <p:spPr bwMode="auto">
              <a:xfrm>
                <a:off x="401181" y="556040"/>
                <a:ext cx="741363" cy="46038"/>
              </a:xfrm>
              <a:custGeom>
                <a:avLst/>
                <a:gdLst>
                  <a:gd name="T0" fmla="*/ 4 w 1628"/>
                  <a:gd name="T1" fmla="*/ 25 h 100"/>
                  <a:gd name="T2" fmla="*/ 0 w 1628"/>
                  <a:gd name="T3" fmla="*/ 37 h 100"/>
                  <a:gd name="T4" fmla="*/ 0 w 1628"/>
                  <a:gd name="T5" fmla="*/ 64 h 100"/>
                  <a:gd name="T6" fmla="*/ 4 w 1628"/>
                  <a:gd name="T7" fmla="*/ 75 h 100"/>
                  <a:gd name="T8" fmla="*/ 6 w 1628"/>
                  <a:gd name="T9" fmla="*/ 79 h 100"/>
                  <a:gd name="T10" fmla="*/ 21 w 1628"/>
                  <a:gd name="T11" fmla="*/ 86 h 100"/>
                  <a:gd name="T12" fmla="*/ 75 w 1628"/>
                  <a:gd name="T13" fmla="*/ 93 h 100"/>
                  <a:gd name="T14" fmla="*/ 360 w 1628"/>
                  <a:gd name="T15" fmla="*/ 100 h 100"/>
                  <a:gd name="T16" fmla="*/ 802 w 1628"/>
                  <a:gd name="T17" fmla="*/ 100 h 100"/>
                  <a:gd name="T18" fmla="*/ 1089 w 1628"/>
                  <a:gd name="T19" fmla="*/ 100 h 100"/>
                  <a:gd name="T20" fmla="*/ 1443 w 1628"/>
                  <a:gd name="T21" fmla="*/ 96 h 100"/>
                  <a:gd name="T22" fmla="*/ 1570 w 1628"/>
                  <a:gd name="T23" fmla="*/ 87 h 100"/>
                  <a:gd name="T24" fmla="*/ 1612 w 1628"/>
                  <a:gd name="T25" fmla="*/ 76 h 100"/>
                  <a:gd name="T26" fmla="*/ 1628 w 1628"/>
                  <a:gd name="T27" fmla="*/ 61 h 100"/>
                  <a:gd name="T28" fmla="*/ 1626 w 1628"/>
                  <a:gd name="T29" fmla="*/ 40 h 100"/>
                  <a:gd name="T30" fmla="*/ 1621 w 1628"/>
                  <a:gd name="T31" fmla="*/ 27 h 100"/>
                  <a:gd name="T32" fmla="*/ 1618 w 1628"/>
                  <a:gd name="T33" fmla="*/ 23 h 100"/>
                  <a:gd name="T34" fmla="*/ 1605 w 1628"/>
                  <a:gd name="T35" fmla="*/ 16 h 100"/>
                  <a:gd name="T36" fmla="*/ 1555 w 1628"/>
                  <a:gd name="T37" fmla="*/ 8 h 100"/>
                  <a:gd name="T38" fmla="*/ 1273 w 1628"/>
                  <a:gd name="T39" fmla="*/ 1 h 100"/>
                  <a:gd name="T40" fmla="*/ 812 w 1628"/>
                  <a:gd name="T41" fmla="*/ 0 h 100"/>
                  <a:gd name="T42" fmla="*/ 365 w 1628"/>
                  <a:gd name="T43" fmla="*/ 1 h 100"/>
                  <a:gd name="T44" fmla="*/ 76 w 1628"/>
                  <a:gd name="T45" fmla="*/ 8 h 100"/>
                  <a:gd name="T46" fmla="*/ 21 w 1628"/>
                  <a:gd name="T47" fmla="*/ 15 h 100"/>
                  <a:gd name="T48" fmla="*/ 6 w 1628"/>
                  <a:gd name="T49" fmla="*/ 21 h 100"/>
                  <a:gd name="T50" fmla="*/ 4 w 1628"/>
                  <a:gd name="T51" fmla="*/ 25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28" h="100">
                    <a:moveTo>
                      <a:pt x="4" y="25"/>
                    </a:moveTo>
                    <a:lnTo>
                      <a:pt x="0" y="37"/>
                    </a:lnTo>
                    <a:lnTo>
                      <a:pt x="0" y="64"/>
                    </a:lnTo>
                    <a:lnTo>
                      <a:pt x="4" y="75"/>
                    </a:lnTo>
                    <a:lnTo>
                      <a:pt x="6" y="79"/>
                    </a:lnTo>
                    <a:lnTo>
                      <a:pt x="21" y="86"/>
                    </a:lnTo>
                    <a:lnTo>
                      <a:pt x="75" y="93"/>
                    </a:lnTo>
                    <a:lnTo>
                      <a:pt x="360" y="100"/>
                    </a:lnTo>
                    <a:lnTo>
                      <a:pt x="802" y="100"/>
                    </a:lnTo>
                    <a:lnTo>
                      <a:pt x="1089" y="100"/>
                    </a:lnTo>
                    <a:lnTo>
                      <a:pt x="1443" y="96"/>
                    </a:lnTo>
                    <a:lnTo>
                      <a:pt x="1570" y="87"/>
                    </a:lnTo>
                    <a:lnTo>
                      <a:pt x="1612" y="76"/>
                    </a:lnTo>
                    <a:lnTo>
                      <a:pt x="1628" y="61"/>
                    </a:lnTo>
                    <a:lnTo>
                      <a:pt x="1626" y="40"/>
                    </a:lnTo>
                    <a:lnTo>
                      <a:pt x="1621" y="27"/>
                    </a:lnTo>
                    <a:lnTo>
                      <a:pt x="1618" y="23"/>
                    </a:lnTo>
                    <a:lnTo>
                      <a:pt x="1605" y="16"/>
                    </a:lnTo>
                    <a:lnTo>
                      <a:pt x="1555" y="8"/>
                    </a:lnTo>
                    <a:lnTo>
                      <a:pt x="1273" y="1"/>
                    </a:lnTo>
                    <a:lnTo>
                      <a:pt x="812" y="0"/>
                    </a:lnTo>
                    <a:lnTo>
                      <a:pt x="365" y="1"/>
                    </a:lnTo>
                    <a:lnTo>
                      <a:pt x="76" y="8"/>
                    </a:lnTo>
                    <a:lnTo>
                      <a:pt x="21" y="15"/>
                    </a:lnTo>
                    <a:lnTo>
                      <a:pt x="6" y="21"/>
                    </a:lnTo>
                    <a:lnTo>
                      <a:pt x="4" y="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4" name="Freeform 94">
                <a:extLst>
                  <a:ext uri="{FF2B5EF4-FFF2-40B4-BE49-F238E27FC236}">
                    <a16:creationId xmlns:a16="http://schemas.microsoft.com/office/drawing/2014/main" id="{61758592-FA72-D0F7-494A-F069E4410945}"/>
                  </a:ext>
                </a:extLst>
              </p:cNvPr>
              <p:cNvSpPr>
                <a:spLocks/>
              </p:cNvSpPr>
              <p:nvPr/>
            </p:nvSpPr>
            <p:spPr bwMode="auto">
              <a:xfrm>
                <a:off x="393243" y="700502"/>
                <a:ext cx="166688" cy="52388"/>
              </a:xfrm>
              <a:custGeom>
                <a:avLst/>
                <a:gdLst>
                  <a:gd name="T0" fmla="*/ 26 w 366"/>
                  <a:gd name="T1" fmla="*/ 27 h 117"/>
                  <a:gd name="T2" fmla="*/ 5 w 366"/>
                  <a:gd name="T3" fmla="*/ 47 h 117"/>
                  <a:gd name="T4" fmla="*/ 0 w 366"/>
                  <a:gd name="T5" fmla="*/ 58 h 117"/>
                  <a:gd name="T6" fmla="*/ 5 w 366"/>
                  <a:gd name="T7" fmla="*/ 69 h 117"/>
                  <a:gd name="T8" fmla="*/ 26 w 366"/>
                  <a:gd name="T9" fmla="*/ 90 h 117"/>
                  <a:gd name="T10" fmla="*/ 34 w 366"/>
                  <a:gd name="T11" fmla="*/ 97 h 117"/>
                  <a:gd name="T12" fmla="*/ 58 w 366"/>
                  <a:gd name="T13" fmla="*/ 107 h 117"/>
                  <a:gd name="T14" fmla="*/ 117 w 366"/>
                  <a:gd name="T15" fmla="*/ 116 h 117"/>
                  <a:gd name="T16" fmla="*/ 183 w 366"/>
                  <a:gd name="T17" fmla="*/ 117 h 117"/>
                  <a:gd name="T18" fmla="*/ 238 w 366"/>
                  <a:gd name="T19" fmla="*/ 116 h 117"/>
                  <a:gd name="T20" fmla="*/ 311 w 366"/>
                  <a:gd name="T21" fmla="*/ 112 h 117"/>
                  <a:gd name="T22" fmla="*/ 343 w 366"/>
                  <a:gd name="T23" fmla="*/ 103 h 117"/>
                  <a:gd name="T24" fmla="*/ 356 w 366"/>
                  <a:gd name="T25" fmla="*/ 94 h 117"/>
                  <a:gd name="T26" fmla="*/ 365 w 366"/>
                  <a:gd name="T27" fmla="*/ 76 h 117"/>
                  <a:gd name="T28" fmla="*/ 366 w 366"/>
                  <a:gd name="T29" fmla="*/ 58 h 117"/>
                  <a:gd name="T30" fmla="*/ 365 w 366"/>
                  <a:gd name="T31" fmla="*/ 41 h 117"/>
                  <a:gd name="T32" fmla="*/ 356 w 366"/>
                  <a:gd name="T33" fmla="*/ 23 h 117"/>
                  <a:gd name="T34" fmla="*/ 343 w 366"/>
                  <a:gd name="T35" fmla="*/ 14 h 117"/>
                  <a:gd name="T36" fmla="*/ 311 w 366"/>
                  <a:gd name="T37" fmla="*/ 5 h 117"/>
                  <a:gd name="T38" fmla="*/ 238 w 366"/>
                  <a:gd name="T39" fmla="*/ 0 h 117"/>
                  <a:gd name="T40" fmla="*/ 183 w 366"/>
                  <a:gd name="T41" fmla="*/ 0 h 117"/>
                  <a:gd name="T42" fmla="*/ 117 w 366"/>
                  <a:gd name="T43" fmla="*/ 1 h 117"/>
                  <a:gd name="T44" fmla="*/ 58 w 366"/>
                  <a:gd name="T45" fmla="*/ 9 h 117"/>
                  <a:gd name="T46" fmla="*/ 34 w 366"/>
                  <a:gd name="T47" fmla="*/ 20 h 117"/>
                  <a:gd name="T48" fmla="*/ 26 w 366"/>
                  <a:gd name="T49" fmla="*/ 2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66" h="117">
                    <a:moveTo>
                      <a:pt x="26" y="27"/>
                    </a:moveTo>
                    <a:lnTo>
                      <a:pt x="5" y="47"/>
                    </a:lnTo>
                    <a:lnTo>
                      <a:pt x="0" y="58"/>
                    </a:lnTo>
                    <a:lnTo>
                      <a:pt x="5" y="69"/>
                    </a:lnTo>
                    <a:lnTo>
                      <a:pt x="26" y="90"/>
                    </a:lnTo>
                    <a:lnTo>
                      <a:pt x="34" y="97"/>
                    </a:lnTo>
                    <a:lnTo>
                      <a:pt x="58" y="107"/>
                    </a:lnTo>
                    <a:lnTo>
                      <a:pt x="117" y="116"/>
                    </a:lnTo>
                    <a:lnTo>
                      <a:pt x="183" y="117"/>
                    </a:lnTo>
                    <a:lnTo>
                      <a:pt x="238" y="116"/>
                    </a:lnTo>
                    <a:lnTo>
                      <a:pt x="311" y="112"/>
                    </a:lnTo>
                    <a:lnTo>
                      <a:pt x="343" y="103"/>
                    </a:lnTo>
                    <a:lnTo>
                      <a:pt x="356" y="94"/>
                    </a:lnTo>
                    <a:lnTo>
                      <a:pt x="365" y="76"/>
                    </a:lnTo>
                    <a:lnTo>
                      <a:pt x="366" y="58"/>
                    </a:lnTo>
                    <a:lnTo>
                      <a:pt x="365" y="41"/>
                    </a:lnTo>
                    <a:lnTo>
                      <a:pt x="356" y="23"/>
                    </a:lnTo>
                    <a:lnTo>
                      <a:pt x="343" y="14"/>
                    </a:lnTo>
                    <a:lnTo>
                      <a:pt x="311" y="5"/>
                    </a:lnTo>
                    <a:lnTo>
                      <a:pt x="238" y="0"/>
                    </a:lnTo>
                    <a:lnTo>
                      <a:pt x="183" y="0"/>
                    </a:lnTo>
                    <a:lnTo>
                      <a:pt x="117" y="1"/>
                    </a:lnTo>
                    <a:lnTo>
                      <a:pt x="58" y="9"/>
                    </a:lnTo>
                    <a:lnTo>
                      <a:pt x="34" y="20"/>
                    </a:lnTo>
                    <a:lnTo>
                      <a:pt x="26"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5" name="Freeform 95">
                <a:extLst>
                  <a:ext uri="{FF2B5EF4-FFF2-40B4-BE49-F238E27FC236}">
                    <a16:creationId xmlns:a16="http://schemas.microsoft.com/office/drawing/2014/main" id="{0DCA96C6-F725-1263-72BB-72C1A6C1967A}"/>
                  </a:ext>
                </a:extLst>
              </p:cNvPr>
              <p:cNvSpPr>
                <a:spLocks/>
              </p:cNvSpPr>
              <p:nvPr/>
            </p:nvSpPr>
            <p:spPr bwMode="auto">
              <a:xfrm>
                <a:off x="634543" y="700502"/>
                <a:ext cx="758825" cy="50800"/>
              </a:xfrm>
              <a:custGeom>
                <a:avLst/>
                <a:gdLst>
                  <a:gd name="T0" fmla="*/ 20 w 1666"/>
                  <a:gd name="T1" fmla="*/ 20 h 114"/>
                  <a:gd name="T2" fmla="*/ 9 w 1666"/>
                  <a:gd name="T3" fmla="*/ 32 h 114"/>
                  <a:gd name="T4" fmla="*/ 0 w 1666"/>
                  <a:gd name="T5" fmla="*/ 59 h 114"/>
                  <a:gd name="T6" fmla="*/ 5 w 1666"/>
                  <a:gd name="T7" fmla="*/ 85 h 114"/>
                  <a:gd name="T8" fmla="*/ 24 w 1666"/>
                  <a:gd name="T9" fmla="*/ 103 h 114"/>
                  <a:gd name="T10" fmla="*/ 38 w 1666"/>
                  <a:gd name="T11" fmla="*/ 108 h 114"/>
                  <a:gd name="T12" fmla="*/ 97 w 1666"/>
                  <a:gd name="T13" fmla="*/ 112 h 114"/>
                  <a:gd name="T14" fmla="*/ 542 w 1666"/>
                  <a:gd name="T15" fmla="*/ 114 h 114"/>
                  <a:gd name="T16" fmla="*/ 857 w 1666"/>
                  <a:gd name="T17" fmla="*/ 113 h 114"/>
                  <a:gd name="T18" fmla="*/ 1321 w 1666"/>
                  <a:gd name="T19" fmla="*/ 110 h 114"/>
                  <a:gd name="T20" fmla="*/ 1594 w 1666"/>
                  <a:gd name="T21" fmla="*/ 101 h 114"/>
                  <a:gd name="T22" fmla="*/ 1640 w 1666"/>
                  <a:gd name="T23" fmla="*/ 92 h 114"/>
                  <a:gd name="T24" fmla="*/ 1653 w 1666"/>
                  <a:gd name="T25" fmla="*/ 83 h 114"/>
                  <a:gd name="T26" fmla="*/ 1657 w 1666"/>
                  <a:gd name="T27" fmla="*/ 78 h 114"/>
                  <a:gd name="T28" fmla="*/ 1662 w 1666"/>
                  <a:gd name="T29" fmla="*/ 69 h 114"/>
                  <a:gd name="T30" fmla="*/ 1666 w 1666"/>
                  <a:gd name="T31" fmla="*/ 55 h 114"/>
                  <a:gd name="T32" fmla="*/ 1663 w 1666"/>
                  <a:gd name="T33" fmla="*/ 43 h 114"/>
                  <a:gd name="T34" fmla="*/ 1652 w 1666"/>
                  <a:gd name="T35" fmla="*/ 31 h 114"/>
                  <a:gd name="T36" fmla="*/ 1643 w 1666"/>
                  <a:gd name="T37" fmla="*/ 23 h 114"/>
                  <a:gd name="T38" fmla="*/ 1637 w 1666"/>
                  <a:gd name="T39" fmla="*/ 20 h 114"/>
                  <a:gd name="T40" fmla="*/ 1614 w 1666"/>
                  <a:gd name="T41" fmla="*/ 14 h 114"/>
                  <a:gd name="T42" fmla="*/ 1550 w 1666"/>
                  <a:gd name="T43" fmla="*/ 7 h 114"/>
                  <a:gd name="T44" fmla="*/ 1253 w 1666"/>
                  <a:gd name="T45" fmla="*/ 0 h 114"/>
                  <a:gd name="T46" fmla="*/ 825 w 1666"/>
                  <a:gd name="T47" fmla="*/ 0 h 114"/>
                  <a:gd name="T48" fmla="*/ 432 w 1666"/>
                  <a:gd name="T49" fmla="*/ 1 h 114"/>
                  <a:gd name="T50" fmla="*/ 122 w 1666"/>
                  <a:gd name="T51" fmla="*/ 7 h 114"/>
                  <a:gd name="T52" fmla="*/ 31 w 1666"/>
                  <a:gd name="T53" fmla="*/ 15 h 114"/>
                  <a:gd name="T54" fmla="*/ 20 w 1666"/>
                  <a:gd name="T55" fmla="*/ 2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666" h="114">
                    <a:moveTo>
                      <a:pt x="20" y="20"/>
                    </a:moveTo>
                    <a:lnTo>
                      <a:pt x="9" y="32"/>
                    </a:lnTo>
                    <a:lnTo>
                      <a:pt x="0" y="59"/>
                    </a:lnTo>
                    <a:lnTo>
                      <a:pt x="5" y="85"/>
                    </a:lnTo>
                    <a:lnTo>
                      <a:pt x="24" y="103"/>
                    </a:lnTo>
                    <a:lnTo>
                      <a:pt x="38" y="108"/>
                    </a:lnTo>
                    <a:lnTo>
                      <a:pt x="97" y="112"/>
                    </a:lnTo>
                    <a:lnTo>
                      <a:pt x="542" y="114"/>
                    </a:lnTo>
                    <a:lnTo>
                      <a:pt x="857" y="113"/>
                    </a:lnTo>
                    <a:lnTo>
                      <a:pt x="1321" y="110"/>
                    </a:lnTo>
                    <a:lnTo>
                      <a:pt x="1594" y="101"/>
                    </a:lnTo>
                    <a:lnTo>
                      <a:pt x="1640" y="92"/>
                    </a:lnTo>
                    <a:lnTo>
                      <a:pt x="1653" y="83"/>
                    </a:lnTo>
                    <a:lnTo>
                      <a:pt x="1657" y="78"/>
                    </a:lnTo>
                    <a:lnTo>
                      <a:pt x="1662" y="69"/>
                    </a:lnTo>
                    <a:lnTo>
                      <a:pt x="1666" y="55"/>
                    </a:lnTo>
                    <a:lnTo>
                      <a:pt x="1663" y="43"/>
                    </a:lnTo>
                    <a:lnTo>
                      <a:pt x="1652" y="31"/>
                    </a:lnTo>
                    <a:lnTo>
                      <a:pt x="1643" y="23"/>
                    </a:lnTo>
                    <a:lnTo>
                      <a:pt x="1637" y="20"/>
                    </a:lnTo>
                    <a:lnTo>
                      <a:pt x="1614" y="14"/>
                    </a:lnTo>
                    <a:lnTo>
                      <a:pt x="1550" y="7"/>
                    </a:lnTo>
                    <a:lnTo>
                      <a:pt x="1253" y="0"/>
                    </a:lnTo>
                    <a:lnTo>
                      <a:pt x="825" y="0"/>
                    </a:lnTo>
                    <a:lnTo>
                      <a:pt x="432" y="1"/>
                    </a:lnTo>
                    <a:lnTo>
                      <a:pt x="122" y="7"/>
                    </a:lnTo>
                    <a:lnTo>
                      <a:pt x="31" y="15"/>
                    </a:lnTo>
                    <a:lnTo>
                      <a:pt x="20"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6" name="Freeform 96">
                <a:extLst>
                  <a:ext uri="{FF2B5EF4-FFF2-40B4-BE49-F238E27FC236}">
                    <a16:creationId xmlns:a16="http://schemas.microsoft.com/office/drawing/2014/main" id="{47FA8749-42E8-0261-4592-6700BAFA9F71}"/>
                  </a:ext>
                </a:extLst>
              </p:cNvPr>
              <p:cNvSpPr>
                <a:spLocks/>
              </p:cNvSpPr>
              <p:nvPr/>
            </p:nvSpPr>
            <p:spPr bwMode="auto">
              <a:xfrm>
                <a:off x="396418" y="851315"/>
                <a:ext cx="163513" cy="52388"/>
              </a:xfrm>
              <a:custGeom>
                <a:avLst/>
                <a:gdLst>
                  <a:gd name="T0" fmla="*/ 7 w 359"/>
                  <a:gd name="T1" fmla="*/ 32 h 115"/>
                  <a:gd name="T2" fmla="*/ 3 w 359"/>
                  <a:gd name="T3" fmla="*/ 41 h 115"/>
                  <a:gd name="T4" fmla="*/ 0 w 359"/>
                  <a:gd name="T5" fmla="*/ 57 h 115"/>
                  <a:gd name="T6" fmla="*/ 2 w 359"/>
                  <a:gd name="T7" fmla="*/ 71 h 115"/>
                  <a:gd name="T8" fmla="*/ 10 w 359"/>
                  <a:gd name="T9" fmla="*/ 85 h 115"/>
                  <a:gd name="T10" fmla="*/ 17 w 359"/>
                  <a:gd name="T11" fmla="*/ 92 h 115"/>
                  <a:gd name="T12" fmla="*/ 26 w 359"/>
                  <a:gd name="T13" fmla="*/ 99 h 115"/>
                  <a:gd name="T14" fmla="*/ 50 w 359"/>
                  <a:gd name="T15" fmla="*/ 109 h 115"/>
                  <a:gd name="T16" fmla="*/ 112 w 359"/>
                  <a:gd name="T17" fmla="*/ 115 h 115"/>
                  <a:gd name="T18" fmla="*/ 187 w 359"/>
                  <a:gd name="T19" fmla="*/ 114 h 115"/>
                  <a:gd name="T20" fmla="*/ 240 w 359"/>
                  <a:gd name="T21" fmla="*/ 111 h 115"/>
                  <a:gd name="T22" fmla="*/ 312 w 359"/>
                  <a:gd name="T23" fmla="*/ 101 h 115"/>
                  <a:gd name="T24" fmla="*/ 343 w 359"/>
                  <a:gd name="T25" fmla="*/ 86 h 115"/>
                  <a:gd name="T26" fmla="*/ 355 w 359"/>
                  <a:gd name="T27" fmla="*/ 74 h 115"/>
                  <a:gd name="T28" fmla="*/ 359 w 359"/>
                  <a:gd name="T29" fmla="*/ 58 h 115"/>
                  <a:gd name="T30" fmla="*/ 356 w 359"/>
                  <a:gd name="T31" fmla="*/ 38 h 115"/>
                  <a:gd name="T32" fmla="*/ 352 w 359"/>
                  <a:gd name="T33" fmla="*/ 27 h 115"/>
                  <a:gd name="T34" fmla="*/ 349 w 359"/>
                  <a:gd name="T35" fmla="*/ 19 h 115"/>
                  <a:gd name="T36" fmla="*/ 330 w 359"/>
                  <a:gd name="T37" fmla="*/ 9 h 115"/>
                  <a:gd name="T38" fmla="*/ 269 w 359"/>
                  <a:gd name="T39" fmla="*/ 1 h 115"/>
                  <a:gd name="T40" fmla="*/ 184 w 359"/>
                  <a:gd name="T41" fmla="*/ 0 h 115"/>
                  <a:gd name="T42" fmla="*/ 94 w 359"/>
                  <a:gd name="T43" fmla="*/ 1 h 115"/>
                  <a:gd name="T44" fmla="*/ 32 w 359"/>
                  <a:gd name="T45" fmla="*/ 9 h 115"/>
                  <a:gd name="T46" fmla="*/ 13 w 359"/>
                  <a:gd name="T47" fmla="*/ 22 h 115"/>
                  <a:gd name="T48" fmla="*/ 7 w 359"/>
                  <a:gd name="T49" fmla="*/ 32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59" h="115">
                    <a:moveTo>
                      <a:pt x="7" y="32"/>
                    </a:moveTo>
                    <a:lnTo>
                      <a:pt x="3" y="41"/>
                    </a:lnTo>
                    <a:lnTo>
                      <a:pt x="0" y="57"/>
                    </a:lnTo>
                    <a:lnTo>
                      <a:pt x="2" y="71"/>
                    </a:lnTo>
                    <a:lnTo>
                      <a:pt x="10" y="85"/>
                    </a:lnTo>
                    <a:lnTo>
                      <a:pt x="17" y="92"/>
                    </a:lnTo>
                    <a:lnTo>
                      <a:pt x="26" y="99"/>
                    </a:lnTo>
                    <a:lnTo>
                      <a:pt x="50" y="109"/>
                    </a:lnTo>
                    <a:lnTo>
                      <a:pt x="112" y="115"/>
                    </a:lnTo>
                    <a:lnTo>
                      <a:pt x="187" y="114"/>
                    </a:lnTo>
                    <a:lnTo>
                      <a:pt x="240" y="111"/>
                    </a:lnTo>
                    <a:lnTo>
                      <a:pt x="312" y="101"/>
                    </a:lnTo>
                    <a:lnTo>
                      <a:pt x="343" y="86"/>
                    </a:lnTo>
                    <a:lnTo>
                      <a:pt x="355" y="74"/>
                    </a:lnTo>
                    <a:lnTo>
                      <a:pt x="359" y="58"/>
                    </a:lnTo>
                    <a:lnTo>
                      <a:pt x="356" y="38"/>
                    </a:lnTo>
                    <a:lnTo>
                      <a:pt x="352" y="27"/>
                    </a:lnTo>
                    <a:lnTo>
                      <a:pt x="349" y="19"/>
                    </a:lnTo>
                    <a:lnTo>
                      <a:pt x="330" y="9"/>
                    </a:lnTo>
                    <a:lnTo>
                      <a:pt x="269" y="1"/>
                    </a:lnTo>
                    <a:lnTo>
                      <a:pt x="184" y="0"/>
                    </a:lnTo>
                    <a:lnTo>
                      <a:pt x="94" y="1"/>
                    </a:lnTo>
                    <a:lnTo>
                      <a:pt x="32" y="9"/>
                    </a:lnTo>
                    <a:lnTo>
                      <a:pt x="13" y="22"/>
                    </a:lnTo>
                    <a:lnTo>
                      <a:pt x="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7" name="Freeform 97">
                <a:extLst>
                  <a:ext uri="{FF2B5EF4-FFF2-40B4-BE49-F238E27FC236}">
                    <a16:creationId xmlns:a16="http://schemas.microsoft.com/office/drawing/2014/main" id="{7D2EF4F2-B4DC-3149-1A52-695654D775FA}"/>
                  </a:ext>
                </a:extLst>
              </p:cNvPr>
              <p:cNvSpPr>
                <a:spLocks/>
              </p:cNvSpPr>
              <p:nvPr/>
            </p:nvSpPr>
            <p:spPr bwMode="auto">
              <a:xfrm>
                <a:off x="636131" y="854490"/>
                <a:ext cx="757238" cy="50800"/>
              </a:xfrm>
              <a:custGeom>
                <a:avLst/>
                <a:gdLst>
                  <a:gd name="T0" fmla="*/ 21 w 1665"/>
                  <a:gd name="T1" fmla="*/ 7 h 112"/>
                  <a:gd name="T2" fmla="*/ 11 w 1665"/>
                  <a:gd name="T3" fmla="*/ 12 h 112"/>
                  <a:gd name="T4" fmla="*/ 1 w 1665"/>
                  <a:gd name="T5" fmla="*/ 31 h 112"/>
                  <a:gd name="T6" fmla="*/ 0 w 1665"/>
                  <a:gd name="T7" fmla="*/ 56 h 112"/>
                  <a:gd name="T8" fmla="*/ 10 w 1665"/>
                  <a:gd name="T9" fmla="*/ 81 h 112"/>
                  <a:gd name="T10" fmla="*/ 19 w 1665"/>
                  <a:gd name="T11" fmla="*/ 92 h 112"/>
                  <a:gd name="T12" fmla="*/ 30 w 1665"/>
                  <a:gd name="T13" fmla="*/ 97 h 112"/>
                  <a:gd name="T14" fmla="*/ 121 w 1665"/>
                  <a:gd name="T15" fmla="*/ 105 h 112"/>
                  <a:gd name="T16" fmla="*/ 431 w 1665"/>
                  <a:gd name="T17" fmla="*/ 111 h 112"/>
                  <a:gd name="T18" fmla="*/ 824 w 1665"/>
                  <a:gd name="T19" fmla="*/ 112 h 112"/>
                  <a:gd name="T20" fmla="*/ 1252 w 1665"/>
                  <a:gd name="T21" fmla="*/ 112 h 112"/>
                  <a:gd name="T22" fmla="*/ 1549 w 1665"/>
                  <a:gd name="T23" fmla="*/ 105 h 112"/>
                  <a:gd name="T24" fmla="*/ 1613 w 1665"/>
                  <a:gd name="T25" fmla="*/ 98 h 112"/>
                  <a:gd name="T26" fmla="*/ 1636 w 1665"/>
                  <a:gd name="T27" fmla="*/ 92 h 112"/>
                  <a:gd name="T28" fmla="*/ 1642 w 1665"/>
                  <a:gd name="T29" fmla="*/ 89 h 112"/>
                  <a:gd name="T30" fmla="*/ 1651 w 1665"/>
                  <a:gd name="T31" fmla="*/ 81 h 112"/>
                  <a:gd name="T32" fmla="*/ 1662 w 1665"/>
                  <a:gd name="T33" fmla="*/ 69 h 112"/>
                  <a:gd name="T34" fmla="*/ 1665 w 1665"/>
                  <a:gd name="T35" fmla="*/ 57 h 112"/>
                  <a:gd name="T36" fmla="*/ 1661 w 1665"/>
                  <a:gd name="T37" fmla="*/ 43 h 112"/>
                  <a:gd name="T38" fmla="*/ 1656 w 1665"/>
                  <a:gd name="T39" fmla="*/ 34 h 112"/>
                  <a:gd name="T40" fmla="*/ 1652 w 1665"/>
                  <a:gd name="T41" fmla="*/ 29 h 112"/>
                  <a:gd name="T42" fmla="*/ 1638 w 1665"/>
                  <a:gd name="T43" fmla="*/ 20 h 112"/>
                  <a:gd name="T44" fmla="*/ 1591 w 1665"/>
                  <a:gd name="T45" fmla="*/ 11 h 112"/>
                  <a:gd name="T46" fmla="*/ 1314 w 1665"/>
                  <a:gd name="T47" fmla="*/ 3 h 112"/>
                  <a:gd name="T48" fmla="*/ 839 w 1665"/>
                  <a:gd name="T49" fmla="*/ 0 h 112"/>
                  <a:gd name="T50" fmla="*/ 519 w 1665"/>
                  <a:gd name="T51" fmla="*/ 0 h 112"/>
                  <a:gd name="T52" fmla="*/ 73 w 1665"/>
                  <a:gd name="T53" fmla="*/ 3 h 112"/>
                  <a:gd name="T54" fmla="*/ 21 w 1665"/>
                  <a:gd name="T55" fmla="*/ 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665" h="112">
                    <a:moveTo>
                      <a:pt x="21" y="7"/>
                    </a:moveTo>
                    <a:lnTo>
                      <a:pt x="11" y="12"/>
                    </a:lnTo>
                    <a:lnTo>
                      <a:pt x="1" y="31"/>
                    </a:lnTo>
                    <a:lnTo>
                      <a:pt x="0" y="56"/>
                    </a:lnTo>
                    <a:lnTo>
                      <a:pt x="10" y="81"/>
                    </a:lnTo>
                    <a:lnTo>
                      <a:pt x="19" y="92"/>
                    </a:lnTo>
                    <a:lnTo>
                      <a:pt x="30" y="97"/>
                    </a:lnTo>
                    <a:lnTo>
                      <a:pt x="121" y="105"/>
                    </a:lnTo>
                    <a:lnTo>
                      <a:pt x="431" y="111"/>
                    </a:lnTo>
                    <a:lnTo>
                      <a:pt x="824" y="112"/>
                    </a:lnTo>
                    <a:lnTo>
                      <a:pt x="1252" y="112"/>
                    </a:lnTo>
                    <a:lnTo>
                      <a:pt x="1549" y="105"/>
                    </a:lnTo>
                    <a:lnTo>
                      <a:pt x="1613" y="98"/>
                    </a:lnTo>
                    <a:lnTo>
                      <a:pt x="1636" y="92"/>
                    </a:lnTo>
                    <a:lnTo>
                      <a:pt x="1642" y="89"/>
                    </a:lnTo>
                    <a:lnTo>
                      <a:pt x="1651" y="81"/>
                    </a:lnTo>
                    <a:lnTo>
                      <a:pt x="1662" y="69"/>
                    </a:lnTo>
                    <a:lnTo>
                      <a:pt x="1665" y="57"/>
                    </a:lnTo>
                    <a:lnTo>
                      <a:pt x="1661" y="43"/>
                    </a:lnTo>
                    <a:lnTo>
                      <a:pt x="1656" y="34"/>
                    </a:lnTo>
                    <a:lnTo>
                      <a:pt x="1652" y="29"/>
                    </a:lnTo>
                    <a:lnTo>
                      <a:pt x="1638" y="20"/>
                    </a:lnTo>
                    <a:lnTo>
                      <a:pt x="1591" y="11"/>
                    </a:lnTo>
                    <a:lnTo>
                      <a:pt x="1314" y="3"/>
                    </a:lnTo>
                    <a:lnTo>
                      <a:pt x="839" y="0"/>
                    </a:lnTo>
                    <a:lnTo>
                      <a:pt x="519" y="0"/>
                    </a:lnTo>
                    <a:lnTo>
                      <a:pt x="73" y="3"/>
                    </a:lnTo>
                    <a:lnTo>
                      <a:pt x="21"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8" name="Freeform 98">
                <a:extLst>
                  <a:ext uri="{FF2B5EF4-FFF2-40B4-BE49-F238E27FC236}">
                    <a16:creationId xmlns:a16="http://schemas.microsoft.com/office/drawing/2014/main" id="{A62421B5-02C7-237E-32BA-02700E41EB8C}"/>
                  </a:ext>
                </a:extLst>
              </p:cNvPr>
              <p:cNvSpPr>
                <a:spLocks/>
              </p:cNvSpPr>
              <p:nvPr/>
            </p:nvSpPr>
            <p:spPr bwMode="auto">
              <a:xfrm>
                <a:off x="394831" y="1003715"/>
                <a:ext cx="160338" cy="44450"/>
              </a:xfrm>
              <a:custGeom>
                <a:avLst/>
                <a:gdLst>
                  <a:gd name="T0" fmla="*/ 12 w 354"/>
                  <a:gd name="T1" fmla="*/ 24 h 97"/>
                  <a:gd name="T2" fmla="*/ 7 w 354"/>
                  <a:gd name="T3" fmla="*/ 31 h 97"/>
                  <a:gd name="T4" fmla="*/ 0 w 354"/>
                  <a:gd name="T5" fmla="*/ 43 h 97"/>
                  <a:gd name="T6" fmla="*/ 0 w 354"/>
                  <a:gd name="T7" fmla="*/ 54 h 97"/>
                  <a:gd name="T8" fmla="*/ 7 w 354"/>
                  <a:gd name="T9" fmla="*/ 66 h 97"/>
                  <a:gd name="T10" fmla="*/ 12 w 354"/>
                  <a:gd name="T11" fmla="*/ 74 h 97"/>
                  <a:gd name="T12" fmla="*/ 19 w 354"/>
                  <a:gd name="T13" fmla="*/ 81 h 97"/>
                  <a:gd name="T14" fmla="*/ 43 w 354"/>
                  <a:gd name="T15" fmla="*/ 91 h 97"/>
                  <a:gd name="T16" fmla="*/ 109 w 354"/>
                  <a:gd name="T17" fmla="*/ 97 h 97"/>
                  <a:gd name="T18" fmla="*/ 194 w 354"/>
                  <a:gd name="T19" fmla="*/ 95 h 97"/>
                  <a:gd name="T20" fmla="*/ 248 w 354"/>
                  <a:gd name="T21" fmla="*/ 94 h 97"/>
                  <a:gd name="T22" fmla="*/ 316 w 354"/>
                  <a:gd name="T23" fmla="*/ 90 h 97"/>
                  <a:gd name="T24" fmla="*/ 340 w 354"/>
                  <a:gd name="T25" fmla="*/ 83 h 97"/>
                  <a:gd name="T26" fmla="*/ 349 w 354"/>
                  <a:gd name="T27" fmla="*/ 77 h 97"/>
                  <a:gd name="T28" fmla="*/ 354 w 354"/>
                  <a:gd name="T29" fmla="*/ 63 h 97"/>
                  <a:gd name="T30" fmla="*/ 354 w 354"/>
                  <a:gd name="T31" fmla="*/ 49 h 97"/>
                  <a:gd name="T32" fmla="*/ 354 w 354"/>
                  <a:gd name="T33" fmla="*/ 34 h 97"/>
                  <a:gd name="T34" fmla="*/ 349 w 354"/>
                  <a:gd name="T35" fmla="*/ 20 h 97"/>
                  <a:gd name="T36" fmla="*/ 340 w 354"/>
                  <a:gd name="T37" fmla="*/ 14 h 97"/>
                  <a:gd name="T38" fmla="*/ 316 w 354"/>
                  <a:gd name="T39" fmla="*/ 8 h 97"/>
                  <a:gd name="T40" fmla="*/ 248 w 354"/>
                  <a:gd name="T41" fmla="*/ 4 h 97"/>
                  <a:gd name="T42" fmla="*/ 194 w 354"/>
                  <a:gd name="T43" fmla="*/ 2 h 97"/>
                  <a:gd name="T44" fmla="*/ 109 w 354"/>
                  <a:gd name="T45" fmla="*/ 0 h 97"/>
                  <a:gd name="T46" fmla="*/ 43 w 354"/>
                  <a:gd name="T47" fmla="*/ 6 h 97"/>
                  <a:gd name="T48" fmla="*/ 19 w 354"/>
                  <a:gd name="T49" fmla="*/ 16 h 97"/>
                  <a:gd name="T50" fmla="*/ 12 w 354"/>
                  <a:gd name="T51" fmla="*/ 24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54" h="97">
                    <a:moveTo>
                      <a:pt x="12" y="24"/>
                    </a:moveTo>
                    <a:lnTo>
                      <a:pt x="7" y="31"/>
                    </a:lnTo>
                    <a:lnTo>
                      <a:pt x="0" y="43"/>
                    </a:lnTo>
                    <a:lnTo>
                      <a:pt x="0" y="54"/>
                    </a:lnTo>
                    <a:lnTo>
                      <a:pt x="7" y="66"/>
                    </a:lnTo>
                    <a:lnTo>
                      <a:pt x="12" y="74"/>
                    </a:lnTo>
                    <a:lnTo>
                      <a:pt x="19" y="81"/>
                    </a:lnTo>
                    <a:lnTo>
                      <a:pt x="43" y="91"/>
                    </a:lnTo>
                    <a:lnTo>
                      <a:pt x="109" y="97"/>
                    </a:lnTo>
                    <a:lnTo>
                      <a:pt x="194" y="95"/>
                    </a:lnTo>
                    <a:lnTo>
                      <a:pt x="248" y="94"/>
                    </a:lnTo>
                    <a:lnTo>
                      <a:pt x="316" y="90"/>
                    </a:lnTo>
                    <a:lnTo>
                      <a:pt x="340" y="83"/>
                    </a:lnTo>
                    <a:lnTo>
                      <a:pt x="349" y="77"/>
                    </a:lnTo>
                    <a:lnTo>
                      <a:pt x="354" y="63"/>
                    </a:lnTo>
                    <a:lnTo>
                      <a:pt x="354" y="49"/>
                    </a:lnTo>
                    <a:lnTo>
                      <a:pt x="354" y="34"/>
                    </a:lnTo>
                    <a:lnTo>
                      <a:pt x="349" y="20"/>
                    </a:lnTo>
                    <a:lnTo>
                      <a:pt x="340" y="14"/>
                    </a:lnTo>
                    <a:lnTo>
                      <a:pt x="316" y="8"/>
                    </a:lnTo>
                    <a:lnTo>
                      <a:pt x="248" y="4"/>
                    </a:lnTo>
                    <a:lnTo>
                      <a:pt x="194" y="2"/>
                    </a:lnTo>
                    <a:lnTo>
                      <a:pt x="109" y="0"/>
                    </a:lnTo>
                    <a:lnTo>
                      <a:pt x="43" y="6"/>
                    </a:lnTo>
                    <a:lnTo>
                      <a:pt x="19" y="16"/>
                    </a:lnTo>
                    <a:lnTo>
                      <a:pt x="12"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9" name="Freeform 99">
                <a:extLst>
                  <a:ext uri="{FF2B5EF4-FFF2-40B4-BE49-F238E27FC236}">
                    <a16:creationId xmlns:a16="http://schemas.microsoft.com/office/drawing/2014/main" id="{CDFB44DD-0ADE-3350-63A9-EE7C0176712D}"/>
                  </a:ext>
                </a:extLst>
              </p:cNvPr>
              <p:cNvSpPr>
                <a:spLocks/>
              </p:cNvSpPr>
              <p:nvPr/>
            </p:nvSpPr>
            <p:spPr bwMode="auto">
              <a:xfrm>
                <a:off x="636131" y="1003715"/>
                <a:ext cx="755650" cy="46038"/>
              </a:xfrm>
              <a:custGeom>
                <a:avLst/>
                <a:gdLst>
                  <a:gd name="T0" fmla="*/ 5 w 1660"/>
                  <a:gd name="T1" fmla="*/ 25 h 102"/>
                  <a:gd name="T2" fmla="*/ 0 w 1660"/>
                  <a:gd name="T3" fmla="*/ 36 h 102"/>
                  <a:gd name="T4" fmla="*/ 0 w 1660"/>
                  <a:gd name="T5" fmla="*/ 63 h 102"/>
                  <a:gd name="T6" fmla="*/ 5 w 1660"/>
                  <a:gd name="T7" fmla="*/ 75 h 102"/>
                  <a:gd name="T8" fmla="*/ 9 w 1660"/>
                  <a:gd name="T9" fmla="*/ 78 h 102"/>
                  <a:gd name="T10" fmla="*/ 46 w 1660"/>
                  <a:gd name="T11" fmla="*/ 84 h 102"/>
                  <a:gd name="T12" fmla="*/ 155 w 1660"/>
                  <a:gd name="T13" fmla="*/ 92 h 102"/>
                  <a:gd name="T14" fmla="*/ 516 w 1660"/>
                  <a:gd name="T15" fmla="*/ 102 h 102"/>
                  <a:gd name="T16" fmla="*/ 1124 w 1660"/>
                  <a:gd name="T17" fmla="*/ 102 h 102"/>
                  <a:gd name="T18" fmla="*/ 1490 w 1660"/>
                  <a:gd name="T19" fmla="*/ 92 h 102"/>
                  <a:gd name="T20" fmla="*/ 1602 w 1660"/>
                  <a:gd name="T21" fmla="*/ 84 h 102"/>
                  <a:gd name="T22" fmla="*/ 1642 w 1660"/>
                  <a:gd name="T23" fmla="*/ 78 h 102"/>
                  <a:gd name="T24" fmla="*/ 1648 w 1660"/>
                  <a:gd name="T25" fmla="*/ 75 h 102"/>
                  <a:gd name="T26" fmla="*/ 1654 w 1660"/>
                  <a:gd name="T27" fmla="*/ 67 h 102"/>
                  <a:gd name="T28" fmla="*/ 1660 w 1660"/>
                  <a:gd name="T29" fmla="*/ 55 h 102"/>
                  <a:gd name="T30" fmla="*/ 1660 w 1660"/>
                  <a:gd name="T31" fmla="*/ 44 h 102"/>
                  <a:gd name="T32" fmla="*/ 1654 w 1660"/>
                  <a:gd name="T33" fmla="*/ 32 h 102"/>
                  <a:gd name="T34" fmla="*/ 1648 w 1660"/>
                  <a:gd name="T35" fmla="*/ 25 h 102"/>
                  <a:gd name="T36" fmla="*/ 1644 w 1660"/>
                  <a:gd name="T37" fmla="*/ 21 h 102"/>
                  <a:gd name="T38" fmla="*/ 1625 w 1660"/>
                  <a:gd name="T39" fmla="*/ 14 h 102"/>
                  <a:gd name="T40" fmla="*/ 1566 w 1660"/>
                  <a:gd name="T41" fmla="*/ 7 h 102"/>
                  <a:gd name="T42" fmla="*/ 1270 w 1660"/>
                  <a:gd name="T43" fmla="*/ 0 h 102"/>
                  <a:gd name="T44" fmla="*/ 820 w 1660"/>
                  <a:gd name="T45" fmla="*/ 0 h 102"/>
                  <a:gd name="T46" fmla="*/ 368 w 1660"/>
                  <a:gd name="T47" fmla="*/ 0 h 102"/>
                  <a:gd name="T48" fmla="*/ 77 w 1660"/>
                  <a:gd name="T49" fmla="*/ 7 h 102"/>
                  <a:gd name="T50" fmla="*/ 22 w 1660"/>
                  <a:gd name="T51" fmla="*/ 14 h 102"/>
                  <a:gd name="T52" fmla="*/ 7 w 1660"/>
                  <a:gd name="T53" fmla="*/ 21 h 102"/>
                  <a:gd name="T54" fmla="*/ 5 w 1660"/>
                  <a:gd name="T55" fmla="*/ 25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660" h="102">
                    <a:moveTo>
                      <a:pt x="5" y="25"/>
                    </a:moveTo>
                    <a:lnTo>
                      <a:pt x="0" y="36"/>
                    </a:lnTo>
                    <a:lnTo>
                      <a:pt x="0" y="63"/>
                    </a:lnTo>
                    <a:lnTo>
                      <a:pt x="5" y="75"/>
                    </a:lnTo>
                    <a:lnTo>
                      <a:pt x="9" y="78"/>
                    </a:lnTo>
                    <a:lnTo>
                      <a:pt x="46" y="84"/>
                    </a:lnTo>
                    <a:lnTo>
                      <a:pt x="155" y="92"/>
                    </a:lnTo>
                    <a:lnTo>
                      <a:pt x="516" y="102"/>
                    </a:lnTo>
                    <a:lnTo>
                      <a:pt x="1124" y="102"/>
                    </a:lnTo>
                    <a:lnTo>
                      <a:pt x="1490" y="92"/>
                    </a:lnTo>
                    <a:lnTo>
                      <a:pt x="1602" y="84"/>
                    </a:lnTo>
                    <a:lnTo>
                      <a:pt x="1642" y="78"/>
                    </a:lnTo>
                    <a:lnTo>
                      <a:pt x="1648" y="75"/>
                    </a:lnTo>
                    <a:lnTo>
                      <a:pt x="1654" y="67"/>
                    </a:lnTo>
                    <a:lnTo>
                      <a:pt x="1660" y="55"/>
                    </a:lnTo>
                    <a:lnTo>
                      <a:pt x="1660" y="44"/>
                    </a:lnTo>
                    <a:lnTo>
                      <a:pt x="1654" y="32"/>
                    </a:lnTo>
                    <a:lnTo>
                      <a:pt x="1648" y="25"/>
                    </a:lnTo>
                    <a:lnTo>
                      <a:pt x="1644" y="21"/>
                    </a:lnTo>
                    <a:lnTo>
                      <a:pt x="1625" y="14"/>
                    </a:lnTo>
                    <a:lnTo>
                      <a:pt x="1566" y="7"/>
                    </a:lnTo>
                    <a:lnTo>
                      <a:pt x="1270" y="0"/>
                    </a:lnTo>
                    <a:lnTo>
                      <a:pt x="820" y="0"/>
                    </a:lnTo>
                    <a:lnTo>
                      <a:pt x="368" y="0"/>
                    </a:lnTo>
                    <a:lnTo>
                      <a:pt x="77" y="7"/>
                    </a:lnTo>
                    <a:lnTo>
                      <a:pt x="22" y="14"/>
                    </a:lnTo>
                    <a:lnTo>
                      <a:pt x="7" y="21"/>
                    </a:lnTo>
                    <a:lnTo>
                      <a:pt x="5" y="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20" name="Freeform 100">
                <a:extLst>
                  <a:ext uri="{FF2B5EF4-FFF2-40B4-BE49-F238E27FC236}">
                    <a16:creationId xmlns:a16="http://schemas.microsoft.com/office/drawing/2014/main" id="{8747C893-D66C-13C4-382C-282DFDB8F34C}"/>
                  </a:ext>
                </a:extLst>
              </p:cNvPr>
              <p:cNvSpPr>
                <a:spLocks/>
              </p:cNvSpPr>
              <p:nvPr/>
            </p:nvSpPr>
            <p:spPr bwMode="auto">
              <a:xfrm>
                <a:off x="1868031" y="324265"/>
                <a:ext cx="49213" cy="85725"/>
              </a:xfrm>
              <a:custGeom>
                <a:avLst/>
                <a:gdLst>
                  <a:gd name="T0" fmla="*/ 17 w 107"/>
                  <a:gd name="T1" fmla="*/ 17 h 186"/>
                  <a:gd name="T2" fmla="*/ 12 w 107"/>
                  <a:gd name="T3" fmla="*/ 23 h 186"/>
                  <a:gd name="T4" fmla="*/ 5 w 107"/>
                  <a:gd name="T5" fmla="*/ 40 h 186"/>
                  <a:gd name="T6" fmla="*/ 0 w 107"/>
                  <a:gd name="T7" fmla="*/ 75 h 186"/>
                  <a:gd name="T8" fmla="*/ 4 w 107"/>
                  <a:gd name="T9" fmla="*/ 126 h 186"/>
                  <a:gd name="T10" fmla="*/ 15 w 107"/>
                  <a:gd name="T11" fmla="*/ 159 h 186"/>
                  <a:gd name="T12" fmla="*/ 24 w 107"/>
                  <a:gd name="T13" fmla="*/ 174 h 186"/>
                  <a:gd name="T14" fmla="*/ 30 w 107"/>
                  <a:gd name="T15" fmla="*/ 178 h 186"/>
                  <a:gd name="T16" fmla="*/ 37 w 107"/>
                  <a:gd name="T17" fmla="*/ 182 h 186"/>
                  <a:gd name="T18" fmla="*/ 51 w 107"/>
                  <a:gd name="T19" fmla="*/ 186 h 186"/>
                  <a:gd name="T20" fmla="*/ 64 w 107"/>
                  <a:gd name="T21" fmla="*/ 183 h 186"/>
                  <a:gd name="T22" fmla="*/ 76 w 107"/>
                  <a:gd name="T23" fmla="*/ 175 h 186"/>
                  <a:gd name="T24" fmla="*/ 92 w 107"/>
                  <a:gd name="T25" fmla="*/ 156 h 186"/>
                  <a:gd name="T26" fmla="*/ 105 w 107"/>
                  <a:gd name="T27" fmla="*/ 116 h 186"/>
                  <a:gd name="T28" fmla="*/ 107 w 107"/>
                  <a:gd name="T29" fmla="*/ 92 h 186"/>
                  <a:gd name="T30" fmla="*/ 105 w 107"/>
                  <a:gd name="T31" fmla="*/ 64 h 186"/>
                  <a:gd name="T32" fmla="*/ 95 w 107"/>
                  <a:gd name="T33" fmla="*/ 31 h 186"/>
                  <a:gd name="T34" fmla="*/ 84 w 107"/>
                  <a:gd name="T35" fmla="*/ 15 h 186"/>
                  <a:gd name="T36" fmla="*/ 71 w 107"/>
                  <a:gd name="T37" fmla="*/ 4 h 186"/>
                  <a:gd name="T38" fmla="*/ 57 w 107"/>
                  <a:gd name="T39" fmla="*/ 0 h 186"/>
                  <a:gd name="T40" fmla="*/ 41 w 107"/>
                  <a:gd name="T41" fmla="*/ 1 h 186"/>
                  <a:gd name="T42" fmla="*/ 25 w 107"/>
                  <a:gd name="T43" fmla="*/ 9 h 186"/>
                  <a:gd name="T44" fmla="*/ 17 w 107"/>
                  <a:gd name="T45" fmla="*/ 1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7" h="186">
                    <a:moveTo>
                      <a:pt x="17" y="17"/>
                    </a:moveTo>
                    <a:lnTo>
                      <a:pt x="12" y="23"/>
                    </a:lnTo>
                    <a:lnTo>
                      <a:pt x="5" y="40"/>
                    </a:lnTo>
                    <a:lnTo>
                      <a:pt x="0" y="75"/>
                    </a:lnTo>
                    <a:lnTo>
                      <a:pt x="4" y="126"/>
                    </a:lnTo>
                    <a:lnTo>
                      <a:pt x="15" y="159"/>
                    </a:lnTo>
                    <a:lnTo>
                      <a:pt x="24" y="174"/>
                    </a:lnTo>
                    <a:lnTo>
                      <a:pt x="30" y="178"/>
                    </a:lnTo>
                    <a:lnTo>
                      <a:pt x="37" y="182"/>
                    </a:lnTo>
                    <a:lnTo>
                      <a:pt x="51" y="186"/>
                    </a:lnTo>
                    <a:lnTo>
                      <a:pt x="64" y="183"/>
                    </a:lnTo>
                    <a:lnTo>
                      <a:pt x="76" y="175"/>
                    </a:lnTo>
                    <a:lnTo>
                      <a:pt x="92" y="156"/>
                    </a:lnTo>
                    <a:lnTo>
                      <a:pt x="105" y="116"/>
                    </a:lnTo>
                    <a:lnTo>
                      <a:pt x="107" y="92"/>
                    </a:lnTo>
                    <a:lnTo>
                      <a:pt x="105" y="64"/>
                    </a:lnTo>
                    <a:lnTo>
                      <a:pt x="95" y="31"/>
                    </a:lnTo>
                    <a:lnTo>
                      <a:pt x="84" y="15"/>
                    </a:lnTo>
                    <a:lnTo>
                      <a:pt x="71" y="4"/>
                    </a:lnTo>
                    <a:lnTo>
                      <a:pt x="57" y="0"/>
                    </a:lnTo>
                    <a:lnTo>
                      <a:pt x="41" y="1"/>
                    </a:lnTo>
                    <a:lnTo>
                      <a:pt x="25" y="9"/>
                    </a:lnTo>
                    <a:lnTo>
                      <a:pt x="17"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grpSp>
      </p:grpSp>
      <p:grpSp>
        <p:nvGrpSpPr>
          <p:cNvPr id="38" name="Group 37">
            <a:extLst>
              <a:ext uri="{FF2B5EF4-FFF2-40B4-BE49-F238E27FC236}">
                <a16:creationId xmlns:a16="http://schemas.microsoft.com/office/drawing/2014/main" id="{907743A1-F193-9E24-D389-6F19FA08A786}"/>
              </a:ext>
            </a:extLst>
          </p:cNvPr>
          <p:cNvGrpSpPr>
            <a:grpSpLocks noChangeAspect="1"/>
          </p:cNvGrpSpPr>
          <p:nvPr/>
        </p:nvGrpSpPr>
        <p:grpSpPr>
          <a:xfrm flipH="1">
            <a:off x="11161590" y="1404315"/>
            <a:ext cx="219693" cy="274320"/>
            <a:chOff x="951625" y="58102"/>
            <a:chExt cx="1312531" cy="1638894"/>
          </a:xfrm>
          <a:solidFill>
            <a:schemeClr val="bg1"/>
          </a:solidFill>
        </p:grpSpPr>
        <p:sp>
          <p:nvSpPr>
            <p:cNvPr id="39" name="Freeform 41">
              <a:extLst>
                <a:ext uri="{FF2B5EF4-FFF2-40B4-BE49-F238E27FC236}">
                  <a16:creationId xmlns:a16="http://schemas.microsoft.com/office/drawing/2014/main" id="{F3D297BF-8DEA-4300-7405-8DE5778990A4}"/>
                </a:ext>
              </a:extLst>
            </p:cNvPr>
            <p:cNvSpPr>
              <a:spLocks noEditPoints="1"/>
            </p:cNvSpPr>
            <p:nvPr/>
          </p:nvSpPr>
          <p:spPr bwMode="auto">
            <a:xfrm>
              <a:off x="951625" y="58102"/>
              <a:ext cx="1312531" cy="1638894"/>
            </a:xfrm>
            <a:custGeom>
              <a:avLst/>
              <a:gdLst>
                <a:gd name="T0" fmla="*/ 0 w 7000"/>
                <a:gd name="T1" fmla="*/ 3487 h 8748"/>
                <a:gd name="T2" fmla="*/ 6 w 7000"/>
                <a:gd name="T3" fmla="*/ 6477 h 8748"/>
                <a:gd name="T4" fmla="*/ 38 w 7000"/>
                <a:gd name="T5" fmla="*/ 6940 h 8748"/>
                <a:gd name="T6" fmla="*/ 92 w 7000"/>
                <a:gd name="T7" fmla="*/ 6980 h 8748"/>
                <a:gd name="T8" fmla="*/ 339 w 7000"/>
                <a:gd name="T9" fmla="*/ 6999 h 8748"/>
                <a:gd name="T10" fmla="*/ 734 w 7000"/>
                <a:gd name="T11" fmla="*/ 7387 h 8748"/>
                <a:gd name="T12" fmla="*/ 750 w 7000"/>
                <a:gd name="T13" fmla="*/ 7791 h 8748"/>
                <a:gd name="T14" fmla="*/ 782 w 7000"/>
                <a:gd name="T15" fmla="*/ 7829 h 8748"/>
                <a:gd name="T16" fmla="*/ 900 w 7000"/>
                <a:gd name="T17" fmla="*/ 7861 h 8748"/>
                <a:gd name="T18" fmla="*/ 1447 w 7000"/>
                <a:gd name="T19" fmla="*/ 7867 h 8748"/>
                <a:gd name="T20" fmla="*/ 1505 w 7000"/>
                <a:gd name="T21" fmla="*/ 8695 h 8748"/>
                <a:gd name="T22" fmla="*/ 5213 w 7000"/>
                <a:gd name="T23" fmla="*/ 8748 h 8748"/>
                <a:gd name="T24" fmla="*/ 6881 w 7000"/>
                <a:gd name="T25" fmla="*/ 8735 h 8748"/>
                <a:gd name="T26" fmla="*/ 6960 w 7000"/>
                <a:gd name="T27" fmla="*/ 8692 h 8748"/>
                <a:gd name="T28" fmla="*/ 7000 w 7000"/>
                <a:gd name="T29" fmla="*/ 2993 h 8748"/>
                <a:gd name="T30" fmla="*/ 6267 w 7000"/>
                <a:gd name="T31" fmla="*/ 1608 h 8748"/>
                <a:gd name="T32" fmla="*/ 6251 w 7000"/>
                <a:gd name="T33" fmla="*/ 944 h 8748"/>
                <a:gd name="T34" fmla="*/ 6219 w 7000"/>
                <a:gd name="T35" fmla="*/ 904 h 8748"/>
                <a:gd name="T36" fmla="*/ 6101 w 7000"/>
                <a:gd name="T37" fmla="*/ 872 h 8748"/>
                <a:gd name="T38" fmla="*/ 5554 w 7000"/>
                <a:gd name="T39" fmla="*/ 867 h 8748"/>
                <a:gd name="T40" fmla="*/ 5541 w 7000"/>
                <a:gd name="T41" fmla="*/ 177 h 8748"/>
                <a:gd name="T42" fmla="*/ 5502 w 7000"/>
                <a:gd name="T43" fmla="*/ 43 h 8748"/>
                <a:gd name="T44" fmla="*/ 82 w 7000"/>
                <a:gd name="T45" fmla="*/ 0 h 8748"/>
                <a:gd name="T46" fmla="*/ 5250 w 7000"/>
                <a:gd name="T47" fmla="*/ 867 h 8748"/>
                <a:gd name="T48" fmla="*/ 1316 w 7000"/>
                <a:gd name="T49" fmla="*/ 869 h 8748"/>
                <a:gd name="T50" fmla="*/ 789 w 7000"/>
                <a:gd name="T51" fmla="*/ 901 h 8748"/>
                <a:gd name="T52" fmla="*/ 752 w 7000"/>
                <a:gd name="T53" fmla="*/ 940 h 8748"/>
                <a:gd name="T54" fmla="*/ 735 w 7000"/>
                <a:gd name="T55" fmla="*/ 2354 h 8748"/>
                <a:gd name="T56" fmla="*/ 517 w 7000"/>
                <a:gd name="T57" fmla="*/ 6700 h 8748"/>
                <a:gd name="T58" fmla="*/ 300 w 7000"/>
                <a:gd name="T59" fmla="*/ 283 h 8748"/>
                <a:gd name="T60" fmla="*/ 5250 w 7000"/>
                <a:gd name="T61" fmla="*/ 575 h 8748"/>
                <a:gd name="T62" fmla="*/ 5869 w 7000"/>
                <a:gd name="T63" fmla="*/ 1862 h 8748"/>
                <a:gd name="T64" fmla="*/ 1539 w 7000"/>
                <a:gd name="T65" fmla="*/ 1750 h 8748"/>
                <a:gd name="T66" fmla="*/ 1454 w 7000"/>
                <a:gd name="T67" fmla="*/ 4710 h 8748"/>
                <a:gd name="T68" fmla="*/ 1025 w 7000"/>
                <a:gd name="T69" fmla="*/ 7575 h 8748"/>
                <a:gd name="T70" fmla="*/ 3500 w 7000"/>
                <a:gd name="T71" fmla="*/ 1167 h 8748"/>
                <a:gd name="T72" fmla="*/ 5534 w 7000"/>
                <a:gd name="T73" fmla="*/ 2528 h 8748"/>
                <a:gd name="T74" fmla="*/ 5547 w 7000"/>
                <a:gd name="T75" fmla="*/ 3067 h 8748"/>
                <a:gd name="T76" fmla="*/ 5568 w 7000"/>
                <a:gd name="T77" fmla="*/ 3140 h 8748"/>
                <a:gd name="T78" fmla="*/ 5682 w 7000"/>
                <a:gd name="T79" fmla="*/ 3191 h 8748"/>
                <a:gd name="T80" fmla="*/ 6170 w 7000"/>
                <a:gd name="T81" fmla="*/ 3200 h 8748"/>
                <a:gd name="T82" fmla="*/ 6700 w 7000"/>
                <a:gd name="T83" fmla="*/ 8450 h 8748"/>
                <a:gd name="T84" fmla="*/ 1750 w 7000"/>
                <a:gd name="T85" fmla="*/ 5242 h 8748"/>
                <a:gd name="T86" fmla="*/ 5534 w 7000"/>
                <a:gd name="T87" fmla="*/ 2033 h 8748"/>
                <a:gd name="T88" fmla="*/ 6479 w 7000"/>
                <a:gd name="T89" fmla="*/ 2906 h 8748"/>
                <a:gd name="T90" fmla="*/ 6159 w 7000"/>
                <a:gd name="T91" fmla="*/ 2917 h 8748"/>
                <a:gd name="T92" fmla="*/ 5834 w 7000"/>
                <a:gd name="T93" fmla="*/ 2242 h 8748"/>
                <a:gd name="T94" fmla="*/ 6465 w 7000"/>
                <a:gd name="T95" fmla="*/ 2880 h 87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000" h="8748">
                  <a:moveTo>
                    <a:pt x="42" y="42"/>
                  </a:moveTo>
                  <a:lnTo>
                    <a:pt x="0" y="82"/>
                  </a:lnTo>
                  <a:lnTo>
                    <a:pt x="0" y="3487"/>
                  </a:lnTo>
                  <a:lnTo>
                    <a:pt x="0" y="4777"/>
                  </a:lnTo>
                  <a:lnTo>
                    <a:pt x="2" y="5978"/>
                  </a:lnTo>
                  <a:lnTo>
                    <a:pt x="6" y="6477"/>
                  </a:lnTo>
                  <a:lnTo>
                    <a:pt x="16" y="6775"/>
                  </a:lnTo>
                  <a:lnTo>
                    <a:pt x="28" y="6894"/>
                  </a:lnTo>
                  <a:lnTo>
                    <a:pt x="38" y="6940"/>
                  </a:lnTo>
                  <a:lnTo>
                    <a:pt x="50" y="6965"/>
                  </a:lnTo>
                  <a:lnTo>
                    <a:pt x="65" y="6976"/>
                  </a:lnTo>
                  <a:lnTo>
                    <a:pt x="92" y="6980"/>
                  </a:lnTo>
                  <a:lnTo>
                    <a:pt x="114" y="6983"/>
                  </a:lnTo>
                  <a:lnTo>
                    <a:pt x="154" y="6990"/>
                  </a:lnTo>
                  <a:lnTo>
                    <a:pt x="339" y="6999"/>
                  </a:lnTo>
                  <a:lnTo>
                    <a:pt x="455" y="7000"/>
                  </a:lnTo>
                  <a:lnTo>
                    <a:pt x="734" y="7000"/>
                  </a:lnTo>
                  <a:lnTo>
                    <a:pt x="734" y="7387"/>
                  </a:lnTo>
                  <a:lnTo>
                    <a:pt x="735" y="7575"/>
                  </a:lnTo>
                  <a:lnTo>
                    <a:pt x="742" y="7737"/>
                  </a:lnTo>
                  <a:lnTo>
                    <a:pt x="750" y="7791"/>
                  </a:lnTo>
                  <a:lnTo>
                    <a:pt x="755" y="7802"/>
                  </a:lnTo>
                  <a:lnTo>
                    <a:pt x="763" y="7812"/>
                  </a:lnTo>
                  <a:lnTo>
                    <a:pt x="782" y="7829"/>
                  </a:lnTo>
                  <a:lnTo>
                    <a:pt x="804" y="7842"/>
                  </a:lnTo>
                  <a:lnTo>
                    <a:pt x="835" y="7852"/>
                  </a:lnTo>
                  <a:lnTo>
                    <a:pt x="900" y="7861"/>
                  </a:lnTo>
                  <a:lnTo>
                    <a:pt x="1043" y="7866"/>
                  </a:lnTo>
                  <a:lnTo>
                    <a:pt x="1149" y="7867"/>
                  </a:lnTo>
                  <a:lnTo>
                    <a:pt x="1447" y="7867"/>
                  </a:lnTo>
                  <a:lnTo>
                    <a:pt x="1454" y="8258"/>
                  </a:lnTo>
                  <a:lnTo>
                    <a:pt x="1459" y="8650"/>
                  </a:lnTo>
                  <a:lnTo>
                    <a:pt x="1505" y="8695"/>
                  </a:lnTo>
                  <a:lnTo>
                    <a:pt x="1550" y="8742"/>
                  </a:lnTo>
                  <a:lnTo>
                    <a:pt x="4164" y="8747"/>
                  </a:lnTo>
                  <a:lnTo>
                    <a:pt x="5213" y="8748"/>
                  </a:lnTo>
                  <a:lnTo>
                    <a:pt x="6673" y="8745"/>
                  </a:lnTo>
                  <a:lnTo>
                    <a:pt x="6849" y="8742"/>
                  </a:lnTo>
                  <a:lnTo>
                    <a:pt x="6881" y="8735"/>
                  </a:lnTo>
                  <a:lnTo>
                    <a:pt x="6926" y="8716"/>
                  </a:lnTo>
                  <a:lnTo>
                    <a:pt x="6951" y="8700"/>
                  </a:lnTo>
                  <a:lnTo>
                    <a:pt x="6960" y="8692"/>
                  </a:lnTo>
                  <a:lnTo>
                    <a:pt x="7000" y="8652"/>
                  </a:lnTo>
                  <a:lnTo>
                    <a:pt x="7000" y="5822"/>
                  </a:lnTo>
                  <a:lnTo>
                    <a:pt x="7000" y="2993"/>
                  </a:lnTo>
                  <a:lnTo>
                    <a:pt x="6634" y="2625"/>
                  </a:lnTo>
                  <a:lnTo>
                    <a:pt x="6267" y="2257"/>
                  </a:lnTo>
                  <a:lnTo>
                    <a:pt x="6267" y="1608"/>
                  </a:lnTo>
                  <a:lnTo>
                    <a:pt x="6265" y="1284"/>
                  </a:lnTo>
                  <a:lnTo>
                    <a:pt x="6258" y="1023"/>
                  </a:lnTo>
                  <a:lnTo>
                    <a:pt x="6251" y="944"/>
                  </a:lnTo>
                  <a:lnTo>
                    <a:pt x="6245" y="932"/>
                  </a:lnTo>
                  <a:lnTo>
                    <a:pt x="6237" y="921"/>
                  </a:lnTo>
                  <a:lnTo>
                    <a:pt x="6219" y="904"/>
                  </a:lnTo>
                  <a:lnTo>
                    <a:pt x="6196" y="891"/>
                  </a:lnTo>
                  <a:lnTo>
                    <a:pt x="6166" y="882"/>
                  </a:lnTo>
                  <a:lnTo>
                    <a:pt x="6101" y="872"/>
                  </a:lnTo>
                  <a:lnTo>
                    <a:pt x="5958" y="867"/>
                  </a:lnTo>
                  <a:lnTo>
                    <a:pt x="5852" y="867"/>
                  </a:lnTo>
                  <a:lnTo>
                    <a:pt x="5554" y="867"/>
                  </a:lnTo>
                  <a:lnTo>
                    <a:pt x="5547" y="477"/>
                  </a:lnTo>
                  <a:lnTo>
                    <a:pt x="5545" y="344"/>
                  </a:lnTo>
                  <a:lnTo>
                    <a:pt x="5541" y="177"/>
                  </a:lnTo>
                  <a:lnTo>
                    <a:pt x="5533" y="95"/>
                  </a:lnTo>
                  <a:lnTo>
                    <a:pt x="5516" y="58"/>
                  </a:lnTo>
                  <a:lnTo>
                    <a:pt x="5502" y="43"/>
                  </a:lnTo>
                  <a:lnTo>
                    <a:pt x="5462" y="0"/>
                  </a:lnTo>
                  <a:lnTo>
                    <a:pt x="2772" y="0"/>
                  </a:lnTo>
                  <a:lnTo>
                    <a:pt x="82" y="0"/>
                  </a:lnTo>
                  <a:lnTo>
                    <a:pt x="42" y="42"/>
                  </a:lnTo>
                  <a:close/>
                  <a:moveTo>
                    <a:pt x="5250" y="575"/>
                  </a:moveTo>
                  <a:lnTo>
                    <a:pt x="5250" y="867"/>
                  </a:lnTo>
                  <a:lnTo>
                    <a:pt x="3049" y="867"/>
                  </a:lnTo>
                  <a:lnTo>
                    <a:pt x="2269" y="867"/>
                  </a:lnTo>
                  <a:lnTo>
                    <a:pt x="1316" y="869"/>
                  </a:lnTo>
                  <a:lnTo>
                    <a:pt x="971" y="877"/>
                  </a:lnTo>
                  <a:lnTo>
                    <a:pt x="849" y="887"/>
                  </a:lnTo>
                  <a:lnTo>
                    <a:pt x="789" y="901"/>
                  </a:lnTo>
                  <a:lnTo>
                    <a:pt x="764" y="920"/>
                  </a:lnTo>
                  <a:lnTo>
                    <a:pt x="755" y="932"/>
                  </a:lnTo>
                  <a:lnTo>
                    <a:pt x="752" y="940"/>
                  </a:lnTo>
                  <a:lnTo>
                    <a:pt x="747" y="1012"/>
                  </a:lnTo>
                  <a:lnTo>
                    <a:pt x="741" y="1254"/>
                  </a:lnTo>
                  <a:lnTo>
                    <a:pt x="735" y="2354"/>
                  </a:lnTo>
                  <a:lnTo>
                    <a:pt x="734" y="3828"/>
                  </a:lnTo>
                  <a:lnTo>
                    <a:pt x="734" y="6700"/>
                  </a:lnTo>
                  <a:lnTo>
                    <a:pt x="517" y="6700"/>
                  </a:lnTo>
                  <a:lnTo>
                    <a:pt x="300" y="6700"/>
                  </a:lnTo>
                  <a:lnTo>
                    <a:pt x="300" y="3492"/>
                  </a:lnTo>
                  <a:lnTo>
                    <a:pt x="300" y="283"/>
                  </a:lnTo>
                  <a:lnTo>
                    <a:pt x="2775" y="283"/>
                  </a:lnTo>
                  <a:lnTo>
                    <a:pt x="5250" y="283"/>
                  </a:lnTo>
                  <a:lnTo>
                    <a:pt x="5250" y="575"/>
                  </a:lnTo>
                  <a:close/>
                  <a:moveTo>
                    <a:pt x="5984" y="1570"/>
                  </a:moveTo>
                  <a:lnTo>
                    <a:pt x="5984" y="1972"/>
                  </a:lnTo>
                  <a:lnTo>
                    <a:pt x="5869" y="1862"/>
                  </a:lnTo>
                  <a:lnTo>
                    <a:pt x="5754" y="1750"/>
                  </a:lnTo>
                  <a:lnTo>
                    <a:pt x="3647" y="1750"/>
                  </a:lnTo>
                  <a:lnTo>
                    <a:pt x="1539" y="1750"/>
                  </a:lnTo>
                  <a:lnTo>
                    <a:pt x="1499" y="1793"/>
                  </a:lnTo>
                  <a:lnTo>
                    <a:pt x="1459" y="1837"/>
                  </a:lnTo>
                  <a:lnTo>
                    <a:pt x="1454" y="4710"/>
                  </a:lnTo>
                  <a:lnTo>
                    <a:pt x="1450" y="7585"/>
                  </a:lnTo>
                  <a:lnTo>
                    <a:pt x="1237" y="7580"/>
                  </a:lnTo>
                  <a:lnTo>
                    <a:pt x="1025" y="7575"/>
                  </a:lnTo>
                  <a:lnTo>
                    <a:pt x="1020" y="4370"/>
                  </a:lnTo>
                  <a:lnTo>
                    <a:pt x="1017" y="1167"/>
                  </a:lnTo>
                  <a:lnTo>
                    <a:pt x="3500" y="1167"/>
                  </a:lnTo>
                  <a:lnTo>
                    <a:pt x="5984" y="1167"/>
                  </a:lnTo>
                  <a:lnTo>
                    <a:pt x="5984" y="1570"/>
                  </a:lnTo>
                  <a:close/>
                  <a:moveTo>
                    <a:pt x="5534" y="2528"/>
                  </a:moveTo>
                  <a:lnTo>
                    <a:pt x="5534" y="2739"/>
                  </a:lnTo>
                  <a:lnTo>
                    <a:pt x="5541" y="2973"/>
                  </a:lnTo>
                  <a:lnTo>
                    <a:pt x="5547" y="3067"/>
                  </a:lnTo>
                  <a:lnTo>
                    <a:pt x="5550" y="3087"/>
                  </a:lnTo>
                  <a:lnTo>
                    <a:pt x="5556" y="3107"/>
                  </a:lnTo>
                  <a:lnTo>
                    <a:pt x="5568" y="3140"/>
                  </a:lnTo>
                  <a:lnTo>
                    <a:pt x="5589" y="3163"/>
                  </a:lnTo>
                  <a:lnTo>
                    <a:pt x="5624" y="3180"/>
                  </a:lnTo>
                  <a:lnTo>
                    <a:pt x="5682" y="3191"/>
                  </a:lnTo>
                  <a:lnTo>
                    <a:pt x="5770" y="3197"/>
                  </a:lnTo>
                  <a:lnTo>
                    <a:pt x="5968" y="3200"/>
                  </a:lnTo>
                  <a:lnTo>
                    <a:pt x="6170" y="3200"/>
                  </a:lnTo>
                  <a:lnTo>
                    <a:pt x="6700" y="3200"/>
                  </a:lnTo>
                  <a:lnTo>
                    <a:pt x="6700" y="5825"/>
                  </a:lnTo>
                  <a:lnTo>
                    <a:pt x="6700" y="8450"/>
                  </a:lnTo>
                  <a:lnTo>
                    <a:pt x="4225" y="8450"/>
                  </a:lnTo>
                  <a:lnTo>
                    <a:pt x="1750" y="8450"/>
                  </a:lnTo>
                  <a:lnTo>
                    <a:pt x="1750" y="5242"/>
                  </a:lnTo>
                  <a:lnTo>
                    <a:pt x="1750" y="2033"/>
                  </a:lnTo>
                  <a:lnTo>
                    <a:pt x="3642" y="2033"/>
                  </a:lnTo>
                  <a:lnTo>
                    <a:pt x="5534" y="2033"/>
                  </a:lnTo>
                  <a:lnTo>
                    <a:pt x="5534" y="2528"/>
                  </a:lnTo>
                  <a:close/>
                  <a:moveTo>
                    <a:pt x="6484" y="2903"/>
                  </a:moveTo>
                  <a:lnTo>
                    <a:pt x="6479" y="2906"/>
                  </a:lnTo>
                  <a:lnTo>
                    <a:pt x="6429" y="2911"/>
                  </a:lnTo>
                  <a:lnTo>
                    <a:pt x="6288" y="2916"/>
                  </a:lnTo>
                  <a:lnTo>
                    <a:pt x="6159" y="2917"/>
                  </a:lnTo>
                  <a:lnTo>
                    <a:pt x="5834" y="2917"/>
                  </a:lnTo>
                  <a:lnTo>
                    <a:pt x="5834" y="2580"/>
                  </a:lnTo>
                  <a:lnTo>
                    <a:pt x="5834" y="2242"/>
                  </a:lnTo>
                  <a:lnTo>
                    <a:pt x="6159" y="2567"/>
                  </a:lnTo>
                  <a:lnTo>
                    <a:pt x="6288" y="2697"/>
                  </a:lnTo>
                  <a:lnTo>
                    <a:pt x="6465" y="2880"/>
                  </a:lnTo>
                  <a:lnTo>
                    <a:pt x="6484" y="290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42">
              <a:extLst>
                <a:ext uri="{FF2B5EF4-FFF2-40B4-BE49-F238E27FC236}">
                  <a16:creationId xmlns:a16="http://schemas.microsoft.com/office/drawing/2014/main" id="{72EC34CD-D776-F856-6DCC-0E71B65C1D20}"/>
                </a:ext>
              </a:extLst>
            </p:cNvPr>
            <p:cNvSpPr>
              <a:spLocks noEditPoints="1"/>
            </p:cNvSpPr>
            <p:nvPr/>
          </p:nvSpPr>
          <p:spPr bwMode="auto">
            <a:xfrm>
              <a:off x="1332633" y="495275"/>
              <a:ext cx="603137" cy="162422"/>
            </a:xfrm>
            <a:custGeom>
              <a:avLst/>
              <a:gdLst>
                <a:gd name="T0" fmla="*/ 49 w 3217"/>
                <a:gd name="T1" fmla="*/ 44 h 867"/>
                <a:gd name="T2" fmla="*/ 36 w 3217"/>
                <a:gd name="T3" fmla="*/ 58 h 867"/>
                <a:gd name="T4" fmla="*/ 19 w 3217"/>
                <a:gd name="T5" fmla="*/ 92 h 867"/>
                <a:gd name="T6" fmla="*/ 10 w 3217"/>
                <a:gd name="T7" fmla="*/ 153 h 867"/>
                <a:gd name="T8" fmla="*/ 5 w 3217"/>
                <a:gd name="T9" fmla="*/ 269 h 867"/>
                <a:gd name="T10" fmla="*/ 2 w 3217"/>
                <a:gd name="T11" fmla="*/ 360 h 867"/>
                <a:gd name="T12" fmla="*/ 0 w 3217"/>
                <a:gd name="T13" fmla="*/ 476 h 867"/>
                <a:gd name="T14" fmla="*/ 3 w 3217"/>
                <a:gd name="T15" fmla="*/ 642 h 867"/>
                <a:gd name="T16" fmla="*/ 12 w 3217"/>
                <a:gd name="T17" fmla="*/ 722 h 867"/>
                <a:gd name="T18" fmla="*/ 21 w 3217"/>
                <a:gd name="T19" fmla="*/ 762 h 867"/>
                <a:gd name="T20" fmla="*/ 33 w 3217"/>
                <a:gd name="T21" fmla="*/ 793 h 867"/>
                <a:gd name="T22" fmla="*/ 49 w 3217"/>
                <a:gd name="T23" fmla="*/ 817 h 867"/>
                <a:gd name="T24" fmla="*/ 59 w 3217"/>
                <a:gd name="T25" fmla="*/ 827 h 867"/>
                <a:gd name="T26" fmla="*/ 99 w 3217"/>
                <a:gd name="T27" fmla="*/ 867 h 867"/>
                <a:gd name="T28" fmla="*/ 1609 w 3217"/>
                <a:gd name="T29" fmla="*/ 867 h 867"/>
                <a:gd name="T30" fmla="*/ 3121 w 3217"/>
                <a:gd name="T31" fmla="*/ 867 h 867"/>
                <a:gd name="T32" fmla="*/ 3169 w 3217"/>
                <a:gd name="T33" fmla="*/ 819 h 867"/>
                <a:gd name="T34" fmla="*/ 3217 w 3217"/>
                <a:gd name="T35" fmla="*/ 770 h 867"/>
                <a:gd name="T36" fmla="*/ 3217 w 3217"/>
                <a:gd name="T37" fmla="*/ 425 h 867"/>
                <a:gd name="T38" fmla="*/ 3217 w 3217"/>
                <a:gd name="T39" fmla="*/ 308 h 867"/>
                <a:gd name="T40" fmla="*/ 3215 w 3217"/>
                <a:gd name="T41" fmla="*/ 161 h 867"/>
                <a:gd name="T42" fmla="*/ 3210 w 3217"/>
                <a:gd name="T43" fmla="*/ 104 h 867"/>
                <a:gd name="T44" fmla="*/ 3204 w 3217"/>
                <a:gd name="T45" fmla="*/ 80 h 867"/>
                <a:gd name="T46" fmla="*/ 3190 w 3217"/>
                <a:gd name="T47" fmla="*/ 56 h 867"/>
                <a:gd name="T48" fmla="*/ 3176 w 3217"/>
                <a:gd name="T49" fmla="*/ 42 h 867"/>
                <a:gd name="T50" fmla="*/ 3136 w 3217"/>
                <a:gd name="T51" fmla="*/ 0 h 867"/>
                <a:gd name="T52" fmla="*/ 1612 w 3217"/>
                <a:gd name="T53" fmla="*/ 0 h 867"/>
                <a:gd name="T54" fmla="*/ 89 w 3217"/>
                <a:gd name="T55" fmla="*/ 0 h 867"/>
                <a:gd name="T56" fmla="*/ 49 w 3217"/>
                <a:gd name="T57" fmla="*/ 44 h 867"/>
                <a:gd name="T58" fmla="*/ 2917 w 3217"/>
                <a:gd name="T59" fmla="*/ 434 h 867"/>
                <a:gd name="T60" fmla="*/ 2917 w 3217"/>
                <a:gd name="T61" fmla="*/ 584 h 867"/>
                <a:gd name="T62" fmla="*/ 1609 w 3217"/>
                <a:gd name="T63" fmla="*/ 584 h 867"/>
                <a:gd name="T64" fmla="*/ 301 w 3217"/>
                <a:gd name="T65" fmla="*/ 584 h 867"/>
                <a:gd name="T66" fmla="*/ 301 w 3217"/>
                <a:gd name="T67" fmla="*/ 434 h 867"/>
                <a:gd name="T68" fmla="*/ 301 w 3217"/>
                <a:gd name="T69" fmla="*/ 284 h 867"/>
                <a:gd name="T70" fmla="*/ 1609 w 3217"/>
                <a:gd name="T71" fmla="*/ 284 h 867"/>
                <a:gd name="T72" fmla="*/ 2917 w 3217"/>
                <a:gd name="T73" fmla="*/ 284 h 867"/>
                <a:gd name="T74" fmla="*/ 2917 w 3217"/>
                <a:gd name="T75" fmla="*/ 434 h 8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217" h="867">
                  <a:moveTo>
                    <a:pt x="49" y="44"/>
                  </a:moveTo>
                  <a:lnTo>
                    <a:pt x="36" y="58"/>
                  </a:lnTo>
                  <a:lnTo>
                    <a:pt x="19" y="92"/>
                  </a:lnTo>
                  <a:lnTo>
                    <a:pt x="10" y="153"/>
                  </a:lnTo>
                  <a:lnTo>
                    <a:pt x="5" y="269"/>
                  </a:lnTo>
                  <a:lnTo>
                    <a:pt x="2" y="360"/>
                  </a:lnTo>
                  <a:lnTo>
                    <a:pt x="0" y="476"/>
                  </a:lnTo>
                  <a:lnTo>
                    <a:pt x="3" y="642"/>
                  </a:lnTo>
                  <a:lnTo>
                    <a:pt x="12" y="722"/>
                  </a:lnTo>
                  <a:lnTo>
                    <a:pt x="21" y="762"/>
                  </a:lnTo>
                  <a:lnTo>
                    <a:pt x="33" y="793"/>
                  </a:lnTo>
                  <a:lnTo>
                    <a:pt x="49" y="817"/>
                  </a:lnTo>
                  <a:lnTo>
                    <a:pt x="59" y="827"/>
                  </a:lnTo>
                  <a:lnTo>
                    <a:pt x="99" y="867"/>
                  </a:lnTo>
                  <a:lnTo>
                    <a:pt x="1609" y="867"/>
                  </a:lnTo>
                  <a:lnTo>
                    <a:pt x="3121" y="867"/>
                  </a:lnTo>
                  <a:lnTo>
                    <a:pt x="3169" y="819"/>
                  </a:lnTo>
                  <a:lnTo>
                    <a:pt x="3217" y="770"/>
                  </a:lnTo>
                  <a:lnTo>
                    <a:pt x="3217" y="425"/>
                  </a:lnTo>
                  <a:lnTo>
                    <a:pt x="3217" y="308"/>
                  </a:lnTo>
                  <a:lnTo>
                    <a:pt x="3215" y="161"/>
                  </a:lnTo>
                  <a:lnTo>
                    <a:pt x="3210" y="104"/>
                  </a:lnTo>
                  <a:lnTo>
                    <a:pt x="3204" y="80"/>
                  </a:lnTo>
                  <a:lnTo>
                    <a:pt x="3190" y="56"/>
                  </a:lnTo>
                  <a:lnTo>
                    <a:pt x="3176" y="42"/>
                  </a:lnTo>
                  <a:lnTo>
                    <a:pt x="3136" y="0"/>
                  </a:lnTo>
                  <a:lnTo>
                    <a:pt x="1612" y="0"/>
                  </a:lnTo>
                  <a:lnTo>
                    <a:pt x="89" y="0"/>
                  </a:lnTo>
                  <a:lnTo>
                    <a:pt x="49" y="44"/>
                  </a:lnTo>
                  <a:close/>
                  <a:moveTo>
                    <a:pt x="2917" y="434"/>
                  </a:moveTo>
                  <a:lnTo>
                    <a:pt x="2917" y="584"/>
                  </a:lnTo>
                  <a:lnTo>
                    <a:pt x="1609" y="584"/>
                  </a:lnTo>
                  <a:lnTo>
                    <a:pt x="301" y="584"/>
                  </a:lnTo>
                  <a:lnTo>
                    <a:pt x="301" y="434"/>
                  </a:lnTo>
                  <a:lnTo>
                    <a:pt x="301" y="284"/>
                  </a:lnTo>
                  <a:lnTo>
                    <a:pt x="1609" y="284"/>
                  </a:lnTo>
                  <a:lnTo>
                    <a:pt x="2917" y="284"/>
                  </a:lnTo>
                  <a:lnTo>
                    <a:pt x="2917" y="4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43">
              <a:extLst>
                <a:ext uri="{FF2B5EF4-FFF2-40B4-BE49-F238E27FC236}">
                  <a16:creationId xmlns:a16="http://schemas.microsoft.com/office/drawing/2014/main" id="{86A025C6-CAEE-4176-CB06-583E9CE21539}"/>
                </a:ext>
              </a:extLst>
            </p:cNvPr>
            <p:cNvSpPr>
              <a:spLocks/>
            </p:cNvSpPr>
            <p:nvPr/>
          </p:nvSpPr>
          <p:spPr bwMode="auto">
            <a:xfrm>
              <a:off x="1471780" y="713862"/>
              <a:ext cx="683083" cy="53129"/>
            </a:xfrm>
            <a:custGeom>
              <a:avLst/>
              <a:gdLst>
                <a:gd name="T0" fmla="*/ 58 w 3643"/>
                <a:gd name="T1" fmla="*/ 22 h 283"/>
                <a:gd name="T2" fmla="*/ 44 w 3643"/>
                <a:gd name="T3" fmla="*/ 33 h 283"/>
                <a:gd name="T4" fmla="*/ 23 w 3643"/>
                <a:gd name="T5" fmla="*/ 59 h 283"/>
                <a:gd name="T6" fmla="*/ 8 w 3643"/>
                <a:gd name="T7" fmla="*/ 88 h 283"/>
                <a:gd name="T8" fmla="*/ 0 w 3643"/>
                <a:gd name="T9" fmla="*/ 119 h 283"/>
                <a:gd name="T10" fmla="*/ 0 w 3643"/>
                <a:gd name="T11" fmla="*/ 151 h 283"/>
                <a:gd name="T12" fmla="*/ 6 w 3643"/>
                <a:gd name="T13" fmla="*/ 182 h 283"/>
                <a:gd name="T14" fmla="*/ 20 w 3643"/>
                <a:gd name="T15" fmla="*/ 212 h 283"/>
                <a:gd name="T16" fmla="*/ 41 w 3643"/>
                <a:gd name="T17" fmla="*/ 238 h 283"/>
                <a:gd name="T18" fmla="*/ 55 w 3643"/>
                <a:gd name="T19" fmla="*/ 250 h 283"/>
                <a:gd name="T20" fmla="*/ 62 w 3643"/>
                <a:gd name="T21" fmla="*/ 256 h 283"/>
                <a:gd name="T22" fmla="*/ 86 w 3643"/>
                <a:gd name="T23" fmla="*/ 266 h 283"/>
                <a:gd name="T24" fmla="*/ 138 w 3643"/>
                <a:gd name="T25" fmla="*/ 273 h 283"/>
                <a:gd name="T26" fmla="*/ 238 w 3643"/>
                <a:gd name="T27" fmla="*/ 277 h 283"/>
                <a:gd name="T28" fmla="*/ 755 w 3643"/>
                <a:gd name="T29" fmla="*/ 283 h 283"/>
                <a:gd name="T30" fmla="*/ 1821 w 3643"/>
                <a:gd name="T31" fmla="*/ 283 h 283"/>
                <a:gd name="T32" fmla="*/ 3546 w 3643"/>
                <a:gd name="T33" fmla="*/ 283 h 283"/>
                <a:gd name="T34" fmla="*/ 3595 w 3643"/>
                <a:gd name="T35" fmla="*/ 235 h 283"/>
                <a:gd name="T36" fmla="*/ 3606 w 3643"/>
                <a:gd name="T37" fmla="*/ 223 h 283"/>
                <a:gd name="T38" fmla="*/ 3623 w 3643"/>
                <a:gd name="T39" fmla="*/ 199 h 283"/>
                <a:gd name="T40" fmla="*/ 3636 w 3643"/>
                <a:gd name="T41" fmla="*/ 174 h 283"/>
                <a:gd name="T42" fmla="*/ 3642 w 3643"/>
                <a:gd name="T43" fmla="*/ 148 h 283"/>
                <a:gd name="T44" fmla="*/ 3643 w 3643"/>
                <a:gd name="T45" fmla="*/ 123 h 283"/>
                <a:gd name="T46" fmla="*/ 3638 w 3643"/>
                <a:gd name="T47" fmla="*/ 99 h 283"/>
                <a:gd name="T48" fmla="*/ 3628 w 3643"/>
                <a:gd name="T49" fmla="*/ 75 h 283"/>
                <a:gd name="T50" fmla="*/ 3612 w 3643"/>
                <a:gd name="T51" fmla="*/ 52 h 283"/>
                <a:gd name="T52" fmla="*/ 3601 w 3643"/>
                <a:gd name="T53" fmla="*/ 42 h 283"/>
                <a:gd name="T54" fmla="*/ 3561 w 3643"/>
                <a:gd name="T55" fmla="*/ 0 h 283"/>
                <a:gd name="T56" fmla="*/ 1823 w 3643"/>
                <a:gd name="T57" fmla="*/ 0 h 283"/>
                <a:gd name="T58" fmla="*/ 935 w 3643"/>
                <a:gd name="T59" fmla="*/ 1 h 283"/>
                <a:gd name="T60" fmla="*/ 263 w 3643"/>
                <a:gd name="T61" fmla="*/ 8 h 283"/>
                <a:gd name="T62" fmla="*/ 112 w 3643"/>
                <a:gd name="T63" fmla="*/ 14 h 283"/>
                <a:gd name="T64" fmla="*/ 65 w 3643"/>
                <a:gd name="T65" fmla="*/ 19 h 283"/>
                <a:gd name="T66" fmla="*/ 58 w 3643"/>
                <a:gd name="T67" fmla="*/ 22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643" h="283">
                  <a:moveTo>
                    <a:pt x="58" y="22"/>
                  </a:moveTo>
                  <a:lnTo>
                    <a:pt x="44" y="33"/>
                  </a:lnTo>
                  <a:lnTo>
                    <a:pt x="23" y="59"/>
                  </a:lnTo>
                  <a:lnTo>
                    <a:pt x="8" y="88"/>
                  </a:lnTo>
                  <a:lnTo>
                    <a:pt x="0" y="119"/>
                  </a:lnTo>
                  <a:lnTo>
                    <a:pt x="0" y="151"/>
                  </a:lnTo>
                  <a:lnTo>
                    <a:pt x="6" y="182"/>
                  </a:lnTo>
                  <a:lnTo>
                    <a:pt x="20" y="212"/>
                  </a:lnTo>
                  <a:lnTo>
                    <a:pt x="41" y="238"/>
                  </a:lnTo>
                  <a:lnTo>
                    <a:pt x="55" y="250"/>
                  </a:lnTo>
                  <a:lnTo>
                    <a:pt x="62" y="256"/>
                  </a:lnTo>
                  <a:lnTo>
                    <a:pt x="86" y="266"/>
                  </a:lnTo>
                  <a:lnTo>
                    <a:pt x="138" y="273"/>
                  </a:lnTo>
                  <a:lnTo>
                    <a:pt x="238" y="277"/>
                  </a:lnTo>
                  <a:lnTo>
                    <a:pt x="755" y="283"/>
                  </a:lnTo>
                  <a:lnTo>
                    <a:pt x="1821" y="283"/>
                  </a:lnTo>
                  <a:lnTo>
                    <a:pt x="3546" y="283"/>
                  </a:lnTo>
                  <a:lnTo>
                    <a:pt x="3595" y="235"/>
                  </a:lnTo>
                  <a:lnTo>
                    <a:pt x="3606" y="223"/>
                  </a:lnTo>
                  <a:lnTo>
                    <a:pt x="3623" y="199"/>
                  </a:lnTo>
                  <a:lnTo>
                    <a:pt x="3636" y="174"/>
                  </a:lnTo>
                  <a:lnTo>
                    <a:pt x="3642" y="148"/>
                  </a:lnTo>
                  <a:lnTo>
                    <a:pt x="3643" y="123"/>
                  </a:lnTo>
                  <a:lnTo>
                    <a:pt x="3638" y="99"/>
                  </a:lnTo>
                  <a:lnTo>
                    <a:pt x="3628" y="75"/>
                  </a:lnTo>
                  <a:lnTo>
                    <a:pt x="3612" y="52"/>
                  </a:lnTo>
                  <a:lnTo>
                    <a:pt x="3601" y="42"/>
                  </a:lnTo>
                  <a:lnTo>
                    <a:pt x="3561" y="0"/>
                  </a:lnTo>
                  <a:lnTo>
                    <a:pt x="1823" y="0"/>
                  </a:lnTo>
                  <a:lnTo>
                    <a:pt x="935" y="1"/>
                  </a:lnTo>
                  <a:lnTo>
                    <a:pt x="263" y="8"/>
                  </a:lnTo>
                  <a:lnTo>
                    <a:pt x="112" y="14"/>
                  </a:lnTo>
                  <a:lnTo>
                    <a:pt x="65" y="19"/>
                  </a:lnTo>
                  <a:lnTo>
                    <a:pt x="58"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46">
              <a:extLst>
                <a:ext uri="{FF2B5EF4-FFF2-40B4-BE49-F238E27FC236}">
                  <a16:creationId xmlns:a16="http://schemas.microsoft.com/office/drawing/2014/main" id="{665F17CF-2B05-B030-AA40-B90C257F4E63}"/>
                </a:ext>
              </a:extLst>
            </p:cNvPr>
            <p:cNvSpPr>
              <a:spLocks/>
            </p:cNvSpPr>
            <p:nvPr/>
          </p:nvSpPr>
          <p:spPr bwMode="auto">
            <a:xfrm>
              <a:off x="1336175" y="823155"/>
              <a:ext cx="818688" cy="53129"/>
            </a:xfrm>
            <a:custGeom>
              <a:avLst/>
              <a:gdLst>
                <a:gd name="T0" fmla="*/ 37 w 4367"/>
                <a:gd name="T1" fmla="*/ 39 h 284"/>
                <a:gd name="T2" fmla="*/ 28 w 4367"/>
                <a:gd name="T3" fmla="*/ 49 h 284"/>
                <a:gd name="T4" fmla="*/ 13 w 4367"/>
                <a:gd name="T5" fmla="*/ 73 h 284"/>
                <a:gd name="T6" fmla="*/ 4 w 4367"/>
                <a:gd name="T7" fmla="*/ 99 h 284"/>
                <a:gd name="T8" fmla="*/ 0 w 4367"/>
                <a:gd name="T9" fmla="*/ 127 h 284"/>
                <a:gd name="T10" fmla="*/ 0 w 4367"/>
                <a:gd name="T11" fmla="*/ 155 h 284"/>
                <a:gd name="T12" fmla="*/ 6 w 4367"/>
                <a:gd name="T13" fmla="*/ 182 h 284"/>
                <a:gd name="T14" fmla="*/ 16 w 4367"/>
                <a:gd name="T15" fmla="*/ 208 h 284"/>
                <a:gd name="T16" fmla="*/ 32 w 4367"/>
                <a:gd name="T17" fmla="*/ 232 h 284"/>
                <a:gd name="T18" fmla="*/ 42 w 4367"/>
                <a:gd name="T19" fmla="*/ 242 h 284"/>
                <a:gd name="T20" fmla="*/ 82 w 4367"/>
                <a:gd name="T21" fmla="*/ 284 h 284"/>
                <a:gd name="T22" fmla="*/ 2175 w 4367"/>
                <a:gd name="T23" fmla="*/ 284 h 284"/>
                <a:gd name="T24" fmla="*/ 4270 w 4367"/>
                <a:gd name="T25" fmla="*/ 284 h 284"/>
                <a:gd name="T26" fmla="*/ 4319 w 4367"/>
                <a:gd name="T27" fmla="*/ 235 h 284"/>
                <a:gd name="T28" fmla="*/ 4330 w 4367"/>
                <a:gd name="T29" fmla="*/ 223 h 284"/>
                <a:gd name="T30" fmla="*/ 4347 w 4367"/>
                <a:gd name="T31" fmla="*/ 199 h 284"/>
                <a:gd name="T32" fmla="*/ 4360 w 4367"/>
                <a:gd name="T33" fmla="*/ 174 h 284"/>
                <a:gd name="T34" fmla="*/ 4366 w 4367"/>
                <a:gd name="T35" fmla="*/ 149 h 284"/>
                <a:gd name="T36" fmla="*/ 4367 w 4367"/>
                <a:gd name="T37" fmla="*/ 124 h 284"/>
                <a:gd name="T38" fmla="*/ 4362 w 4367"/>
                <a:gd name="T39" fmla="*/ 99 h 284"/>
                <a:gd name="T40" fmla="*/ 4352 w 4367"/>
                <a:gd name="T41" fmla="*/ 75 h 284"/>
                <a:gd name="T42" fmla="*/ 4336 w 4367"/>
                <a:gd name="T43" fmla="*/ 53 h 284"/>
                <a:gd name="T44" fmla="*/ 4325 w 4367"/>
                <a:gd name="T45" fmla="*/ 42 h 284"/>
                <a:gd name="T46" fmla="*/ 4285 w 4367"/>
                <a:gd name="T47" fmla="*/ 0 h 284"/>
                <a:gd name="T48" fmla="*/ 2179 w 4367"/>
                <a:gd name="T49" fmla="*/ 0 h 284"/>
                <a:gd name="T50" fmla="*/ 72 w 4367"/>
                <a:gd name="T51" fmla="*/ 0 h 284"/>
                <a:gd name="T52" fmla="*/ 37 w 4367"/>
                <a:gd name="T53" fmla="*/ 39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367" h="284">
                  <a:moveTo>
                    <a:pt x="37" y="39"/>
                  </a:moveTo>
                  <a:lnTo>
                    <a:pt x="28" y="49"/>
                  </a:lnTo>
                  <a:lnTo>
                    <a:pt x="13" y="73"/>
                  </a:lnTo>
                  <a:lnTo>
                    <a:pt x="4" y="99"/>
                  </a:lnTo>
                  <a:lnTo>
                    <a:pt x="0" y="127"/>
                  </a:lnTo>
                  <a:lnTo>
                    <a:pt x="0" y="155"/>
                  </a:lnTo>
                  <a:lnTo>
                    <a:pt x="6" y="182"/>
                  </a:lnTo>
                  <a:lnTo>
                    <a:pt x="16" y="208"/>
                  </a:lnTo>
                  <a:lnTo>
                    <a:pt x="32" y="232"/>
                  </a:lnTo>
                  <a:lnTo>
                    <a:pt x="42" y="242"/>
                  </a:lnTo>
                  <a:lnTo>
                    <a:pt x="82" y="284"/>
                  </a:lnTo>
                  <a:lnTo>
                    <a:pt x="2175" y="284"/>
                  </a:lnTo>
                  <a:lnTo>
                    <a:pt x="4270" y="284"/>
                  </a:lnTo>
                  <a:lnTo>
                    <a:pt x="4319" y="235"/>
                  </a:lnTo>
                  <a:lnTo>
                    <a:pt x="4330" y="223"/>
                  </a:lnTo>
                  <a:lnTo>
                    <a:pt x="4347" y="199"/>
                  </a:lnTo>
                  <a:lnTo>
                    <a:pt x="4360" y="174"/>
                  </a:lnTo>
                  <a:lnTo>
                    <a:pt x="4366" y="149"/>
                  </a:lnTo>
                  <a:lnTo>
                    <a:pt x="4367" y="124"/>
                  </a:lnTo>
                  <a:lnTo>
                    <a:pt x="4362" y="99"/>
                  </a:lnTo>
                  <a:lnTo>
                    <a:pt x="4352" y="75"/>
                  </a:lnTo>
                  <a:lnTo>
                    <a:pt x="4336" y="53"/>
                  </a:lnTo>
                  <a:lnTo>
                    <a:pt x="4325" y="42"/>
                  </a:lnTo>
                  <a:lnTo>
                    <a:pt x="4285" y="0"/>
                  </a:lnTo>
                  <a:lnTo>
                    <a:pt x="2179" y="0"/>
                  </a:lnTo>
                  <a:lnTo>
                    <a:pt x="72" y="0"/>
                  </a:lnTo>
                  <a:lnTo>
                    <a:pt x="37" y="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47">
              <a:extLst>
                <a:ext uri="{FF2B5EF4-FFF2-40B4-BE49-F238E27FC236}">
                  <a16:creationId xmlns:a16="http://schemas.microsoft.com/office/drawing/2014/main" id="{35C53B13-01EB-347F-1E9F-781F18B98310}"/>
                </a:ext>
              </a:extLst>
            </p:cNvPr>
            <p:cNvSpPr>
              <a:spLocks/>
            </p:cNvSpPr>
            <p:nvPr/>
          </p:nvSpPr>
          <p:spPr bwMode="auto">
            <a:xfrm>
              <a:off x="1336175" y="932449"/>
              <a:ext cx="818688" cy="53129"/>
            </a:xfrm>
            <a:custGeom>
              <a:avLst/>
              <a:gdLst>
                <a:gd name="T0" fmla="*/ 37 w 4367"/>
                <a:gd name="T1" fmla="*/ 38 h 283"/>
                <a:gd name="T2" fmla="*/ 28 w 4367"/>
                <a:gd name="T3" fmla="*/ 49 h 283"/>
                <a:gd name="T4" fmla="*/ 13 w 4367"/>
                <a:gd name="T5" fmla="*/ 73 h 283"/>
                <a:gd name="T6" fmla="*/ 4 w 4367"/>
                <a:gd name="T7" fmla="*/ 99 h 283"/>
                <a:gd name="T8" fmla="*/ 0 w 4367"/>
                <a:gd name="T9" fmla="*/ 126 h 283"/>
                <a:gd name="T10" fmla="*/ 0 w 4367"/>
                <a:gd name="T11" fmla="*/ 154 h 283"/>
                <a:gd name="T12" fmla="*/ 6 w 4367"/>
                <a:gd name="T13" fmla="*/ 182 h 283"/>
                <a:gd name="T14" fmla="*/ 16 w 4367"/>
                <a:gd name="T15" fmla="*/ 208 h 283"/>
                <a:gd name="T16" fmla="*/ 32 w 4367"/>
                <a:gd name="T17" fmla="*/ 231 h 283"/>
                <a:gd name="T18" fmla="*/ 42 w 4367"/>
                <a:gd name="T19" fmla="*/ 241 h 283"/>
                <a:gd name="T20" fmla="*/ 82 w 4367"/>
                <a:gd name="T21" fmla="*/ 283 h 283"/>
                <a:gd name="T22" fmla="*/ 2175 w 4367"/>
                <a:gd name="T23" fmla="*/ 283 h 283"/>
                <a:gd name="T24" fmla="*/ 4270 w 4367"/>
                <a:gd name="T25" fmla="*/ 283 h 283"/>
                <a:gd name="T26" fmla="*/ 4319 w 4367"/>
                <a:gd name="T27" fmla="*/ 235 h 283"/>
                <a:gd name="T28" fmla="*/ 4330 w 4367"/>
                <a:gd name="T29" fmla="*/ 223 h 283"/>
                <a:gd name="T30" fmla="*/ 4347 w 4367"/>
                <a:gd name="T31" fmla="*/ 198 h 283"/>
                <a:gd name="T32" fmla="*/ 4360 w 4367"/>
                <a:gd name="T33" fmla="*/ 173 h 283"/>
                <a:gd name="T34" fmla="*/ 4366 w 4367"/>
                <a:gd name="T35" fmla="*/ 148 h 283"/>
                <a:gd name="T36" fmla="*/ 4367 w 4367"/>
                <a:gd name="T37" fmla="*/ 123 h 283"/>
                <a:gd name="T38" fmla="*/ 4362 w 4367"/>
                <a:gd name="T39" fmla="*/ 98 h 283"/>
                <a:gd name="T40" fmla="*/ 4352 w 4367"/>
                <a:gd name="T41" fmla="*/ 75 h 283"/>
                <a:gd name="T42" fmla="*/ 4336 w 4367"/>
                <a:gd name="T43" fmla="*/ 52 h 283"/>
                <a:gd name="T44" fmla="*/ 4325 w 4367"/>
                <a:gd name="T45" fmla="*/ 41 h 283"/>
                <a:gd name="T46" fmla="*/ 4285 w 4367"/>
                <a:gd name="T47" fmla="*/ 0 h 283"/>
                <a:gd name="T48" fmla="*/ 2179 w 4367"/>
                <a:gd name="T49" fmla="*/ 0 h 283"/>
                <a:gd name="T50" fmla="*/ 72 w 4367"/>
                <a:gd name="T51" fmla="*/ 0 h 283"/>
                <a:gd name="T52" fmla="*/ 37 w 4367"/>
                <a:gd name="T53" fmla="*/ 38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367" h="283">
                  <a:moveTo>
                    <a:pt x="37" y="38"/>
                  </a:moveTo>
                  <a:lnTo>
                    <a:pt x="28" y="49"/>
                  </a:lnTo>
                  <a:lnTo>
                    <a:pt x="13" y="73"/>
                  </a:lnTo>
                  <a:lnTo>
                    <a:pt x="4" y="99"/>
                  </a:lnTo>
                  <a:lnTo>
                    <a:pt x="0" y="126"/>
                  </a:lnTo>
                  <a:lnTo>
                    <a:pt x="0" y="154"/>
                  </a:lnTo>
                  <a:lnTo>
                    <a:pt x="6" y="182"/>
                  </a:lnTo>
                  <a:lnTo>
                    <a:pt x="16" y="208"/>
                  </a:lnTo>
                  <a:lnTo>
                    <a:pt x="32" y="231"/>
                  </a:lnTo>
                  <a:lnTo>
                    <a:pt x="42" y="241"/>
                  </a:lnTo>
                  <a:lnTo>
                    <a:pt x="82" y="283"/>
                  </a:lnTo>
                  <a:lnTo>
                    <a:pt x="2175" y="283"/>
                  </a:lnTo>
                  <a:lnTo>
                    <a:pt x="4270" y="283"/>
                  </a:lnTo>
                  <a:lnTo>
                    <a:pt x="4319" y="235"/>
                  </a:lnTo>
                  <a:lnTo>
                    <a:pt x="4330" y="223"/>
                  </a:lnTo>
                  <a:lnTo>
                    <a:pt x="4347" y="198"/>
                  </a:lnTo>
                  <a:lnTo>
                    <a:pt x="4360" y="173"/>
                  </a:lnTo>
                  <a:lnTo>
                    <a:pt x="4366" y="148"/>
                  </a:lnTo>
                  <a:lnTo>
                    <a:pt x="4367" y="123"/>
                  </a:lnTo>
                  <a:lnTo>
                    <a:pt x="4362" y="98"/>
                  </a:lnTo>
                  <a:lnTo>
                    <a:pt x="4352" y="75"/>
                  </a:lnTo>
                  <a:lnTo>
                    <a:pt x="4336" y="52"/>
                  </a:lnTo>
                  <a:lnTo>
                    <a:pt x="4325" y="41"/>
                  </a:lnTo>
                  <a:lnTo>
                    <a:pt x="4285" y="0"/>
                  </a:lnTo>
                  <a:lnTo>
                    <a:pt x="2179" y="0"/>
                  </a:lnTo>
                  <a:lnTo>
                    <a:pt x="72" y="0"/>
                  </a:lnTo>
                  <a:lnTo>
                    <a:pt x="37"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48">
              <a:extLst>
                <a:ext uri="{FF2B5EF4-FFF2-40B4-BE49-F238E27FC236}">
                  <a16:creationId xmlns:a16="http://schemas.microsoft.com/office/drawing/2014/main" id="{79098877-ED20-D655-E5BE-15FA611C4BF3}"/>
                </a:ext>
              </a:extLst>
            </p:cNvPr>
            <p:cNvSpPr>
              <a:spLocks/>
            </p:cNvSpPr>
            <p:nvPr/>
          </p:nvSpPr>
          <p:spPr bwMode="auto">
            <a:xfrm>
              <a:off x="1336175" y="1041742"/>
              <a:ext cx="818688" cy="52623"/>
            </a:xfrm>
            <a:custGeom>
              <a:avLst/>
              <a:gdLst>
                <a:gd name="T0" fmla="*/ 37 w 4367"/>
                <a:gd name="T1" fmla="*/ 38 h 283"/>
                <a:gd name="T2" fmla="*/ 28 w 4367"/>
                <a:gd name="T3" fmla="*/ 49 h 283"/>
                <a:gd name="T4" fmla="*/ 13 w 4367"/>
                <a:gd name="T5" fmla="*/ 73 h 283"/>
                <a:gd name="T6" fmla="*/ 4 w 4367"/>
                <a:gd name="T7" fmla="*/ 99 h 283"/>
                <a:gd name="T8" fmla="*/ 0 w 4367"/>
                <a:gd name="T9" fmla="*/ 127 h 283"/>
                <a:gd name="T10" fmla="*/ 0 w 4367"/>
                <a:gd name="T11" fmla="*/ 155 h 283"/>
                <a:gd name="T12" fmla="*/ 6 w 4367"/>
                <a:gd name="T13" fmla="*/ 182 h 283"/>
                <a:gd name="T14" fmla="*/ 16 w 4367"/>
                <a:gd name="T15" fmla="*/ 208 h 283"/>
                <a:gd name="T16" fmla="*/ 32 w 4367"/>
                <a:gd name="T17" fmla="*/ 231 h 283"/>
                <a:gd name="T18" fmla="*/ 42 w 4367"/>
                <a:gd name="T19" fmla="*/ 242 h 283"/>
                <a:gd name="T20" fmla="*/ 82 w 4367"/>
                <a:gd name="T21" fmla="*/ 283 h 283"/>
                <a:gd name="T22" fmla="*/ 2175 w 4367"/>
                <a:gd name="T23" fmla="*/ 283 h 283"/>
                <a:gd name="T24" fmla="*/ 4270 w 4367"/>
                <a:gd name="T25" fmla="*/ 283 h 283"/>
                <a:gd name="T26" fmla="*/ 4319 w 4367"/>
                <a:gd name="T27" fmla="*/ 235 h 283"/>
                <a:gd name="T28" fmla="*/ 4330 w 4367"/>
                <a:gd name="T29" fmla="*/ 223 h 283"/>
                <a:gd name="T30" fmla="*/ 4347 w 4367"/>
                <a:gd name="T31" fmla="*/ 199 h 283"/>
                <a:gd name="T32" fmla="*/ 4360 w 4367"/>
                <a:gd name="T33" fmla="*/ 174 h 283"/>
                <a:gd name="T34" fmla="*/ 4366 w 4367"/>
                <a:gd name="T35" fmla="*/ 148 h 283"/>
                <a:gd name="T36" fmla="*/ 4367 w 4367"/>
                <a:gd name="T37" fmla="*/ 123 h 283"/>
                <a:gd name="T38" fmla="*/ 4362 w 4367"/>
                <a:gd name="T39" fmla="*/ 99 h 283"/>
                <a:gd name="T40" fmla="*/ 4352 w 4367"/>
                <a:gd name="T41" fmla="*/ 75 h 283"/>
                <a:gd name="T42" fmla="*/ 4336 w 4367"/>
                <a:gd name="T43" fmla="*/ 52 h 283"/>
                <a:gd name="T44" fmla="*/ 4325 w 4367"/>
                <a:gd name="T45" fmla="*/ 42 h 283"/>
                <a:gd name="T46" fmla="*/ 4285 w 4367"/>
                <a:gd name="T47" fmla="*/ 0 h 283"/>
                <a:gd name="T48" fmla="*/ 2179 w 4367"/>
                <a:gd name="T49" fmla="*/ 0 h 283"/>
                <a:gd name="T50" fmla="*/ 72 w 4367"/>
                <a:gd name="T51" fmla="*/ 0 h 283"/>
                <a:gd name="T52" fmla="*/ 37 w 4367"/>
                <a:gd name="T53" fmla="*/ 38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367" h="283">
                  <a:moveTo>
                    <a:pt x="37" y="38"/>
                  </a:moveTo>
                  <a:lnTo>
                    <a:pt x="28" y="49"/>
                  </a:lnTo>
                  <a:lnTo>
                    <a:pt x="13" y="73"/>
                  </a:lnTo>
                  <a:lnTo>
                    <a:pt x="4" y="99"/>
                  </a:lnTo>
                  <a:lnTo>
                    <a:pt x="0" y="127"/>
                  </a:lnTo>
                  <a:lnTo>
                    <a:pt x="0" y="155"/>
                  </a:lnTo>
                  <a:lnTo>
                    <a:pt x="6" y="182"/>
                  </a:lnTo>
                  <a:lnTo>
                    <a:pt x="16" y="208"/>
                  </a:lnTo>
                  <a:lnTo>
                    <a:pt x="32" y="231"/>
                  </a:lnTo>
                  <a:lnTo>
                    <a:pt x="42" y="242"/>
                  </a:lnTo>
                  <a:lnTo>
                    <a:pt x="82" y="283"/>
                  </a:lnTo>
                  <a:lnTo>
                    <a:pt x="2175" y="283"/>
                  </a:lnTo>
                  <a:lnTo>
                    <a:pt x="4270" y="283"/>
                  </a:lnTo>
                  <a:lnTo>
                    <a:pt x="4319" y="235"/>
                  </a:lnTo>
                  <a:lnTo>
                    <a:pt x="4330" y="223"/>
                  </a:lnTo>
                  <a:lnTo>
                    <a:pt x="4347" y="199"/>
                  </a:lnTo>
                  <a:lnTo>
                    <a:pt x="4360" y="174"/>
                  </a:lnTo>
                  <a:lnTo>
                    <a:pt x="4366" y="148"/>
                  </a:lnTo>
                  <a:lnTo>
                    <a:pt x="4367" y="123"/>
                  </a:lnTo>
                  <a:lnTo>
                    <a:pt x="4362" y="99"/>
                  </a:lnTo>
                  <a:lnTo>
                    <a:pt x="4352" y="75"/>
                  </a:lnTo>
                  <a:lnTo>
                    <a:pt x="4336" y="52"/>
                  </a:lnTo>
                  <a:lnTo>
                    <a:pt x="4325" y="42"/>
                  </a:lnTo>
                  <a:lnTo>
                    <a:pt x="4285" y="0"/>
                  </a:lnTo>
                  <a:lnTo>
                    <a:pt x="2179" y="0"/>
                  </a:lnTo>
                  <a:lnTo>
                    <a:pt x="72" y="0"/>
                  </a:lnTo>
                  <a:lnTo>
                    <a:pt x="37"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49">
              <a:extLst>
                <a:ext uri="{FF2B5EF4-FFF2-40B4-BE49-F238E27FC236}">
                  <a16:creationId xmlns:a16="http://schemas.microsoft.com/office/drawing/2014/main" id="{2757A1EB-A3F8-1D9E-EEE6-AA8508C3272D}"/>
                </a:ext>
              </a:extLst>
            </p:cNvPr>
            <p:cNvSpPr>
              <a:spLocks/>
            </p:cNvSpPr>
            <p:nvPr/>
          </p:nvSpPr>
          <p:spPr bwMode="auto">
            <a:xfrm>
              <a:off x="1336175" y="1151035"/>
              <a:ext cx="818688" cy="53129"/>
            </a:xfrm>
            <a:custGeom>
              <a:avLst/>
              <a:gdLst>
                <a:gd name="T0" fmla="*/ 37 w 4367"/>
                <a:gd name="T1" fmla="*/ 39 h 284"/>
                <a:gd name="T2" fmla="*/ 28 w 4367"/>
                <a:gd name="T3" fmla="*/ 49 h 284"/>
                <a:gd name="T4" fmla="*/ 13 w 4367"/>
                <a:gd name="T5" fmla="*/ 73 h 284"/>
                <a:gd name="T6" fmla="*/ 4 w 4367"/>
                <a:gd name="T7" fmla="*/ 99 h 284"/>
                <a:gd name="T8" fmla="*/ 0 w 4367"/>
                <a:gd name="T9" fmla="*/ 127 h 284"/>
                <a:gd name="T10" fmla="*/ 0 w 4367"/>
                <a:gd name="T11" fmla="*/ 155 h 284"/>
                <a:gd name="T12" fmla="*/ 6 w 4367"/>
                <a:gd name="T13" fmla="*/ 182 h 284"/>
                <a:gd name="T14" fmla="*/ 16 w 4367"/>
                <a:gd name="T15" fmla="*/ 208 h 284"/>
                <a:gd name="T16" fmla="*/ 32 w 4367"/>
                <a:gd name="T17" fmla="*/ 232 h 284"/>
                <a:gd name="T18" fmla="*/ 42 w 4367"/>
                <a:gd name="T19" fmla="*/ 242 h 284"/>
                <a:gd name="T20" fmla="*/ 82 w 4367"/>
                <a:gd name="T21" fmla="*/ 284 h 284"/>
                <a:gd name="T22" fmla="*/ 2175 w 4367"/>
                <a:gd name="T23" fmla="*/ 284 h 284"/>
                <a:gd name="T24" fmla="*/ 4270 w 4367"/>
                <a:gd name="T25" fmla="*/ 284 h 284"/>
                <a:gd name="T26" fmla="*/ 4319 w 4367"/>
                <a:gd name="T27" fmla="*/ 235 h 284"/>
                <a:gd name="T28" fmla="*/ 4330 w 4367"/>
                <a:gd name="T29" fmla="*/ 223 h 284"/>
                <a:gd name="T30" fmla="*/ 4347 w 4367"/>
                <a:gd name="T31" fmla="*/ 199 h 284"/>
                <a:gd name="T32" fmla="*/ 4360 w 4367"/>
                <a:gd name="T33" fmla="*/ 174 h 284"/>
                <a:gd name="T34" fmla="*/ 4366 w 4367"/>
                <a:gd name="T35" fmla="*/ 149 h 284"/>
                <a:gd name="T36" fmla="*/ 4367 w 4367"/>
                <a:gd name="T37" fmla="*/ 124 h 284"/>
                <a:gd name="T38" fmla="*/ 4362 w 4367"/>
                <a:gd name="T39" fmla="*/ 99 h 284"/>
                <a:gd name="T40" fmla="*/ 4352 w 4367"/>
                <a:gd name="T41" fmla="*/ 75 h 284"/>
                <a:gd name="T42" fmla="*/ 4336 w 4367"/>
                <a:gd name="T43" fmla="*/ 53 h 284"/>
                <a:gd name="T44" fmla="*/ 4325 w 4367"/>
                <a:gd name="T45" fmla="*/ 42 h 284"/>
                <a:gd name="T46" fmla="*/ 4285 w 4367"/>
                <a:gd name="T47" fmla="*/ 0 h 284"/>
                <a:gd name="T48" fmla="*/ 2179 w 4367"/>
                <a:gd name="T49" fmla="*/ 0 h 284"/>
                <a:gd name="T50" fmla="*/ 72 w 4367"/>
                <a:gd name="T51" fmla="*/ 0 h 284"/>
                <a:gd name="T52" fmla="*/ 37 w 4367"/>
                <a:gd name="T53" fmla="*/ 39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367" h="284">
                  <a:moveTo>
                    <a:pt x="37" y="39"/>
                  </a:moveTo>
                  <a:lnTo>
                    <a:pt x="28" y="49"/>
                  </a:lnTo>
                  <a:lnTo>
                    <a:pt x="13" y="73"/>
                  </a:lnTo>
                  <a:lnTo>
                    <a:pt x="4" y="99"/>
                  </a:lnTo>
                  <a:lnTo>
                    <a:pt x="0" y="127"/>
                  </a:lnTo>
                  <a:lnTo>
                    <a:pt x="0" y="155"/>
                  </a:lnTo>
                  <a:lnTo>
                    <a:pt x="6" y="182"/>
                  </a:lnTo>
                  <a:lnTo>
                    <a:pt x="16" y="208"/>
                  </a:lnTo>
                  <a:lnTo>
                    <a:pt x="32" y="232"/>
                  </a:lnTo>
                  <a:lnTo>
                    <a:pt x="42" y="242"/>
                  </a:lnTo>
                  <a:lnTo>
                    <a:pt x="82" y="284"/>
                  </a:lnTo>
                  <a:lnTo>
                    <a:pt x="2175" y="284"/>
                  </a:lnTo>
                  <a:lnTo>
                    <a:pt x="4270" y="284"/>
                  </a:lnTo>
                  <a:lnTo>
                    <a:pt x="4319" y="235"/>
                  </a:lnTo>
                  <a:lnTo>
                    <a:pt x="4330" y="223"/>
                  </a:lnTo>
                  <a:lnTo>
                    <a:pt x="4347" y="199"/>
                  </a:lnTo>
                  <a:lnTo>
                    <a:pt x="4360" y="174"/>
                  </a:lnTo>
                  <a:lnTo>
                    <a:pt x="4366" y="149"/>
                  </a:lnTo>
                  <a:lnTo>
                    <a:pt x="4367" y="124"/>
                  </a:lnTo>
                  <a:lnTo>
                    <a:pt x="4362" y="99"/>
                  </a:lnTo>
                  <a:lnTo>
                    <a:pt x="4352" y="75"/>
                  </a:lnTo>
                  <a:lnTo>
                    <a:pt x="4336" y="53"/>
                  </a:lnTo>
                  <a:lnTo>
                    <a:pt x="4325" y="42"/>
                  </a:lnTo>
                  <a:lnTo>
                    <a:pt x="4285" y="0"/>
                  </a:lnTo>
                  <a:lnTo>
                    <a:pt x="2179" y="0"/>
                  </a:lnTo>
                  <a:lnTo>
                    <a:pt x="72" y="0"/>
                  </a:lnTo>
                  <a:lnTo>
                    <a:pt x="37" y="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50">
              <a:extLst>
                <a:ext uri="{FF2B5EF4-FFF2-40B4-BE49-F238E27FC236}">
                  <a16:creationId xmlns:a16="http://schemas.microsoft.com/office/drawing/2014/main" id="{5318ECDC-F2B4-B4A9-D407-20A8CCD1D6D8}"/>
                </a:ext>
              </a:extLst>
            </p:cNvPr>
            <p:cNvSpPr>
              <a:spLocks/>
            </p:cNvSpPr>
            <p:nvPr/>
          </p:nvSpPr>
          <p:spPr bwMode="auto">
            <a:xfrm>
              <a:off x="1336175" y="1260329"/>
              <a:ext cx="490302" cy="53129"/>
            </a:xfrm>
            <a:custGeom>
              <a:avLst/>
              <a:gdLst>
                <a:gd name="T0" fmla="*/ 37 w 2617"/>
                <a:gd name="T1" fmla="*/ 38 h 283"/>
                <a:gd name="T2" fmla="*/ 28 w 2617"/>
                <a:gd name="T3" fmla="*/ 49 h 283"/>
                <a:gd name="T4" fmla="*/ 13 w 2617"/>
                <a:gd name="T5" fmla="*/ 73 h 283"/>
                <a:gd name="T6" fmla="*/ 4 w 2617"/>
                <a:gd name="T7" fmla="*/ 99 h 283"/>
                <a:gd name="T8" fmla="*/ 0 w 2617"/>
                <a:gd name="T9" fmla="*/ 126 h 283"/>
                <a:gd name="T10" fmla="*/ 0 w 2617"/>
                <a:gd name="T11" fmla="*/ 154 h 283"/>
                <a:gd name="T12" fmla="*/ 6 w 2617"/>
                <a:gd name="T13" fmla="*/ 182 h 283"/>
                <a:gd name="T14" fmla="*/ 16 w 2617"/>
                <a:gd name="T15" fmla="*/ 208 h 283"/>
                <a:gd name="T16" fmla="*/ 32 w 2617"/>
                <a:gd name="T17" fmla="*/ 231 h 283"/>
                <a:gd name="T18" fmla="*/ 42 w 2617"/>
                <a:gd name="T19" fmla="*/ 241 h 283"/>
                <a:gd name="T20" fmla="*/ 82 w 2617"/>
                <a:gd name="T21" fmla="*/ 283 h 283"/>
                <a:gd name="T22" fmla="*/ 1300 w 2617"/>
                <a:gd name="T23" fmla="*/ 283 h 283"/>
                <a:gd name="T24" fmla="*/ 2520 w 2617"/>
                <a:gd name="T25" fmla="*/ 283 h 283"/>
                <a:gd name="T26" fmla="*/ 2569 w 2617"/>
                <a:gd name="T27" fmla="*/ 235 h 283"/>
                <a:gd name="T28" fmla="*/ 2580 w 2617"/>
                <a:gd name="T29" fmla="*/ 223 h 283"/>
                <a:gd name="T30" fmla="*/ 2597 w 2617"/>
                <a:gd name="T31" fmla="*/ 198 h 283"/>
                <a:gd name="T32" fmla="*/ 2610 w 2617"/>
                <a:gd name="T33" fmla="*/ 173 h 283"/>
                <a:gd name="T34" fmla="*/ 2616 w 2617"/>
                <a:gd name="T35" fmla="*/ 148 h 283"/>
                <a:gd name="T36" fmla="*/ 2617 w 2617"/>
                <a:gd name="T37" fmla="*/ 123 h 283"/>
                <a:gd name="T38" fmla="*/ 2612 w 2617"/>
                <a:gd name="T39" fmla="*/ 98 h 283"/>
                <a:gd name="T40" fmla="*/ 2602 w 2617"/>
                <a:gd name="T41" fmla="*/ 75 h 283"/>
                <a:gd name="T42" fmla="*/ 2586 w 2617"/>
                <a:gd name="T43" fmla="*/ 52 h 283"/>
                <a:gd name="T44" fmla="*/ 2575 w 2617"/>
                <a:gd name="T45" fmla="*/ 41 h 283"/>
                <a:gd name="T46" fmla="*/ 2535 w 2617"/>
                <a:gd name="T47" fmla="*/ 0 h 283"/>
                <a:gd name="T48" fmla="*/ 1304 w 2617"/>
                <a:gd name="T49" fmla="*/ 0 h 283"/>
                <a:gd name="T50" fmla="*/ 72 w 2617"/>
                <a:gd name="T51" fmla="*/ 0 h 283"/>
                <a:gd name="T52" fmla="*/ 37 w 2617"/>
                <a:gd name="T53" fmla="*/ 38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617" h="283">
                  <a:moveTo>
                    <a:pt x="37" y="38"/>
                  </a:moveTo>
                  <a:lnTo>
                    <a:pt x="28" y="49"/>
                  </a:lnTo>
                  <a:lnTo>
                    <a:pt x="13" y="73"/>
                  </a:lnTo>
                  <a:lnTo>
                    <a:pt x="4" y="99"/>
                  </a:lnTo>
                  <a:lnTo>
                    <a:pt x="0" y="126"/>
                  </a:lnTo>
                  <a:lnTo>
                    <a:pt x="0" y="154"/>
                  </a:lnTo>
                  <a:lnTo>
                    <a:pt x="6" y="182"/>
                  </a:lnTo>
                  <a:lnTo>
                    <a:pt x="16" y="208"/>
                  </a:lnTo>
                  <a:lnTo>
                    <a:pt x="32" y="231"/>
                  </a:lnTo>
                  <a:lnTo>
                    <a:pt x="42" y="241"/>
                  </a:lnTo>
                  <a:lnTo>
                    <a:pt x="82" y="283"/>
                  </a:lnTo>
                  <a:lnTo>
                    <a:pt x="1300" y="283"/>
                  </a:lnTo>
                  <a:lnTo>
                    <a:pt x="2520" y="283"/>
                  </a:lnTo>
                  <a:lnTo>
                    <a:pt x="2569" y="235"/>
                  </a:lnTo>
                  <a:lnTo>
                    <a:pt x="2580" y="223"/>
                  </a:lnTo>
                  <a:lnTo>
                    <a:pt x="2597" y="198"/>
                  </a:lnTo>
                  <a:lnTo>
                    <a:pt x="2610" y="173"/>
                  </a:lnTo>
                  <a:lnTo>
                    <a:pt x="2616" y="148"/>
                  </a:lnTo>
                  <a:lnTo>
                    <a:pt x="2617" y="123"/>
                  </a:lnTo>
                  <a:lnTo>
                    <a:pt x="2612" y="98"/>
                  </a:lnTo>
                  <a:lnTo>
                    <a:pt x="2602" y="75"/>
                  </a:lnTo>
                  <a:lnTo>
                    <a:pt x="2586" y="52"/>
                  </a:lnTo>
                  <a:lnTo>
                    <a:pt x="2575" y="41"/>
                  </a:lnTo>
                  <a:lnTo>
                    <a:pt x="2535" y="0"/>
                  </a:lnTo>
                  <a:lnTo>
                    <a:pt x="1304" y="0"/>
                  </a:lnTo>
                  <a:lnTo>
                    <a:pt x="72" y="0"/>
                  </a:lnTo>
                  <a:lnTo>
                    <a:pt x="37"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51">
              <a:extLst>
                <a:ext uri="{FF2B5EF4-FFF2-40B4-BE49-F238E27FC236}">
                  <a16:creationId xmlns:a16="http://schemas.microsoft.com/office/drawing/2014/main" id="{CBB10676-63E4-EA50-56FD-D9CFFB262604}"/>
                </a:ext>
              </a:extLst>
            </p:cNvPr>
            <p:cNvSpPr>
              <a:spLocks noEditPoints="1"/>
            </p:cNvSpPr>
            <p:nvPr/>
          </p:nvSpPr>
          <p:spPr bwMode="auto">
            <a:xfrm>
              <a:off x="1826983" y="1260329"/>
              <a:ext cx="327374" cy="324338"/>
            </a:xfrm>
            <a:custGeom>
              <a:avLst/>
              <a:gdLst>
                <a:gd name="T0" fmla="*/ 444 w 1746"/>
                <a:gd name="T1" fmla="*/ 107 h 1732"/>
                <a:gd name="T2" fmla="*/ 193 w 1746"/>
                <a:gd name="T3" fmla="*/ 322 h 1732"/>
                <a:gd name="T4" fmla="*/ 37 w 1746"/>
                <a:gd name="T5" fmla="*/ 615 h 1732"/>
                <a:gd name="T6" fmla="*/ 3 w 1746"/>
                <a:gd name="T7" fmla="*/ 793 h 1732"/>
                <a:gd name="T8" fmla="*/ 18 w 1746"/>
                <a:gd name="T9" fmla="*/ 1036 h 1732"/>
                <a:gd name="T10" fmla="*/ 98 w 1746"/>
                <a:gd name="T11" fmla="*/ 1264 h 1732"/>
                <a:gd name="T12" fmla="*/ 236 w 1746"/>
                <a:gd name="T13" fmla="*/ 1462 h 1732"/>
                <a:gd name="T14" fmla="*/ 423 w 1746"/>
                <a:gd name="T15" fmla="*/ 1615 h 1732"/>
                <a:gd name="T16" fmla="*/ 611 w 1746"/>
                <a:gd name="T17" fmla="*/ 1700 h 1732"/>
                <a:gd name="T18" fmla="*/ 802 w 1746"/>
                <a:gd name="T19" fmla="*/ 1732 h 1732"/>
                <a:gd name="T20" fmla="*/ 1107 w 1746"/>
                <a:gd name="T21" fmla="*/ 1708 h 1732"/>
                <a:gd name="T22" fmla="*/ 1289 w 1746"/>
                <a:gd name="T23" fmla="*/ 1634 h 1732"/>
                <a:gd name="T24" fmla="*/ 1547 w 1746"/>
                <a:gd name="T25" fmla="*/ 1417 h 1732"/>
                <a:gd name="T26" fmla="*/ 1709 w 1746"/>
                <a:gd name="T27" fmla="*/ 1118 h 1732"/>
                <a:gd name="T28" fmla="*/ 1743 w 1746"/>
                <a:gd name="T29" fmla="*/ 940 h 1732"/>
                <a:gd name="T30" fmla="*/ 1728 w 1746"/>
                <a:gd name="T31" fmla="*/ 696 h 1732"/>
                <a:gd name="T32" fmla="*/ 1648 w 1746"/>
                <a:gd name="T33" fmla="*/ 469 h 1732"/>
                <a:gd name="T34" fmla="*/ 1510 w 1746"/>
                <a:gd name="T35" fmla="*/ 271 h 1732"/>
                <a:gd name="T36" fmla="*/ 1323 w 1746"/>
                <a:gd name="T37" fmla="*/ 117 h 1732"/>
                <a:gd name="T38" fmla="*/ 1135 w 1746"/>
                <a:gd name="T39" fmla="*/ 33 h 1732"/>
                <a:gd name="T40" fmla="*/ 936 w 1746"/>
                <a:gd name="T41" fmla="*/ 0 h 1732"/>
                <a:gd name="T42" fmla="*/ 689 w 1746"/>
                <a:gd name="T43" fmla="*/ 15 h 1732"/>
                <a:gd name="T44" fmla="*/ 1103 w 1746"/>
                <a:gd name="T45" fmla="*/ 331 h 1732"/>
                <a:gd name="T46" fmla="*/ 1226 w 1746"/>
                <a:gd name="T47" fmla="*/ 410 h 1732"/>
                <a:gd name="T48" fmla="*/ 1395 w 1746"/>
                <a:gd name="T49" fmla="*/ 608 h 1732"/>
                <a:gd name="T50" fmla="*/ 1436 w 1746"/>
                <a:gd name="T51" fmla="*/ 735 h 1732"/>
                <a:gd name="T52" fmla="*/ 1440 w 1746"/>
                <a:gd name="T53" fmla="*/ 921 h 1732"/>
                <a:gd name="T54" fmla="*/ 1409 w 1746"/>
                <a:gd name="T55" fmla="*/ 1098 h 1732"/>
                <a:gd name="T56" fmla="*/ 1306 w 1746"/>
                <a:gd name="T57" fmla="*/ 1247 h 1732"/>
                <a:gd name="T58" fmla="*/ 1103 w 1746"/>
                <a:gd name="T59" fmla="*/ 1403 h 1732"/>
                <a:gd name="T60" fmla="*/ 982 w 1746"/>
                <a:gd name="T61" fmla="*/ 1436 h 1732"/>
                <a:gd name="T62" fmla="*/ 831 w 1746"/>
                <a:gd name="T63" fmla="*/ 1439 h 1732"/>
                <a:gd name="T64" fmla="*/ 666 w 1746"/>
                <a:gd name="T65" fmla="*/ 1413 h 1732"/>
                <a:gd name="T66" fmla="*/ 520 w 1746"/>
                <a:gd name="T67" fmla="*/ 1323 h 1732"/>
                <a:gd name="T68" fmla="*/ 351 w 1746"/>
                <a:gd name="T69" fmla="*/ 1125 h 1732"/>
                <a:gd name="T70" fmla="*/ 310 w 1746"/>
                <a:gd name="T71" fmla="*/ 998 h 1732"/>
                <a:gd name="T72" fmla="*/ 306 w 1746"/>
                <a:gd name="T73" fmla="*/ 812 h 1732"/>
                <a:gd name="T74" fmla="*/ 337 w 1746"/>
                <a:gd name="T75" fmla="*/ 635 h 1732"/>
                <a:gd name="T76" fmla="*/ 402 w 1746"/>
                <a:gd name="T77" fmla="*/ 529 h 1732"/>
                <a:gd name="T78" fmla="*/ 540 w 1746"/>
                <a:gd name="T79" fmla="*/ 394 h 1732"/>
                <a:gd name="T80" fmla="*/ 710 w 1746"/>
                <a:gd name="T81" fmla="*/ 307 h 1732"/>
                <a:gd name="T82" fmla="*/ 867 w 1746"/>
                <a:gd name="T83" fmla="*/ 288 h 1732"/>
                <a:gd name="T84" fmla="*/ 1103 w 1746"/>
                <a:gd name="T85" fmla="*/ 331 h 1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746" h="1732">
                  <a:moveTo>
                    <a:pt x="598" y="38"/>
                  </a:moveTo>
                  <a:lnTo>
                    <a:pt x="545" y="57"/>
                  </a:lnTo>
                  <a:lnTo>
                    <a:pt x="444" y="107"/>
                  </a:lnTo>
                  <a:lnTo>
                    <a:pt x="351" y="168"/>
                  </a:lnTo>
                  <a:lnTo>
                    <a:pt x="267" y="240"/>
                  </a:lnTo>
                  <a:lnTo>
                    <a:pt x="193" y="322"/>
                  </a:lnTo>
                  <a:lnTo>
                    <a:pt x="129" y="412"/>
                  </a:lnTo>
                  <a:lnTo>
                    <a:pt x="77" y="510"/>
                  </a:lnTo>
                  <a:lnTo>
                    <a:pt x="37" y="615"/>
                  </a:lnTo>
                  <a:lnTo>
                    <a:pt x="23" y="670"/>
                  </a:lnTo>
                  <a:lnTo>
                    <a:pt x="14" y="711"/>
                  </a:lnTo>
                  <a:lnTo>
                    <a:pt x="3" y="793"/>
                  </a:lnTo>
                  <a:lnTo>
                    <a:pt x="0" y="875"/>
                  </a:lnTo>
                  <a:lnTo>
                    <a:pt x="5" y="956"/>
                  </a:lnTo>
                  <a:lnTo>
                    <a:pt x="18" y="1036"/>
                  </a:lnTo>
                  <a:lnTo>
                    <a:pt x="38" y="1115"/>
                  </a:lnTo>
                  <a:lnTo>
                    <a:pt x="65" y="1191"/>
                  </a:lnTo>
                  <a:lnTo>
                    <a:pt x="98" y="1264"/>
                  </a:lnTo>
                  <a:lnTo>
                    <a:pt x="138" y="1334"/>
                  </a:lnTo>
                  <a:lnTo>
                    <a:pt x="184" y="1400"/>
                  </a:lnTo>
                  <a:lnTo>
                    <a:pt x="236" y="1462"/>
                  </a:lnTo>
                  <a:lnTo>
                    <a:pt x="293" y="1518"/>
                  </a:lnTo>
                  <a:lnTo>
                    <a:pt x="356" y="1570"/>
                  </a:lnTo>
                  <a:lnTo>
                    <a:pt x="423" y="1615"/>
                  </a:lnTo>
                  <a:lnTo>
                    <a:pt x="495" y="1655"/>
                  </a:lnTo>
                  <a:lnTo>
                    <a:pt x="571" y="1687"/>
                  </a:lnTo>
                  <a:lnTo>
                    <a:pt x="611" y="1700"/>
                  </a:lnTo>
                  <a:lnTo>
                    <a:pt x="639" y="1708"/>
                  </a:lnTo>
                  <a:lnTo>
                    <a:pt x="701" y="1720"/>
                  </a:lnTo>
                  <a:lnTo>
                    <a:pt x="802" y="1732"/>
                  </a:lnTo>
                  <a:lnTo>
                    <a:pt x="944" y="1732"/>
                  </a:lnTo>
                  <a:lnTo>
                    <a:pt x="1045" y="1720"/>
                  </a:lnTo>
                  <a:lnTo>
                    <a:pt x="1107" y="1708"/>
                  </a:lnTo>
                  <a:lnTo>
                    <a:pt x="1135" y="1700"/>
                  </a:lnTo>
                  <a:lnTo>
                    <a:pt x="1188" y="1682"/>
                  </a:lnTo>
                  <a:lnTo>
                    <a:pt x="1289" y="1634"/>
                  </a:lnTo>
                  <a:lnTo>
                    <a:pt x="1384" y="1573"/>
                  </a:lnTo>
                  <a:lnTo>
                    <a:pt x="1470" y="1500"/>
                  </a:lnTo>
                  <a:lnTo>
                    <a:pt x="1547" y="1417"/>
                  </a:lnTo>
                  <a:lnTo>
                    <a:pt x="1613" y="1325"/>
                  </a:lnTo>
                  <a:lnTo>
                    <a:pt x="1668" y="1225"/>
                  </a:lnTo>
                  <a:lnTo>
                    <a:pt x="1709" y="1118"/>
                  </a:lnTo>
                  <a:lnTo>
                    <a:pt x="1723" y="1063"/>
                  </a:lnTo>
                  <a:lnTo>
                    <a:pt x="1732" y="1022"/>
                  </a:lnTo>
                  <a:lnTo>
                    <a:pt x="1743" y="940"/>
                  </a:lnTo>
                  <a:lnTo>
                    <a:pt x="1746" y="858"/>
                  </a:lnTo>
                  <a:lnTo>
                    <a:pt x="1741" y="777"/>
                  </a:lnTo>
                  <a:lnTo>
                    <a:pt x="1728" y="696"/>
                  </a:lnTo>
                  <a:lnTo>
                    <a:pt x="1708" y="618"/>
                  </a:lnTo>
                  <a:lnTo>
                    <a:pt x="1681" y="542"/>
                  </a:lnTo>
                  <a:lnTo>
                    <a:pt x="1648" y="469"/>
                  </a:lnTo>
                  <a:lnTo>
                    <a:pt x="1608" y="399"/>
                  </a:lnTo>
                  <a:lnTo>
                    <a:pt x="1562" y="333"/>
                  </a:lnTo>
                  <a:lnTo>
                    <a:pt x="1510" y="271"/>
                  </a:lnTo>
                  <a:lnTo>
                    <a:pt x="1453" y="214"/>
                  </a:lnTo>
                  <a:lnTo>
                    <a:pt x="1390" y="163"/>
                  </a:lnTo>
                  <a:lnTo>
                    <a:pt x="1323" y="117"/>
                  </a:lnTo>
                  <a:lnTo>
                    <a:pt x="1251" y="78"/>
                  </a:lnTo>
                  <a:lnTo>
                    <a:pt x="1175" y="46"/>
                  </a:lnTo>
                  <a:lnTo>
                    <a:pt x="1135" y="33"/>
                  </a:lnTo>
                  <a:lnTo>
                    <a:pt x="1105" y="25"/>
                  </a:lnTo>
                  <a:lnTo>
                    <a:pt x="1041" y="12"/>
                  </a:lnTo>
                  <a:lnTo>
                    <a:pt x="936" y="0"/>
                  </a:lnTo>
                  <a:lnTo>
                    <a:pt x="828" y="0"/>
                  </a:lnTo>
                  <a:lnTo>
                    <a:pt x="756" y="5"/>
                  </a:lnTo>
                  <a:lnTo>
                    <a:pt x="689" y="15"/>
                  </a:lnTo>
                  <a:lnTo>
                    <a:pt x="626" y="29"/>
                  </a:lnTo>
                  <a:lnTo>
                    <a:pt x="598" y="38"/>
                  </a:lnTo>
                  <a:close/>
                  <a:moveTo>
                    <a:pt x="1103" y="331"/>
                  </a:moveTo>
                  <a:lnTo>
                    <a:pt x="1123" y="340"/>
                  </a:lnTo>
                  <a:lnTo>
                    <a:pt x="1164" y="364"/>
                  </a:lnTo>
                  <a:lnTo>
                    <a:pt x="1226" y="410"/>
                  </a:lnTo>
                  <a:lnTo>
                    <a:pt x="1306" y="486"/>
                  </a:lnTo>
                  <a:lnTo>
                    <a:pt x="1372" y="568"/>
                  </a:lnTo>
                  <a:lnTo>
                    <a:pt x="1395" y="608"/>
                  </a:lnTo>
                  <a:lnTo>
                    <a:pt x="1409" y="635"/>
                  </a:lnTo>
                  <a:lnTo>
                    <a:pt x="1427" y="681"/>
                  </a:lnTo>
                  <a:lnTo>
                    <a:pt x="1436" y="735"/>
                  </a:lnTo>
                  <a:lnTo>
                    <a:pt x="1440" y="812"/>
                  </a:lnTo>
                  <a:lnTo>
                    <a:pt x="1440" y="866"/>
                  </a:lnTo>
                  <a:lnTo>
                    <a:pt x="1440" y="921"/>
                  </a:lnTo>
                  <a:lnTo>
                    <a:pt x="1436" y="998"/>
                  </a:lnTo>
                  <a:lnTo>
                    <a:pt x="1427" y="1052"/>
                  </a:lnTo>
                  <a:lnTo>
                    <a:pt x="1409" y="1098"/>
                  </a:lnTo>
                  <a:lnTo>
                    <a:pt x="1395" y="1125"/>
                  </a:lnTo>
                  <a:lnTo>
                    <a:pt x="1372" y="1165"/>
                  </a:lnTo>
                  <a:lnTo>
                    <a:pt x="1306" y="1247"/>
                  </a:lnTo>
                  <a:lnTo>
                    <a:pt x="1226" y="1323"/>
                  </a:lnTo>
                  <a:lnTo>
                    <a:pt x="1143" y="1383"/>
                  </a:lnTo>
                  <a:lnTo>
                    <a:pt x="1103" y="1403"/>
                  </a:lnTo>
                  <a:lnTo>
                    <a:pt x="1080" y="1413"/>
                  </a:lnTo>
                  <a:lnTo>
                    <a:pt x="1034" y="1427"/>
                  </a:lnTo>
                  <a:lnTo>
                    <a:pt x="982" y="1436"/>
                  </a:lnTo>
                  <a:lnTo>
                    <a:pt x="915" y="1439"/>
                  </a:lnTo>
                  <a:lnTo>
                    <a:pt x="873" y="1440"/>
                  </a:lnTo>
                  <a:lnTo>
                    <a:pt x="831" y="1439"/>
                  </a:lnTo>
                  <a:lnTo>
                    <a:pt x="764" y="1436"/>
                  </a:lnTo>
                  <a:lnTo>
                    <a:pt x="712" y="1427"/>
                  </a:lnTo>
                  <a:lnTo>
                    <a:pt x="666" y="1413"/>
                  </a:lnTo>
                  <a:lnTo>
                    <a:pt x="643" y="1403"/>
                  </a:lnTo>
                  <a:lnTo>
                    <a:pt x="603" y="1383"/>
                  </a:lnTo>
                  <a:lnTo>
                    <a:pt x="520" y="1323"/>
                  </a:lnTo>
                  <a:lnTo>
                    <a:pt x="440" y="1247"/>
                  </a:lnTo>
                  <a:lnTo>
                    <a:pt x="374" y="1165"/>
                  </a:lnTo>
                  <a:lnTo>
                    <a:pt x="351" y="1125"/>
                  </a:lnTo>
                  <a:lnTo>
                    <a:pt x="337" y="1098"/>
                  </a:lnTo>
                  <a:lnTo>
                    <a:pt x="319" y="1052"/>
                  </a:lnTo>
                  <a:lnTo>
                    <a:pt x="310" y="998"/>
                  </a:lnTo>
                  <a:lnTo>
                    <a:pt x="306" y="921"/>
                  </a:lnTo>
                  <a:lnTo>
                    <a:pt x="306" y="866"/>
                  </a:lnTo>
                  <a:lnTo>
                    <a:pt x="306" y="812"/>
                  </a:lnTo>
                  <a:lnTo>
                    <a:pt x="310" y="735"/>
                  </a:lnTo>
                  <a:lnTo>
                    <a:pt x="319" y="681"/>
                  </a:lnTo>
                  <a:lnTo>
                    <a:pt x="337" y="635"/>
                  </a:lnTo>
                  <a:lnTo>
                    <a:pt x="351" y="608"/>
                  </a:lnTo>
                  <a:lnTo>
                    <a:pt x="366" y="581"/>
                  </a:lnTo>
                  <a:lnTo>
                    <a:pt x="402" y="529"/>
                  </a:lnTo>
                  <a:lnTo>
                    <a:pt x="443" y="480"/>
                  </a:lnTo>
                  <a:lnTo>
                    <a:pt x="489" y="435"/>
                  </a:lnTo>
                  <a:lnTo>
                    <a:pt x="540" y="394"/>
                  </a:lnTo>
                  <a:lnTo>
                    <a:pt x="594" y="359"/>
                  </a:lnTo>
                  <a:lnTo>
                    <a:pt x="651" y="330"/>
                  </a:lnTo>
                  <a:lnTo>
                    <a:pt x="710" y="307"/>
                  </a:lnTo>
                  <a:lnTo>
                    <a:pt x="740" y="298"/>
                  </a:lnTo>
                  <a:lnTo>
                    <a:pt x="774" y="291"/>
                  </a:lnTo>
                  <a:lnTo>
                    <a:pt x="867" y="288"/>
                  </a:lnTo>
                  <a:lnTo>
                    <a:pt x="972" y="298"/>
                  </a:lnTo>
                  <a:lnTo>
                    <a:pt x="1067" y="318"/>
                  </a:lnTo>
                  <a:lnTo>
                    <a:pt x="1103" y="3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52">
              <a:extLst>
                <a:ext uri="{FF2B5EF4-FFF2-40B4-BE49-F238E27FC236}">
                  <a16:creationId xmlns:a16="http://schemas.microsoft.com/office/drawing/2014/main" id="{F6B05268-82DD-8765-4631-2F8A558DD84B}"/>
                </a:ext>
              </a:extLst>
            </p:cNvPr>
            <p:cNvSpPr>
              <a:spLocks/>
            </p:cNvSpPr>
            <p:nvPr/>
          </p:nvSpPr>
          <p:spPr bwMode="auto">
            <a:xfrm>
              <a:off x="1908953" y="1369622"/>
              <a:ext cx="163940" cy="106257"/>
            </a:xfrm>
            <a:custGeom>
              <a:avLst/>
              <a:gdLst>
                <a:gd name="T0" fmla="*/ 491 w 874"/>
                <a:gd name="T1" fmla="*/ 118 h 568"/>
                <a:gd name="T2" fmla="*/ 313 w 874"/>
                <a:gd name="T3" fmla="*/ 237 h 568"/>
                <a:gd name="T4" fmla="*/ 261 w 874"/>
                <a:gd name="T5" fmla="*/ 193 h 568"/>
                <a:gd name="T6" fmla="*/ 237 w 874"/>
                <a:gd name="T7" fmla="*/ 176 h 568"/>
                <a:gd name="T8" fmla="*/ 188 w 874"/>
                <a:gd name="T9" fmla="*/ 146 h 568"/>
                <a:gd name="T10" fmla="*/ 169 w 874"/>
                <a:gd name="T11" fmla="*/ 140 h 568"/>
                <a:gd name="T12" fmla="*/ 159 w 874"/>
                <a:gd name="T13" fmla="*/ 138 h 568"/>
                <a:gd name="T14" fmla="*/ 137 w 874"/>
                <a:gd name="T15" fmla="*/ 138 h 568"/>
                <a:gd name="T16" fmla="*/ 102 w 874"/>
                <a:gd name="T17" fmla="*/ 147 h 568"/>
                <a:gd name="T18" fmla="*/ 58 w 874"/>
                <a:gd name="T19" fmla="*/ 173 h 568"/>
                <a:gd name="T20" fmla="*/ 22 w 874"/>
                <a:gd name="T21" fmla="*/ 211 h 568"/>
                <a:gd name="T22" fmla="*/ 11 w 874"/>
                <a:gd name="T23" fmla="*/ 233 h 568"/>
                <a:gd name="T24" fmla="*/ 6 w 874"/>
                <a:gd name="T25" fmla="*/ 246 h 568"/>
                <a:gd name="T26" fmla="*/ 0 w 874"/>
                <a:gd name="T27" fmla="*/ 272 h 568"/>
                <a:gd name="T28" fmla="*/ 1 w 874"/>
                <a:gd name="T29" fmla="*/ 297 h 568"/>
                <a:gd name="T30" fmla="*/ 7 w 874"/>
                <a:gd name="T31" fmla="*/ 323 h 568"/>
                <a:gd name="T32" fmla="*/ 30 w 874"/>
                <a:gd name="T33" fmla="*/ 366 h 568"/>
                <a:gd name="T34" fmla="*/ 86 w 874"/>
                <a:gd name="T35" fmla="*/ 433 h 568"/>
                <a:gd name="T36" fmla="*/ 128 w 874"/>
                <a:gd name="T37" fmla="*/ 473 h 568"/>
                <a:gd name="T38" fmla="*/ 153 w 874"/>
                <a:gd name="T39" fmla="*/ 498 h 568"/>
                <a:gd name="T40" fmla="*/ 197 w 874"/>
                <a:gd name="T41" fmla="*/ 536 h 568"/>
                <a:gd name="T42" fmla="*/ 236 w 874"/>
                <a:gd name="T43" fmla="*/ 559 h 568"/>
                <a:gd name="T44" fmla="*/ 276 w 874"/>
                <a:gd name="T45" fmla="*/ 568 h 568"/>
                <a:gd name="T46" fmla="*/ 321 w 874"/>
                <a:gd name="T47" fmla="*/ 560 h 568"/>
                <a:gd name="T48" fmla="*/ 377 w 874"/>
                <a:gd name="T49" fmla="*/ 537 h 568"/>
                <a:gd name="T50" fmla="*/ 488 w 874"/>
                <a:gd name="T51" fmla="*/ 471 h 568"/>
                <a:gd name="T52" fmla="*/ 596 w 874"/>
                <a:gd name="T53" fmla="*/ 400 h 568"/>
                <a:gd name="T54" fmla="*/ 685 w 874"/>
                <a:gd name="T55" fmla="*/ 339 h 568"/>
                <a:gd name="T56" fmla="*/ 778 w 874"/>
                <a:gd name="T57" fmla="*/ 271 h 568"/>
                <a:gd name="T58" fmla="*/ 821 w 874"/>
                <a:gd name="T59" fmla="*/ 234 h 568"/>
                <a:gd name="T60" fmla="*/ 851 w 874"/>
                <a:gd name="T61" fmla="*/ 203 h 568"/>
                <a:gd name="T62" fmla="*/ 868 w 874"/>
                <a:gd name="T63" fmla="*/ 175 h 568"/>
                <a:gd name="T64" fmla="*/ 874 w 874"/>
                <a:gd name="T65" fmla="*/ 148 h 568"/>
                <a:gd name="T66" fmla="*/ 873 w 874"/>
                <a:gd name="T67" fmla="*/ 120 h 568"/>
                <a:gd name="T68" fmla="*/ 869 w 874"/>
                <a:gd name="T69" fmla="*/ 105 h 568"/>
                <a:gd name="T70" fmla="*/ 863 w 874"/>
                <a:gd name="T71" fmla="*/ 81 h 568"/>
                <a:gd name="T72" fmla="*/ 838 w 874"/>
                <a:gd name="T73" fmla="*/ 43 h 568"/>
                <a:gd name="T74" fmla="*/ 802 w 874"/>
                <a:gd name="T75" fmla="*/ 16 h 568"/>
                <a:gd name="T76" fmla="*/ 758 w 874"/>
                <a:gd name="T77" fmla="*/ 1 h 568"/>
                <a:gd name="T78" fmla="*/ 733 w 874"/>
                <a:gd name="T79" fmla="*/ 0 h 568"/>
                <a:gd name="T80" fmla="*/ 714 w 874"/>
                <a:gd name="T81" fmla="*/ 1 h 568"/>
                <a:gd name="T82" fmla="*/ 672 w 874"/>
                <a:gd name="T83" fmla="*/ 12 h 568"/>
                <a:gd name="T84" fmla="*/ 617 w 874"/>
                <a:gd name="T85" fmla="*/ 39 h 568"/>
                <a:gd name="T86" fmla="*/ 541 w 874"/>
                <a:gd name="T87" fmla="*/ 85 h 568"/>
                <a:gd name="T88" fmla="*/ 491 w 874"/>
                <a:gd name="T89" fmla="*/ 118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74" h="568">
                  <a:moveTo>
                    <a:pt x="491" y="118"/>
                  </a:moveTo>
                  <a:lnTo>
                    <a:pt x="313" y="237"/>
                  </a:lnTo>
                  <a:lnTo>
                    <a:pt x="261" y="193"/>
                  </a:lnTo>
                  <a:lnTo>
                    <a:pt x="237" y="176"/>
                  </a:lnTo>
                  <a:lnTo>
                    <a:pt x="188" y="146"/>
                  </a:lnTo>
                  <a:lnTo>
                    <a:pt x="169" y="140"/>
                  </a:lnTo>
                  <a:lnTo>
                    <a:pt x="159" y="138"/>
                  </a:lnTo>
                  <a:lnTo>
                    <a:pt x="137" y="138"/>
                  </a:lnTo>
                  <a:lnTo>
                    <a:pt x="102" y="147"/>
                  </a:lnTo>
                  <a:lnTo>
                    <a:pt x="58" y="173"/>
                  </a:lnTo>
                  <a:lnTo>
                    <a:pt x="22" y="211"/>
                  </a:lnTo>
                  <a:lnTo>
                    <a:pt x="11" y="233"/>
                  </a:lnTo>
                  <a:lnTo>
                    <a:pt x="6" y="246"/>
                  </a:lnTo>
                  <a:lnTo>
                    <a:pt x="0" y="272"/>
                  </a:lnTo>
                  <a:lnTo>
                    <a:pt x="1" y="297"/>
                  </a:lnTo>
                  <a:lnTo>
                    <a:pt x="7" y="323"/>
                  </a:lnTo>
                  <a:lnTo>
                    <a:pt x="30" y="366"/>
                  </a:lnTo>
                  <a:lnTo>
                    <a:pt x="86" y="433"/>
                  </a:lnTo>
                  <a:lnTo>
                    <a:pt x="128" y="473"/>
                  </a:lnTo>
                  <a:lnTo>
                    <a:pt x="153" y="498"/>
                  </a:lnTo>
                  <a:lnTo>
                    <a:pt x="197" y="536"/>
                  </a:lnTo>
                  <a:lnTo>
                    <a:pt x="236" y="559"/>
                  </a:lnTo>
                  <a:lnTo>
                    <a:pt x="276" y="568"/>
                  </a:lnTo>
                  <a:lnTo>
                    <a:pt x="321" y="560"/>
                  </a:lnTo>
                  <a:lnTo>
                    <a:pt x="377" y="537"/>
                  </a:lnTo>
                  <a:lnTo>
                    <a:pt x="488" y="471"/>
                  </a:lnTo>
                  <a:lnTo>
                    <a:pt x="596" y="400"/>
                  </a:lnTo>
                  <a:lnTo>
                    <a:pt x="685" y="339"/>
                  </a:lnTo>
                  <a:lnTo>
                    <a:pt x="778" y="271"/>
                  </a:lnTo>
                  <a:lnTo>
                    <a:pt x="821" y="234"/>
                  </a:lnTo>
                  <a:lnTo>
                    <a:pt x="851" y="203"/>
                  </a:lnTo>
                  <a:lnTo>
                    <a:pt x="868" y="175"/>
                  </a:lnTo>
                  <a:lnTo>
                    <a:pt x="874" y="148"/>
                  </a:lnTo>
                  <a:lnTo>
                    <a:pt x="873" y="120"/>
                  </a:lnTo>
                  <a:lnTo>
                    <a:pt x="869" y="105"/>
                  </a:lnTo>
                  <a:lnTo>
                    <a:pt x="863" y="81"/>
                  </a:lnTo>
                  <a:lnTo>
                    <a:pt x="838" y="43"/>
                  </a:lnTo>
                  <a:lnTo>
                    <a:pt x="802" y="16"/>
                  </a:lnTo>
                  <a:lnTo>
                    <a:pt x="758" y="1"/>
                  </a:lnTo>
                  <a:lnTo>
                    <a:pt x="733" y="0"/>
                  </a:lnTo>
                  <a:lnTo>
                    <a:pt x="714" y="1"/>
                  </a:lnTo>
                  <a:lnTo>
                    <a:pt x="672" y="12"/>
                  </a:lnTo>
                  <a:lnTo>
                    <a:pt x="617" y="39"/>
                  </a:lnTo>
                  <a:lnTo>
                    <a:pt x="541" y="85"/>
                  </a:lnTo>
                  <a:lnTo>
                    <a:pt x="491" y="1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53">
              <a:extLst>
                <a:ext uri="{FF2B5EF4-FFF2-40B4-BE49-F238E27FC236}">
                  <a16:creationId xmlns:a16="http://schemas.microsoft.com/office/drawing/2014/main" id="{E06746F8-4D54-F1FC-7F23-8334B12900DD}"/>
                </a:ext>
              </a:extLst>
            </p:cNvPr>
            <p:cNvSpPr>
              <a:spLocks/>
            </p:cNvSpPr>
            <p:nvPr/>
          </p:nvSpPr>
          <p:spPr bwMode="auto">
            <a:xfrm>
              <a:off x="1471780" y="1369622"/>
              <a:ext cx="298533" cy="52623"/>
            </a:xfrm>
            <a:custGeom>
              <a:avLst/>
              <a:gdLst>
                <a:gd name="T0" fmla="*/ 58 w 1594"/>
                <a:gd name="T1" fmla="*/ 22 h 283"/>
                <a:gd name="T2" fmla="*/ 44 w 1594"/>
                <a:gd name="T3" fmla="*/ 33 h 283"/>
                <a:gd name="T4" fmla="*/ 23 w 1594"/>
                <a:gd name="T5" fmla="*/ 59 h 283"/>
                <a:gd name="T6" fmla="*/ 8 w 1594"/>
                <a:gd name="T7" fmla="*/ 88 h 283"/>
                <a:gd name="T8" fmla="*/ 0 w 1594"/>
                <a:gd name="T9" fmla="*/ 119 h 283"/>
                <a:gd name="T10" fmla="*/ 0 w 1594"/>
                <a:gd name="T11" fmla="*/ 151 h 283"/>
                <a:gd name="T12" fmla="*/ 6 w 1594"/>
                <a:gd name="T13" fmla="*/ 182 h 283"/>
                <a:gd name="T14" fmla="*/ 20 w 1594"/>
                <a:gd name="T15" fmla="*/ 212 h 283"/>
                <a:gd name="T16" fmla="*/ 41 w 1594"/>
                <a:gd name="T17" fmla="*/ 238 h 283"/>
                <a:gd name="T18" fmla="*/ 55 w 1594"/>
                <a:gd name="T19" fmla="*/ 250 h 283"/>
                <a:gd name="T20" fmla="*/ 62 w 1594"/>
                <a:gd name="T21" fmla="*/ 256 h 283"/>
                <a:gd name="T22" fmla="*/ 80 w 1594"/>
                <a:gd name="T23" fmla="*/ 265 h 283"/>
                <a:gd name="T24" fmla="*/ 126 w 1594"/>
                <a:gd name="T25" fmla="*/ 275 h 283"/>
                <a:gd name="T26" fmla="*/ 272 w 1594"/>
                <a:gd name="T27" fmla="*/ 281 h 283"/>
                <a:gd name="T28" fmla="*/ 569 w 1594"/>
                <a:gd name="T29" fmla="*/ 283 h 283"/>
                <a:gd name="T30" fmla="*/ 805 w 1594"/>
                <a:gd name="T31" fmla="*/ 283 h 283"/>
                <a:gd name="T32" fmla="*/ 1511 w 1594"/>
                <a:gd name="T33" fmla="*/ 283 h 283"/>
                <a:gd name="T34" fmla="*/ 1551 w 1594"/>
                <a:gd name="T35" fmla="*/ 242 h 283"/>
                <a:gd name="T36" fmla="*/ 1562 w 1594"/>
                <a:gd name="T37" fmla="*/ 231 h 283"/>
                <a:gd name="T38" fmla="*/ 1577 w 1594"/>
                <a:gd name="T39" fmla="*/ 207 h 283"/>
                <a:gd name="T40" fmla="*/ 1588 w 1594"/>
                <a:gd name="T41" fmla="*/ 180 h 283"/>
                <a:gd name="T42" fmla="*/ 1594 w 1594"/>
                <a:gd name="T43" fmla="*/ 152 h 283"/>
                <a:gd name="T44" fmla="*/ 1594 w 1594"/>
                <a:gd name="T45" fmla="*/ 123 h 283"/>
                <a:gd name="T46" fmla="*/ 1589 w 1594"/>
                <a:gd name="T47" fmla="*/ 95 h 283"/>
                <a:gd name="T48" fmla="*/ 1579 w 1594"/>
                <a:gd name="T49" fmla="*/ 69 h 283"/>
                <a:gd name="T50" fmla="*/ 1564 w 1594"/>
                <a:gd name="T51" fmla="*/ 46 h 283"/>
                <a:gd name="T52" fmla="*/ 1555 w 1594"/>
                <a:gd name="T53" fmla="*/ 37 h 283"/>
                <a:gd name="T54" fmla="*/ 1548 w 1594"/>
                <a:gd name="T55" fmla="*/ 30 h 283"/>
                <a:gd name="T56" fmla="*/ 1532 w 1594"/>
                <a:gd name="T57" fmla="*/ 20 h 283"/>
                <a:gd name="T58" fmla="*/ 1507 w 1594"/>
                <a:gd name="T59" fmla="*/ 12 h 283"/>
                <a:gd name="T60" fmla="*/ 1463 w 1594"/>
                <a:gd name="T61" fmla="*/ 6 h 283"/>
                <a:gd name="T62" fmla="*/ 1349 w 1594"/>
                <a:gd name="T63" fmla="*/ 2 h 283"/>
                <a:gd name="T64" fmla="*/ 1045 w 1594"/>
                <a:gd name="T65" fmla="*/ 0 h 283"/>
                <a:gd name="T66" fmla="*/ 800 w 1594"/>
                <a:gd name="T67" fmla="*/ 0 h 283"/>
                <a:gd name="T68" fmla="*/ 442 w 1594"/>
                <a:gd name="T69" fmla="*/ 2 h 283"/>
                <a:gd name="T70" fmla="*/ 157 w 1594"/>
                <a:gd name="T71" fmla="*/ 9 h 283"/>
                <a:gd name="T72" fmla="*/ 71 w 1594"/>
                <a:gd name="T73" fmla="*/ 16 h 283"/>
                <a:gd name="T74" fmla="*/ 58 w 1594"/>
                <a:gd name="T75" fmla="*/ 22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94" h="283">
                  <a:moveTo>
                    <a:pt x="58" y="22"/>
                  </a:moveTo>
                  <a:lnTo>
                    <a:pt x="44" y="33"/>
                  </a:lnTo>
                  <a:lnTo>
                    <a:pt x="23" y="59"/>
                  </a:lnTo>
                  <a:lnTo>
                    <a:pt x="8" y="88"/>
                  </a:lnTo>
                  <a:lnTo>
                    <a:pt x="0" y="119"/>
                  </a:lnTo>
                  <a:lnTo>
                    <a:pt x="0" y="151"/>
                  </a:lnTo>
                  <a:lnTo>
                    <a:pt x="6" y="182"/>
                  </a:lnTo>
                  <a:lnTo>
                    <a:pt x="20" y="212"/>
                  </a:lnTo>
                  <a:lnTo>
                    <a:pt x="41" y="238"/>
                  </a:lnTo>
                  <a:lnTo>
                    <a:pt x="55" y="250"/>
                  </a:lnTo>
                  <a:lnTo>
                    <a:pt x="62" y="256"/>
                  </a:lnTo>
                  <a:lnTo>
                    <a:pt x="80" y="265"/>
                  </a:lnTo>
                  <a:lnTo>
                    <a:pt x="126" y="275"/>
                  </a:lnTo>
                  <a:lnTo>
                    <a:pt x="272" y="281"/>
                  </a:lnTo>
                  <a:lnTo>
                    <a:pt x="569" y="283"/>
                  </a:lnTo>
                  <a:lnTo>
                    <a:pt x="805" y="283"/>
                  </a:lnTo>
                  <a:lnTo>
                    <a:pt x="1511" y="283"/>
                  </a:lnTo>
                  <a:lnTo>
                    <a:pt x="1551" y="242"/>
                  </a:lnTo>
                  <a:lnTo>
                    <a:pt x="1562" y="231"/>
                  </a:lnTo>
                  <a:lnTo>
                    <a:pt x="1577" y="207"/>
                  </a:lnTo>
                  <a:lnTo>
                    <a:pt x="1588" y="180"/>
                  </a:lnTo>
                  <a:lnTo>
                    <a:pt x="1594" y="152"/>
                  </a:lnTo>
                  <a:lnTo>
                    <a:pt x="1594" y="123"/>
                  </a:lnTo>
                  <a:lnTo>
                    <a:pt x="1589" y="95"/>
                  </a:lnTo>
                  <a:lnTo>
                    <a:pt x="1579" y="69"/>
                  </a:lnTo>
                  <a:lnTo>
                    <a:pt x="1564" y="46"/>
                  </a:lnTo>
                  <a:lnTo>
                    <a:pt x="1555" y="37"/>
                  </a:lnTo>
                  <a:lnTo>
                    <a:pt x="1548" y="30"/>
                  </a:lnTo>
                  <a:lnTo>
                    <a:pt x="1532" y="20"/>
                  </a:lnTo>
                  <a:lnTo>
                    <a:pt x="1507" y="12"/>
                  </a:lnTo>
                  <a:lnTo>
                    <a:pt x="1463" y="6"/>
                  </a:lnTo>
                  <a:lnTo>
                    <a:pt x="1349" y="2"/>
                  </a:lnTo>
                  <a:lnTo>
                    <a:pt x="1045" y="0"/>
                  </a:lnTo>
                  <a:lnTo>
                    <a:pt x="800" y="0"/>
                  </a:lnTo>
                  <a:lnTo>
                    <a:pt x="442" y="2"/>
                  </a:lnTo>
                  <a:lnTo>
                    <a:pt x="157" y="9"/>
                  </a:lnTo>
                  <a:lnTo>
                    <a:pt x="71" y="16"/>
                  </a:lnTo>
                  <a:lnTo>
                    <a:pt x="58"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54">
              <a:extLst>
                <a:ext uri="{FF2B5EF4-FFF2-40B4-BE49-F238E27FC236}">
                  <a16:creationId xmlns:a16="http://schemas.microsoft.com/office/drawing/2014/main" id="{35D048D6-3DE7-AF94-C10E-AA627DD3D65E}"/>
                </a:ext>
              </a:extLst>
            </p:cNvPr>
            <p:cNvSpPr>
              <a:spLocks/>
            </p:cNvSpPr>
            <p:nvPr/>
          </p:nvSpPr>
          <p:spPr bwMode="auto">
            <a:xfrm>
              <a:off x="1336175" y="1478409"/>
              <a:ext cx="434137" cy="53635"/>
            </a:xfrm>
            <a:custGeom>
              <a:avLst/>
              <a:gdLst>
                <a:gd name="T0" fmla="*/ 37 w 2318"/>
                <a:gd name="T1" fmla="*/ 39 h 284"/>
                <a:gd name="T2" fmla="*/ 28 w 2318"/>
                <a:gd name="T3" fmla="*/ 49 h 284"/>
                <a:gd name="T4" fmla="*/ 13 w 2318"/>
                <a:gd name="T5" fmla="*/ 73 h 284"/>
                <a:gd name="T6" fmla="*/ 4 w 2318"/>
                <a:gd name="T7" fmla="*/ 99 h 284"/>
                <a:gd name="T8" fmla="*/ 0 w 2318"/>
                <a:gd name="T9" fmla="*/ 127 h 284"/>
                <a:gd name="T10" fmla="*/ 0 w 2318"/>
                <a:gd name="T11" fmla="*/ 155 h 284"/>
                <a:gd name="T12" fmla="*/ 6 w 2318"/>
                <a:gd name="T13" fmla="*/ 182 h 284"/>
                <a:gd name="T14" fmla="*/ 16 w 2318"/>
                <a:gd name="T15" fmla="*/ 208 h 284"/>
                <a:gd name="T16" fmla="*/ 32 w 2318"/>
                <a:gd name="T17" fmla="*/ 232 h 284"/>
                <a:gd name="T18" fmla="*/ 42 w 2318"/>
                <a:gd name="T19" fmla="*/ 242 h 284"/>
                <a:gd name="T20" fmla="*/ 82 w 2318"/>
                <a:gd name="T21" fmla="*/ 284 h 284"/>
                <a:gd name="T22" fmla="*/ 1159 w 2318"/>
                <a:gd name="T23" fmla="*/ 284 h 284"/>
                <a:gd name="T24" fmla="*/ 2235 w 2318"/>
                <a:gd name="T25" fmla="*/ 284 h 284"/>
                <a:gd name="T26" fmla="*/ 2275 w 2318"/>
                <a:gd name="T27" fmla="*/ 242 h 284"/>
                <a:gd name="T28" fmla="*/ 2286 w 2318"/>
                <a:gd name="T29" fmla="*/ 231 h 284"/>
                <a:gd name="T30" fmla="*/ 2301 w 2318"/>
                <a:gd name="T31" fmla="*/ 207 h 284"/>
                <a:gd name="T32" fmla="*/ 2312 w 2318"/>
                <a:gd name="T33" fmla="*/ 180 h 284"/>
                <a:gd name="T34" fmla="*/ 2318 w 2318"/>
                <a:gd name="T35" fmla="*/ 152 h 284"/>
                <a:gd name="T36" fmla="*/ 2318 w 2318"/>
                <a:gd name="T37" fmla="*/ 123 h 284"/>
                <a:gd name="T38" fmla="*/ 2313 w 2318"/>
                <a:gd name="T39" fmla="*/ 96 h 284"/>
                <a:gd name="T40" fmla="*/ 2303 w 2318"/>
                <a:gd name="T41" fmla="*/ 70 h 284"/>
                <a:gd name="T42" fmla="*/ 2288 w 2318"/>
                <a:gd name="T43" fmla="*/ 47 h 284"/>
                <a:gd name="T44" fmla="*/ 2279 w 2318"/>
                <a:gd name="T45" fmla="*/ 37 h 284"/>
                <a:gd name="T46" fmla="*/ 2240 w 2318"/>
                <a:gd name="T47" fmla="*/ 0 h 284"/>
                <a:gd name="T48" fmla="*/ 1157 w 2318"/>
                <a:gd name="T49" fmla="*/ 0 h 284"/>
                <a:gd name="T50" fmla="*/ 72 w 2318"/>
                <a:gd name="T51" fmla="*/ 0 h 284"/>
                <a:gd name="T52" fmla="*/ 37 w 2318"/>
                <a:gd name="T53" fmla="*/ 39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318" h="284">
                  <a:moveTo>
                    <a:pt x="37" y="39"/>
                  </a:moveTo>
                  <a:lnTo>
                    <a:pt x="28" y="49"/>
                  </a:lnTo>
                  <a:lnTo>
                    <a:pt x="13" y="73"/>
                  </a:lnTo>
                  <a:lnTo>
                    <a:pt x="4" y="99"/>
                  </a:lnTo>
                  <a:lnTo>
                    <a:pt x="0" y="127"/>
                  </a:lnTo>
                  <a:lnTo>
                    <a:pt x="0" y="155"/>
                  </a:lnTo>
                  <a:lnTo>
                    <a:pt x="6" y="182"/>
                  </a:lnTo>
                  <a:lnTo>
                    <a:pt x="16" y="208"/>
                  </a:lnTo>
                  <a:lnTo>
                    <a:pt x="32" y="232"/>
                  </a:lnTo>
                  <a:lnTo>
                    <a:pt x="42" y="242"/>
                  </a:lnTo>
                  <a:lnTo>
                    <a:pt x="82" y="284"/>
                  </a:lnTo>
                  <a:lnTo>
                    <a:pt x="1159" y="284"/>
                  </a:lnTo>
                  <a:lnTo>
                    <a:pt x="2235" y="284"/>
                  </a:lnTo>
                  <a:lnTo>
                    <a:pt x="2275" y="242"/>
                  </a:lnTo>
                  <a:lnTo>
                    <a:pt x="2286" y="231"/>
                  </a:lnTo>
                  <a:lnTo>
                    <a:pt x="2301" y="207"/>
                  </a:lnTo>
                  <a:lnTo>
                    <a:pt x="2312" y="180"/>
                  </a:lnTo>
                  <a:lnTo>
                    <a:pt x="2318" y="152"/>
                  </a:lnTo>
                  <a:lnTo>
                    <a:pt x="2318" y="123"/>
                  </a:lnTo>
                  <a:lnTo>
                    <a:pt x="2313" y="96"/>
                  </a:lnTo>
                  <a:lnTo>
                    <a:pt x="2303" y="70"/>
                  </a:lnTo>
                  <a:lnTo>
                    <a:pt x="2288" y="47"/>
                  </a:lnTo>
                  <a:lnTo>
                    <a:pt x="2279" y="37"/>
                  </a:lnTo>
                  <a:lnTo>
                    <a:pt x="2240" y="0"/>
                  </a:lnTo>
                  <a:lnTo>
                    <a:pt x="1157" y="0"/>
                  </a:lnTo>
                  <a:lnTo>
                    <a:pt x="72" y="0"/>
                  </a:lnTo>
                  <a:lnTo>
                    <a:pt x="37" y="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6" name="Group 55">
            <a:extLst>
              <a:ext uri="{FF2B5EF4-FFF2-40B4-BE49-F238E27FC236}">
                <a16:creationId xmlns:a16="http://schemas.microsoft.com/office/drawing/2014/main" id="{C89EED9B-B4C5-0973-662D-319F527E1D2B}"/>
              </a:ext>
            </a:extLst>
          </p:cNvPr>
          <p:cNvGrpSpPr/>
          <p:nvPr/>
        </p:nvGrpSpPr>
        <p:grpSpPr>
          <a:xfrm>
            <a:off x="443480" y="1601244"/>
            <a:ext cx="11136145" cy="4357419"/>
            <a:chOff x="443480" y="1601244"/>
            <a:chExt cx="11136145" cy="4357419"/>
          </a:xfrm>
        </p:grpSpPr>
        <p:sp>
          <p:nvSpPr>
            <p:cNvPr id="21" name="Rounded Rectangle 101">
              <a:extLst>
                <a:ext uri="{FF2B5EF4-FFF2-40B4-BE49-F238E27FC236}">
                  <a16:creationId xmlns:a16="http://schemas.microsoft.com/office/drawing/2014/main" id="{1B33A2D8-6051-C0EE-FACE-8F5D424912E4}"/>
                </a:ext>
              </a:extLst>
            </p:cNvPr>
            <p:cNvSpPr/>
            <p:nvPr/>
          </p:nvSpPr>
          <p:spPr>
            <a:xfrm flipH="1">
              <a:off x="9267824" y="1910808"/>
              <a:ext cx="2311801" cy="457200"/>
            </a:xfrm>
            <a:prstGeom prst="roundRect">
              <a:avLst>
                <a:gd name="adj" fmla="val 26667"/>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0" rIns="91440" bIns="0" numCol="1" spcCol="0" rtlCol="0" fromWordArt="0" anchor="ctr" anchorCtr="0" forceAA="0" compatLnSpc="1">
              <a:prstTxWarp prst="textNoShape">
                <a:avLst/>
              </a:prstTxWarp>
              <a:noAutofit/>
            </a:bodyPr>
            <a:lstStyle/>
            <a:p>
              <a:pPr algn="r" rtl="1"/>
              <a:r>
                <a:rPr lang="ar-EG" sz="1600" b="1" dirty="0">
                  <a:solidFill>
                    <a:schemeClr val="accent1"/>
                  </a:solidFill>
                  <a:ea typeface="Sakkal Majalla" panose="02000000000000000000" pitchFamily="2" charset="-78"/>
                </a:rPr>
                <a:t>البنية المؤسسية</a:t>
              </a:r>
            </a:p>
          </p:txBody>
        </p:sp>
        <p:sp>
          <p:nvSpPr>
            <p:cNvPr id="22" name="Rounded Rectangle 104">
              <a:extLst>
                <a:ext uri="{FF2B5EF4-FFF2-40B4-BE49-F238E27FC236}">
                  <a16:creationId xmlns:a16="http://schemas.microsoft.com/office/drawing/2014/main" id="{67F35DD9-63F8-E724-3E46-7A33DC4020E3}"/>
                </a:ext>
              </a:extLst>
            </p:cNvPr>
            <p:cNvSpPr/>
            <p:nvPr/>
          </p:nvSpPr>
          <p:spPr>
            <a:xfrm>
              <a:off x="457200" y="1910808"/>
              <a:ext cx="8529759" cy="457200"/>
            </a:xfrm>
            <a:prstGeom prst="roundRect">
              <a:avLst/>
            </a:prstGeom>
            <a:noFill/>
            <a:ln w="6350">
              <a:solidFill>
                <a:schemeClr val="accent1">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0" rIns="91440" bIns="0" numCol="1" spcCol="0" rtlCol="0" fromWordArt="0" anchor="ctr" anchorCtr="0" forceAA="0" compatLnSpc="1">
              <a:prstTxWarp prst="textNoShape">
                <a:avLst/>
              </a:prstTxWarp>
              <a:noAutofit/>
            </a:bodyPr>
            <a:lstStyle/>
            <a:p>
              <a:pPr algn="r" rtl="1"/>
              <a:r>
                <a:rPr lang="ar-EG" sz="1600" dirty="0">
                  <a:solidFill>
                    <a:srgbClr val="262626"/>
                  </a:solidFill>
                  <a:ea typeface="Sakkal Majalla" panose="02000000000000000000" pitchFamily="2" charset="-78"/>
                </a:rPr>
                <a:t>هي إطار حوكمة ومنهجية عمل تُستخدم لـــتصميم وتوثيق وإدارة مكونات الهيئة وعلاقاتها، بما يضمن مواءمة الأعمال مع تقنية المعلومات وتوجيه التحول الرقمي بصورة منظمة. بهدف تمكين الاستراتيجية المؤسسية والتحول الرقمي وتحسين اتخاذ القرار.</a:t>
              </a:r>
            </a:p>
          </p:txBody>
        </p:sp>
        <p:sp>
          <p:nvSpPr>
            <p:cNvPr id="23" name="Rounded Rectangle 105">
              <a:extLst>
                <a:ext uri="{FF2B5EF4-FFF2-40B4-BE49-F238E27FC236}">
                  <a16:creationId xmlns:a16="http://schemas.microsoft.com/office/drawing/2014/main" id="{E2041FC2-65D0-650F-558A-58208C5117FA}"/>
                </a:ext>
              </a:extLst>
            </p:cNvPr>
            <p:cNvSpPr/>
            <p:nvPr/>
          </p:nvSpPr>
          <p:spPr>
            <a:xfrm flipH="1">
              <a:off x="9267824" y="2439659"/>
              <a:ext cx="2311801" cy="320040"/>
            </a:xfrm>
            <a:prstGeom prst="roundRect">
              <a:avLst>
                <a:gd name="adj" fmla="val 26667"/>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0" rIns="91440" bIns="0" numCol="1" spcCol="0" rtlCol="0" fromWordArt="0" anchor="ctr" anchorCtr="0" forceAA="0" compatLnSpc="1">
              <a:prstTxWarp prst="textNoShape">
                <a:avLst/>
              </a:prstTxWarp>
              <a:noAutofit/>
            </a:bodyPr>
            <a:lstStyle/>
            <a:p>
              <a:pPr algn="r" rtl="1"/>
              <a:r>
                <a:rPr lang="ar-EG" sz="1600" b="1" dirty="0">
                  <a:solidFill>
                    <a:schemeClr val="accent1"/>
                  </a:solidFill>
                  <a:ea typeface="Sakkal Majalla" panose="02000000000000000000" pitchFamily="2" charset="-78"/>
                </a:rPr>
                <a:t>حوكمة البنية المؤسسية</a:t>
              </a:r>
            </a:p>
          </p:txBody>
        </p:sp>
        <p:sp>
          <p:nvSpPr>
            <p:cNvPr id="24" name="Rounded Rectangle 106">
              <a:extLst>
                <a:ext uri="{FF2B5EF4-FFF2-40B4-BE49-F238E27FC236}">
                  <a16:creationId xmlns:a16="http://schemas.microsoft.com/office/drawing/2014/main" id="{4676FD31-CFB2-5546-685E-4E7D75BD9BDD}"/>
                </a:ext>
              </a:extLst>
            </p:cNvPr>
            <p:cNvSpPr/>
            <p:nvPr/>
          </p:nvSpPr>
          <p:spPr>
            <a:xfrm>
              <a:off x="457200" y="2439659"/>
              <a:ext cx="8529759" cy="320040"/>
            </a:xfrm>
            <a:prstGeom prst="roundRect">
              <a:avLst/>
            </a:prstGeom>
            <a:noFill/>
            <a:ln w="6350">
              <a:solidFill>
                <a:schemeClr val="accent1">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0" rIns="91440" bIns="0" numCol="1" spcCol="0" rtlCol="0" fromWordArt="0" anchor="ctr" anchorCtr="0" forceAA="0" compatLnSpc="1">
              <a:prstTxWarp prst="textNoShape">
                <a:avLst/>
              </a:prstTxWarp>
              <a:noAutofit/>
            </a:bodyPr>
            <a:lstStyle/>
            <a:p>
              <a:pPr algn="r" rtl="1"/>
              <a:r>
                <a:rPr lang="ar-EG" sz="1600" dirty="0">
                  <a:solidFill>
                    <a:srgbClr val="262626"/>
                  </a:solidFill>
                  <a:ea typeface="Sakkal Majalla" panose="02000000000000000000" pitchFamily="2" charset="-78"/>
                </a:rPr>
                <a:t>منظومة سياسات وضوابط ولجان تنظّم اتخاذ القرار المعماري وتضمن الالتزام بالمبادئ والمعايير المعتمدة على مستوى الهيئة.</a:t>
              </a:r>
            </a:p>
          </p:txBody>
        </p:sp>
        <p:sp>
          <p:nvSpPr>
            <p:cNvPr id="25" name="Rounded Rectangle 107">
              <a:extLst>
                <a:ext uri="{FF2B5EF4-FFF2-40B4-BE49-F238E27FC236}">
                  <a16:creationId xmlns:a16="http://schemas.microsoft.com/office/drawing/2014/main" id="{BAF3E86D-5099-F933-8B7C-21308ACBC4C7}"/>
                </a:ext>
              </a:extLst>
            </p:cNvPr>
            <p:cNvSpPr/>
            <p:nvPr/>
          </p:nvSpPr>
          <p:spPr>
            <a:xfrm flipH="1">
              <a:off x="9267824" y="2831350"/>
              <a:ext cx="2311801" cy="320040"/>
            </a:xfrm>
            <a:prstGeom prst="roundRect">
              <a:avLst>
                <a:gd name="adj" fmla="val 26667"/>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0" rIns="91440" bIns="0" numCol="1" spcCol="0" rtlCol="0" fromWordArt="0" anchor="ctr" anchorCtr="0" forceAA="0" compatLnSpc="1">
              <a:prstTxWarp prst="textNoShape">
                <a:avLst/>
              </a:prstTxWarp>
              <a:noAutofit/>
            </a:bodyPr>
            <a:lstStyle/>
            <a:p>
              <a:pPr algn="r" rtl="1"/>
              <a:r>
                <a:rPr lang="ar-EG" sz="1600" b="1" dirty="0">
                  <a:solidFill>
                    <a:schemeClr val="accent1"/>
                  </a:solidFill>
                  <a:ea typeface="Sakkal Majalla" panose="02000000000000000000" pitchFamily="2" charset="-78"/>
                </a:rPr>
                <a:t>المنهجية الوطنية للبنية المؤسسية</a:t>
              </a:r>
            </a:p>
          </p:txBody>
        </p:sp>
        <p:sp>
          <p:nvSpPr>
            <p:cNvPr id="26" name="Rounded Rectangle 108">
              <a:extLst>
                <a:ext uri="{FF2B5EF4-FFF2-40B4-BE49-F238E27FC236}">
                  <a16:creationId xmlns:a16="http://schemas.microsoft.com/office/drawing/2014/main" id="{8578A1A6-497B-629A-F386-0B714D4209CE}"/>
                </a:ext>
              </a:extLst>
            </p:cNvPr>
            <p:cNvSpPr/>
            <p:nvPr/>
          </p:nvSpPr>
          <p:spPr>
            <a:xfrm>
              <a:off x="457200" y="2831350"/>
              <a:ext cx="8529759" cy="320040"/>
            </a:xfrm>
            <a:prstGeom prst="roundRect">
              <a:avLst/>
            </a:prstGeom>
            <a:noFill/>
            <a:ln w="6350">
              <a:solidFill>
                <a:schemeClr val="accent1">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0" rIns="91440" bIns="0" numCol="1" spcCol="0" rtlCol="0" fromWordArt="0" anchor="ctr" anchorCtr="0" forceAA="0" compatLnSpc="1">
              <a:prstTxWarp prst="textNoShape">
                <a:avLst/>
              </a:prstTxWarp>
              <a:noAutofit/>
            </a:bodyPr>
            <a:lstStyle/>
            <a:p>
              <a:pPr algn="r" rtl="1"/>
              <a:r>
                <a:rPr lang="ar-EG" sz="1600" dirty="0">
                  <a:solidFill>
                    <a:srgbClr val="262626"/>
                  </a:solidFill>
                  <a:ea typeface="Sakkal Majalla" panose="02000000000000000000" pitchFamily="2" charset="-78"/>
                </a:rPr>
                <a:t>مجموعة من المراحل والخطوات التفصيلية التي تُستخدم لتطوير مكونات البنية المؤسسية الوطنية وكذلك إدارة المتطلبات الخاصة بها</a:t>
              </a:r>
            </a:p>
          </p:txBody>
        </p:sp>
        <p:sp>
          <p:nvSpPr>
            <p:cNvPr id="27" name="Rounded Rectangle 109">
              <a:extLst>
                <a:ext uri="{FF2B5EF4-FFF2-40B4-BE49-F238E27FC236}">
                  <a16:creationId xmlns:a16="http://schemas.microsoft.com/office/drawing/2014/main" id="{2CF88FA0-458E-3CCF-B9EA-1F96670B6301}"/>
                </a:ext>
              </a:extLst>
            </p:cNvPr>
            <p:cNvSpPr/>
            <p:nvPr/>
          </p:nvSpPr>
          <p:spPr>
            <a:xfrm flipH="1">
              <a:off x="9267824" y="3614732"/>
              <a:ext cx="2311801" cy="320040"/>
            </a:xfrm>
            <a:prstGeom prst="roundRect">
              <a:avLst>
                <a:gd name="adj" fmla="val 26667"/>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0" rIns="91440" bIns="0" numCol="1" spcCol="0" rtlCol="0" fromWordArt="0" anchor="ctr" anchorCtr="0" forceAA="0" compatLnSpc="1">
              <a:prstTxWarp prst="textNoShape">
                <a:avLst/>
              </a:prstTxWarp>
              <a:noAutofit/>
            </a:bodyPr>
            <a:lstStyle/>
            <a:p>
              <a:pPr algn="r" rtl="1"/>
              <a:r>
                <a:rPr lang="ar-SA" sz="1600" b="1" dirty="0">
                  <a:solidFill>
                    <a:schemeClr val="accent1"/>
                  </a:solidFill>
                </a:rPr>
                <a:t>الوضع الحالي</a:t>
              </a:r>
              <a:r>
                <a:rPr lang="en-US" sz="1600" b="1" dirty="0">
                  <a:solidFill>
                    <a:schemeClr val="accent1"/>
                  </a:solidFill>
                </a:rPr>
                <a:t> (As-Is)</a:t>
              </a:r>
            </a:p>
          </p:txBody>
        </p:sp>
        <p:sp>
          <p:nvSpPr>
            <p:cNvPr id="28" name="Rounded Rectangle 110">
              <a:extLst>
                <a:ext uri="{FF2B5EF4-FFF2-40B4-BE49-F238E27FC236}">
                  <a16:creationId xmlns:a16="http://schemas.microsoft.com/office/drawing/2014/main" id="{75F87550-1CFE-15F0-7ED5-B429A77A9D76}"/>
                </a:ext>
              </a:extLst>
            </p:cNvPr>
            <p:cNvSpPr/>
            <p:nvPr/>
          </p:nvSpPr>
          <p:spPr>
            <a:xfrm>
              <a:off x="457200" y="3614732"/>
              <a:ext cx="8529759" cy="320040"/>
            </a:xfrm>
            <a:prstGeom prst="roundRect">
              <a:avLst/>
            </a:prstGeom>
            <a:noFill/>
            <a:ln w="6350">
              <a:solidFill>
                <a:schemeClr val="accent1">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0" rIns="91440" bIns="0" numCol="1" spcCol="0" rtlCol="0" fromWordArt="0" anchor="ctr" anchorCtr="0" forceAA="0" compatLnSpc="1">
              <a:prstTxWarp prst="textNoShape">
                <a:avLst/>
              </a:prstTxWarp>
              <a:noAutofit/>
            </a:bodyPr>
            <a:lstStyle/>
            <a:p>
              <a:pPr algn="r" rtl="1"/>
              <a:r>
                <a:rPr lang="ar-EG" sz="1600" dirty="0">
                  <a:solidFill>
                    <a:srgbClr val="262626"/>
                  </a:solidFill>
                  <a:ea typeface="Sakkal Majalla" panose="02000000000000000000" pitchFamily="2" charset="-78"/>
                </a:rPr>
                <a:t>توصيف موثق للحالة الراهنة لمكونات البنية المؤسسية كما هي مطبقة فعليًا داخل الهيئة.</a:t>
              </a:r>
            </a:p>
          </p:txBody>
        </p:sp>
        <p:sp>
          <p:nvSpPr>
            <p:cNvPr id="29" name="Rounded Rectangle 111">
              <a:extLst>
                <a:ext uri="{FF2B5EF4-FFF2-40B4-BE49-F238E27FC236}">
                  <a16:creationId xmlns:a16="http://schemas.microsoft.com/office/drawing/2014/main" id="{58270527-61C2-87D3-D02F-A546621A7C26}"/>
                </a:ext>
              </a:extLst>
            </p:cNvPr>
            <p:cNvSpPr/>
            <p:nvPr/>
          </p:nvSpPr>
          <p:spPr>
            <a:xfrm flipH="1">
              <a:off x="9267824" y="4006423"/>
              <a:ext cx="2311801" cy="320040"/>
            </a:xfrm>
            <a:prstGeom prst="roundRect">
              <a:avLst>
                <a:gd name="adj" fmla="val 26667"/>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0" rIns="91440" bIns="0" numCol="1" spcCol="0" rtlCol="0" fromWordArt="0" anchor="ctr" anchorCtr="0" forceAA="0" compatLnSpc="1">
              <a:prstTxWarp prst="textNoShape">
                <a:avLst/>
              </a:prstTxWarp>
              <a:noAutofit/>
            </a:bodyPr>
            <a:lstStyle/>
            <a:p>
              <a:pPr algn="r" rtl="1"/>
              <a:r>
                <a:rPr lang="ar-SA" sz="1600" b="1" dirty="0">
                  <a:solidFill>
                    <a:schemeClr val="accent1"/>
                  </a:solidFill>
                </a:rPr>
                <a:t>الوضع المستقبلي</a:t>
              </a:r>
              <a:r>
                <a:rPr lang="en-US" sz="1600" b="1" dirty="0">
                  <a:solidFill>
                    <a:schemeClr val="accent1"/>
                  </a:solidFill>
                </a:rPr>
                <a:t> (To-Be)</a:t>
              </a:r>
            </a:p>
          </p:txBody>
        </p:sp>
        <p:sp>
          <p:nvSpPr>
            <p:cNvPr id="30" name="Rounded Rectangle 112">
              <a:extLst>
                <a:ext uri="{FF2B5EF4-FFF2-40B4-BE49-F238E27FC236}">
                  <a16:creationId xmlns:a16="http://schemas.microsoft.com/office/drawing/2014/main" id="{C74FEDD5-AD51-80EE-B202-35103ED8435E}"/>
                </a:ext>
              </a:extLst>
            </p:cNvPr>
            <p:cNvSpPr/>
            <p:nvPr/>
          </p:nvSpPr>
          <p:spPr>
            <a:xfrm>
              <a:off x="457200" y="4006423"/>
              <a:ext cx="8529759" cy="320040"/>
            </a:xfrm>
            <a:prstGeom prst="roundRect">
              <a:avLst/>
            </a:prstGeom>
            <a:noFill/>
            <a:ln w="6350">
              <a:solidFill>
                <a:schemeClr val="accent1">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0" rIns="91440" bIns="0" numCol="1" spcCol="0" rtlCol="0" fromWordArt="0" anchor="ctr" anchorCtr="0" forceAA="0" compatLnSpc="1">
              <a:prstTxWarp prst="textNoShape">
                <a:avLst/>
              </a:prstTxWarp>
              <a:noAutofit/>
            </a:bodyPr>
            <a:lstStyle/>
            <a:p>
              <a:pPr algn="r" rtl="1"/>
              <a:r>
                <a:rPr lang="ar-EG" sz="1600" dirty="0">
                  <a:solidFill>
                    <a:srgbClr val="262626"/>
                  </a:solidFill>
                  <a:ea typeface="Sakkal Majalla" panose="02000000000000000000" pitchFamily="2" charset="-78"/>
                </a:rPr>
                <a:t>الحالة المستهدفة للبنية المؤسسية التي تعبّر عن التوجه الاستراتيجي للهيئة وتدعم التحول الرقمي على المدى المتوسط والطويل.</a:t>
              </a:r>
            </a:p>
          </p:txBody>
        </p:sp>
        <p:sp>
          <p:nvSpPr>
            <p:cNvPr id="31" name="Rounded Rectangle 113">
              <a:extLst>
                <a:ext uri="{FF2B5EF4-FFF2-40B4-BE49-F238E27FC236}">
                  <a16:creationId xmlns:a16="http://schemas.microsoft.com/office/drawing/2014/main" id="{51B4F932-CBE9-C61B-B2AA-A6B0E8F4985A}"/>
                </a:ext>
              </a:extLst>
            </p:cNvPr>
            <p:cNvSpPr/>
            <p:nvPr/>
          </p:nvSpPr>
          <p:spPr>
            <a:xfrm flipH="1">
              <a:off x="9267824" y="4398114"/>
              <a:ext cx="2311801" cy="320040"/>
            </a:xfrm>
            <a:prstGeom prst="roundRect">
              <a:avLst>
                <a:gd name="adj" fmla="val 26667"/>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0" rIns="91440" bIns="0" numCol="1" spcCol="0" rtlCol="0" fromWordArt="0" anchor="ctr" anchorCtr="0" forceAA="0" compatLnSpc="1">
              <a:prstTxWarp prst="textNoShape">
                <a:avLst/>
              </a:prstTxWarp>
              <a:noAutofit/>
            </a:bodyPr>
            <a:lstStyle/>
            <a:p>
              <a:pPr algn="r" rtl="1"/>
              <a:r>
                <a:rPr lang="ar-EG" sz="1600" b="1" dirty="0">
                  <a:solidFill>
                    <a:schemeClr val="accent1"/>
                  </a:solidFill>
                  <a:ea typeface="Sakkal Majalla" panose="02000000000000000000" pitchFamily="2" charset="-78"/>
                </a:rPr>
                <a:t>تحليل الفجوات</a:t>
              </a:r>
            </a:p>
          </p:txBody>
        </p:sp>
        <p:sp>
          <p:nvSpPr>
            <p:cNvPr id="32" name="Rounded Rectangle 114">
              <a:extLst>
                <a:ext uri="{FF2B5EF4-FFF2-40B4-BE49-F238E27FC236}">
                  <a16:creationId xmlns:a16="http://schemas.microsoft.com/office/drawing/2014/main" id="{7AC423B3-83D3-3D24-565E-6766336DB80B}"/>
                </a:ext>
              </a:extLst>
            </p:cNvPr>
            <p:cNvSpPr/>
            <p:nvPr/>
          </p:nvSpPr>
          <p:spPr>
            <a:xfrm>
              <a:off x="457200" y="4398114"/>
              <a:ext cx="8529759" cy="320040"/>
            </a:xfrm>
            <a:prstGeom prst="roundRect">
              <a:avLst/>
            </a:prstGeom>
            <a:noFill/>
            <a:ln w="6350">
              <a:solidFill>
                <a:schemeClr val="accent1">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0" rIns="91440" bIns="0" numCol="1" spcCol="0" rtlCol="0" fromWordArt="0" anchor="ctr" anchorCtr="0" forceAA="0" compatLnSpc="1">
              <a:prstTxWarp prst="textNoShape">
                <a:avLst/>
              </a:prstTxWarp>
              <a:noAutofit/>
            </a:bodyPr>
            <a:lstStyle/>
            <a:p>
              <a:pPr algn="r" rtl="1"/>
              <a:r>
                <a:rPr lang="ar-EG" sz="1600" dirty="0">
                  <a:solidFill>
                    <a:srgbClr val="262626"/>
                  </a:solidFill>
                  <a:ea typeface="Sakkal Majalla" panose="02000000000000000000" pitchFamily="2" charset="-78"/>
                </a:rPr>
                <a:t>عملية منهجية لتحديد الفروقات بين الوضع الحالي والمستقبلي، تُستخدم كأساس لتحديد المبادرات وخطط المعالجة.</a:t>
              </a:r>
            </a:p>
          </p:txBody>
        </p:sp>
        <p:sp>
          <p:nvSpPr>
            <p:cNvPr id="33" name="Rounded Rectangle 115">
              <a:extLst>
                <a:ext uri="{FF2B5EF4-FFF2-40B4-BE49-F238E27FC236}">
                  <a16:creationId xmlns:a16="http://schemas.microsoft.com/office/drawing/2014/main" id="{E9C3EA4B-B640-D61B-5C22-C6674B6F804C}"/>
                </a:ext>
              </a:extLst>
            </p:cNvPr>
            <p:cNvSpPr/>
            <p:nvPr/>
          </p:nvSpPr>
          <p:spPr>
            <a:xfrm flipH="1">
              <a:off x="9267824" y="5181496"/>
              <a:ext cx="2311801" cy="320040"/>
            </a:xfrm>
            <a:prstGeom prst="roundRect">
              <a:avLst>
                <a:gd name="adj" fmla="val 26667"/>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0" rIns="91440" bIns="0" numCol="1" spcCol="0" rtlCol="0" fromWordArt="0" anchor="ctr" anchorCtr="0" forceAA="0" compatLnSpc="1">
              <a:prstTxWarp prst="textNoShape">
                <a:avLst/>
              </a:prstTxWarp>
              <a:noAutofit/>
            </a:bodyPr>
            <a:lstStyle/>
            <a:p>
              <a:pPr algn="r" rtl="1"/>
              <a:r>
                <a:rPr lang="ar-EG" sz="1600" b="1" dirty="0">
                  <a:solidFill>
                    <a:schemeClr val="accent1"/>
                  </a:solidFill>
                  <a:ea typeface="Sakkal Majalla" panose="02000000000000000000" pitchFamily="2" charset="-78"/>
                </a:rPr>
                <a:t>الامتثال المعماري</a:t>
              </a:r>
            </a:p>
          </p:txBody>
        </p:sp>
        <p:sp>
          <p:nvSpPr>
            <p:cNvPr id="34" name="Rounded Rectangle 116">
              <a:extLst>
                <a:ext uri="{FF2B5EF4-FFF2-40B4-BE49-F238E27FC236}">
                  <a16:creationId xmlns:a16="http://schemas.microsoft.com/office/drawing/2014/main" id="{52222F93-4D20-E104-09A0-21F7502BC32D}"/>
                </a:ext>
              </a:extLst>
            </p:cNvPr>
            <p:cNvSpPr/>
            <p:nvPr/>
          </p:nvSpPr>
          <p:spPr>
            <a:xfrm>
              <a:off x="457200" y="5181496"/>
              <a:ext cx="8529759" cy="320040"/>
            </a:xfrm>
            <a:prstGeom prst="roundRect">
              <a:avLst/>
            </a:prstGeom>
            <a:noFill/>
            <a:ln w="6350">
              <a:solidFill>
                <a:schemeClr val="accent1">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0" rIns="91440" bIns="0" numCol="1" spcCol="0" rtlCol="0" fromWordArt="0" anchor="ctr" anchorCtr="0" forceAA="0" compatLnSpc="1">
              <a:prstTxWarp prst="textNoShape">
                <a:avLst/>
              </a:prstTxWarp>
              <a:noAutofit/>
            </a:bodyPr>
            <a:lstStyle/>
            <a:p>
              <a:pPr algn="r" rtl="1"/>
              <a:r>
                <a:rPr lang="ar-EG" sz="1600" dirty="0">
                  <a:solidFill>
                    <a:srgbClr val="262626"/>
                  </a:solidFill>
                  <a:ea typeface="Sakkal Majalla" panose="02000000000000000000" pitchFamily="2" charset="-78"/>
                </a:rPr>
                <a:t>مدى التزام المشاريع والمبادرات والأنظمة بالمبادئ والمعايير المعمارية المعتمدة والمتطلبات الوطنية ذات العلاقة.</a:t>
              </a:r>
            </a:p>
          </p:txBody>
        </p:sp>
        <p:sp>
          <p:nvSpPr>
            <p:cNvPr id="35" name="Rounded Rectangle 44">
              <a:extLst>
                <a:ext uri="{FF2B5EF4-FFF2-40B4-BE49-F238E27FC236}">
                  <a16:creationId xmlns:a16="http://schemas.microsoft.com/office/drawing/2014/main" id="{864188EC-7680-6F44-6F9C-4840023FD2AA}"/>
                </a:ext>
              </a:extLst>
            </p:cNvPr>
            <p:cNvSpPr/>
            <p:nvPr/>
          </p:nvSpPr>
          <p:spPr>
            <a:xfrm flipH="1">
              <a:off x="9267824" y="5573183"/>
              <a:ext cx="2311801" cy="320040"/>
            </a:xfrm>
            <a:prstGeom prst="roundRect">
              <a:avLst>
                <a:gd name="adj" fmla="val 26667"/>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0" rIns="91440" bIns="0" numCol="1" spcCol="0" rtlCol="0" fromWordArt="0" anchor="ctr" anchorCtr="0" forceAA="0" compatLnSpc="1">
              <a:prstTxWarp prst="textNoShape">
                <a:avLst/>
              </a:prstTxWarp>
              <a:noAutofit/>
            </a:bodyPr>
            <a:lstStyle/>
            <a:p>
              <a:pPr algn="r" rtl="1"/>
              <a:r>
                <a:rPr lang="ar-EG" sz="1600" b="1" dirty="0">
                  <a:solidFill>
                    <a:schemeClr val="accent1"/>
                  </a:solidFill>
                  <a:ea typeface="Sakkal Majalla" panose="02000000000000000000" pitchFamily="2" charset="-78"/>
                </a:rPr>
                <a:t>مكتب البنية المؤسسية</a:t>
              </a:r>
            </a:p>
          </p:txBody>
        </p:sp>
        <p:sp>
          <p:nvSpPr>
            <p:cNvPr id="36" name="Rounded Rectangle 45">
              <a:extLst>
                <a:ext uri="{FF2B5EF4-FFF2-40B4-BE49-F238E27FC236}">
                  <a16:creationId xmlns:a16="http://schemas.microsoft.com/office/drawing/2014/main" id="{746DBBB8-412C-7ECA-AE78-0D9A11E4DC4A}"/>
                </a:ext>
              </a:extLst>
            </p:cNvPr>
            <p:cNvSpPr/>
            <p:nvPr/>
          </p:nvSpPr>
          <p:spPr>
            <a:xfrm>
              <a:off x="457200" y="5573183"/>
              <a:ext cx="8529759" cy="320040"/>
            </a:xfrm>
            <a:prstGeom prst="roundRect">
              <a:avLst/>
            </a:prstGeom>
            <a:noFill/>
            <a:ln w="6350">
              <a:solidFill>
                <a:schemeClr val="accent1">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0" rIns="91440" bIns="0" numCol="1" spcCol="0" rtlCol="0" fromWordArt="0" anchor="ctr" anchorCtr="0" forceAA="0" compatLnSpc="1">
              <a:prstTxWarp prst="textNoShape">
                <a:avLst/>
              </a:prstTxWarp>
              <a:noAutofit/>
            </a:bodyPr>
            <a:lstStyle/>
            <a:p>
              <a:pPr algn="r" rtl="1"/>
              <a:r>
                <a:rPr lang="ar-EG" sz="1600" dirty="0">
                  <a:solidFill>
                    <a:srgbClr val="262626"/>
                  </a:solidFill>
                  <a:ea typeface="Sakkal Majalla" panose="02000000000000000000" pitchFamily="2" charset="-78"/>
                </a:rPr>
                <a:t>الجهة المسؤولة عن تشغيل ممارسة البنية المؤسسية، وتقديم الدعم الاستشاري </a:t>
              </a:r>
              <a:r>
                <a:rPr lang="ar-EG" sz="1600" dirty="0" err="1">
                  <a:solidFill>
                    <a:srgbClr val="262626"/>
                  </a:solidFill>
                  <a:ea typeface="Sakkal Majalla" panose="02000000000000000000" pitchFamily="2" charset="-78"/>
                </a:rPr>
                <a:t>والحوكمي</a:t>
              </a:r>
              <a:r>
                <a:rPr lang="ar-EG" sz="1600" dirty="0">
                  <a:solidFill>
                    <a:srgbClr val="262626"/>
                  </a:solidFill>
                  <a:ea typeface="Sakkal Majalla" panose="02000000000000000000" pitchFamily="2" charset="-78"/>
                </a:rPr>
                <a:t>، وضمان المواءمة بين الاستراتيجية والتنفيذ.</a:t>
              </a:r>
            </a:p>
          </p:txBody>
        </p:sp>
        <p:sp>
          <p:nvSpPr>
            <p:cNvPr id="51" name="Rounded Rectangle 107">
              <a:extLst>
                <a:ext uri="{FF2B5EF4-FFF2-40B4-BE49-F238E27FC236}">
                  <a16:creationId xmlns:a16="http://schemas.microsoft.com/office/drawing/2014/main" id="{84B42F48-DEFC-BD16-C0DA-E56EEC5E20F2}"/>
                </a:ext>
              </a:extLst>
            </p:cNvPr>
            <p:cNvSpPr/>
            <p:nvPr/>
          </p:nvSpPr>
          <p:spPr>
            <a:xfrm flipH="1">
              <a:off x="9267824" y="3223041"/>
              <a:ext cx="2311801" cy="320040"/>
            </a:xfrm>
            <a:prstGeom prst="roundRect">
              <a:avLst>
                <a:gd name="adj" fmla="val 26667"/>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0" rIns="91440" bIns="0" numCol="1" spcCol="0" rtlCol="0" fromWordArt="0" anchor="ctr" anchorCtr="0" forceAA="0" compatLnSpc="1">
              <a:prstTxWarp prst="textNoShape">
                <a:avLst/>
              </a:prstTxWarp>
              <a:noAutofit/>
            </a:bodyPr>
            <a:lstStyle/>
            <a:p>
              <a:pPr algn="r" rtl="1"/>
              <a:r>
                <a:rPr lang="ar-EG" sz="1600" b="1" dirty="0">
                  <a:solidFill>
                    <a:schemeClr val="accent1"/>
                  </a:solidFill>
                  <a:ea typeface="Sakkal Majalla" panose="02000000000000000000" pitchFamily="2" charset="-78"/>
                </a:rPr>
                <a:t>القرار المعماري</a:t>
              </a:r>
            </a:p>
          </p:txBody>
        </p:sp>
        <p:sp>
          <p:nvSpPr>
            <p:cNvPr id="52" name="Rounded Rectangle 108">
              <a:extLst>
                <a:ext uri="{FF2B5EF4-FFF2-40B4-BE49-F238E27FC236}">
                  <a16:creationId xmlns:a16="http://schemas.microsoft.com/office/drawing/2014/main" id="{E6678BE7-E203-9533-8711-F45DFD743C21}"/>
                </a:ext>
              </a:extLst>
            </p:cNvPr>
            <p:cNvSpPr/>
            <p:nvPr/>
          </p:nvSpPr>
          <p:spPr>
            <a:xfrm>
              <a:off x="457200" y="3223041"/>
              <a:ext cx="8529759" cy="320040"/>
            </a:xfrm>
            <a:prstGeom prst="roundRect">
              <a:avLst/>
            </a:prstGeom>
            <a:noFill/>
            <a:ln w="6350">
              <a:solidFill>
                <a:schemeClr val="accent1">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0" rIns="91440" bIns="0" numCol="1" spcCol="0" rtlCol="0" fromWordArt="0" anchor="ctr" anchorCtr="0" forceAA="0" compatLnSpc="1">
              <a:prstTxWarp prst="textNoShape">
                <a:avLst/>
              </a:prstTxWarp>
              <a:noAutofit/>
            </a:bodyPr>
            <a:lstStyle/>
            <a:p>
              <a:pPr algn="r" rtl="1"/>
              <a:r>
                <a:rPr lang="ar-EG" sz="1600" dirty="0">
                  <a:solidFill>
                    <a:srgbClr val="262626"/>
                  </a:solidFill>
                  <a:ea typeface="Sakkal Majalla" panose="02000000000000000000" pitchFamily="2" charset="-78"/>
                </a:rPr>
                <a:t>قرار مؤسسي منظم يؤثر على مكونات البنية المؤسسية ويخضع للمراجعة والاعتماد </a:t>
              </a:r>
              <a:r>
                <a:rPr lang="ar-EG" sz="1600" dirty="0" err="1">
                  <a:solidFill>
                    <a:srgbClr val="262626"/>
                  </a:solidFill>
                  <a:ea typeface="Sakkal Majalla" panose="02000000000000000000" pitchFamily="2" charset="-78"/>
                </a:rPr>
                <a:t>الحوكمي</a:t>
              </a:r>
              <a:r>
                <a:rPr lang="ar-EG" sz="1600" dirty="0">
                  <a:solidFill>
                    <a:srgbClr val="262626"/>
                  </a:solidFill>
                  <a:ea typeface="Sakkal Majalla" panose="02000000000000000000" pitchFamily="2" charset="-78"/>
                </a:rPr>
                <a:t>.</a:t>
              </a:r>
            </a:p>
          </p:txBody>
        </p:sp>
        <p:sp>
          <p:nvSpPr>
            <p:cNvPr id="53" name="Rounded Rectangle 113">
              <a:extLst>
                <a:ext uri="{FF2B5EF4-FFF2-40B4-BE49-F238E27FC236}">
                  <a16:creationId xmlns:a16="http://schemas.microsoft.com/office/drawing/2014/main" id="{F886FD0F-5D3D-8D4B-34E5-C7CEB6B6F936}"/>
                </a:ext>
              </a:extLst>
            </p:cNvPr>
            <p:cNvSpPr/>
            <p:nvPr/>
          </p:nvSpPr>
          <p:spPr>
            <a:xfrm flipH="1">
              <a:off x="9267824" y="4789805"/>
              <a:ext cx="2311801" cy="320040"/>
            </a:xfrm>
            <a:prstGeom prst="roundRect">
              <a:avLst>
                <a:gd name="adj" fmla="val 26667"/>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0" rIns="91440" bIns="0" numCol="1" spcCol="0" rtlCol="0" fromWordArt="0" anchor="ctr" anchorCtr="0" forceAA="0" compatLnSpc="1">
              <a:prstTxWarp prst="textNoShape">
                <a:avLst/>
              </a:prstTxWarp>
              <a:noAutofit/>
            </a:bodyPr>
            <a:lstStyle/>
            <a:p>
              <a:pPr algn="r" rtl="1"/>
              <a:r>
                <a:rPr lang="ar-EG" sz="1600" b="1" dirty="0">
                  <a:solidFill>
                    <a:schemeClr val="accent1"/>
                  </a:solidFill>
                  <a:ea typeface="Sakkal Majalla" panose="02000000000000000000" pitchFamily="2" charset="-78"/>
                </a:rPr>
                <a:t>خارطة طريق التحول الرقمي</a:t>
              </a:r>
            </a:p>
          </p:txBody>
        </p:sp>
        <p:sp>
          <p:nvSpPr>
            <p:cNvPr id="54" name="Rounded Rectangle 114">
              <a:extLst>
                <a:ext uri="{FF2B5EF4-FFF2-40B4-BE49-F238E27FC236}">
                  <a16:creationId xmlns:a16="http://schemas.microsoft.com/office/drawing/2014/main" id="{23571E0E-F760-9ED6-F710-D316425A9658}"/>
                </a:ext>
              </a:extLst>
            </p:cNvPr>
            <p:cNvSpPr/>
            <p:nvPr/>
          </p:nvSpPr>
          <p:spPr>
            <a:xfrm>
              <a:off x="457200" y="4789805"/>
              <a:ext cx="8529759" cy="320040"/>
            </a:xfrm>
            <a:prstGeom prst="roundRect">
              <a:avLst/>
            </a:prstGeom>
            <a:noFill/>
            <a:ln w="6350">
              <a:solidFill>
                <a:schemeClr val="accent1">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0" rIns="91440" bIns="0" numCol="1" spcCol="0" rtlCol="0" fromWordArt="0" anchor="ctr" anchorCtr="0" forceAA="0" compatLnSpc="1">
              <a:prstTxWarp prst="textNoShape">
                <a:avLst/>
              </a:prstTxWarp>
              <a:noAutofit/>
            </a:bodyPr>
            <a:lstStyle/>
            <a:p>
              <a:pPr algn="r" rtl="1"/>
              <a:r>
                <a:rPr lang="ar-EG" sz="1600" dirty="0">
                  <a:solidFill>
                    <a:srgbClr val="262626"/>
                  </a:solidFill>
                  <a:ea typeface="Sakkal Majalla" panose="02000000000000000000" pitchFamily="2" charset="-78"/>
                </a:rPr>
                <a:t>مخطط زمني مرحلي يوضح كيفية الانتقال المنظم من الوضع الحالي إلى الوضع المستقبلي للبنية المؤسسية.</a:t>
              </a:r>
            </a:p>
          </p:txBody>
        </p:sp>
        <p:sp>
          <p:nvSpPr>
            <p:cNvPr id="37" name="Rectangle 36">
              <a:extLst>
                <a:ext uri="{FF2B5EF4-FFF2-40B4-BE49-F238E27FC236}">
                  <a16:creationId xmlns:a16="http://schemas.microsoft.com/office/drawing/2014/main" id="{9D6BEF29-F6C7-3800-5B8A-D54B7B609361}"/>
                </a:ext>
              </a:extLst>
            </p:cNvPr>
            <p:cNvSpPr/>
            <p:nvPr/>
          </p:nvSpPr>
          <p:spPr>
            <a:xfrm>
              <a:off x="443480" y="1601244"/>
              <a:ext cx="166119" cy="435741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Slide Number Placeholder 1">
            <a:extLst>
              <a:ext uri="{FF2B5EF4-FFF2-40B4-BE49-F238E27FC236}">
                <a16:creationId xmlns:a16="http://schemas.microsoft.com/office/drawing/2014/main" id="{8846A930-CFFC-2E06-40A1-F0D2997D3430}"/>
              </a:ext>
            </a:extLst>
          </p:cNvPr>
          <p:cNvSpPr>
            <a:spLocks noGrp="1"/>
          </p:cNvSpPr>
          <p:nvPr>
            <p:ph type="sldNum" sz="quarter" idx="12"/>
          </p:nvPr>
        </p:nvSpPr>
        <p:spPr/>
        <p:txBody>
          <a:bodyPr/>
          <a:lstStyle/>
          <a:p>
            <a:fld id="{0BE4EC83-A869-464E-AE9F-881796FB085E}" type="slidenum">
              <a:rPr lang="en-US" smtClean="0"/>
              <a:t>10</a:t>
            </a:fld>
            <a:endParaRPr lang="en-US"/>
          </a:p>
        </p:txBody>
      </p:sp>
    </p:spTree>
    <p:extLst>
      <p:ext uri="{BB962C8B-B14F-4D97-AF65-F5344CB8AC3E}">
        <p14:creationId xmlns:p14="http://schemas.microsoft.com/office/powerpoint/2010/main" val="1580725833"/>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E9B7109-29CC-4A7A-1F44-33A2EE9F1B44}"/>
              </a:ext>
            </a:extLst>
          </p:cNvPr>
          <p:cNvSpPr>
            <a:spLocks noGrp="1"/>
          </p:cNvSpPr>
          <p:nvPr>
            <p:ph type="title"/>
          </p:nvPr>
        </p:nvSpPr>
        <p:spPr/>
        <p:txBody>
          <a:bodyPr/>
          <a:lstStyle/>
          <a:p>
            <a:r>
              <a:rPr lang="ar-EG" dirty="0"/>
              <a:t>المقارنة المعيارية </a:t>
            </a:r>
            <a:endParaRPr lang="en-US" dirty="0"/>
          </a:p>
        </p:txBody>
      </p:sp>
      <p:sp>
        <p:nvSpPr>
          <p:cNvPr id="5" name="Text Placeholder 4">
            <a:extLst>
              <a:ext uri="{FF2B5EF4-FFF2-40B4-BE49-F238E27FC236}">
                <a16:creationId xmlns:a16="http://schemas.microsoft.com/office/drawing/2014/main" id="{81D93142-CAD7-3E3C-FD2E-76742AFFD7A6}"/>
              </a:ext>
            </a:extLst>
          </p:cNvPr>
          <p:cNvSpPr>
            <a:spLocks noGrp="1"/>
          </p:cNvSpPr>
          <p:nvPr>
            <p:ph type="body" sz="quarter" idx="12"/>
          </p:nvPr>
        </p:nvSpPr>
        <p:spPr/>
        <p:txBody>
          <a:bodyPr/>
          <a:lstStyle/>
          <a:p>
            <a:endParaRPr lang="en-US"/>
          </a:p>
        </p:txBody>
      </p:sp>
      <p:sp>
        <p:nvSpPr>
          <p:cNvPr id="6" name="Text Placeholder 5">
            <a:extLst>
              <a:ext uri="{FF2B5EF4-FFF2-40B4-BE49-F238E27FC236}">
                <a16:creationId xmlns:a16="http://schemas.microsoft.com/office/drawing/2014/main" id="{0688A52D-74C4-E97A-A855-E51ADCA53305}"/>
              </a:ext>
            </a:extLst>
          </p:cNvPr>
          <p:cNvSpPr>
            <a:spLocks noGrp="1"/>
          </p:cNvSpPr>
          <p:nvPr>
            <p:ph type="body" sz="quarter" idx="14"/>
          </p:nvPr>
        </p:nvSpPr>
        <p:spPr/>
        <p:txBody>
          <a:bodyPr/>
          <a:lstStyle/>
          <a:p>
            <a:r>
              <a:rPr lang="en-US" dirty="0"/>
              <a:t>02</a:t>
            </a:r>
          </a:p>
        </p:txBody>
      </p:sp>
      <p:sp>
        <p:nvSpPr>
          <p:cNvPr id="3" name="Slide Number Placeholder 2">
            <a:extLst>
              <a:ext uri="{FF2B5EF4-FFF2-40B4-BE49-F238E27FC236}">
                <a16:creationId xmlns:a16="http://schemas.microsoft.com/office/drawing/2014/main" id="{CDAC72C1-B9C5-615A-F5C5-DB292B001E42}"/>
              </a:ext>
            </a:extLst>
          </p:cNvPr>
          <p:cNvSpPr>
            <a:spLocks noGrp="1"/>
          </p:cNvSpPr>
          <p:nvPr>
            <p:ph type="sldNum" sz="quarter" idx="4294967295"/>
          </p:nvPr>
        </p:nvSpPr>
        <p:spPr>
          <a:xfrm>
            <a:off x="0" y="6357938"/>
            <a:ext cx="438150" cy="320675"/>
          </a:xfrm>
        </p:spPr>
        <p:txBody>
          <a:bodyPr/>
          <a:lstStyle/>
          <a:p>
            <a:fld id="{0BE4EC83-A869-464E-AE9F-881796FB085E}" type="slidenum">
              <a:rPr lang="en-US" smtClean="0"/>
              <a:t>11</a:t>
            </a:fld>
            <a:endParaRPr lang="en-US"/>
          </a:p>
        </p:txBody>
      </p:sp>
      <p:sp>
        <p:nvSpPr>
          <p:cNvPr id="100" name="Text Placeholder Section"/>
          <p:cNvSpPr>
            <a:spLocks noGrp="1"/>
          </p:cNvSpPr>
          <p:nvPr>
            <p:ph type="body" sz="quarter" idx="14"/>
          </p:nvPr>
        </p:nvSpPr>
        <p:spPr>
          <a:xfrm>
            <a:off x="5350301" y="1475882"/>
            <a:ext cx="1942674" cy="1181919"/>
          </a:xfrm>
        </p:spPr>
        <p:txBody>
          <a:bodyPr/>
          <a:lstStyle/>
          <a:p>
            <a:r>
              <a:rPr lang="en-US" dirty="0"/>
              <a:t>02</a:t>
            </a:r>
          </a:p>
        </p:txBody>
      </p:sp>
    </p:spTree>
    <p:extLst>
      <p:ext uri="{BB962C8B-B14F-4D97-AF65-F5344CB8AC3E}">
        <p14:creationId xmlns:p14="http://schemas.microsoft.com/office/powerpoint/2010/main" val="4271696752"/>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477520" y="2245360"/>
            <a:ext cx="4406702" cy="4468571"/>
          </a:xfrm>
          <a:prstGeom prst="rect">
            <a:avLst/>
          </a:prstGeom>
        </p:spPr>
      </p:pic>
      <p:sp>
        <p:nvSpPr>
          <p:cNvPr id="5" name="Text 2"/>
          <p:cNvSpPr/>
          <p:nvPr/>
        </p:nvSpPr>
        <p:spPr>
          <a:xfrm>
            <a:off x="934720" y="1513840"/>
            <a:ext cx="10414000" cy="2166383"/>
          </a:xfrm>
          <a:prstGeom prst="rect">
            <a:avLst/>
          </a:prstGeom>
          <a:noFill/>
          <a:ln/>
        </p:spPr>
        <p:txBody>
          <a:bodyPr wrap="square" lIns="0" tIns="0" rIns="0" bIns="0" rtlCol="0" anchor="t"/>
          <a:lstStyle/>
          <a:p>
            <a:pPr algn="just" rtl="1">
              <a:lnSpc>
                <a:spcPct val="107000"/>
              </a:lnSpc>
              <a:spcAft>
                <a:spcPts val="800"/>
              </a:spcAft>
            </a:pPr>
            <a:r>
              <a:rPr lang="en-US" sz="2400" dirty="0"/>
              <a:t>في إطار سعي هيئة تقويم التعليم والتدريب نحو تطوير منظومتها المؤسسية وتعزيز كفاءة أدائها، وانطلاقاً من أهمية الاستفادة من التجارب الرائدة والممارسات المثلى على المستويين المحلي والدولي، أجرت الهيئة عمليتَي مقارنة معيارية (Benchmarking) مع جهتين متميزتين تمثّلان نموذجَين مكمِّلَين لبعضهما؛ إحداهما على الصعيد الخارجي والأخرى على الصعيد الداخلي.</a:t>
            </a:r>
          </a:p>
        </p:txBody>
      </p:sp>
      <p:sp>
        <p:nvSpPr>
          <p:cNvPr id="7" name="Title 6">
            <a:extLst>
              <a:ext uri="{FF2B5EF4-FFF2-40B4-BE49-F238E27FC236}">
                <a16:creationId xmlns:a16="http://schemas.microsoft.com/office/drawing/2014/main" id="{6B08AB41-A10B-9404-D821-A0BFBC8DFB41}"/>
              </a:ext>
            </a:extLst>
          </p:cNvPr>
          <p:cNvSpPr>
            <a:spLocks noGrp="1"/>
          </p:cNvSpPr>
          <p:nvPr>
            <p:ph type="title"/>
          </p:nvPr>
        </p:nvSpPr>
        <p:spPr/>
        <p:txBody>
          <a:bodyPr/>
          <a:lstStyle/>
          <a:p>
            <a:r>
              <a:rPr lang="ar-EG" dirty="0"/>
              <a:t>مقدمة</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059588" y="1689596"/>
            <a:ext cx="5470922" cy="2060972"/>
          </a:xfrm>
          <a:prstGeom prst="roundRect">
            <a:avLst>
              <a:gd name="adj" fmla="val 5778"/>
            </a:avLst>
          </a:prstGeom>
          <a:solidFill>
            <a:schemeClr val="accent1">
              <a:lumMod val="60000"/>
              <a:lumOff val="40000"/>
            </a:schemeClr>
          </a:solidFill>
          <a:ln/>
        </p:spPr>
        <p:txBody>
          <a:bodyPr/>
          <a:lstStyle/>
          <a:p>
            <a:endParaRPr lang="en-US"/>
          </a:p>
        </p:txBody>
      </p:sp>
      <p:sp>
        <p:nvSpPr>
          <p:cNvPr id="3" name="Text 1"/>
          <p:cNvSpPr/>
          <p:nvPr/>
        </p:nvSpPr>
        <p:spPr>
          <a:xfrm>
            <a:off x="9297791" y="1854894"/>
            <a:ext cx="2067421" cy="258465"/>
          </a:xfrm>
          <a:prstGeom prst="rect">
            <a:avLst/>
          </a:prstGeom>
          <a:noFill/>
          <a:ln/>
        </p:spPr>
        <p:txBody>
          <a:bodyPr wrap="none" lIns="0" tIns="0" rIns="0" bIns="0" rtlCol="0" anchor="t"/>
          <a:lstStyle/>
          <a:p>
            <a:pPr algn="r" rtl="1">
              <a:lnSpc>
                <a:spcPts val="2000"/>
              </a:lnSpc>
            </a:pPr>
            <a:r>
              <a:rPr lang="en-US" sz="2000" dirty="0">
                <a:solidFill>
                  <a:srgbClr val="FFFFFF"/>
                </a:solidFill>
                <a:latin typeface="Sakkal Majalla" panose="02000000000000000000" pitchFamily="2" charset="-78"/>
                <a:ea typeface="Host Grotesk Medium" pitchFamily="34" charset="-122"/>
                <a:cs typeface="Sakkal Majalla" panose="02000000000000000000" pitchFamily="2" charset="-78"/>
              </a:rPr>
              <a:t>الجهة الخارجية</a:t>
            </a:r>
            <a:endParaRPr lang="en-US" sz="2000" dirty="0"/>
          </a:p>
        </p:txBody>
      </p:sp>
      <p:sp>
        <p:nvSpPr>
          <p:cNvPr id="4" name="Text 2"/>
          <p:cNvSpPr/>
          <p:nvPr/>
        </p:nvSpPr>
        <p:spPr>
          <a:xfrm>
            <a:off x="6224887" y="2278657"/>
            <a:ext cx="5140325" cy="1323082"/>
          </a:xfrm>
          <a:prstGeom prst="rect">
            <a:avLst/>
          </a:prstGeom>
          <a:noFill/>
          <a:ln/>
        </p:spPr>
        <p:txBody>
          <a:bodyPr wrap="square" lIns="0" tIns="0" rIns="0" bIns="0" rtlCol="0" anchor="t"/>
          <a:lstStyle/>
          <a:p>
            <a:pPr algn="r" rtl="1">
              <a:lnSpc>
                <a:spcPts val="2083"/>
              </a:lnSpc>
            </a:pPr>
            <a:r>
              <a:rPr lang="en-US" sz="1600" dirty="0">
                <a:solidFill>
                  <a:srgbClr val="FFFFFF"/>
                </a:solidFill>
                <a:latin typeface="Sakkal Majalla" panose="02000000000000000000" pitchFamily="2" charset="-78"/>
                <a:ea typeface="Roboto" pitchFamily="34" charset="-122"/>
                <a:cs typeface="Sakkal Majalla" panose="02000000000000000000" pitchFamily="2" charset="-78"/>
              </a:rPr>
              <a:t>تمثّلت الجهة الخارجية في </a:t>
            </a:r>
            <a:r>
              <a:rPr lang="en-US" sz="1600" b="1" dirty="0">
                <a:solidFill>
                  <a:srgbClr val="FFFFFF"/>
                </a:solidFill>
                <a:latin typeface="Sakkal Majalla" panose="02000000000000000000" pitchFamily="2" charset="-78"/>
                <a:ea typeface="Roboto" pitchFamily="34" charset="-122"/>
                <a:cs typeface="Sakkal Majalla" panose="02000000000000000000" pitchFamily="2" charset="-78"/>
              </a:rPr>
              <a:t>Washington State Board for Community and Technical Colleges (WA Tech)</a:t>
            </a:r>
            <a:r>
              <a:rPr lang="en-US" sz="1600" dirty="0">
                <a:solidFill>
                  <a:srgbClr val="FFFFFF"/>
                </a:solidFill>
                <a:latin typeface="Sakkal Majalla" panose="02000000000000000000" pitchFamily="2" charset="-78"/>
                <a:ea typeface="Roboto" pitchFamily="34" charset="-122"/>
                <a:cs typeface="Sakkal Majalla" panose="02000000000000000000" pitchFamily="2" charset="-78"/>
              </a:rPr>
              <a:t>، وهي هيئة رائدة في ولاية واشنطن بالولايات </a:t>
            </a:r>
            <a:r>
              <a:rPr lang="en-US" sz="1600" dirty="0" err="1">
                <a:solidFill>
                  <a:srgbClr val="FFFFFF"/>
                </a:solidFill>
                <a:latin typeface="Sakkal Majalla" panose="02000000000000000000" pitchFamily="2" charset="-78"/>
                <a:ea typeface="Roboto" pitchFamily="34" charset="-122"/>
                <a:cs typeface="Sakkal Majalla" panose="02000000000000000000" pitchFamily="2" charset="-78"/>
              </a:rPr>
              <a:t>المتحدة</a:t>
            </a:r>
            <a:r>
              <a:rPr lang="en-US" sz="1600" dirty="0">
                <a:solidFill>
                  <a:srgbClr val="FFFFFF"/>
                </a:solidFill>
                <a:latin typeface="Sakkal Majalla" panose="02000000000000000000" pitchFamily="2" charset="-78"/>
                <a:ea typeface="Roboto" pitchFamily="34" charset="-122"/>
                <a:cs typeface="Sakkal Majalla" panose="02000000000000000000" pitchFamily="2" charset="-78"/>
              </a:rPr>
              <a:t> </a:t>
            </a:r>
            <a:r>
              <a:rPr lang="en-US" sz="1600" dirty="0" err="1">
                <a:solidFill>
                  <a:srgbClr val="FFFFFF"/>
                </a:solidFill>
                <a:latin typeface="Sakkal Majalla" panose="02000000000000000000" pitchFamily="2" charset="-78"/>
                <a:ea typeface="Roboto" pitchFamily="34" charset="-122"/>
                <a:cs typeface="Sakkal Majalla" panose="02000000000000000000" pitchFamily="2" charset="-78"/>
              </a:rPr>
              <a:t>الأمريكية</a:t>
            </a:r>
            <a:r>
              <a:rPr lang="en-US" sz="1600" dirty="0">
                <a:solidFill>
                  <a:srgbClr val="FFFFFF"/>
                </a:solidFill>
                <a:latin typeface="Sakkal Majalla" panose="02000000000000000000" pitchFamily="2" charset="-78"/>
                <a:ea typeface="Roboto" pitchFamily="34" charset="-122"/>
                <a:cs typeface="Sakkal Majalla" panose="02000000000000000000" pitchFamily="2" charset="-78"/>
              </a:rPr>
              <a:t>. وقد جاء اختيارها نظراً لما تمتلكه من ممارسات مؤسسية ناضجة وأطر عمل منهجية يمكن الإفادة منها في السياق السعودي.</a:t>
            </a:r>
            <a:endParaRPr lang="en-US" sz="1600" dirty="0"/>
          </a:p>
        </p:txBody>
      </p:sp>
      <p:sp>
        <p:nvSpPr>
          <p:cNvPr id="5" name="Text 3"/>
          <p:cNvSpPr/>
          <p:nvPr/>
        </p:nvSpPr>
        <p:spPr>
          <a:xfrm>
            <a:off x="3668078" y="1854894"/>
            <a:ext cx="2067421" cy="258465"/>
          </a:xfrm>
          <a:prstGeom prst="rect">
            <a:avLst/>
          </a:prstGeom>
          <a:noFill/>
          <a:ln/>
        </p:spPr>
        <p:txBody>
          <a:bodyPr wrap="none" lIns="0" tIns="0" rIns="0" bIns="0" rtlCol="0" anchor="t"/>
          <a:lstStyle/>
          <a:p>
            <a:pPr algn="r" rtl="1">
              <a:lnSpc>
                <a:spcPts val="2000"/>
              </a:lnSpc>
            </a:pPr>
            <a:r>
              <a:rPr lang="en-US" sz="2000" dirty="0">
                <a:solidFill>
                  <a:srgbClr val="2E3C4E"/>
                </a:solidFill>
                <a:latin typeface="Sakkal Majalla" panose="02000000000000000000" pitchFamily="2" charset="-78"/>
                <a:ea typeface="Host Grotesk Medium" pitchFamily="34" charset="-122"/>
                <a:cs typeface="Sakkal Majalla" panose="02000000000000000000" pitchFamily="2" charset="-78"/>
              </a:rPr>
              <a:t>الجهة المحلية الداخلية</a:t>
            </a:r>
            <a:endParaRPr lang="en-US" sz="2000" dirty="0"/>
          </a:p>
        </p:txBody>
      </p:sp>
      <p:sp>
        <p:nvSpPr>
          <p:cNvPr id="6" name="Text 4"/>
          <p:cNvSpPr/>
          <p:nvPr/>
        </p:nvSpPr>
        <p:spPr>
          <a:xfrm>
            <a:off x="502702" y="2278657"/>
            <a:ext cx="5232797" cy="1323082"/>
          </a:xfrm>
          <a:prstGeom prst="rect">
            <a:avLst/>
          </a:prstGeom>
          <a:noFill/>
          <a:ln/>
        </p:spPr>
        <p:txBody>
          <a:bodyPr wrap="square" lIns="0" tIns="0" rIns="0" bIns="0" rtlCol="0" anchor="t"/>
          <a:lstStyle/>
          <a:p>
            <a:pPr algn="r" rtl="1">
              <a:lnSpc>
                <a:spcPts val="2083"/>
              </a:lnSpc>
            </a:pPr>
            <a:r>
              <a:rPr lang="en-US" sz="1600" dirty="0">
                <a:solidFill>
                  <a:srgbClr val="384653"/>
                </a:solidFill>
                <a:latin typeface="Sakkal Majalla" panose="02000000000000000000" pitchFamily="2" charset="-78"/>
                <a:ea typeface="Roboto" pitchFamily="34" charset="-122"/>
                <a:cs typeface="Sakkal Majalla" panose="02000000000000000000" pitchFamily="2" charset="-78"/>
              </a:rPr>
              <a:t>أما الجهة المحلية الداخلية فتمثّلت في </a:t>
            </a:r>
            <a:r>
              <a:rPr lang="en-US" sz="1600" b="1" dirty="0">
                <a:solidFill>
                  <a:srgbClr val="384653"/>
                </a:solidFill>
                <a:latin typeface="Sakkal Majalla" panose="02000000000000000000" pitchFamily="2" charset="-78"/>
                <a:ea typeface="Roboto" pitchFamily="34" charset="-122"/>
                <a:cs typeface="Sakkal Majalla" panose="02000000000000000000" pitchFamily="2" charset="-78"/>
              </a:rPr>
              <a:t>جامعة الملك خالد</a:t>
            </a:r>
            <a:r>
              <a:rPr lang="en-US" sz="1600" dirty="0">
                <a:solidFill>
                  <a:srgbClr val="384653"/>
                </a:solidFill>
                <a:latin typeface="Sakkal Majalla" panose="02000000000000000000" pitchFamily="2" charset="-78"/>
                <a:ea typeface="Roboto" pitchFamily="34" charset="-122"/>
                <a:cs typeface="Sakkal Majalla" panose="02000000000000000000" pitchFamily="2" charset="-78"/>
              </a:rPr>
              <a:t>، الحاصلة على شهادة اعتماد البنية المؤسسية في </a:t>
            </a:r>
            <a:r>
              <a:rPr lang="en-US" sz="1600" b="1" dirty="0">
                <a:solidFill>
                  <a:srgbClr val="384653"/>
                </a:solidFill>
                <a:latin typeface="Sakkal Majalla" panose="02000000000000000000" pitchFamily="2" charset="-78"/>
                <a:ea typeface="Roboto" pitchFamily="34" charset="-122"/>
                <a:cs typeface="Sakkal Majalla" panose="02000000000000000000" pitchFamily="2" charset="-78"/>
              </a:rPr>
              <a:t>المستوى الثالث</a:t>
            </a:r>
            <a:r>
              <a:rPr lang="en-US" sz="1600" dirty="0">
                <a:solidFill>
                  <a:srgbClr val="384653"/>
                </a:solidFill>
                <a:latin typeface="Sakkal Majalla" panose="02000000000000000000" pitchFamily="2" charset="-78"/>
                <a:ea typeface="Roboto" pitchFamily="34" charset="-122"/>
                <a:cs typeface="Sakkal Majalla" panose="02000000000000000000" pitchFamily="2" charset="-78"/>
              </a:rPr>
              <a:t> من هيئة تقويم التعليم والتدريب ذاتها، مما يجعلها نموذجاً سعودياً متقدماً يعكس درجة عالية من النضج المؤسسي وفق المعايير الوطنية المعتمدة، ويتيح إمكانية الاستفادة من السياق المحلي المشترك.</a:t>
            </a:r>
            <a:endParaRPr lang="en-US" sz="1600" dirty="0"/>
          </a:p>
        </p:txBody>
      </p:sp>
      <p:sp>
        <p:nvSpPr>
          <p:cNvPr id="7" name="Shape 5"/>
          <p:cNvSpPr/>
          <p:nvPr/>
        </p:nvSpPr>
        <p:spPr>
          <a:xfrm>
            <a:off x="661492" y="3936504"/>
            <a:ext cx="10869018" cy="1231900"/>
          </a:xfrm>
          <a:prstGeom prst="roundRect">
            <a:avLst>
              <a:gd name="adj" fmla="val 5639"/>
            </a:avLst>
          </a:prstGeom>
          <a:solidFill>
            <a:srgbClr val="3FA0D9"/>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826790" y="4182567"/>
            <a:ext cx="206673" cy="165298"/>
          </a:xfrm>
          <a:prstGeom prst="rect">
            <a:avLst/>
          </a:prstGeom>
        </p:spPr>
      </p:pic>
      <p:sp>
        <p:nvSpPr>
          <p:cNvPr id="9" name="Text 6"/>
          <p:cNvSpPr/>
          <p:nvPr/>
        </p:nvSpPr>
        <p:spPr>
          <a:xfrm>
            <a:off x="1198761" y="4143078"/>
            <a:ext cx="10166449" cy="793849"/>
          </a:xfrm>
          <a:prstGeom prst="rect">
            <a:avLst/>
          </a:prstGeom>
          <a:noFill/>
          <a:ln/>
        </p:spPr>
        <p:txBody>
          <a:bodyPr wrap="square" lIns="0" tIns="0" rIns="0" bIns="0" rtlCol="0" anchor="t"/>
          <a:lstStyle/>
          <a:p>
            <a:pPr algn="r" rtl="1">
              <a:lnSpc>
                <a:spcPts val="2083"/>
              </a:lnSpc>
            </a:pPr>
            <a:r>
              <a:rPr lang="en-US" sz="1600" dirty="0">
                <a:solidFill>
                  <a:schemeClr val="bg1"/>
                </a:solidFill>
                <a:latin typeface="Sakkal Majalla" panose="02000000000000000000" pitchFamily="2" charset="-78"/>
                <a:ea typeface="Roboto" pitchFamily="34" charset="-122"/>
                <a:cs typeface="Sakkal Majalla" panose="02000000000000000000" pitchFamily="2" charset="-78"/>
              </a:rPr>
              <a:t>وقد انبثقت هذه المقارنة المعيارية </a:t>
            </a:r>
            <a:r>
              <a:rPr lang="en-US" sz="1600" dirty="0" err="1">
                <a:solidFill>
                  <a:schemeClr val="bg1"/>
                </a:solidFill>
                <a:latin typeface="Sakkal Majalla" panose="02000000000000000000" pitchFamily="2" charset="-78"/>
                <a:ea typeface="Roboto" pitchFamily="34" charset="-122"/>
                <a:cs typeface="Sakkal Majalla" panose="02000000000000000000" pitchFamily="2" charset="-78"/>
              </a:rPr>
              <a:t>من</a:t>
            </a:r>
            <a:r>
              <a:rPr lang="en-US" sz="1600" dirty="0">
                <a:solidFill>
                  <a:schemeClr val="bg1"/>
                </a:solidFill>
                <a:latin typeface="Sakkal Majalla" panose="02000000000000000000" pitchFamily="2" charset="-78"/>
                <a:ea typeface="Roboto" pitchFamily="34" charset="-122"/>
                <a:cs typeface="Sakkal Majalla" panose="02000000000000000000" pitchFamily="2" charset="-78"/>
              </a:rPr>
              <a:t> ضرورة</a:t>
            </a:r>
            <a:r>
              <a:rPr lang="ar-EG" sz="1600" dirty="0">
                <a:solidFill>
                  <a:schemeClr val="bg1"/>
                </a:solidFill>
                <a:latin typeface="Sakkal Majalla" panose="02000000000000000000" pitchFamily="2" charset="-78"/>
                <a:ea typeface="Roboto" pitchFamily="34" charset="-122"/>
                <a:cs typeface="Sakkal Majalla" panose="02000000000000000000" pitchFamily="2" charset="-78"/>
              </a:rPr>
              <a:t> انشاء</a:t>
            </a:r>
            <a:r>
              <a:rPr lang="en-US" sz="1600" dirty="0">
                <a:solidFill>
                  <a:schemeClr val="bg1"/>
                </a:solidFill>
                <a:latin typeface="Sakkal Majalla" panose="02000000000000000000" pitchFamily="2" charset="-78"/>
                <a:ea typeface="Roboto" pitchFamily="34" charset="-122"/>
                <a:cs typeface="Sakkal Majalla" panose="02000000000000000000" pitchFamily="2" charset="-78"/>
              </a:rPr>
              <a:t> استراتيجية واضحة، إذ تسعى الهيئة إلى بناء خطتها الاستراتيجية على أسس علمية متينة، من خلال رصد نقاط القوة التي تمتلكها والاستثمار فيها، وتشخيص مواطن الضعف والعمل على معالجتها، </a:t>
            </a:r>
            <a:r>
              <a:rPr lang="ar-EG" sz="1600" dirty="0">
                <a:solidFill>
                  <a:schemeClr val="bg1"/>
                </a:solidFill>
                <a:latin typeface="Sakkal Majalla" panose="02000000000000000000" pitchFamily="2" charset="-78"/>
                <a:ea typeface="Roboto" pitchFamily="34" charset="-122"/>
                <a:cs typeface="Sakkal Majalla" panose="02000000000000000000" pitchFamily="2" charset="-78"/>
              </a:rPr>
              <a:t>والاستفادة </a:t>
            </a:r>
            <a:r>
              <a:rPr lang="en-US" sz="1600" dirty="0">
                <a:solidFill>
                  <a:schemeClr val="bg1"/>
                </a:solidFill>
                <a:latin typeface="Sakkal Majalla" panose="02000000000000000000" pitchFamily="2" charset="-78"/>
                <a:ea typeface="Roboto" pitchFamily="34" charset="-122"/>
                <a:cs typeface="Sakkal Majalla" panose="02000000000000000000" pitchFamily="2" charset="-78"/>
              </a:rPr>
              <a:t> من التجارب المؤسسية الداعمة والسابقة لإثراء منظومتها التخطيطية. ويُمثّل هذا المنهج أحد أبرز الأدوات المنهجية في إدارة الجودة وتطوير المؤسسات عالمياً.</a:t>
            </a:r>
            <a:endParaRPr lang="en-US" sz="1600" dirty="0">
              <a:solidFill>
                <a:schemeClr val="bg1"/>
              </a:solidFill>
            </a:endParaRPr>
          </a:p>
        </p:txBody>
      </p:sp>
      <p:sp>
        <p:nvSpPr>
          <p:cNvPr id="11" name="Title 10">
            <a:extLst>
              <a:ext uri="{FF2B5EF4-FFF2-40B4-BE49-F238E27FC236}">
                <a16:creationId xmlns:a16="http://schemas.microsoft.com/office/drawing/2014/main" id="{37A7A679-1998-DD88-2431-6567FD12FCE5}"/>
              </a:ext>
            </a:extLst>
          </p:cNvPr>
          <p:cNvSpPr>
            <a:spLocks noGrp="1"/>
          </p:cNvSpPr>
          <p:nvPr>
            <p:ph type="title"/>
          </p:nvPr>
        </p:nvSpPr>
        <p:spPr/>
        <p:txBody>
          <a:bodyPr/>
          <a:lstStyle/>
          <a:p>
            <a:r>
              <a:rPr lang="ar-EG" dirty="0"/>
              <a:t>الجهات التي تم عمل مقارنة معيارية معها </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7E1922-2BD0-7A0A-B6E8-1833C8762C97}"/>
              </a:ext>
            </a:extLst>
          </p:cNvPr>
          <p:cNvSpPr>
            <a:spLocks noGrp="1"/>
          </p:cNvSpPr>
          <p:nvPr>
            <p:ph type="title"/>
          </p:nvPr>
        </p:nvSpPr>
        <p:spPr>
          <a:xfrm>
            <a:off x="2570480" y="3925452"/>
            <a:ext cx="8973820" cy="641639"/>
          </a:xfrm>
        </p:spPr>
        <p:txBody>
          <a:bodyPr/>
          <a:lstStyle/>
          <a:p>
            <a:r>
              <a:rPr lang="ar-EG" dirty="0"/>
              <a:t>المقارنة المعيارية للجة الداخلية "جامعة الملك خالد </a:t>
            </a:r>
            <a:r>
              <a:rPr lang="en-US" dirty="0"/>
              <a:t>KKU</a:t>
            </a:r>
            <a:r>
              <a:rPr lang="ar-EG" dirty="0"/>
              <a:t>"</a:t>
            </a:r>
            <a:endParaRPr lang="en-US" dirty="0"/>
          </a:p>
        </p:txBody>
      </p:sp>
      <p:sp>
        <p:nvSpPr>
          <p:cNvPr id="5" name="Text Placeholder 4">
            <a:extLst>
              <a:ext uri="{FF2B5EF4-FFF2-40B4-BE49-F238E27FC236}">
                <a16:creationId xmlns:a16="http://schemas.microsoft.com/office/drawing/2014/main" id="{45627F0D-8988-9DF7-751A-86F9DAB83987}"/>
              </a:ext>
            </a:extLst>
          </p:cNvPr>
          <p:cNvSpPr>
            <a:spLocks noGrp="1"/>
          </p:cNvSpPr>
          <p:nvPr>
            <p:ph type="body" sz="quarter" idx="12"/>
          </p:nvPr>
        </p:nvSpPr>
        <p:spPr/>
        <p:txBody>
          <a:bodyPr/>
          <a:lstStyle/>
          <a:p>
            <a:endParaRPr lang="en-US"/>
          </a:p>
        </p:txBody>
      </p:sp>
      <p:sp>
        <p:nvSpPr>
          <p:cNvPr id="6" name="Text Placeholder 5">
            <a:extLst>
              <a:ext uri="{FF2B5EF4-FFF2-40B4-BE49-F238E27FC236}">
                <a16:creationId xmlns:a16="http://schemas.microsoft.com/office/drawing/2014/main" id="{7E1F4869-CAA0-7819-BFBC-5FF9BAD2C43B}"/>
              </a:ext>
            </a:extLst>
          </p:cNvPr>
          <p:cNvSpPr>
            <a:spLocks noGrp="1"/>
          </p:cNvSpPr>
          <p:nvPr>
            <p:ph type="body" sz="quarter" idx="14"/>
          </p:nvPr>
        </p:nvSpPr>
        <p:spPr/>
        <p:txBody>
          <a:bodyPr/>
          <a:lstStyle/>
          <a:p>
            <a:r>
              <a:rPr lang="en-US" dirty="0"/>
              <a:t>2.1</a:t>
            </a:r>
          </a:p>
        </p:txBody>
      </p:sp>
      <p:sp>
        <p:nvSpPr>
          <p:cNvPr id="3" name="Slide Number Placeholder 2">
            <a:extLst>
              <a:ext uri="{FF2B5EF4-FFF2-40B4-BE49-F238E27FC236}">
                <a16:creationId xmlns:a16="http://schemas.microsoft.com/office/drawing/2014/main" id="{B05CA996-8790-B586-E1FA-11009A9FE8D4}"/>
              </a:ext>
            </a:extLst>
          </p:cNvPr>
          <p:cNvSpPr>
            <a:spLocks noGrp="1"/>
          </p:cNvSpPr>
          <p:nvPr>
            <p:ph type="sldNum" sz="quarter" idx="4294967295"/>
          </p:nvPr>
        </p:nvSpPr>
        <p:spPr>
          <a:xfrm>
            <a:off x="0" y="6357938"/>
            <a:ext cx="438150" cy="320675"/>
          </a:xfrm>
        </p:spPr>
        <p:txBody>
          <a:bodyPr/>
          <a:lstStyle/>
          <a:p>
            <a:fld id="{0BE4EC83-A869-464E-AE9F-881796FB085E}" type="slidenum">
              <a:rPr lang="en-US" smtClean="0"/>
              <a:t>14</a:t>
            </a:fld>
            <a:endParaRPr lang="en-US"/>
          </a:p>
        </p:txBody>
      </p:sp>
    </p:spTree>
    <p:extLst>
      <p:ext uri="{BB962C8B-B14F-4D97-AF65-F5344CB8AC3E}">
        <p14:creationId xmlns:p14="http://schemas.microsoft.com/office/powerpoint/2010/main" val="3047744342"/>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5FAED-23E6-17FB-E19B-32AB65A50F1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6A4A8BF-D3A0-C0E1-8859-25141100B70E}"/>
              </a:ext>
            </a:extLst>
          </p:cNvPr>
          <p:cNvSpPr>
            <a:spLocks noGrp="1"/>
          </p:cNvSpPr>
          <p:nvPr>
            <p:ph type="title"/>
          </p:nvPr>
        </p:nvSpPr>
        <p:spPr/>
        <p:txBody>
          <a:bodyPr/>
          <a:lstStyle/>
          <a:p>
            <a:r>
              <a:rPr lang="ar-SA" dirty="0"/>
              <a:t>نبذة عن جامعة الملك خالد</a:t>
            </a:r>
          </a:p>
        </p:txBody>
      </p:sp>
      <p:sp>
        <p:nvSpPr>
          <p:cNvPr id="6" name="Snip Diagonal Corner Rectangle 4">
            <a:extLst>
              <a:ext uri="{FF2B5EF4-FFF2-40B4-BE49-F238E27FC236}">
                <a16:creationId xmlns:a16="http://schemas.microsoft.com/office/drawing/2014/main" id="{EFD39622-0C7C-D5EE-ED6B-217FDCB6EA97}"/>
              </a:ext>
            </a:extLst>
          </p:cNvPr>
          <p:cNvSpPr/>
          <p:nvPr/>
        </p:nvSpPr>
        <p:spPr>
          <a:xfrm>
            <a:off x="1024855" y="1384184"/>
            <a:ext cx="10142290" cy="4404220"/>
          </a:xfrm>
          <a:prstGeom prst="snip2DiagRect">
            <a:avLst>
              <a:gd name="adj1" fmla="val 8219"/>
              <a:gd name="adj2" fmla="val 7991"/>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7" name="Snip Diagonal Corner Rectangle 13">
            <a:extLst>
              <a:ext uri="{FF2B5EF4-FFF2-40B4-BE49-F238E27FC236}">
                <a16:creationId xmlns:a16="http://schemas.microsoft.com/office/drawing/2014/main" id="{17AFC5F3-737C-0D17-F4EB-05E16D746A0D}"/>
              </a:ext>
            </a:extLst>
          </p:cNvPr>
          <p:cNvSpPr/>
          <p:nvPr/>
        </p:nvSpPr>
        <p:spPr>
          <a:xfrm>
            <a:off x="1630725" y="1588055"/>
            <a:ext cx="9289271" cy="4042228"/>
          </a:xfrm>
          <a:custGeom>
            <a:avLst/>
            <a:gdLst>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8" fmla="*/ 204136 w 5387546"/>
              <a:gd name="connsiteY8" fmla="*/ 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8" fmla="*/ 5280513 w 5387546"/>
              <a:gd name="connsiteY8" fmla="*/ 9144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8" fmla="*/ 5189073 w 5387546"/>
              <a:gd name="connsiteY8" fmla="*/ 0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8" fmla="*/ 295576 w 5387546"/>
              <a:gd name="connsiteY8" fmla="*/ 91440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0" fmla="*/ 5663 w 5189073"/>
              <a:gd name="connsiteY0" fmla="*/ 0 h 2483708"/>
              <a:gd name="connsiteX1" fmla="*/ 4990600 w 5189073"/>
              <a:gd name="connsiteY1" fmla="*/ 0 h 2483708"/>
              <a:gd name="connsiteX2" fmla="*/ 5189073 w 5189073"/>
              <a:gd name="connsiteY2" fmla="*/ 198473 h 2483708"/>
              <a:gd name="connsiteX3" fmla="*/ 5189073 w 5189073"/>
              <a:gd name="connsiteY3" fmla="*/ 2279572 h 2483708"/>
              <a:gd name="connsiteX4" fmla="*/ 4984937 w 5189073"/>
              <a:gd name="connsiteY4" fmla="*/ 2483708 h 2483708"/>
              <a:gd name="connsiteX5" fmla="*/ 0 w 5189073"/>
              <a:gd name="connsiteY5" fmla="*/ 2483708 h 2483708"/>
              <a:gd name="connsiteX0" fmla="*/ 0 w 5183410"/>
              <a:gd name="connsiteY0" fmla="*/ 0 h 2483708"/>
              <a:gd name="connsiteX1" fmla="*/ 4984937 w 5183410"/>
              <a:gd name="connsiteY1" fmla="*/ 0 h 2483708"/>
              <a:gd name="connsiteX2" fmla="*/ 5183410 w 5183410"/>
              <a:gd name="connsiteY2" fmla="*/ 198473 h 2483708"/>
              <a:gd name="connsiteX3" fmla="*/ 5183410 w 5183410"/>
              <a:gd name="connsiteY3" fmla="*/ 2279572 h 2483708"/>
              <a:gd name="connsiteX4" fmla="*/ 4979274 w 5183410"/>
              <a:gd name="connsiteY4" fmla="*/ 2483708 h 2483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83410" h="2483708">
                <a:moveTo>
                  <a:pt x="0" y="0"/>
                </a:moveTo>
                <a:lnTo>
                  <a:pt x="4984937" y="0"/>
                </a:lnTo>
                <a:lnTo>
                  <a:pt x="5183410" y="198473"/>
                </a:lnTo>
                <a:lnTo>
                  <a:pt x="5183410" y="2279572"/>
                </a:lnTo>
                <a:lnTo>
                  <a:pt x="4979274" y="2483708"/>
                </a:lnTo>
              </a:path>
            </a:pathLst>
          </a:custGeom>
          <a:noFill/>
          <a:ln>
            <a:solidFill>
              <a:schemeClr val="accent2"/>
            </a:solidFil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grpSp>
        <p:nvGrpSpPr>
          <p:cNvPr id="8" name="Group 4">
            <a:extLst>
              <a:ext uri="{FF2B5EF4-FFF2-40B4-BE49-F238E27FC236}">
                <a16:creationId xmlns:a16="http://schemas.microsoft.com/office/drawing/2014/main" id="{0EE807E1-CEFD-A281-D345-61E7C5F0EF94}"/>
              </a:ext>
            </a:extLst>
          </p:cNvPr>
          <p:cNvGrpSpPr>
            <a:grpSpLocks noChangeAspect="1"/>
          </p:cNvGrpSpPr>
          <p:nvPr/>
        </p:nvGrpSpPr>
        <p:grpSpPr bwMode="auto">
          <a:xfrm flipH="1" flipV="1">
            <a:off x="1364041" y="5834154"/>
            <a:ext cx="871131" cy="685514"/>
            <a:chOff x="-305" y="203"/>
            <a:chExt cx="533" cy="470"/>
          </a:xfrm>
          <a:gradFill>
            <a:gsLst>
              <a:gs pos="34000">
                <a:schemeClr val="accent2"/>
              </a:gs>
              <a:gs pos="80000">
                <a:schemeClr val="accent1"/>
              </a:gs>
            </a:gsLst>
            <a:lin ang="8400000" scaled="0"/>
          </a:gradFill>
        </p:grpSpPr>
        <p:sp>
          <p:nvSpPr>
            <p:cNvPr id="9" name="Freeform 6">
              <a:extLst>
                <a:ext uri="{FF2B5EF4-FFF2-40B4-BE49-F238E27FC236}">
                  <a16:creationId xmlns:a16="http://schemas.microsoft.com/office/drawing/2014/main" id="{078AD823-958B-351D-C04E-FC708242C2B3}"/>
                </a:ext>
              </a:extLst>
            </p:cNvPr>
            <p:cNvSpPr>
              <a:spLocks/>
            </p:cNvSpPr>
            <p:nvPr/>
          </p:nvSpPr>
          <p:spPr bwMode="auto">
            <a:xfrm>
              <a:off x="-1" y="203"/>
              <a:ext cx="229" cy="470"/>
            </a:xfrm>
            <a:custGeom>
              <a:avLst/>
              <a:gdLst>
                <a:gd name="T0" fmla="*/ 1412 w 1603"/>
                <a:gd name="T1" fmla="*/ 0 h 3290"/>
                <a:gd name="T2" fmla="*/ 1479 w 1603"/>
                <a:gd name="T3" fmla="*/ 13 h 3290"/>
                <a:gd name="T4" fmla="*/ 1536 w 1603"/>
                <a:gd name="T5" fmla="*/ 45 h 3290"/>
                <a:gd name="T6" fmla="*/ 1577 w 1603"/>
                <a:gd name="T7" fmla="*/ 95 h 3290"/>
                <a:gd name="T8" fmla="*/ 1600 w 1603"/>
                <a:gd name="T9" fmla="*/ 157 h 3290"/>
                <a:gd name="T10" fmla="*/ 1603 w 1603"/>
                <a:gd name="T11" fmla="*/ 1105 h 3290"/>
                <a:gd name="T12" fmla="*/ 1599 w 1603"/>
                <a:gd name="T13" fmla="*/ 1362 h 3290"/>
                <a:gd name="T14" fmla="*/ 1584 w 1603"/>
                <a:gd name="T15" fmla="*/ 1597 h 3290"/>
                <a:gd name="T16" fmla="*/ 1560 w 1603"/>
                <a:gd name="T17" fmla="*/ 1809 h 3290"/>
                <a:gd name="T18" fmla="*/ 1528 w 1603"/>
                <a:gd name="T19" fmla="*/ 1998 h 3290"/>
                <a:gd name="T20" fmla="*/ 1485 w 1603"/>
                <a:gd name="T21" fmla="*/ 2164 h 3290"/>
                <a:gd name="T22" fmla="*/ 1413 w 1603"/>
                <a:gd name="T23" fmla="*/ 2353 h 3290"/>
                <a:gd name="T24" fmla="*/ 1317 w 1603"/>
                <a:gd name="T25" fmla="*/ 2531 h 3290"/>
                <a:gd name="T26" fmla="*/ 1195 w 1603"/>
                <a:gd name="T27" fmla="*/ 2700 h 3290"/>
                <a:gd name="T28" fmla="*/ 1047 w 1603"/>
                <a:gd name="T29" fmla="*/ 2859 h 3290"/>
                <a:gd name="T30" fmla="*/ 888 w 1603"/>
                <a:gd name="T31" fmla="*/ 2996 h 3290"/>
                <a:gd name="T32" fmla="*/ 710 w 1603"/>
                <a:gd name="T33" fmla="*/ 3118 h 3290"/>
                <a:gd name="T34" fmla="*/ 512 w 1603"/>
                <a:gd name="T35" fmla="*/ 3227 h 3290"/>
                <a:gd name="T36" fmla="*/ 373 w 1603"/>
                <a:gd name="T37" fmla="*/ 3286 h 3290"/>
                <a:gd name="T38" fmla="*/ 309 w 1603"/>
                <a:gd name="T39" fmla="*/ 3290 h 3290"/>
                <a:gd name="T40" fmla="*/ 246 w 1603"/>
                <a:gd name="T41" fmla="*/ 3272 h 3290"/>
                <a:gd name="T42" fmla="*/ 194 w 1603"/>
                <a:gd name="T43" fmla="*/ 3236 h 3290"/>
                <a:gd name="T44" fmla="*/ 156 w 1603"/>
                <a:gd name="T45" fmla="*/ 3182 h 3290"/>
                <a:gd name="T46" fmla="*/ 7 w 1603"/>
                <a:gd name="T47" fmla="*/ 2862 h 3290"/>
                <a:gd name="T48" fmla="*/ 0 w 1603"/>
                <a:gd name="T49" fmla="*/ 2801 h 3290"/>
                <a:gd name="T50" fmla="*/ 12 w 1603"/>
                <a:gd name="T51" fmla="*/ 2743 h 3290"/>
                <a:gd name="T52" fmla="*/ 40 w 1603"/>
                <a:gd name="T53" fmla="*/ 2691 h 3290"/>
                <a:gd name="T54" fmla="*/ 86 w 1603"/>
                <a:gd name="T55" fmla="*/ 2650 h 3290"/>
                <a:gd name="T56" fmla="*/ 191 w 1603"/>
                <a:gd name="T57" fmla="*/ 2598 h 3290"/>
                <a:gd name="T58" fmla="*/ 331 w 1603"/>
                <a:gd name="T59" fmla="*/ 2518 h 3290"/>
                <a:gd name="T60" fmla="*/ 451 w 1603"/>
                <a:gd name="T61" fmla="*/ 2428 h 3290"/>
                <a:gd name="T62" fmla="*/ 551 w 1603"/>
                <a:gd name="T63" fmla="*/ 2329 h 3290"/>
                <a:gd name="T64" fmla="*/ 632 w 1603"/>
                <a:gd name="T65" fmla="*/ 2219 h 3290"/>
                <a:gd name="T66" fmla="*/ 696 w 1603"/>
                <a:gd name="T67" fmla="*/ 2095 h 3290"/>
                <a:gd name="T68" fmla="*/ 746 w 1603"/>
                <a:gd name="T69" fmla="*/ 1956 h 3290"/>
                <a:gd name="T70" fmla="*/ 781 w 1603"/>
                <a:gd name="T71" fmla="*/ 1803 h 3290"/>
                <a:gd name="T72" fmla="*/ 800 w 1603"/>
                <a:gd name="T73" fmla="*/ 1634 h 3290"/>
                <a:gd name="T74" fmla="*/ 248 w 1603"/>
                <a:gd name="T75" fmla="*/ 1545 h 3290"/>
                <a:gd name="T76" fmla="*/ 181 w 1603"/>
                <a:gd name="T77" fmla="*/ 1533 h 3290"/>
                <a:gd name="T78" fmla="*/ 124 w 1603"/>
                <a:gd name="T79" fmla="*/ 1500 h 3290"/>
                <a:gd name="T80" fmla="*/ 82 w 1603"/>
                <a:gd name="T81" fmla="*/ 1450 h 3290"/>
                <a:gd name="T82" fmla="*/ 60 w 1603"/>
                <a:gd name="T83" fmla="*/ 1388 h 3290"/>
                <a:gd name="T84" fmla="*/ 56 w 1603"/>
                <a:gd name="T85" fmla="*/ 191 h 3290"/>
                <a:gd name="T86" fmla="*/ 69 w 1603"/>
                <a:gd name="T87" fmla="*/ 125 h 3290"/>
                <a:gd name="T88" fmla="*/ 101 w 1603"/>
                <a:gd name="T89" fmla="*/ 68 h 3290"/>
                <a:gd name="T90" fmla="*/ 151 w 1603"/>
                <a:gd name="T91" fmla="*/ 26 h 3290"/>
                <a:gd name="T92" fmla="*/ 214 w 1603"/>
                <a:gd name="T93" fmla="*/ 4 h 3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03" h="3290">
                  <a:moveTo>
                    <a:pt x="248" y="0"/>
                  </a:moveTo>
                  <a:lnTo>
                    <a:pt x="1412" y="0"/>
                  </a:lnTo>
                  <a:lnTo>
                    <a:pt x="1446" y="4"/>
                  </a:lnTo>
                  <a:lnTo>
                    <a:pt x="1479" y="13"/>
                  </a:lnTo>
                  <a:lnTo>
                    <a:pt x="1508" y="26"/>
                  </a:lnTo>
                  <a:lnTo>
                    <a:pt x="1536" y="45"/>
                  </a:lnTo>
                  <a:lnTo>
                    <a:pt x="1558" y="68"/>
                  </a:lnTo>
                  <a:lnTo>
                    <a:pt x="1577" y="95"/>
                  </a:lnTo>
                  <a:lnTo>
                    <a:pt x="1591" y="125"/>
                  </a:lnTo>
                  <a:lnTo>
                    <a:pt x="1600" y="157"/>
                  </a:lnTo>
                  <a:lnTo>
                    <a:pt x="1603" y="191"/>
                  </a:lnTo>
                  <a:lnTo>
                    <a:pt x="1603" y="1105"/>
                  </a:lnTo>
                  <a:lnTo>
                    <a:pt x="1602" y="1236"/>
                  </a:lnTo>
                  <a:lnTo>
                    <a:pt x="1599" y="1362"/>
                  </a:lnTo>
                  <a:lnTo>
                    <a:pt x="1592" y="1483"/>
                  </a:lnTo>
                  <a:lnTo>
                    <a:pt x="1584" y="1597"/>
                  </a:lnTo>
                  <a:lnTo>
                    <a:pt x="1574" y="1706"/>
                  </a:lnTo>
                  <a:lnTo>
                    <a:pt x="1560" y="1809"/>
                  </a:lnTo>
                  <a:lnTo>
                    <a:pt x="1546" y="1906"/>
                  </a:lnTo>
                  <a:lnTo>
                    <a:pt x="1528" y="1998"/>
                  </a:lnTo>
                  <a:lnTo>
                    <a:pt x="1507" y="2084"/>
                  </a:lnTo>
                  <a:lnTo>
                    <a:pt x="1485" y="2164"/>
                  </a:lnTo>
                  <a:lnTo>
                    <a:pt x="1453" y="2259"/>
                  </a:lnTo>
                  <a:lnTo>
                    <a:pt x="1413" y="2353"/>
                  </a:lnTo>
                  <a:lnTo>
                    <a:pt x="1368" y="2443"/>
                  </a:lnTo>
                  <a:lnTo>
                    <a:pt x="1317" y="2531"/>
                  </a:lnTo>
                  <a:lnTo>
                    <a:pt x="1259" y="2617"/>
                  </a:lnTo>
                  <a:lnTo>
                    <a:pt x="1195" y="2700"/>
                  </a:lnTo>
                  <a:lnTo>
                    <a:pt x="1124" y="2781"/>
                  </a:lnTo>
                  <a:lnTo>
                    <a:pt x="1047" y="2859"/>
                  </a:lnTo>
                  <a:lnTo>
                    <a:pt x="970" y="2930"/>
                  </a:lnTo>
                  <a:lnTo>
                    <a:pt x="888" y="2996"/>
                  </a:lnTo>
                  <a:lnTo>
                    <a:pt x="801" y="3058"/>
                  </a:lnTo>
                  <a:lnTo>
                    <a:pt x="710" y="3118"/>
                  </a:lnTo>
                  <a:lnTo>
                    <a:pt x="612" y="3174"/>
                  </a:lnTo>
                  <a:lnTo>
                    <a:pt x="512" y="3227"/>
                  </a:lnTo>
                  <a:lnTo>
                    <a:pt x="405" y="3276"/>
                  </a:lnTo>
                  <a:lnTo>
                    <a:pt x="373" y="3286"/>
                  </a:lnTo>
                  <a:lnTo>
                    <a:pt x="340" y="3290"/>
                  </a:lnTo>
                  <a:lnTo>
                    <a:pt x="309" y="3290"/>
                  </a:lnTo>
                  <a:lnTo>
                    <a:pt x="277" y="3284"/>
                  </a:lnTo>
                  <a:lnTo>
                    <a:pt x="246" y="3272"/>
                  </a:lnTo>
                  <a:lnTo>
                    <a:pt x="219" y="3256"/>
                  </a:lnTo>
                  <a:lnTo>
                    <a:pt x="194" y="3236"/>
                  </a:lnTo>
                  <a:lnTo>
                    <a:pt x="173" y="3211"/>
                  </a:lnTo>
                  <a:lnTo>
                    <a:pt x="156" y="3182"/>
                  </a:lnTo>
                  <a:lnTo>
                    <a:pt x="18" y="2891"/>
                  </a:lnTo>
                  <a:lnTo>
                    <a:pt x="7" y="2862"/>
                  </a:lnTo>
                  <a:lnTo>
                    <a:pt x="1" y="2831"/>
                  </a:lnTo>
                  <a:lnTo>
                    <a:pt x="0" y="2801"/>
                  </a:lnTo>
                  <a:lnTo>
                    <a:pt x="3" y="2771"/>
                  </a:lnTo>
                  <a:lnTo>
                    <a:pt x="12" y="2743"/>
                  </a:lnTo>
                  <a:lnTo>
                    <a:pt x="24" y="2716"/>
                  </a:lnTo>
                  <a:lnTo>
                    <a:pt x="40" y="2691"/>
                  </a:lnTo>
                  <a:lnTo>
                    <a:pt x="61" y="2668"/>
                  </a:lnTo>
                  <a:lnTo>
                    <a:pt x="86" y="2650"/>
                  </a:lnTo>
                  <a:lnTo>
                    <a:pt x="113" y="2634"/>
                  </a:lnTo>
                  <a:lnTo>
                    <a:pt x="191" y="2598"/>
                  </a:lnTo>
                  <a:lnTo>
                    <a:pt x="263" y="2560"/>
                  </a:lnTo>
                  <a:lnTo>
                    <a:pt x="331" y="2518"/>
                  </a:lnTo>
                  <a:lnTo>
                    <a:pt x="394" y="2474"/>
                  </a:lnTo>
                  <a:lnTo>
                    <a:pt x="451" y="2428"/>
                  </a:lnTo>
                  <a:lnTo>
                    <a:pt x="504" y="2380"/>
                  </a:lnTo>
                  <a:lnTo>
                    <a:pt x="551" y="2329"/>
                  </a:lnTo>
                  <a:lnTo>
                    <a:pt x="593" y="2276"/>
                  </a:lnTo>
                  <a:lnTo>
                    <a:pt x="632" y="2219"/>
                  </a:lnTo>
                  <a:lnTo>
                    <a:pt x="666" y="2159"/>
                  </a:lnTo>
                  <a:lnTo>
                    <a:pt x="696" y="2095"/>
                  </a:lnTo>
                  <a:lnTo>
                    <a:pt x="723" y="2027"/>
                  </a:lnTo>
                  <a:lnTo>
                    <a:pt x="746" y="1956"/>
                  </a:lnTo>
                  <a:lnTo>
                    <a:pt x="765" y="1881"/>
                  </a:lnTo>
                  <a:lnTo>
                    <a:pt x="781" y="1803"/>
                  </a:lnTo>
                  <a:lnTo>
                    <a:pt x="794" y="1720"/>
                  </a:lnTo>
                  <a:lnTo>
                    <a:pt x="800" y="1634"/>
                  </a:lnTo>
                  <a:lnTo>
                    <a:pt x="805" y="1545"/>
                  </a:lnTo>
                  <a:lnTo>
                    <a:pt x="248" y="1545"/>
                  </a:lnTo>
                  <a:lnTo>
                    <a:pt x="214" y="1542"/>
                  </a:lnTo>
                  <a:lnTo>
                    <a:pt x="181" y="1533"/>
                  </a:lnTo>
                  <a:lnTo>
                    <a:pt x="151" y="1519"/>
                  </a:lnTo>
                  <a:lnTo>
                    <a:pt x="124" y="1500"/>
                  </a:lnTo>
                  <a:lnTo>
                    <a:pt x="101" y="1477"/>
                  </a:lnTo>
                  <a:lnTo>
                    <a:pt x="82" y="1450"/>
                  </a:lnTo>
                  <a:lnTo>
                    <a:pt x="69" y="1421"/>
                  </a:lnTo>
                  <a:lnTo>
                    <a:pt x="60" y="1388"/>
                  </a:lnTo>
                  <a:lnTo>
                    <a:pt x="56" y="1354"/>
                  </a:lnTo>
                  <a:lnTo>
                    <a:pt x="56" y="191"/>
                  </a:lnTo>
                  <a:lnTo>
                    <a:pt x="60" y="157"/>
                  </a:lnTo>
                  <a:lnTo>
                    <a:pt x="69" y="125"/>
                  </a:lnTo>
                  <a:lnTo>
                    <a:pt x="82" y="95"/>
                  </a:lnTo>
                  <a:lnTo>
                    <a:pt x="101" y="68"/>
                  </a:lnTo>
                  <a:lnTo>
                    <a:pt x="124" y="45"/>
                  </a:lnTo>
                  <a:lnTo>
                    <a:pt x="151" y="26"/>
                  </a:lnTo>
                  <a:lnTo>
                    <a:pt x="181" y="13"/>
                  </a:lnTo>
                  <a:lnTo>
                    <a:pt x="214" y="4"/>
                  </a:lnTo>
                  <a:lnTo>
                    <a:pt x="24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akkal Majalla" panose="02000000000000000000" pitchFamily="2" charset="-78"/>
                <a:cs typeface="Sakkal Majalla" panose="02000000000000000000" pitchFamily="2" charset="-78"/>
              </a:endParaRPr>
            </a:p>
          </p:txBody>
        </p:sp>
        <p:sp>
          <p:nvSpPr>
            <p:cNvPr id="10" name="Freeform 7">
              <a:extLst>
                <a:ext uri="{FF2B5EF4-FFF2-40B4-BE49-F238E27FC236}">
                  <a16:creationId xmlns:a16="http://schemas.microsoft.com/office/drawing/2014/main" id="{F83E0860-F9F0-7AFF-5751-BF193DBA7E47}"/>
                </a:ext>
              </a:extLst>
            </p:cNvPr>
            <p:cNvSpPr>
              <a:spLocks/>
            </p:cNvSpPr>
            <p:nvPr/>
          </p:nvSpPr>
          <p:spPr bwMode="auto">
            <a:xfrm>
              <a:off x="-305" y="203"/>
              <a:ext cx="229" cy="470"/>
            </a:xfrm>
            <a:custGeom>
              <a:avLst/>
              <a:gdLst>
                <a:gd name="T0" fmla="*/ 1413 w 1604"/>
                <a:gd name="T1" fmla="*/ 0 h 3290"/>
                <a:gd name="T2" fmla="*/ 1479 w 1604"/>
                <a:gd name="T3" fmla="*/ 13 h 3290"/>
                <a:gd name="T4" fmla="*/ 1536 w 1604"/>
                <a:gd name="T5" fmla="*/ 45 h 3290"/>
                <a:gd name="T6" fmla="*/ 1578 w 1604"/>
                <a:gd name="T7" fmla="*/ 95 h 3290"/>
                <a:gd name="T8" fmla="*/ 1601 w 1604"/>
                <a:gd name="T9" fmla="*/ 157 h 3290"/>
                <a:gd name="T10" fmla="*/ 1604 w 1604"/>
                <a:gd name="T11" fmla="*/ 1105 h 3290"/>
                <a:gd name="T12" fmla="*/ 1599 w 1604"/>
                <a:gd name="T13" fmla="*/ 1364 h 3290"/>
                <a:gd name="T14" fmla="*/ 1585 w 1604"/>
                <a:gd name="T15" fmla="*/ 1599 h 3290"/>
                <a:gd name="T16" fmla="*/ 1561 w 1604"/>
                <a:gd name="T17" fmla="*/ 1812 h 3290"/>
                <a:gd name="T18" fmla="*/ 1528 w 1604"/>
                <a:gd name="T19" fmla="*/ 2001 h 3290"/>
                <a:gd name="T20" fmla="*/ 1485 w 1604"/>
                <a:gd name="T21" fmla="*/ 2166 h 3290"/>
                <a:gd name="T22" fmla="*/ 1414 w 1604"/>
                <a:gd name="T23" fmla="*/ 2354 h 3290"/>
                <a:gd name="T24" fmla="*/ 1316 w 1604"/>
                <a:gd name="T25" fmla="*/ 2531 h 3290"/>
                <a:gd name="T26" fmla="*/ 1194 w 1604"/>
                <a:gd name="T27" fmla="*/ 2700 h 3290"/>
                <a:gd name="T28" fmla="*/ 1046 w 1604"/>
                <a:gd name="T29" fmla="*/ 2859 h 3290"/>
                <a:gd name="T30" fmla="*/ 886 w 1604"/>
                <a:gd name="T31" fmla="*/ 2996 h 3290"/>
                <a:gd name="T32" fmla="*/ 707 w 1604"/>
                <a:gd name="T33" fmla="*/ 3118 h 3290"/>
                <a:gd name="T34" fmla="*/ 511 w 1604"/>
                <a:gd name="T35" fmla="*/ 3226 h 3290"/>
                <a:gd name="T36" fmla="*/ 374 w 1604"/>
                <a:gd name="T37" fmla="*/ 3285 h 3290"/>
                <a:gd name="T38" fmla="*/ 309 w 1604"/>
                <a:gd name="T39" fmla="*/ 3289 h 3290"/>
                <a:gd name="T40" fmla="*/ 247 w 1604"/>
                <a:gd name="T41" fmla="*/ 3272 h 3290"/>
                <a:gd name="T42" fmla="*/ 195 w 1604"/>
                <a:gd name="T43" fmla="*/ 3235 h 3290"/>
                <a:gd name="T44" fmla="*/ 156 w 1604"/>
                <a:gd name="T45" fmla="*/ 3181 h 3290"/>
                <a:gd name="T46" fmla="*/ 7 w 1604"/>
                <a:gd name="T47" fmla="*/ 2862 h 3290"/>
                <a:gd name="T48" fmla="*/ 0 w 1604"/>
                <a:gd name="T49" fmla="*/ 2801 h 3290"/>
                <a:gd name="T50" fmla="*/ 11 w 1604"/>
                <a:gd name="T51" fmla="*/ 2743 h 3290"/>
                <a:gd name="T52" fmla="*/ 41 w 1604"/>
                <a:gd name="T53" fmla="*/ 2691 h 3290"/>
                <a:gd name="T54" fmla="*/ 86 w 1604"/>
                <a:gd name="T55" fmla="*/ 2650 h 3290"/>
                <a:gd name="T56" fmla="*/ 191 w 1604"/>
                <a:gd name="T57" fmla="*/ 2598 h 3290"/>
                <a:gd name="T58" fmla="*/ 332 w 1604"/>
                <a:gd name="T59" fmla="*/ 2518 h 3290"/>
                <a:gd name="T60" fmla="*/ 452 w 1604"/>
                <a:gd name="T61" fmla="*/ 2428 h 3290"/>
                <a:gd name="T62" fmla="*/ 551 w 1604"/>
                <a:gd name="T63" fmla="*/ 2329 h 3290"/>
                <a:gd name="T64" fmla="*/ 632 w 1604"/>
                <a:gd name="T65" fmla="*/ 2219 h 3290"/>
                <a:gd name="T66" fmla="*/ 697 w 1604"/>
                <a:gd name="T67" fmla="*/ 2095 h 3290"/>
                <a:gd name="T68" fmla="*/ 746 w 1604"/>
                <a:gd name="T69" fmla="*/ 1956 h 3290"/>
                <a:gd name="T70" fmla="*/ 782 w 1604"/>
                <a:gd name="T71" fmla="*/ 1803 h 3290"/>
                <a:gd name="T72" fmla="*/ 801 w 1604"/>
                <a:gd name="T73" fmla="*/ 1634 h 3290"/>
                <a:gd name="T74" fmla="*/ 248 w 1604"/>
                <a:gd name="T75" fmla="*/ 1545 h 3290"/>
                <a:gd name="T76" fmla="*/ 181 w 1604"/>
                <a:gd name="T77" fmla="*/ 1533 h 3290"/>
                <a:gd name="T78" fmla="*/ 125 w 1604"/>
                <a:gd name="T79" fmla="*/ 1500 h 3290"/>
                <a:gd name="T80" fmla="*/ 83 w 1604"/>
                <a:gd name="T81" fmla="*/ 1450 h 3290"/>
                <a:gd name="T82" fmla="*/ 60 w 1604"/>
                <a:gd name="T83" fmla="*/ 1388 h 3290"/>
                <a:gd name="T84" fmla="*/ 57 w 1604"/>
                <a:gd name="T85" fmla="*/ 191 h 3290"/>
                <a:gd name="T86" fmla="*/ 69 w 1604"/>
                <a:gd name="T87" fmla="*/ 125 h 3290"/>
                <a:gd name="T88" fmla="*/ 102 w 1604"/>
                <a:gd name="T89" fmla="*/ 68 h 3290"/>
                <a:gd name="T90" fmla="*/ 152 w 1604"/>
                <a:gd name="T91" fmla="*/ 26 h 3290"/>
                <a:gd name="T92" fmla="*/ 214 w 1604"/>
                <a:gd name="T93" fmla="*/ 4 h 3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04" h="3290">
                  <a:moveTo>
                    <a:pt x="248" y="0"/>
                  </a:moveTo>
                  <a:lnTo>
                    <a:pt x="1413" y="0"/>
                  </a:lnTo>
                  <a:lnTo>
                    <a:pt x="1446" y="4"/>
                  </a:lnTo>
                  <a:lnTo>
                    <a:pt x="1479" y="13"/>
                  </a:lnTo>
                  <a:lnTo>
                    <a:pt x="1509" y="26"/>
                  </a:lnTo>
                  <a:lnTo>
                    <a:pt x="1536" y="45"/>
                  </a:lnTo>
                  <a:lnTo>
                    <a:pt x="1559" y="68"/>
                  </a:lnTo>
                  <a:lnTo>
                    <a:pt x="1578" y="95"/>
                  </a:lnTo>
                  <a:lnTo>
                    <a:pt x="1591" y="125"/>
                  </a:lnTo>
                  <a:lnTo>
                    <a:pt x="1601" y="157"/>
                  </a:lnTo>
                  <a:lnTo>
                    <a:pt x="1604" y="191"/>
                  </a:lnTo>
                  <a:lnTo>
                    <a:pt x="1604" y="1105"/>
                  </a:lnTo>
                  <a:lnTo>
                    <a:pt x="1603" y="1237"/>
                  </a:lnTo>
                  <a:lnTo>
                    <a:pt x="1599" y="1364"/>
                  </a:lnTo>
                  <a:lnTo>
                    <a:pt x="1593" y="1485"/>
                  </a:lnTo>
                  <a:lnTo>
                    <a:pt x="1585" y="1599"/>
                  </a:lnTo>
                  <a:lnTo>
                    <a:pt x="1574" y="1709"/>
                  </a:lnTo>
                  <a:lnTo>
                    <a:pt x="1561" y="1812"/>
                  </a:lnTo>
                  <a:lnTo>
                    <a:pt x="1546" y="1909"/>
                  </a:lnTo>
                  <a:lnTo>
                    <a:pt x="1528" y="2001"/>
                  </a:lnTo>
                  <a:lnTo>
                    <a:pt x="1508" y="2087"/>
                  </a:lnTo>
                  <a:lnTo>
                    <a:pt x="1485" y="2166"/>
                  </a:lnTo>
                  <a:lnTo>
                    <a:pt x="1452" y="2261"/>
                  </a:lnTo>
                  <a:lnTo>
                    <a:pt x="1414" y="2354"/>
                  </a:lnTo>
                  <a:lnTo>
                    <a:pt x="1368" y="2444"/>
                  </a:lnTo>
                  <a:lnTo>
                    <a:pt x="1316" y="2531"/>
                  </a:lnTo>
                  <a:lnTo>
                    <a:pt x="1258" y="2617"/>
                  </a:lnTo>
                  <a:lnTo>
                    <a:pt x="1194" y="2700"/>
                  </a:lnTo>
                  <a:lnTo>
                    <a:pt x="1123" y="2781"/>
                  </a:lnTo>
                  <a:lnTo>
                    <a:pt x="1046" y="2859"/>
                  </a:lnTo>
                  <a:lnTo>
                    <a:pt x="967" y="2930"/>
                  </a:lnTo>
                  <a:lnTo>
                    <a:pt x="886" y="2996"/>
                  </a:lnTo>
                  <a:lnTo>
                    <a:pt x="799" y="3058"/>
                  </a:lnTo>
                  <a:lnTo>
                    <a:pt x="707" y="3118"/>
                  </a:lnTo>
                  <a:lnTo>
                    <a:pt x="612" y="3174"/>
                  </a:lnTo>
                  <a:lnTo>
                    <a:pt x="511" y="3226"/>
                  </a:lnTo>
                  <a:lnTo>
                    <a:pt x="406" y="3275"/>
                  </a:lnTo>
                  <a:lnTo>
                    <a:pt x="374" y="3285"/>
                  </a:lnTo>
                  <a:lnTo>
                    <a:pt x="341" y="3290"/>
                  </a:lnTo>
                  <a:lnTo>
                    <a:pt x="309" y="3289"/>
                  </a:lnTo>
                  <a:lnTo>
                    <a:pt x="278" y="3284"/>
                  </a:lnTo>
                  <a:lnTo>
                    <a:pt x="247" y="3272"/>
                  </a:lnTo>
                  <a:lnTo>
                    <a:pt x="220" y="3256"/>
                  </a:lnTo>
                  <a:lnTo>
                    <a:pt x="195" y="3235"/>
                  </a:lnTo>
                  <a:lnTo>
                    <a:pt x="173" y="3210"/>
                  </a:lnTo>
                  <a:lnTo>
                    <a:pt x="156" y="3181"/>
                  </a:lnTo>
                  <a:lnTo>
                    <a:pt x="18" y="2891"/>
                  </a:lnTo>
                  <a:lnTo>
                    <a:pt x="7" y="2862"/>
                  </a:lnTo>
                  <a:lnTo>
                    <a:pt x="1" y="2831"/>
                  </a:lnTo>
                  <a:lnTo>
                    <a:pt x="0" y="2801"/>
                  </a:lnTo>
                  <a:lnTo>
                    <a:pt x="3" y="2771"/>
                  </a:lnTo>
                  <a:lnTo>
                    <a:pt x="11" y="2743"/>
                  </a:lnTo>
                  <a:lnTo>
                    <a:pt x="24" y="2716"/>
                  </a:lnTo>
                  <a:lnTo>
                    <a:pt x="41" y="2691"/>
                  </a:lnTo>
                  <a:lnTo>
                    <a:pt x="61" y="2668"/>
                  </a:lnTo>
                  <a:lnTo>
                    <a:pt x="86" y="2650"/>
                  </a:lnTo>
                  <a:lnTo>
                    <a:pt x="113" y="2634"/>
                  </a:lnTo>
                  <a:lnTo>
                    <a:pt x="191" y="2598"/>
                  </a:lnTo>
                  <a:lnTo>
                    <a:pt x="264" y="2560"/>
                  </a:lnTo>
                  <a:lnTo>
                    <a:pt x="332" y="2518"/>
                  </a:lnTo>
                  <a:lnTo>
                    <a:pt x="394" y="2474"/>
                  </a:lnTo>
                  <a:lnTo>
                    <a:pt x="452" y="2428"/>
                  </a:lnTo>
                  <a:lnTo>
                    <a:pt x="504" y="2380"/>
                  </a:lnTo>
                  <a:lnTo>
                    <a:pt x="551" y="2329"/>
                  </a:lnTo>
                  <a:lnTo>
                    <a:pt x="594" y="2276"/>
                  </a:lnTo>
                  <a:lnTo>
                    <a:pt x="632" y="2219"/>
                  </a:lnTo>
                  <a:lnTo>
                    <a:pt x="666" y="2159"/>
                  </a:lnTo>
                  <a:lnTo>
                    <a:pt x="697" y="2095"/>
                  </a:lnTo>
                  <a:lnTo>
                    <a:pt x="724" y="2027"/>
                  </a:lnTo>
                  <a:lnTo>
                    <a:pt x="746" y="1956"/>
                  </a:lnTo>
                  <a:lnTo>
                    <a:pt x="766" y="1881"/>
                  </a:lnTo>
                  <a:lnTo>
                    <a:pt x="782" y="1803"/>
                  </a:lnTo>
                  <a:lnTo>
                    <a:pt x="793" y="1720"/>
                  </a:lnTo>
                  <a:lnTo>
                    <a:pt x="801" y="1634"/>
                  </a:lnTo>
                  <a:lnTo>
                    <a:pt x="805" y="1545"/>
                  </a:lnTo>
                  <a:lnTo>
                    <a:pt x="248" y="1545"/>
                  </a:lnTo>
                  <a:lnTo>
                    <a:pt x="214" y="1542"/>
                  </a:lnTo>
                  <a:lnTo>
                    <a:pt x="181" y="1533"/>
                  </a:lnTo>
                  <a:lnTo>
                    <a:pt x="152" y="1519"/>
                  </a:lnTo>
                  <a:lnTo>
                    <a:pt x="125" y="1500"/>
                  </a:lnTo>
                  <a:lnTo>
                    <a:pt x="102" y="1477"/>
                  </a:lnTo>
                  <a:lnTo>
                    <a:pt x="83" y="1450"/>
                  </a:lnTo>
                  <a:lnTo>
                    <a:pt x="69" y="1421"/>
                  </a:lnTo>
                  <a:lnTo>
                    <a:pt x="60" y="1388"/>
                  </a:lnTo>
                  <a:lnTo>
                    <a:pt x="57" y="1354"/>
                  </a:lnTo>
                  <a:lnTo>
                    <a:pt x="57" y="191"/>
                  </a:lnTo>
                  <a:lnTo>
                    <a:pt x="60" y="157"/>
                  </a:lnTo>
                  <a:lnTo>
                    <a:pt x="69" y="125"/>
                  </a:lnTo>
                  <a:lnTo>
                    <a:pt x="83" y="95"/>
                  </a:lnTo>
                  <a:lnTo>
                    <a:pt x="102" y="68"/>
                  </a:lnTo>
                  <a:lnTo>
                    <a:pt x="125" y="45"/>
                  </a:lnTo>
                  <a:lnTo>
                    <a:pt x="152" y="26"/>
                  </a:lnTo>
                  <a:lnTo>
                    <a:pt x="181" y="13"/>
                  </a:lnTo>
                  <a:lnTo>
                    <a:pt x="214" y="4"/>
                  </a:lnTo>
                  <a:lnTo>
                    <a:pt x="24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akkal Majalla" panose="02000000000000000000" pitchFamily="2" charset="-78"/>
                <a:cs typeface="Sakkal Majalla" panose="02000000000000000000" pitchFamily="2" charset="-78"/>
              </a:endParaRPr>
            </a:p>
          </p:txBody>
        </p:sp>
      </p:grpSp>
      <p:sp>
        <p:nvSpPr>
          <p:cNvPr id="11" name="Snip Diagonal Corner Rectangle 29">
            <a:extLst>
              <a:ext uri="{FF2B5EF4-FFF2-40B4-BE49-F238E27FC236}">
                <a16:creationId xmlns:a16="http://schemas.microsoft.com/office/drawing/2014/main" id="{C7B51874-6A8E-61BB-F7FC-395F8A004BE3}"/>
              </a:ext>
            </a:extLst>
          </p:cNvPr>
          <p:cNvSpPr/>
          <p:nvPr/>
        </p:nvSpPr>
        <p:spPr>
          <a:xfrm>
            <a:off x="1281153" y="1588055"/>
            <a:ext cx="349572" cy="361983"/>
          </a:xfrm>
          <a:custGeom>
            <a:avLst/>
            <a:gdLst>
              <a:gd name="connsiteX0" fmla="*/ 256248 w 7434648"/>
              <a:gd name="connsiteY0" fmla="*/ 0 h 3117755"/>
              <a:gd name="connsiteX1" fmla="*/ 7185508 w 7434648"/>
              <a:gd name="connsiteY1" fmla="*/ 0 h 3117755"/>
              <a:gd name="connsiteX2" fmla="*/ 7434648 w 7434648"/>
              <a:gd name="connsiteY2" fmla="*/ 249140 h 3117755"/>
              <a:gd name="connsiteX3" fmla="*/ 7434648 w 7434648"/>
              <a:gd name="connsiteY3" fmla="*/ 2861507 h 3117755"/>
              <a:gd name="connsiteX4" fmla="*/ 7178400 w 7434648"/>
              <a:gd name="connsiteY4" fmla="*/ 3117755 h 3117755"/>
              <a:gd name="connsiteX5" fmla="*/ 249140 w 7434648"/>
              <a:gd name="connsiteY5" fmla="*/ 3117755 h 3117755"/>
              <a:gd name="connsiteX6" fmla="*/ 0 w 7434648"/>
              <a:gd name="connsiteY6" fmla="*/ 2868615 h 3117755"/>
              <a:gd name="connsiteX7" fmla="*/ 0 w 7434648"/>
              <a:gd name="connsiteY7" fmla="*/ 256248 h 3117755"/>
              <a:gd name="connsiteX8" fmla="*/ 256248 w 7434648"/>
              <a:gd name="connsiteY8" fmla="*/ 0 h 3117755"/>
              <a:gd name="connsiteX0" fmla="*/ 0 w 7434648"/>
              <a:gd name="connsiteY0" fmla="*/ 2868615 h 3117755"/>
              <a:gd name="connsiteX1" fmla="*/ 0 w 7434648"/>
              <a:gd name="connsiteY1" fmla="*/ 256248 h 3117755"/>
              <a:gd name="connsiteX2" fmla="*/ 256248 w 7434648"/>
              <a:gd name="connsiteY2" fmla="*/ 0 h 3117755"/>
              <a:gd name="connsiteX3" fmla="*/ 7185508 w 7434648"/>
              <a:gd name="connsiteY3" fmla="*/ 0 h 3117755"/>
              <a:gd name="connsiteX4" fmla="*/ 7434648 w 7434648"/>
              <a:gd name="connsiteY4" fmla="*/ 249140 h 3117755"/>
              <a:gd name="connsiteX5" fmla="*/ 7434648 w 7434648"/>
              <a:gd name="connsiteY5" fmla="*/ 2861507 h 3117755"/>
              <a:gd name="connsiteX6" fmla="*/ 7178400 w 7434648"/>
              <a:gd name="connsiteY6" fmla="*/ 3117755 h 3117755"/>
              <a:gd name="connsiteX7" fmla="*/ 249140 w 7434648"/>
              <a:gd name="connsiteY7" fmla="*/ 3117755 h 3117755"/>
              <a:gd name="connsiteX8" fmla="*/ 91440 w 7434648"/>
              <a:gd name="connsiteY8" fmla="*/ 2960055 h 3117755"/>
              <a:gd name="connsiteX0" fmla="*/ 0 w 7434648"/>
              <a:gd name="connsiteY0" fmla="*/ 2868615 h 3117755"/>
              <a:gd name="connsiteX1" fmla="*/ 0 w 7434648"/>
              <a:gd name="connsiteY1" fmla="*/ 256248 h 3117755"/>
              <a:gd name="connsiteX2" fmla="*/ 256248 w 7434648"/>
              <a:gd name="connsiteY2" fmla="*/ 0 h 3117755"/>
              <a:gd name="connsiteX3" fmla="*/ 7185508 w 7434648"/>
              <a:gd name="connsiteY3" fmla="*/ 0 h 3117755"/>
              <a:gd name="connsiteX4" fmla="*/ 7434648 w 7434648"/>
              <a:gd name="connsiteY4" fmla="*/ 249140 h 3117755"/>
              <a:gd name="connsiteX5" fmla="*/ 7434648 w 7434648"/>
              <a:gd name="connsiteY5" fmla="*/ 2861507 h 3117755"/>
              <a:gd name="connsiteX6" fmla="*/ 7178400 w 7434648"/>
              <a:gd name="connsiteY6" fmla="*/ 3117755 h 3117755"/>
              <a:gd name="connsiteX7" fmla="*/ 249140 w 7434648"/>
              <a:gd name="connsiteY7" fmla="*/ 3117755 h 3117755"/>
              <a:gd name="connsiteX0" fmla="*/ 0 w 7434648"/>
              <a:gd name="connsiteY0" fmla="*/ 256248 h 3117755"/>
              <a:gd name="connsiteX1" fmla="*/ 256248 w 7434648"/>
              <a:gd name="connsiteY1" fmla="*/ 0 h 3117755"/>
              <a:gd name="connsiteX2" fmla="*/ 7185508 w 7434648"/>
              <a:gd name="connsiteY2" fmla="*/ 0 h 3117755"/>
              <a:gd name="connsiteX3" fmla="*/ 7434648 w 7434648"/>
              <a:gd name="connsiteY3" fmla="*/ 249140 h 3117755"/>
              <a:gd name="connsiteX4" fmla="*/ 7434648 w 7434648"/>
              <a:gd name="connsiteY4" fmla="*/ 2861507 h 3117755"/>
              <a:gd name="connsiteX5" fmla="*/ 7178400 w 7434648"/>
              <a:gd name="connsiteY5" fmla="*/ 3117755 h 3117755"/>
              <a:gd name="connsiteX6" fmla="*/ 249140 w 7434648"/>
              <a:gd name="connsiteY6" fmla="*/ 3117755 h 3117755"/>
              <a:gd name="connsiteX0" fmla="*/ 0 w 7434648"/>
              <a:gd name="connsiteY0" fmla="*/ 256248 h 3117755"/>
              <a:gd name="connsiteX1" fmla="*/ 256248 w 7434648"/>
              <a:gd name="connsiteY1" fmla="*/ 0 h 3117755"/>
              <a:gd name="connsiteX2" fmla="*/ 7185508 w 7434648"/>
              <a:gd name="connsiteY2" fmla="*/ 0 h 3117755"/>
              <a:gd name="connsiteX3" fmla="*/ 7434648 w 7434648"/>
              <a:gd name="connsiteY3" fmla="*/ 249140 h 3117755"/>
              <a:gd name="connsiteX4" fmla="*/ 7434648 w 7434648"/>
              <a:gd name="connsiteY4" fmla="*/ 2861507 h 3117755"/>
              <a:gd name="connsiteX5" fmla="*/ 7178400 w 7434648"/>
              <a:gd name="connsiteY5" fmla="*/ 3117755 h 3117755"/>
              <a:gd name="connsiteX0" fmla="*/ 0 w 7434648"/>
              <a:gd name="connsiteY0" fmla="*/ 256248 h 3167183"/>
              <a:gd name="connsiteX1" fmla="*/ 256248 w 7434648"/>
              <a:gd name="connsiteY1" fmla="*/ 0 h 3167183"/>
              <a:gd name="connsiteX2" fmla="*/ 7185508 w 7434648"/>
              <a:gd name="connsiteY2" fmla="*/ 0 h 3167183"/>
              <a:gd name="connsiteX3" fmla="*/ 7434648 w 7434648"/>
              <a:gd name="connsiteY3" fmla="*/ 249140 h 3167183"/>
              <a:gd name="connsiteX4" fmla="*/ 7434648 w 7434648"/>
              <a:gd name="connsiteY4" fmla="*/ 2861507 h 3167183"/>
              <a:gd name="connsiteX5" fmla="*/ 7166043 w 7434648"/>
              <a:gd name="connsiteY5" fmla="*/ 3167183 h 3167183"/>
              <a:gd name="connsiteX0" fmla="*/ 0 w 7434648"/>
              <a:gd name="connsiteY0" fmla="*/ 256248 h 2861507"/>
              <a:gd name="connsiteX1" fmla="*/ 256248 w 7434648"/>
              <a:gd name="connsiteY1" fmla="*/ 0 h 2861507"/>
              <a:gd name="connsiteX2" fmla="*/ 7185508 w 7434648"/>
              <a:gd name="connsiteY2" fmla="*/ 0 h 2861507"/>
              <a:gd name="connsiteX3" fmla="*/ 7434648 w 7434648"/>
              <a:gd name="connsiteY3" fmla="*/ 249140 h 2861507"/>
              <a:gd name="connsiteX4" fmla="*/ 7434648 w 7434648"/>
              <a:gd name="connsiteY4" fmla="*/ 2861507 h 2861507"/>
              <a:gd name="connsiteX0" fmla="*/ 0 w 7434648"/>
              <a:gd name="connsiteY0" fmla="*/ 256248 h 256248"/>
              <a:gd name="connsiteX1" fmla="*/ 256248 w 7434648"/>
              <a:gd name="connsiteY1" fmla="*/ 0 h 256248"/>
              <a:gd name="connsiteX2" fmla="*/ 7185508 w 7434648"/>
              <a:gd name="connsiteY2" fmla="*/ 0 h 256248"/>
              <a:gd name="connsiteX3" fmla="*/ 7434648 w 7434648"/>
              <a:gd name="connsiteY3" fmla="*/ 249140 h 256248"/>
              <a:gd name="connsiteX0" fmla="*/ 0 w 7185508"/>
              <a:gd name="connsiteY0" fmla="*/ 256248 h 256248"/>
              <a:gd name="connsiteX1" fmla="*/ 256248 w 7185508"/>
              <a:gd name="connsiteY1" fmla="*/ 0 h 256248"/>
              <a:gd name="connsiteX2" fmla="*/ 7185508 w 7185508"/>
              <a:gd name="connsiteY2" fmla="*/ 0 h 256248"/>
              <a:gd name="connsiteX0" fmla="*/ 0 w 256248"/>
              <a:gd name="connsiteY0" fmla="*/ 256248 h 256248"/>
              <a:gd name="connsiteX1" fmla="*/ 256248 w 256248"/>
              <a:gd name="connsiteY1" fmla="*/ 0 h 256248"/>
            </a:gdLst>
            <a:ahLst/>
            <a:cxnLst>
              <a:cxn ang="0">
                <a:pos x="connsiteX0" y="connsiteY0"/>
              </a:cxn>
              <a:cxn ang="0">
                <a:pos x="connsiteX1" y="connsiteY1"/>
              </a:cxn>
            </a:cxnLst>
            <a:rect l="l" t="t" r="r" b="b"/>
            <a:pathLst>
              <a:path w="256248" h="256248">
                <a:moveTo>
                  <a:pt x="0" y="256248"/>
                </a:moveTo>
                <a:lnTo>
                  <a:pt x="256248" y="0"/>
                </a:lnTo>
              </a:path>
            </a:pathLst>
          </a:custGeom>
          <a:noFill/>
          <a:ln w="28575">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12" name="Rectangle 11">
            <a:extLst>
              <a:ext uri="{FF2B5EF4-FFF2-40B4-BE49-F238E27FC236}">
                <a16:creationId xmlns:a16="http://schemas.microsoft.com/office/drawing/2014/main" id="{51FD19D3-BF3C-6BA6-0C1C-0FE2CEB3559C}"/>
              </a:ext>
            </a:extLst>
          </p:cNvPr>
          <p:cNvSpPr/>
          <p:nvPr/>
        </p:nvSpPr>
        <p:spPr>
          <a:xfrm>
            <a:off x="987544" y="1950037"/>
            <a:ext cx="8180217" cy="3680245"/>
          </a:xfrm>
          <a:prstGeom prst="rect">
            <a:avLst/>
          </a:prstGeom>
        </p:spPr>
        <p:txBody>
          <a:bodyPr vert="horz" lIns="91440" tIns="45720" rIns="91440" bIns="45720" rtlCol="0" anchor="ctr" anchorCtr="0">
            <a:noAutofit/>
          </a:bodyPr>
          <a:lstStyle/>
          <a:p>
            <a:pPr algn="r" rtl="1"/>
            <a:r>
              <a:rPr lang="ar-EG" dirty="0"/>
              <a:t>جامعة الملك خالد هي جامعة حكومية سعودية تتبع وزارة التعليم، تقع في منطقة عسير بمدينة أبها، وقد أُنشئت عام 1419هـ/1998م بعد دمج فرعي جامعة الإمام محمد بن سعود الإسلامية وجامعة الملك سعود في أبها. وتُعد من الجامعات الرئيسة في جنوب المملكة، وتعمل ضمن توجهات تطوير التعليم والبحث والابتكار وخدمة المجتمع بما </a:t>
            </a:r>
            <a:r>
              <a:rPr lang="ar-EG" dirty="0" err="1"/>
              <a:t>يتواءم</a:t>
            </a:r>
            <a:r>
              <a:rPr lang="ar-EG" dirty="0"/>
              <a:t> مع رؤية المملكة 2030. </a:t>
            </a:r>
            <a:endParaRPr lang="en-US" dirty="0"/>
          </a:p>
          <a:p>
            <a:pPr algn="r" rtl="1"/>
            <a:endParaRPr lang="ar-EG" dirty="0"/>
          </a:p>
          <a:p>
            <a:pPr algn="r" rtl="1"/>
            <a:r>
              <a:rPr lang="ar-EG" b="1" dirty="0"/>
              <a:t>نبذة عن البنية المؤسسية في الجامعة</a:t>
            </a:r>
            <a:endParaRPr lang="en-US" b="1" dirty="0"/>
          </a:p>
          <a:p>
            <a:pPr algn="r" rtl="1"/>
            <a:endParaRPr lang="ar-EG" b="1" dirty="0"/>
          </a:p>
          <a:p>
            <a:pPr algn="r" rtl="1"/>
            <a:r>
              <a:rPr lang="ar-EG" dirty="0"/>
              <a:t>البنية المؤسسية في جامعة الملك خالد ليست مجرد جانب تقني، بل كأحد المسارات الاستراتيجية الداعمة للتحول الرقمي والتميز المؤسسي؛ إذ تضم خريطة الجامعة نحو رؤية 2030 محورًا صريحًا بعنوان </a:t>
            </a:r>
            <a:r>
              <a:rPr lang="ar-EG" b="1" dirty="0"/>
              <a:t>" تعزيز التحول الرقمي والبنية المؤسسية"</a:t>
            </a:r>
            <a:r>
              <a:rPr lang="ar-EG" dirty="0"/>
              <a:t>، إلى جانب محاور مرتبطة بتمكين القرار المبني على البيانات وامتثال الأمن السيبراني. </a:t>
            </a:r>
            <a:endParaRPr lang="en-US" dirty="0"/>
          </a:p>
          <a:p>
            <a:pPr algn="r" rtl="1"/>
            <a:endParaRPr lang="ar-EG" dirty="0"/>
          </a:p>
          <a:p>
            <a:pPr algn="r" rtl="1"/>
            <a:r>
              <a:rPr lang="ar-EG" dirty="0"/>
              <a:t>كما نظّمت الجامعة في يناير 2025 ورشة عمل بعنوان </a:t>
            </a:r>
            <a:r>
              <a:rPr lang="ar-EG" b="1" dirty="0"/>
              <a:t>"البنية المؤسسية: الأساس لتحقيق التميز المؤسسي"</a:t>
            </a:r>
            <a:r>
              <a:rPr lang="ar-EG" dirty="0"/>
              <a:t>، وأكد رئيس الجامعة خلالها أن البنية المؤسسية من أهم الاستراتيجيات الرئيسية التي تعمل عليها الجامعة، وأن مسؤوليتها تمتد عبر مختلف جهات الجامعة. وتناولت الورشة مفاهيم البنية المؤسسية، والممارسات الاستراتيجية، والمنهجية الوطنية الجديدة، والحكومة وإدارة التغيير، وتمكين وتكامل الأعمال، إضافة إلى خدمات وإجراءات البنية المؤسسية داخل الجامعة</a:t>
            </a:r>
          </a:p>
        </p:txBody>
      </p:sp>
      <p:sp>
        <p:nvSpPr>
          <p:cNvPr id="13" name="Freeform 184">
            <a:extLst>
              <a:ext uri="{FF2B5EF4-FFF2-40B4-BE49-F238E27FC236}">
                <a16:creationId xmlns:a16="http://schemas.microsoft.com/office/drawing/2014/main" id="{7617BB1E-9F2D-D012-8E8B-253A4EFAC656}"/>
              </a:ext>
            </a:extLst>
          </p:cNvPr>
          <p:cNvSpPr>
            <a:spLocks noEditPoints="1"/>
          </p:cNvSpPr>
          <p:nvPr/>
        </p:nvSpPr>
        <p:spPr bwMode="auto">
          <a:xfrm>
            <a:off x="9205693" y="2539400"/>
            <a:ext cx="1046201" cy="1935447"/>
          </a:xfrm>
          <a:custGeom>
            <a:avLst/>
            <a:gdLst>
              <a:gd name="T0" fmla="*/ 1637 w 3159"/>
              <a:gd name="T1" fmla="*/ 712 h 5656"/>
              <a:gd name="T2" fmla="*/ 1593 w 3159"/>
              <a:gd name="T3" fmla="*/ 791 h 5656"/>
              <a:gd name="T4" fmla="*/ 1697 w 3159"/>
              <a:gd name="T5" fmla="*/ 908 h 5656"/>
              <a:gd name="T6" fmla="*/ 1782 w 3159"/>
              <a:gd name="T7" fmla="*/ 886 h 5656"/>
              <a:gd name="T8" fmla="*/ 2243 w 3159"/>
              <a:gd name="T9" fmla="*/ 806 h 5656"/>
              <a:gd name="T10" fmla="*/ 2217 w 3159"/>
              <a:gd name="T11" fmla="*/ 1268 h 5656"/>
              <a:gd name="T12" fmla="*/ 2105 w 3159"/>
              <a:gd name="T13" fmla="*/ 1550 h 5656"/>
              <a:gd name="T14" fmla="*/ 1840 w 3159"/>
              <a:gd name="T15" fmla="*/ 1916 h 5656"/>
              <a:gd name="T16" fmla="*/ 1193 w 3159"/>
              <a:gd name="T17" fmla="*/ 2580 h 5656"/>
              <a:gd name="T18" fmla="*/ 703 w 3159"/>
              <a:gd name="T19" fmla="*/ 3133 h 5656"/>
              <a:gd name="T20" fmla="*/ 555 w 3159"/>
              <a:gd name="T21" fmla="*/ 3451 h 5656"/>
              <a:gd name="T22" fmla="*/ 510 w 3159"/>
              <a:gd name="T23" fmla="*/ 3892 h 5656"/>
              <a:gd name="T24" fmla="*/ 493 w 3159"/>
              <a:gd name="T25" fmla="*/ 4385 h 5656"/>
              <a:gd name="T26" fmla="*/ 344 w 3159"/>
              <a:gd name="T27" fmla="*/ 4453 h 5656"/>
              <a:gd name="T28" fmla="*/ 87 w 3159"/>
              <a:gd name="T29" fmla="*/ 4697 h 5656"/>
              <a:gd name="T30" fmla="*/ 1 w 3159"/>
              <a:gd name="T31" fmla="*/ 4961 h 5656"/>
              <a:gd name="T32" fmla="*/ 94 w 3159"/>
              <a:gd name="T33" fmla="*/ 5346 h 5656"/>
              <a:gd name="T34" fmla="*/ 354 w 3159"/>
              <a:gd name="T35" fmla="*/ 5590 h 5656"/>
              <a:gd name="T36" fmla="*/ 571 w 3159"/>
              <a:gd name="T37" fmla="*/ 5653 h 5656"/>
              <a:gd name="T38" fmla="*/ 820 w 3159"/>
              <a:gd name="T39" fmla="*/ 5629 h 5656"/>
              <a:gd name="T40" fmla="*/ 1043 w 3159"/>
              <a:gd name="T41" fmla="*/ 5513 h 5656"/>
              <a:gd name="T42" fmla="*/ 1208 w 3159"/>
              <a:gd name="T43" fmla="*/ 5316 h 5656"/>
              <a:gd name="T44" fmla="*/ 1264 w 3159"/>
              <a:gd name="T45" fmla="*/ 5149 h 5656"/>
              <a:gd name="T46" fmla="*/ 1264 w 3159"/>
              <a:gd name="T47" fmla="*/ 4884 h 5656"/>
              <a:gd name="T48" fmla="*/ 1208 w 3159"/>
              <a:gd name="T49" fmla="*/ 4717 h 5656"/>
              <a:gd name="T50" fmla="*/ 1031 w 3159"/>
              <a:gd name="T51" fmla="*/ 4513 h 5656"/>
              <a:gd name="T52" fmla="*/ 804 w 3159"/>
              <a:gd name="T53" fmla="*/ 4393 h 5656"/>
              <a:gd name="T54" fmla="*/ 776 w 3159"/>
              <a:gd name="T55" fmla="*/ 4215 h 5656"/>
              <a:gd name="T56" fmla="*/ 794 w 3159"/>
              <a:gd name="T57" fmla="*/ 3558 h 5656"/>
              <a:gd name="T58" fmla="*/ 874 w 3159"/>
              <a:gd name="T59" fmla="*/ 3351 h 5656"/>
              <a:gd name="T60" fmla="*/ 1143 w 3159"/>
              <a:gd name="T61" fmla="*/ 3005 h 5656"/>
              <a:gd name="T62" fmla="*/ 1946 w 3159"/>
              <a:gd name="T63" fmla="*/ 2186 h 5656"/>
              <a:gd name="T64" fmla="*/ 2281 w 3159"/>
              <a:gd name="T65" fmla="*/ 1765 h 5656"/>
              <a:gd name="T66" fmla="*/ 2445 w 3159"/>
              <a:gd name="T67" fmla="*/ 1424 h 5656"/>
              <a:gd name="T68" fmla="*/ 2501 w 3159"/>
              <a:gd name="T69" fmla="*/ 1001 h 5656"/>
              <a:gd name="T70" fmla="*/ 2846 w 3159"/>
              <a:gd name="T71" fmla="*/ 776 h 5656"/>
              <a:gd name="T72" fmla="*/ 3030 w 3159"/>
              <a:gd name="T73" fmla="*/ 916 h 5656"/>
              <a:gd name="T74" fmla="*/ 3125 w 3159"/>
              <a:gd name="T75" fmla="*/ 864 h 5656"/>
              <a:gd name="T76" fmla="*/ 3159 w 3159"/>
              <a:gd name="T77" fmla="*/ 776 h 5656"/>
              <a:gd name="T78" fmla="*/ 3056 w 3159"/>
              <a:gd name="T79" fmla="*/ 629 h 5656"/>
              <a:gd name="T80" fmla="*/ 2547 w 3159"/>
              <a:gd name="T81" fmla="*/ 116 h 5656"/>
              <a:gd name="T82" fmla="*/ 2376 w 3159"/>
              <a:gd name="T83" fmla="*/ 0 h 5656"/>
              <a:gd name="T84" fmla="*/ 2115 w 3159"/>
              <a:gd name="T85" fmla="*/ 222 h 5656"/>
              <a:gd name="T86" fmla="*/ 817 w 3159"/>
              <a:gd name="T87" fmla="*/ 4674 h 5656"/>
              <a:gd name="T88" fmla="*/ 1000 w 3159"/>
              <a:gd name="T89" fmla="*/ 4876 h 5656"/>
              <a:gd name="T90" fmla="*/ 1026 w 3159"/>
              <a:gd name="T91" fmla="*/ 5030 h 5656"/>
              <a:gd name="T92" fmla="*/ 962 w 3159"/>
              <a:gd name="T93" fmla="*/ 5222 h 5656"/>
              <a:gd name="T94" fmla="*/ 836 w 3159"/>
              <a:gd name="T95" fmla="*/ 5344 h 5656"/>
              <a:gd name="T96" fmla="*/ 624 w 3159"/>
              <a:gd name="T97" fmla="*/ 5401 h 5656"/>
              <a:gd name="T98" fmla="*/ 423 w 3159"/>
              <a:gd name="T99" fmla="*/ 5334 h 5656"/>
              <a:gd name="T100" fmla="*/ 287 w 3159"/>
              <a:gd name="T101" fmla="*/ 5166 h 5656"/>
              <a:gd name="T102" fmla="*/ 260 w 3159"/>
              <a:gd name="T103" fmla="*/ 4995 h 5656"/>
              <a:gd name="T104" fmla="*/ 311 w 3159"/>
              <a:gd name="T105" fmla="*/ 4820 h 5656"/>
              <a:gd name="T106" fmla="*/ 430 w 3159"/>
              <a:gd name="T107" fmla="*/ 4696 h 5656"/>
              <a:gd name="T108" fmla="*/ 597 w 3159"/>
              <a:gd name="T109" fmla="*/ 4637 h 5656"/>
              <a:gd name="T110" fmla="*/ 766 w 3159"/>
              <a:gd name="T111" fmla="*/ 4651 h 5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159" h="5656">
                <a:moveTo>
                  <a:pt x="1964" y="371"/>
                </a:moveTo>
                <a:lnTo>
                  <a:pt x="1868" y="467"/>
                </a:lnTo>
                <a:lnTo>
                  <a:pt x="1726" y="614"/>
                </a:lnTo>
                <a:lnTo>
                  <a:pt x="1637" y="712"/>
                </a:lnTo>
                <a:lnTo>
                  <a:pt x="1603" y="756"/>
                </a:lnTo>
                <a:lnTo>
                  <a:pt x="1593" y="775"/>
                </a:lnTo>
                <a:lnTo>
                  <a:pt x="1593" y="781"/>
                </a:lnTo>
                <a:lnTo>
                  <a:pt x="1593" y="791"/>
                </a:lnTo>
                <a:lnTo>
                  <a:pt x="1601" y="812"/>
                </a:lnTo>
                <a:lnTo>
                  <a:pt x="1622" y="845"/>
                </a:lnTo>
                <a:lnTo>
                  <a:pt x="1664" y="887"/>
                </a:lnTo>
                <a:lnTo>
                  <a:pt x="1697" y="908"/>
                </a:lnTo>
                <a:lnTo>
                  <a:pt x="1718" y="916"/>
                </a:lnTo>
                <a:lnTo>
                  <a:pt x="1728" y="916"/>
                </a:lnTo>
                <a:lnTo>
                  <a:pt x="1739" y="914"/>
                </a:lnTo>
                <a:lnTo>
                  <a:pt x="1782" y="886"/>
                </a:lnTo>
                <a:lnTo>
                  <a:pt x="1891" y="791"/>
                </a:lnTo>
                <a:lnTo>
                  <a:pt x="2004" y="680"/>
                </a:lnTo>
                <a:lnTo>
                  <a:pt x="2243" y="443"/>
                </a:lnTo>
                <a:lnTo>
                  <a:pt x="2243" y="806"/>
                </a:lnTo>
                <a:lnTo>
                  <a:pt x="2242" y="951"/>
                </a:lnTo>
                <a:lnTo>
                  <a:pt x="2237" y="1110"/>
                </a:lnTo>
                <a:lnTo>
                  <a:pt x="2229" y="1195"/>
                </a:lnTo>
                <a:lnTo>
                  <a:pt x="2217" y="1268"/>
                </a:lnTo>
                <a:lnTo>
                  <a:pt x="2200" y="1334"/>
                </a:lnTo>
                <a:lnTo>
                  <a:pt x="2162" y="1432"/>
                </a:lnTo>
                <a:lnTo>
                  <a:pt x="2126" y="1508"/>
                </a:lnTo>
                <a:lnTo>
                  <a:pt x="2105" y="1550"/>
                </a:lnTo>
                <a:lnTo>
                  <a:pt x="2057" y="1633"/>
                </a:lnTo>
                <a:lnTo>
                  <a:pt x="2000" y="1719"/>
                </a:lnTo>
                <a:lnTo>
                  <a:pt x="1928" y="1811"/>
                </a:lnTo>
                <a:lnTo>
                  <a:pt x="1840" y="1916"/>
                </a:lnTo>
                <a:lnTo>
                  <a:pt x="1729" y="2036"/>
                </a:lnTo>
                <a:lnTo>
                  <a:pt x="1519" y="2255"/>
                </a:lnTo>
                <a:lnTo>
                  <a:pt x="1333" y="2441"/>
                </a:lnTo>
                <a:lnTo>
                  <a:pt x="1193" y="2580"/>
                </a:lnTo>
                <a:lnTo>
                  <a:pt x="967" y="2813"/>
                </a:lnTo>
                <a:lnTo>
                  <a:pt x="837" y="2960"/>
                </a:lnTo>
                <a:lnTo>
                  <a:pt x="764" y="3049"/>
                </a:lnTo>
                <a:lnTo>
                  <a:pt x="703" y="3133"/>
                </a:lnTo>
                <a:lnTo>
                  <a:pt x="653" y="3213"/>
                </a:lnTo>
                <a:lnTo>
                  <a:pt x="612" y="3291"/>
                </a:lnTo>
                <a:lnTo>
                  <a:pt x="580" y="3370"/>
                </a:lnTo>
                <a:lnTo>
                  <a:pt x="555" y="3451"/>
                </a:lnTo>
                <a:lnTo>
                  <a:pt x="537" y="3536"/>
                </a:lnTo>
                <a:lnTo>
                  <a:pt x="524" y="3627"/>
                </a:lnTo>
                <a:lnTo>
                  <a:pt x="516" y="3726"/>
                </a:lnTo>
                <a:lnTo>
                  <a:pt x="510" y="3892"/>
                </a:lnTo>
                <a:lnTo>
                  <a:pt x="509" y="4021"/>
                </a:lnTo>
                <a:lnTo>
                  <a:pt x="509" y="4232"/>
                </a:lnTo>
                <a:lnTo>
                  <a:pt x="501" y="4361"/>
                </a:lnTo>
                <a:lnTo>
                  <a:pt x="493" y="4385"/>
                </a:lnTo>
                <a:lnTo>
                  <a:pt x="486" y="4393"/>
                </a:lnTo>
                <a:lnTo>
                  <a:pt x="481" y="4395"/>
                </a:lnTo>
                <a:lnTo>
                  <a:pt x="433" y="4412"/>
                </a:lnTo>
                <a:lnTo>
                  <a:pt x="344" y="4453"/>
                </a:lnTo>
                <a:lnTo>
                  <a:pt x="265" y="4503"/>
                </a:lnTo>
                <a:lnTo>
                  <a:pt x="196" y="4560"/>
                </a:lnTo>
                <a:lnTo>
                  <a:pt x="136" y="4625"/>
                </a:lnTo>
                <a:lnTo>
                  <a:pt x="87" y="4697"/>
                </a:lnTo>
                <a:lnTo>
                  <a:pt x="48" y="4777"/>
                </a:lnTo>
                <a:lnTo>
                  <a:pt x="19" y="4865"/>
                </a:lnTo>
                <a:lnTo>
                  <a:pt x="9" y="4911"/>
                </a:lnTo>
                <a:lnTo>
                  <a:pt x="1" y="4961"/>
                </a:lnTo>
                <a:lnTo>
                  <a:pt x="0" y="5060"/>
                </a:lnTo>
                <a:lnTo>
                  <a:pt x="16" y="5159"/>
                </a:lnTo>
                <a:lnTo>
                  <a:pt x="47" y="5255"/>
                </a:lnTo>
                <a:lnTo>
                  <a:pt x="94" y="5346"/>
                </a:lnTo>
                <a:lnTo>
                  <a:pt x="153" y="5429"/>
                </a:lnTo>
                <a:lnTo>
                  <a:pt x="225" y="5503"/>
                </a:lnTo>
                <a:lnTo>
                  <a:pt x="309" y="5565"/>
                </a:lnTo>
                <a:lnTo>
                  <a:pt x="354" y="5590"/>
                </a:lnTo>
                <a:lnTo>
                  <a:pt x="384" y="5604"/>
                </a:lnTo>
                <a:lnTo>
                  <a:pt x="445" y="5627"/>
                </a:lnTo>
                <a:lnTo>
                  <a:pt x="508" y="5643"/>
                </a:lnTo>
                <a:lnTo>
                  <a:pt x="571" y="5653"/>
                </a:lnTo>
                <a:lnTo>
                  <a:pt x="634" y="5656"/>
                </a:lnTo>
                <a:lnTo>
                  <a:pt x="697" y="5653"/>
                </a:lnTo>
                <a:lnTo>
                  <a:pt x="759" y="5644"/>
                </a:lnTo>
                <a:lnTo>
                  <a:pt x="820" y="5629"/>
                </a:lnTo>
                <a:lnTo>
                  <a:pt x="880" y="5608"/>
                </a:lnTo>
                <a:lnTo>
                  <a:pt x="937" y="5582"/>
                </a:lnTo>
                <a:lnTo>
                  <a:pt x="992" y="5550"/>
                </a:lnTo>
                <a:lnTo>
                  <a:pt x="1043" y="5513"/>
                </a:lnTo>
                <a:lnTo>
                  <a:pt x="1091" y="5471"/>
                </a:lnTo>
                <a:lnTo>
                  <a:pt x="1135" y="5424"/>
                </a:lnTo>
                <a:lnTo>
                  <a:pt x="1174" y="5373"/>
                </a:lnTo>
                <a:lnTo>
                  <a:pt x="1208" y="5316"/>
                </a:lnTo>
                <a:lnTo>
                  <a:pt x="1223" y="5286"/>
                </a:lnTo>
                <a:lnTo>
                  <a:pt x="1237" y="5257"/>
                </a:lnTo>
                <a:lnTo>
                  <a:pt x="1255" y="5205"/>
                </a:lnTo>
                <a:lnTo>
                  <a:pt x="1264" y="5149"/>
                </a:lnTo>
                <a:lnTo>
                  <a:pt x="1268" y="5071"/>
                </a:lnTo>
                <a:lnTo>
                  <a:pt x="1268" y="5016"/>
                </a:lnTo>
                <a:lnTo>
                  <a:pt x="1268" y="4962"/>
                </a:lnTo>
                <a:lnTo>
                  <a:pt x="1264" y="4884"/>
                </a:lnTo>
                <a:lnTo>
                  <a:pt x="1255" y="4827"/>
                </a:lnTo>
                <a:lnTo>
                  <a:pt x="1237" y="4776"/>
                </a:lnTo>
                <a:lnTo>
                  <a:pt x="1223" y="4746"/>
                </a:lnTo>
                <a:lnTo>
                  <a:pt x="1208" y="4717"/>
                </a:lnTo>
                <a:lnTo>
                  <a:pt x="1173" y="4660"/>
                </a:lnTo>
                <a:lnTo>
                  <a:pt x="1132" y="4607"/>
                </a:lnTo>
                <a:lnTo>
                  <a:pt x="1084" y="4558"/>
                </a:lnTo>
                <a:lnTo>
                  <a:pt x="1031" y="4513"/>
                </a:lnTo>
                <a:lnTo>
                  <a:pt x="972" y="4472"/>
                </a:lnTo>
                <a:lnTo>
                  <a:pt x="908" y="4436"/>
                </a:lnTo>
                <a:lnTo>
                  <a:pt x="840" y="4406"/>
                </a:lnTo>
                <a:lnTo>
                  <a:pt x="804" y="4393"/>
                </a:lnTo>
                <a:lnTo>
                  <a:pt x="799" y="4391"/>
                </a:lnTo>
                <a:lnTo>
                  <a:pt x="791" y="4384"/>
                </a:lnTo>
                <a:lnTo>
                  <a:pt x="782" y="4360"/>
                </a:lnTo>
                <a:lnTo>
                  <a:pt x="776" y="4215"/>
                </a:lnTo>
                <a:lnTo>
                  <a:pt x="779" y="3971"/>
                </a:lnTo>
                <a:lnTo>
                  <a:pt x="781" y="3837"/>
                </a:lnTo>
                <a:lnTo>
                  <a:pt x="785" y="3660"/>
                </a:lnTo>
                <a:lnTo>
                  <a:pt x="794" y="3558"/>
                </a:lnTo>
                <a:lnTo>
                  <a:pt x="810" y="3493"/>
                </a:lnTo>
                <a:lnTo>
                  <a:pt x="823" y="3461"/>
                </a:lnTo>
                <a:lnTo>
                  <a:pt x="838" y="3423"/>
                </a:lnTo>
                <a:lnTo>
                  <a:pt x="874" y="3351"/>
                </a:lnTo>
                <a:lnTo>
                  <a:pt x="918" y="3278"/>
                </a:lnTo>
                <a:lnTo>
                  <a:pt x="975" y="3199"/>
                </a:lnTo>
                <a:lnTo>
                  <a:pt x="1048" y="3110"/>
                </a:lnTo>
                <a:lnTo>
                  <a:pt x="1143" y="3005"/>
                </a:lnTo>
                <a:lnTo>
                  <a:pt x="1328" y="2812"/>
                </a:lnTo>
                <a:lnTo>
                  <a:pt x="1498" y="2641"/>
                </a:lnTo>
                <a:lnTo>
                  <a:pt x="1714" y="2425"/>
                </a:lnTo>
                <a:lnTo>
                  <a:pt x="1946" y="2186"/>
                </a:lnTo>
                <a:lnTo>
                  <a:pt x="2062" y="2059"/>
                </a:lnTo>
                <a:lnTo>
                  <a:pt x="2152" y="1952"/>
                </a:lnTo>
                <a:lnTo>
                  <a:pt x="2222" y="1857"/>
                </a:lnTo>
                <a:lnTo>
                  <a:pt x="2281" y="1765"/>
                </a:lnTo>
                <a:lnTo>
                  <a:pt x="2333" y="1670"/>
                </a:lnTo>
                <a:lnTo>
                  <a:pt x="2359" y="1618"/>
                </a:lnTo>
                <a:lnTo>
                  <a:pt x="2401" y="1534"/>
                </a:lnTo>
                <a:lnTo>
                  <a:pt x="2445" y="1424"/>
                </a:lnTo>
                <a:lnTo>
                  <a:pt x="2466" y="1350"/>
                </a:lnTo>
                <a:lnTo>
                  <a:pt x="2481" y="1269"/>
                </a:lnTo>
                <a:lnTo>
                  <a:pt x="2491" y="1175"/>
                </a:lnTo>
                <a:lnTo>
                  <a:pt x="2501" y="1001"/>
                </a:lnTo>
                <a:lnTo>
                  <a:pt x="2504" y="845"/>
                </a:lnTo>
                <a:lnTo>
                  <a:pt x="2513" y="446"/>
                </a:lnTo>
                <a:lnTo>
                  <a:pt x="2749" y="681"/>
                </a:lnTo>
                <a:lnTo>
                  <a:pt x="2846" y="776"/>
                </a:lnTo>
                <a:lnTo>
                  <a:pt x="2960" y="877"/>
                </a:lnTo>
                <a:lnTo>
                  <a:pt x="3007" y="913"/>
                </a:lnTo>
                <a:lnTo>
                  <a:pt x="3016" y="916"/>
                </a:lnTo>
                <a:lnTo>
                  <a:pt x="3030" y="916"/>
                </a:lnTo>
                <a:lnTo>
                  <a:pt x="3057" y="910"/>
                </a:lnTo>
                <a:lnTo>
                  <a:pt x="3082" y="899"/>
                </a:lnTo>
                <a:lnTo>
                  <a:pt x="3105" y="883"/>
                </a:lnTo>
                <a:lnTo>
                  <a:pt x="3125" y="864"/>
                </a:lnTo>
                <a:lnTo>
                  <a:pt x="3141" y="841"/>
                </a:lnTo>
                <a:lnTo>
                  <a:pt x="3152" y="817"/>
                </a:lnTo>
                <a:lnTo>
                  <a:pt x="3159" y="790"/>
                </a:lnTo>
                <a:lnTo>
                  <a:pt x="3159" y="776"/>
                </a:lnTo>
                <a:lnTo>
                  <a:pt x="3159" y="769"/>
                </a:lnTo>
                <a:lnTo>
                  <a:pt x="3153" y="750"/>
                </a:lnTo>
                <a:lnTo>
                  <a:pt x="3129" y="713"/>
                </a:lnTo>
                <a:lnTo>
                  <a:pt x="3056" y="629"/>
                </a:lnTo>
                <a:lnTo>
                  <a:pt x="2922" y="488"/>
                </a:lnTo>
                <a:lnTo>
                  <a:pt x="2823" y="388"/>
                </a:lnTo>
                <a:lnTo>
                  <a:pt x="2708" y="272"/>
                </a:lnTo>
                <a:lnTo>
                  <a:pt x="2547" y="116"/>
                </a:lnTo>
                <a:lnTo>
                  <a:pt x="2470" y="50"/>
                </a:lnTo>
                <a:lnTo>
                  <a:pt x="2431" y="22"/>
                </a:lnTo>
                <a:lnTo>
                  <a:pt x="2401" y="7"/>
                </a:lnTo>
                <a:lnTo>
                  <a:pt x="2376" y="0"/>
                </a:lnTo>
                <a:lnTo>
                  <a:pt x="2364" y="0"/>
                </a:lnTo>
                <a:lnTo>
                  <a:pt x="2353" y="5"/>
                </a:lnTo>
                <a:lnTo>
                  <a:pt x="2286" y="61"/>
                </a:lnTo>
                <a:lnTo>
                  <a:pt x="2115" y="222"/>
                </a:lnTo>
                <a:lnTo>
                  <a:pt x="1964" y="371"/>
                </a:lnTo>
                <a:close/>
                <a:moveTo>
                  <a:pt x="766" y="4651"/>
                </a:moveTo>
                <a:lnTo>
                  <a:pt x="782" y="4657"/>
                </a:lnTo>
                <a:lnTo>
                  <a:pt x="817" y="4674"/>
                </a:lnTo>
                <a:lnTo>
                  <a:pt x="872" y="4714"/>
                </a:lnTo>
                <a:lnTo>
                  <a:pt x="941" y="4783"/>
                </a:lnTo>
                <a:lnTo>
                  <a:pt x="982" y="4839"/>
                </a:lnTo>
                <a:lnTo>
                  <a:pt x="1000" y="4876"/>
                </a:lnTo>
                <a:lnTo>
                  <a:pt x="1006" y="4893"/>
                </a:lnTo>
                <a:lnTo>
                  <a:pt x="1014" y="4922"/>
                </a:lnTo>
                <a:lnTo>
                  <a:pt x="1024" y="4977"/>
                </a:lnTo>
                <a:lnTo>
                  <a:pt x="1026" y="5030"/>
                </a:lnTo>
                <a:lnTo>
                  <a:pt x="1021" y="5081"/>
                </a:lnTo>
                <a:lnTo>
                  <a:pt x="1009" y="5130"/>
                </a:lnTo>
                <a:lnTo>
                  <a:pt x="989" y="5177"/>
                </a:lnTo>
                <a:lnTo>
                  <a:pt x="962" y="5222"/>
                </a:lnTo>
                <a:lnTo>
                  <a:pt x="928" y="5265"/>
                </a:lnTo>
                <a:lnTo>
                  <a:pt x="908" y="5286"/>
                </a:lnTo>
                <a:lnTo>
                  <a:pt x="885" y="5308"/>
                </a:lnTo>
                <a:lnTo>
                  <a:pt x="836" y="5344"/>
                </a:lnTo>
                <a:lnTo>
                  <a:pt x="785" y="5371"/>
                </a:lnTo>
                <a:lnTo>
                  <a:pt x="732" y="5389"/>
                </a:lnTo>
                <a:lnTo>
                  <a:pt x="678" y="5399"/>
                </a:lnTo>
                <a:lnTo>
                  <a:pt x="624" y="5401"/>
                </a:lnTo>
                <a:lnTo>
                  <a:pt x="571" y="5395"/>
                </a:lnTo>
                <a:lnTo>
                  <a:pt x="519" y="5381"/>
                </a:lnTo>
                <a:lnTo>
                  <a:pt x="470" y="5361"/>
                </a:lnTo>
                <a:lnTo>
                  <a:pt x="423" y="5334"/>
                </a:lnTo>
                <a:lnTo>
                  <a:pt x="381" y="5301"/>
                </a:lnTo>
                <a:lnTo>
                  <a:pt x="344" y="5261"/>
                </a:lnTo>
                <a:lnTo>
                  <a:pt x="312" y="5217"/>
                </a:lnTo>
                <a:lnTo>
                  <a:pt x="287" y="5166"/>
                </a:lnTo>
                <a:lnTo>
                  <a:pt x="270" y="5111"/>
                </a:lnTo>
                <a:lnTo>
                  <a:pt x="260" y="5051"/>
                </a:lnTo>
                <a:lnTo>
                  <a:pt x="259" y="5020"/>
                </a:lnTo>
                <a:lnTo>
                  <a:pt x="260" y="4995"/>
                </a:lnTo>
                <a:lnTo>
                  <a:pt x="265" y="4947"/>
                </a:lnTo>
                <a:lnTo>
                  <a:pt x="276" y="4902"/>
                </a:lnTo>
                <a:lnTo>
                  <a:pt x="291" y="4859"/>
                </a:lnTo>
                <a:lnTo>
                  <a:pt x="311" y="4820"/>
                </a:lnTo>
                <a:lnTo>
                  <a:pt x="336" y="4783"/>
                </a:lnTo>
                <a:lnTo>
                  <a:pt x="364" y="4750"/>
                </a:lnTo>
                <a:lnTo>
                  <a:pt x="395" y="4721"/>
                </a:lnTo>
                <a:lnTo>
                  <a:pt x="430" y="4696"/>
                </a:lnTo>
                <a:lnTo>
                  <a:pt x="468" y="4674"/>
                </a:lnTo>
                <a:lnTo>
                  <a:pt x="509" y="4657"/>
                </a:lnTo>
                <a:lnTo>
                  <a:pt x="552" y="4645"/>
                </a:lnTo>
                <a:lnTo>
                  <a:pt x="597" y="4637"/>
                </a:lnTo>
                <a:lnTo>
                  <a:pt x="644" y="4634"/>
                </a:lnTo>
                <a:lnTo>
                  <a:pt x="692" y="4637"/>
                </a:lnTo>
                <a:lnTo>
                  <a:pt x="741" y="4645"/>
                </a:lnTo>
                <a:lnTo>
                  <a:pt x="766" y="4651"/>
                </a:lnTo>
                <a:close/>
              </a:path>
            </a:pathLst>
          </a:custGeom>
          <a:gradFill>
            <a:gsLst>
              <a:gs pos="100000">
                <a:schemeClr val="accent2"/>
              </a:gs>
              <a:gs pos="0">
                <a:schemeClr val="accent1"/>
              </a:gs>
            </a:gsLst>
            <a:lin ang="3000000" scaled="0"/>
          </a:gradFill>
          <a:ln>
            <a:noFill/>
          </a:ln>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14" name="Freeform 186">
            <a:extLst>
              <a:ext uri="{FF2B5EF4-FFF2-40B4-BE49-F238E27FC236}">
                <a16:creationId xmlns:a16="http://schemas.microsoft.com/office/drawing/2014/main" id="{BC0DDCC1-7D2C-7DBC-017F-5F21005D9C4A}"/>
              </a:ext>
            </a:extLst>
          </p:cNvPr>
          <p:cNvSpPr>
            <a:spLocks noEditPoints="1"/>
          </p:cNvSpPr>
          <p:nvPr/>
        </p:nvSpPr>
        <p:spPr bwMode="auto">
          <a:xfrm>
            <a:off x="10167623" y="3072724"/>
            <a:ext cx="420917" cy="434459"/>
          </a:xfrm>
          <a:custGeom>
            <a:avLst/>
            <a:gdLst>
              <a:gd name="T0" fmla="*/ 451 w 1271"/>
              <a:gd name="T1" fmla="*/ 20 h 1269"/>
              <a:gd name="T2" fmla="*/ 318 w 1271"/>
              <a:gd name="T3" fmla="*/ 81 h 1269"/>
              <a:gd name="T4" fmla="*/ 198 w 1271"/>
              <a:gd name="T5" fmla="*/ 170 h 1269"/>
              <a:gd name="T6" fmla="*/ 99 w 1271"/>
              <a:gd name="T7" fmla="*/ 282 h 1269"/>
              <a:gd name="T8" fmla="*/ 44 w 1271"/>
              <a:gd name="T9" fmla="*/ 377 h 1269"/>
              <a:gd name="T10" fmla="*/ 13 w 1271"/>
              <a:gd name="T11" fmla="*/ 455 h 1269"/>
              <a:gd name="T12" fmla="*/ 0 w 1271"/>
              <a:gd name="T13" fmla="*/ 584 h 1269"/>
              <a:gd name="T14" fmla="*/ 0 w 1271"/>
              <a:gd name="T15" fmla="*/ 687 h 1269"/>
              <a:gd name="T16" fmla="*/ 14 w 1271"/>
              <a:gd name="T17" fmla="*/ 819 h 1269"/>
              <a:gd name="T18" fmla="*/ 49 w 1271"/>
              <a:gd name="T19" fmla="*/ 905 h 1269"/>
              <a:gd name="T20" fmla="*/ 88 w 1271"/>
              <a:gd name="T21" fmla="*/ 976 h 1269"/>
              <a:gd name="T22" fmla="*/ 160 w 1271"/>
              <a:gd name="T23" fmla="*/ 1067 h 1269"/>
              <a:gd name="T24" fmla="*/ 296 w 1271"/>
              <a:gd name="T25" fmla="*/ 1182 h 1269"/>
              <a:gd name="T26" fmla="*/ 370 w 1271"/>
              <a:gd name="T27" fmla="*/ 1224 h 1269"/>
              <a:gd name="T28" fmla="*/ 452 w 1271"/>
              <a:gd name="T29" fmla="*/ 1256 h 1269"/>
              <a:gd name="T30" fmla="*/ 582 w 1271"/>
              <a:gd name="T31" fmla="*/ 1269 h 1269"/>
              <a:gd name="T32" fmla="*/ 685 w 1271"/>
              <a:gd name="T33" fmla="*/ 1269 h 1269"/>
              <a:gd name="T34" fmla="*/ 814 w 1271"/>
              <a:gd name="T35" fmla="*/ 1256 h 1269"/>
              <a:gd name="T36" fmla="*/ 892 w 1271"/>
              <a:gd name="T37" fmla="*/ 1225 h 1269"/>
              <a:gd name="T38" fmla="*/ 1001 w 1271"/>
              <a:gd name="T39" fmla="*/ 1160 h 1269"/>
              <a:gd name="T40" fmla="*/ 1124 w 1271"/>
              <a:gd name="T41" fmla="*/ 1043 h 1269"/>
              <a:gd name="T42" fmla="*/ 1213 w 1271"/>
              <a:gd name="T43" fmla="*/ 900 h 1269"/>
              <a:gd name="T44" fmla="*/ 1264 w 1271"/>
              <a:gd name="T45" fmla="*/ 743 h 1269"/>
              <a:gd name="T46" fmla="*/ 1271 w 1271"/>
              <a:gd name="T47" fmla="*/ 669 h 1269"/>
              <a:gd name="T48" fmla="*/ 1264 w 1271"/>
              <a:gd name="T49" fmla="*/ 540 h 1269"/>
              <a:gd name="T50" fmla="*/ 1230 w 1271"/>
              <a:gd name="T51" fmla="*/ 418 h 1269"/>
              <a:gd name="T52" fmla="*/ 1174 w 1271"/>
              <a:gd name="T53" fmla="*/ 305 h 1269"/>
              <a:gd name="T54" fmla="*/ 1096 w 1271"/>
              <a:gd name="T55" fmla="*/ 205 h 1269"/>
              <a:gd name="T56" fmla="*/ 1001 w 1271"/>
              <a:gd name="T57" fmla="*/ 122 h 1269"/>
              <a:gd name="T58" fmla="*/ 892 w 1271"/>
              <a:gd name="T59" fmla="*/ 58 h 1269"/>
              <a:gd name="T60" fmla="*/ 770 w 1271"/>
              <a:gd name="T61" fmla="*/ 16 h 1269"/>
              <a:gd name="T62" fmla="*/ 672 w 1271"/>
              <a:gd name="T63" fmla="*/ 2 h 1269"/>
              <a:gd name="T64" fmla="*/ 519 w 1271"/>
              <a:gd name="T65" fmla="*/ 5 h 1269"/>
              <a:gd name="T66" fmla="*/ 839 w 1271"/>
              <a:gd name="T67" fmla="*/ 315 h 1269"/>
              <a:gd name="T68" fmla="*/ 893 w 1271"/>
              <a:gd name="T69" fmla="*/ 357 h 1269"/>
              <a:gd name="T70" fmla="*/ 948 w 1271"/>
              <a:gd name="T71" fmla="*/ 421 h 1269"/>
              <a:gd name="T72" fmla="*/ 985 w 1271"/>
              <a:gd name="T73" fmla="*/ 495 h 1269"/>
              <a:gd name="T74" fmla="*/ 1005 w 1271"/>
              <a:gd name="T75" fmla="*/ 605 h 1269"/>
              <a:gd name="T76" fmla="*/ 1001 w 1271"/>
              <a:gd name="T77" fmla="*/ 725 h 1269"/>
              <a:gd name="T78" fmla="*/ 976 w 1271"/>
              <a:gd name="T79" fmla="*/ 806 h 1269"/>
              <a:gd name="T80" fmla="*/ 930 w 1271"/>
              <a:gd name="T81" fmla="*/ 876 h 1269"/>
              <a:gd name="T82" fmla="*/ 882 w 1271"/>
              <a:gd name="T83" fmla="*/ 925 h 1269"/>
              <a:gd name="T84" fmla="*/ 814 w 1271"/>
              <a:gd name="T85" fmla="*/ 974 h 1269"/>
              <a:gd name="T86" fmla="*/ 716 w 1271"/>
              <a:gd name="T87" fmla="*/ 1012 h 1269"/>
              <a:gd name="T88" fmla="*/ 616 w 1271"/>
              <a:gd name="T89" fmla="*/ 1022 h 1269"/>
              <a:gd name="T90" fmla="*/ 518 w 1271"/>
              <a:gd name="T91" fmla="*/ 1006 h 1269"/>
              <a:gd name="T92" fmla="*/ 427 w 1271"/>
              <a:gd name="T93" fmla="*/ 965 h 1269"/>
              <a:gd name="T94" fmla="*/ 349 w 1271"/>
              <a:gd name="T95" fmla="*/ 902 h 1269"/>
              <a:gd name="T96" fmla="*/ 290 w 1271"/>
              <a:gd name="T97" fmla="*/ 819 h 1269"/>
              <a:gd name="T98" fmla="*/ 253 w 1271"/>
              <a:gd name="T99" fmla="*/ 717 h 1269"/>
              <a:gd name="T100" fmla="*/ 246 w 1271"/>
              <a:gd name="T101" fmla="*/ 659 h 1269"/>
              <a:gd name="T102" fmla="*/ 260 w 1271"/>
              <a:gd name="T103" fmla="*/ 541 h 1269"/>
              <a:gd name="T104" fmla="*/ 310 w 1271"/>
              <a:gd name="T105" fmla="*/ 430 h 1269"/>
              <a:gd name="T106" fmla="*/ 390 w 1271"/>
              <a:gd name="T107" fmla="*/ 339 h 1269"/>
              <a:gd name="T108" fmla="*/ 465 w 1271"/>
              <a:gd name="T109" fmla="*/ 290 h 1269"/>
              <a:gd name="T110" fmla="*/ 530 w 1271"/>
              <a:gd name="T111" fmla="*/ 269 h 1269"/>
              <a:gd name="T112" fmla="*/ 630 w 1271"/>
              <a:gd name="T113" fmla="*/ 260 h 1269"/>
              <a:gd name="T114" fmla="*/ 732 w 1271"/>
              <a:gd name="T115" fmla="*/ 272 h 1269"/>
              <a:gd name="T116" fmla="*/ 821 w 1271"/>
              <a:gd name="T117" fmla="*/ 304 h 1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71" h="1269">
                <a:moveTo>
                  <a:pt x="485" y="10"/>
                </a:moveTo>
                <a:lnTo>
                  <a:pt x="451" y="20"/>
                </a:lnTo>
                <a:lnTo>
                  <a:pt x="383" y="46"/>
                </a:lnTo>
                <a:lnTo>
                  <a:pt x="318" y="81"/>
                </a:lnTo>
                <a:lnTo>
                  <a:pt x="256" y="122"/>
                </a:lnTo>
                <a:lnTo>
                  <a:pt x="198" y="170"/>
                </a:lnTo>
                <a:lnTo>
                  <a:pt x="146" y="224"/>
                </a:lnTo>
                <a:lnTo>
                  <a:pt x="99" y="282"/>
                </a:lnTo>
                <a:lnTo>
                  <a:pt x="60" y="344"/>
                </a:lnTo>
                <a:lnTo>
                  <a:pt x="44" y="377"/>
                </a:lnTo>
                <a:lnTo>
                  <a:pt x="30" y="406"/>
                </a:lnTo>
                <a:lnTo>
                  <a:pt x="13" y="455"/>
                </a:lnTo>
                <a:lnTo>
                  <a:pt x="4" y="510"/>
                </a:lnTo>
                <a:lnTo>
                  <a:pt x="0" y="584"/>
                </a:lnTo>
                <a:lnTo>
                  <a:pt x="0" y="635"/>
                </a:lnTo>
                <a:lnTo>
                  <a:pt x="0" y="687"/>
                </a:lnTo>
                <a:lnTo>
                  <a:pt x="4" y="763"/>
                </a:lnTo>
                <a:lnTo>
                  <a:pt x="14" y="819"/>
                </a:lnTo>
                <a:lnTo>
                  <a:pt x="34" y="873"/>
                </a:lnTo>
                <a:lnTo>
                  <a:pt x="49" y="905"/>
                </a:lnTo>
                <a:lnTo>
                  <a:pt x="60" y="929"/>
                </a:lnTo>
                <a:lnTo>
                  <a:pt x="88" y="976"/>
                </a:lnTo>
                <a:lnTo>
                  <a:pt x="122" y="1023"/>
                </a:lnTo>
                <a:lnTo>
                  <a:pt x="160" y="1067"/>
                </a:lnTo>
                <a:lnTo>
                  <a:pt x="225" y="1129"/>
                </a:lnTo>
                <a:lnTo>
                  <a:pt x="296" y="1182"/>
                </a:lnTo>
                <a:lnTo>
                  <a:pt x="345" y="1211"/>
                </a:lnTo>
                <a:lnTo>
                  <a:pt x="370" y="1224"/>
                </a:lnTo>
                <a:lnTo>
                  <a:pt x="401" y="1238"/>
                </a:lnTo>
                <a:lnTo>
                  <a:pt x="452" y="1256"/>
                </a:lnTo>
                <a:lnTo>
                  <a:pt x="507" y="1265"/>
                </a:lnTo>
                <a:lnTo>
                  <a:pt x="582" y="1269"/>
                </a:lnTo>
                <a:lnTo>
                  <a:pt x="634" y="1269"/>
                </a:lnTo>
                <a:lnTo>
                  <a:pt x="685" y="1269"/>
                </a:lnTo>
                <a:lnTo>
                  <a:pt x="759" y="1265"/>
                </a:lnTo>
                <a:lnTo>
                  <a:pt x="814" y="1256"/>
                </a:lnTo>
                <a:lnTo>
                  <a:pt x="863" y="1239"/>
                </a:lnTo>
                <a:lnTo>
                  <a:pt x="892" y="1225"/>
                </a:lnTo>
                <a:lnTo>
                  <a:pt x="930" y="1206"/>
                </a:lnTo>
                <a:lnTo>
                  <a:pt x="1001" y="1160"/>
                </a:lnTo>
                <a:lnTo>
                  <a:pt x="1066" y="1105"/>
                </a:lnTo>
                <a:lnTo>
                  <a:pt x="1124" y="1043"/>
                </a:lnTo>
                <a:lnTo>
                  <a:pt x="1173" y="974"/>
                </a:lnTo>
                <a:lnTo>
                  <a:pt x="1213" y="900"/>
                </a:lnTo>
                <a:lnTo>
                  <a:pt x="1244" y="823"/>
                </a:lnTo>
                <a:lnTo>
                  <a:pt x="1264" y="743"/>
                </a:lnTo>
                <a:lnTo>
                  <a:pt x="1269" y="702"/>
                </a:lnTo>
                <a:lnTo>
                  <a:pt x="1271" y="669"/>
                </a:lnTo>
                <a:lnTo>
                  <a:pt x="1271" y="604"/>
                </a:lnTo>
                <a:lnTo>
                  <a:pt x="1264" y="540"/>
                </a:lnTo>
                <a:lnTo>
                  <a:pt x="1250" y="478"/>
                </a:lnTo>
                <a:lnTo>
                  <a:pt x="1230" y="418"/>
                </a:lnTo>
                <a:lnTo>
                  <a:pt x="1205" y="360"/>
                </a:lnTo>
                <a:lnTo>
                  <a:pt x="1174" y="305"/>
                </a:lnTo>
                <a:lnTo>
                  <a:pt x="1137" y="253"/>
                </a:lnTo>
                <a:lnTo>
                  <a:pt x="1096" y="205"/>
                </a:lnTo>
                <a:lnTo>
                  <a:pt x="1051" y="161"/>
                </a:lnTo>
                <a:lnTo>
                  <a:pt x="1001" y="122"/>
                </a:lnTo>
                <a:lnTo>
                  <a:pt x="948" y="87"/>
                </a:lnTo>
                <a:lnTo>
                  <a:pt x="892" y="58"/>
                </a:lnTo>
                <a:lnTo>
                  <a:pt x="832" y="34"/>
                </a:lnTo>
                <a:lnTo>
                  <a:pt x="770" y="16"/>
                </a:lnTo>
                <a:lnTo>
                  <a:pt x="705" y="5"/>
                </a:lnTo>
                <a:lnTo>
                  <a:pt x="672" y="2"/>
                </a:lnTo>
                <a:lnTo>
                  <a:pt x="620" y="0"/>
                </a:lnTo>
                <a:lnTo>
                  <a:pt x="519" y="5"/>
                </a:lnTo>
                <a:lnTo>
                  <a:pt x="485" y="10"/>
                </a:lnTo>
                <a:close/>
                <a:moveTo>
                  <a:pt x="839" y="315"/>
                </a:moveTo>
                <a:lnTo>
                  <a:pt x="858" y="329"/>
                </a:lnTo>
                <a:lnTo>
                  <a:pt x="893" y="357"/>
                </a:lnTo>
                <a:lnTo>
                  <a:pt x="923" y="388"/>
                </a:lnTo>
                <a:lnTo>
                  <a:pt x="948" y="421"/>
                </a:lnTo>
                <a:lnTo>
                  <a:pt x="969" y="457"/>
                </a:lnTo>
                <a:lnTo>
                  <a:pt x="985" y="495"/>
                </a:lnTo>
                <a:lnTo>
                  <a:pt x="1001" y="558"/>
                </a:lnTo>
                <a:lnTo>
                  <a:pt x="1005" y="605"/>
                </a:lnTo>
                <a:lnTo>
                  <a:pt x="1008" y="657"/>
                </a:lnTo>
                <a:lnTo>
                  <a:pt x="1001" y="725"/>
                </a:lnTo>
                <a:lnTo>
                  <a:pt x="991" y="767"/>
                </a:lnTo>
                <a:lnTo>
                  <a:pt x="976" y="806"/>
                </a:lnTo>
                <a:lnTo>
                  <a:pt x="956" y="842"/>
                </a:lnTo>
                <a:lnTo>
                  <a:pt x="930" y="876"/>
                </a:lnTo>
                <a:lnTo>
                  <a:pt x="900" y="909"/>
                </a:lnTo>
                <a:lnTo>
                  <a:pt x="882" y="925"/>
                </a:lnTo>
                <a:lnTo>
                  <a:pt x="860" y="944"/>
                </a:lnTo>
                <a:lnTo>
                  <a:pt x="814" y="974"/>
                </a:lnTo>
                <a:lnTo>
                  <a:pt x="766" y="997"/>
                </a:lnTo>
                <a:lnTo>
                  <a:pt x="716" y="1012"/>
                </a:lnTo>
                <a:lnTo>
                  <a:pt x="666" y="1021"/>
                </a:lnTo>
                <a:lnTo>
                  <a:pt x="616" y="1022"/>
                </a:lnTo>
                <a:lnTo>
                  <a:pt x="566" y="1017"/>
                </a:lnTo>
                <a:lnTo>
                  <a:pt x="518" y="1006"/>
                </a:lnTo>
                <a:lnTo>
                  <a:pt x="471" y="988"/>
                </a:lnTo>
                <a:lnTo>
                  <a:pt x="427" y="965"/>
                </a:lnTo>
                <a:lnTo>
                  <a:pt x="386" y="936"/>
                </a:lnTo>
                <a:lnTo>
                  <a:pt x="349" y="902"/>
                </a:lnTo>
                <a:lnTo>
                  <a:pt x="317" y="863"/>
                </a:lnTo>
                <a:lnTo>
                  <a:pt x="290" y="819"/>
                </a:lnTo>
                <a:lnTo>
                  <a:pt x="268" y="770"/>
                </a:lnTo>
                <a:lnTo>
                  <a:pt x="253" y="717"/>
                </a:lnTo>
                <a:lnTo>
                  <a:pt x="249" y="689"/>
                </a:lnTo>
                <a:lnTo>
                  <a:pt x="246" y="659"/>
                </a:lnTo>
                <a:lnTo>
                  <a:pt x="248" y="600"/>
                </a:lnTo>
                <a:lnTo>
                  <a:pt x="260" y="541"/>
                </a:lnTo>
                <a:lnTo>
                  <a:pt x="281" y="484"/>
                </a:lnTo>
                <a:lnTo>
                  <a:pt x="310" y="430"/>
                </a:lnTo>
                <a:lnTo>
                  <a:pt x="347" y="381"/>
                </a:lnTo>
                <a:lnTo>
                  <a:pt x="390" y="339"/>
                </a:lnTo>
                <a:lnTo>
                  <a:pt x="439" y="304"/>
                </a:lnTo>
                <a:lnTo>
                  <a:pt x="465" y="290"/>
                </a:lnTo>
                <a:lnTo>
                  <a:pt x="485" y="282"/>
                </a:lnTo>
                <a:lnTo>
                  <a:pt x="530" y="269"/>
                </a:lnTo>
                <a:lnTo>
                  <a:pt x="579" y="262"/>
                </a:lnTo>
                <a:lnTo>
                  <a:pt x="630" y="260"/>
                </a:lnTo>
                <a:lnTo>
                  <a:pt x="682" y="264"/>
                </a:lnTo>
                <a:lnTo>
                  <a:pt x="732" y="272"/>
                </a:lnTo>
                <a:lnTo>
                  <a:pt x="779" y="286"/>
                </a:lnTo>
                <a:lnTo>
                  <a:pt x="821" y="304"/>
                </a:lnTo>
                <a:lnTo>
                  <a:pt x="839" y="315"/>
                </a:lnTo>
                <a:close/>
              </a:path>
            </a:pathLst>
          </a:custGeom>
          <a:gradFill>
            <a:gsLst>
              <a:gs pos="100000">
                <a:schemeClr val="accent2"/>
              </a:gs>
              <a:gs pos="0">
                <a:schemeClr val="accent1"/>
              </a:gs>
            </a:gsLst>
            <a:lin ang="3000000" scaled="0"/>
          </a:gradFill>
          <a:ln>
            <a:noFill/>
          </a:ln>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15" name="Freeform 187">
            <a:extLst>
              <a:ext uri="{FF2B5EF4-FFF2-40B4-BE49-F238E27FC236}">
                <a16:creationId xmlns:a16="http://schemas.microsoft.com/office/drawing/2014/main" id="{85BD22D1-B08A-41DC-29CA-E65D53F360D2}"/>
              </a:ext>
            </a:extLst>
          </p:cNvPr>
          <p:cNvSpPr>
            <a:spLocks/>
          </p:cNvSpPr>
          <p:nvPr/>
        </p:nvSpPr>
        <p:spPr bwMode="auto">
          <a:xfrm>
            <a:off x="9342547" y="3094936"/>
            <a:ext cx="387082" cy="399423"/>
          </a:xfrm>
          <a:custGeom>
            <a:avLst/>
            <a:gdLst>
              <a:gd name="T0" fmla="*/ 29 w 1168"/>
              <a:gd name="T1" fmla="*/ 57 h 1168"/>
              <a:gd name="T2" fmla="*/ 0 w 1168"/>
              <a:gd name="T3" fmla="*/ 109 h 1168"/>
              <a:gd name="T4" fmla="*/ 20 w 1168"/>
              <a:gd name="T5" fmla="*/ 173 h 1168"/>
              <a:gd name="T6" fmla="*/ 125 w 1168"/>
              <a:gd name="T7" fmla="*/ 298 h 1168"/>
              <a:gd name="T8" fmla="*/ 400 w 1168"/>
              <a:gd name="T9" fmla="*/ 576 h 1168"/>
              <a:gd name="T10" fmla="*/ 138 w 1168"/>
              <a:gd name="T11" fmla="*/ 841 h 1168"/>
              <a:gd name="T12" fmla="*/ 16 w 1168"/>
              <a:gd name="T13" fmla="*/ 981 h 1168"/>
              <a:gd name="T14" fmla="*/ 1 w 1168"/>
              <a:gd name="T15" fmla="*/ 1040 h 1168"/>
              <a:gd name="T16" fmla="*/ 6 w 1168"/>
              <a:gd name="T17" fmla="*/ 1083 h 1168"/>
              <a:gd name="T18" fmla="*/ 33 w 1168"/>
              <a:gd name="T19" fmla="*/ 1124 h 1168"/>
              <a:gd name="T20" fmla="*/ 60 w 1168"/>
              <a:gd name="T21" fmla="*/ 1145 h 1168"/>
              <a:gd name="T22" fmla="*/ 114 w 1168"/>
              <a:gd name="T23" fmla="*/ 1168 h 1168"/>
              <a:gd name="T24" fmla="*/ 177 w 1168"/>
              <a:gd name="T25" fmla="*/ 1146 h 1168"/>
              <a:gd name="T26" fmla="*/ 302 w 1168"/>
              <a:gd name="T27" fmla="*/ 1041 h 1168"/>
              <a:gd name="T28" fmla="*/ 585 w 1168"/>
              <a:gd name="T29" fmla="*/ 761 h 1168"/>
              <a:gd name="T30" fmla="*/ 847 w 1168"/>
              <a:gd name="T31" fmla="*/ 1021 h 1168"/>
              <a:gd name="T32" fmla="*/ 990 w 1168"/>
              <a:gd name="T33" fmla="*/ 1147 h 1168"/>
              <a:gd name="T34" fmla="*/ 1041 w 1168"/>
              <a:gd name="T35" fmla="*/ 1168 h 1168"/>
              <a:gd name="T36" fmla="*/ 1077 w 1168"/>
              <a:gd name="T37" fmla="*/ 1161 h 1168"/>
              <a:gd name="T38" fmla="*/ 1145 w 1168"/>
              <a:gd name="T39" fmla="*/ 1105 h 1168"/>
              <a:gd name="T40" fmla="*/ 1168 w 1168"/>
              <a:gd name="T41" fmla="*/ 1046 h 1168"/>
              <a:gd name="T42" fmla="*/ 1167 w 1168"/>
              <a:gd name="T43" fmla="*/ 1016 h 1168"/>
              <a:gd name="T44" fmla="*/ 1108 w 1168"/>
              <a:gd name="T45" fmla="*/ 924 h 1168"/>
              <a:gd name="T46" fmla="*/ 968 w 1168"/>
              <a:gd name="T47" fmla="*/ 778 h 1168"/>
              <a:gd name="T48" fmla="*/ 958 w 1168"/>
              <a:gd name="T49" fmla="*/ 385 h 1168"/>
              <a:gd name="T50" fmla="*/ 1122 w 1168"/>
              <a:gd name="T51" fmla="*/ 210 h 1168"/>
              <a:gd name="T52" fmla="*/ 1160 w 1168"/>
              <a:gd name="T53" fmla="*/ 156 h 1168"/>
              <a:gd name="T54" fmla="*/ 1154 w 1168"/>
              <a:gd name="T55" fmla="*/ 95 h 1168"/>
              <a:gd name="T56" fmla="*/ 1107 w 1168"/>
              <a:gd name="T57" fmla="*/ 19 h 1168"/>
              <a:gd name="T58" fmla="*/ 1078 w 1168"/>
              <a:gd name="T59" fmla="*/ 6 h 1168"/>
              <a:gd name="T60" fmla="*/ 1026 w 1168"/>
              <a:gd name="T61" fmla="*/ 1 h 1168"/>
              <a:gd name="T62" fmla="*/ 948 w 1168"/>
              <a:gd name="T63" fmla="*/ 41 h 1168"/>
              <a:gd name="T64" fmla="*/ 783 w 1168"/>
              <a:gd name="T65" fmla="*/ 196 h 1168"/>
              <a:gd name="T66" fmla="*/ 386 w 1168"/>
              <a:gd name="T67" fmla="*/ 196 h 1168"/>
              <a:gd name="T68" fmla="*/ 243 w 1168"/>
              <a:gd name="T69" fmla="*/ 61 h 1168"/>
              <a:gd name="T70" fmla="*/ 151 w 1168"/>
              <a:gd name="T71" fmla="*/ 2 h 1168"/>
              <a:gd name="T72" fmla="*/ 122 w 1168"/>
              <a:gd name="T73" fmla="*/ 2 h 1168"/>
              <a:gd name="T74" fmla="*/ 74 w 1168"/>
              <a:gd name="T75" fmla="*/ 18 h 1168"/>
              <a:gd name="T76" fmla="*/ 43 w 1168"/>
              <a:gd name="T77" fmla="*/ 43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168" h="1168">
                <a:moveTo>
                  <a:pt x="43" y="43"/>
                </a:moveTo>
                <a:lnTo>
                  <a:pt x="29" y="57"/>
                </a:lnTo>
                <a:lnTo>
                  <a:pt x="9" y="83"/>
                </a:lnTo>
                <a:lnTo>
                  <a:pt x="0" y="109"/>
                </a:lnTo>
                <a:lnTo>
                  <a:pt x="3" y="138"/>
                </a:lnTo>
                <a:lnTo>
                  <a:pt x="20" y="173"/>
                </a:lnTo>
                <a:lnTo>
                  <a:pt x="51" y="215"/>
                </a:lnTo>
                <a:lnTo>
                  <a:pt x="125" y="298"/>
                </a:lnTo>
                <a:lnTo>
                  <a:pt x="201" y="375"/>
                </a:lnTo>
                <a:lnTo>
                  <a:pt x="400" y="576"/>
                </a:lnTo>
                <a:lnTo>
                  <a:pt x="201" y="778"/>
                </a:lnTo>
                <a:lnTo>
                  <a:pt x="138" y="841"/>
                </a:lnTo>
                <a:lnTo>
                  <a:pt x="57" y="927"/>
                </a:lnTo>
                <a:lnTo>
                  <a:pt x="16" y="981"/>
                </a:lnTo>
                <a:lnTo>
                  <a:pt x="2" y="1020"/>
                </a:lnTo>
                <a:lnTo>
                  <a:pt x="1" y="1040"/>
                </a:lnTo>
                <a:lnTo>
                  <a:pt x="2" y="1056"/>
                </a:lnTo>
                <a:lnTo>
                  <a:pt x="6" y="1083"/>
                </a:lnTo>
                <a:lnTo>
                  <a:pt x="17" y="1104"/>
                </a:lnTo>
                <a:lnTo>
                  <a:pt x="33" y="1124"/>
                </a:lnTo>
                <a:lnTo>
                  <a:pt x="45" y="1133"/>
                </a:lnTo>
                <a:lnTo>
                  <a:pt x="60" y="1145"/>
                </a:lnTo>
                <a:lnTo>
                  <a:pt x="87" y="1161"/>
                </a:lnTo>
                <a:lnTo>
                  <a:pt x="114" y="1168"/>
                </a:lnTo>
                <a:lnTo>
                  <a:pt x="143" y="1163"/>
                </a:lnTo>
                <a:lnTo>
                  <a:pt x="177" y="1146"/>
                </a:lnTo>
                <a:lnTo>
                  <a:pt x="219" y="1115"/>
                </a:lnTo>
                <a:lnTo>
                  <a:pt x="302" y="1041"/>
                </a:lnTo>
                <a:lnTo>
                  <a:pt x="380" y="965"/>
                </a:lnTo>
                <a:lnTo>
                  <a:pt x="585" y="761"/>
                </a:lnTo>
                <a:lnTo>
                  <a:pt x="790" y="965"/>
                </a:lnTo>
                <a:lnTo>
                  <a:pt x="847" y="1021"/>
                </a:lnTo>
                <a:lnTo>
                  <a:pt x="932" y="1101"/>
                </a:lnTo>
                <a:lnTo>
                  <a:pt x="990" y="1147"/>
                </a:lnTo>
                <a:lnTo>
                  <a:pt x="1028" y="1167"/>
                </a:lnTo>
                <a:lnTo>
                  <a:pt x="1041" y="1168"/>
                </a:lnTo>
                <a:lnTo>
                  <a:pt x="1053" y="1167"/>
                </a:lnTo>
                <a:lnTo>
                  <a:pt x="1077" y="1161"/>
                </a:lnTo>
                <a:lnTo>
                  <a:pt x="1110" y="1144"/>
                </a:lnTo>
                <a:lnTo>
                  <a:pt x="1145" y="1105"/>
                </a:lnTo>
                <a:lnTo>
                  <a:pt x="1162" y="1070"/>
                </a:lnTo>
                <a:lnTo>
                  <a:pt x="1168" y="1046"/>
                </a:lnTo>
                <a:lnTo>
                  <a:pt x="1168" y="1033"/>
                </a:lnTo>
                <a:lnTo>
                  <a:pt x="1167" y="1016"/>
                </a:lnTo>
                <a:lnTo>
                  <a:pt x="1151" y="978"/>
                </a:lnTo>
                <a:lnTo>
                  <a:pt x="1108" y="924"/>
                </a:lnTo>
                <a:lnTo>
                  <a:pt x="1028" y="839"/>
                </a:lnTo>
                <a:lnTo>
                  <a:pt x="968" y="778"/>
                </a:lnTo>
                <a:lnTo>
                  <a:pt x="768" y="575"/>
                </a:lnTo>
                <a:lnTo>
                  <a:pt x="958" y="385"/>
                </a:lnTo>
                <a:lnTo>
                  <a:pt x="1035" y="307"/>
                </a:lnTo>
                <a:lnTo>
                  <a:pt x="1122" y="210"/>
                </a:lnTo>
                <a:lnTo>
                  <a:pt x="1155" y="167"/>
                </a:lnTo>
                <a:lnTo>
                  <a:pt x="1160" y="156"/>
                </a:lnTo>
                <a:lnTo>
                  <a:pt x="1162" y="138"/>
                </a:lnTo>
                <a:lnTo>
                  <a:pt x="1154" y="95"/>
                </a:lnTo>
                <a:lnTo>
                  <a:pt x="1134" y="51"/>
                </a:lnTo>
                <a:lnTo>
                  <a:pt x="1107" y="19"/>
                </a:lnTo>
                <a:lnTo>
                  <a:pt x="1093" y="11"/>
                </a:lnTo>
                <a:lnTo>
                  <a:pt x="1078" y="6"/>
                </a:lnTo>
                <a:lnTo>
                  <a:pt x="1052" y="0"/>
                </a:lnTo>
                <a:lnTo>
                  <a:pt x="1026" y="1"/>
                </a:lnTo>
                <a:lnTo>
                  <a:pt x="998" y="10"/>
                </a:lnTo>
                <a:lnTo>
                  <a:pt x="948" y="41"/>
                </a:lnTo>
                <a:lnTo>
                  <a:pt x="852" y="128"/>
                </a:lnTo>
                <a:lnTo>
                  <a:pt x="783" y="196"/>
                </a:lnTo>
                <a:lnTo>
                  <a:pt x="585" y="391"/>
                </a:lnTo>
                <a:lnTo>
                  <a:pt x="386" y="196"/>
                </a:lnTo>
                <a:lnTo>
                  <a:pt x="327" y="139"/>
                </a:lnTo>
                <a:lnTo>
                  <a:pt x="243" y="61"/>
                </a:lnTo>
                <a:lnTo>
                  <a:pt x="189" y="18"/>
                </a:lnTo>
                <a:lnTo>
                  <a:pt x="151" y="2"/>
                </a:lnTo>
                <a:lnTo>
                  <a:pt x="135" y="1"/>
                </a:lnTo>
                <a:lnTo>
                  <a:pt x="122" y="2"/>
                </a:lnTo>
                <a:lnTo>
                  <a:pt x="98" y="7"/>
                </a:lnTo>
                <a:lnTo>
                  <a:pt x="74" y="18"/>
                </a:lnTo>
                <a:lnTo>
                  <a:pt x="53" y="33"/>
                </a:lnTo>
                <a:lnTo>
                  <a:pt x="43" y="43"/>
                </a:lnTo>
                <a:close/>
              </a:path>
            </a:pathLst>
          </a:custGeom>
          <a:gradFill>
            <a:gsLst>
              <a:gs pos="100000">
                <a:schemeClr val="accent2"/>
              </a:gs>
              <a:gs pos="0">
                <a:schemeClr val="accent1"/>
              </a:gs>
            </a:gsLst>
            <a:lin ang="3000000" scaled="0"/>
          </a:gradFill>
          <a:ln>
            <a:noFill/>
          </a:ln>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16" name="Freeform 191">
            <a:extLst>
              <a:ext uri="{FF2B5EF4-FFF2-40B4-BE49-F238E27FC236}">
                <a16:creationId xmlns:a16="http://schemas.microsoft.com/office/drawing/2014/main" id="{0061B38B-D9C3-3D62-DC88-5F0153D3A57E}"/>
              </a:ext>
            </a:extLst>
          </p:cNvPr>
          <p:cNvSpPr>
            <a:spLocks noEditPoints="1"/>
          </p:cNvSpPr>
          <p:nvPr/>
        </p:nvSpPr>
        <p:spPr bwMode="auto">
          <a:xfrm>
            <a:off x="9744731" y="3492095"/>
            <a:ext cx="422271" cy="435861"/>
          </a:xfrm>
          <a:custGeom>
            <a:avLst/>
            <a:gdLst>
              <a:gd name="T0" fmla="*/ 440 w 1279"/>
              <a:gd name="T1" fmla="*/ 35 h 1272"/>
              <a:gd name="T2" fmla="*/ 256 w 1279"/>
              <a:gd name="T3" fmla="*/ 130 h 1272"/>
              <a:gd name="T4" fmla="*/ 120 w 1279"/>
              <a:gd name="T5" fmla="*/ 269 h 1272"/>
              <a:gd name="T6" fmla="*/ 34 w 1279"/>
              <a:gd name="T7" fmla="*/ 438 h 1272"/>
              <a:gd name="T8" fmla="*/ 0 w 1279"/>
              <a:gd name="T9" fmla="*/ 623 h 1272"/>
              <a:gd name="T10" fmla="*/ 20 w 1279"/>
              <a:gd name="T11" fmla="*/ 810 h 1272"/>
              <a:gd name="T12" fmla="*/ 94 w 1279"/>
              <a:gd name="T13" fmla="*/ 986 h 1272"/>
              <a:gd name="T14" fmla="*/ 225 w 1279"/>
              <a:gd name="T15" fmla="*/ 1136 h 1272"/>
              <a:gd name="T16" fmla="*/ 361 w 1279"/>
              <a:gd name="T17" fmla="*/ 1224 h 1272"/>
              <a:gd name="T18" fmla="*/ 446 w 1279"/>
              <a:gd name="T19" fmla="*/ 1258 h 1272"/>
              <a:gd name="T20" fmla="*/ 580 w 1279"/>
              <a:gd name="T21" fmla="*/ 1272 h 1272"/>
              <a:gd name="T22" fmla="*/ 690 w 1279"/>
              <a:gd name="T23" fmla="*/ 1272 h 1272"/>
              <a:gd name="T24" fmla="*/ 825 w 1279"/>
              <a:gd name="T25" fmla="*/ 1259 h 1272"/>
              <a:gd name="T26" fmla="*/ 906 w 1279"/>
              <a:gd name="T27" fmla="*/ 1227 h 1272"/>
              <a:gd name="T28" fmla="*/ 976 w 1279"/>
              <a:gd name="T29" fmla="*/ 1189 h 1272"/>
              <a:gd name="T30" fmla="*/ 1115 w 1279"/>
              <a:gd name="T31" fmla="*/ 1068 h 1272"/>
              <a:gd name="T32" fmla="*/ 1227 w 1279"/>
              <a:gd name="T33" fmla="*/ 889 h 1272"/>
              <a:gd name="T34" fmla="*/ 1278 w 1279"/>
              <a:gd name="T35" fmla="*/ 688 h 1272"/>
              <a:gd name="T36" fmla="*/ 1274 w 1279"/>
              <a:gd name="T37" fmla="*/ 560 h 1272"/>
              <a:gd name="T38" fmla="*/ 1258 w 1279"/>
              <a:gd name="T39" fmla="*/ 486 h 1272"/>
              <a:gd name="T40" fmla="*/ 1177 w 1279"/>
              <a:gd name="T41" fmla="*/ 306 h 1272"/>
              <a:gd name="T42" fmla="*/ 1051 w 1279"/>
              <a:gd name="T43" fmla="*/ 159 h 1272"/>
              <a:gd name="T44" fmla="*/ 889 w 1279"/>
              <a:gd name="T45" fmla="*/ 56 h 1272"/>
              <a:gd name="T46" fmla="*/ 749 w 1279"/>
              <a:gd name="T47" fmla="*/ 14 h 1272"/>
              <a:gd name="T48" fmla="*/ 650 w 1279"/>
              <a:gd name="T49" fmla="*/ 0 h 1272"/>
              <a:gd name="T50" fmla="*/ 532 w 1279"/>
              <a:gd name="T51" fmla="*/ 11 h 1272"/>
              <a:gd name="T52" fmla="*/ 794 w 1279"/>
              <a:gd name="T53" fmla="*/ 295 h 1272"/>
              <a:gd name="T54" fmla="*/ 867 w 1279"/>
              <a:gd name="T55" fmla="*/ 338 h 1272"/>
              <a:gd name="T56" fmla="*/ 944 w 1279"/>
              <a:gd name="T57" fmla="*/ 414 h 1272"/>
              <a:gd name="T58" fmla="*/ 996 w 1279"/>
              <a:gd name="T59" fmla="*/ 509 h 1272"/>
              <a:gd name="T60" fmla="*/ 1019 w 1279"/>
              <a:gd name="T61" fmla="*/ 618 h 1272"/>
              <a:gd name="T62" fmla="*/ 1018 w 1279"/>
              <a:gd name="T63" fmla="*/ 687 h 1272"/>
              <a:gd name="T64" fmla="*/ 973 w 1279"/>
              <a:gd name="T65" fmla="*/ 832 h 1272"/>
              <a:gd name="T66" fmla="*/ 878 w 1279"/>
              <a:gd name="T67" fmla="*/ 944 h 1272"/>
              <a:gd name="T68" fmla="*/ 744 w 1279"/>
              <a:gd name="T69" fmla="*/ 1014 h 1272"/>
              <a:gd name="T70" fmla="*/ 626 w 1279"/>
              <a:gd name="T71" fmla="*/ 1030 h 1272"/>
              <a:gd name="T72" fmla="*/ 572 w 1279"/>
              <a:gd name="T73" fmla="*/ 1024 h 1272"/>
              <a:gd name="T74" fmla="*/ 434 w 1279"/>
              <a:gd name="T75" fmla="*/ 967 h 1272"/>
              <a:gd name="T76" fmla="*/ 341 w 1279"/>
              <a:gd name="T77" fmla="*/ 890 h 1272"/>
              <a:gd name="T78" fmla="*/ 302 w 1279"/>
              <a:gd name="T79" fmla="*/ 834 h 1272"/>
              <a:gd name="T80" fmla="*/ 269 w 1279"/>
              <a:gd name="T81" fmla="*/ 752 h 1272"/>
              <a:gd name="T82" fmla="*/ 255 w 1279"/>
              <a:gd name="T83" fmla="*/ 666 h 1272"/>
              <a:gd name="T84" fmla="*/ 276 w 1279"/>
              <a:gd name="T85" fmla="*/ 518 h 1272"/>
              <a:gd name="T86" fmla="*/ 325 w 1279"/>
              <a:gd name="T87" fmla="*/ 422 h 1272"/>
              <a:gd name="T88" fmla="*/ 383 w 1279"/>
              <a:gd name="T89" fmla="*/ 357 h 1272"/>
              <a:gd name="T90" fmla="*/ 457 w 1279"/>
              <a:gd name="T91" fmla="*/ 305 h 1272"/>
              <a:gd name="T92" fmla="*/ 494 w 1279"/>
              <a:gd name="T93" fmla="*/ 288 h 1272"/>
              <a:gd name="T94" fmla="*/ 593 w 1279"/>
              <a:gd name="T95" fmla="*/ 267 h 1272"/>
              <a:gd name="T96" fmla="*/ 740 w 1279"/>
              <a:gd name="T97" fmla="*/ 277 h 1272"/>
              <a:gd name="T98" fmla="*/ 794 w 1279"/>
              <a:gd name="T99" fmla="*/ 295 h 1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9" h="1272">
                <a:moveTo>
                  <a:pt x="494" y="20"/>
                </a:moveTo>
                <a:lnTo>
                  <a:pt x="440" y="35"/>
                </a:lnTo>
                <a:lnTo>
                  <a:pt x="342" y="76"/>
                </a:lnTo>
                <a:lnTo>
                  <a:pt x="256" y="130"/>
                </a:lnTo>
                <a:lnTo>
                  <a:pt x="182" y="195"/>
                </a:lnTo>
                <a:lnTo>
                  <a:pt x="120" y="269"/>
                </a:lnTo>
                <a:lnTo>
                  <a:pt x="71" y="351"/>
                </a:lnTo>
                <a:lnTo>
                  <a:pt x="34" y="438"/>
                </a:lnTo>
                <a:lnTo>
                  <a:pt x="11" y="529"/>
                </a:lnTo>
                <a:lnTo>
                  <a:pt x="0" y="623"/>
                </a:lnTo>
                <a:lnTo>
                  <a:pt x="3" y="717"/>
                </a:lnTo>
                <a:lnTo>
                  <a:pt x="20" y="810"/>
                </a:lnTo>
                <a:lnTo>
                  <a:pt x="50" y="900"/>
                </a:lnTo>
                <a:lnTo>
                  <a:pt x="94" y="986"/>
                </a:lnTo>
                <a:lnTo>
                  <a:pt x="152" y="1065"/>
                </a:lnTo>
                <a:lnTo>
                  <a:pt x="225" y="1136"/>
                </a:lnTo>
                <a:lnTo>
                  <a:pt x="311" y="1198"/>
                </a:lnTo>
                <a:lnTo>
                  <a:pt x="361" y="1224"/>
                </a:lnTo>
                <a:lnTo>
                  <a:pt x="393" y="1239"/>
                </a:lnTo>
                <a:lnTo>
                  <a:pt x="446" y="1258"/>
                </a:lnTo>
                <a:lnTo>
                  <a:pt x="502" y="1268"/>
                </a:lnTo>
                <a:lnTo>
                  <a:pt x="580" y="1272"/>
                </a:lnTo>
                <a:lnTo>
                  <a:pt x="636" y="1272"/>
                </a:lnTo>
                <a:lnTo>
                  <a:pt x="690" y="1272"/>
                </a:lnTo>
                <a:lnTo>
                  <a:pt x="768" y="1269"/>
                </a:lnTo>
                <a:lnTo>
                  <a:pt x="825" y="1259"/>
                </a:lnTo>
                <a:lnTo>
                  <a:pt x="876" y="1241"/>
                </a:lnTo>
                <a:lnTo>
                  <a:pt x="906" y="1227"/>
                </a:lnTo>
                <a:lnTo>
                  <a:pt x="930" y="1215"/>
                </a:lnTo>
                <a:lnTo>
                  <a:pt x="976" y="1189"/>
                </a:lnTo>
                <a:lnTo>
                  <a:pt x="1040" y="1142"/>
                </a:lnTo>
                <a:lnTo>
                  <a:pt x="1115" y="1068"/>
                </a:lnTo>
                <a:lnTo>
                  <a:pt x="1178" y="982"/>
                </a:lnTo>
                <a:lnTo>
                  <a:pt x="1227" y="889"/>
                </a:lnTo>
                <a:lnTo>
                  <a:pt x="1261" y="790"/>
                </a:lnTo>
                <a:lnTo>
                  <a:pt x="1278" y="688"/>
                </a:lnTo>
                <a:lnTo>
                  <a:pt x="1279" y="611"/>
                </a:lnTo>
                <a:lnTo>
                  <a:pt x="1274" y="560"/>
                </a:lnTo>
                <a:lnTo>
                  <a:pt x="1269" y="535"/>
                </a:lnTo>
                <a:lnTo>
                  <a:pt x="1258" y="486"/>
                </a:lnTo>
                <a:lnTo>
                  <a:pt x="1224" y="392"/>
                </a:lnTo>
                <a:lnTo>
                  <a:pt x="1177" y="306"/>
                </a:lnTo>
                <a:lnTo>
                  <a:pt x="1119" y="228"/>
                </a:lnTo>
                <a:lnTo>
                  <a:pt x="1051" y="159"/>
                </a:lnTo>
                <a:lnTo>
                  <a:pt x="974" y="102"/>
                </a:lnTo>
                <a:lnTo>
                  <a:pt x="889" y="56"/>
                </a:lnTo>
                <a:lnTo>
                  <a:pt x="798" y="24"/>
                </a:lnTo>
                <a:lnTo>
                  <a:pt x="749" y="14"/>
                </a:lnTo>
                <a:lnTo>
                  <a:pt x="712" y="7"/>
                </a:lnTo>
                <a:lnTo>
                  <a:pt x="650" y="0"/>
                </a:lnTo>
                <a:lnTo>
                  <a:pt x="594" y="1"/>
                </a:lnTo>
                <a:lnTo>
                  <a:pt x="532" y="11"/>
                </a:lnTo>
                <a:lnTo>
                  <a:pt x="494" y="20"/>
                </a:lnTo>
                <a:close/>
                <a:moveTo>
                  <a:pt x="794" y="295"/>
                </a:moveTo>
                <a:lnTo>
                  <a:pt x="820" y="308"/>
                </a:lnTo>
                <a:lnTo>
                  <a:pt x="867" y="338"/>
                </a:lnTo>
                <a:lnTo>
                  <a:pt x="909" y="373"/>
                </a:lnTo>
                <a:lnTo>
                  <a:pt x="944" y="414"/>
                </a:lnTo>
                <a:lnTo>
                  <a:pt x="973" y="459"/>
                </a:lnTo>
                <a:lnTo>
                  <a:pt x="996" y="509"/>
                </a:lnTo>
                <a:lnTo>
                  <a:pt x="1011" y="562"/>
                </a:lnTo>
                <a:lnTo>
                  <a:pt x="1019" y="618"/>
                </a:lnTo>
                <a:lnTo>
                  <a:pt x="1019" y="647"/>
                </a:lnTo>
                <a:lnTo>
                  <a:pt x="1018" y="687"/>
                </a:lnTo>
                <a:lnTo>
                  <a:pt x="1002" y="762"/>
                </a:lnTo>
                <a:lnTo>
                  <a:pt x="973" y="832"/>
                </a:lnTo>
                <a:lnTo>
                  <a:pt x="931" y="893"/>
                </a:lnTo>
                <a:lnTo>
                  <a:pt x="878" y="944"/>
                </a:lnTo>
                <a:lnTo>
                  <a:pt x="815" y="985"/>
                </a:lnTo>
                <a:lnTo>
                  <a:pt x="744" y="1014"/>
                </a:lnTo>
                <a:lnTo>
                  <a:pt x="667" y="1029"/>
                </a:lnTo>
                <a:lnTo>
                  <a:pt x="626" y="1030"/>
                </a:lnTo>
                <a:lnTo>
                  <a:pt x="609" y="1030"/>
                </a:lnTo>
                <a:lnTo>
                  <a:pt x="572" y="1024"/>
                </a:lnTo>
                <a:lnTo>
                  <a:pt x="513" y="1006"/>
                </a:lnTo>
                <a:lnTo>
                  <a:pt x="434" y="967"/>
                </a:lnTo>
                <a:lnTo>
                  <a:pt x="366" y="918"/>
                </a:lnTo>
                <a:lnTo>
                  <a:pt x="341" y="890"/>
                </a:lnTo>
                <a:lnTo>
                  <a:pt x="327" y="872"/>
                </a:lnTo>
                <a:lnTo>
                  <a:pt x="302" y="834"/>
                </a:lnTo>
                <a:lnTo>
                  <a:pt x="283" y="793"/>
                </a:lnTo>
                <a:lnTo>
                  <a:pt x="269" y="752"/>
                </a:lnTo>
                <a:lnTo>
                  <a:pt x="259" y="709"/>
                </a:lnTo>
                <a:lnTo>
                  <a:pt x="255" y="666"/>
                </a:lnTo>
                <a:lnTo>
                  <a:pt x="257" y="601"/>
                </a:lnTo>
                <a:lnTo>
                  <a:pt x="276" y="518"/>
                </a:lnTo>
                <a:lnTo>
                  <a:pt x="303" y="459"/>
                </a:lnTo>
                <a:lnTo>
                  <a:pt x="325" y="422"/>
                </a:lnTo>
                <a:lnTo>
                  <a:pt x="352" y="388"/>
                </a:lnTo>
                <a:lnTo>
                  <a:pt x="383" y="357"/>
                </a:lnTo>
                <a:lnTo>
                  <a:pt x="418" y="329"/>
                </a:lnTo>
                <a:lnTo>
                  <a:pt x="457" y="305"/>
                </a:lnTo>
                <a:lnTo>
                  <a:pt x="478" y="295"/>
                </a:lnTo>
                <a:lnTo>
                  <a:pt x="494" y="288"/>
                </a:lnTo>
                <a:lnTo>
                  <a:pt x="532" y="277"/>
                </a:lnTo>
                <a:lnTo>
                  <a:pt x="593" y="267"/>
                </a:lnTo>
                <a:lnTo>
                  <a:pt x="679" y="267"/>
                </a:lnTo>
                <a:lnTo>
                  <a:pt x="740" y="277"/>
                </a:lnTo>
                <a:lnTo>
                  <a:pt x="778" y="288"/>
                </a:lnTo>
                <a:lnTo>
                  <a:pt x="794" y="295"/>
                </a:lnTo>
                <a:close/>
              </a:path>
            </a:pathLst>
          </a:custGeom>
          <a:gradFill>
            <a:gsLst>
              <a:gs pos="100000">
                <a:schemeClr val="accent2"/>
              </a:gs>
              <a:gs pos="0">
                <a:schemeClr val="accent1"/>
              </a:gs>
            </a:gsLst>
            <a:lin ang="3000000" scaled="0"/>
          </a:gradFill>
          <a:ln>
            <a:noFill/>
          </a:ln>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17" name="Freeform 193">
            <a:extLst>
              <a:ext uri="{FF2B5EF4-FFF2-40B4-BE49-F238E27FC236}">
                <a16:creationId xmlns:a16="http://schemas.microsoft.com/office/drawing/2014/main" id="{BA5C80FF-8C73-9B2F-3A49-392254F1C148}"/>
              </a:ext>
            </a:extLst>
          </p:cNvPr>
          <p:cNvSpPr>
            <a:spLocks/>
          </p:cNvSpPr>
          <p:nvPr/>
        </p:nvSpPr>
        <p:spPr bwMode="auto">
          <a:xfrm>
            <a:off x="10183351" y="3935254"/>
            <a:ext cx="389788" cy="399423"/>
          </a:xfrm>
          <a:custGeom>
            <a:avLst/>
            <a:gdLst>
              <a:gd name="T0" fmla="*/ 45 w 1176"/>
              <a:gd name="T1" fmla="*/ 49 h 1167"/>
              <a:gd name="T2" fmla="*/ 17 w 1176"/>
              <a:gd name="T3" fmla="*/ 93 h 1167"/>
              <a:gd name="T4" fmla="*/ 12 w 1176"/>
              <a:gd name="T5" fmla="*/ 132 h 1167"/>
              <a:gd name="T6" fmla="*/ 28 w 1176"/>
              <a:gd name="T7" fmla="*/ 186 h 1167"/>
              <a:gd name="T8" fmla="*/ 149 w 1176"/>
              <a:gd name="T9" fmla="*/ 324 h 1167"/>
              <a:gd name="T10" fmla="*/ 407 w 1176"/>
              <a:gd name="T11" fmla="*/ 583 h 1167"/>
              <a:gd name="T12" fmla="*/ 127 w 1176"/>
              <a:gd name="T13" fmla="*/ 866 h 1167"/>
              <a:gd name="T14" fmla="*/ 22 w 1176"/>
              <a:gd name="T15" fmla="*/ 991 h 1167"/>
              <a:gd name="T16" fmla="*/ 0 w 1176"/>
              <a:gd name="T17" fmla="*/ 1054 h 1167"/>
              <a:gd name="T18" fmla="*/ 23 w 1176"/>
              <a:gd name="T19" fmla="*/ 1108 h 1167"/>
              <a:gd name="T20" fmla="*/ 44 w 1176"/>
              <a:gd name="T21" fmla="*/ 1135 h 1167"/>
              <a:gd name="T22" fmla="*/ 85 w 1176"/>
              <a:gd name="T23" fmla="*/ 1162 h 1167"/>
              <a:gd name="T24" fmla="*/ 128 w 1176"/>
              <a:gd name="T25" fmla="*/ 1167 h 1167"/>
              <a:gd name="T26" fmla="*/ 187 w 1176"/>
              <a:gd name="T27" fmla="*/ 1152 h 1167"/>
              <a:gd name="T28" fmla="*/ 327 w 1176"/>
              <a:gd name="T29" fmla="*/ 1029 h 1167"/>
              <a:gd name="T30" fmla="*/ 593 w 1176"/>
              <a:gd name="T31" fmla="*/ 767 h 1167"/>
              <a:gd name="T32" fmla="*/ 851 w 1176"/>
              <a:gd name="T33" fmla="*/ 1027 h 1167"/>
              <a:gd name="T34" fmla="*/ 998 w 1176"/>
              <a:gd name="T35" fmla="*/ 1149 h 1167"/>
              <a:gd name="T36" fmla="*/ 1052 w 1176"/>
              <a:gd name="T37" fmla="*/ 1165 h 1167"/>
              <a:gd name="T38" fmla="*/ 1092 w 1176"/>
              <a:gd name="T39" fmla="*/ 1160 h 1167"/>
              <a:gd name="T40" fmla="*/ 1119 w 1176"/>
              <a:gd name="T41" fmla="*/ 1146 h 1167"/>
              <a:gd name="T42" fmla="*/ 1169 w 1176"/>
              <a:gd name="T43" fmla="*/ 1077 h 1167"/>
              <a:gd name="T44" fmla="*/ 1176 w 1176"/>
              <a:gd name="T45" fmla="*/ 1021 h 1167"/>
              <a:gd name="T46" fmla="*/ 1169 w 1176"/>
              <a:gd name="T47" fmla="*/ 1002 h 1167"/>
              <a:gd name="T48" fmla="*/ 1047 w 1176"/>
              <a:gd name="T49" fmla="*/ 860 h 1167"/>
              <a:gd name="T50" fmla="*/ 777 w 1176"/>
              <a:gd name="T51" fmla="*/ 583 h 1167"/>
              <a:gd name="T52" fmla="*/ 1029 w 1176"/>
              <a:gd name="T53" fmla="*/ 326 h 1167"/>
              <a:gd name="T54" fmla="*/ 1150 w 1176"/>
              <a:gd name="T55" fmla="*/ 188 h 1167"/>
              <a:gd name="T56" fmla="*/ 1167 w 1176"/>
              <a:gd name="T57" fmla="*/ 133 h 1167"/>
              <a:gd name="T58" fmla="*/ 1160 w 1176"/>
              <a:gd name="T59" fmla="*/ 97 h 1167"/>
              <a:gd name="T60" fmla="*/ 1108 w 1176"/>
              <a:gd name="T61" fmla="*/ 24 h 1167"/>
              <a:gd name="T62" fmla="*/ 1052 w 1176"/>
              <a:gd name="T63" fmla="*/ 1 h 1167"/>
              <a:gd name="T64" fmla="*/ 1026 w 1176"/>
              <a:gd name="T65" fmla="*/ 1 h 1167"/>
              <a:gd name="T66" fmla="*/ 932 w 1176"/>
              <a:gd name="T67" fmla="*/ 67 h 1167"/>
              <a:gd name="T68" fmla="*/ 793 w 1176"/>
              <a:gd name="T69" fmla="*/ 200 h 1167"/>
              <a:gd name="T70" fmla="*/ 417 w 1176"/>
              <a:gd name="T71" fmla="*/ 223 h 1167"/>
              <a:gd name="T72" fmla="*/ 246 w 1176"/>
              <a:gd name="T73" fmla="*/ 61 h 1167"/>
              <a:gd name="T74" fmla="*/ 162 w 1176"/>
              <a:gd name="T75" fmla="*/ 7 h 1167"/>
              <a:gd name="T76" fmla="*/ 101 w 1176"/>
              <a:gd name="T77" fmla="*/ 8 h 1167"/>
              <a:gd name="T78" fmla="*/ 57 w 1176"/>
              <a:gd name="T79" fmla="*/ 38 h 1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176" h="1167">
                <a:moveTo>
                  <a:pt x="57" y="38"/>
                </a:moveTo>
                <a:lnTo>
                  <a:pt x="45" y="49"/>
                </a:lnTo>
                <a:lnTo>
                  <a:pt x="28" y="70"/>
                </a:lnTo>
                <a:lnTo>
                  <a:pt x="17" y="93"/>
                </a:lnTo>
                <a:lnTo>
                  <a:pt x="12" y="118"/>
                </a:lnTo>
                <a:lnTo>
                  <a:pt x="12" y="132"/>
                </a:lnTo>
                <a:lnTo>
                  <a:pt x="12" y="149"/>
                </a:lnTo>
                <a:lnTo>
                  <a:pt x="28" y="186"/>
                </a:lnTo>
                <a:lnTo>
                  <a:pt x="70" y="240"/>
                </a:lnTo>
                <a:lnTo>
                  <a:pt x="149" y="324"/>
                </a:lnTo>
                <a:lnTo>
                  <a:pt x="208" y="383"/>
                </a:lnTo>
                <a:lnTo>
                  <a:pt x="407" y="583"/>
                </a:lnTo>
                <a:lnTo>
                  <a:pt x="203" y="788"/>
                </a:lnTo>
                <a:lnTo>
                  <a:pt x="127" y="866"/>
                </a:lnTo>
                <a:lnTo>
                  <a:pt x="53" y="949"/>
                </a:lnTo>
                <a:lnTo>
                  <a:pt x="22" y="991"/>
                </a:lnTo>
                <a:lnTo>
                  <a:pt x="5" y="1025"/>
                </a:lnTo>
                <a:lnTo>
                  <a:pt x="0" y="1054"/>
                </a:lnTo>
                <a:lnTo>
                  <a:pt x="7" y="1081"/>
                </a:lnTo>
                <a:lnTo>
                  <a:pt x="23" y="1108"/>
                </a:lnTo>
                <a:lnTo>
                  <a:pt x="35" y="1123"/>
                </a:lnTo>
                <a:lnTo>
                  <a:pt x="44" y="1135"/>
                </a:lnTo>
                <a:lnTo>
                  <a:pt x="64" y="1151"/>
                </a:lnTo>
                <a:lnTo>
                  <a:pt x="85" y="1162"/>
                </a:lnTo>
                <a:lnTo>
                  <a:pt x="112" y="1166"/>
                </a:lnTo>
                <a:lnTo>
                  <a:pt x="128" y="1167"/>
                </a:lnTo>
                <a:lnTo>
                  <a:pt x="148" y="1166"/>
                </a:lnTo>
                <a:lnTo>
                  <a:pt x="187" y="1152"/>
                </a:lnTo>
                <a:lnTo>
                  <a:pt x="241" y="1111"/>
                </a:lnTo>
                <a:lnTo>
                  <a:pt x="327" y="1029"/>
                </a:lnTo>
                <a:lnTo>
                  <a:pt x="390" y="967"/>
                </a:lnTo>
                <a:lnTo>
                  <a:pt x="593" y="767"/>
                </a:lnTo>
                <a:lnTo>
                  <a:pt x="783" y="960"/>
                </a:lnTo>
                <a:lnTo>
                  <a:pt x="851" y="1027"/>
                </a:lnTo>
                <a:lnTo>
                  <a:pt x="947" y="1115"/>
                </a:lnTo>
                <a:lnTo>
                  <a:pt x="998" y="1149"/>
                </a:lnTo>
                <a:lnTo>
                  <a:pt x="1026" y="1161"/>
                </a:lnTo>
                <a:lnTo>
                  <a:pt x="1052" y="1165"/>
                </a:lnTo>
                <a:lnTo>
                  <a:pt x="1078" y="1163"/>
                </a:lnTo>
                <a:lnTo>
                  <a:pt x="1092" y="1160"/>
                </a:lnTo>
                <a:lnTo>
                  <a:pt x="1101" y="1157"/>
                </a:lnTo>
                <a:lnTo>
                  <a:pt x="1119" y="1146"/>
                </a:lnTo>
                <a:lnTo>
                  <a:pt x="1144" y="1121"/>
                </a:lnTo>
                <a:lnTo>
                  <a:pt x="1169" y="1077"/>
                </a:lnTo>
                <a:lnTo>
                  <a:pt x="1176" y="1043"/>
                </a:lnTo>
                <a:lnTo>
                  <a:pt x="1176" y="1021"/>
                </a:lnTo>
                <a:lnTo>
                  <a:pt x="1173" y="1012"/>
                </a:lnTo>
                <a:lnTo>
                  <a:pt x="1169" y="1002"/>
                </a:lnTo>
                <a:lnTo>
                  <a:pt x="1135" y="959"/>
                </a:lnTo>
                <a:lnTo>
                  <a:pt x="1047" y="860"/>
                </a:lnTo>
                <a:lnTo>
                  <a:pt x="970" y="780"/>
                </a:lnTo>
                <a:lnTo>
                  <a:pt x="777" y="583"/>
                </a:lnTo>
                <a:lnTo>
                  <a:pt x="972" y="385"/>
                </a:lnTo>
                <a:lnTo>
                  <a:pt x="1029" y="326"/>
                </a:lnTo>
                <a:lnTo>
                  <a:pt x="1107" y="242"/>
                </a:lnTo>
                <a:lnTo>
                  <a:pt x="1150" y="188"/>
                </a:lnTo>
                <a:lnTo>
                  <a:pt x="1166" y="150"/>
                </a:lnTo>
                <a:lnTo>
                  <a:pt x="1167" y="133"/>
                </a:lnTo>
                <a:lnTo>
                  <a:pt x="1166" y="121"/>
                </a:lnTo>
                <a:lnTo>
                  <a:pt x="1160" y="97"/>
                </a:lnTo>
                <a:lnTo>
                  <a:pt x="1143" y="62"/>
                </a:lnTo>
                <a:lnTo>
                  <a:pt x="1108" y="24"/>
                </a:lnTo>
                <a:lnTo>
                  <a:pt x="1075" y="7"/>
                </a:lnTo>
                <a:lnTo>
                  <a:pt x="1052" y="1"/>
                </a:lnTo>
                <a:lnTo>
                  <a:pt x="1040" y="0"/>
                </a:lnTo>
                <a:lnTo>
                  <a:pt x="1026" y="1"/>
                </a:lnTo>
                <a:lnTo>
                  <a:pt x="989" y="21"/>
                </a:lnTo>
                <a:lnTo>
                  <a:pt x="932" y="67"/>
                </a:lnTo>
                <a:lnTo>
                  <a:pt x="849" y="145"/>
                </a:lnTo>
                <a:lnTo>
                  <a:pt x="793" y="200"/>
                </a:lnTo>
                <a:lnTo>
                  <a:pt x="590" y="400"/>
                </a:lnTo>
                <a:lnTo>
                  <a:pt x="417" y="223"/>
                </a:lnTo>
                <a:lnTo>
                  <a:pt x="335" y="142"/>
                </a:lnTo>
                <a:lnTo>
                  <a:pt x="246" y="61"/>
                </a:lnTo>
                <a:lnTo>
                  <a:pt x="200" y="27"/>
                </a:lnTo>
                <a:lnTo>
                  <a:pt x="162" y="7"/>
                </a:lnTo>
                <a:lnTo>
                  <a:pt x="130" y="2"/>
                </a:lnTo>
                <a:lnTo>
                  <a:pt x="101" y="8"/>
                </a:lnTo>
                <a:lnTo>
                  <a:pt x="72" y="26"/>
                </a:lnTo>
                <a:lnTo>
                  <a:pt x="57" y="38"/>
                </a:lnTo>
                <a:close/>
              </a:path>
            </a:pathLst>
          </a:custGeom>
          <a:gradFill>
            <a:gsLst>
              <a:gs pos="100000">
                <a:schemeClr val="accent2"/>
              </a:gs>
              <a:gs pos="0">
                <a:schemeClr val="accent1"/>
              </a:gs>
            </a:gsLst>
            <a:lin ang="3000000" scaled="0"/>
          </a:gradFill>
          <a:ln>
            <a:noFill/>
          </a:ln>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618766693"/>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750"/>
                                        <p:tgtEl>
                                          <p:spTgt spid="8"/>
                                        </p:tgtEl>
                                      </p:cBhvr>
                                    </p:animEffect>
                                    <p:anim calcmode="lin" valueType="num">
                                      <p:cBhvr>
                                        <p:cTn id="8" dur="750" fill="hold"/>
                                        <p:tgtEl>
                                          <p:spTgt spid="8"/>
                                        </p:tgtEl>
                                        <p:attrNameLst>
                                          <p:attrName>ppt_x</p:attrName>
                                        </p:attrNameLst>
                                      </p:cBhvr>
                                      <p:tavLst>
                                        <p:tav tm="0">
                                          <p:val>
                                            <p:strVal val="#ppt_x"/>
                                          </p:val>
                                        </p:tav>
                                        <p:tav tm="100000">
                                          <p:val>
                                            <p:strVal val="#ppt_x"/>
                                          </p:val>
                                        </p:tav>
                                      </p:tavLst>
                                    </p:anim>
                                    <p:anim calcmode="lin" valueType="num">
                                      <p:cBhvr>
                                        <p:cTn id="9" dur="750" fill="hold"/>
                                        <p:tgtEl>
                                          <p:spTgt spid="8"/>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25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par>
                                <p:cTn id="13" presetID="53" presetClass="entr" presetSubtype="16" fill="hold" grpId="0" nodeType="withEffect">
                                  <p:stCondLst>
                                    <p:cond delay="750"/>
                                  </p:stCondLst>
                                  <p:childTnLst>
                                    <p:set>
                                      <p:cBhvr>
                                        <p:cTn id="14" dur="1" fill="hold">
                                          <p:stCondLst>
                                            <p:cond delay="0"/>
                                          </p:stCondLst>
                                        </p:cTn>
                                        <p:tgtEl>
                                          <p:spTgt spid="14"/>
                                        </p:tgtEl>
                                        <p:attrNameLst>
                                          <p:attrName>style.visibility</p:attrName>
                                        </p:attrNameLst>
                                      </p:cBhvr>
                                      <p:to>
                                        <p:strVal val="visible"/>
                                      </p:to>
                                    </p:set>
                                    <p:anim calcmode="lin" valueType="num">
                                      <p:cBhvr>
                                        <p:cTn id="15" dur="500" fill="hold"/>
                                        <p:tgtEl>
                                          <p:spTgt spid="14"/>
                                        </p:tgtEl>
                                        <p:attrNameLst>
                                          <p:attrName>ppt_w</p:attrName>
                                        </p:attrNameLst>
                                      </p:cBhvr>
                                      <p:tavLst>
                                        <p:tav tm="0">
                                          <p:val>
                                            <p:fltVal val="0"/>
                                          </p:val>
                                        </p:tav>
                                        <p:tav tm="100000">
                                          <p:val>
                                            <p:strVal val="#ppt_w"/>
                                          </p:val>
                                        </p:tav>
                                      </p:tavLst>
                                    </p:anim>
                                    <p:anim calcmode="lin" valueType="num">
                                      <p:cBhvr>
                                        <p:cTn id="16" dur="500" fill="hold"/>
                                        <p:tgtEl>
                                          <p:spTgt spid="14"/>
                                        </p:tgtEl>
                                        <p:attrNameLst>
                                          <p:attrName>ppt_h</p:attrName>
                                        </p:attrNameLst>
                                      </p:cBhvr>
                                      <p:tavLst>
                                        <p:tav tm="0">
                                          <p:val>
                                            <p:fltVal val="0"/>
                                          </p:val>
                                        </p:tav>
                                        <p:tav tm="100000">
                                          <p:val>
                                            <p:strVal val="#ppt_h"/>
                                          </p:val>
                                        </p:tav>
                                      </p:tavLst>
                                    </p:anim>
                                    <p:animEffect transition="in" filter="fade">
                                      <p:cBhvr>
                                        <p:cTn id="17" dur="500"/>
                                        <p:tgtEl>
                                          <p:spTgt spid="14"/>
                                        </p:tgtEl>
                                      </p:cBhvr>
                                    </p:animEffect>
                                  </p:childTnLst>
                                </p:cTn>
                              </p:par>
                              <p:par>
                                <p:cTn id="18" presetID="53" presetClass="entr" presetSubtype="16" fill="hold" grpId="0" nodeType="withEffect">
                                  <p:stCondLst>
                                    <p:cond delay="500"/>
                                  </p:stCondLst>
                                  <p:childTnLst>
                                    <p:set>
                                      <p:cBhvr>
                                        <p:cTn id="19" dur="1" fill="hold">
                                          <p:stCondLst>
                                            <p:cond delay="0"/>
                                          </p:stCondLst>
                                        </p:cTn>
                                        <p:tgtEl>
                                          <p:spTgt spid="16"/>
                                        </p:tgtEl>
                                        <p:attrNameLst>
                                          <p:attrName>style.visibility</p:attrName>
                                        </p:attrNameLst>
                                      </p:cBhvr>
                                      <p:to>
                                        <p:strVal val="visible"/>
                                      </p:to>
                                    </p:set>
                                    <p:anim calcmode="lin" valueType="num">
                                      <p:cBhvr>
                                        <p:cTn id="20" dur="500" fill="hold"/>
                                        <p:tgtEl>
                                          <p:spTgt spid="16"/>
                                        </p:tgtEl>
                                        <p:attrNameLst>
                                          <p:attrName>ppt_w</p:attrName>
                                        </p:attrNameLst>
                                      </p:cBhvr>
                                      <p:tavLst>
                                        <p:tav tm="0">
                                          <p:val>
                                            <p:fltVal val="0"/>
                                          </p:val>
                                        </p:tav>
                                        <p:tav tm="100000">
                                          <p:val>
                                            <p:strVal val="#ppt_w"/>
                                          </p:val>
                                        </p:tav>
                                      </p:tavLst>
                                    </p:anim>
                                    <p:anim calcmode="lin" valueType="num">
                                      <p:cBhvr>
                                        <p:cTn id="21" dur="500" fill="hold"/>
                                        <p:tgtEl>
                                          <p:spTgt spid="16"/>
                                        </p:tgtEl>
                                        <p:attrNameLst>
                                          <p:attrName>ppt_h</p:attrName>
                                        </p:attrNameLst>
                                      </p:cBhvr>
                                      <p:tavLst>
                                        <p:tav tm="0">
                                          <p:val>
                                            <p:fltVal val="0"/>
                                          </p:val>
                                        </p:tav>
                                        <p:tav tm="100000">
                                          <p:val>
                                            <p:strVal val="#ppt_h"/>
                                          </p:val>
                                        </p:tav>
                                      </p:tavLst>
                                    </p:anim>
                                    <p:animEffect transition="in" filter="fade">
                                      <p:cBhvr>
                                        <p:cTn id="22" dur="500"/>
                                        <p:tgtEl>
                                          <p:spTgt spid="16"/>
                                        </p:tgtEl>
                                      </p:cBhvr>
                                    </p:animEffect>
                                  </p:childTnLst>
                                </p:cTn>
                              </p:par>
                              <p:par>
                                <p:cTn id="23" presetID="53" presetClass="entr" presetSubtype="16" fill="hold" grpId="0" nodeType="withEffect">
                                  <p:stCondLst>
                                    <p:cond delay="500"/>
                                  </p:stCondLst>
                                  <p:childTnLst>
                                    <p:set>
                                      <p:cBhvr>
                                        <p:cTn id="24" dur="1" fill="hold">
                                          <p:stCondLst>
                                            <p:cond delay="0"/>
                                          </p:stCondLst>
                                        </p:cTn>
                                        <p:tgtEl>
                                          <p:spTgt spid="17"/>
                                        </p:tgtEl>
                                        <p:attrNameLst>
                                          <p:attrName>style.visibility</p:attrName>
                                        </p:attrNameLst>
                                      </p:cBhvr>
                                      <p:to>
                                        <p:strVal val="visible"/>
                                      </p:to>
                                    </p:set>
                                    <p:anim calcmode="lin" valueType="num">
                                      <p:cBhvr>
                                        <p:cTn id="25" dur="500" fill="hold"/>
                                        <p:tgtEl>
                                          <p:spTgt spid="17"/>
                                        </p:tgtEl>
                                        <p:attrNameLst>
                                          <p:attrName>ppt_w</p:attrName>
                                        </p:attrNameLst>
                                      </p:cBhvr>
                                      <p:tavLst>
                                        <p:tav tm="0">
                                          <p:val>
                                            <p:fltVal val="0"/>
                                          </p:val>
                                        </p:tav>
                                        <p:tav tm="100000">
                                          <p:val>
                                            <p:strVal val="#ppt_w"/>
                                          </p:val>
                                        </p:tav>
                                      </p:tavLst>
                                    </p:anim>
                                    <p:anim calcmode="lin" valueType="num">
                                      <p:cBhvr>
                                        <p:cTn id="26" dur="500" fill="hold"/>
                                        <p:tgtEl>
                                          <p:spTgt spid="17"/>
                                        </p:tgtEl>
                                        <p:attrNameLst>
                                          <p:attrName>ppt_h</p:attrName>
                                        </p:attrNameLst>
                                      </p:cBhvr>
                                      <p:tavLst>
                                        <p:tav tm="0">
                                          <p:val>
                                            <p:fltVal val="0"/>
                                          </p:val>
                                        </p:tav>
                                        <p:tav tm="100000">
                                          <p:val>
                                            <p:strVal val="#ppt_h"/>
                                          </p:val>
                                        </p:tav>
                                      </p:tavLst>
                                    </p:anim>
                                    <p:animEffect transition="in" filter="fade">
                                      <p:cBhvr>
                                        <p:cTn id="27" dur="500"/>
                                        <p:tgtEl>
                                          <p:spTgt spid="17"/>
                                        </p:tgtEl>
                                      </p:cBhvr>
                                    </p:animEffect>
                                  </p:childTnLst>
                                </p:cTn>
                              </p:par>
                              <p:par>
                                <p:cTn id="28" presetID="53" presetClass="entr" presetSubtype="16" fill="hold" grpId="0" nodeType="withEffect">
                                  <p:stCondLst>
                                    <p:cond delay="500"/>
                                  </p:stCondLst>
                                  <p:childTnLst>
                                    <p:set>
                                      <p:cBhvr>
                                        <p:cTn id="29" dur="1" fill="hold">
                                          <p:stCondLst>
                                            <p:cond delay="0"/>
                                          </p:stCondLst>
                                        </p:cTn>
                                        <p:tgtEl>
                                          <p:spTgt spid="15"/>
                                        </p:tgtEl>
                                        <p:attrNameLst>
                                          <p:attrName>style.visibility</p:attrName>
                                        </p:attrNameLst>
                                      </p:cBhvr>
                                      <p:to>
                                        <p:strVal val="visible"/>
                                      </p:to>
                                    </p:set>
                                    <p:anim calcmode="lin" valueType="num">
                                      <p:cBhvr>
                                        <p:cTn id="30" dur="500" fill="hold"/>
                                        <p:tgtEl>
                                          <p:spTgt spid="15"/>
                                        </p:tgtEl>
                                        <p:attrNameLst>
                                          <p:attrName>ppt_w</p:attrName>
                                        </p:attrNameLst>
                                      </p:cBhvr>
                                      <p:tavLst>
                                        <p:tav tm="0">
                                          <p:val>
                                            <p:fltVal val="0"/>
                                          </p:val>
                                        </p:tav>
                                        <p:tav tm="100000">
                                          <p:val>
                                            <p:strVal val="#ppt_w"/>
                                          </p:val>
                                        </p:tav>
                                      </p:tavLst>
                                    </p:anim>
                                    <p:anim calcmode="lin" valueType="num">
                                      <p:cBhvr>
                                        <p:cTn id="31" dur="500" fill="hold"/>
                                        <p:tgtEl>
                                          <p:spTgt spid="15"/>
                                        </p:tgtEl>
                                        <p:attrNameLst>
                                          <p:attrName>ppt_h</p:attrName>
                                        </p:attrNameLst>
                                      </p:cBhvr>
                                      <p:tavLst>
                                        <p:tav tm="0">
                                          <p:val>
                                            <p:fltVal val="0"/>
                                          </p:val>
                                        </p:tav>
                                        <p:tav tm="100000">
                                          <p:val>
                                            <p:strVal val="#ppt_h"/>
                                          </p:val>
                                        </p:tav>
                                      </p:tavLst>
                                    </p:anim>
                                    <p:animEffect transition="in" filter="fade">
                                      <p:cBhvr>
                                        <p:cTn id="32" dur="500"/>
                                        <p:tgtEl>
                                          <p:spTgt spid="15"/>
                                        </p:tgtEl>
                                      </p:cBhvr>
                                    </p:animEffect>
                                  </p:childTnLst>
                                </p:cTn>
                              </p:par>
                            </p:childTnLst>
                          </p:cTn>
                        </p:par>
                        <p:par>
                          <p:cTn id="33" fill="hold">
                            <p:stCondLst>
                              <p:cond delay="1250"/>
                            </p:stCondLst>
                            <p:childTnLst>
                              <p:par>
                                <p:cTn id="34" presetID="22" presetClass="entr" presetSubtype="4" fill="hold" grpId="0" nodeType="after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down)">
                                      <p:cBhvr>
                                        <p:cTn id="3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animBg="1"/>
      <p:bldP spid="14" grpId="0" animBg="1"/>
      <p:bldP spid="15" grpId="0" animBg="1"/>
      <p:bldP spid="16" grpId="0" animBg="1"/>
      <p:bldP spid="1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13AD4-9750-179B-1C14-4C9A965CD002}"/>
              </a:ext>
            </a:extLst>
          </p:cNvPr>
          <p:cNvSpPr>
            <a:spLocks noGrp="1"/>
          </p:cNvSpPr>
          <p:nvPr>
            <p:ph type="title"/>
          </p:nvPr>
        </p:nvSpPr>
        <p:spPr/>
        <p:txBody>
          <a:bodyPr/>
          <a:lstStyle/>
          <a:p>
            <a:r>
              <a:rPr lang="ar-EG" dirty="0"/>
              <a:t>المقارنة المعيارية لممارسة البنية المؤسسية مع جامعة الملك خالد</a:t>
            </a:r>
            <a:endParaRPr lang="en-US" dirty="0"/>
          </a:p>
        </p:txBody>
      </p:sp>
      <p:sp>
        <p:nvSpPr>
          <p:cNvPr id="3" name="Slide Number Placeholder 2">
            <a:extLst>
              <a:ext uri="{FF2B5EF4-FFF2-40B4-BE49-F238E27FC236}">
                <a16:creationId xmlns:a16="http://schemas.microsoft.com/office/drawing/2014/main" id="{B9D2700E-C201-2ACB-0ECF-7F0C9DB259E1}"/>
              </a:ext>
            </a:extLst>
          </p:cNvPr>
          <p:cNvSpPr>
            <a:spLocks noGrp="1"/>
          </p:cNvSpPr>
          <p:nvPr>
            <p:ph type="sldNum" sz="quarter" idx="12"/>
          </p:nvPr>
        </p:nvSpPr>
        <p:spPr/>
        <p:txBody>
          <a:bodyPr/>
          <a:lstStyle/>
          <a:p>
            <a:fld id="{0BE4EC83-A869-464E-AE9F-881796FB085E}" type="slidenum">
              <a:rPr lang="en-US" smtClean="0"/>
              <a:t>16</a:t>
            </a:fld>
            <a:endParaRPr lang="en-US"/>
          </a:p>
        </p:txBody>
      </p:sp>
      <p:sp>
        <p:nvSpPr>
          <p:cNvPr id="5" name="TextBox 4">
            <a:extLst>
              <a:ext uri="{FF2B5EF4-FFF2-40B4-BE49-F238E27FC236}">
                <a16:creationId xmlns:a16="http://schemas.microsoft.com/office/drawing/2014/main" id="{6B7EC0F0-A1C0-3673-E56C-859C85C987A8}"/>
              </a:ext>
            </a:extLst>
          </p:cNvPr>
          <p:cNvSpPr txBox="1"/>
          <p:nvPr/>
        </p:nvSpPr>
        <p:spPr>
          <a:xfrm>
            <a:off x="1364041" y="1740771"/>
            <a:ext cx="9354116" cy="2308324"/>
          </a:xfrm>
          <a:prstGeom prst="rect">
            <a:avLst/>
          </a:prstGeom>
          <a:noFill/>
        </p:spPr>
        <p:txBody>
          <a:bodyPr wrap="square">
            <a:spAutoFit/>
          </a:bodyPr>
          <a:lstStyle/>
          <a:p>
            <a:pPr algn="r" rtl="1"/>
            <a:r>
              <a:rPr lang="ar-EG" sz="2400" dirty="0"/>
              <a:t>انطلاقًا من توجه هيئة تقويم التعليم والتدريب نحو تعزيز نضج ممارسة البنية المؤسسية والاستفادة من التجارب الوطنية الرائدة، تم عقد اجتماع مع جامعة الملك خالد، باعتبارها جهة سعودية داخلية حاصلة على شهادة اعتماد البنية المؤسسية المستوى الثالث، وذلك للاطلاع على أفضل الممارسات والمنهجيات التي تم تطبيقها وأسهمت في الوصول إلى هذا المستوى. وبناءً على ذلك، تم إجراء مقارنة معيارية مع الجامعة للاستفادة من عناصر التميز والممكنات الرئيسة في تجربتها، بما يدعم تطوير ممارسة البنية المؤسسية في الهيئة وفق منهجية مؤسسية أكثر نضجًا وفاعلية.</a:t>
            </a:r>
            <a:endParaRPr lang="en-US" sz="2400" dirty="0"/>
          </a:p>
        </p:txBody>
      </p:sp>
      <p:sp>
        <p:nvSpPr>
          <p:cNvPr id="4" name="Snip Diagonal Corner Rectangle 4">
            <a:extLst>
              <a:ext uri="{FF2B5EF4-FFF2-40B4-BE49-F238E27FC236}">
                <a16:creationId xmlns:a16="http://schemas.microsoft.com/office/drawing/2014/main" id="{361886C1-24E1-5648-DC86-18F9B4F1869D}"/>
              </a:ext>
            </a:extLst>
          </p:cNvPr>
          <p:cNvSpPr/>
          <p:nvPr/>
        </p:nvSpPr>
        <p:spPr>
          <a:xfrm>
            <a:off x="1024855" y="1384184"/>
            <a:ext cx="10142290" cy="4404220"/>
          </a:xfrm>
          <a:prstGeom prst="snip2DiagRect">
            <a:avLst>
              <a:gd name="adj1" fmla="val 8219"/>
              <a:gd name="adj2" fmla="val 7991"/>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6" name="Snip Diagonal Corner Rectangle 13">
            <a:extLst>
              <a:ext uri="{FF2B5EF4-FFF2-40B4-BE49-F238E27FC236}">
                <a16:creationId xmlns:a16="http://schemas.microsoft.com/office/drawing/2014/main" id="{ED3C54F3-D60C-5BC3-D309-AA8C31FEDA3E}"/>
              </a:ext>
            </a:extLst>
          </p:cNvPr>
          <p:cNvSpPr/>
          <p:nvPr/>
        </p:nvSpPr>
        <p:spPr>
          <a:xfrm>
            <a:off x="1630725" y="1588055"/>
            <a:ext cx="9289271" cy="4042228"/>
          </a:xfrm>
          <a:custGeom>
            <a:avLst/>
            <a:gdLst>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8" fmla="*/ 204136 w 5387546"/>
              <a:gd name="connsiteY8" fmla="*/ 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8" fmla="*/ 5280513 w 5387546"/>
              <a:gd name="connsiteY8" fmla="*/ 9144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8" fmla="*/ 5189073 w 5387546"/>
              <a:gd name="connsiteY8" fmla="*/ 0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8" fmla="*/ 295576 w 5387546"/>
              <a:gd name="connsiteY8" fmla="*/ 91440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0" fmla="*/ 5663 w 5189073"/>
              <a:gd name="connsiteY0" fmla="*/ 0 h 2483708"/>
              <a:gd name="connsiteX1" fmla="*/ 4990600 w 5189073"/>
              <a:gd name="connsiteY1" fmla="*/ 0 h 2483708"/>
              <a:gd name="connsiteX2" fmla="*/ 5189073 w 5189073"/>
              <a:gd name="connsiteY2" fmla="*/ 198473 h 2483708"/>
              <a:gd name="connsiteX3" fmla="*/ 5189073 w 5189073"/>
              <a:gd name="connsiteY3" fmla="*/ 2279572 h 2483708"/>
              <a:gd name="connsiteX4" fmla="*/ 4984937 w 5189073"/>
              <a:gd name="connsiteY4" fmla="*/ 2483708 h 2483708"/>
              <a:gd name="connsiteX5" fmla="*/ 0 w 5189073"/>
              <a:gd name="connsiteY5" fmla="*/ 2483708 h 2483708"/>
              <a:gd name="connsiteX0" fmla="*/ 0 w 5183410"/>
              <a:gd name="connsiteY0" fmla="*/ 0 h 2483708"/>
              <a:gd name="connsiteX1" fmla="*/ 4984937 w 5183410"/>
              <a:gd name="connsiteY1" fmla="*/ 0 h 2483708"/>
              <a:gd name="connsiteX2" fmla="*/ 5183410 w 5183410"/>
              <a:gd name="connsiteY2" fmla="*/ 198473 h 2483708"/>
              <a:gd name="connsiteX3" fmla="*/ 5183410 w 5183410"/>
              <a:gd name="connsiteY3" fmla="*/ 2279572 h 2483708"/>
              <a:gd name="connsiteX4" fmla="*/ 4979274 w 5183410"/>
              <a:gd name="connsiteY4" fmla="*/ 2483708 h 2483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83410" h="2483708">
                <a:moveTo>
                  <a:pt x="0" y="0"/>
                </a:moveTo>
                <a:lnTo>
                  <a:pt x="4984937" y="0"/>
                </a:lnTo>
                <a:lnTo>
                  <a:pt x="5183410" y="198473"/>
                </a:lnTo>
                <a:lnTo>
                  <a:pt x="5183410" y="2279572"/>
                </a:lnTo>
                <a:lnTo>
                  <a:pt x="4979274" y="2483708"/>
                </a:lnTo>
              </a:path>
            </a:pathLst>
          </a:custGeom>
          <a:noFill/>
          <a:ln>
            <a:solidFill>
              <a:schemeClr val="accent2"/>
            </a:solidFil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grpSp>
        <p:nvGrpSpPr>
          <p:cNvPr id="7" name="Group 4">
            <a:extLst>
              <a:ext uri="{FF2B5EF4-FFF2-40B4-BE49-F238E27FC236}">
                <a16:creationId xmlns:a16="http://schemas.microsoft.com/office/drawing/2014/main" id="{223B326D-491F-3382-1383-E9D8B0D00DEC}"/>
              </a:ext>
            </a:extLst>
          </p:cNvPr>
          <p:cNvGrpSpPr>
            <a:grpSpLocks noChangeAspect="1"/>
          </p:cNvGrpSpPr>
          <p:nvPr/>
        </p:nvGrpSpPr>
        <p:grpSpPr bwMode="auto">
          <a:xfrm flipH="1" flipV="1">
            <a:off x="1364041" y="5097485"/>
            <a:ext cx="871131" cy="685514"/>
            <a:chOff x="-305" y="203"/>
            <a:chExt cx="533" cy="470"/>
          </a:xfrm>
          <a:gradFill>
            <a:gsLst>
              <a:gs pos="34000">
                <a:schemeClr val="accent2"/>
              </a:gs>
              <a:gs pos="80000">
                <a:schemeClr val="accent1"/>
              </a:gs>
            </a:gsLst>
            <a:lin ang="8400000" scaled="0"/>
          </a:gradFill>
        </p:grpSpPr>
        <p:sp>
          <p:nvSpPr>
            <p:cNvPr id="8" name="Freeform 6">
              <a:extLst>
                <a:ext uri="{FF2B5EF4-FFF2-40B4-BE49-F238E27FC236}">
                  <a16:creationId xmlns:a16="http://schemas.microsoft.com/office/drawing/2014/main" id="{D215960E-2829-CCD2-2390-2D37F50BB609}"/>
                </a:ext>
              </a:extLst>
            </p:cNvPr>
            <p:cNvSpPr>
              <a:spLocks/>
            </p:cNvSpPr>
            <p:nvPr/>
          </p:nvSpPr>
          <p:spPr bwMode="auto">
            <a:xfrm>
              <a:off x="-1" y="203"/>
              <a:ext cx="229" cy="470"/>
            </a:xfrm>
            <a:custGeom>
              <a:avLst/>
              <a:gdLst>
                <a:gd name="T0" fmla="*/ 1412 w 1603"/>
                <a:gd name="T1" fmla="*/ 0 h 3290"/>
                <a:gd name="T2" fmla="*/ 1479 w 1603"/>
                <a:gd name="T3" fmla="*/ 13 h 3290"/>
                <a:gd name="T4" fmla="*/ 1536 w 1603"/>
                <a:gd name="T5" fmla="*/ 45 h 3290"/>
                <a:gd name="T6" fmla="*/ 1577 w 1603"/>
                <a:gd name="T7" fmla="*/ 95 h 3290"/>
                <a:gd name="T8" fmla="*/ 1600 w 1603"/>
                <a:gd name="T9" fmla="*/ 157 h 3290"/>
                <a:gd name="T10" fmla="*/ 1603 w 1603"/>
                <a:gd name="T11" fmla="*/ 1105 h 3290"/>
                <a:gd name="T12" fmla="*/ 1599 w 1603"/>
                <a:gd name="T13" fmla="*/ 1362 h 3290"/>
                <a:gd name="T14" fmla="*/ 1584 w 1603"/>
                <a:gd name="T15" fmla="*/ 1597 h 3290"/>
                <a:gd name="T16" fmla="*/ 1560 w 1603"/>
                <a:gd name="T17" fmla="*/ 1809 h 3290"/>
                <a:gd name="T18" fmla="*/ 1528 w 1603"/>
                <a:gd name="T19" fmla="*/ 1998 h 3290"/>
                <a:gd name="T20" fmla="*/ 1485 w 1603"/>
                <a:gd name="T21" fmla="*/ 2164 h 3290"/>
                <a:gd name="T22" fmla="*/ 1413 w 1603"/>
                <a:gd name="T23" fmla="*/ 2353 h 3290"/>
                <a:gd name="T24" fmla="*/ 1317 w 1603"/>
                <a:gd name="T25" fmla="*/ 2531 h 3290"/>
                <a:gd name="T26" fmla="*/ 1195 w 1603"/>
                <a:gd name="T27" fmla="*/ 2700 h 3290"/>
                <a:gd name="T28" fmla="*/ 1047 w 1603"/>
                <a:gd name="T29" fmla="*/ 2859 h 3290"/>
                <a:gd name="T30" fmla="*/ 888 w 1603"/>
                <a:gd name="T31" fmla="*/ 2996 h 3290"/>
                <a:gd name="T32" fmla="*/ 710 w 1603"/>
                <a:gd name="T33" fmla="*/ 3118 h 3290"/>
                <a:gd name="T34" fmla="*/ 512 w 1603"/>
                <a:gd name="T35" fmla="*/ 3227 h 3290"/>
                <a:gd name="T36" fmla="*/ 373 w 1603"/>
                <a:gd name="T37" fmla="*/ 3286 h 3290"/>
                <a:gd name="T38" fmla="*/ 309 w 1603"/>
                <a:gd name="T39" fmla="*/ 3290 h 3290"/>
                <a:gd name="T40" fmla="*/ 246 w 1603"/>
                <a:gd name="T41" fmla="*/ 3272 h 3290"/>
                <a:gd name="T42" fmla="*/ 194 w 1603"/>
                <a:gd name="T43" fmla="*/ 3236 h 3290"/>
                <a:gd name="T44" fmla="*/ 156 w 1603"/>
                <a:gd name="T45" fmla="*/ 3182 h 3290"/>
                <a:gd name="T46" fmla="*/ 7 w 1603"/>
                <a:gd name="T47" fmla="*/ 2862 h 3290"/>
                <a:gd name="T48" fmla="*/ 0 w 1603"/>
                <a:gd name="T49" fmla="*/ 2801 h 3290"/>
                <a:gd name="T50" fmla="*/ 12 w 1603"/>
                <a:gd name="T51" fmla="*/ 2743 h 3290"/>
                <a:gd name="T52" fmla="*/ 40 w 1603"/>
                <a:gd name="T53" fmla="*/ 2691 h 3290"/>
                <a:gd name="T54" fmla="*/ 86 w 1603"/>
                <a:gd name="T55" fmla="*/ 2650 h 3290"/>
                <a:gd name="T56" fmla="*/ 191 w 1603"/>
                <a:gd name="T57" fmla="*/ 2598 h 3290"/>
                <a:gd name="T58" fmla="*/ 331 w 1603"/>
                <a:gd name="T59" fmla="*/ 2518 h 3290"/>
                <a:gd name="T60" fmla="*/ 451 w 1603"/>
                <a:gd name="T61" fmla="*/ 2428 h 3290"/>
                <a:gd name="T62" fmla="*/ 551 w 1603"/>
                <a:gd name="T63" fmla="*/ 2329 h 3290"/>
                <a:gd name="T64" fmla="*/ 632 w 1603"/>
                <a:gd name="T65" fmla="*/ 2219 h 3290"/>
                <a:gd name="T66" fmla="*/ 696 w 1603"/>
                <a:gd name="T67" fmla="*/ 2095 h 3290"/>
                <a:gd name="T68" fmla="*/ 746 w 1603"/>
                <a:gd name="T69" fmla="*/ 1956 h 3290"/>
                <a:gd name="T70" fmla="*/ 781 w 1603"/>
                <a:gd name="T71" fmla="*/ 1803 h 3290"/>
                <a:gd name="T72" fmla="*/ 800 w 1603"/>
                <a:gd name="T73" fmla="*/ 1634 h 3290"/>
                <a:gd name="T74" fmla="*/ 248 w 1603"/>
                <a:gd name="T75" fmla="*/ 1545 h 3290"/>
                <a:gd name="T76" fmla="*/ 181 w 1603"/>
                <a:gd name="T77" fmla="*/ 1533 h 3290"/>
                <a:gd name="T78" fmla="*/ 124 w 1603"/>
                <a:gd name="T79" fmla="*/ 1500 h 3290"/>
                <a:gd name="T80" fmla="*/ 82 w 1603"/>
                <a:gd name="T81" fmla="*/ 1450 h 3290"/>
                <a:gd name="T82" fmla="*/ 60 w 1603"/>
                <a:gd name="T83" fmla="*/ 1388 h 3290"/>
                <a:gd name="T84" fmla="*/ 56 w 1603"/>
                <a:gd name="T85" fmla="*/ 191 h 3290"/>
                <a:gd name="T86" fmla="*/ 69 w 1603"/>
                <a:gd name="T87" fmla="*/ 125 h 3290"/>
                <a:gd name="T88" fmla="*/ 101 w 1603"/>
                <a:gd name="T89" fmla="*/ 68 h 3290"/>
                <a:gd name="T90" fmla="*/ 151 w 1603"/>
                <a:gd name="T91" fmla="*/ 26 h 3290"/>
                <a:gd name="T92" fmla="*/ 214 w 1603"/>
                <a:gd name="T93" fmla="*/ 4 h 3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03" h="3290">
                  <a:moveTo>
                    <a:pt x="248" y="0"/>
                  </a:moveTo>
                  <a:lnTo>
                    <a:pt x="1412" y="0"/>
                  </a:lnTo>
                  <a:lnTo>
                    <a:pt x="1446" y="4"/>
                  </a:lnTo>
                  <a:lnTo>
                    <a:pt x="1479" y="13"/>
                  </a:lnTo>
                  <a:lnTo>
                    <a:pt x="1508" y="26"/>
                  </a:lnTo>
                  <a:lnTo>
                    <a:pt x="1536" y="45"/>
                  </a:lnTo>
                  <a:lnTo>
                    <a:pt x="1558" y="68"/>
                  </a:lnTo>
                  <a:lnTo>
                    <a:pt x="1577" y="95"/>
                  </a:lnTo>
                  <a:lnTo>
                    <a:pt x="1591" y="125"/>
                  </a:lnTo>
                  <a:lnTo>
                    <a:pt x="1600" y="157"/>
                  </a:lnTo>
                  <a:lnTo>
                    <a:pt x="1603" y="191"/>
                  </a:lnTo>
                  <a:lnTo>
                    <a:pt x="1603" y="1105"/>
                  </a:lnTo>
                  <a:lnTo>
                    <a:pt x="1602" y="1236"/>
                  </a:lnTo>
                  <a:lnTo>
                    <a:pt x="1599" y="1362"/>
                  </a:lnTo>
                  <a:lnTo>
                    <a:pt x="1592" y="1483"/>
                  </a:lnTo>
                  <a:lnTo>
                    <a:pt x="1584" y="1597"/>
                  </a:lnTo>
                  <a:lnTo>
                    <a:pt x="1574" y="1706"/>
                  </a:lnTo>
                  <a:lnTo>
                    <a:pt x="1560" y="1809"/>
                  </a:lnTo>
                  <a:lnTo>
                    <a:pt x="1546" y="1906"/>
                  </a:lnTo>
                  <a:lnTo>
                    <a:pt x="1528" y="1998"/>
                  </a:lnTo>
                  <a:lnTo>
                    <a:pt x="1507" y="2084"/>
                  </a:lnTo>
                  <a:lnTo>
                    <a:pt x="1485" y="2164"/>
                  </a:lnTo>
                  <a:lnTo>
                    <a:pt x="1453" y="2259"/>
                  </a:lnTo>
                  <a:lnTo>
                    <a:pt x="1413" y="2353"/>
                  </a:lnTo>
                  <a:lnTo>
                    <a:pt x="1368" y="2443"/>
                  </a:lnTo>
                  <a:lnTo>
                    <a:pt x="1317" y="2531"/>
                  </a:lnTo>
                  <a:lnTo>
                    <a:pt x="1259" y="2617"/>
                  </a:lnTo>
                  <a:lnTo>
                    <a:pt x="1195" y="2700"/>
                  </a:lnTo>
                  <a:lnTo>
                    <a:pt x="1124" y="2781"/>
                  </a:lnTo>
                  <a:lnTo>
                    <a:pt x="1047" y="2859"/>
                  </a:lnTo>
                  <a:lnTo>
                    <a:pt x="970" y="2930"/>
                  </a:lnTo>
                  <a:lnTo>
                    <a:pt x="888" y="2996"/>
                  </a:lnTo>
                  <a:lnTo>
                    <a:pt x="801" y="3058"/>
                  </a:lnTo>
                  <a:lnTo>
                    <a:pt x="710" y="3118"/>
                  </a:lnTo>
                  <a:lnTo>
                    <a:pt x="612" y="3174"/>
                  </a:lnTo>
                  <a:lnTo>
                    <a:pt x="512" y="3227"/>
                  </a:lnTo>
                  <a:lnTo>
                    <a:pt x="405" y="3276"/>
                  </a:lnTo>
                  <a:lnTo>
                    <a:pt x="373" y="3286"/>
                  </a:lnTo>
                  <a:lnTo>
                    <a:pt x="340" y="3290"/>
                  </a:lnTo>
                  <a:lnTo>
                    <a:pt x="309" y="3290"/>
                  </a:lnTo>
                  <a:lnTo>
                    <a:pt x="277" y="3284"/>
                  </a:lnTo>
                  <a:lnTo>
                    <a:pt x="246" y="3272"/>
                  </a:lnTo>
                  <a:lnTo>
                    <a:pt x="219" y="3256"/>
                  </a:lnTo>
                  <a:lnTo>
                    <a:pt x="194" y="3236"/>
                  </a:lnTo>
                  <a:lnTo>
                    <a:pt x="173" y="3211"/>
                  </a:lnTo>
                  <a:lnTo>
                    <a:pt x="156" y="3182"/>
                  </a:lnTo>
                  <a:lnTo>
                    <a:pt x="18" y="2891"/>
                  </a:lnTo>
                  <a:lnTo>
                    <a:pt x="7" y="2862"/>
                  </a:lnTo>
                  <a:lnTo>
                    <a:pt x="1" y="2831"/>
                  </a:lnTo>
                  <a:lnTo>
                    <a:pt x="0" y="2801"/>
                  </a:lnTo>
                  <a:lnTo>
                    <a:pt x="3" y="2771"/>
                  </a:lnTo>
                  <a:lnTo>
                    <a:pt x="12" y="2743"/>
                  </a:lnTo>
                  <a:lnTo>
                    <a:pt x="24" y="2716"/>
                  </a:lnTo>
                  <a:lnTo>
                    <a:pt x="40" y="2691"/>
                  </a:lnTo>
                  <a:lnTo>
                    <a:pt x="61" y="2668"/>
                  </a:lnTo>
                  <a:lnTo>
                    <a:pt x="86" y="2650"/>
                  </a:lnTo>
                  <a:lnTo>
                    <a:pt x="113" y="2634"/>
                  </a:lnTo>
                  <a:lnTo>
                    <a:pt x="191" y="2598"/>
                  </a:lnTo>
                  <a:lnTo>
                    <a:pt x="263" y="2560"/>
                  </a:lnTo>
                  <a:lnTo>
                    <a:pt x="331" y="2518"/>
                  </a:lnTo>
                  <a:lnTo>
                    <a:pt x="394" y="2474"/>
                  </a:lnTo>
                  <a:lnTo>
                    <a:pt x="451" y="2428"/>
                  </a:lnTo>
                  <a:lnTo>
                    <a:pt x="504" y="2380"/>
                  </a:lnTo>
                  <a:lnTo>
                    <a:pt x="551" y="2329"/>
                  </a:lnTo>
                  <a:lnTo>
                    <a:pt x="593" y="2276"/>
                  </a:lnTo>
                  <a:lnTo>
                    <a:pt x="632" y="2219"/>
                  </a:lnTo>
                  <a:lnTo>
                    <a:pt x="666" y="2159"/>
                  </a:lnTo>
                  <a:lnTo>
                    <a:pt x="696" y="2095"/>
                  </a:lnTo>
                  <a:lnTo>
                    <a:pt x="723" y="2027"/>
                  </a:lnTo>
                  <a:lnTo>
                    <a:pt x="746" y="1956"/>
                  </a:lnTo>
                  <a:lnTo>
                    <a:pt x="765" y="1881"/>
                  </a:lnTo>
                  <a:lnTo>
                    <a:pt x="781" y="1803"/>
                  </a:lnTo>
                  <a:lnTo>
                    <a:pt x="794" y="1720"/>
                  </a:lnTo>
                  <a:lnTo>
                    <a:pt x="800" y="1634"/>
                  </a:lnTo>
                  <a:lnTo>
                    <a:pt x="805" y="1545"/>
                  </a:lnTo>
                  <a:lnTo>
                    <a:pt x="248" y="1545"/>
                  </a:lnTo>
                  <a:lnTo>
                    <a:pt x="214" y="1542"/>
                  </a:lnTo>
                  <a:lnTo>
                    <a:pt x="181" y="1533"/>
                  </a:lnTo>
                  <a:lnTo>
                    <a:pt x="151" y="1519"/>
                  </a:lnTo>
                  <a:lnTo>
                    <a:pt x="124" y="1500"/>
                  </a:lnTo>
                  <a:lnTo>
                    <a:pt x="101" y="1477"/>
                  </a:lnTo>
                  <a:lnTo>
                    <a:pt x="82" y="1450"/>
                  </a:lnTo>
                  <a:lnTo>
                    <a:pt x="69" y="1421"/>
                  </a:lnTo>
                  <a:lnTo>
                    <a:pt x="60" y="1388"/>
                  </a:lnTo>
                  <a:lnTo>
                    <a:pt x="56" y="1354"/>
                  </a:lnTo>
                  <a:lnTo>
                    <a:pt x="56" y="191"/>
                  </a:lnTo>
                  <a:lnTo>
                    <a:pt x="60" y="157"/>
                  </a:lnTo>
                  <a:lnTo>
                    <a:pt x="69" y="125"/>
                  </a:lnTo>
                  <a:lnTo>
                    <a:pt x="82" y="95"/>
                  </a:lnTo>
                  <a:lnTo>
                    <a:pt x="101" y="68"/>
                  </a:lnTo>
                  <a:lnTo>
                    <a:pt x="124" y="45"/>
                  </a:lnTo>
                  <a:lnTo>
                    <a:pt x="151" y="26"/>
                  </a:lnTo>
                  <a:lnTo>
                    <a:pt x="181" y="13"/>
                  </a:lnTo>
                  <a:lnTo>
                    <a:pt x="214" y="4"/>
                  </a:lnTo>
                  <a:lnTo>
                    <a:pt x="24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akkal Majalla" panose="02000000000000000000" pitchFamily="2" charset="-78"/>
                <a:cs typeface="Sakkal Majalla" panose="02000000000000000000" pitchFamily="2" charset="-78"/>
              </a:endParaRPr>
            </a:p>
          </p:txBody>
        </p:sp>
        <p:sp>
          <p:nvSpPr>
            <p:cNvPr id="9" name="Freeform 7">
              <a:extLst>
                <a:ext uri="{FF2B5EF4-FFF2-40B4-BE49-F238E27FC236}">
                  <a16:creationId xmlns:a16="http://schemas.microsoft.com/office/drawing/2014/main" id="{45FFBA4D-37AE-C6A4-F5B1-3CFB600C33F7}"/>
                </a:ext>
              </a:extLst>
            </p:cNvPr>
            <p:cNvSpPr>
              <a:spLocks/>
            </p:cNvSpPr>
            <p:nvPr/>
          </p:nvSpPr>
          <p:spPr bwMode="auto">
            <a:xfrm>
              <a:off x="-305" y="203"/>
              <a:ext cx="229" cy="470"/>
            </a:xfrm>
            <a:custGeom>
              <a:avLst/>
              <a:gdLst>
                <a:gd name="T0" fmla="*/ 1413 w 1604"/>
                <a:gd name="T1" fmla="*/ 0 h 3290"/>
                <a:gd name="T2" fmla="*/ 1479 w 1604"/>
                <a:gd name="T3" fmla="*/ 13 h 3290"/>
                <a:gd name="T4" fmla="*/ 1536 w 1604"/>
                <a:gd name="T5" fmla="*/ 45 h 3290"/>
                <a:gd name="T6" fmla="*/ 1578 w 1604"/>
                <a:gd name="T7" fmla="*/ 95 h 3290"/>
                <a:gd name="T8" fmla="*/ 1601 w 1604"/>
                <a:gd name="T9" fmla="*/ 157 h 3290"/>
                <a:gd name="T10" fmla="*/ 1604 w 1604"/>
                <a:gd name="T11" fmla="*/ 1105 h 3290"/>
                <a:gd name="T12" fmla="*/ 1599 w 1604"/>
                <a:gd name="T13" fmla="*/ 1364 h 3290"/>
                <a:gd name="T14" fmla="*/ 1585 w 1604"/>
                <a:gd name="T15" fmla="*/ 1599 h 3290"/>
                <a:gd name="T16" fmla="*/ 1561 w 1604"/>
                <a:gd name="T17" fmla="*/ 1812 h 3290"/>
                <a:gd name="T18" fmla="*/ 1528 w 1604"/>
                <a:gd name="T19" fmla="*/ 2001 h 3290"/>
                <a:gd name="T20" fmla="*/ 1485 w 1604"/>
                <a:gd name="T21" fmla="*/ 2166 h 3290"/>
                <a:gd name="T22" fmla="*/ 1414 w 1604"/>
                <a:gd name="T23" fmla="*/ 2354 h 3290"/>
                <a:gd name="T24" fmla="*/ 1316 w 1604"/>
                <a:gd name="T25" fmla="*/ 2531 h 3290"/>
                <a:gd name="T26" fmla="*/ 1194 w 1604"/>
                <a:gd name="T27" fmla="*/ 2700 h 3290"/>
                <a:gd name="T28" fmla="*/ 1046 w 1604"/>
                <a:gd name="T29" fmla="*/ 2859 h 3290"/>
                <a:gd name="T30" fmla="*/ 886 w 1604"/>
                <a:gd name="T31" fmla="*/ 2996 h 3290"/>
                <a:gd name="T32" fmla="*/ 707 w 1604"/>
                <a:gd name="T33" fmla="*/ 3118 h 3290"/>
                <a:gd name="T34" fmla="*/ 511 w 1604"/>
                <a:gd name="T35" fmla="*/ 3226 h 3290"/>
                <a:gd name="T36" fmla="*/ 374 w 1604"/>
                <a:gd name="T37" fmla="*/ 3285 h 3290"/>
                <a:gd name="T38" fmla="*/ 309 w 1604"/>
                <a:gd name="T39" fmla="*/ 3289 h 3290"/>
                <a:gd name="T40" fmla="*/ 247 w 1604"/>
                <a:gd name="T41" fmla="*/ 3272 h 3290"/>
                <a:gd name="T42" fmla="*/ 195 w 1604"/>
                <a:gd name="T43" fmla="*/ 3235 h 3290"/>
                <a:gd name="T44" fmla="*/ 156 w 1604"/>
                <a:gd name="T45" fmla="*/ 3181 h 3290"/>
                <a:gd name="T46" fmla="*/ 7 w 1604"/>
                <a:gd name="T47" fmla="*/ 2862 h 3290"/>
                <a:gd name="T48" fmla="*/ 0 w 1604"/>
                <a:gd name="T49" fmla="*/ 2801 h 3290"/>
                <a:gd name="T50" fmla="*/ 11 w 1604"/>
                <a:gd name="T51" fmla="*/ 2743 h 3290"/>
                <a:gd name="T52" fmla="*/ 41 w 1604"/>
                <a:gd name="T53" fmla="*/ 2691 h 3290"/>
                <a:gd name="T54" fmla="*/ 86 w 1604"/>
                <a:gd name="T55" fmla="*/ 2650 h 3290"/>
                <a:gd name="T56" fmla="*/ 191 w 1604"/>
                <a:gd name="T57" fmla="*/ 2598 h 3290"/>
                <a:gd name="T58" fmla="*/ 332 w 1604"/>
                <a:gd name="T59" fmla="*/ 2518 h 3290"/>
                <a:gd name="T60" fmla="*/ 452 w 1604"/>
                <a:gd name="T61" fmla="*/ 2428 h 3290"/>
                <a:gd name="T62" fmla="*/ 551 w 1604"/>
                <a:gd name="T63" fmla="*/ 2329 h 3290"/>
                <a:gd name="T64" fmla="*/ 632 w 1604"/>
                <a:gd name="T65" fmla="*/ 2219 h 3290"/>
                <a:gd name="T66" fmla="*/ 697 w 1604"/>
                <a:gd name="T67" fmla="*/ 2095 h 3290"/>
                <a:gd name="T68" fmla="*/ 746 w 1604"/>
                <a:gd name="T69" fmla="*/ 1956 h 3290"/>
                <a:gd name="T70" fmla="*/ 782 w 1604"/>
                <a:gd name="T71" fmla="*/ 1803 h 3290"/>
                <a:gd name="T72" fmla="*/ 801 w 1604"/>
                <a:gd name="T73" fmla="*/ 1634 h 3290"/>
                <a:gd name="T74" fmla="*/ 248 w 1604"/>
                <a:gd name="T75" fmla="*/ 1545 h 3290"/>
                <a:gd name="T76" fmla="*/ 181 w 1604"/>
                <a:gd name="T77" fmla="*/ 1533 h 3290"/>
                <a:gd name="T78" fmla="*/ 125 w 1604"/>
                <a:gd name="T79" fmla="*/ 1500 h 3290"/>
                <a:gd name="T80" fmla="*/ 83 w 1604"/>
                <a:gd name="T81" fmla="*/ 1450 h 3290"/>
                <a:gd name="T82" fmla="*/ 60 w 1604"/>
                <a:gd name="T83" fmla="*/ 1388 h 3290"/>
                <a:gd name="T84" fmla="*/ 57 w 1604"/>
                <a:gd name="T85" fmla="*/ 191 h 3290"/>
                <a:gd name="T86" fmla="*/ 69 w 1604"/>
                <a:gd name="T87" fmla="*/ 125 h 3290"/>
                <a:gd name="T88" fmla="*/ 102 w 1604"/>
                <a:gd name="T89" fmla="*/ 68 h 3290"/>
                <a:gd name="T90" fmla="*/ 152 w 1604"/>
                <a:gd name="T91" fmla="*/ 26 h 3290"/>
                <a:gd name="T92" fmla="*/ 214 w 1604"/>
                <a:gd name="T93" fmla="*/ 4 h 3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04" h="3290">
                  <a:moveTo>
                    <a:pt x="248" y="0"/>
                  </a:moveTo>
                  <a:lnTo>
                    <a:pt x="1413" y="0"/>
                  </a:lnTo>
                  <a:lnTo>
                    <a:pt x="1446" y="4"/>
                  </a:lnTo>
                  <a:lnTo>
                    <a:pt x="1479" y="13"/>
                  </a:lnTo>
                  <a:lnTo>
                    <a:pt x="1509" y="26"/>
                  </a:lnTo>
                  <a:lnTo>
                    <a:pt x="1536" y="45"/>
                  </a:lnTo>
                  <a:lnTo>
                    <a:pt x="1559" y="68"/>
                  </a:lnTo>
                  <a:lnTo>
                    <a:pt x="1578" y="95"/>
                  </a:lnTo>
                  <a:lnTo>
                    <a:pt x="1591" y="125"/>
                  </a:lnTo>
                  <a:lnTo>
                    <a:pt x="1601" y="157"/>
                  </a:lnTo>
                  <a:lnTo>
                    <a:pt x="1604" y="191"/>
                  </a:lnTo>
                  <a:lnTo>
                    <a:pt x="1604" y="1105"/>
                  </a:lnTo>
                  <a:lnTo>
                    <a:pt x="1603" y="1237"/>
                  </a:lnTo>
                  <a:lnTo>
                    <a:pt x="1599" y="1364"/>
                  </a:lnTo>
                  <a:lnTo>
                    <a:pt x="1593" y="1485"/>
                  </a:lnTo>
                  <a:lnTo>
                    <a:pt x="1585" y="1599"/>
                  </a:lnTo>
                  <a:lnTo>
                    <a:pt x="1574" y="1709"/>
                  </a:lnTo>
                  <a:lnTo>
                    <a:pt x="1561" y="1812"/>
                  </a:lnTo>
                  <a:lnTo>
                    <a:pt x="1546" y="1909"/>
                  </a:lnTo>
                  <a:lnTo>
                    <a:pt x="1528" y="2001"/>
                  </a:lnTo>
                  <a:lnTo>
                    <a:pt x="1508" y="2087"/>
                  </a:lnTo>
                  <a:lnTo>
                    <a:pt x="1485" y="2166"/>
                  </a:lnTo>
                  <a:lnTo>
                    <a:pt x="1452" y="2261"/>
                  </a:lnTo>
                  <a:lnTo>
                    <a:pt x="1414" y="2354"/>
                  </a:lnTo>
                  <a:lnTo>
                    <a:pt x="1368" y="2444"/>
                  </a:lnTo>
                  <a:lnTo>
                    <a:pt x="1316" y="2531"/>
                  </a:lnTo>
                  <a:lnTo>
                    <a:pt x="1258" y="2617"/>
                  </a:lnTo>
                  <a:lnTo>
                    <a:pt x="1194" y="2700"/>
                  </a:lnTo>
                  <a:lnTo>
                    <a:pt x="1123" y="2781"/>
                  </a:lnTo>
                  <a:lnTo>
                    <a:pt x="1046" y="2859"/>
                  </a:lnTo>
                  <a:lnTo>
                    <a:pt x="967" y="2930"/>
                  </a:lnTo>
                  <a:lnTo>
                    <a:pt x="886" y="2996"/>
                  </a:lnTo>
                  <a:lnTo>
                    <a:pt x="799" y="3058"/>
                  </a:lnTo>
                  <a:lnTo>
                    <a:pt x="707" y="3118"/>
                  </a:lnTo>
                  <a:lnTo>
                    <a:pt x="612" y="3174"/>
                  </a:lnTo>
                  <a:lnTo>
                    <a:pt x="511" y="3226"/>
                  </a:lnTo>
                  <a:lnTo>
                    <a:pt x="406" y="3275"/>
                  </a:lnTo>
                  <a:lnTo>
                    <a:pt x="374" y="3285"/>
                  </a:lnTo>
                  <a:lnTo>
                    <a:pt x="341" y="3290"/>
                  </a:lnTo>
                  <a:lnTo>
                    <a:pt x="309" y="3289"/>
                  </a:lnTo>
                  <a:lnTo>
                    <a:pt x="278" y="3284"/>
                  </a:lnTo>
                  <a:lnTo>
                    <a:pt x="247" y="3272"/>
                  </a:lnTo>
                  <a:lnTo>
                    <a:pt x="220" y="3256"/>
                  </a:lnTo>
                  <a:lnTo>
                    <a:pt x="195" y="3235"/>
                  </a:lnTo>
                  <a:lnTo>
                    <a:pt x="173" y="3210"/>
                  </a:lnTo>
                  <a:lnTo>
                    <a:pt x="156" y="3181"/>
                  </a:lnTo>
                  <a:lnTo>
                    <a:pt x="18" y="2891"/>
                  </a:lnTo>
                  <a:lnTo>
                    <a:pt x="7" y="2862"/>
                  </a:lnTo>
                  <a:lnTo>
                    <a:pt x="1" y="2831"/>
                  </a:lnTo>
                  <a:lnTo>
                    <a:pt x="0" y="2801"/>
                  </a:lnTo>
                  <a:lnTo>
                    <a:pt x="3" y="2771"/>
                  </a:lnTo>
                  <a:lnTo>
                    <a:pt x="11" y="2743"/>
                  </a:lnTo>
                  <a:lnTo>
                    <a:pt x="24" y="2716"/>
                  </a:lnTo>
                  <a:lnTo>
                    <a:pt x="41" y="2691"/>
                  </a:lnTo>
                  <a:lnTo>
                    <a:pt x="61" y="2668"/>
                  </a:lnTo>
                  <a:lnTo>
                    <a:pt x="86" y="2650"/>
                  </a:lnTo>
                  <a:lnTo>
                    <a:pt x="113" y="2634"/>
                  </a:lnTo>
                  <a:lnTo>
                    <a:pt x="191" y="2598"/>
                  </a:lnTo>
                  <a:lnTo>
                    <a:pt x="264" y="2560"/>
                  </a:lnTo>
                  <a:lnTo>
                    <a:pt x="332" y="2518"/>
                  </a:lnTo>
                  <a:lnTo>
                    <a:pt x="394" y="2474"/>
                  </a:lnTo>
                  <a:lnTo>
                    <a:pt x="452" y="2428"/>
                  </a:lnTo>
                  <a:lnTo>
                    <a:pt x="504" y="2380"/>
                  </a:lnTo>
                  <a:lnTo>
                    <a:pt x="551" y="2329"/>
                  </a:lnTo>
                  <a:lnTo>
                    <a:pt x="594" y="2276"/>
                  </a:lnTo>
                  <a:lnTo>
                    <a:pt x="632" y="2219"/>
                  </a:lnTo>
                  <a:lnTo>
                    <a:pt x="666" y="2159"/>
                  </a:lnTo>
                  <a:lnTo>
                    <a:pt x="697" y="2095"/>
                  </a:lnTo>
                  <a:lnTo>
                    <a:pt x="724" y="2027"/>
                  </a:lnTo>
                  <a:lnTo>
                    <a:pt x="746" y="1956"/>
                  </a:lnTo>
                  <a:lnTo>
                    <a:pt x="766" y="1881"/>
                  </a:lnTo>
                  <a:lnTo>
                    <a:pt x="782" y="1803"/>
                  </a:lnTo>
                  <a:lnTo>
                    <a:pt x="793" y="1720"/>
                  </a:lnTo>
                  <a:lnTo>
                    <a:pt x="801" y="1634"/>
                  </a:lnTo>
                  <a:lnTo>
                    <a:pt x="805" y="1545"/>
                  </a:lnTo>
                  <a:lnTo>
                    <a:pt x="248" y="1545"/>
                  </a:lnTo>
                  <a:lnTo>
                    <a:pt x="214" y="1542"/>
                  </a:lnTo>
                  <a:lnTo>
                    <a:pt x="181" y="1533"/>
                  </a:lnTo>
                  <a:lnTo>
                    <a:pt x="152" y="1519"/>
                  </a:lnTo>
                  <a:lnTo>
                    <a:pt x="125" y="1500"/>
                  </a:lnTo>
                  <a:lnTo>
                    <a:pt x="102" y="1477"/>
                  </a:lnTo>
                  <a:lnTo>
                    <a:pt x="83" y="1450"/>
                  </a:lnTo>
                  <a:lnTo>
                    <a:pt x="69" y="1421"/>
                  </a:lnTo>
                  <a:lnTo>
                    <a:pt x="60" y="1388"/>
                  </a:lnTo>
                  <a:lnTo>
                    <a:pt x="57" y="1354"/>
                  </a:lnTo>
                  <a:lnTo>
                    <a:pt x="57" y="191"/>
                  </a:lnTo>
                  <a:lnTo>
                    <a:pt x="60" y="157"/>
                  </a:lnTo>
                  <a:lnTo>
                    <a:pt x="69" y="125"/>
                  </a:lnTo>
                  <a:lnTo>
                    <a:pt x="83" y="95"/>
                  </a:lnTo>
                  <a:lnTo>
                    <a:pt x="102" y="68"/>
                  </a:lnTo>
                  <a:lnTo>
                    <a:pt x="125" y="45"/>
                  </a:lnTo>
                  <a:lnTo>
                    <a:pt x="152" y="26"/>
                  </a:lnTo>
                  <a:lnTo>
                    <a:pt x="181" y="13"/>
                  </a:lnTo>
                  <a:lnTo>
                    <a:pt x="214" y="4"/>
                  </a:lnTo>
                  <a:lnTo>
                    <a:pt x="24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akkal Majalla" panose="02000000000000000000" pitchFamily="2" charset="-78"/>
                <a:cs typeface="Sakkal Majalla" panose="02000000000000000000" pitchFamily="2" charset="-78"/>
              </a:endParaRPr>
            </a:p>
          </p:txBody>
        </p:sp>
      </p:grpSp>
    </p:spTree>
    <p:extLst>
      <p:ext uri="{BB962C8B-B14F-4D97-AF65-F5344CB8AC3E}">
        <p14:creationId xmlns:p14="http://schemas.microsoft.com/office/powerpoint/2010/main" val="129810063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50"/>
                                        <p:tgtEl>
                                          <p:spTgt spid="7"/>
                                        </p:tgtEl>
                                      </p:cBhvr>
                                    </p:animEffect>
                                    <p:anim calcmode="lin" valueType="num">
                                      <p:cBhvr>
                                        <p:cTn id="8" dur="750" fill="hold"/>
                                        <p:tgtEl>
                                          <p:spTgt spid="7"/>
                                        </p:tgtEl>
                                        <p:attrNameLst>
                                          <p:attrName>ppt_x</p:attrName>
                                        </p:attrNameLst>
                                      </p:cBhvr>
                                      <p:tavLst>
                                        <p:tav tm="0">
                                          <p:val>
                                            <p:strVal val="#ppt_x"/>
                                          </p:val>
                                        </p:tav>
                                        <p:tav tm="100000">
                                          <p:val>
                                            <p:strVal val="#ppt_x"/>
                                          </p:val>
                                        </p:tav>
                                      </p:tavLst>
                                    </p:anim>
                                    <p:anim calcmode="lin" valueType="num">
                                      <p:cBhvr>
                                        <p:cTn id="9" dur="7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Main"/>
          <p:cNvSpPr/>
          <p:nvPr/>
        </p:nvSpPr>
        <p:spPr>
          <a:xfrm>
            <a:off x="457200" y="1200000"/>
            <a:ext cx="7104888" cy="4400000"/>
          </a:xfrm>
          <a:prstGeom prst="rect">
            <a:avLst/>
          </a:prstGeom>
          <a:noFill/>
          <a:ln>
            <a:noFill/>
          </a:ln>
        </p:spPr>
        <p:txBody>
          <a:bodyPr anchor="t">
            <a:normAutofit/>
          </a:bodyPr>
          <a:lstStyle/>
          <a:p>
            <a:pPr algn="r" rtl="1"/>
            <a:r>
              <a:rPr lang="ar-SA" b="0" dirty="0">
                <a:solidFill>
                  <a:srgbClr val="44546A"/>
                </a:solidFill>
              </a:rPr>
              <a:t>تمت هذه المقارنة المعيارية انطلاقاً من توجه الهيئة نحو الاستفادة من التجارب الوطنية الرائدة في مجال البنية المؤسسية، وبالنظر إلى حصول جامعة الملك خالد على شهادة اعتماد البنية المؤسسية بالمستوى الثالث، فقد تم الاجتماع مع الجهة للاطلاع على تجربتها العملية، وفهم أبرز الممكنات والمنهجيات التي دعمت نجاحها، وتحليل ما يمكن الاستفادة منه في تطوير ممارسة البنية المؤسسية في الهيئة.</a:t>
            </a:r>
          </a:p>
        </p:txBody>
      </p:sp>
      <p:sp>
        <p:nvSpPr>
          <p:cNvPr id="30" name="SB0"/>
          <p:cNvSpPr/>
          <p:nvPr/>
        </p:nvSpPr>
        <p:spPr>
          <a:xfrm>
            <a:off x="7866888" y="1250000"/>
            <a:ext cx="3867912" cy="1300000"/>
          </a:xfrm>
          <a:prstGeom prst="roundRect">
            <a:avLst>
              <a:gd name="adj" fmla="val 4000"/>
            </a:avLst>
          </a:prstGeom>
          <a:solidFill>
            <a:srgbClr val="F7F7F9"/>
          </a:solidFill>
          <a:ln w="25400">
            <a:solidFill>
              <a:srgbClr val="3FA0D9"/>
            </a:solidFill>
          </a:ln>
        </p:spPr>
        <p:txBody>
          <a:bodyPr/>
          <a:lstStyle/>
          <a:p>
            <a:endParaRPr sz="2800"/>
          </a:p>
        </p:txBody>
      </p:sp>
      <p:sp>
        <p:nvSpPr>
          <p:cNvPr id="31" name="SBbar0"/>
          <p:cNvSpPr/>
          <p:nvPr/>
        </p:nvSpPr>
        <p:spPr>
          <a:xfrm>
            <a:off x="7866888" y="1250000"/>
            <a:ext cx="76200" cy="1300000"/>
          </a:xfrm>
          <a:prstGeom prst="roundRect">
            <a:avLst>
              <a:gd name="adj" fmla="val 4000"/>
            </a:avLst>
          </a:prstGeom>
          <a:solidFill>
            <a:srgbClr val="3FA0D9"/>
          </a:solidFill>
          <a:ln>
            <a:noFill/>
          </a:ln>
        </p:spPr>
        <p:txBody>
          <a:bodyPr/>
          <a:lstStyle/>
          <a:p>
            <a:endParaRPr sz="2800"/>
          </a:p>
        </p:txBody>
      </p:sp>
      <p:sp>
        <p:nvSpPr>
          <p:cNvPr id="32" name="SBT0"/>
          <p:cNvSpPr/>
          <p:nvPr/>
        </p:nvSpPr>
        <p:spPr>
          <a:xfrm>
            <a:off x="7981188" y="1364300"/>
            <a:ext cx="3639312" cy="342900"/>
          </a:xfrm>
          <a:prstGeom prst="rect">
            <a:avLst/>
          </a:prstGeom>
          <a:noFill/>
          <a:ln>
            <a:noFill/>
          </a:ln>
        </p:spPr>
        <p:txBody>
          <a:bodyPr anchor="t">
            <a:noAutofit/>
          </a:bodyPr>
          <a:lstStyle/>
          <a:p>
            <a:pPr algn="r" rtl="1"/>
            <a:r>
              <a:rPr lang="ar-SA" sz="2000" b="1" dirty="0">
                <a:solidFill>
                  <a:srgbClr val="3FA0D9"/>
                </a:solidFill>
              </a:rPr>
              <a:t>جهة المقارنة</a:t>
            </a:r>
          </a:p>
        </p:txBody>
      </p:sp>
      <p:sp>
        <p:nvSpPr>
          <p:cNvPr id="33" name="SBD0"/>
          <p:cNvSpPr/>
          <p:nvPr/>
        </p:nvSpPr>
        <p:spPr>
          <a:xfrm>
            <a:off x="7981188" y="1750000"/>
            <a:ext cx="3639312" cy="700000"/>
          </a:xfrm>
          <a:prstGeom prst="rect">
            <a:avLst/>
          </a:prstGeom>
          <a:noFill/>
          <a:ln>
            <a:noFill/>
          </a:ln>
        </p:spPr>
        <p:txBody>
          <a:bodyPr anchor="t">
            <a:normAutofit/>
          </a:bodyPr>
          <a:lstStyle/>
          <a:p>
            <a:pPr algn="r" rtl="1"/>
            <a:r>
              <a:rPr lang="ar-SA" b="0" dirty="0">
                <a:solidFill>
                  <a:srgbClr val="44546A"/>
                </a:solidFill>
              </a:rPr>
              <a:t>جامعة الملك خالد</a:t>
            </a:r>
          </a:p>
        </p:txBody>
      </p:sp>
      <p:sp>
        <p:nvSpPr>
          <p:cNvPr id="35" name="SB1"/>
          <p:cNvSpPr/>
          <p:nvPr/>
        </p:nvSpPr>
        <p:spPr>
          <a:xfrm>
            <a:off x="7866888" y="2678000"/>
            <a:ext cx="3867912" cy="1300000"/>
          </a:xfrm>
          <a:prstGeom prst="roundRect">
            <a:avLst>
              <a:gd name="adj" fmla="val 4000"/>
            </a:avLst>
          </a:prstGeom>
          <a:solidFill>
            <a:srgbClr val="F7F7F9"/>
          </a:solidFill>
          <a:ln w="25400">
            <a:solidFill>
              <a:srgbClr val="4C3C8D"/>
            </a:solidFill>
          </a:ln>
        </p:spPr>
        <p:txBody>
          <a:bodyPr/>
          <a:lstStyle/>
          <a:p>
            <a:endParaRPr sz="2800"/>
          </a:p>
        </p:txBody>
      </p:sp>
      <p:sp>
        <p:nvSpPr>
          <p:cNvPr id="36" name="SBbar1"/>
          <p:cNvSpPr/>
          <p:nvPr/>
        </p:nvSpPr>
        <p:spPr>
          <a:xfrm>
            <a:off x="7866888" y="2678000"/>
            <a:ext cx="76200" cy="1300000"/>
          </a:xfrm>
          <a:prstGeom prst="roundRect">
            <a:avLst>
              <a:gd name="adj" fmla="val 4000"/>
            </a:avLst>
          </a:prstGeom>
          <a:solidFill>
            <a:srgbClr val="4C3C8D"/>
          </a:solidFill>
          <a:ln>
            <a:noFill/>
          </a:ln>
        </p:spPr>
        <p:txBody>
          <a:bodyPr/>
          <a:lstStyle/>
          <a:p>
            <a:endParaRPr sz="2800"/>
          </a:p>
        </p:txBody>
      </p:sp>
      <p:sp>
        <p:nvSpPr>
          <p:cNvPr id="37" name="SBT1"/>
          <p:cNvSpPr/>
          <p:nvPr/>
        </p:nvSpPr>
        <p:spPr>
          <a:xfrm>
            <a:off x="7981188" y="2792300"/>
            <a:ext cx="3639312" cy="342900"/>
          </a:xfrm>
          <a:prstGeom prst="rect">
            <a:avLst/>
          </a:prstGeom>
          <a:noFill/>
          <a:ln>
            <a:noFill/>
          </a:ln>
        </p:spPr>
        <p:txBody>
          <a:bodyPr anchor="t">
            <a:noAutofit/>
          </a:bodyPr>
          <a:lstStyle/>
          <a:p>
            <a:pPr algn="r" rtl="1"/>
            <a:r>
              <a:rPr lang="ar-SA" sz="2000" b="1" dirty="0">
                <a:solidFill>
                  <a:srgbClr val="4C3C8D"/>
                </a:solidFill>
              </a:rPr>
              <a:t>الأساس</a:t>
            </a:r>
          </a:p>
        </p:txBody>
      </p:sp>
      <p:sp>
        <p:nvSpPr>
          <p:cNvPr id="38" name="SBD1"/>
          <p:cNvSpPr/>
          <p:nvPr/>
        </p:nvSpPr>
        <p:spPr>
          <a:xfrm>
            <a:off x="7981188" y="3178000"/>
            <a:ext cx="3639312" cy="700000"/>
          </a:xfrm>
          <a:prstGeom prst="rect">
            <a:avLst/>
          </a:prstGeom>
          <a:noFill/>
          <a:ln>
            <a:noFill/>
          </a:ln>
        </p:spPr>
        <p:txBody>
          <a:bodyPr anchor="t">
            <a:normAutofit/>
          </a:bodyPr>
          <a:lstStyle/>
          <a:p>
            <a:pPr algn="r" rtl="1"/>
            <a:r>
              <a:rPr lang="ar-SA" b="0" dirty="0">
                <a:solidFill>
                  <a:srgbClr val="44546A"/>
                </a:solidFill>
              </a:rPr>
              <a:t>جهة سعودية حاصلة على المستوى الثالث</a:t>
            </a:r>
          </a:p>
        </p:txBody>
      </p:sp>
      <p:sp>
        <p:nvSpPr>
          <p:cNvPr id="40" name="SB2"/>
          <p:cNvSpPr/>
          <p:nvPr/>
        </p:nvSpPr>
        <p:spPr>
          <a:xfrm>
            <a:off x="7866888" y="4106000"/>
            <a:ext cx="3867912" cy="1300000"/>
          </a:xfrm>
          <a:prstGeom prst="roundRect">
            <a:avLst>
              <a:gd name="adj" fmla="val 4000"/>
            </a:avLst>
          </a:prstGeom>
          <a:solidFill>
            <a:srgbClr val="F7F7F9"/>
          </a:solidFill>
          <a:ln w="25400">
            <a:solidFill>
              <a:srgbClr val="F5A053"/>
            </a:solidFill>
          </a:ln>
        </p:spPr>
        <p:txBody>
          <a:bodyPr/>
          <a:lstStyle/>
          <a:p>
            <a:endParaRPr sz="2800"/>
          </a:p>
        </p:txBody>
      </p:sp>
      <p:sp>
        <p:nvSpPr>
          <p:cNvPr id="41" name="SBbar2"/>
          <p:cNvSpPr/>
          <p:nvPr/>
        </p:nvSpPr>
        <p:spPr>
          <a:xfrm>
            <a:off x="7866888" y="4106000"/>
            <a:ext cx="76200" cy="1300000"/>
          </a:xfrm>
          <a:prstGeom prst="roundRect">
            <a:avLst>
              <a:gd name="adj" fmla="val 4000"/>
            </a:avLst>
          </a:prstGeom>
          <a:solidFill>
            <a:srgbClr val="F5A053"/>
          </a:solidFill>
          <a:ln>
            <a:noFill/>
          </a:ln>
        </p:spPr>
        <p:txBody>
          <a:bodyPr/>
          <a:lstStyle/>
          <a:p>
            <a:endParaRPr sz="2800"/>
          </a:p>
        </p:txBody>
      </p:sp>
      <p:sp>
        <p:nvSpPr>
          <p:cNvPr id="42" name="SBT2"/>
          <p:cNvSpPr/>
          <p:nvPr/>
        </p:nvSpPr>
        <p:spPr>
          <a:xfrm>
            <a:off x="7981188" y="4220300"/>
            <a:ext cx="3639312" cy="342900"/>
          </a:xfrm>
          <a:prstGeom prst="rect">
            <a:avLst/>
          </a:prstGeom>
          <a:noFill/>
          <a:ln>
            <a:noFill/>
          </a:ln>
        </p:spPr>
        <p:txBody>
          <a:bodyPr anchor="t">
            <a:noAutofit/>
          </a:bodyPr>
          <a:lstStyle/>
          <a:p>
            <a:pPr algn="r" rtl="1"/>
            <a:r>
              <a:rPr lang="ar-SA" sz="2000" b="1" dirty="0">
                <a:solidFill>
                  <a:srgbClr val="F5A053"/>
                </a:solidFill>
              </a:rPr>
              <a:t>الغاية</a:t>
            </a:r>
          </a:p>
        </p:txBody>
      </p:sp>
      <p:sp>
        <p:nvSpPr>
          <p:cNvPr id="43" name="SBD2"/>
          <p:cNvSpPr/>
          <p:nvPr/>
        </p:nvSpPr>
        <p:spPr>
          <a:xfrm>
            <a:off x="7981188" y="4606000"/>
            <a:ext cx="3639312" cy="700000"/>
          </a:xfrm>
          <a:prstGeom prst="rect">
            <a:avLst/>
          </a:prstGeom>
          <a:noFill/>
          <a:ln>
            <a:noFill/>
          </a:ln>
        </p:spPr>
        <p:txBody>
          <a:bodyPr anchor="t">
            <a:normAutofit/>
          </a:bodyPr>
          <a:lstStyle/>
          <a:p>
            <a:pPr algn="r" rtl="1"/>
            <a:r>
              <a:rPr lang="ar-SA" b="0" dirty="0">
                <a:solidFill>
                  <a:srgbClr val="44546A"/>
                </a:solidFill>
              </a:rPr>
              <a:t>الاستفادة من أفضل الممارسات</a:t>
            </a:r>
          </a:p>
        </p:txBody>
      </p:sp>
      <p:sp>
        <p:nvSpPr>
          <p:cNvPr id="2" name="Title 1">
            <a:extLst>
              <a:ext uri="{FF2B5EF4-FFF2-40B4-BE49-F238E27FC236}">
                <a16:creationId xmlns:a16="http://schemas.microsoft.com/office/drawing/2014/main" id="{E94AF765-9DF3-54E7-872D-9D09811B9475}"/>
              </a:ext>
            </a:extLst>
          </p:cNvPr>
          <p:cNvSpPr>
            <a:spLocks noGrp="1"/>
          </p:cNvSpPr>
          <p:nvPr>
            <p:ph type="title"/>
          </p:nvPr>
        </p:nvSpPr>
        <p:spPr/>
        <p:txBody>
          <a:bodyPr/>
          <a:lstStyle/>
          <a:p>
            <a:r>
              <a:rPr lang="ar-EG" dirty="0"/>
              <a:t>خلفية المقارنة المعيارية</a:t>
            </a:r>
            <a:br>
              <a:rPr lang="ar-EG" dirty="0"/>
            </a:br>
            <a:endParaRPr lang="en-US" dirty="0"/>
          </a:p>
        </p:txBody>
      </p:sp>
      <p:sp>
        <p:nvSpPr>
          <p:cNvPr id="999" name="SN"/>
          <p:cNvSpPr>
            <a:spLocks noGrp="1"/>
          </p:cNvSpPr>
          <p:nvPr>
            <p:ph type="sldNum" sz="quarter" idx="12"/>
          </p:nvPr>
        </p:nvSpPr>
        <p:spPr/>
        <p:txBody>
          <a:bodyPr/>
          <a:lstStyle/>
          <a:p>
            <a:fld id="{D70F3117-BC29-4F13-B28C-0121BCE57F80}"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Intro"/>
          <p:cNvSpPr/>
          <p:nvPr/>
        </p:nvSpPr>
        <p:spPr>
          <a:xfrm>
            <a:off x="457200" y="1200000"/>
            <a:ext cx="11277600" cy="533400"/>
          </a:xfrm>
          <a:prstGeom prst="rect">
            <a:avLst/>
          </a:prstGeom>
          <a:noFill/>
          <a:ln>
            <a:noFill/>
          </a:ln>
        </p:spPr>
        <p:txBody>
          <a:bodyPr anchor="t">
            <a:normAutofit fontScale="92500" lnSpcReduction="20000"/>
          </a:bodyPr>
          <a:lstStyle/>
          <a:p>
            <a:pPr algn="r" rtl="1"/>
            <a:r>
              <a:rPr lang="ar-SA" b="0" dirty="0">
                <a:solidFill>
                  <a:srgbClr val="44546A"/>
                </a:solidFill>
              </a:rPr>
              <a:t>تم اختيار جامعة الملك خالد كجهة للمقارنة المعيارية لكونها تمثل تجربة وطنية داخلية ذات صلة مباشرة بالسياق المؤسسي المحلي، ولحصولها على شهادة اعتماد البنية المؤسسية بالمستوى الثالث.</a:t>
            </a:r>
          </a:p>
        </p:txBody>
      </p:sp>
      <p:sp>
        <p:nvSpPr>
          <p:cNvPr id="100" name="C3BG0"/>
          <p:cNvSpPr/>
          <p:nvPr/>
        </p:nvSpPr>
        <p:spPr>
          <a:xfrm>
            <a:off x="457200" y="1880000"/>
            <a:ext cx="3657600" cy="3600000"/>
          </a:xfrm>
          <a:prstGeom prst="roundRect">
            <a:avLst>
              <a:gd name="adj" fmla="val 6000"/>
            </a:avLst>
          </a:prstGeom>
          <a:solidFill>
            <a:srgbClr val="EBF5FB"/>
          </a:solidFill>
          <a:ln w="19050">
            <a:solidFill>
              <a:srgbClr val="3FA0D9"/>
            </a:solidFill>
          </a:ln>
        </p:spPr>
        <p:txBody>
          <a:bodyPr/>
          <a:lstStyle/>
          <a:p>
            <a:endParaRPr sz="2800"/>
          </a:p>
        </p:txBody>
      </p:sp>
      <p:sp>
        <p:nvSpPr>
          <p:cNvPr id="101" name="C3Bar0"/>
          <p:cNvSpPr/>
          <p:nvPr/>
        </p:nvSpPr>
        <p:spPr>
          <a:xfrm>
            <a:off x="457200" y="1880000"/>
            <a:ext cx="3657600" cy="190500"/>
          </a:xfrm>
          <a:prstGeom prst="roundRect">
            <a:avLst>
              <a:gd name="adj" fmla="val 6000"/>
            </a:avLst>
          </a:prstGeom>
          <a:solidFill>
            <a:srgbClr val="3FA0D9"/>
          </a:solidFill>
          <a:ln>
            <a:noFill/>
          </a:ln>
        </p:spPr>
        <p:txBody>
          <a:bodyPr/>
          <a:lstStyle/>
          <a:p>
            <a:endParaRPr sz="2800"/>
          </a:p>
        </p:txBody>
      </p:sp>
      <p:sp>
        <p:nvSpPr>
          <p:cNvPr id="102" name="C3N0"/>
          <p:cNvSpPr/>
          <p:nvPr/>
        </p:nvSpPr>
        <p:spPr>
          <a:xfrm>
            <a:off x="2076450" y="2146700"/>
            <a:ext cx="419100" cy="419100"/>
          </a:xfrm>
          <a:prstGeom prst="rect">
            <a:avLst/>
          </a:prstGeom>
          <a:solidFill>
            <a:srgbClr val="3FA0D9"/>
          </a:solidFill>
          <a:ln>
            <a:noFill/>
          </a:ln>
        </p:spPr>
        <p:txBody>
          <a:bodyPr/>
          <a:lstStyle/>
          <a:p>
            <a:endParaRPr sz="2800"/>
          </a:p>
        </p:txBody>
      </p:sp>
      <p:sp>
        <p:nvSpPr>
          <p:cNvPr id="103" name="C3NC0"/>
          <p:cNvSpPr/>
          <p:nvPr/>
        </p:nvSpPr>
        <p:spPr>
          <a:xfrm>
            <a:off x="2076450" y="2146700"/>
            <a:ext cx="419100" cy="419100"/>
          </a:xfrm>
          <a:prstGeom prst="ellipse">
            <a:avLst/>
          </a:prstGeom>
          <a:solidFill>
            <a:srgbClr val="3FA0D9"/>
          </a:solidFill>
          <a:ln w="12700">
            <a:solidFill>
              <a:srgbClr val="FFFFFF"/>
            </a:solidFill>
          </a:ln>
        </p:spPr>
        <p:txBody>
          <a:bodyPr anchor="ctr"/>
          <a:lstStyle/>
          <a:p>
            <a:pPr algn="ctr" rtl="0"/>
            <a:r>
              <a:rPr lang="en-US" sz="2400" b="1" dirty="0">
                <a:solidFill>
                  <a:srgbClr val="FFFFFF"/>
                </a:solidFill>
              </a:rPr>
              <a:t>01</a:t>
            </a:r>
          </a:p>
        </p:txBody>
      </p:sp>
      <p:sp>
        <p:nvSpPr>
          <p:cNvPr id="104" name="C3T0"/>
          <p:cNvSpPr/>
          <p:nvPr/>
        </p:nvSpPr>
        <p:spPr>
          <a:xfrm>
            <a:off x="571500" y="2680100"/>
            <a:ext cx="3429000" cy="342900"/>
          </a:xfrm>
          <a:prstGeom prst="rect">
            <a:avLst/>
          </a:prstGeom>
          <a:noFill/>
          <a:ln>
            <a:noFill/>
          </a:ln>
        </p:spPr>
        <p:txBody>
          <a:bodyPr anchor="ctr">
            <a:noAutofit/>
          </a:bodyPr>
          <a:lstStyle/>
          <a:p>
            <a:pPr algn="ctr" rtl="1"/>
            <a:r>
              <a:rPr lang="ar-SA" sz="2400" b="1" dirty="0">
                <a:solidFill>
                  <a:srgbClr val="3FA0D9"/>
                </a:solidFill>
              </a:rPr>
              <a:t>جهة سعودية داخلية</a:t>
            </a:r>
          </a:p>
        </p:txBody>
      </p:sp>
      <p:sp>
        <p:nvSpPr>
          <p:cNvPr id="105" name="C3D0"/>
          <p:cNvSpPr/>
          <p:nvPr/>
        </p:nvSpPr>
        <p:spPr>
          <a:xfrm>
            <a:off x="571500" y="3060100"/>
            <a:ext cx="3429000" cy="2299900"/>
          </a:xfrm>
          <a:prstGeom prst="rect">
            <a:avLst/>
          </a:prstGeom>
          <a:noFill/>
          <a:ln>
            <a:noFill/>
          </a:ln>
        </p:spPr>
        <p:txBody>
          <a:bodyPr anchor="t">
            <a:normAutofit/>
          </a:bodyPr>
          <a:lstStyle/>
          <a:p>
            <a:pPr algn="ctr" rtl="1"/>
            <a:r>
              <a:rPr lang="ar-SA" b="0" dirty="0">
                <a:solidFill>
                  <a:srgbClr val="44546A"/>
                </a:solidFill>
              </a:rPr>
              <a:t>تتشابه مع البيئة التنظيمية الوطنية والمتطلبات المحلية في السياق المؤسسي</a:t>
            </a:r>
          </a:p>
        </p:txBody>
      </p:sp>
      <p:sp>
        <p:nvSpPr>
          <p:cNvPr id="110" name="C3BG1"/>
          <p:cNvSpPr/>
          <p:nvPr/>
        </p:nvSpPr>
        <p:spPr>
          <a:xfrm>
            <a:off x="4267200" y="1880000"/>
            <a:ext cx="3657600" cy="3600000"/>
          </a:xfrm>
          <a:prstGeom prst="roundRect">
            <a:avLst>
              <a:gd name="adj" fmla="val 6000"/>
            </a:avLst>
          </a:prstGeom>
          <a:solidFill>
            <a:srgbClr val="F0EEF8"/>
          </a:solidFill>
          <a:ln w="19050">
            <a:solidFill>
              <a:srgbClr val="4C3C8D"/>
            </a:solidFill>
          </a:ln>
        </p:spPr>
        <p:txBody>
          <a:bodyPr/>
          <a:lstStyle/>
          <a:p>
            <a:endParaRPr sz="2800"/>
          </a:p>
        </p:txBody>
      </p:sp>
      <p:sp>
        <p:nvSpPr>
          <p:cNvPr id="111" name="C3Bar1"/>
          <p:cNvSpPr/>
          <p:nvPr/>
        </p:nvSpPr>
        <p:spPr>
          <a:xfrm>
            <a:off x="4267200" y="1880000"/>
            <a:ext cx="3657600" cy="190500"/>
          </a:xfrm>
          <a:prstGeom prst="roundRect">
            <a:avLst>
              <a:gd name="adj" fmla="val 6000"/>
            </a:avLst>
          </a:prstGeom>
          <a:solidFill>
            <a:srgbClr val="4C3C8D"/>
          </a:solidFill>
          <a:ln>
            <a:noFill/>
          </a:ln>
        </p:spPr>
        <p:txBody>
          <a:bodyPr/>
          <a:lstStyle/>
          <a:p>
            <a:endParaRPr sz="2800"/>
          </a:p>
        </p:txBody>
      </p:sp>
      <p:sp>
        <p:nvSpPr>
          <p:cNvPr id="112" name="C3N1"/>
          <p:cNvSpPr/>
          <p:nvPr/>
        </p:nvSpPr>
        <p:spPr>
          <a:xfrm>
            <a:off x="5886450" y="2146700"/>
            <a:ext cx="419100" cy="419100"/>
          </a:xfrm>
          <a:prstGeom prst="rect">
            <a:avLst/>
          </a:prstGeom>
          <a:solidFill>
            <a:srgbClr val="4C3C8D"/>
          </a:solidFill>
          <a:ln>
            <a:noFill/>
          </a:ln>
        </p:spPr>
        <p:txBody>
          <a:bodyPr/>
          <a:lstStyle/>
          <a:p>
            <a:endParaRPr sz="2800"/>
          </a:p>
        </p:txBody>
      </p:sp>
      <p:sp>
        <p:nvSpPr>
          <p:cNvPr id="113" name="C3NC1"/>
          <p:cNvSpPr/>
          <p:nvPr/>
        </p:nvSpPr>
        <p:spPr>
          <a:xfrm>
            <a:off x="5886450" y="2146700"/>
            <a:ext cx="419100" cy="419100"/>
          </a:xfrm>
          <a:prstGeom prst="ellipse">
            <a:avLst/>
          </a:prstGeom>
          <a:solidFill>
            <a:srgbClr val="4C3C8D"/>
          </a:solidFill>
          <a:ln w="12700">
            <a:solidFill>
              <a:srgbClr val="FFFFFF"/>
            </a:solidFill>
          </a:ln>
        </p:spPr>
        <p:txBody>
          <a:bodyPr anchor="ctr"/>
          <a:lstStyle/>
          <a:p>
            <a:pPr algn="ctr" rtl="0"/>
            <a:r>
              <a:rPr lang="en-US" sz="2400" b="1" dirty="0">
                <a:solidFill>
                  <a:srgbClr val="FFFFFF"/>
                </a:solidFill>
              </a:rPr>
              <a:t>02</a:t>
            </a:r>
          </a:p>
        </p:txBody>
      </p:sp>
      <p:sp>
        <p:nvSpPr>
          <p:cNvPr id="114" name="C3T1"/>
          <p:cNvSpPr/>
          <p:nvPr/>
        </p:nvSpPr>
        <p:spPr>
          <a:xfrm>
            <a:off x="4381500" y="2680100"/>
            <a:ext cx="3429000" cy="342900"/>
          </a:xfrm>
          <a:prstGeom prst="rect">
            <a:avLst/>
          </a:prstGeom>
          <a:noFill/>
          <a:ln>
            <a:noFill/>
          </a:ln>
        </p:spPr>
        <p:txBody>
          <a:bodyPr anchor="ctr">
            <a:noAutofit/>
          </a:bodyPr>
          <a:lstStyle/>
          <a:p>
            <a:pPr algn="ctr" rtl="1"/>
            <a:r>
              <a:rPr lang="ar-SA" sz="2400" b="1" dirty="0">
                <a:solidFill>
                  <a:srgbClr val="4C3C8D"/>
                </a:solidFill>
              </a:rPr>
              <a:t>حاصلة على شهادة الاعتماد</a:t>
            </a:r>
          </a:p>
        </p:txBody>
      </p:sp>
      <p:sp>
        <p:nvSpPr>
          <p:cNvPr id="115" name="C3D1"/>
          <p:cNvSpPr/>
          <p:nvPr/>
        </p:nvSpPr>
        <p:spPr>
          <a:xfrm>
            <a:off x="4381500" y="3060100"/>
            <a:ext cx="3429000" cy="2299900"/>
          </a:xfrm>
          <a:prstGeom prst="rect">
            <a:avLst/>
          </a:prstGeom>
          <a:noFill/>
          <a:ln>
            <a:noFill/>
          </a:ln>
        </p:spPr>
        <p:txBody>
          <a:bodyPr anchor="t">
            <a:normAutofit/>
          </a:bodyPr>
          <a:lstStyle/>
          <a:p>
            <a:pPr algn="ctr" rtl="1"/>
            <a:r>
              <a:rPr lang="ar-SA" b="0" dirty="0">
                <a:solidFill>
                  <a:srgbClr val="44546A"/>
                </a:solidFill>
              </a:rPr>
              <a:t>تمكنت من الوصول إلى المستوى الثالث في البنية المؤسسية بفاعلية مثبتة</a:t>
            </a:r>
          </a:p>
        </p:txBody>
      </p:sp>
      <p:sp>
        <p:nvSpPr>
          <p:cNvPr id="120" name="C3BG2"/>
          <p:cNvSpPr/>
          <p:nvPr/>
        </p:nvSpPr>
        <p:spPr>
          <a:xfrm>
            <a:off x="8077200" y="1880000"/>
            <a:ext cx="3657600" cy="3600000"/>
          </a:xfrm>
          <a:prstGeom prst="roundRect">
            <a:avLst>
              <a:gd name="adj" fmla="val 6000"/>
            </a:avLst>
          </a:prstGeom>
          <a:solidFill>
            <a:srgbClr val="FFF8F0"/>
          </a:solidFill>
          <a:ln w="19050">
            <a:solidFill>
              <a:srgbClr val="F5A053"/>
            </a:solidFill>
          </a:ln>
        </p:spPr>
        <p:txBody>
          <a:bodyPr/>
          <a:lstStyle/>
          <a:p>
            <a:endParaRPr sz="2800"/>
          </a:p>
        </p:txBody>
      </p:sp>
      <p:sp>
        <p:nvSpPr>
          <p:cNvPr id="121" name="C3Bar2"/>
          <p:cNvSpPr/>
          <p:nvPr/>
        </p:nvSpPr>
        <p:spPr>
          <a:xfrm>
            <a:off x="8077200" y="1880000"/>
            <a:ext cx="3657600" cy="190500"/>
          </a:xfrm>
          <a:prstGeom prst="roundRect">
            <a:avLst>
              <a:gd name="adj" fmla="val 6000"/>
            </a:avLst>
          </a:prstGeom>
          <a:solidFill>
            <a:srgbClr val="F5A053"/>
          </a:solidFill>
          <a:ln>
            <a:noFill/>
          </a:ln>
        </p:spPr>
        <p:txBody>
          <a:bodyPr/>
          <a:lstStyle/>
          <a:p>
            <a:endParaRPr sz="2800"/>
          </a:p>
        </p:txBody>
      </p:sp>
      <p:sp>
        <p:nvSpPr>
          <p:cNvPr id="122" name="C3N2"/>
          <p:cNvSpPr/>
          <p:nvPr/>
        </p:nvSpPr>
        <p:spPr>
          <a:xfrm>
            <a:off x="9696450" y="2146700"/>
            <a:ext cx="419100" cy="419100"/>
          </a:xfrm>
          <a:prstGeom prst="rect">
            <a:avLst/>
          </a:prstGeom>
          <a:solidFill>
            <a:srgbClr val="F5A053"/>
          </a:solidFill>
          <a:ln>
            <a:noFill/>
          </a:ln>
        </p:spPr>
        <p:txBody>
          <a:bodyPr/>
          <a:lstStyle/>
          <a:p>
            <a:endParaRPr sz="2800"/>
          </a:p>
        </p:txBody>
      </p:sp>
      <p:sp>
        <p:nvSpPr>
          <p:cNvPr id="123" name="C3NC2"/>
          <p:cNvSpPr/>
          <p:nvPr/>
        </p:nvSpPr>
        <p:spPr>
          <a:xfrm>
            <a:off x="9696450" y="2146700"/>
            <a:ext cx="419100" cy="419100"/>
          </a:xfrm>
          <a:prstGeom prst="ellipse">
            <a:avLst/>
          </a:prstGeom>
          <a:solidFill>
            <a:srgbClr val="F5A053"/>
          </a:solidFill>
          <a:ln w="12700">
            <a:solidFill>
              <a:srgbClr val="FFFFFF"/>
            </a:solidFill>
          </a:ln>
        </p:spPr>
        <p:txBody>
          <a:bodyPr anchor="ctr"/>
          <a:lstStyle/>
          <a:p>
            <a:pPr algn="ctr" rtl="0"/>
            <a:r>
              <a:rPr lang="en-US" sz="2400" b="1" dirty="0">
                <a:solidFill>
                  <a:srgbClr val="FFFFFF"/>
                </a:solidFill>
              </a:rPr>
              <a:t>03</a:t>
            </a:r>
          </a:p>
        </p:txBody>
      </p:sp>
      <p:sp>
        <p:nvSpPr>
          <p:cNvPr id="124" name="C3T2"/>
          <p:cNvSpPr/>
          <p:nvPr/>
        </p:nvSpPr>
        <p:spPr>
          <a:xfrm>
            <a:off x="8191500" y="2680100"/>
            <a:ext cx="3429000" cy="342900"/>
          </a:xfrm>
          <a:prstGeom prst="rect">
            <a:avLst/>
          </a:prstGeom>
          <a:noFill/>
          <a:ln>
            <a:noFill/>
          </a:ln>
        </p:spPr>
        <p:txBody>
          <a:bodyPr anchor="ctr">
            <a:noAutofit/>
          </a:bodyPr>
          <a:lstStyle/>
          <a:p>
            <a:pPr algn="ctr" rtl="1"/>
            <a:r>
              <a:rPr lang="ar-SA" sz="2400" b="1" dirty="0">
                <a:solidFill>
                  <a:srgbClr val="F5A053"/>
                </a:solidFill>
              </a:rPr>
              <a:t>مرجعية عملية مفيدة</a:t>
            </a:r>
          </a:p>
        </p:txBody>
      </p:sp>
      <p:sp>
        <p:nvSpPr>
          <p:cNvPr id="125" name="C3D2"/>
          <p:cNvSpPr/>
          <p:nvPr/>
        </p:nvSpPr>
        <p:spPr>
          <a:xfrm>
            <a:off x="8191500" y="3060100"/>
            <a:ext cx="3429000" cy="2299900"/>
          </a:xfrm>
          <a:prstGeom prst="rect">
            <a:avLst/>
          </a:prstGeom>
          <a:noFill/>
          <a:ln>
            <a:noFill/>
          </a:ln>
        </p:spPr>
        <p:txBody>
          <a:bodyPr anchor="t">
            <a:normAutofit/>
          </a:bodyPr>
          <a:lstStyle/>
          <a:p>
            <a:pPr algn="ctr" rtl="1"/>
            <a:r>
              <a:rPr lang="ar-SA" b="0" dirty="0">
                <a:solidFill>
                  <a:srgbClr val="44546A"/>
                </a:solidFill>
              </a:rPr>
              <a:t>تتيح الاستفادة من تجربة تطبيقية واقعية وليست نظرية فقط</a:t>
            </a:r>
          </a:p>
        </p:txBody>
      </p:sp>
      <p:sp>
        <p:nvSpPr>
          <p:cNvPr id="2" name="Title 1">
            <a:extLst>
              <a:ext uri="{FF2B5EF4-FFF2-40B4-BE49-F238E27FC236}">
                <a16:creationId xmlns:a16="http://schemas.microsoft.com/office/drawing/2014/main" id="{07B6A22A-6836-2D97-8782-DD673A351B2A}"/>
              </a:ext>
            </a:extLst>
          </p:cNvPr>
          <p:cNvSpPr>
            <a:spLocks noGrp="1"/>
          </p:cNvSpPr>
          <p:nvPr>
            <p:ph type="title"/>
          </p:nvPr>
        </p:nvSpPr>
        <p:spPr/>
        <p:txBody>
          <a:bodyPr/>
          <a:lstStyle/>
          <a:p>
            <a:r>
              <a:rPr lang="ar-EG" dirty="0"/>
              <a:t>مبررات اختيار جامعة الملك خالد كجهة مقارنة معيارية</a:t>
            </a:r>
            <a:endParaRPr lang="en-US" dirty="0"/>
          </a:p>
        </p:txBody>
      </p:sp>
      <p:sp>
        <p:nvSpPr>
          <p:cNvPr id="999" name="SN"/>
          <p:cNvSpPr>
            <a:spLocks noGrp="1"/>
          </p:cNvSpPr>
          <p:nvPr>
            <p:ph type="sldNum" sz="quarter" idx="12"/>
          </p:nvPr>
        </p:nvSpPr>
        <p:spPr/>
        <p:txBody>
          <a:bodyPr/>
          <a:lstStyle/>
          <a:p>
            <a:fld id="{9D8E1E80-A2F8-44E2-93E2-7A6811414B7C}" type="slidenum">
              <a:rPr lang="en-US" smtClean="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Title"/>
          <p:cNvSpPr/>
          <p:nvPr/>
        </p:nvSpPr>
        <p:spPr>
          <a:xfrm>
            <a:off x="457200" y="114300"/>
            <a:ext cx="11277600" cy="800000"/>
          </a:xfrm>
          <a:prstGeom prst="rect">
            <a:avLst/>
          </a:prstGeom>
          <a:noFill/>
          <a:ln>
            <a:noFill/>
          </a:ln>
        </p:spPr>
        <p:txBody>
          <a:bodyPr anchor="ctr">
            <a:normAutofit/>
          </a:bodyPr>
          <a:lstStyle/>
          <a:p>
            <a:pPr algn="r" rtl="1"/>
            <a:endParaRPr lang="ar-SA" sz="3000" b="1" dirty="0">
              <a:solidFill>
                <a:srgbClr val="FFFFFF"/>
              </a:solidFill>
            </a:endParaRPr>
          </a:p>
        </p:txBody>
      </p:sp>
      <p:sp>
        <p:nvSpPr>
          <p:cNvPr id="20" name="Intro"/>
          <p:cNvSpPr/>
          <p:nvPr/>
        </p:nvSpPr>
        <p:spPr>
          <a:xfrm>
            <a:off x="457200" y="1200000"/>
            <a:ext cx="11277600" cy="533400"/>
          </a:xfrm>
          <a:prstGeom prst="rect">
            <a:avLst/>
          </a:prstGeom>
          <a:noFill/>
          <a:ln>
            <a:noFill/>
          </a:ln>
        </p:spPr>
        <p:txBody>
          <a:bodyPr anchor="t">
            <a:normAutofit/>
          </a:bodyPr>
          <a:lstStyle/>
          <a:p>
            <a:pPr algn="r" rtl="1"/>
            <a:r>
              <a:rPr lang="ar-SA" sz="2000" b="0" dirty="0">
                <a:solidFill>
                  <a:srgbClr val="44546A"/>
                </a:solidFill>
              </a:rPr>
              <a:t>استندت المقارنة المعيارية إلى العناصر المتاحة من جامعة الملك خالد، والتي شملت بشكل رئيس</a:t>
            </a:r>
            <a:r>
              <a:rPr lang="ar-EG" sz="2000" b="0" dirty="0">
                <a:solidFill>
                  <a:srgbClr val="44546A"/>
                </a:solidFill>
              </a:rPr>
              <a:t>ي</a:t>
            </a:r>
            <a:r>
              <a:rPr lang="ar-SA" sz="2000" b="0" dirty="0">
                <a:solidFill>
                  <a:srgbClr val="44546A"/>
                </a:solidFill>
              </a:rPr>
              <a:t>:</a:t>
            </a:r>
          </a:p>
        </p:txBody>
      </p:sp>
      <p:sp>
        <p:nvSpPr>
          <p:cNvPr id="30" name="E0BG"/>
          <p:cNvSpPr/>
          <p:nvPr/>
        </p:nvSpPr>
        <p:spPr>
          <a:xfrm>
            <a:off x="342900" y="1674117"/>
            <a:ext cx="11277600" cy="685800"/>
          </a:xfrm>
          <a:prstGeom prst="roundRect">
            <a:avLst>
              <a:gd name="adj" fmla="val 3000"/>
            </a:avLst>
          </a:prstGeom>
          <a:solidFill>
            <a:srgbClr val="F7F7F9"/>
          </a:solidFill>
          <a:ln w="22860">
            <a:solidFill>
              <a:srgbClr val="3FA0D9"/>
            </a:solidFill>
          </a:ln>
        </p:spPr>
        <p:txBody>
          <a:bodyPr/>
          <a:lstStyle/>
          <a:p>
            <a:endParaRPr/>
          </a:p>
        </p:txBody>
      </p:sp>
      <p:sp>
        <p:nvSpPr>
          <p:cNvPr id="31" name="ENum0"/>
          <p:cNvSpPr/>
          <p:nvPr/>
        </p:nvSpPr>
        <p:spPr>
          <a:xfrm>
            <a:off x="11315700" y="1788417"/>
            <a:ext cx="457200" cy="457200"/>
          </a:xfrm>
          <a:prstGeom prst="ellipse">
            <a:avLst/>
          </a:prstGeom>
          <a:solidFill>
            <a:srgbClr val="3FA0D9"/>
          </a:solidFill>
          <a:ln>
            <a:noFill/>
          </a:ln>
        </p:spPr>
        <p:txBody>
          <a:bodyPr anchor="ctr"/>
          <a:lstStyle/>
          <a:p>
            <a:pPr algn="ctr" rtl="0"/>
            <a:r>
              <a:rPr lang="en-US" sz="1200" b="1" dirty="0">
                <a:solidFill>
                  <a:srgbClr val="FFFFFF"/>
                </a:solidFill>
              </a:rPr>
              <a:t>01</a:t>
            </a:r>
          </a:p>
        </p:txBody>
      </p:sp>
      <p:sp>
        <p:nvSpPr>
          <p:cNvPr id="32" name="ETxt0"/>
          <p:cNvSpPr/>
          <p:nvPr/>
        </p:nvSpPr>
        <p:spPr>
          <a:xfrm>
            <a:off x="457200" y="1674117"/>
            <a:ext cx="10477600" cy="685800"/>
          </a:xfrm>
          <a:prstGeom prst="rect">
            <a:avLst/>
          </a:prstGeom>
          <a:noFill/>
          <a:ln>
            <a:noFill/>
          </a:ln>
        </p:spPr>
        <p:txBody>
          <a:bodyPr anchor="ctr">
            <a:normAutofit/>
          </a:bodyPr>
          <a:lstStyle/>
          <a:p>
            <a:pPr algn="r" rtl="1"/>
            <a:r>
              <a:rPr lang="ar-SA" sz="2000" b="0" dirty="0">
                <a:solidFill>
                  <a:srgbClr val="44546A"/>
                </a:solidFill>
              </a:rPr>
              <a:t>البيت الاستراتيجي للبنية المؤسسية</a:t>
            </a:r>
          </a:p>
        </p:txBody>
      </p:sp>
      <p:sp>
        <p:nvSpPr>
          <p:cNvPr id="35" name="E1BG"/>
          <p:cNvSpPr/>
          <p:nvPr/>
        </p:nvSpPr>
        <p:spPr>
          <a:xfrm>
            <a:off x="342900" y="2464117"/>
            <a:ext cx="11277600" cy="685800"/>
          </a:xfrm>
          <a:prstGeom prst="roundRect">
            <a:avLst>
              <a:gd name="adj" fmla="val 3000"/>
            </a:avLst>
          </a:prstGeom>
          <a:solidFill>
            <a:srgbClr val="F7F7F9"/>
          </a:solidFill>
          <a:ln w="22860">
            <a:solidFill>
              <a:srgbClr val="4C3C8D"/>
            </a:solidFill>
          </a:ln>
        </p:spPr>
        <p:txBody>
          <a:bodyPr/>
          <a:lstStyle/>
          <a:p>
            <a:endParaRPr/>
          </a:p>
        </p:txBody>
      </p:sp>
      <p:sp>
        <p:nvSpPr>
          <p:cNvPr id="36" name="ENum1"/>
          <p:cNvSpPr/>
          <p:nvPr/>
        </p:nvSpPr>
        <p:spPr>
          <a:xfrm>
            <a:off x="11315700" y="2578417"/>
            <a:ext cx="457200" cy="457200"/>
          </a:xfrm>
          <a:prstGeom prst="ellipse">
            <a:avLst/>
          </a:prstGeom>
          <a:solidFill>
            <a:srgbClr val="4C3C8D"/>
          </a:solidFill>
          <a:ln>
            <a:noFill/>
          </a:ln>
        </p:spPr>
        <p:txBody>
          <a:bodyPr anchor="ctr"/>
          <a:lstStyle/>
          <a:p>
            <a:pPr algn="ctr" rtl="0"/>
            <a:r>
              <a:rPr lang="en-US" sz="1200" b="1" dirty="0">
                <a:solidFill>
                  <a:srgbClr val="FFFFFF"/>
                </a:solidFill>
              </a:rPr>
              <a:t>02</a:t>
            </a:r>
          </a:p>
        </p:txBody>
      </p:sp>
      <p:sp>
        <p:nvSpPr>
          <p:cNvPr id="37" name="ETxt1"/>
          <p:cNvSpPr/>
          <p:nvPr/>
        </p:nvSpPr>
        <p:spPr>
          <a:xfrm>
            <a:off x="457200" y="2464117"/>
            <a:ext cx="10477600" cy="685800"/>
          </a:xfrm>
          <a:prstGeom prst="rect">
            <a:avLst/>
          </a:prstGeom>
          <a:noFill/>
          <a:ln>
            <a:noFill/>
          </a:ln>
        </p:spPr>
        <p:txBody>
          <a:bodyPr anchor="ctr">
            <a:normAutofit/>
          </a:bodyPr>
          <a:lstStyle/>
          <a:p>
            <a:pPr algn="r" rtl="1"/>
            <a:r>
              <a:rPr lang="ar-SA" sz="2000" b="0" dirty="0">
                <a:solidFill>
                  <a:srgbClr val="44546A"/>
                </a:solidFill>
              </a:rPr>
              <a:t>ممكنات مشروع البنية المؤسسية</a:t>
            </a:r>
          </a:p>
        </p:txBody>
      </p:sp>
      <p:sp>
        <p:nvSpPr>
          <p:cNvPr id="40" name="E2BG"/>
          <p:cNvSpPr/>
          <p:nvPr/>
        </p:nvSpPr>
        <p:spPr>
          <a:xfrm>
            <a:off x="342900" y="3254117"/>
            <a:ext cx="11277600" cy="685800"/>
          </a:xfrm>
          <a:prstGeom prst="roundRect">
            <a:avLst>
              <a:gd name="adj" fmla="val 3000"/>
            </a:avLst>
          </a:prstGeom>
          <a:solidFill>
            <a:srgbClr val="F7F7F9"/>
          </a:solidFill>
          <a:ln w="22860">
            <a:solidFill>
              <a:srgbClr val="44AC52"/>
            </a:solidFill>
          </a:ln>
        </p:spPr>
        <p:txBody>
          <a:bodyPr/>
          <a:lstStyle/>
          <a:p>
            <a:endParaRPr/>
          </a:p>
        </p:txBody>
      </p:sp>
      <p:sp>
        <p:nvSpPr>
          <p:cNvPr id="41" name="ENum2"/>
          <p:cNvSpPr/>
          <p:nvPr/>
        </p:nvSpPr>
        <p:spPr>
          <a:xfrm>
            <a:off x="11315700" y="3368417"/>
            <a:ext cx="457200" cy="457200"/>
          </a:xfrm>
          <a:prstGeom prst="ellipse">
            <a:avLst/>
          </a:prstGeom>
          <a:solidFill>
            <a:srgbClr val="44AC52"/>
          </a:solidFill>
          <a:ln>
            <a:noFill/>
          </a:ln>
        </p:spPr>
        <p:txBody>
          <a:bodyPr anchor="ctr"/>
          <a:lstStyle/>
          <a:p>
            <a:pPr algn="ctr" rtl="0"/>
            <a:r>
              <a:rPr lang="en-US" sz="1200" b="1" dirty="0">
                <a:solidFill>
                  <a:srgbClr val="FFFFFF"/>
                </a:solidFill>
              </a:rPr>
              <a:t>03</a:t>
            </a:r>
          </a:p>
        </p:txBody>
      </p:sp>
      <p:sp>
        <p:nvSpPr>
          <p:cNvPr id="42" name="ETxt2"/>
          <p:cNvSpPr/>
          <p:nvPr/>
        </p:nvSpPr>
        <p:spPr>
          <a:xfrm>
            <a:off x="457200" y="3254117"/>
            <a:ext cx="10477600" cy="685800"/>
          </a:xfrm>
          <a:prstGeom prst="rect">
            <a:avLst/>
          </a:prstGeom>
          <a:noFill/>
          <a:ln>
            <a:noFill/>
          </a:ln>
        </p:spPr>
        <p:txBody>
          <a:bodyPr anchor="ctr">
            <a:normAutofit/>
          </a:bodyPr>
          <a:lstStyle/>
          <a:p>
            <a:pPr algn="r" rtl="1"/>
            <a:r>
              <a:rPr lang="ar-SA" sz="2000" b="0" dirty="0">
                <a:solidFill>
                  <a:srgbClr val="44546A"/>
                </a:solidFill>
              </a:rPr>
              <a:t>الطرح التنفيذي للعوامل المساندة للنجاح</a:t>
            </a:r>
          </a:p>
        </p:txBody>
      </p:sp>
      <p:sp>
        <p:nvSpPr>
          <p:cNvPr id="45" name="E3BG"/>
          <p:cNvSpPr/>
          <p:nvPr/>
        </p:nvSpPr>
        <p:spPr>
          <a:xfrm>
            <a:off x="342900" y="4044117"/>
            <a:ext cx="11277600" cy="685800"/>
          </a:xfrm>
          <a:prstGeom prst="roundRect">
            <a:avLst>
              <a:gd name="adj" fmla="val 3000"/>
            </a:avLst>
          </a:prstGeom>
          <a:solidFill>
            <a:srgbClr val="F7F7F9"/>
          </a:solidFill>
          <a:ln w="22860">
            <a:solidFill>
              <a:srgbClr val="F5A053"/>
            </a:solidFill>
          </a:ln>
        </p:spPr>
        <p:txBody>
          <a:bodyPr/>
          <a:lstStyle/>
          <a:p>
            <a:endParaRPr/>
          </a:p>
        </p:txBody>
      </p:sp>
      <p:sp>
        <p:nvSpPr>
          <p:cNvPr id="46" name="ENum3"/>
          <p:cNvSpPr/>
          <p:nvPr/>
        </p:nvSpPr>
        <p:spPr>
          <a:xfrm>
            <a:off x="11315700" y="4158417"/>
            <a:ext cx="457200" cy="457200"/>
          </a:xfrm>
          <a:prstGeom prst="ellipse">
            <a:avLst/>
          </a:prstGeom>
          <a:solidFill>
            <a:srgbClr val="F5A053"/>
          </a:solidFill>
          <a:ln>
            <a:noFill/>
          </a:ln>
        </p:spPr>
        <p:txBody>
          <a:bodyPr anchor="ctr"/>
          <a:lstStyle/>
          <a:p>
            <a:pPr algn="ctr" rtl="0"/>
            <a:r>
              <a:rPr lang="en-US" sz="1200" b="1" dirty="0">
                <a:solidFill>
                  <a:srgbClr val="FFFFFF"/>
                </a:solidFill>
              </a:rPr>
              <a:t>04</a:t>
            </a:r>
          </a:p>
        </p:txBody>
      </p:sp>
      <p:sp>
        <p:nvSpPr>
          <p:cNvPr id="47" name="ETxt3"/>
          <p:cNvSpPr/>
          <p:nvPr/>
        </p:nvSpPr>
        <p:spPr>
          <a:xfrm>
            <a:off x="457200" y="4044117"/>
            <a:ext cx="10477600" cy="685800"/>
          </a:xfrm>
          <a:prstGeom prst="rect">
            <a:avLst/>
          </a:prstGeom>
          <a:noFill/>
          <a:ln>
            <a:noFill/>
          </a:ln>
        </p:spPr>
        <p:txBody>
          <a:bodyPr anchor="ctr">
            <a:normAutofit/>
          </a:bodyPr>
          <a:lstStyle/>
          <a:p>
            <a:pPr algn="r" rtl="1"/>
            <a:r>
              <a:rPr lang="ar-SA" sz="2000" b="0" dirty="0">
                <a:solidFill>
                  <a:srgbClr val="44546A"/>
                </a:solidFill>
              </a:rPr>
              <a:t>العلاقة بين الركائز والأهداف الاستراتيجية</a:t>
            </a:r>
          </a:p>
        </p:txBody>
      </p:sp>
      <p:sp>
        <p:nvSpPr>
          <p:cNvPr id="50" name="E4BG"/>
          <p:cNvSpPr/>
          <p:nvPr/>
        </p:nvSpPr>
        <p:spPr>
          <a:xfrm>
            <a:off x="342900" y="4834117"/>
            <a:ext cx="11277600" cy="685800"/>
          </a:xfrm>
          <a:prstGeom prst="roundRect">
            <a:avLst>
              <a:gd name="adj" fmla="val 3000"/>
            </a:avLst>
          </a:prstGeom>
          <a:solidFill>
            <a:srgbClr val="F7F7F9"/>
          </a:solidFill>
          <a:ln w="22860">
            <a:solidFill>
              <a:srgbClr val="3FA0D9"/>
            </a:solidFill>
          </a:ln>
        </p:spPr>
        <p:txBody>
          <a:bodyPr/>
          <a:lstStyle/>
          <a:p>
            <a:endParaRPr/>
          </a:p>
        </p:txBody>
      </p:sp>
      <p:sp>
        <p:nvSpPr>
          <p:cNvPr id="51" name="ENum4"/>
          <p:cNvSpPr/>
          <p:nvPr/>
        </p:nvSpPr>
        <p:spPr>
          <a:xfrm>
            <a:off x="11315700" y="4948417"/>
            <a:ext cx="457200" cy="457200"/>
          </a:xfrm>
          <a:prstGeom prst="ellipse">
            <a:avLst/>
          </a:prstGeom>
          <a:solidFill>
            <a:srgbClr val="3FA0D9"/>
          </a:solidFill>
          <a:ln>
            <a:noFill/>
          </a:ln>
        </p:spPr>
        <p:txBody>
          <a:bodyPr anchor="ctr"/>
          <a:lstStyle/>
          <a:p>
            <a:pPr algn="ctr" rtl="0"/>
            <a:r>
              <a:rPr lang="en-US" sz="1200" b="1" dirty="0">
                <a:solidFill>
                  <a:srgbClr val="FFFFFF"/>
                </a:solidFill>
              </a:rPr>
              <a:t>05</a:t>
            </a:r>
          </a:p>
        </p:txBody>
      </p:sp>
      <p:sp>
        <p:nvSpPr>
          <p:cNvPr id="52" name="ETxt4"/>
          <p:cNvSpPr/>
          <p:nvPr/>
        </p:nvSpPr>
        <p:spPr>
          <a:xfrm>
            <a:off x="457200" y="4834117"/>
            <a:ext cx="10477600" cy="685800"/>
          </a:xfrm>
          <a:prstGeom prst="rect">
            <a:avLst/>
          </a:prstGeom>
          <a:noFill/>
          <a:ln>
            <a:noFill/>
          </a:ln>
        </p:spPr>
        <p:txBody>
          <a:bodyPr anchor="ctr">
            <a:normAutofit/>
          </a:bodyPr>
          <a:lstStyle/>
          <a:p>
            <a:pPr algn="r" rtl="1"/>
            <a:r>
              <a:rPr lang="ar-SA" sz="2000" b="0" dirty="0">
                <a:solidFill>
                  <a:srgbClr val="44546A"/>
                </a:solidFill>
              </a:rPr>
              <a:t>ممكنات التنفيذ المؤسسي للمشروع</a:t>
            </a:r>
          </a:p>
        </p:txBody>
      </p:sp>
      <p:sp>
        <p:nvSpPr>
          <p:cNvPr id="2" name="Title 1">
            <a:extLst>
              <a:ext uri="{FF2B5EF4-FFF2-40B4-BE49-F238E27FC236}">
                <a16:creationId xmlns:a16="http://schemas.microsoft.com/office/drawing/2014/main" id="{F44069DD-4275-0D86-7839-B9179A78799E}"/>
              </a:ext>
            </a:extLst>
          </p:cNvPr>
          <p:cNvSpPr>
            <a:spLocks noGrp="1"/>
          </p:cNvSpPr>
          <p:nvPr>
            <p:ph type="title"/>
          </p:nvPr>
        </p:nvSpPr>
        <p:spPr/>
        <p:txBody>
          <a:bodyPr/>
          <a:lstStyle/>
          <a:p>
            <a:r>
              <a:rPr lang="ar-EG" dirty="0"/>
              <a:t>العناصر التي تم الاستناد إليها في المقارنة</a:t>
            </a:r>
            <a:br>
              <a:rPr lang="ar-EG" dirty="0"/>
            </a:br>
            <a:endParaRPr lang="en-US" dirty="0"/>
          </a:p>
        </p:txBody>
      </p:sp>
      <p:sp>
        <p:nvSpPr>
          <p:cNvPr id="999" name="SN"/>
          <p:cNvSpPr>
            <a:spLocks noGrp="1"/>
          </p:cNvSpPr>
          <p:nvPr>
            <p:ph type="sldNum" sz="quarter" idx="12"/>
          </p:nvPr>
        </p:nvSpPr>
        <p:spPr/>
        <p:txBody>
          <a:bodyPr/>
          <a:lstStyle/>
          <a:p>
            <a:fld id="{32115A0B-E5F2-473D-B63F-0CD01734930C}" type="slidenum">
              <a:rPr lang="en-US"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P0BG"/>
          <p:cNvSpPr/>
          <p:nvPr/>
        </p:nvSpPr>
        <p:spPr>
          <a:xfrm>
            <a:off x="457200" y="1250000"/>
            <a:ext cx="2733450" cy="1714500"/>
          </a:xfrm>
          <a:prstGeom prst="roundRect">
            <a:avLst>
              <a:gd name="adj" fmla="val 4000"/>
            </a:avLst>
          </a:prstGeom>
          <a:solidFill>
            <a:srgbClr val="EBF5FB"/>
          </a:solidFill>
          <a:ln w="19050">
            <a:solidFill>
              <a:srgbClr val="3FA0D9"/>
            </a:solidFill>
          </a:ln>
        </p:spPr>
        <p:txBody>
          <a:bodyPr/>
          <a:lstStyle/>
          <a:p>
            <a:endParaRPr/>
          </a:p>
        </p:txBody>
      </p:sp>
      <p:sp>
        <p:nvSpPr>
          <p:cNvPr id="21" name="P0Top"/>
          <p:cNvSpPr/>
          <p:nvPr/>
        </p:nvSpPr>
        <p:spPr>
          <a:xfrm>
            <a:off x="457200" y="1250000"/>
            <a:ext cx="2733450" cy="190500"/>
          </a:xfrm>
          <a:prstGeom prst="roundRect">
            <a:avLst>
              <a:gd name="adj" fmla="val 4000"/>
            </a:avLst>
          </a:prstGeom>
          <a:solidFill>
            <a:srgbClr val="3FA0D9"/>
          </a:solidFill>
          <a:ln>
            <a:noFill/>
          </a:ln>
        </p:spPr>
        <p:txBody>
          <a:bodyPr/>
          <a:lstStyle/>
          <a:p>
            <a:endParaRPr/>
          </a:p>
        </p:txBody>
      </p:sp>
      <p:sp>
        <p:nvSpPr>
          <p:cNvPr id="22" name="P0T"/>
          <p:cNvSpPr/>
          <p:nvPr/>
        </p:nvSpPr>
        <p:spPr>
          <a:xfrm>
            <a:off x="533400" y="1516700"/>
            <a:ext cx="2581050" cy="1334500"/>
          </a:xfrm>
          <a:prstGeom prst="rect">
            <a:avLst/>
          </a:prstGeom>
          <a:noFill/>
          <a:ln>
            <a:noFill/>
          </a:ln>
        </p:spPr>
        <p:txBody>
          <a:bodyPr anchor="ctr">
            <a:normAutofit/>
          </a:bodyPr>
          <a:lstStyle/>
          <a:p>
            <a:pPr algn="ctr" rtl="1"/>
            <a:r>
              <a:rPr lang="ar-SA" sz="1500" b="1" dirty="0">
                <a:solidFill>
                  <a:srgbClr val="3FA0D9"/>
                </a:solidFill>
              </a:rPr>
              <a:t>تعزيز رضا المستفيد</a:t>
            </a:r>
          </a:p>
        </p:txBody>
      </p:sp>
      <p:sp>
        <p:nvSpPr>
          <p:cNvPr id="25" name="P1BG"/>
          <p:cNvSpPr/>
          <p:nvPr/>
        </p:nvSpPr>
        <p:spPr>
          <a:xfrm>
            <a:off x="3305250" y="1250000"/>
            <a:ext cx="2733450" cy="1714500"/>
          </a:xfrm>
          <a:prstGeom prst="roundRect">
            <a:avLst>
              <a:gd name="adj" fmla="val 4000"/>
            </a:avLst>
          </a:prstGeom>
          <a:solidFill>
            <a:srgbClr val="F0EEF8"/>
          </a:solidFill>
          <a:ln w="19050">
            <a:solidFill>
              <a:srgbClr val="4C3C8D"/>
            </a:solidFill>
          </a:ln>
        </p:spPr>
        <p:txBody>
          <a:bodyPr/>
          <a:lstStyle/>
          <a:p>
            <a:endParaRPr/>
          </a:p>
        </p:txBody>
      </p:sp>
      <p:sp>
        <p:nvSpPr>
          <p:cNvPr id="26" name="P1Top"/>
          <p:cNvSpPr/>
          <p:nvPr/>
        </p:nvSpPr>
        <p:spPr>
          <a:xfrm>
            <a:off x="3305250" y="1250000"/>
            <a:ext cx="2733450" cy="190500"/>
          </a:xfrm>
          <a:prstGeom prst="roundRect">
            <a:avLst>
              <a:gd name="adj" fmla="val 4000"/>
            </a:avLst>
          </a:prstGeom>
          <a:solidFill>
            <a:srgbClr val="4C3C8D"/>
          </a:solidFill>
          <a:ln>
            <a:noFill/>
          </a:ln>
        </p:spPr>
        <p:txBody>
          <a:bodyPr/>
          <a:lstStyle/>
          <a:p>
            <a:endParaRPr/>
          </a:p>
        </p:txBody>
      </p:sp>
      <p:sp>
        <p:nvSpPr>
          <p:cNvPr id="27" name="P1T"/>
          <p:cNvSpPr/>
          <p:nvPr/>
        </p:nvSpPr>
        <p:spPr>
          <a:xfrm>
            <a:off x="3381450" y="1516700"/>
            <a:ext cx="2581050" cy="1334500"/>
          </a:xfrm>
          <a:prstGeom prst="rect">
            <a:avLst/>
          </a:prstGeom>
          <a:noFill/>
          <a:ln>
            <a:noFill/>
          </a:ln>
        </p:spPr>
        <p:txBody>
          <a:bodyPr anchor="ctr">
            <a:normAutofit/>
          </a:bodyPr>
          <a:lstStyle/>
          <a:p>
            <a:pPr algn="ctr" rtl="1"/>
            <a:r>
              <a:rPr lang="ar-SA" sz="1500" b="1" dirty="0">
                <a:solidFill>
                  <a:srgbClr val="4C3C8D"/>
                </a:solidFill>
              </a:rPr>
              <a:t>دعم تبني التقنيات الناشئة</a:t>
            </a:r>
          </a:p>
        </p:txBody>
      </p:sp>
      <p:sp>
        <p:nvSpPr>
          <p:cNvPr id="30" name="P2BG"/>
          <p:cNvSpPr/>
          <p:nvPr/>
        </p:nvSpPr>
        <p:spPr>
          <a:xfrm>
            <a:off x="6153300" y="1250000"/>
            <a:ext cx="2733450" cy="1714500"/>
          </a:xfrm>
          <a:prstGeom prst="roundRect">
            <a:avLst>
              <a:gd name="adj" fmla="val 4000"/>
            </a:avLst>
          </a:prstGeom>
          <a:solidFill>
            <a:srgbClr val="EDF9EF"/>
          </a:solidFill>
          <a:ln w="19050">
            <a:solidFill>
              <a:srgbClr val="44AC52"/>
            </a:solidFill>
          </a:ln>
        </p:spPr>
        <p:txBody>
          <a:bodyPr/>
          <a:lstStyle/>
          <a:p>
            <a:endParaRPr/>
          </a:p>
        </p:txBody>
      </p:sp>
      <p:sp>
        <p:nvSpPr>
          <p:cNvPr id="31" name="P2Top"/>
          <p:cNvSpPr/>
          <p:nvPr/>
        </p:nvSpPr>
        <p:spPr>
          <a:xfrm>
            <a:off x="6153300" y="1250000"/>
            <a:ext cx="2733450" cy="190500"/>
          </a:xfrm>
          <a:prstGeom prst="roundRect">
            <a:avLst>
              <a:gd name="adj" fmla="val 4000"/>
            </a:avLst>
          </a:prstGeom>
          <a:solidFill>
            <a:srgbClr val="44AC52"/>
          </a:solidFill>
          <a:ln>
            <a:noFill/>
          </a:ln>
        </p:spPr>
        <p:txBody>
          <a:bodyPr/>
          <a:lstStyle/>
          <a:p>
            <a:endParaRPr/>
          </a:p>
        </p:txBody>
      </p:sp>
      <p:sp>
        <p:nvSpPr>
          <p:cNvPr id="32" name="P2T"/>
          <p:cNvSpPr/>
          <p:nvPr/>
        </p:nvSpPr>
        <p:spPr>
          <a:xfrm>
            <a:off x="6229500" y="1516700"/>
            <a:ext cx="2581050" cy="1334500"/>
          </a:xfrm>
          <a:prstGeom prst="rect">
            <a:avLst/>
          </a:prstGeom>
          <a:noFill/>
          <a:ln>
            <a:noFill/>
          </a:ln>
        </p:spPr>
        <p:txBody>
          <a:bodyPr anchor="ctr">
            <a:normAutofit/>
          </a:bodyPr>
          <a:lstStyle/>
          <a:p>
            <a:pPr algn="ctr" rtl="1"/>
            <a:r>
              <a:rPr lang="ar-SA" sz="1500" b="1" dirty="0">
                <a:solidFill>
                  <a:srgbClr val="44AC52"/>
                </a:solidFill>
              </a:rPr>
              <a:t>بنية مؤسسية محوكمة وممكنة</a:t>
            </a:r>
          </a:p>
        </p:txBody>
      </p:sp>
      <p:sp>
        <p:nvSpPr>
          <p:cNvPr id="35" name="P3BG"/>
          <p:cNvSpPr/>
          <p:nvPr/>
        </p:nvSpPr>
        <p:spPr>
          <a:xfrm>
            <a:off x="9001350" y="1250000"/>
            <a:ext cx="2733450" cy="1714500"/>
          </a:xfrm>
          <a:prstGeom prst="roundRect">
            <a:avLst>
              <a:gd name="adj" fmla="val 4000"/>
            </a:avLst>
          </a:prstGeom>
          <a:solidFill>
            <a:srgbClr val="FFF8F0"/>
          </a:solidFill>
          <a:ln w="19050">
            <a:solidFill>
              <a:srgbClr val="F5A053"/>
            </a:solidFill>
          </a:ln>
        </p:spPr>
        <p:txBody>
          <a:bodyPr/>
          <a:lstStyle/>
          <a:p>
            <a:endParaRPr/>
          </a:p>
        </p:txBody>
      </p:sp>
      <p:sp>
        <p:nvSpPr>
          <p:cNvPr id="36" name="P3Top"/>
          <p:cNvSpPr/>
          <p:nvPr/>
        </p:nvSpPr>
        <p:spPr>
          <a:xfrm>
            <a:off x="9001350" y="1250000"/>
            <a:ext cx="2733450" cy="190500"/>
          </a:xfrm>
          <a:prstGeom prst="roundRect">
            <a:avLst>
              <a:gd name="adj" fmla="val 4000"/>
            </a:avLst>
          </a:prstGeom>
          <a:solidFill>
            <a:srgbClr val="F5A053"/>
          </a:solidFill>
          <a:ln>
            <a:noFill/>
          </a:ln>
        </p:spPr>
        <p:txBody>
          <a:bodyPr/>
          <a:lstStyle/>
          <a:p>
            <a:endParaRPr/>
          </a:p>
        </p:txBody>
      </p:sp>
      <p:sp>
        <p:nvSpPr>
          <p:cNvPr id="37" name="P3T"/>
          <p:cNvSpPr/>
          <p:nvPr/>
        </p:nvSpPr>
        <p:spPr>
          <a:xfrm>
            <a:off x="9077550" y="1516700"/>
            <a:ext cx="2581050" cy="1334500"/>
          </a:xfrm>
          <a:prstGeom prst="rect">
            <a:avLst/>
          </a:prstGeom>
          <a:noFill/>
          <a:ln>
            <a:noFill/>
          </a:ln>
        </p:spPr>
        <p:txBody>
          <a:bodyPr anchor="ctr">
            <a:normAutofit/>
          </a:bodyPr>
          <a:lstStyle/>
          <a:p>
            <a:pPr algn="ctr" rtl="1"/>
            <a:r>
              <a:rPr lang="ar-SA" sz="1500" b="1" dirty="0">
                <a:solidFill>
                  <a:srgbClr val="F5A053"/>
                </a:solidFill>
              </a:rPr>
              <a:t>الاستدامة المالية</a:t>
            </a:r>
          </a:p>
        </p:txBody>
      </p:sp>
      <p:sp>
        <p:nvSpPr>
          <p:cNvPr id="60" name="ObjBG"/>
          <p:cNvSpPr/>
          <p:nvPr/>
        </p:nvSpPr>
        <p:spPr>
          <a:xfrm>
            <a:off x="457200" y="3100000"/>
            <a:ext cx="11277600" cy="2600000"/>
          </a:xfrm>
          <a:prstGeom prst="roundRect">
            <a:avLst>
              <a:gd name="adj" fmla="val 3000"/>
            </a:avLst>
          </a:prstGeom>
          <a:solidFill>
            <a:srgbClr val="F7F7F9"/>
          </a:solidFill>
          <a:ln w="22860">
            <a:solidFill>
              <a:srgbClr val="4C3C8D"/>
            </a:solidFill>
          </a:ln>
        </p:spPr>
        <p:txBody>
          <a:bodyPr/>
          <a:lstStyle/>
          <a:p>
            <a:endParaRPr/>
          </a:p>
        </p:txBody>
      </p:sp>
      <p:sp>
        <p:nvSpPr>
          <p:cNvPr id="61" name="ObjHdr"/>
          <p:cNvSpPr/>
          <p:nvPr/>
        </p:nvSpPr>
        <p:spPr>
          <a:xfrm>
            <a:off x="533400" y="3214300"/>
            <a:ext cx="11125200" cy="380000"/>
          </a:xfrm>
          <a:prstGeom prst="rect">
            <a:avLst/>
          </a:prstGeom>
          <a:noFill/>
          <a:ln>
            <a:noFill/>
          </a:ln>
        </p:spPr>
        <p:txBody>
          <a:bodyPr anchor="ctr">
            <a:normAutofit/>
          </a:bodyPr>
          <a:lstStyle/>
          <a:p>
            <a:pPr algn="r" rtl="1"/>
            <a:r>
              <a:rPr lang="ar-SA" sz="1800" b="1" dirty="0">
                <a:solidFill>
                  <a:srgbClr val="4C3C8D"/>
                </a:solidFill>
              </a:rPr>
              <a:t>الأهداف الاستراتيجية</a:t>
            </a:r>
          </a:p>
        </p:txBody>
      </p:sp>
      <p:sp>
        <p:nvSpPr>
          <p:cNvPr id="70" name="Obj0"/>
          <p:cNvSpPr/>
          <p:nvPr/>
        </p:nvSpPr>
        <p:spPr>
          <a:xfrm>
            <a:off x="609600" y="3670000"/>
            <a:ext cx="10972800" cy="350000"/>
          </a:xfrm>
          <a:prstGeom prst="rect">
            <a:avLst/>
          </a:prstGeom>
          <a:noFill/>
          <a:ln>
            <a:noFill/>
          </a:ln>
        </p:spPr>
        <p:txBody>
          <a:bodyPr anchor="ctr">
            <a:normAutofit/>
          </a:bodyPr>
          <a:lstStyle/>
          <a:p>
            <a:pPr algn="r" rtl="1"/>
            <a:r>
              <a:rPr lang="ar-SA" sz="1400" b="1" dirty="0">
                <a:solidFill>
                  <a:srgbClr val="3FA0D9"/>
                </a:solidFill>
              </a:rPr>
              <a:t>◆  </a:t>
            </a:r>
            <a:r>
              <a:rPr lang="ar-SA" sz="1400" b="0" dirty="0">
                <a:solidFill>
                  <a:srgbClr val="44546A"/>
                </a:solidFill>
              </a:rPr>
              <a:t>رفع نضج تجربة المستفيدين وتعزيز جودة وكفاءة الخدمات</a:t>
            </a:r>
          </a:p>
        </p:txBody>
      </p:sp>
      <p:sp>
        <p:nvSpPr>
          <p:cNvPr id="71" name="Obj1"/>
          <p:cNvSpPr/>
          <p:nvPr/>
        </p:nvSpPr>
        <p:spPr>
          <a:xfrm>
            <a:off x="609600" y="4060000"/>
            <a:ext cx="10972800" cy="350000"/>
          </a:xfrm>
          <a:prstGeom prst="rect">
            <a:avLst/>
          </a:prstGeom>
          <a:noFill/>
          <a:ln>
            <a:noFill/>
          </a:ln>
        </p:spPr>
        <p:txBody>
          <a:bodyPr anchor="ctr">
            <a:normAutofit/>
          </a:bodyPr>
          <a:lstStyle/>
          <a:p>
            <a:pPr algn="r" rtl="1"/>
            <a:r>
              <a:rPr lang="ar-SA" sz="1400" b="1" dirty="0">
                <a:solidFill>
                  <a:srgbClr val="4C3C8D"/>
                </a:solidFill>
              </a:rPr>
              <a:t>◆  </a:t>
            </a:r>
            <a:r>
              <a:rPr lang="ar-SA" sz="1400" b="0" dirty="0">
                <a:solidFill>
                  <a:srgbClr val="44546A"/>
                </a:solidFill>
              </a:rPr>
              <a:t>دعم الابتكار وتبني التقنيات الناشئة</a:t>
            </a:r>
          </a:p>
        </p:txBody>
      </p:sp>
      <p:sp>
        <p:nvSpPr>
          <p:cNvPr id="72" name="Obj2"/>
          <p:cNvSpPr/>
          <p:nvPr/>
        </p:nvSpPr>
        <p:spPr>
          <a:xfrm>
            <a:off x="609600" y="4450000"/>
            <a:ext cx="10972800" cy="350000"/>
          </a:xfrm>
          <a:prstGeom prst="rect">
            <a:avLst/>
          </a:prstGeom>
          <a:noFill/>
          <a:ln>
            <a:noFill/>
          </a:ln>
        </p:spPr>
        <p:txBody>
          <a:bodyPr anchor="ctr">
            <a:normAutofit/>
          </a:bodyPr>
          <a:lstStyle/>
          <a:p>
            <a:pPr algn="r" rtl="1"/>
            <a:r>
              <a:rPr lang="ar-SA" sz="1400" b="1" dirty="0">
                <a:solidFill>
                  <a:srgbClr val="44AC52"/>
                </a:solidFill>
              </a:rPr>
              <a:t>◆  </a:t>
            </a:r>
            <a:r>
              <a:rPr lang="ar-SA" sz="1400" b="0" dirty="0">
                <a:solidFill>
                  <a:srgbClr val="44546A"/>
                </a:solidFill>
              </a:rPr>
              <a:t>بنية مؤسسية مرنة ومستقلة</a:t>
            </a:r>
          </a:p>
        </p:txBody>
      </p:sp>
      <p:sp>
        <p:nvSpPr>
          <p:cNvPr id="73" name="Obj3"/>
          <p:cNvSpPr/>
          <p:nvPr/>
        </p:nvSpPr>
        <p:spPr>
          <a:xfrm>
            <a:off x="609600" y="4840000"/>
            <a:ext cx="10972800" cy="350000"/>
          </a:xfrm>
          <a:prstGeom prst="rect">
            <a:avLst/>
          </a:prstGeom>
          <a:noFill/>
          <a:ln>
            <a:noFill/>
          </a:ln>
        </p:spPr>
        <p:txBody>
          <a:bodyPr anchor="ctr">
            <a:normAutofit/>
          </a:bodyPr>
          <a:lstStyle/>
          <a:p>
            <a:pPr algn="r" rtl="1"/>
            <a:r>
              <a:rPr lang="ar-SA" sz="1400" b="1" dirty="0">
                <a:solidFill>
                  <a:srgbClr val="F5A053"/>
                </a:solidFill>
              </a:rPr>
              <a:t>◆  </a:t>
            </a:r>
            <a:r>
              <a:rPr lang="ar-SA" sz="1400" b="0" dirty="0">
                <a:solidFill>
                  <a:srgbClr val="44546A"/>
                </a:solidFill>
              </a:rPr>
              <a:t>تفعيل حوكمة البنية المؤسسية وضمان الالتزام</a:t>
            </a:r>
          </a:p>
        </p:txBody>
      </p:sp>
      <p:sp>
        <p:nvSpPr>
          <p:cNvPr id="74" name="Obj4"/>
          <p:cNvSpPr/>
          <p:nvPr/>
        </p:nvSpPr>
        <p:spPr>
          <a:xfrm>
            <a:off x="609600" y="5230000"/>
            <a:ext cx="10972800" cy="350000"/>
          </a:xfrm>
          <a:prstGeom prst="rect">
            <a:avLst/>
          </a:prstGeom>
          <a:noFill/>
          <a:ln>
            <a:noFill/>
          </a:ln>
        </p:spPr>
        <p:txBody>
          <a:bodyPr anchor="ctr">
            <a:normAutofit/>
          </a:bodyPr>
          <a:lstStyle/>
          <a:p>
            <a:pPr algn="r" rtl="1"/>
            <a:r>
              <a:rPr lang="ar-SA" sz="1400" b="1" dirty="0">
                <a:solidFill>
                  <a:srgbClr val="3FA0D9"/>
                </a:solidFill>
              </a:rPr>
              <a:t>◆  </a:t>
            </a:r>
            <a:r>
              <a:rPr lang="ar-SA" sz="1400" b="0" dirty="0">
                <a:solidFill>
                  <a:srgbClr val="44546A"/>
                </a:solidFill>
              </a:rPr>
              <a:t>رفع كفاءة الإنفاق وخفض التكاليف التشغيلية</a:t>
            </a:r>
          </a:p>
        </p:txBody>
      </p:sp>
      <p:sp>
        <p:nvSpPr>
          <p:cNvPr id="2" name="Title 1">
            <a:extLst>
              <a:ext uri="{FF2B5EF4-FFF2-40B4-BE49-F238E27FC236}">
                <a16:creationId xmlns:a16="http://schemas.microsoft.com/office/drawing/2014/main" id="{D007BFD1-0969-B8BA-BB64-9C9D499CFCBA}"/>
              </a:ext>
            </a:extLst>
          </p:cNvPr>
          <p:cNvSpPr>
            <a:spLocks noGrp="1"/>
          </p:cNvSpPr>
          <p:nvPr>
            <p:ph type="title"/>
          </p:nvPr>
        </p:nvSpPr>
        <p:spPr/>
        <p:txBody>
          <a:bodyPr/>
          <a:lstStyle/>
          <a:p>
            <a:r>
              <a:rPr lang="ar-EG" dirty="0"/>
              <a:t>البيت الاستراتيجي – جامعة الملك خالد</a:t>
            </a:r>
            <a:endParaRPr lang="en-US" dirty="0"/>
          </a:p>
        </p:txBody>
      </p:sp>
      <p:sp>
        <p:nvSpPr>
          <p:cNvPr id="999" name="SN"/>
          <p:cNvSpPr>
            <a:spLocks noGrp="1"/>
          </p:cNvSpPr>
          <p:nvPr>
            <p:ph type="sldNum" sz="quarter" idx="12"/>
          </p:nvPr>
        </p:nvSpPr>
        <p:spPr/>
        <p:txBody>
          <a:bodyPr/>
          <a:lstStyle/>
          <a:p>
            <a:fld id="{82A1CED3-CDAE-46F7-9723-82580B895512}" type="slidenum">
              <a:rPr lang="en-US" smtClean="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Title"/>
          <p:cNvSpPr/>
          <p:nvPr/>
        </p:nvSpPr>
        <p:spPr>
          <a:xfrm>
            <a:off x="457200" y="114300"/>
            <a:ext cx="11277600" cy="800000"/>
          </a:xfrm>
          <a:prstGeom prst="rect">
            <a:avLst/>
          </a:prstGeom>
          <a:noFill/>
          <a:ln>
            <a:noFill/>
          </a:ln>
        </p:spPr>
        <p:txBody>
          <a:bodyPr anchor="ctr">
            <a:normAutofit/>
          </a:bodyPr>
          <a:lstStyle/>
          <a:p>
            <a:pPr algn="r" rtl="1"/>
            <a:endParaRPr lang="ar-SA" sz="3000" b="1" dirty="0">
              <a:solidFill>
                <a:srgbClr val="FFFFFF"/>
              </a:solidFill>
            </a:endParaRPr>
          </a:p>
        </p:txBody>
      </p:sp>
      <p:sp>
        <p:nvSpPr>
          <p:cNvPr id="200" name="C4BG0"/>
          <p:cNvSpPr/>
          <p:nvPr/>
        </p:nvSpPr>
        <p:spPr>
          <a:xfrm>
            <a:off x="9001350" y="1200000"/>
            <a:ext cx="2733450" cy="4629300"/>
          </a:xfrm>
          <a:prstGeom prst="roundRect">
            <a:avLst>
              <a:gd name="adj" fmla="val 5000"/>
            </a:avLst>
          </a:prstGeom>
          <a:solidFill>
            <a:srgbClr val="EBF5FB"/>
          </a:solidFill>
          <a:ln w="19050">
            <a:solidFill>
              <a:srgbClr val="3FA0D9"/>
            </a:solidFill>
          </a:ln>
        </p:spPr>
        <p:txBody>
          <a:bodyPr/>
          <a:lstStyle/>
          <a:p>
            <a:endParaRPr/>
          </a:p>
        </p:txBody>
      </p:sp>
      <p:sp>
        <p:nvSpPr>
          <p:cNvPr id="201" name="C4Bar0"/>
          <p:cNvSpPr/>
          <p:nvPr/>
        </p:nvSpPr>
        <p:spPr>
          <a:xfrm>
            <a:off x="9001350" y="1200000"/>
            <a:ext cx="2733450" cy="209550"/>
          </a:xfrm>
          <a:prstGeom prst="roundRect">
            <a:avLst>
              <a:gd name="adj" fmla="val 5000"/>
            </a:avLst>
          </a:prstGeom>
          <a:solidFill>
            <a:srgbClr val="3FA0D9"/>
          </a:solidFill>
          <a:ln>
            <a:noFill/>
          </a:ln>
        </p:spPr>
        <p:txBody>
          <a:bodyPr/>
          <a:lstStyle/>
          <a:p>
            <a:endParaRPr sz="1050"/>
          </a:p>
        </p:txBody>
      </p:sp>
      <p:sp>
        <p:nvSpPr>
          <p:cNvPr id="202" name="C4N0"/>
          <p:cNvSpPr/>
          <p:nvPr/>
        </p:nvSpPr>
        <p:spPr>
          <a:xfrm>
            <a:off x="10158525" y="1485750"/>
            <a:ext cx="419100" cy="419100"/>
          </a:xfrm>
          <a:prstGeom prst="ellipse">
            <a:avLst/>
          </a:prstGeom>
          <a:solidFill>
            <a:srgbClr val="3FA0D9"/>
          </a:solidFill>
          <a:ln w="12700">
            <a:solidFill>
              <a:srgbClr val="FFFFFF"/>
            </a:solidFill>
          </a:ln>
        </p:spPr>
        <p:txBody>
          <a:bodyPr anchor="ctr"/>
          <a:lstStyle/>
          <a:p>
            <a:pPr algn="ctr" rtl="0"/>
            <a:r>
              <a:rPr lang="en-US" sz="1000" b="1" dirty="0">
                <a:solidFill>
                  <a:srgbClr val="FFFFFF"/>
                </a:solidFill>
              </a:rPr>
              <a:t>01</a:t>
            </a:r>
          </a:p>
        </p:txBody>
      </p:sp>
      <p:sp>
        <p:nvSpPr>
          <p:cNvPr id="203" name="C4T0"/>
          <p:cNvSpPr/>
          <p:nvPr/>
        </p:nvSpPr>
        <p:spPr>
          <a:xfrm>
            <a:off x="9077550" y="2000100"/>
            <a:ext cx="2581050" cy="380000"/>
          </a:xfrm>
          <a:prstGeom prst="rect">
            <a:avLst/>
          </a:prstGeom>
          <a:noFill/>
          <a:ln>
            <a:noFill/>
          </a:ln>
        </p:spPr>
        <p:txBody>
          <a:bodyPr anchor="ctr">
            <a:noAutofit/>
          </a:bodyPr>
          <a:lstStyle/>
          <a:p>
            <a:pPr algn="ctr" rtl="1"/>
            <a:r>
              <a:rPr lang="ar-SA" sz="2400" b="1" dirty="0">
                <a:solidFill>
                  <a:srgbClr val="3FA0D9"/>
                </a:solidFill>
              </a:rPr>
              <a:t>دعم القيادة العليا</a:t>
            </a:r>
          </a:p>
        </p:txBody>
      </p:sp>
      <p:sp>
        <p:nvSpPr>
          <p:cNvPr id="204" name="C4D0"/>
          <p:cNvSpPr/>
          <p:nvPr/>
        </p:nvSpPr>
        <p:spPr>
          <a:xfrm>
            <a:off x="9077550" y="2400100"/>
            <a:ext cx="2581050" cy="3329200"/>
          </a:xfrm>
          <a:prstGeom prst="rect">
            <a:avLst/>
          </a:prstGeom>
          <a:noFill/>
          <a:ln>
            <a:noFill/>
          </a:ln>
        </p:spPr>
        <p:txBody>
          <a:bodyPr anchor="t">
            <a:normAutofit/>
          </a:bodyPr>
          <a:lstStyle/>
          <a:p>
            <a:pPr algn="ctr" rtl="1"/>
            <a:r>
              <a:rPr lang="ar-SA" b="0" dirty="0">
                <a:solidFill>
                  <a:srgbClr val="44546A"/>
                </a:solidFill>
              </a:rPr>
              <a:t>إبراز التبني والدعم المباشر من القيادة العليا للمشروع وتوفير الغطاء الاستراتيجي اللازم</a:t>
            </a:r>
          </a:p>
        </p:txBody>
      </p:sp>
      <p:sp>
        <p:nvSpPr>
          <p:cNvPr id="210" name="C4BG1"/>
          <p:cNvSpPr/>
          <p:nvPr/>
        </p:nvSpPr>
        <p:spPr>
          <a:xfrm>
            <a:off x="6153300" y="1200000"/>
            <a:ext cx="2733450" cy="4629300"/>
          </a:xfrm>
          <a:prstGeom prst="roundRect">
            <a:avLst>
              <a:gd name="adj" fmla="val 5000"/>
            </a:avLst>
          </a:prstGeom>
          <a:solidFill>
            <a:srgbClr val="F0EEF8"/>
          </a:solidFill>
          <a:ln w="19050">
            <a:solidFill>
              <a:srgbClr val="4C3C8D"/>
            </a:solidFill>
          </a:ln>
        </p:spPr>
        <p:txBody>
          <a:bodyPr/>
          <a:lstStyle/>
          <a:p>
            <a:endParaRPr/>
          </a:p>
        </p:txBody>
      </p:sp>
      <p:sp>
        <p:nvSpPr>
          <p:cNvPr id="211" name="C4Bar1"/>
          <p:cNvSpPr/>
          <p:nvPr/>
        </p:nvSpPr>
        <p:spPr>
          <a:xfrm>
            <a:off x="6153300" y="1200000"/>
            <a:ext cx="2733450" cy="209550"/>
          </a:xfrm>
          <a:prstGeom prst="roundRect">
            <a:avLst>
              <a:gd name="adj" fmla="val 5000"/>
            </a:avLst>
          </a:prstGeom>
          <a:solidFill>
            <a:srgbClr val="4C3C8D"/>
          </a:solidFill>
          <a:ln>
            <a:noFill/>
          </a:ln>
        </p:spPr>
        <p:txBody>
          <a:bodyPr/>
          <a:lstStyle/>
          <a:p>
            <a:endParaRPr sz="1050"/>
          </a:p>
        </p:txBody>
      </p:sp>
      <p:sp>
        <p:nvSpPr>
          <p:cNvPr id="212" name="C4N1"/>
          <p:cNvSpPr/>
          <p:nvPr/>
        </p:nvSpPr>
        <p:spPr>
          <a:xfrm>
            <a:off x="7310475" y="1485750"/>
            <a:ext cx="419100" cy="419100"/>
          </a:xfrm>
          <a:prstGeom prst="ellipse">
            <a:avLst/>
          </a:prstGeom>
          <a:solidFill>
            <a:srgbClr val="4C3C8D"/>
          </a:solidFill>
          <a:ln w="12700">
            <a:solidFill>
              <a:srgbClr val="FFFFFF"/>
            </a:solidFill>
          </a:ln>
        </p:spPr>
        <p:txBody>
          <a:bodyPr anchor="ctr"/>
          <a:lstStyle/>
          <a:p>
            <a:pPr algn="ctr" rtl="0"/>
            <a:r>
              <a:rPr lang="en-US" sz="1000" b="1" dirty="0">
                <a:solidFill>
                  <a:srgbClr val="FFFFFF"/>
                </a:solidFill>
              </a:rPr>
              <a:t>02</a:t>
            </a:r>
          </a:p>
        </p:txBody>
      </p:sp>
      <p:sp>
        <p:nvSpPr>
          <p:cNvPr id="213" name="C4T1"/>
          <p:cNvSpPr/>
          <p:nvPr/>
        </p:nvSpPr>
        <p:spPr>
          <a:xfrm>
            <a:off x="6229500" y="2000100"/>
            <a:ext cx="2581050" cy="380000"/>
          </a:xfrm>
          <a:prstGeom prst="rect">
            <a:avLst/>
          </a:prstGeom>
          <a:noFill/>
          <a:ln>
            <a:noFill/>
          </a:ln>
        </p:spPr>
        <p:txBody>
          <a:bodyPr anchor="ctr">
            <a:noAutofit/>
          </a:bodyPr>
          <a:lstStyle/>
          <a:p>
            <a:pPr algn="ctr" rtl="1"/>
            <a:r>
              <a:rPr lang="ar-SA" sz="2400" b="1" dirty="0">
                <a:solidFill>
                  <a:srgbClr val="4C3C8D"/>
                </a:solidFill>
              </a:rPr>
              <a:t>فريق عمل مؤهل</a:t>
            </a:r>
          </a:p>
        </p:txBody>
      </p:sp>
      <p:sp>
        <p:nvSpPr>
          <p:cNvPr id="214" name="C4D1"/>
          <p:cNvSpPr/>
          <p:nvPr/>
        </p:nvSpPr>
        <p:spPr>
          <a:xfrm>
            <a:off x="6229500" y="2400100"/>
            <a:ext cx="2581050" cy="3329200"/>
          </a:xfrm>
          <a:prstGeom prst="rect">
            <a:avLst/>
          </a:prstGeom>
          <a:noFill/>
          <a:ln>
            <a:noFill/>
          </a:ln>
        </p:spPr>
        <p:txBody>
          <a:bodyPr anchor="t">
            <a:normAutofit/>
          </a:bodyPr>
          <a:lstStyle/>
          <a:p>
            <a:pPr algn="ctr" rtl="1"/>
            <a:r>
              <a:rPr lang="ar-SA" b="0" dirty="0">
                <a:solidFill>
                  <a:srgbClr val="44546A"/>
                </a:solidFill>
              </a:rPr>
              <a:t>وجود فريق عمل مؤهل وطموح وقادر على المتابعة والتطوير المستمر</a:t>
            </a:r>
          </a:p>
        </p:txBody>
      </p:sp>
      <p:sp>
        <p:nvSpPr>
          <p:cNvPr id="220" name="C4BG2"/>
          <p:cNvSpPr/>
          <p:nvPr/>
        </p:nvSpPr>
        <p:spPr>
          <a:xfrm>
            <a:off x="3305250" y="1200000"/>
            <a:ext cx="2733450" cy="4629300"/>
          </a:xfrm>
          <a:prstGeom prst="roundRect">
            <a:avLst>
              <a:gd name="adj" fmla="val 5000"/>
            </a:avLst>
          </a:prstGeom>
          <a:solidFill>
            <a:srgbClr val="EDF9EF"/>
          </a:solidFill>
          <a:ln w="19050">
            <a:solidFill>
              <a:srgbClr val="44AC52"/>
            </a:solidFill>
          </a:ln>
        </p:spPr>
        <p:txBody>
          <a:bodyPr/>
          <a:lstStyle/>
          <a:p>
            <a:endParaRPr/>
          </a:p>
        </p:txBody>
      </p:sp>
      <p:sp>
        <p:nvSpPr>
          <p:cNvPr id="221" name="C4Bar2"/>
          <p:cNvSpPr/>
          <p:nvPr/>
        </p:nvSpPr>
        <p:spPr>
          <a:xfrm>
            <a:off x="3305250" y="1200000"/>
            <a:ext cx="2733450" cy="209550"/>
          </a:xfrm>
          <a:prstGeom prst="roundRect">
            <a:avLst>
              <a:gd name="adj" fmla="val 5000"/>
            </a:avLst>
          </a:prstGeom>
          <a:solidFill>
            <a:srgbClr val="44AC52"/>
          </a:solidFill>
          <a:ln>
            <a:noFill/>
          </a:ln>
        </p:spPr>
        <p:txBody>
          <a:bodyPr/>
          <a:lstStyle/>
          <a:p>
            <a:endParaRPr sz="1050"/>
          </a:p>
        </p:txBody>
      </p:sp>
      <p:sp>
        <p:nvSpPr>
          <p:cNvPr id="222" name="C4N2"/>
          <p:cNvSpPr/>
          <p:nvPr/>
        </p:nvSpPr>
        <p:spPr>
          <a:xfrm>
            <a:off x="4462425" y="1485750"/>
            <a:ext cx="419100" cy="419100"/>
          </a:xfrm>
          <a:prstGeom prst="ellipse">
            <a:avLst/>
          </a:prstGeom>
          <a:solidFill>
            <a:srgbClr val="44AC52"/>
          </a:solidFill>
          <a:ln w="12700">
            <a:solidFill>
              <a:srgbClr val="FFFFFF"/>
            </a:solidFill>
          </a:ln>
        </p:spPr>
        <p:txBody>
          <a:bodyPr anchor="ctr"/>
          <a:lstStyle/>
          <a:p>
            <a:pPr algn="ctr" rtl="0"/>
            <a:r>
              <a:rPr lang="en-US" sz="1000" b="1" dirty="0">
                <a:solidFill>
                  <a:srgbClr val="FFFFFF"/>
                </a:solidFill>
              </a:rPr>
              <a:t>03</a:t>
            </a:r>
          </a:p>
        </p:txBody>
      </p:sp>
      <p:sp>
        <p:nvSpPr>
          <p:cNvPr id="223" name="C4T2"/>
          <p:cNvSpPr/>
          <p:nvPr/>
        </p:nvSpPr>
        <p:spPr>
          <a:xfrm>
            <a:off x="3381450" y="2000100"/>
            <a:ext cx="2581050" cy="380000"/>
          </a:xfrm>
          <a:prstGeom prst="rect">
            <a:avLst/>
          </a:prstGeom>
          <a:noFill/>
          <a:ln>
            <a:noFill/>
          </a:ln>
        </p:spPr>
        <p:txBody>
          <a:bodyPr anchor="ctr">
            <a:noAutofit/>
          </a:bodyPr>
          <a:lstStyle/>
          <a:p>
            <a:pPr algn="ctr" rtl="1"/>
            <a:r>
              <a:rPr lang="ar-SA" sz="2400" b="1" dirty="0">
                <a:solidFill>
                  <a:srgbClr val="44AC52"/>
                </a:solidFill>
              </a:rPr>
              <a:t>مزود خدمة محترف</a:t>
            </a:r>
          </a:p>
        </p:txBody>
      </p:sp>
      <p:sp>
        <p:nvSpPr>
          <p:cNvPr id="224" name="C4D2"/>
          <p:cNvSpPr/>
          <p:nvPr/>
        </p:nvSpPr>
        <p:spPr>
          <a:xfrm>
            <a:off x="3381450" y="2400100"/>
            <a:ext cx="2581050" cy="3329200"/>
          </a:xfrm>
          <a:prstGeom prst="rect">
            <a:avLst/>
          </a:prstGeom>
          <a:noFill/>
          <a:ln>
            <a:noFill/>
          </a:ln>
        </p:spPr>
        <p:txBody>
          <a:bodyPr anchor="t">
            <a:normAutofit/>
          </a:bodyPr>
          <a:lstStyle/>
          <a:p>
            <a:pPr algn="ctr" rtl="1"/>
            <a:r>
              <a:rPr lang="ar-SA" b="0" dirty="0">
                <a:solidFill>
                  <a:srgbClr val="44546A"/>
                </a:solidFill>
              </a:rPr>
              <a:t>الاستفادة من الخبرات المهنية في تنفيذ المشروع وضمان جودة المخرجات</a:t>
            </a:r>
          </a:p>
        </p:txBody>
      </p:sp>
      <p:sp>
        <p:nvSpPr>
          <p:cNvPr id="230" name="C4BG3"/>
          <p:cNvSpPr/>
          <p:nvPr/>
        </p:nvSpPr>
        <p:spPr>
          <a:xfrm>
            <a:off x="457200" y="1200000"/>
            <a:ext cx="2733450" cy="4629300"/>
          </a:xfrm>
          <a:prstGeom prst="roundRect">
            <a:avLst>
              <a:gd name="adj" fmla="val 5000"/>
            </a:avLst>
          </a:prstGeom>
          <a:solidFill>
            <a:srgbClr val="FFF8F0"/>
          </a:solidFill>
          <a:ln w="19050">
            <a:solidFill>
              <a:srgbClr val="F5A053"/>
            </a:solidFill>
          </a:ln>
        </p:spPr>
        <p:txBody>
          <a:bodyPr/>
          <a:lstStyle/>
          <a:p>
            <a:endParaRPr/>
          </a:p>
        </p:txBody>
      </p:sp>
      <p:sp>
        <p:nvSpPr>
          <p:cNvPr id="231" name="C4Bar3"/>
          <p:cNvSpPr/>
          <p:nvPr/>
        </p:nvSpPr>
        <p:spPr>
          <a:xfrm>
            <a:off x="457200" y="1200000"/>
            <a:ext cx="2733450" cy="209550"/>
          </a:xfrm>
          <a:prstGeom prst="roundRect">
            <a:avLst>
              <a:gd name="adj" fmla="val 5000"/>
            </a:avLst>
          </a:prstGeom>
          <a:solidFill>
            <a:srgbClr val="F5A053"/>
          </a:solidFill>
          <a:ln>
            <a:noFill/>
          </a:ln>
        </p:spPr>
        <p:txBody>
          <a:bodyPr/>
          <a:lstStyle/>
          <a:p>
            <a:endParaRPr sz="1050"/>
          </a:p>
        </p:txBody>
      </p:sp>
      <p:sp>
        <p:nvSpPr>
          <p:cNvPr id="232" name="C4N3"/>
          <p:cNvSpPr/>
          <p:nvPr/>
        </p:nvSpPr>
        <p:spPr>
          <a:xfrm>
            <a:off x="1614375" y="1485750"/>
            <a:ext cx="419100" cy="419100"/>
          </a:xfrm>
          <a:prstGeom prst="ellipse">
            <a:avLst/>
          </a:prstGeom>
          <a:solidFill>
            <a:srgbClr val="F5A053"/>
          </a:solidFill>
          <a:ln w="12700">
            <a:solidFill>
              <a:srgbClr val="FFFFFF"/>
            </a:solidFill>
          </a:ln>
        </p:spPr>
        <p:txBody>
          <a:bodyPr anchor="ctr"/>
          <a:lstStyle/>
          <a:p>
            <a:pPr algn="ctr" rtl="0"/>
            <a:r>
              <a:rPr lang="en-US" sz="1000" b="1" dirty="0">
                <a:solidFill>
                  <a:srgbClr val="FFFFFF"/>
                </a:solidFill>
              </a:rPr>
              <a:t>04</a:t>
            </a:r>
          </a:p>
        </p:txBody>
      </p:sp>
      <p:sp>
        <p:nvSpPr>
          <p:cNvPr id="233" name="C4T3"/>
          <p:cNvSpPr/>
          <p:nvPr/>
        </p:nvSpPr>
        <p:spPr>
          <a:xfrm>
            <a:off x="533400" y="2000100"/>
            <a:ext cx="2581050" cy="380000"/>
          </a:xfrm>
          <a:prstGeom prst="rect">
            <a:avLst/>
          </a:prstGeom>
          <a:noFill/>
          <a:ln>
            <a:noFill/>
          </a:ln>
        </p:spPr>
        <p:txBody>
          <a:bodyPr anchor="ctr">
            <a:noAutofit/>
          </a:bodyPr>
          <a:lstStyle/>
          <a:p>
            <a:pPr algn="ctr" rtl="1"/>
            <a:r>
              <a:rPr lang="ar-SA" sz="2400" b="1" dirty="0">
                <a:solidFill>
                  <a:srgbClr val="F5A053"/>
                </a:solidFill>
              </a:rPr>
              <a:t>أداة البنية المؤسسية</a:t>
            </a:r>
          </a:p>
        </p:txBody>
      </p:sp>
      <p:sp>
        <p:nvSpPr>
          <p:cNvPr id="234" name="C4D3"/>
          <p:cNvSpPr/>
          <p:nvPr/>
        </p:nvSpPr>
        <p:spPr>
          <a:xfrm>
            <a:off x="533400" y="2400100"/>
            <a:ext cx="2581050" cy="3329200"/>
          </a:xfrm>
          <a:prstGeom prst="rect">
            <a:avLst/>
          </a:prstGeom>
          <a:noFill/>
          <a:ln>
            <a:noFill/>
          </a:ln>
        </p:spPr>
        <p:txBody>
          <a:bodyPr anchor="t">
            <a:normAutofit/>
          </a:bodyPr>
          <a:lstStyle/>
          <a:p>
            <a:pPr algn="ctr" rtl="1"/>
            <a:r>
              <a:rPr lang="ar-SA" b="0" dirty="0">
                <a:solidFill>
                  <a:srgbClr val="44546A"/>
                </a:solidFill>
              </a:rPr>
              <a:t>توفر أداة داعمة لتوثيق المكونات وتمثيل المعلومات بصورة بصرية منظمة</a:t>
            </a:r>
          </a:p>
        </p:txBody>
      </p:sp>
      <p:sp>
        <p:nvSpPr>
          <p:cNvPr id="80" name="NoteBox80"/>
          <p:cNvSpPr/>
          <p:nvPr/>
        </p:nvSpPr>
        <p:spPr>
          <a:xfrm>
            <a:off x="457200" y="5810250"/>
            <a:ext cx="11277600" cy="419100"/>
          </a:xfrm>
          <a:prstGeom prst="rect">
            <a:avLst/>
          </a:prstGeom>
          <a:solidFill>
            <a:srgbClr val="F7F7F9"/>
          </a:solidFill>
          <a:ln w="19050">
            <a:solidFill>
              <a:srgbClr val="4C3C8D"/>
            </a:solidFill>
          </a:ln>
        </p:spPr>
        <p:txBody>
          <a:bodyPr/>
          <a:lstStyle/>
          <a:p>
            <a:endParaRPr/>
          </a:p>
        </p:txBody>
      </p:sp>
      <p:sp>
        <p:nvSpPr>
          <p:cNvPr id="81" name="NoteTxt80"/>
          <p:cNvSpPr/>
          <p:nvPr/>
        </p:nvSpPr>
        <p:spPr>
          <a:xfrm>
            <a:off x="609600" y="5810250"/>
            <a:ext cx="10972800" cy="419100"/>
          </a:xfrm>
          <a:prstGeom prst="rect">
            <a:avLst/>
          </a:prstGeom>
          <a:noFill/>
          <a:ln>
            <a:noFill/>
          </a:ln>
        </p:spPr>
        <p:txBody>
          <a:bodyPr anchor="ctr">
            <a:normAutofit/>
          </a:bodyPr>
          <a:lstStyle/>
          <a:p>
            <a:pPr algn="r" rtl="1"/>
            <a:r>
              <a:rPr lang="ar-SA" sz="1300" b="1" dirty="0">
                <a:solidFill>
                  <a:srgbClr val="4C3C8D"/>
                </a:solidFill>
              </a:rPr>
              <a:t>◆  </a:t>
            </a:r>
            <a:r>
              <a:rPr lang="ar-SA" sz="1300" b="0" dirty="0">
                <a:solidFill>
                  <a:srgbClr val="44546A"/>
                </a:solidFill>
              </a:rPr>
              <a:t>نجاح المشروع ارتبط بمنظومة متكاملة من الدعم والتمكين والتنفيذ المهني وليس بعنصر واحد.</a:t>
            </a:r>
          </a:p>
        </p:txBody>
      </p:sp>
      <p:sp>
        <p:nvSpPr>
          <p:cNvPr id="2" name="Title 1">
            <a:extLst>
              <a:ext uri="{FF2B5EF4-FFF2-40B4-BE49-F238E27FC236}">
                <a16:creationId xmlns:a16="http://schemas.microsoft.com/office/drawing/2014/main" id="{440CBC95-AEEC-97FD-10FC-0D0BB1E66AB9}"/>
              </a:ext>
            </a:extLst>
          </p:cNvPr>
          <p:cNvSpPr>
            <a:spLocks noGrp="1"/>
          </p:cNvSpPr>
          <p:nvPr>
            <p:ph type="title"/>
          </p:nvPr>
        </p:nvSpPr>
        <p:spPr/>
        <p:txBody>
          <a:bodyPr/>
          <a:lstStyle/>
          <a:p>
            <a:r>
              <a:rPr lang="ar-EG" dirty="0"/>
              <a:t>ممكنات نجاح مشروع البنية المؤسسية – جامعة الملك خالد</a:t>
            </a:r>
            <a:br>
              <a:rPr lang="ar-EG" dirty="0"/>
            </a:br>
            <a:endParaRPr lang="en-US" dirty="0"/>
          </a:p>
        </p:txBody>
      </p:sp>
      <p:sp>
        <p:nvSpPr>
          <p:cNvPr id="999" name="SN"/>
          <p:cNvSpPr>
            <a:spLocks noGrp="1"/>
          </p:cNvSpPr>
          <p:nvPr>
            <p:ph type="sldNum" sz="quarter" idx="12"/>
          </p:nvPr>
        </p:nvSpPr>
        <p:spPr/>
        <p:txBody>
          <a:bodyPr/>
          <a:lstStyle/>
          <a:p>
            <a:fld id="{55F59192-F237-4630-8044-0FA3D13875D4}" type="slidenum">
              <a:rPr lang="en-US"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74FF4-81B0-4C17-9070-6E73F5050CEB}"/>
              </a:ext>
            </a:extLst>
          </p:cNvPr>
          <p:cNvSpPr>
            <a:spLocks noGrp="1"/>
          </p:cNvSpPr>
          <p:nvPr>
            <p:ph type="title"/>
          </p:nvPr>
        </p:nvSpPr>
        <p:spPr/>
        <p:txBody>
          <a:bodyPr/>
          <a:lstStyle/>
          <a:p>
            <a:r>
              <a:rPr lang="ar-EG" dirty="0"/>
              <a:t>المقارنة المعيارية</a:t>
            </a:r>
            <a:endParaRPr lang="en-US" dirty="0"/>
          </a:p>
        </p:txBody>
      </p:sp>
      <p:sp>
        <p:nvSpPr>
          <p:cNvPr id="3" name="Slide Number Placeholder 2">
            <a:extLst>
              <a:ext uri="{FF2B5EF4-FFF2-40B4-BE49-F238E27FC236}">
                <a16:creationId xmlns:a16="http://schemas.microsoft.com/office/drawing/2014/main" id="{786FB274-D77B-E01F-08B3-18F4221D1604}"/>
              </a:ext>
            </a:extLst>
          </p:cNvPr>
          <p:cNvSpPr>
            <a:spLocks noGrp="1"/>
          </p:cNvSpPr>
          <p:nvPr>
            <p:ph type="sldNum" sz="quarter" idx="12"/>
          </p:nvPr>
        </p:nvSpPr>
        <p:spPr/>
        <p:txBody>
          <a:bodyPr/>
          <a:lstStyle/>
          <a:p>
            <a:fld id="{0BE4EC83-A869-464E-AE9F-881796FB085E}" type="slidenum">
              <a:rPr lang="en-US" smtClean="0"/>
              <a:t>22</a:t>
            </a:fld>
            <a:endParaRPr lang="en-US"/>
          </a:p>
        </p:txBody>
      </p:sp>
      <p:graphicFrame>
        <p:nvGraphicFramePr>
          <p:cNvPr id="4" name="Table 3">
            <a:extLst>
              <a:ext uri="{FF2B5EF4-FFF2-40B4-BE49-F238E27FC236}">
                <a16:creationId xmlns:a16="http://schemas.microsoft.com/office/drawing/2014/main" id="{8A1AEA55-BA13-64A1-32CD-F036A61A35D0}"/>
              </a:ext>
            </a:extLst>
          </p:cNvPr>
          <p:cNvGraphicFramePr>
            <a:graphicFrameLocks noGrp="1"/>
          </p:cNvGraphicFramePr>
          <p:nvPr>
            <p:extLst>
              <p:ext uri="{D42A27DB-BD31-4B8C-83A1-F6EECF244321}">
                <p14:modId xmlns:p14="http://schemas.microsoft.com/office/powerpoint/2010/main" val="13256507"/>
              </p:ext>
            </p:extLst>
          </p:nvPr>
        </p:nvGraphicFramePr>
        <p:xfrm>
          <a:off x="457201" y="1076040"/>
          <a:ext cx="11277598" cy="5033834"/>
        </p:xfrm>
        <a:graphic>
          <a:graphicData uri="http://schemas.openxmlformats.org/drawingml/2006/table">
            <a:tbl>
              <a:tblPr rtl="1" firstRow="1" firstCol="1" bandRow="1">
                <a:tableStyleId>{5C22544A-7EE6-4342-B048-85BDC9FD1C3A}</a:tableStyleId>
              </a:tblPr>
              <a:tblGrid>
                <a:gridCol w="1493434">
                  <a:extLst>
                    <a:ext uri="{9D8B030D-6E8A-4147-A177-3AD203B41FA5}">
                      <a16:colId xmlns:a16="http://schemas.microsoft.com/office/drawing/2014/main" val="2633616694"/>
                    </a:ext>
                  </a:extLst>
                </a:gridCol>
                <a:gridCol w="2570565">
                  <a:extLst>
                    <a:ext uri="{9D8B030D-6E8A-4147-A177-3AD203B41FA5}">
                      <a16:colId xmlns:a16="http://schemas.microsoft.com/office/drawing/2014/main" val="4045553384"/>
                    </a:ext>
                  </a:extLst>
                </a:gridCol>
                <a:gridCol w="3779520">
                  <a:extLst>
                    <a:ext uri="{9D8B030D-6E8A-4147-A177-3AD203B41FA5}">
                      <a16:colId xmlns:a16="http://schemas.microsoft.com/office/drawing/2014/main" val="418840475"/>
                    </a:ext>
                  </a:extLst>
                </a:gridCol>
                <a:gridCol w="3434079">
                  <a:extLst>
                    <a:ext uri="{9D8B030D-6E8A-4147-A177-3AD203B41FA5}">
                      <a16:colId xmlns:a16="http://schemas.microsoft.com/office/drawing/2014/main" val="3800189253"/>
                    </a:ext>
                  </a:extLst>
                </a:gridCol>
              </a:tblGrid>
              <a:tr h="169231">
                <a:tc>
                  <a:txBody>
                    <a:bodyPr/>
                    <a:lstStyle/>
                    <a:p>
                      <a:pPr marL="0" marR="0" algn="ctr" rtl="1" fontAlgn="ctr">
                        <a:lnSpc>
                          <a:spcPct val="120000"/>
                        </a:lnSpc>
                        <a:spcAft>
                          <a:spcPts val="850"/>
                        </a:spcAft>
                        <a:buNone/>
                      </a:pPr>
                      <a:r>
                        <a:rPr lang="ar-SA" sz="1200" dirty="0">
                          <a:effectLst/>
                        </a:rPr>
                        <a:t>المحور</a:t>
                      </a:r>
                      <a:endParaRPr lang="en-US" sz="105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277" marR="6277" marT="6277" marB="6277" anchor="ctr"/>
                </a:tc>
                <a:tc>
                  <a:txBody>
                    <a:bodyPr/>
                    <a:lstStyle/>
                    <a:p>
                      <a:pPr marL="0" marR="0" algn="ctr" rtl="1" fontAlgn="ctr">
                        <a:lnSpc>
                          <a:spcPct val="120000"/>
                        </a:lnSpc>
                        <a:spcAft>
                          <a:spcPts val="850"/>
                        </a:spcAft>
                        <a:buNone/>
                      </a:pPr>
                      <a:r>
                        <a:rPr lang="ar-SA" sz="1200" dirty="0">
                          <a:effectLst/>
                        </a:rPr>
                        <a:t>جامعة الملك خالد</a:t>
                      </a:r>
                      <a:endParaRPr lang="en-US" sz="105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277" marR="6277" marT="6277" marB="6277" anchor="ctr"/>
                </a:tc>
                <a:tc>
                  <a:txBody>
                    <a:bodyPr/>
                    <a:lstStyle/>
                    <a:p>
                      <a:pPr marL="0" marR="0" algn="ctr" rtl="1" fontAlgn="ctr">
                        <a:lnSpc>
                          <a:spcPct val="120000"/>
                        </a:lnSpc>
                        <a:spcAft>
                          <a:spcPts val="850"/>
                        </a:spcAft>
                        <a:buNone/>
                      </a:pPr>
                      <a:r>
                        <a:rPr lang="ar-SA" sz="1200" dirty="0">
                          <a:effectLst/>
                        </a:rPr>
                        <a:t>هيئة تقويم التعليم والتدريب</a:t>
                      </a:r>
                      <a:endParaRPr lang="en-US" sz="105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277" marR="6277" marT="6277" marB="6277" anchor="ctr"/>
                </a:tc>
                <a:tc>
                  <a:txBody>
                    <a:bodyPr/>
                    <a:lstStyle/>
                    <a:p>
                      <a:pPr marL="0" marR="0" algn="ctr" rtl="1" fontAlgn="ctr">
                        <a:lnSpc>
                          <a:spcPct val="120000"/>
                        </a:lnSpc>
                        <a:spcAft>
                          <a:spcPts val="850"/>
                        </a:spcAft>
                        <a:buNone/>
                      </a:pPr>
                      <a:r>
                        <a:rPr lang="ar-SA" sz="1200" dirty="0">
                          <a:effectLst/>
                        </a:rPr>
                        <a:t>القراءة المعيارية</a:t>
                      </a:r>
                      <a:endParaRPr lang="en-US" sz="105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277" marR="6277" marT="6277" marB="6277" anchor="ctr"/>
                </a:tc>
                <a:extLst>
                  <a:ext uri="{0D108BD9-81ED-4DB2-BD59-A6C34878D82A}">
                    <a16:rowId xmlns:a16="http://schemas.microsoft.com/office/drawing/2014/main" val="2200459592"/>
                  </a:ext>
                </a:extLst>
              </a:tr>
              <a:tr h="795940">
                <a:tc>
                  <a:txBody>
                    <a:bodyPr/>
                    <a:lstStyle/>
                    <a:p>
                      <a:pPr marL="0" marR="0" algn="ctr" rtl="1" fontAlgn="ctr">
                        <a:lnSpc>
                          <a:spcPct val="120000"/>
                        </a:lnSpc>
                        <a:spcAft>
                          <a:spcPts val="850"/>
                        </a:spcAft>
                        <a:buNone/>
                      </a:pPr>
                      <a:r>
                        <a:rPr lang="ar-SA" sz="1200" dirty="0">
                          <a:effectLst/>
                        </a:rPr>
                        <a:t>منطق بناء البيت الاستراتيجي</a:t>
                      </a:r>
                      <a:endParaRPr lang="en-US" sz="105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277" marR="6277" marT="6277" marB="6277" anchor="ctr"/>
                </a:tc>
                <a:tc>
                  <a:txBody>
                    <a:bodyPr/>
                    <a:lstStyle/>
                    <a:p>
                      <a:pPr marL="0" marR="0" algn="r" rtl="1" fontAlgn="ctr">
                        <a:lnSpc>
                          <a:spcPct val="120000"/>
                        </a:lnSpc>
                        <a:spcAft>
                          <a:spcPts val="850"/>
                        </a:spcAft>
                        <a:buNone/>
                      </a:pPr>
                      <a:r>
                        <a:rPr lang="ar-SA" sz="1200" dirty="0">
                          <a:effectLst/>
                        </a:rPr>
                        <a:t>يرتكز البيت الاستراتيجي على</a:t>
                      </a:r>
                      <a:r>
                        <a:rPr lang="en-US" sz="1200" dirty="0">
                          <a:effectLst/>
                        </a:rPr>
                        <a:t>: </a:t>
                      </a:r>
                      <a:r>
                        <a:rPr lang="ar-SA" sz="1200" dirty="0">
                          <a:effectLst/>
                        </a:rPr>
                        <a:t>تعزيز رضا المستفيد، دعم تبني التقنيات الناشئة، بنية مؤسسية </a:t>
                      </a:r>
                      <a:r>
                        <a:rPr lang="ar-SA" sz="1200" dirty="0" err="1">
                          <a:effectLst/>
                        </a:rPr>
                        <a:t>محوكمة</a:t>
                      </a:r>
                      <a:r>
                        <a:rPr lang="ar-SA" sz="1200" dirty="0">
                          <a:effectLst/>
                        </a:rPr>
                        <a:t> وممكنة، الاستدامة المالية</a:t>
                      </a:r>
                      <a:r>
                        <a:rPr lang="en-US" sz="1200" dirty="0">
                          <a:effectLst/>
                        </a:rPr>
                        <a:t>.</a:t>
                      </a:r>
                      <a:endParaRPr lang="en-US" sz="105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277" marR="6277" marT="6277" marB="6277" anchor="ctr"/>
                </a:tc>
                <a:tc>
                  <a:txBody>
                    <a:bodyPr/>
                    <a:lstStyle/>
                    <a:p>
                      <a:pPr marL="0" marR="0" algn="r" rtl="1" fontAlgn="ctr">
                        <a:lnSpc>
                          <a:spcPct val="120000"/>
                        </a:lnSpc>
                        <a:spcAft>
                          <a:spcPts val="850"/>
                        </a:spcAft>
                        <a:buNone/>
                      </a:pPr>
                      <a:r>
                        <a:rPr lang="ar-SA" sz="1200" dirty="0">
                          <a:effectLst/>
                        </a:rPr>
                        <a:t>يرتكز البناء في الهيئة على الركائز الاستراتيجية</a:t>
                      </a:r>
                      <a:r>
                        <a:rPr lang="en-US" sz="1200" dirty="0">
                          <a:effectLst/>
                        </a:rPr>
                        <a:t>: </a:t>
                      </a:r>
                      <a:r>
                        <a:rPr lang="ar-SA" sz="1200" dirty="0">
                          <a:effectLst/>
                        </a:rPr>
                        <a:t>خدمات رقمية مبتكرة، رفع كفاءة الإجراءات، تجربة المستفيد، الاستدامة المالية، مع الأهداف الاستراتيجية الستة</a:t>
                      </a:r>
                      <a:r>
                        <a:rPr lang="en-US" sz="1200" dirty="0">
                          <a:effectLst/>
                        </a:rPr>
                        <a:t>: </a:t>
                      </a:r>
                      <a:r>
                        <a:rPr lang="ar-SA" sz="1200" dirty="0">
                          <a:effectLst/>
                        </a:rPr>
                        <a:t>دعم اتخاذ القرارات، تعزيز الكفاءة التشغيلية وكفاءة الانفاق، تمكين التحول الرقمي، دعم تحسين تجربة المستفيد، تعزيز الحوكمة المؤسسية، المواءمة الاستراتيجية</a:t>
                      </a:r>
                      <a:r>
                        <a:rPr lang="en-US" sz="1200" dirty="0">
                          <a:effectLst/>
                        </a:rPr>
                        <a:t>.</a:t>
                      </a:r>
                      <a:endParaRPr lang="en-US" sz="105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277" marR="6277" marT="6277" marB="6277" anchor="ctr"/>
                </a:tc>
                <a:tc>
                  <a:txBody>
                    <a:bodyPr/>
                    <a:lstStyle/>
                    <a:p>
                      <a:pPr marL="0" marR="0" algn="r" rtl="1" fontAlgn="ctr">
                        <a:lnSpc>
                          <a:spcPct val="120000"/>
                        </a:lnSpc>
                        <a:spcAft>
                          <a:spcPts val="850"/>
                        </a:spcAft>
                        <a:buNone/>
                      </a:pPr>
                      <a:r>
                        <a:rPr lang="ar-SA" sz="1200" dirty="0">
                          <a:effectLst/>
                        </a:rPr>
                        <a:t>جامعة الملك خالد تعرض البيت الاستراتيجي بصورة تنفيذية مباشرة ومكثفة، بينما الهيئة تعرضه بصورة أوسع وأكثر نضجًا من حيث الفصل بين الركائز والأهداف الاستراتيجية، وهو طرح أكثر مؤسسية واتساعًا</a:t>
                      </a:r>
                      <a:r>
                        <a:rPr lang="en-US" sz="1200" dirty="0">
                          <a:effectLst/>
                        </a:rPr>
                        <a:t>.</a:t>
                      </a:r>
                      <a:endParaRPr lang="en-US" sz="105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277" marR="6277" marT="6277" marB="6277" anchor="ctr"/>
                </a:tc>
                <a:extLst>
                  <a:ext uri="{0D108BD9-81ED-4DB2-BD59-A6C34878D82A}">
                    <a16:rowId xmlns:a16="http://schemas.microsoft.com/office/drawing/2014/main" val="2527296957"/>
                  </a:ext>
                </a:extLst>
              </a:tr>
              <a:tr h="639262">
                <a:tc>
                  <a:txBody>
                    <a:bodyPr/>
                    <a:lstStyle/>
                    <a:p>
                      <a:pPr marL="0" marR="0" algn="ctr" rtl="1" fontAlgn="ctr">
                        <a:lnSpc>
                          <a:spcPct val="120000"/>
                        </a:lnSpc>
                        <a:spcAft>
                          <a:spcPts val="850"/>
                        </a:spcAft>
                        <a:buNone/>
                      </a:pPr>
                      <a:r>
                        <a:rPr lang="ar-SA" sz="1200" dirty="0">
                          <a:effectLst/>
                        </a:rPr>
                        <a:t>الحوكمة</a:t>
                      </a:r>
                      <a:endParaRPr lang="en-US" sz="105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277" marR="6277" marT="6277" marB="6277" anchor="ctr"/>
                </a:tc>
                <a:tc>
                  <a:txBody>
                    <a:bodyPr/>
                    <a:lstStyle/>
                    <a:p>
                      <a:pPr marL="0" marR="0" algn="r" rtl="1" fontAlgn="ctr">
                        <a:lnSpc>
                          <a:spcPct val="120000"/>
                        </a:lnSpc>
                        <a:spcAft>
                          <a:spcPts val="850"/>
                        </a:spcAft>
                        <a:buNone/>
                      </a:pPr>
                      <a:r>
                        <a:rPr lang="ar-SA" sz="1200" dirty="0">
                          <a:effectLst/>
                        </a:rPr>
                        <a:t>تظهر الحوكمة بصراحة ضمن الركيزة</a:t>
                      </a:r>
                      <a:r>
                        <a:rPr lang="en-US" sz="1200" dirty="0">
                          <a:effectLst/>
                        </a:rPr>
                        <a:t>: </a:t>
                      </a:r>
                      <a:r>
                        <a:rPr lang="ar-SA" sz="1200" dirty="0">
                          <a:effectLst/>
                        </a:rPr>
                        <a:t>بنية مؤسسية </a:t>
                      </a:r>
                      <a:r>
                        <a:rPr lang="ar-SA" sz="1200" dirty="0" err="1">
                          <a:effectLst/>
                        </a:rPr>
                        <a:t>محوكمة</a:t>
                      </a:r>
                      <a:r>
                        <a:rPr lang="ar-SA" sz="1200" dirty="0">
                          <a:effectLst/>
                        </a:rPr>
                        <a:t> وممكنة، وتحتها تفعيل حوكمة البنية المؤسسية وضمان الالتزام</a:t>
                      </a:r>
                      <a:r>
                        <a:rPr lang="en-US" sz="1200" dirty="0">
                          <a:effectLst/>
                        </a:rPr>
                        <a:t>.</a:t>
                      </a:r>
                      <a:endParaRPr lang="en-US" sz="105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277" marR="6277" marT="6277" marB="6277" anchor="ctr"/>
                </a:tc>
                <a:tc>
                  <a:txBody>
                    <a:bodyPr/>
                    <a:lstStyle/>
                    <a:p>
                      <a:pPr marL="0" marR="0" algn="r" rtl="1" fontAlgn="ctr">
                        <a:lnSpc>
                          <a:spcPct val="120000"/>
                        </a:lnSpc>
                        <a:spcAft>
                          <a:spcPts val="850"/>
                        </a:spcAft>
                        <a:buNone/>
                      </a:pPr>
                      <a:r>
                        <a:rPr lang="ar-SA" sz="1200" dirty="0">
                          <a:effectLst/>
                        </a:rPr>
                        <a:t>الحوكمة في الهيئة حاضرة كهدف استراتيجي مستقل</a:t>
                      </a:r>
                      <a:r>
                        <a:rPr lang="en-US" sz="1200" dirty="0">
                          <a:effectLst/>
                        </a:rPr>
                        <a:t>: </a:t>
                      </a:r>
                      <a:r>
                        <a:rPr lang="ar-SA" sz="1200" dirty="0">
                          <a:effectLst/>
                        </a:rPr>
                        <a:t>تعزيز الحوكمة المؤسسية، كما يظهر دور البنية المؤسسية في تفعيل أُطر الحوكمة داخل الوثيقة</a:t>
                      </a:r>
                      <a:r>
                        <a:rPr lang="en-US" sz="1200" dirty="0">
                          <a:effectLst/>
                        </a:rPr>
                        <a:t>.</a:t>
                      </a:r>
                      <a:endParaRPr lang="en-US" sz="105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277" marR="6277" marT="6277" marB="6277" anchor="ctr"/>
                </a:tc>
                <a:tc>
                  <a:txBody>
                    <a:bodyPr/>
                    <a:lstStyle/>
                    <a:p>
                      <a:pPr marL="0" marR="0" algn="r" rtl="1" fontAlgn="ctr">
                        <a:lnSpc>
                          <a:spcPct val="120000"/>
                        </a:lnSpc>
                        <a:spcAft>
                          <a:spcPts val="850"/>
                        </a:spcAft>
                        <a:buNone/>
                      </a:pPr>
                      <a:r>
                        <a:rPr lang="ar-SA" sz="1200" dirty="0">
                          <a:effectLst/>
                        </a:rPr>
                        <a:t>جامعة الملك خالد أبرزت الحوكمة كرأس موضوعي واضح داخل البيت الاستراتيجي نفسه، بينما الهيئة بنت الحوكمة كهدف استراتيجي وممارسة تشغيلية؛ وهذا يعكس عمقًا أعلى</a:t>
                      </a:r>
                      <a:r>
                        <a:rPr lang="en-US" sz="1200" dirty="0">
                          <a:effectLst/>
                        </a:rPr>
                        <a:t>.</a:t>
                      </a:r>
                      <a:endParaRPr lang="en-US" sz="105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277" marR="6277" marT="6277" marB="6277" anchor="ctr"/>
                </a:tc>
                <a:extLst>
                  <a:ext uri="{0D108BD9-81ED-4DB2-BD59-A6C34878D82A}">
                    <a16:rowId xmlns:a16="http://schemas.microsoft.com/office/drawing/2014/main" val="3874852858"/>
                  </a:ext>
                </a:extLst>
              </a:tr>
              <a:tr h="639262">
                <a:tc>
                  <a:txBody>
                    <a:bodyPr/>
                    <a:lstStyle/>
                    <a:p>
                      <a:pPr marL="0" marR="0" algn="ctr" rtl="1" fontAlgn="ctr">
                        <a:lnSpc>
                          <a:spcPct val="120000"/>
                        </a:lnSpc>
                        <a:spcAft>
                          <a:spcPts val="850"/>
                        </a:spcAft>
                        <a:buNone/>
                      </a:pPr>
                      <a:r>
                        <a:rPr lang="ar-SA" sz="1200" dirty="0">
                          <a:effectLst/>
                        </a:rPr>
                        <a:t>التقنيات الناشئة والابتكار</a:t>
                      </a:r>
                      <a:endParaRPr lang="en-US" sz="105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277" marR="6277" marT="6277" marB="6277" anchor="ctr"/>
                </a:tc>
                <a:tc>
                  <a:txBody>
                    <a:bodyPr/>
                    <a:lstStyle/>
                    <a:p>
                      <a:pPr marL="0" marR="0" algn="r" rtl="1" fontAlgn="ctr">
                        <a:lnSpc>
                          <a:spcPct val="120000"/>
                        </a:lnSpc>
                        <a:spcAft>
                          <a:spcPts val="850"/>
                        </a:spcAft>
                        <a:buNone/>
                      </a:pPr>
                      <a:r>
                        <a:rPr lang="ar-SA" sz="1200" dirty="0">
                          <a:effectLst/>
                        </a:rPr>
                        <a:t>تظهر بصورة مباشرة من خلال</a:t>
                      </a:r>
                      <a:r>
                        <a:rPr lang="en-US" sz="1200" dirty="0">
                          <a:effectLst/>
                        </a:rPr>
                        <a:t>: </a:t>
                      </a:r>
                      <a:r>
                        <a:rPr lang="ar-SA" sz="1200" dirty="0">
                          <a:effectLst/>
                        </a:rPr>
                        <a:t>دعم تبني التقنيات الناشئة، وتحتها دعم الابتكار وتبني التقنيات الناشئة</a:t>
                      </a:r>
                      <a:r>
                        <a:rPr lang="en-US" sz="1200" dirty="0">
                          <a:effectLst/>
                        </a:rPr>
                        <a:t>.</a:t>
                      </a:r>
                      <a:endParaRPr lang="en-US" sz="105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277" marR="6277" marT="6277" marB="6277" anchor="ctr"/>
                </a:tc>
                <a:tc>
                  <a:txBody>
                    <a:bodyPr/>
                    <a:lstStyle/>
                    <a:p>
                      <a:pPr marL="0" marR="0" algn="r" rtl="1" fontAlgn="ctr">
                        <a:lnSpc>
                          <a:spcPct val="120000"/>
                        </a:lnSpc>
                        <a:spcAft>
                          <a:spcPts val="850"/>
                        </a:spcAft>
                        <a:buNone/>
                      </a:pPr>
                      <a:r>
                        <a:rPr lang="ar-SA" sz="1200" dirty="0">
                          <a:effectLst/>
                        </a:rPr>
                        <a:t>تظهر في الهيئة ضمن تمكين التحول الرقمي، كما وردت أيضًا في الوثيقة من خلال استغلال التقنيات الناشئة، ودعم مؤشر ونتائج جاهزية تبني التقنيات الناشئة</a:t>
                      </a:r>
                      <a:r>
                        <a:rPr lang="en-US" sz="1200" dirty="0">
                          <a:effectLst/>
                        </a:rPr>
                        <a:t>.</a:t>
                      </a:r>
                      <a:endParaRPr lang="en-US" sz="105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277" marR="6277" marT="6277" marB="6277" anchor="ctr"/>
                </a:tc>
                <a:tc>
                  <a:txBody>
                    <a:bodyPr/>
                    <a:lstStyle/>
                    <a:p>
                      <a:pPr marL="0" marR="0" algn="r" rtl="1" fontAlgn="ctr">
                        <a:lnSpc>
                          <a:spcPct val="120000"/>
                        </a:lnSpc>
                        <a:spcAft>
                          <a:spcPts val="850"/>
                        </a:spcAft>
                        <a:buNone/>
                      </a:pPr>
                      <a:r>
                        <a:rPr lang="ar-SA" sz="1200" dirty="0">
                          <a:effectLst/>
                        </a:rPr>
                        <a:t>جامعة الملك خالد جعلت الملف أكثر وضوحًا بصريًا بإفراد التقنيات الناشئة كركيزة مستقلة، بينما الهيئة تناولتها بصورة أعمق وربطتها بالتحول الرقمي والمؤشرات الوطنية</a:t>
                      </a:r>
                      <a:r>
                        <a:rPr lang="en-US" sz="1200" dirty="0">
                          <a:effectLst/>
                        </a:rPr>
                        <a:t>.</a:t>
                      </a:r>
                      <a:endParaRPr lang="en-US" sz="105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277" marR="6277" marT="6277" marB="6277" anchor="ctr"/>
                </a:tc>
                <a:extLst>
                  <a:ext uri="{0D108BD9-81ED-4DB2-BD59-A6C34878D82A}">
                    <a16:rowId xmlns:a16="http://schemas.microsoft.com/office/drawing/2014/main" val="3664369803"/>
                  </a:ext>
                </a:extLst>
              </a:tr>
              <a:tr h="639262">
                <a:tc>
                  <a:txBody>
                    <a:bodyPr/>
                    <a:lstStyle/>
                    <a:p>
                      <a:pPr marL="0" marR="0" algn="ctr" rtl="1" fontAlgn="ctr">
                        <a:lnSpc>
                          <a:spcPct val="120000"/>
                        </a:lnSpc>
                        <a:spcAft>
                          <a:spcPts val="850"/>
                        </a:spcAft>
                        <a:buNone/>
                      </a:pPr>
                      <a:r>
                        <a:rPr lang="ar-SA" sz="1200" dirty="0">
                          <a:effectLst/>
                        </a:rPr>
                        <a:t>المستفيد</a:t>
                      </a:r>
                      <a:endParaRPr lang="en-US" sz="105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277" marR="6277" marT="6277" marB="6277" anchor="ctr"/>
                </a:tc>
                <a:tc>
                  <a:txBody>
                    <a:bodyPr/>
                    <a:lstStyle/>
                    <a:p>
                      <a:pPr marL="0" marR="0" algn="r" rtl="1" fontAlgn="ctr">
                        <a:lnSpc>
                          <a:spcPct val="120000"/>
                        </a:lnSpc>
                        <a:spcAft>
                          <a:spcPts val="850"/>
                        </a:spcAft>
                        <a:buNone/>
                      </a:pPr>
                      <a:r>
                        <a:rPr lang="ar-SA" sz="1200" dirty="0">
                          <a:effectLst/>
                        </a:rPr>
                        <a:t>يظهر بصراحة في الركيزة</a:t>
                      </a:r>
                      <a:r>
                        <a:rPr lang="en-US" sz="1200" dirty="0">
                          <a:effectLst/>
                        </a:rPr>
                        <a:t>: </a:t>
                      </a:r>
                      <a:r>
                        <a:rPr lang="ar-SA" sz="1200" dirty="0">
                          <a:effectLst/>
                        </a:rPr>
                        <a:t>تعزيز رضا المستفيد، وتحتها رفع نضج تجربة المستفيدين وتعزيز جودة وكفاءة الخدمات</a:t>
                      </a:r>
                      <a:r>
                        <a:rPr lang="en-US" sz="1200" dirty="0">
                          <a:effectLst/>
                        </a:rPr>
                        <a:t>.</a:t>
                      </a:r>
                      <a:endParaRPr lang="en-US" sz="105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277" marR="6277" marT="6277" marB="6277" anchor="ctr"/>
                </a:tc>
                <a:tc>
                  <a:txBody>
                    <a:bodyPr/>
                    <a:lstStyle/>
                    <a:p>
                      <a:pPr marL="0" marR="0" algn="r" rtl="1" fontAlgn="ctr">
                        <a:lnSpc>
                          <a:spcPct val="120000"/>
                        </a:lnSpc>
                        <a:spcAft>
                          <a:spcPts val="850"/>
                        </a:spcAft>
                        <a:buNone/>
                      </a:pPr>
                      <a:r>
                        <a:rPr lang="ar-SA" sz="1200" dirty="0">
                          <a:effectLst/>
                        </a:rPr>
                        <a:t>يظهر في الهيئة ضمن الركيزة تجربة المستفيد، والهدف الاستراتيجي دعم تحسين تجربة المستفيد</a:t>
                      </a:r>
                      <a:r>
                        <a:rPr lang="en-US" sz="1200" dirty="0">
                          <a:effectLst/>
                        </a:rPr>
                        <a:t>.</a:t>
                      </a:r>
                      <a:endParaRPr lang="en-US" sz="105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277" marR="6277" marT="6277" marB="6277" anchor="ctr"/>
                </a:tc>
                <a:tc>
                  <a:txBody>
                    <a:bodyPr/>
                    <a:lstStyle/>
                    <a:p>
                      <a:pPr marL="0" marR="0" algn="r" rtl="1" fontAlgn="ctr">
                        <a:lnSpc>
                          <a:spcPct val="120000"/>
                        </a:lnSpc>
                        <a:spcAft>
                          <a:spcPts val="850"/>
                        </a:spcAft>
                        <a:buNone/>
                      </a:pPr>
                      <a:r>
                        <a:rPr lang="ar-SA" sz="1200" dirty="0">
                          <a:effectLst/>
                        </a:rPr>
                        <a:t>هناك تقارب عالٍ جدًا بين الجهتين في هذا المحور، </a:t>
                      </a:r>
                      <a:endParaRPr lang="en-US" sz="105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277" marR="6277" marT="6277" marB="6277" anchor="ctr"/>
                </a:tc>
                <a:extLst>
                  <a:ext uri="{0D108BD9-81ED-4DB2-BD59-A6C34878D82A}">
                    <a16:rowId xmlns:a16="http://schemas.microsoft.com/office/drawing/2014/main" val="1663815858"/>
                  </a:ext>
                </a:extLst>
              </a:tr>
              <a:tr h="482585">
                <a:tc>
                  <a:txBody>
                    <a:bodyPr/>
                    <a:lstStyle/>
                    <a:p>
                      <a:pPr marL="0" marR="0" algn="ctr" rtl="1" fontAlgn="ctr">
                        <a:lnSpc>
                          <a:spcPct val="120000"/>
                        </a:lnSpc>
                        <a:spcAft>
                          <a:spcPts val="850"/>
                        </a:spcAft>
                        <a:buNone/>
                      </a:pPr>
                      <a:r>
                        <a:rPr lang="ar-SA" sz="1200" dirty="0">
                          <a:effectLst/>
                        </a:rPr>
                        <a:t>الاستدامة المالية / كفاءة الإنفاق</a:t>
                      </a:r>
                      <a:endParaRPr lang="en-US" sz="105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277" marR="6277" marT="6277" marB="6277" anchor="ctr"/>
                </a:tc>
                <a:tc>
                  <a:txBody>
                    <a:bodyPr/>
                    <a:lstStyle/>
                    <a:p>
                      <a:pPr marL="0" marR="0" algn="r" rtl="1" fontAlgn="ctr">
                        <a:lnSpc>
                          <a:spcPct val="120000"/>
                        </a:lnSpc>
                        <a:spcAft>
                          <a:spcPts val="850"/>
                        </a:spcAft>
                        <a:buNone/>
                      </a:pPr>
                      <a:r>
                        <a:rPr lang="ar-SA" sz="1200" dirty="0">
                          <a:effectLst/>
                        </a:rPr>
                        <a:t>تظهر في الركيزة</a:t>
                      </a:r>
                      <a:r>
                        <a:rPr lang="en-US" sz="1200" dirty="0">
                          <a:effectLst/>
                        </a:rPr>
                        <a:t>: </a:t>
                      </a:r>
                      <a:r>
                        <a:rPr lang="ar-SA" sz="1200" dirty="0">
                          <a:effectLst/>
                        </a:rPr>
                        <a:t>الاستدامة المالية، وتحتها رفع كفاءة الإنفاق وخفض التكاليف التشغيلية</a:t>
                      </a:r>
                      <a:r>
                        <a:rPr lang="en-US" sz="1200" dirty="0">
                          <a:effectLst/>
                        </a:rPr>
                        <a:t>.</a:t>
                      </a:r>
                      <a:endParaRPr lang="en-US" sz="105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277" marR="6277" marT="6277" marB="6277" anchor="ctr"/>
                </a:tc>
                <a:tc>
                  <a:txBody>
                    <a:bodyPr/>
                    <a:lstStyle/>
                    <a:p>
                      <a:pPr marL="0" marR="0" algn="r" rtl="1" fontAlgn="ctr">
                        <a:lnSpc>
                          <a:spcPct val="120000"/>
                        </a:lnSpc>
                        <a:spcAft>
                          <a:spcPts val="850"/>
                        </a:spcAft>
                        <a:buNone/>
                      </a:pPr>
                      <a:r>
                        <a:rPr lang="ar-SA" sz="1200" dirty="0">
                          <a:effectLst/>
                        </a:rPr>
                        <a:t>تظهر في الهيئة ضمن الركيزة الاستدامة المالية، والهدف الاستراتيجي تعزيز الكفاءة التشغيلية وكفاءة الانفاق</a:t>
                      </a:r>
                      <a:r>
                        <a:rPr lang="en-US" sz="1200" dirty="0">
                          <a:effectLst/>
                        </a:rPr>
                        <a:t>.</a:t>
                      </a:r>
                      <a:endParaRPr lang="en-US" sz="105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277" marR="6277" marT="6277" marB="6277" anchor="ctr"/>
                </a:tc>
                <a:tc>
                  <a:txBody>
                    <a:bodyPr/>
                    <a:lstStyle/>
                    <a:p>
                      <a:pPr marL="0" marR="0" algn="r" rtl="1" fontAlgn="ctr">
                        <a:lnSpc>
                          <a:spcPct val="120000"/>
                        </a:lnSpc>
                        <a:spcAft>
                          <a:spcPts val="850"/>
                        </a:spcAft>
                        <a:buNone/>
                      </a:pPr>
                      <a:r>
                        <a:rPr lang="ar-SA" sz="1200" dirty="0">
                          <a:effectLst/>
                        </a:rPr>
                        <a:t>المحور متوافق معيارياً بين الجهتين، لكن جامعة الملك خالد أبرزته كرسالة تنفيذية مباشرة، بينما الهيئة وسّعته وربطته بهدف استراتيجي رسمي قائم بذاته</a:t>
                      </a:r>
                      <a:r>
                        <a:rPr lang="en-US" sz="1200" dirty="0">
                          <a:effectLst/>
                        </a:rPr>
                        <a:t>.</a:t>
                      </a:r>
                      <a:endParaRPr lang="en-US" sz="105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277" marR="6277" marT="6277" marB="6277" anchor="ctr"/>
                </a:tc>
                <a:extLst>
                  <a:ext uri="{0D108BD9-81ED-4DB2-BD59-A6C34878D82A}">
                    <a16:rowId xmlns:a16="http://schemas.microsoft.com/office/drawing/2014/main" val="3166262389"/>
                  </a:ext>
                </a:extLst>
              </a:tr>
              <a:tr h="482585">
                <a:tc>
                  <a:txBody>
                    <a:bodyPr/>
                    <a:lstStyle/>
                    <a:p>
                      <a:pPr marL="0" marR="0" algn="ctr" rtl="1" fontAlgn="ctr">
                        <a:lnSpc>
                          <a:spcPct val="120000"/>
                        </a:lnSpc>
                        <a:spcAft>
                          <a:spcPts val="850"/>
                        </a:spcAft>
                        <a:buNone/>
                      </a:pPr>
                      <a:r>
                        <a:rPr lang="ar-SA" sz="1200" dirty="0">
                          <a:effectLst/>
                        </a:rPr>
                        <a:t>دعم القيادة العليا</a:t>
                      </a:r>
                      <a:endParaRPr lang="en-US" sz="105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277" marR="6277" marT="6277" marB="6277" anchor="ctr"/>
                </a:tc>
                <a:tc>
                  <a:txBody>
                    <a:bodyPr/>
                    <a:lstStyle/>
                    <a:p>
                      <a:pPr marL="0" marR="0" algn="r" rtl="1" fontAlgn="ctr">
                        <a:lnSpc>
                          <a:spcPct val="120000"/>
                        </a:lnSpc>
                        <a:spcAft>
                          <a:spcPts val="850"/>
                        </a:spcAft>
                        <a:buNone/>
                      </a:pPr>
                      <a:r>
                        <a:rPr lang="ar-SA" sz="1200" dirty="0">
                          <a:effectLst/>
                        </a:rPr>
                        <a:t>من الممكنات</a:t>
                      </a:r>
                      <a:r>
                        <a:rPr lang="en-US" sz="1200" dirty="0">
                          <a:effectLst/>
                        </a:rPr>
                        <a:t>: </a:t>
                      </a:r>
                      <a:r>
                        <a:rPr lang="ar-SA" sz="1200" dirty="0">
                          <a:effectLst/>
                        </a:rPr>
                        <a:t>دعم القيادة العليا، مع إبراز دعم مباشر من القيادة العليا للمشروع</a:t>
                      </a:r>
                      <a:r>
                        <a:rPr lang="en-US" sz="1200" dirty="0">
                          <a:effectLst/>
                        </a:rPr>
                        <a:t>.</a:t>
                      </a:r>
                      <a:endParaRPr lang="en-US" sz="105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277" marR="6277" marT="6277" marB="6277" anchor="ctr"/>
                </a:tc>
                <a:tc>
                  <a:txBody>
                    <a:bodyPr/>
                    <a:lstStyle/>
                    <a:p>
                      <a:pPr marL="0" marR="0" algn="r" rtl="1" fontAlgn="ctr">
                        <a:lnSpc>
                          <a:spcPct val="120000"/>
                        </a:lnSpc>
                        <a:spcAft>
                          <a:spcPts val="850"/>
                        </a:spcAft>
                        <a:buNone/>
                      </a:pPr>
                      <a:r>
                        <a:rPr lang="ar-SA" sz="1200" dirty="0">
                          <a:effectLst/>
                        </a:rPr>
                        <a:t>من الممكنات في الهيئة</a:t>
                      </a:r>
                      <a:r>
                        <a:rPr lang="en-US" sz="1200" dirty="0">
                          <a:effectLst/>
                        </a:rPr>
                        <a:t>: </a:t>
                      </a:r>
                      <a:r>
                        <a:rPr lang="ar-SA" sz="1200" dirty="0">
                          <a:effectLst/>
                        </a:rPr>
                        <a:t>دعم القيادة العليا</a:t>
                      </a:r>
                      <a:r>
                        <a:rPr lang="en-US" sz="1200" dirty="0">
                          <a:effectLst/>
                        </a:rPr>
                        <a:t>.</a:t>
                      </a:r>
                      <a:endParaRPr lang="en-US" sz="105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277" marR="6277" marT="6277" marB="6277" anchor="ctr"/>
                </a:tc>
                <a:tc>
                  <a:txBody>
                    <a:bodyPr/>
                    <a:lstStyle/>
                    <a:p>
                      <a:pPr marL="0" marR="0" algn="r" rtl="1" fontAlgn="ctr">
                        <a:lnSpc>
                          <a:spcPct val="120000"/>
                        </a:lnSpc>
                        <a:spcAft>
                          <a:spcPts val="850"/>
                        </a:spcAft>
                        <a:buNone/>
                      </a:pPr>
                      <a:r>
                        <a:rPr lang="ar-SA" sz="1200" dirty="0">
                          <a:effectLst/>
                        </a:rPr>
                        <a:t>الجهتان تعتبران القيادة العليا ممكنًا حاسمًا،</a:t>
                      </a:r>
                      <a:r>
                        <a:rPr lang="en-US" sz="1200" dirty="0">
                          <a:effectLst/>
                        </a:rPr>
                        <a:t>.</a:t>
                      </a:r>
                      <a:endParaRPr lang="en-US" sz="105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277" marR="6277" marT="6277" marB="6277" anchor="ctr"/>
                </a:tc>
                <a:extLst>
                  <a:ext uri="{0D108BD9-81ED-4DB2-BD59-A6C34878D82A}">
                    <a16:rowId xmlns:a16="http://schemas.microsoft.com/office/drawing/2014/main" val="1839129530"/>
                  </a:ext>
                </a:extLst>
              </a:tr>
              <a:tr h="482585">
                <a:tc>
                  <a:txBody>
                    <a:bodyPr/>
                    <a:lstStyle/>
                    <a:p>
                      <a:pPr marL="0" marR="0" algn="ctr" rtl="1" fontAlgn="ctr">
                        <a:lnSpc>
                          <a:spcPct val="120000"/>
                        </a:lnSpc>
                        <a:spcAft>
                          <a:spcPts val="850"/>
                        </a:spcAft>
                        <a:buNone/>
                      </a:pPr>
                      <a:r>
                        <a:rPr lang="ar-SA" sz="1200" dirty="0">
                          <a:effectLst/>
                        </a:rPr>
                        <a:t>فريق العمل</a:t>
                      </a:r>
                      <a:endParaRPr lang="en-US" sz="105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277" marR="6277" marT="6277" marB="6277" anchor="ctr"/>
                </a:tc>
                <a:tc>
                  <a:txBody>
                    <a:bodyPr/>
                    <a:lstStyle/>
                    <a:p>
                      <a:pPr marL="0" marR="0" algn="r" rtl="1" fontAlgn="ctr">
                        <a:lnSpc>
                          <a:spcPct val="120000"/>
                        </a:lnSpc>
                        <a:spcAft>
                          <a:spcPts val="850"/>
                        </a:spcAft>
                        <a:buNone/>
                      </a:pPr>
                      <a:r>
                        <a:rPr lang="ar-SA" sz="1200" dirty="0">
                          <a:effectLst/>
                        </a:rPr>
                        <a:t>من الممكنات</a:t>
                      </a:r>
                      <a:r>
                        <a:rPr lang="en-US" sz="1200" dirty="0">
                          <a:effectLst/>
                        </a:rPr>
                        <a:t>: </a:t>
                      </a:r>
                      <a:r>
                        <a:rPr lang="ar-SA" sz="1200" dirty="0">
                          <a:effectLst/>
                        </a:rPr>
                        <a:t>فريق عمل مؤهل</a:t>
                      </a:r>
                      <a:r>
                        <a:rPr lang="en-US" sz="1200" dirty="0">
                          <a:effectLst/>
                        </a:rPr>
                        <a:t>.</a:t>
                      </a:r>
                      <a:endParaRPr lang="en-US" sz="105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277" marR="6277" marT="6277" marB="6277" anchor="ctr"/>
                </a:tc>
                <a:tc>
                  <a:txBody>
                    <a:bodyPr/>
                    <a:lstStyle/>
                    <a:p>
                      <a:pPr marL="0" marR="0" algn="r" rtl="1" fontAlgn="ctr">
                        <a:lnSpc>
                          <a:spcPct val="120000"/>
                        </a:lnSpc>
                        <a:spcAft>
                          <a:spcPts val="850"/>
                        </a:spcAft>
                        <a:buNone/>
                      </a:pPr>
                      <a:r>
                        <a:rPr lang="ar-SA" sz="1200" dirty="0">
                          <a:effectLst/>
                        </a:rPr>
                        <a:t>من الممكنات في الهيئة</a:t>
                      </a:r>
                      <a:r>
                        <a:rPr lang="en-US" sz="1200" dirty="0">
                          <a:effectLst/>
                        </a:rPr>
                        <a:t>: </a:t>
                      </a:r>
                      <a:r>
                        <a:rPr lang="ar-SA" sz="1200" dirty="0">
                          <a:effectLst/>
                        </a:rPr>
                        <a:t>توظيف كفاءات في البنية المؤسسية</a:t>
                      </a:r>
                      <a:r>
                        <a:rPr lang="en-US" sz="1200" dirty="0">
                          <a:effectLst/>
                        </a:rPr>
                        <a:t>.</a:t>
                      </a:r>
                      <a:endParaRPr lang="en-US" sz="105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277" marR="6277" marT="6277" marB="6277" anchor="ctr"/>
                </a:tc>
                <a:tc>
                  <a:txBody>
                    <a:bodyPr/>
                    <a:lstStyle/>
                    <a:p>
                      <a:pPr marL="0" marR="0" algn="r" rtl="1" fontAlgn="ctr">
                        <a:lnSpc>
                          <a:spcPct val="120000"/>
                        </a:lnSpc>
                        <a:spcAft>
                          <a:spcPts val="850"/>
                        </a:spcAft>
                        <a:buNone/>
                      </a:pPr>
                      <a:r>
                        <a:rPr lang="ar-SA" sz="1200" dirty="0">
                          <a:effectLst/>
                        </a:rPr>
                        <a:t>يوجد تطابق جوهري في الفكرة؛ جامعة الملك خالد تركز على جاهزية الفريق وتمكنه، والهيئة تركز على بناء القدرات وتوظيف الكفاءات كممكن مؤسسي</a:t>
                      </a:r>
                      <a:r>
                        <a:rPr lang="en-US" sz="1200" dirty="0">
                          <a:effectLst/>
                        </a:rPr>
                        <a:t>.</a:t>
                      </a:r>
                      <a:endParaRPr lang="en-US" sz="105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277" marR="6277" marT="6277" marB="6277" anchor="ctr"/>
                </a:tc>
                <a:extLst>
                  <a:ext uri="{0D108BD9-81ED-4DB2-BD59-A6C34878D82A}">
                    <a16:rowId xmlns:a16="http://schemas.microsoft.com/office/drawing/2014/main" val="3254869003"/>
                  </a:ext>
                </a:extLst>
              </a:tr>
              <a:tr h="482585">
                <a:tc>
                  <a:txBody>
                    <a:bodyPr/>
                    <a:lstStyle/>
                    <a:p>
                      <a:pPr marL="0" marR="0" algn="ctr" rtl="1" fontAlgn="ctr">
                        <a:lnSpc>
                          <a:spcPct val="120000"/>
                        </a:lnSpc>
                        <a:spcAft>
                          <a:spcPts val="850"/>
                        </a:spcAft>
                        <a:buNone/>
                      </a:pPr>
                      <a:r>
                        <a:rPr lang="ar-SA" sz="1200" dirty="0">
                          <a:effectLst/>
                        </a:rPr>
                        <a:t>أداة البنية المؤسسية</a:t>
                      </a:r>
                      <a:endParaRPr lang="en-US" sz="105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277" marR="6277" marT="6277" marB="6277" anchor="ctr"/>
                </a:tc>
                <a:tc>
                  <a:txBody>
                    <a:bodyPr/>
                    <a:lstStyle/>
                    <a:p>
                      <a:pPr marL="0" marR="0" algn="r" rtl="1" fontAlgn="ctr">
                        <a:lnSpc>
                          <a:spcPct val="120000"/>
                        </a:lnSpc>
                        <a:spcAft>
                          <a:spcPts val="850"/>
                        </a:spcAft>
                        <a:buNone/>
                      </a:pPr>
                      <a:r>
                        <a:rPr lang="ar-SA" sz="1200" dirty="0">
                          <a:effectLst/>
                        </a:rPr>
                        <a:t>من الممكنات</a:t>
                      </a:r>
                      <a:r>
                        <a:rPr lang="en-US" sz="1200" dirty="0">
                          <a:effectLst/>
                        </a:rPr>
                        <a:t>: </a:t>
                      </a:r>
                      <a:r>
                        <a:rPr lang="ar-SA" sz="1200" dirty="0">
                          <a:effectLst/>
                        </a:rPr>
                        <a:t>أداة البنية المؤسسية</a:t>
                      </a:r>
                      <a:r>
                        <a:rPr lang="en-US" sz="1200" dirty="0">
                          <a:effectLst/>
                        </a:rPr>
                        <a:t>. </a:t>
                      </a:r>
                      <a:r>
                        <a:rPr lang="ar-SA" sz="1200" dirty="0">
                          <a:effectLst/>
                        </a:rPr>
                        <a:t>هي اباكس</a:t>
                      </a:r>
                      <a:r>
                        <a:rPr lang="en-US" sz="1200" dirty="0">
                          <a:effectLst/>
                        </a:rPr>
                        <a:t>.</a:t>
                      </a:r>
                      <a:endParaRPr lang="en-US" sz="105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277" marR="6277" marT="6277" marB="6277" anchor="ctr"/>
                </a:tc>
                <a:tc>
                  <a:txBody>
                    <a:bodyPr/>
                    <a:lstStyle/>
                    <a:p>
                      <a:pPr marL="0" marR="0" algn="r" rtl="1" fontAlgn="ctr">
                        <a:lnSpc>
                          <a:spcPct val="120000"/>
                        </a:lnSpc>
                        <a:spcAft>
                          <a:spcPts val="850"/>
                        </a:spcAft>
                        <a:buNone/>
                      </a:pPr>
                      <a:r>
                        <a:rPr lang="ar-SA" sz="1200" dirty="0">
                          <a:effectLst/>
                        </a:rPr>
                        <a:t>من الممكنات في الهيئة</a:t>
                      </a:r>
                      <a:r>
                        <a:rPr lang="en-US" sz="1200" dirty="0">
                          <a:effectLst/>
                        </a:rPr>
                        <a:t>: </a:t>
                      </a:r>
                      <a:r>
                        <a:rPr lang="ar-SA" sz="1200" dirty="0">
                          <a:effectLst/>
                        </a:rPr>
                        <a:t>توفر أداة البنية </a:t>
                      </a:r>
                      <a:r>
                        <a:rPr lang="ar-SA" sz="1200" dirty="0" err="1">
                          <a:effectLst/>
                        </a:rPr>
                        <a:t>المؤسسيةالأداة</a:t>
                      </a:r>
                      <a:r>
                        <a:rPr lang="ar-SA" sz="1200" dirty="0">
                          <a:effectLst/>
                        </a:rPr>
                        <a:t> هي اي سيرفر</a:t>
                      </a:r>
                      <a:r>
                        <a:rPr lang="en-US" sz="1200" dirty="0">
                          <a:effectLst/>
                        </a:rPr>
                        <a:t>.</a:t>
                      </a:r>
                      <a:endParaRPr lang="en-US" sz="105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277" marR="6277" marT="6277" marB="6277" anchor="ctr"/>
                </a:tc>
                <a:tc>
                  <a:txBody>
                    <a:bodyPr/>
                    <a:lstStyle/>
                    <a:p>
                      <a:pPr marL="0" marR="0" algn="r" rtl="1" fontAlgn="ctr">
                        <a:lnSpc>
                          <a:spcPct val="120000"/>
                        </a:lnSpc>
                        <a:spcAft>
                          <a:spcPts val="850"/>
                        </a:spcAft>
                        <a:buNone/>
                      </a:pPr>
                      <a:r>
                        <a:rPr lang="ar-SA" sz="1200" dirty="0">
                          <a:effectLst/>
                        </a:rPr>
                        <a:t>الدلالة المعيارية هنا مهمة جدًا</a:t>
                      </a:r>
                      <a:r>
                        <a:rPr lang="en-US" sz="1200" dirty="0">
                          <a:effectLst/>
                        </a:rPr>
                        <a:t>: </a:t>
                      </a:r>
                      <a:r>
                        <a:rPr lang="ar-SA" sz="1200" dirty="0">
                          <a:effectLst/>
                        </a:rPr>
                        <a:t>الأداة في الجهتين ليست غاية بحد ذاتها، وإنما ممكن تنفيذي أساسي لنجاح الممارسة</a:t>
                      </a:r>
                      <a:r>
                        <a:rPr lang="en-US" sz="1200" dirty="0">
                          <a:effectLst/>
                        </a:rPr>
                        <a:t>.</a:t>
                      </a:r>
                      <a:endParaRPr lang="en-US" sz="105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277" marR="6277" marT="6277" marB="6277" anchor="ctr"/>
                </a:tc>
                <a:extLst>
                  <a:ext uri="{0D108BD9-81ED-4DB2-BD59-A6C34878D82A}">
                    <a16:rowId xmlns:a16="http://schemas.microsoft.com/office/drawing/2014/main" val="21350461"/>
                  </a:ext>
                </a:extLst>
              </a:tr>
            </a:tbl>
          </a:graphicData>
        </a:graphic>
      </p:graphicFrame>
    </p:spTree>
    <p:extLst>
      <p:ext uri="{BB962C8B-B14F-4D97-AF65-F5344CB8AC3E}">
        <p14:creationId xmlns:p14="http://schemas.microsoft.com/office/powerpoint/2010/main" val="148971293"/>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Title"/>
          <p:cNvSpPr/>
          <p:nvPr/>
        </p:nvSpPr>
        <p:spPr>
          <a:xfrm>
            <a:off x="457200" y="114300"/>
            <a:ext cx="11277600" cy="800000"/>
          </a:xfrm>
          <a:prstGeom prst="rect">
            <a:avLst/>
          </a:prstGeom>
          <a:noFill/>
          <a:ln>
            <a:noFill/>
          </a:ln>
        </p:spPr>
        <p:txBody>
          <a:bodyPr anchor="ctr">
            <a:normAutofit/>
          </a:bodyPr>
          <a:lstStyle/>
          <a:p>
            <a:pPr algn="r" rtl="1"/>
            <a:endParaRPr lang="ar-SA" sz="3000" b="1" dirty="0">
              <a:solidFill>
                <a:srgbClr val="FFFFFF"/>
              </a:solidFill>
            </a:endParaRPr>
          </a:p>
        </p:txBody>
      </p:sp>
      <p:sp>
        <p:nvSpPr>
          <p:cNvPr id="20" name="SBG0"/>
          <p:cNvSpPr/>
          <p:nvPr/>
        </p:nvSpPr>
        <p:spPr>
          <a:xfrm>
            <a:off x="457200" y="1200000"/>
            <a:ext cx="11277600" cy="724350"/>
          </a:xfrm>
          <a:prstGeom prst="roundRect">
            <a:avLst>
              <a:gd name="adj" fmla="val 3000"/>
            </a:avLst>
          </a:prstGeom>
          <a:solidFill>
            <a:srgbClr val="F7F7F9"/>
          </a:solidFill>
          <a:ln w="22860">
            <a:solidFill>
              <a:srgbClr val="3FA0D9"/>
            </a:solidFill>
          </a:ln>
        </p:spPr>
        <p:txBody>
          <a:bodyPr/>
          <a:lstStyle/>
          <a:p>
            <a:endParaRPr sz="2400"/>
          </a:p>
        </p:txBody>
      </p:sp>
      <p:sp>
        <p:nvSpPr>
          <p:cNvPr id="21" name="SBar0"/>
          <p:cNvSpPr/>
          <p:nvPr/>
        </p:nvSpPr>
        <p:spPr>
          <a:xfrm>
            <a:off x="457200" y="1200000"/>
            <a:ext cx="114300" cy="724350"/>
          </a:xfrm>
          <a:prstGeom prst="roundRect">
            <a:avLst>
              <a:gd name="adj" fmla="val 3000"/>
            </a:avLst>
          </a:prstGeom>
          <a:solidFill>
            <a:srgbClr val="3FA0D9"/>
          </a:solidFill>
          <a:ln>
            <a:noFill/>
          </a:ln>
        </p:spPr>
        <p:txBody>
          <a:bodyPr/>
          <a:lstStyle/>
          <a:p>
            <a:endParaRPr sz="2400"/>
          </a:p>
        </p:txBody>
      </p:sp>
      <p:sp>
        <p:nvSpPr>
          <p:cNvPr id="22" name="ST0"/>
          <p:cNvSpPr/>
          <p:nvPr/>
        </p:nvSpPr>
        <p:spPr>
          <a:xfrm>
            <a:off x="609600" y="1276200"/>
            <a:ext cx="10977600" cy="266700"/>
          </a:xfrm>
          <a:prstGeom prst="rect">
            <a:avLst/>
          </a:prstGeom>
          <a:noFill/>
          <a:ln>
            <a:noFill/>
          </a:ln>
        </p:spPr>
        <p:txBody>
          <a:bodyPr anchor="t">
            <a:noAutofit/>
          </a:bodyPr>
          <a:lstStyle/>
          <a:p>
            <a:pPr algn="r" rtl="1"/>
            <a:r>
              <a:rPr lang="ar-SA" sz="1600" b="1" dirty="0">
                <a:solidFill>
                  <a:srgbClr val="3FA0D9"/>
                </a:solidFill>
              </a:rPr>
              <a:t>شمول البناء الاستراتيجي</a:t>
            </a:r>
          </a:p>
        </p:txBody>
      </p:sp>
      <p:sp>
        <p:nvSpPr>
          <p:cNvPr id="23" name="SD0"/>
          <p:cNvSpPr/>
          <p:nvPr/>
        </p:nvSpPr>
        <p:spPr>
          <a:xfrm>
            <a:off x="609600" y="1580000"/>
            <a:ext cx="10977600" cy="280000"/>
          </a:xfrm>
          <a:prstGeom prst="rect">
            <a:avLst/>
          </a:prstGeom>
          <a:noFill/>
          <a:ln>
            <a:noFill/>
          </a:ln>
        </p:spPr>
        <p:txBody>
          <a:bodyPr anchor="t">
            <a:noAutofit/>
          </a:bodyPr>
          <a:lstStyle/>
          <a:p>
            <a:pPr algn="r" rtl="1"/>
            <a:r>
              <a:rPr lang="ar-SA" sz="1600" b="0" dirty="0">
                <a:solidFill>
                  <a:srgbClr val="44546A"/>
                </a:solidFill>
              </a:rPr>
              <a:t>شمول البناء الاستراتيجي واتساع نطاقه يعكس مؤسسية عالية النضج</a:t>
            </a:r>
          </a:p>
        </p:txBody>
      </p:sp>
      <p:sp>
        <p:nvSpPr>
          <p:cNvPr id="25" name="SBG1"/>
          <p:cNvSpPr/>
          <p:nvPr/>
        </p:nvSpPr>
        <p:spPr>
          <a:xfrm>
            <a:off x="457200" y="2050000"/>
            <a:ext cx="11277600" cy="724350"/>
          </a:xfrm>
          <a:prstGeom prst="roundRect">
            <a:avLst>
              <a:gd name="adj" fmla="val 3000"/>
            </a:avLst>
          </a:prstGeom>
          <a:solidFill>
            <a:srgbClr val="F7F7F9"/>
          </a:solidFill>
          <a:ln w="22860">
            <a:solidFill>
              <a:srgbClr val="4C3C8D"/>
            </a:solidFill>
          </a:ln>
        </p:spPr>
        <p:txBody>
          <a:bodyPr/>
          <a:lstStyle/>
          <a:p>
            <a:endParaRPr sz="2400"/>
          </a:p>
        </p:txBody>
      </p:sp>
      <p:sp>
        <p:nvSpPr>
          <p:cNvPr id="26" name="SBar1"/>
          <p:cNvSpPr/>
          <p:nvPr/>
        </p:nvSpPr>
        <p:spPr>
          <a:xfrm>
            <a:off x="457200" y="2050000"/>
            <a:ext cx="114300" cy="724350"/>
          </a:xfrm>
          <a:prstGeom prst="roundRect">
            <a:avLst>
              <a:gd name="adj" fmla="val 3000"/>
            </a:avLst>
          </a:prstGeom>
          <a:solidFill>
            <a:srgbClr val="4C3C8D"/>
          </a:solidFill>
          <a:ln>
            <a:noFill/>
          </a:ln>
        </p:spPr>
        <p:txBody>
          <a:bodyPr/>
          <a:lstStyle/>
          <a:p>
            <a:endParaRPr sz="2400"/>
          </a:p>
        </p:txBody>
      </p:sp>
      <p:sp>
        <p:nvSpPr>
          <p:cNvPr id="27" name="ST1"/>
          <p:cNvSpPr/>
          <p:nvPr/>
        </p:nvSpPr>
        <p:spPr>
          <a:xfrm>
            <a:off x="609600" y="2126200"/>
            <a:ext cx="10977600" cy="266700"/>
          </a:xfrm>
          <a:prstGeom prst="rect">
            <a:avLst/>
          </a:prstGeom>
          <a:noFill/>
          <a:ln>
            <a:noFill/>
          </a:ln>
        </p:spPr>
        <p:txBody>
          <a:bodyPr anchor="t">
            <a:noAutofit/>
          </a:bodyPr>
          <a:lstStyle/>
          <a:p>
            <a:pPr algn="r" rtl="1"/>
            <a:r>
              <a:rPr lang="ar-SA" sz="1600" b="1" dirty="0">
                <a:solidFill>
                  <a:srgbClr val="4C3C8D"/>
                </a:solidFill>
              </a:rPr>
              <a:t>وضوح الأهداف</a:t>
            </a:r>
          </a:p>
        </p:txBody>
      </p:sp>
      <p:sp>
        <p:nvSpPr>
          <p:cNvPr id="28" name="SD1"/>
          <p:cNvSpPr/>
          <p:nvPr/>
        </p:nvSpPr>
        <p:spPr>
          <a:xfrm>
            <a:off x="609600" y="2430000"/>
            <a:ext cx="10977600" cy="280000"/>
          </a:xfrm>
          <a:prstGeom prst="rect">
            <a:avLst/>
          </a:prstGeom>
          <a:noFill/>
          <a:ln>
            <a:noFill/>
          </a:ln>
        </p:spPr>
        <p:txBody>
          <a:bodyPr anchor="t">
            <a:noAutofit/>
          </a:bodyPr>
          <a:lstStyle/>
          <a:p>
            <a:pPr algn="r" rtl="1"/>
            <a:r>
              <a:rPr lang="ar-SA" sz="1600" b="0" dirty="0">
                <a:solidFill>
                  <a:srgbClr val="44546A"/>
                </a:solidFill>
              </a:rPr>
              <a:t>وضوح الأهداف الاستراتيجية لممارسة البنية المؤسسية وقابليتها للقياس</a:t>
            </a:r>
          </a:p>
        </p:txBody>
      </p:sp>
      <p:sp>
        <p:nvSpPr>
          <p:cNvPr id="30" name="SBG2"/>
          <p:cNvSpPr/>
          <p:nvPr/>
        </p:nvSpPr>
        <p:spPr>
          <a:xfrm>
            <a:off x="457200" y="2900000"/>
            <a:ext cx="11277600" cy="724350"/>
          </a:xfrm>
          <a:prstGeom prst="roundRect">
            <a:avLst>
              <a:gd name="adj" fmla="val 3000"/>
            </a:avLst>
          </a:prstGeom>
          <a:solidFill>
            <a:srgbClr val="F7F7F9"/>
          </a:solidFill>
          <a:ln w="22860">
            <a:solidFill>
              <a:srgbClr val="44AC52"/>
            </a:solidFill>
          </a:ln>
        </p:spPr>
        <p:txBody>
          <a:bodyPr/>
          <a:lstStyle/>
          <a:p>
            <a:endParaRPr sz="2400"/>
          </a:p>
        </p:txBody>
      </p:sp>
      <p:sp>
        <p:nvSpPr>
          <p:cNvPr id="31" name="SBar2"/>
          <p:cNvSpPr/>
          <p:nvPr/>
        </p:nvSpPr>
        <p:spPr>
          <a:xfrm>
            <a:off x="457200" y="2900000"/>
            <a:ext cx="114300" cy="724350"/>
          </a:xfrm>
          <a:prstGeom prst="roundRect">
            <a:avLst>
              <a:gd name="adj" fmla="val 3000"/>
            </a:avLst>
          </a:prstGeom>
          <a:solidFill>
            <a:srgbClr val="44AC52"/>
          </a:solidFill>
          <a:ln>
            <a:noFill/>
          </a:ln>
        </p:spPr>
        <p:txBody>
          <a:bodyPr/>
          <a:lstStyle/>
          <a:p>
            <a:endParaRPr sz="2400"/>
          </a:p>
        </p:txBody>
      </p:sp>
      <p:sp>
        <p:nvSpPr>
          <p:cNvPr id="32" name="ST2"/>
          <p:cNvSpPr/>
          <p:nvPr/>
        </p:nvSpPr>
        <p:spPr>
          <a:xfrm>
            <a:off x="609600" y="2976200"/>
            <a:ext cx="10977600" cy="266700"/>
          </a:xfrm>
          <a:prstGeom prst="rect">
            <a:avLst/>
          </a:prstGeom>
          <a:noFill/>
          <a:ln>
            <a:noFill/>
          </a:ln>
        </p:spPr>
        <p:txBody>
          <a:bodyPr anchor="t">
            <a:noAutofit/>
          </a:bodyPr>
          <a:lstStyle/>
          <a:p>
            <a:pPr algn="r" rtl="1"/>
            <a:r>
              <a:rPr lang="ar-SA" sz="1600" b="1" dirty="0">
                <a:solidFill>
                  <a:srgbClr val="44AC52"/>
                </a:solidFill>
              </a:rPr>
              <a:t>الربط المتكامل</a:t>
            </a:r>
          </a:p>
        </p:txBody>
      </p:sp>
      <p:sp>
        <p:nvSpPr>
          <p:cNvPr id="33" name="SD2"/>
          <p:cNvSpPr/>
          <p:nvPr/>
        </p:nvSpPr>
        <p:spPr>
          <a:xfrm>
            <a:off x="609600" y="3280000"/>
            <a:ext cx="10977600" cy="280000"/>
          </a:xfrm>
          <a:prstGeom prst="rect">
            <a:avLst/>
          </a:prstGeom>
          <a:noFill/>
          <a:ln>
            <a:noFill/>
          </a:ln>
        </p:spPr>
        <p:txBody>
          <a:bodyPr anchor="t">
            <a:noAutofit/>
          </a:bodyPr>
          <a:lstStyle/>
          <a:p>
            <a:pPr algn="r" rtl="1"/>
            <a:r>
              <a:rPr lang="ar-SA" sz="1600" b="0" dirty="0">
                <a:solidFill>
                  <a:srgbClr val="44546A"/>
                </a:solidFill>
              </a:rPr>
              <a:t>الربط بين البنية المؤسسية والتحول الرقمي والمؤشرات الوطنية بصورة واضحة</a:t>
            </a:r>
          </a:p>
        </p:txBody>
      </p:sp>
      <p:sp>
        <p:nvSpPr>
          <p:cNvPr id="35" name="SBG3"/>
          <p:cNvSpPr/>
          <p:nvPr/>
        </p:nvSpPr>
        <p:spPr>
          <a:xfrm>
            <a:off x="457200" y="3750000"/>
            <a:ext cx="11277600" cy="724350"/>
          </a:xfrm>
          <a:prstGeom prst="roundRect">
            <a:avLst>
              <a:gd name="adj" fmla="val 3000"/>
            </a:avLst>
          </a:prstGeom>
          <a:solidFill>
            <a:srgbClr val="F7F7F9"/>
          </a:solidFill>
          <a:ln w="22860">
            <a:solidFill>
              <a:srgbClr val="F5A053"/>
            </a:solidFill>
          </a:ln>
        </p:spPr>
        <p:txBody>
          <a:bodyPr/>
          <a:lstStyle/>
          <a:p>
            <a:endParaRPr sz="2400"/>
          </a:p>
        </p:txBody>
      </p:sp>
      <p:sp>
        <p:nvSpPr>
          <p:cNvPr id="36" name="SBar3"/>
          <p:cNvSpPr/>
          <p:nvPr/>
        </p:nvSpPr>
        <p:spPr>
          <a:xfrm>
            <a:off x="457200" y="3750000"/>
            <a:ext cx="114300" cy="724350"/>
          </a:xfrm>
          <a:prstGeom prst="roundRect">
            <a:avLst>
              <a:gd name="adj" fmla="val 3000"/>
            </a:avLst>
          </a:prstGeom>
          <a:solidFill>
            <a:srgbClr val="F5A053"/>
          </a:solidFill>
          <a:ln>
            <a:noFill/>
          </a:ln>
        </p:spPr>
        <p:txBody>
          <a:bodyPr/>
          <a:lstStyle/>
          <a:p>
            <a:endParaRPr sz="2400"/>
          </a:p>
        </p:txBody>
      </p:sp>
      <p:sp>
        <p:nvSpPr>
          <p:cNvPr id="37" name="ST3"/>
          <p:cNvSpPr/>
          <p:nvPr/>
        </p:nvSpPr>
        <p:spPr>
          <a:xfrm>
            <a:off x="609600" y="3826200"/>
            <a:ext cx="10977600" cy="266700"/>
          </a:xfrm>
          <a:prstGeom prst="rect">
            <a:avLst/>
          </a:prstGeom>
          <a:noFill/>
          <a:ln>
            <a:noFill/>
          </a:ln>
        </p:spPr>
        <p:txBody>
          <a:bodyPr anchor="t">
            <a:noAutofit/>
          </a:bodyPr>
          <a:lstStyle/>
          <a:p>
            <a:pPr algn="r" rtl="1"/>
            <a:r>
              <a:rPr lang="ar-EG" sz="1600" b="1" dirty="0">
                <a:solidFill>
                  <a:srgbClr val="F5A053"/>
                </a:solidFill>
              </a:rPr>
              <a:t>المؤشرات الاستراتيجية و التشغيلية </a:t>
            </a:r>
            <a:endParaRPr lang="ar-SA" sz="1600" b="1" dirty="0">
              <a:solidFill>
                <a:srgbClr val="F5A053"/>
              </a:solidFill>
            </a:endParaRPr>
          </a:p>
        </p:txBody>
      </p:sp>
      <p:sp>
        <p:nvSpPr>
          <p:cNvPr id="38" name="SD3"/>
          <p:cNvSpPr/>
          <p:nvPr/>
        </p:nvSpPr>
        <p:spPr>
          <a:xfrm>
            <a:off x="609600" y="4130000"/>
            <a:ext cx="10977600" cy="280000"/>
          </a:xfrm>
          <a:prstGeom prst="rect">
            <a:avLst/>
          </a:prstGeom>
          <a:noFill/>
          <a:ln>
            <a:noFill/>
          </a:ln>
        </p:spPr>
        <p:txBody>
          <a:bodyPr anchor="t">
            <a:noAutofit/>
          </a:bodyPr>
          <a:lstStyle/>
          <a:p>
            <a:pPr algn="r" rtl="1"/>
            <a:r>
              <a:rPr lang="ar-SA" sz="1600" b="0" dirty="0">
                <a:solidFill>
                  <a:srgbClr val="44546A"/>
                </a:solidFill>
              </a:rPr>
              <a:t>وجود بناء أكثر تفصيلاً على مستوى الأهداف والمؤشرات والمتابعة الميدانية</a:t>
            </a:r>
          </a:p>
        </p:txBody>
      </p:sp>
      <p:sp>
        <p:nvSpPr>
          <p:cNvPr id="40" name="SBG4"/>
          <p:cNvSpPr/>
          <p:nvPr/>
        </p:nvSpPr>
        <p:spPr>
          <a:xfrm>
            <a:off x="457200" y="4600000"/>
            <a:ext cx="11277600" cy="724350"/>
          </a:xfrm>
          <a:prstGeom prst="roundRect">
            <a:avLst>
              <a:gd name="adj" fmla="val 3000"/>
            </a:avLst>
          </a:prstGeom>
          <a:solidFill>
            <a:srgbClr val="F7F7F9"/>
          </a:solidFill>
          <a:ln w="22860">
            <a:solidFill>
              <a:srgbClr val="3FA0D9"/>
            </a:solidFill>
          </a:ln>
        </p:spPr>
        <p:txBody>
          <a:bodyPr/>
          <a:lstStyle/>
          <a:p>
            <a:endParaRPr sz="2400"/>
          </a:p>
        </p:txBody>
      </p:sp>
      <p:sp>
        <p:nvSpPr>
          <p:cNvPr id="41" name="SBar4"/>
          <p:cNvSpPr/>
          <p:nvPr/>
        </p:nvSpPr>
        <p:spPr>
          <a:xfrm>
            <a:off x="457200" y="4600000"/>
            <a:ext cx="114300" cy="724350"/>
          </a:xfrm>
          <a:prstGeom prst="roundRect">
            <a:avLst>
              <a:gd name="adj" fmla="val 3000"/>
            </a:avLst>
          </a:prstGeom>
          <a:solidFill>
            <a:srgbClr val="3FA0D9"/>
          </a:solidFill>
          <a:ln>
            <a:noFill/>
          </a:ln>
        </p:spPr>
        <p:txBody>
          <a:bodyPr/>
          <a:lstStyle/>
          <a:p>
            <a:endParaRPr sz="2400"/>
          </a:p>
        </p:txBody>
      </p:sp>
      <p:sp>
        <p:nvSpPr>
          <p:cNvPr id="42" name="ST4"/>
          <p:cNvSpPr/>
          <p:nvPr/>
        </p:nvSpPr>
        <p:spPr>
          <a:xfrm>
            <a:off x="609600" y="4676200"/>
            <a:ext cx="10977600" cy="266700"/>
          </a:xfrm>
          <a:prstGeom prst="rect">
            <a:avLst/>
          </a:prstGeom>
          <a:noFill/>
          <a:ln>
            <a:noFill/>
          </a:ln>
        </p:spPr>
        <p:txBody>
          <a:bodyPr anchor="t">
            <a:noAutofit/>
          </a:bodyPr>
          <a:lstStyle/>
          <a:p>
            <a:pPr algn="r" rtl="1"/>
            <a:r>
              <a:rPr lang="ar-SA" sz="1600" b="1" dirty="0">
                <a:solidFill>
                  <a:srgbClr val="3FA0D9"/>
                </a:solidFill>
              </a:rPr>
              <a:t>العلاقة الاستراتيجية–التشغيلية</a:t>
            </a:r>
          </a:p>
        </p:txBody>
      </p:sp>
      <p:sp>
        <p:nvSpPr>
          <p:cNvPr id="43" name="SD4"/>
          <p:cNvSpPr/>
          <p:nvPr/>
        </p:nvSpPr>
        <p:spPr>
          <a:xfrm>
            <a:off x="609600" y="4980000"/>
            <a:ext cx="10977600" cy="280000"/>
          </a:xfrm>
          <a:prstGeom prst="rect">
            <a:avLst/>
          </a:prstGeom>
          <a:noFill/>
          <a:ln>
            <a:noFill/>
          </a:ln>
        </p:spPr>
        <p:txBody>
          <a:bodyPr anchor="t">
            <a:noAutofit/>
          </a:bodyPr>
          <a:lstStyle/>
          <a:p>
            <a:pPr algn="r" rtl="1"/>
            <a:r>
              <a:rPr lang="ar-SA" sz="1600" b="0" dirty="0">
                <a:solidFill>
                  <a:srgbClr val="44546A"/>
                </a:solidFill>
              </a:rPr>
              <a:t>نضج </a:t>
            </a:r>
            <a:r>
              <a:rPr lang="ar-EG" sz="1600" b="0" dirty="0">
                <a:solidFill>
                  <a:srgbClr val="44546A"/>
                </a:solidFill>
              </a:rPr>
              <a:t>عال </a:t>
            </a:r>
            <a:r>
              <a:rPr lang="ar-SA" sz="1600" b="0" dirty="0">
                <a:solidFill>
                  <a:srgbClr val="44546A"/>
                </a:solidFill>
              </a:rPr>
              <a:t> في معالجة العلاقة بين الاستراتيجية والتشغيل والحوكمة والامتثال</a:t>
            </a:r>
          </a:p>
        </p:txBody>
      </p:sp>
      <p:sp>
        <p:nvSpPr>
          <p:cNvPr id="80" name="Sum80"/>
          <p:cNvSpPr/>
          <p:nvPr/>
        </p:nvSpPr>
        <p:spPr>
          <a:xfrm>
            <a:off x="457200" y="5563600"/>
            <a:ext cx="11277600" cy="413138"/>
          </a:xfrm>
          <a:prstGeom prst="roundRect">
            <a:avLst>
              <a:gd name="adj" fmla="val 4000"/>
            </a:avLst>
          </a:prstGeom>
          <a:solidFill>
            <a:srgbClr val="F0EEF8"/>
          </a:solidFill>
          <a:ln w="25400">
            <a:solidFill>
              <a:srgbClr val="4C3C8D"/>
            </a:solidFill>
          </a:ln>
        </p:spPr>
        <p:txBody>
          <a:bodyPr/>
          <a:lstStyle/>
          <a:p>
            <a:endParaRPr sz="2400"/>
          </a:p>
        </p:txBody>
      </p:sp>
      <p:sp>
        <p:nvSpPr>
          <p:cNvPr id="81" name="SumT80"/>
          <p:cNvSpPr/>
          <p:nvPr/>
        </p:nvSpPr>
        <p:spPr>
          <a:xfrm>
            <a:off x="647700" y="5639800"/>
            <a:ext cx="10896600" cy="266700"/>
          </a:xfrm>
          <a:prstGeom prst="rect">
            <a:avLst/>
          </a:prstGeom>
          <a:noFill/>
          <a:ln>
            <a:noFill/>
          </a:ln>
        </p:spPr>
        <p:txBody>
          <a:bodyPr anchor="ctr">
            <a:normAutofit/>
          </a:bodyPr>
          <a:lstStyle/>
          <a:p>
            <a:pPr algn="r" rtl="1"/>
            <a:r>
              <a:rPr lang="ar-SA" sz="1050" b="0" dirty="0">
                <a:solidFill>
                  <a:srgbClr val="44546A"/>
                </a:solidFill>
              </a:rPr>
              <a:t>المقارنة المعيارية تؤكد أن الهيئة تمتلك أساساً مؤسسياً قوياً مع فرصة لتحسين الإظهار التنفيذي لبعض العناصر.</a:t>
            </a:r>
          </a:p>
        </p:txBody>
      </p:sp>
      <p:sp>
        <p:nvSpPr>
          <p:cNvPr id="2" name="Title 1">
            <a:extLst>
              <a:ext uri="{FF2B5EF4-FFF2-40B4-BE49-F238E27FC236}">
                <a16:creationId xmlns:a16="http://schemas.microsoft.com/office/drawing/2014/main" id="{6FB002B9-9D9B-4B07-DB77-B0AB792E6240}"/>
              </a:ext>
            </a:extLst>
          </p:cNvPr>
          <p:cNvSpPr>
            <a:spLocks noGrp="1"/>
          </p:cNvSpPr>
          <p:nvPr>
            <p:ph type="title"/>
          </p:nvPr>
        </p:nvSpPr>
        <p:spPr/>
        <p:txBody>
          <a:bodyPr/>
          <a:lstStyle/>
          <a:p>
            <a:r>
              <a:rPr lang="ar-EG" dirty="0"/>
              <a:t>ما الذي يميز هيئة تقويم التعليم والتدريب في ممارستها الحالية</a:t>
            </a:r>
            <a:endParaRPr lang="en-US" dirty="0"/>
          </a:p>
        </p:txBody>
      </p:sp>
      <p:sp>
        <p:nvSpPr>
          <p:cNvPr id="999" name="SN"/>
          <p:cNvSpPr>
            <a:spLocks noGrp="1"/>
          </p:cNvSpPr>
          <p:nvPr>
            <p:ph type="sldNum" sz="quarter" idx="12"/>
          </p:nvPr>
        </p:nvSpPr>
        <p:spPr/>
        <p:txBody>
          <a:bodyPr/>
          <a:lstStyle/>
          <a:p>
            <a:fld id="{4C719ED0-7D2D-4339-9A7D-6279DE90B3A3}" type="slidenum">
              <a:rPr lang="en-US" smtClean="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Title"/>
          <p:cNvSpPr/>
          <p:nvPr/>
        </p:nvSpPr>
        <p:spPr>
          <a:xfrm>
            <a:off x="457200" y="114300"/>
            <a:ext cx="11277600" cy="800000"/>
          </a:xfrm>
          <a:prstGeom prst="rect">
            <a:avLst/>
          </a:prstGeom>
          <a:noFill/>
          <a:ln>
            <a:noFill/>
          </a:ln>
        </p:spPr>
        <p:txBody>
          <a:bodyPr anchor="ctr">
            <a:normAutofit/>
          </a:bodyPr>
          <a:lstStyle/>
          <a:p>
            <a:pPr algn="r" rtl="1"/>
            <a:endParaRPr lang="ar-SA" sz="3000" b="1" dirty="0">
              <a:solidFill>
                <a:srgbClr val="FFFFFF"/>
              </a:solidFill>
            </a:endParaRPr>
          </a:p>
        </p:txBody>
      </p:sp>
      <p:sp>
        <p:nvSpPr>
          <p:cNvPr id="20" name="SumText"/>
          <p:cNvSpPr/>
          <p:nvPr/>
        </p:nvSpPr>
        <p:spPr>
          <a:xfrm>
            <a:off x="457200" y="1200000"/>
            <a:ext cx="11277600" cy="4956960"/>
          </a:xfrm>
          <a:prstGeom prst="rect">
            <a:avLst/>
          </a:prstGeom>
          <a:solidFill>
            <a:srgbClr val="F7F7F9"/>
          </a:solidFill>
          <a:ln w="19050">
            <a:solidFill>
              <a:srgbClr val="E0E0E8"/>
            </a:solidFill>
          </a:ln>
        </p:spPr>
        <p:txBody>
          <a:bodyPr anchor="t">
            <a:normAutofit/>
          </a:bodyPr>
          <a:lstStyle/>
          <a:p>
            <a:pPr algn="r" rtl="1">
              <a:spcBef>
                <a:spcPts val="500"/>
              </a:spcBef>
            </a:pPr>
            <a:r>
              <a:rPr lang="ar-SA" sz="2400" b="0" dirty="0">
                <a:solidFill>
                  <a:srgbClr val="44546A"/>
                </a:solidFill>
              </a:rPr>
              <a:t>أظهرت المقارنة المعيارية مع جامعة الملك خالد ــ بصفتها جهة سعودية داخلية حاصلة على شهادة اعتماد البنية المؤسسية </a:t>
            </a:r>
            <a:r>
              <a:rPr lang="ar-EG" sz="2400" b="0" dirty="0">
                <a:solidFill>
                  <a:srgbClr val="44546A"/>
                </a:solidFill>
              </a:rPr>
              <a:t>-</a:t>
            </a:r>
            <a:r>
              <a:rPr lang="ar-SA" sz="2400" b="0" dirty="0">
                <a:solidFill>
                  <a:srgbClr val="44546A"/>
                </a:solidFill>
              </a:rPr>
              <a:t>المستوى الثالث ــ عددًا من الممارسات والعوامل الممكنة ذات القيمة، والتي أسهمت في دعم نضج الممارسة ووضوح بنائها التنفيذي. كما أكدت المقارنة أن هيئة تقويم التعليم والتدريب تمتلك أساسًا مؤسسيًا واستراتيجيًا متينًا في مجال البنية المؤسسية، مع وجود فرص نوعية لتعزيز الإظهار التنفيذي لبعض العناصر والممكنات الداعمة للممارسة. وعليه، فإن هذه المقارنة تمثل مدخلًا عمليًا للاستفادة من التجارب الوطنية الناجحة، والبناء عليها بما يدعم تطوير ممارسة البنية المؤسسية في الهيئة، ويرفع من مستوى نضجها المؤسسي، ويسهم في تحقيق مستهدفاتها الاستراتيجية بكفاءة وفاعلية.</a:t>
            </a:r>
            <a:endParaRPr lang="ar-EG" sz="2400" b="0" dirty="0">
              <a:solidFill>
                <a:srgbClr val="44546A"/>
              </a:solidFill>
            </a:endParaRPr>
          </a:p>
          <a:p>
            <a:pPr algn="r" rtl="1">
              <a:spcBef>
                <a:spcPts val="500"/>
              </a:spcBef>
            </a:pPr>
            <a:endParaRPr lang="ar-EG" sz="1650" dirty="0">
              <a:solidFill>
                <a:srgbClr val="44546A"/>
              </a:solidFill>
            </a:endParaRPr>
          </a:p>
          <a:p>
            <a:pPr algn="r" rtl="1">
              <a:spcBef>
                <a:spcPts val="500"/>
              </a:spcBef>
            </a:pPr>
            <a:endParaRPr lang="ar-SA" sz="1650" b="0" dirty="0">
              <a:solidFill>
                <a:srgbClr val="44546A"/>
              </a:solidFill>
            </a:endParaRPr>
          </a:p>
        </p:txBody>
      </p:sp>
      <p:sp>
        <p:nvSpPr>
          <p:cNvPr id="2" name="Title 1">
            <a:extLst>
              <a:ext uri="{FF2B5EF4-FFF2-40B4-BE49-F238E27FC236}">
                <a16:creationId xmlns:a16="http://schemas.microsoft.com/office/drawing/2014/main" id="{9E094A9D-CA8B-9EF7-2223-F3E3318DA05F}"/>
              </a:ext>
            </a:extLst>
          </p:cNvPr>
          <p:cNvSpPr>
            <a:spLocks noGrp="1"/>
          </p:cNvSpPr>
          <p:nvPr>
            <p:ph type="title"/>
          </p:nvPr>
        </p:nvSpPr>
        <p:spPr/>
        <p:txBody>
          <a:bodyPr/>
          <a:lstStyle/>
          <a:p>
            <a:r>
              <a:rPr lang="ar-EG" dirty="0"/>
              <a:t>الرؤية التنفيذية</a:t>
            </a:r>
            <a:endParaRPr lang="en-US" dirty="0"/>
          </a:p>
        </p:txBody>
      </p:sp>
      <p:sp>
        <p:nvSpPr>
          <p:cNvPr id="999" name="SN"/>
          <p:cNvSpPr>
            <a:spLocks noGrp="1"/>
          </p:cNvSpPr>
          <p:nvPr>
            <p:ph type="sldNum" sz="quarter" idx="12"/>
          </p:nvPr>
        </p:nvSpPr>
        <p:spPr/>
        <p:txBody>
          <a:bodyPr/>
          <a:lstStyle/>
          <a:p>
            <a:fld id="{ADF60644-DC6B-4FDB-A3F1-681D4024E51A}" type="slidenum">
              <a:rPr lang="en-US" smtClean="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3CB1282-475D-632A-4C8E-CA68804FF51C}"/>
              </a:ext>
            </a:extLst>
          </p:cNvPr>
          <p:cNvSpPr>
            <a:spLocks noGrp="1"/>
          </p:cNvSpPr>
          <p:nvPr>
            <p:ph type="title"/>
          </p:nvPr>
        </p:nvSpPr>
        <p:spPr/>
        <p:txBody>
          <a:bodyPr/>
          <a:lstStyle/>
          <a:p>
            <a:r>
              <a:rPr lang="ar-EG" dirty="0"/>
              <a:t>مقدمة عن المقارنة المعيارية للجهة خارجية </a:t>
            </a:r>
            <a:endParaRPr lang="en-US" dirty="0"/>
          </a:p>
        </p:txBody>
      </p:sp>
      <p:sp>
        <p:nvSpPr>
          <p:cNvPr id="5" name="Text Placeholder 4">
            <a:extLst>
              <a:ext uri="{FF2B5EF4-FFF2-40B4-BE49-F238E27FC236}">
                <a16:creationId xmlns:a16="http://schemas.microsoft.com/office/drawing/2014/main" id="{209C8706-BA1F-F280-8B5A-CC424D146CAA}"/>
              </a:ext>
            </a:extLst>
          </p:cNvPr>
          <p:cNvSpPr>
            <a:spLocks noGrp="1"/>
          </p:cNvSpPr>
          <p:nvPr>
            <p:ph type="body" sz="quarter" idx="12"/>
          </p:nvPr>
        </p:nvSpPr>
        <p:spPr/>
        <p:txBody>
          <a:bodyPr/>
          <a:lstStyle/>
          <a:p>
            <a:endParaRPr lang="en-US"/>
          </a:p>
        </p:txBody>
      </p:sp>
      <p:sp>
        <p:nvSpPr>
          <p:cNvPr id="6" name="Text Placeholder 5">
            <a:extLst>
              <a:ext uri="{FF2B5EF4-FFF2-40B4-BE49-F238E27FC236}">
                <a16:creationId xmlns:a16="http://schemas.microsoft.com/office/drawing/2014/main" id="{051D5D04-CD07-A44D-E85B-7A6378507DAA}"/>
              </a:ext>
            </a:extLst>
          </p:cNvPr>
          <p:cNvSpPr>
            <a:spLocks noGrp="1"/>
          </p:cNvSpPr>
          <p:nvPr>
            <p:ph type="body" sz="quarter" idx="14"/>
          </p:nvPr>
        </p:nvSpPr>
        <p:spPr/>
        <p:txBody>
          <a:bodyPr/>
          <a:lstStyle/>
          <a:p>
            <a:r>
              <a:rPr lang="en-US" dirty="0"/>
              <a:t>2.2</a:t>
            </a:r>
          </a:p>
        </p:txBody>
      </p:sp>
      <p:sp>
        <p:nvSpPr>
          <p:cNvPr id="3" name="Slide Number Placeholder 2">
            <a:extLst>
              <a:ext uri="{FF2B5EF4-FFF2-40B4-BE49-F238E27FC236}">
                <a16:creationId xmlns:a16="http://schemas.microsoft.com/office/drawing/2014/main" id="{46496676-E172-C4BD-1E3C-5D2CD02A647E}"/>
              </a:ext>
            </a:extLst>
          </p:cNvPr>
          <p:cNvSpPr>
            <a:spLocks noGrp="1"/>
          </p:cNvSpPr>
          <p:nvPr>
            <p:ph type="sldNum" sz="quarter" idx="4294967295"/>
          </p:nvPr>
        </p:nvSpPr>
        <p:spPr>
          <a:xfrm>
            <a:off x="0" y="6357938"/>
            <a:ext cx="438150" cy="320675"/>
          </a:xfrm>
        </p:spPr>
        <p:txBody>
          <a:bodyPr/>
          <a:lstStyle/>
          <a:p>
            <a:fld id="{0BE4EC83-A869-464E-AE9F-881796FB085E}" type="slidenum">
              <a:rPr lang="en-US" smtClean="0"/>
              <a:t>25</a:t>
            </a:fld>
            <a:endParaRPr lang="en-US"/>
          </a:p>
        </p:txBody>
      </p:sp>
    </p:spTree>
    <p:extLst>
      <p:ext uri="{BB962C8B-B14F-4D97-AF65-F5344CB8AC3E}">
        <p14:creationId xmlns:p14="http://schemas.microsoft.com/office/powerpoint/2010/main" val="1757424695"/>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ABB0BA-FC4A-D124-35B8-0FE24305B571}"/>
              </a:ext>
            </a:extLst>
          </p:cNvPr>
          <p:cNvSpPr>
            <a:spLocks noGrp="1"/>
          </p:cNvSpPr>
          <p:nvPr>
            <p:ph type="title"/>
          </p:nvPr>
        </p:nvSpPr>
        <p:spPr/>
        <p:txBody>
          <a:bodyPr/>
          <a:lstStyle/>
          <a:p>
            <a:r>
              <a:rPr lang="ar-EG" dirty="0"/>
              <a:t>مقدمة عن المقارنة المعيارية للجهة خارجية (</a:t>
            </a:r>
            <a:r>
              <a:rPr lang="en-US" dirty="0"/>
              <a:t> (</a:t>
            </a:r>
            <a:r>
              <a:rPr lang="en-US" dirty="0" err="1"/>
              <a:t>WATech</a:t>
            </a:r>
            <a:endParaRPr lang="en-US" dirty="0"/>
          </a:p>
        </p:txBody>
      </p:sp>
      <p:sp>
        <p:nvSpPr>
          <p:cNvPr id="6" name="Snip Diagonal Corner Rectangle 4">
            <a:extLst>
              <a:ext uri="{FF2B5EF4-FFF2-40B4-BE49-F238E27FC236}">
                <a16:creationId xmlns:a16="http://schemas.microsoft.com/office/drawing/2014/main" id="{98C3663B-D6DE-74C2-1A61-CEE4A7820E71}"/>
              </a:ext>
            </a:extLst>
          </p:cNvPr>
          <p:cNvSpPr/>
          <p:nvPr/>
        </p:nvSpPr>
        <p:spPr>
          <a:xfrm>
            <a:off x="1024855" y="1384184"/>
            <a:ext cx="10142290" cy="4404220"/>
          </a:xfrm>
          <a:prstGeom prst="snip2DiagRect">
            <a:avLst>
              <a:gd name="adj1" fmla="val 8219"/>
              <a:gd name="adj2" fmla="val 7991"/>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7" name="Snip Diagonal Corner Rectangle 13">
            <a:extLst>
              <a:ext uri="{FF2B5EF4-FFF2-40B4-BE49-F238E27FC236}">
                <a16:creationId xmlns:a16="http://schemas.microsoft.com/office/drawing/2014/main" id="{675912C2-E59B-7F77-780B-0900C4425935}"/>
              </a:ext>
            </a:extLst>
          </p:cNvPr>
          <p:cNvSpPr/>
          <p:nvPr/>
        </p:nvSpPr>
        <p:spPr>
          <a:xfrm>
            <a:off x="1630725" y="1588055"/>
            <a:ext cx="9289271" cy="4042228"/>
          </a:xfrm>
          <a:custGeom>
            <a:avLst/>
            <a:gdLst>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8" fmla="*/ 204136 w 5387546"/>
              <a:gd name="connsiteY8" fmla="*/ 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8" fmla="*/ 5280513 w 5387546"/>
              <a:gd name="connsiteY8" fmla="*/ 9144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8" fmla="*/ 5189073 w 5387546"/>
              <a:gd name="connsiteY8" fmla="*/ 0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8" fmla="*/ 295576 w 5387546"/>
              <a:gd name="connsiteY8" fmla="*/ 91440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0" fmla="*/ 5663 w 5189073"/>
              <a:gd name="connsiteY0" fmla="*/ 0 h 2483708"/>
              <a:gd name="connsiteX1" fmla="*/ 4990600 w 5189073"/>
              <a:gd name="connsiteY1" fmla="*/ 0 h 2483708"/>
              <a:gd name="connsiteX2" fmla="*/ 5189073 w 5189073"/>
              <a:gd name="connsiteY2" fmla="*/ 198473 h 2483708"/>
              <a:gd name="connsiteX3" fmla="*/ 5189073 w 5189073"/>
              <a:gd name="connsiteY3" fmla="*/ 2279572 h 2483708"/>
              <a:gd name="connsiteX4" fmla="*/ 4984937 w 5189073"/>
              <a:gd name="connsiteY4" fmla="*/ 2483708 h 2483708"/>
              <a:gd name="connsiteX5" fmla="*/ 0 w 5189073"/>
              <a:gd name="connsiteY5" fmla="*/ 2483708 h 2483708"/>
              <a:gd name="connsiteX0" fmla="*/ 0 w 5183410"/>
              <a:gd name="connsiteY0" fmla="*/ 0 h 2483708"/>
              <a:gd name="connsiteX1" fmla="*/ 4984937 w 5183410"/>
              <a:gd name="connsiteY1" fmla="*/ 0 h 2483708"/>
              <a:gd name="connsiteX2" fmla="*/ 5183410 w 5183410"/>
              <a:gd name="connsiteY2" fmla="*/ 198473 h 2483708"/>
              <a:gd name="connsiteX3" fmla="*/ 5183410 w 5183410"/>
              <a:gd name="connsiteY3" fmla="*/ 2279572 h 2483708"/>
              <a:gd name="connsiteX4" fmla="*/ 4979274 w 5183410"/>
              <a:gd name="connsiteY4" fmla="*/ 2483708 h 2483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83410" h="2483708">
                <a:moveTo>
                  <a:pt x="0" y="0"/>
                </a:moveTo>
                <a:lnTo>
                  <a:pt x="4984937" y="0"/>
                </a:lnTo>
                <a:lnTo>
                  <a:pt x="5183410" y="198473"/>
                </a:lnTo>
                <a:lnTo>
                  <a:pt x="5183410" y="2279572"/>
                </a:lnTo>
                <a:lnTo>
                  <a:pt x="4979274" y="2483708"/>
                </a:lnTo>
              </a:path>
            </a:pathLst>
          </a:custGeom>
          <a:noFill/>
          <a:ln>
            <a:solidFill>
              <a:schemeClr val="accent2"/>
            </a:solidFil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grpSp>
        <p:nvGrpSpPr>
          <p:cNvPr id="8" name="Group 4">
            <a:extLst>
              <a:ext uri="{FF2B5EF4-FFF2-40B4-BE49-F238E27FC236}">
                <a16:creationId xmlns:a16="http://schemas.microsoft.com/office/drawing/2014/main" id="{FA908DB3-9D13-5E0B-891E-3EC1B1785103}"/>
              </a:ext>
            </a:extLst>
          </p:cNvPr>
          <p:cNvGrpSpPr>
            <a:grpSpLocks noChangeAspect="1"/>
          </p:cNvGrpSpPr>
          <p:nvPr/>
        </p:nvGrpSpPr>
        <p:grpSpPr bwMode="auto">
          <a:xfrm flipH="1" flipV="1">
            <a:off x="3324921" y="5025049"/>
            <a:ext cx="871131" cy="685514"/>
            <a:chOff x="-305" y="203"/>
            <a:chExt cx="533" cy="470"/>
          </a:xfrm>
          <a:gradFill>
            <a:gsLst>
              <a:gs pos="34000">
                <a:schemeClr val="accent2"/>
              </a:gs>
              <a:gs pos="80000">
                <a:schemeClr val="accent1"/>
              </a:gs>
            </a:gsLst>
            <a:lin ang="8400000" scaled="0"/>
          </a:gradFill>
        </p:grpSpPr>
        <p:sp>
          <p:nvSpPr>
            <p:cNvPr id="9" name="Freeform 6">
              <a:extLst>
                <a:ext uri="{FF2B5EF4-FFF2-40B4-BE49-F238E27FC236}">
                  <a16:creationId xmlns:a16="http://schemas.microsoft.com/office/drawing/2014/main" id="{DA51D4BA-42BB-64D3-5D6C-50ED65D5137A}"/>
                </a:ext>
              </a:extLst>
            </p:cNvPr>
            <p:cNvSpPr>
              <a:spLocks/>
            </p:cNvSpPr>
            <p:nvPr/>
          </p:nvSpPr>
          <p:spPr bwMode="auto">
            <a:xfrm>
              <a:off x="-1" y="203"/>
              <a:ext cx="229" cy="470"/>
            </a:xfrm>
            <a:custGeom>
              <a:avLst/>
              <a:gdLst>
                <a:gd name="T0" fmla="*/ 1412 w 1603"/>
                <a:gd name="T1" fmla="*/ 0 h 3290"/>
                <a:gd name="T2" fmla="*/ 1479 w 1603"/>
                <a:gd name="T3" fmla="*/ 13 h 3290"/>
                <a:gd name="T4" fmla="*/ 1536 w 1603"/>
                <a:gd name="T5" fmla="*/ 45 h 3290"/>
                <a:gd name="T6" fmla="*/ 1577 w 1603"/>
                <a:gd name="T7" fmla="*/ 95 h 3290"/>
                <a:gd name="T8" fmla="*/ 1600 w 1603"/>
                <a:gd name="T9" fmla="*/ 157 h 3290"/>
                <a:gd name="T10" fmla="*/ 1603 w 1603"/>
                <a:gd name="T11" fmla="*/ 1105 h 3290"/>
                <a:gd name="T12" fmla="*/ 1599 w 1603"/>
                <a:gd name="T13" fmla="*/ 1362 h 3290"/>
                <a:gd name="T14" fmla="*/ 1584 w 1603"/>
                <a:gd name="T15" fmla="*/ 1597 h 3290"/>
                <a:gd name="T16" fmla="*/ 1560 w 1603"/>
                <a:gd name="T17" fmla="*/ 1809 h 3290"/>
                <a:gd name="T18" fmla="*/ 1528 w 1603"/>
                <a:gd name="T19" fmla="*/ 1998 h 3290"/>
                <a:gd name="T20" fmla="*/ 1485 w 1603"/>
                <a:gd name="T21" fmla="*/ 2164 h 3290"/>
                <a:gd name="T22" fmla="*/ 1413 w 1603"/>
                <a:gd name="T23" fmla="*/ 2353 h 3290"/>
                <a:gd name="T24" fmla="*/ 1317 w 1603"/>
                <a:gd name="T25" fmla="*/ 2531 h 3290"/>
                <a:gd name="T26" fmla="*/ 1195 w 1603"/>
                <a:gd name="T27" fmla="*/ 2700 h 3290"/>
                <a:gd name="T28" fmla="*/ 1047 w 1603"/>
                <a:gd name="T29" fmla="*/ 2859 h 3290"/>
                <a:gd name="T30" fmla="*/ 888 w 1603"/>
                <a:gd name="T31" fmla="*/ 2996 h 3290"/>
                <a:gd name="T32" fmla="*/ 710 w 1603"/>
                <a:gd name="T33" fmla="*/ 3118 h 3290"/>
                <a:gd name="T34" fmla="*/ 512 w 1603"/>
                <a:gd name="T35" fmla="*/ 3227 h 3290"/>
                <a:gd name="T36" fmla="*/ 373 w 1603"/>
                <a:gd name="T37" fmla="*/ 3286 h 3290"/>
                <a:gd name="T38" fmla="*/ 309 w 1603"/>
                <a:gd name="T39" fmla="*/ 3290 h 3290"/>
                <a:gd name="T40" fmla="*/ 246 w 1603"/>
                <a:gd name="T41" fmla="*/ 3272 h 3290"/>
                <a:gd name="T42" fmla="*/ 194 w 1603"/>
                <a:gd name="T43" fmla="*/ 3236 h 3290"/>
                <a:gd name="T44" fmla="*/ 156 w 1603"/>
                <a:gd name="T45" fmla="*/ 3182 h 3290"/>
                <a:gd name="T46" fmla="*/ 7 w 1603"/>
                <a:gd name="T47" fmla="*/ 2862 h 3290"/>
                <a:gd name="T48" fmla="*/ 0 w 1603"/>
                <a:gd name="T49" fmla="*/ 2801 h 3290"/>
                <a:gd name="T50" fmla="*/ 12 w 1603"/>
                <a:gd name="T51" fmla="*/ 2743 h 3290"/>
                <a:gd name="T52" fmla="*/ 40 w 1603"/>
                <a:gd name="T53" fmla="*/ 2691 h 3290"/>
                <a:gd name="T54" fmla="*/ 86 w 1603"/>
                <a:gd name="T55" fmla="*/ 2650 h 3290"/>
                <a:gd name="T56" fmla="*/ 191 w 1603"/>
                <a:gd name="T57" fmla="*/ 2598 h 3290"/>
                <a:gd name="T58" fmla="*/ 331 w 1603"/>
                <a:gd name="T59" fmla="*/ 2518 h 3290"/>
                <a:gd name="T60" fmla="*/ 451 w 1603"/>
                <a:gd name="T61" fmla="*/ 2428 h 3290"/>
                <a:gd name="T62" fmla="*/ 551 w 1603"/>
                <a:gd name="T63" fmla="*/ 2329 h 3290"/>
                <a:gd name="T64" fmla="*/ 632 w 1603"/>
                <a:gd name="T65" fmla="*/ 2219 h 3290"/>
                <a:gd name="T66" fmla="*/ 696 w 1603"/>
                <a:gd name="T67" fmla="*/ 2095 h 3290"/>
                <a:gd name="T68" fmla="*/ 746 w 1603"/>
                <a:gd name="T69" fmla="*/ 1956 h 3290"/>
                <a:gd name="T70" fmla="*/ 781 w 1603"/>
                <a:gd name="T71" fmla="*/ 1803 h 3290"/>
                <a:gd name="T72" fmla="*/ 800 w 1603"/>
                <a:gd name="T73" fmla="*/ 1634 h 3290"/>
                <a:gd name="T74" fmla="*/ 248 w 1603"/>
                <a:gd name="T75" fmla="*/ 1545 h 3290"/>
                <a:gd name="T76" fmla="*/ 181 w 1603"/>
                <a:gd name="T77" fmla="*/ 1533 h 3290"/>
                <a:gd name="T78" fmla="*/ 124 w 1603"/>
                <a:gd name="T79" fmla="*/ 1500 h 3290"/>
                <a:gd name="T80" fmla="*/ 82 w 1603"/>
                <a:gd name="T81" fmla="*/ 1450 h 3290"/>
                <a:gd name="T82" fmla="*/ 60 w 1603"/>
                <a:gd name="T83" fmla="*/ 1388 h 3290"/>
                <a:gd name="T84" fmla="*/ 56 w 1603"/>
                <a:gd name="T85" fmla="*/ 191 h 3290"/>
                <a:gd name="T86" fmla="*/ 69 w 1603"/>
                <a:gd name="T87" fmla="*/ 125 h 3290"/>
                <a:gd name="T88" fmla="*/ 101 w 1603"/>
                <a:gd name="T89" fmla="*/ 68 h 3290"/>
                <a:gd name="T90" fmla="*/ 151 w 1603"/>
                <a:gd name="T91" fmla="*/ 26 h 3290"/>
                <a:gd name="T92" fmla="*/ 214 w 1603"/>
                <a:gd name="T93" fmla="*/ 4 h 3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03" h="3290">
                  <a:moveTo>
                    <a:pt x="248" y="0"/>
                  </a:moveTo>
                  <a:lnTo>
                    <a:pt x="1412" y="0"/>
                  </a:lnTo>
                  <a:lnTo>
                    <a:pt x="1446" y="4"/>
                  </a:lnTo>
                  <a:lnTo>
                    <a:pt x="1479" y="13"/>
                  </a:lnTo>
                  <a:lnTo>
                    <a:pt x="1508" y="26"/>
                  </a:lnTo>
                  <a:lnTo>
                    <a:pt x="1536" y="45"/>
                  </a:lnTo>
                  <a:lnTo>
                    <a:pt x="1558" y="68"/>
                  </a:lnTo>
                  <a:lnTo>
                    <a:pt x="1577" y="95"/>
                  </a:lnTo>
                  <a:lnTo>
                    <a:pt x="1591" y="125"/>
                  </a:lnTo>
                  <a:lnTo>
                    <a:pt x="1600" y="157"/>
                  </a:lnTo>
                  <a:lnTo>
                    <a:pt x="1603" y="191"/>
                  </a:lnTo>
                  <a:lnTo>
                    <a:pt x="1603" y="1105"/>
                  </a:lnTo>
                  <a:lnTo>
                    <a:pt x="1602" y="1236"/>
                  </a:lnTo>
                  <a:lnTo>
                    <a:pt x="1599" y="1362"/>
                  </a:lnTo>
                  <a:lnTo>
                    <a:pt x="1592" y="1483"/>
                  </a:lnTo>
                  <a:lnTo>
                    <a:pt x="1584" y="1597"/>
                  </a:lnTo>
                  <a:lnTo>
                    <a:pt x="1574" y="1706"/>
                  </a:lnTo>
                  <a:lnTo>
                    <a:pt x="1560" y="1809"/>
                  </a:lnTo>
                  <a:lnTo>
                    <a:pt x="1546" y="1906"/>
                  </a:lnTo>
                  <a:lnTo>
                    <a:pt x="1528" y="1998"/>
                  </a:lnTo>
                  <a:lnTo>
                    <a:pt x="1507" y="2084"/>
                  </a:lnTo>
                  <a:lnTo>
                    <a:pt x="1485" y="2164"/>
                  </a:lnTo>
                  <a:lnTo>
                    <a:pt x="1453" y="2259"/>
                  </a:lnTo>
                  <a:lnTo>
                    <a:pt x="1413" y="2353"/>
                  </a:lnTo>
                  <a:lnTo>
                    <a:pt x="1368" y="2443"/>
                  </a:lnTo>
                  <a:lnTo>
                    <a:pt x="1317" y="2531"/>
                  </a:lnTo>
                  <a:lnTo>
                    <a:pt x="1259" y="2617"/>
                  </a:lnTo>
                  <a:lnTo>
                    <a:pt x="1195" y="2700"/>
                  </a:lnTo>
                  <a:lnTo>
                    <a:pt x="1124" y="2781"/>
                  </a:lnTo>
                  <a:lnTo>
                    <a:pt x="1047" y="2859"/>
                  </a:lnTo>
                  <a:lnTo>
                    <a:pt x="970" y="2930"/>
                  </a:lnTo>
                  <a:lnTo>
                    <a:pt x="888" y="2996"/>
                  </a:lnTo>
                  <a:lnTo>
                    <a:pt x="801" y="3058"/>
                  </a:lnTo>
                  <a:lnTo>
                    <a:pt x="710" y="3118"/>
                  </a:lnTo>
                  <a:lnTo>
                    <a:pt x="612" y="3174"/>
                  </a:lnTo>
                  <a:lnTo>
                    <a:pt x="512" y="3227"/>
                  </a:lnTo>
                  <a:lnTo>
                    <a:pt x="405" y="3276"/>
                  </a:lnTo>
                  <a:lnTo>
                    <a:pt x="373" y="3286"/>
                  </a:lnTo>
                  <a:lnTo>
                    <a:pt x="340" y="3290"/>
                  </a:lnTo>
                  <a:lnTo>
                    <a:pt x="309" y="3290"/>
                  </a:lnTo>
                  <a:lnTo>
                    <a:pt x="277" y="3284"/>
                  </a:lnTo>
                  <a:lnTo>
                    <a:pt x="246" y="3272"/>
                  </a:lnTo>
                  <a:lnTo>
                    <a:pt x="219" y="3256"/>
                  </a:lnTo>
                  <a:lnTo>
                    <a:pt x="194" y="3236"/>
                  </a:lnTo>
                  <a:lnTo>
                    <a:pt x="173" y="3211"/>
                  </a:lnTo>
                  <a:lnTo>
                    <a:pt x="156" y="3182"/>
                  </a:lnTo>
                  <a:lnTo>
                    <a:pt x="18" y="2891"/>
                  </a:lnTo>
                  <a:lnTo>
                    <a:pt x="7" y="2862"/>
                  </a:lnTo>
                  <a:lnTo>
                    <a:pt x="1" y="2831"/>
                  </a:lnTo>
                  <a:lnTo>
                    <a:pt x="0" y="2801"/>
                  </a:lnTo>
                  <a:lnTo>
                    <a:pt x="3" y="2771"/>
                  </a:lnTo>
                  <a:lnTo>
                    <a:pt x="12" y="2743"/>
                  </a:lnTo>
                  <a:lnTo>
                    <a:pt x="24" y="2716"/>
                  </a:lnTo>
                  <a:lnTo>
                    <a:pt x="40" y="2691"/>
                  </a:lnTo>
                  <a:lnTo>
                    <a:pt x="61" y="2668"/>
                  </a:lnTo>
                  <a:lnTo>
                    <a:pt x="86" y="2650"/>
                  </a:lnTo>
                  <a:lnTo>
                    <a:pt x="113" y="2634"/>
                  </a:lnTo>
                  <a:lnTo>
                    <a:pt x="191" y="2598"/>
                  </a:lnTo>
                  <a:lnTo>
                    <a:pt x="263" y="2560"/>
                  </a:lnTo>
                  <a:lnTo>
                    <a:pt x="331" y="2518"/>
                  </a:lnTo>
                  <a:lnTo>
                    <a:pt x="394" y="2474"/>
                  </a:lnTo>
                  <a:lnTo>
                    <a:pt x="451" y="2428"/>
                  </a:lnTo>
                  <a:lnTo>
                    <a:pt x="504" y="2380"/>
                  </a:lnTo>
                  <a:lnTo>
                    <a:pt x="551" y="2329"/>
                  </a:lnTo>
                  <a:lnTo>
                    <a:pt x="593" y="2276"/>
                  </a:lnTo>
                  <a:lnTo>
                    <a:pt x="632" y="2219"/>
                  </a:lnTo>
                  <a:lnTo>
                    <a:pt x="666" y="2159"/>
                  </a:lnTo>
                  <a:lnTo>
                    <a:pt x="696" y="2095"/>
                  </a:lnTo>
                  <a:lnTo>
                    <a:pt x="723" y="2027"/>
                  </a:lnTo>
                  <a:lnTo>
                    <a:pt x="746" y="1956"/>
                  </a:lnTo>
                  <a:lnTo>
                    <a:pt x="765" y="1881"/>
                  </a:lnTo>
                  <a:lnTo>
                    <a:pt x="781" y="1803"/>
                  </a:lnTo>
                  <a:lnTo>
                    <a:pt x="794" y="1720"/>
                  </a:lnTo>
                  <a:lnTo>
                    <a:pt x="800" y="1634"/>
                  </a:lnTo>
                  <a:lnTo>
                    <a:pt x="805" y="1545"/>
                  </a:lnTo>
                  <a:lnTo>
                    <a:pt x="248" y="1545"/>
                  </a:lnTo>
                  <a:lnTo>
                    <a:pt x="214" y="1542"/>
                  </a:lnTo>
                  <a:lnTo>
                    <a:pt x="181" y="1533"/>
                  </a:lnTo>
                  <a:lnTo>
                    <a:pt x="151" y="1519"/>
                  </a:lnTo>
                  <a:lnTo>
                    <a:pt x="124" y="1500"/>
                  </a:lnTo>
                  <a:lnTo>
                    <a:pt x="101" y="1477"/>
                  </a:lnTo>
                  <a:lnTo>
                    <a:pt x="82" y="1450"/>
                  </a:lnTo>
                  <a:lnTo>
                    <a:pt x="69" y="1421"/>
                  </a:lnTo>
                  <a:lnTo>
                    <a:pt x="60" y="1388"/>
                  </a:lnTo>
                  <a:lnTo>
                    <a:pt x="56" y="1354"/>
                  </a:lnTo>
                  <a:lnTo>
                    <a:pt x="56" y="191"/>
                  </a:lnTo>
                  <a:lnTo>
                    <a:pt x="60" y="157"/>
                  </a:lnTo>
                  <a:lnTo>
                    <a:pt x="69" y="125"/>
                  </a:lnTo>
                  <a:lnTo>
                    <a:pt x="82" y="95"/>
                  </a:lnTo>
                  <a:lnTo>
                    <a:pt x="101" y="68"/>
                  </a:lnTo>
                  <a:lnTo>
                    <a:pt x="124" y="45"/>
                  </a:lnTo>
                  <a:lnTo>
                    <a:pt x="151" y="26"/>
                  </a:lnTo>
                  <a:lnTo>
                    <a:pt x="181" y="13"/>
                  </a:lnTo>
                  <a:lnTo>
                    <a:pt x="214" y="4"/>
                  </a:lnTo>
                  <a:lnTo>
                    <a:pt x="24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akkal Majalla" panose="02000000000000000000" pitchFamily="2" charset="-78"/>
                <a:cs typeface="Sakkal Majalla" panose="02000000000000000000" pitchFamily="2" charset="-78"/>
              </a:endParaRPr>
            </a:p>
          </p:txBody>
        </p:sp>
        <p:sp>
          <p:nvSpPr>
            <p:cNvPr id="10" name="Freeform 7">
              <a:extLst>
                <a:ext uri="{FF2B5EF4-FFF2-40B4-BE49-F238E27FC236}">
                  <a16:creationId xmlns:a16="http://schemas.microsoft.com/office/drawing/2014/main" id="{C90BD6B0-1431-2C25-3A7F-F60058D521E1}"/>
                </a:ext>
              </a:extLst>
            </p:cNvPr>
            <p:cNvSpPr>
              <a:spLocks/>
            </p:cNvSpPr>
            <p:nvPr/>
          </p:nvSpPr>
          <p:spPr bwMode="auto">
            <a:xfrm>
              <a:off x="-305" y="203"/>
              <a:ext cx="229" cy="470"/>
            </a:xfrm>
            <a:custGeom>
              <a:avLst/>
              <a:gdLst>
                <a:gd name="T0" fmla="*/ 1413 w 1604"/>
                <a:gd name="T1" fmla="*/ 0 h 3290"/>
                <a:gd name="T2" fmla="*/ 1479 w 1604"/>
                <a:gd name="T3" fmla="*/ 13 h 3290"/>
                <a:gd name="T4" fmla="*/ 1536 w 1604"/>
                <a:gd name="T5" fmla="*/ 45 h 3290"/>
                <a:gd name="T6" fmla="*/ 1578 w 1604"/>
                <a:gd name="T7" fmla="*/ 95 h 3290"/>
                <a:gd name="T8" fmla="*/ 1601 w 1604"/>
                <a:gd name="T9" fmla="*/ 157 h 3290"/>
                <a:gd name="T10" fmla="*/ 1604 w 1604"/>
                <a:gd name="T11" fmla="*/ 1105 h 3290"/>
                <a:gd name="T12" fmla="*/ 1599 w 1604"/>
                <a:gd name="T13" fmla="*/ 1364 h 3290"/>
                <a:gd name="T14" fmla="*/ 1585 w 1604"/>
                <a:gd name="T15" fmla="*/ 1599 h 3290"/>
                <a:gd name="T16" fmla="*/ 1561 w 1604"/>
                <a:gd name="T17" fmla="*/ 1812 h 3290"/>
                <a:gd name="T18" fmla="*/ 1528 w 1604"/>
                <a:gd name="T19" fmla="*/ 2001 h 3290"/>
                <a:gd name="T20" fmla="*/ 1485 w 1604"/>
                <a:gd name="T21" fmla="*/ 2166 h 3290"/>
                <a:gd name="T22" fmla="*/ 1414 w 1604"/>
                <a:gd name="T23" fmla="*/ 2354 h 3290"/>
                <a:gd name="T24" fmla="*/ 1316 w 1604"/>
                <a:gd name="T25" fmla="*/ 2531 h 3290"/>
                <a:gd name="T26" fmla="*/ 1194 w 1604"/>
                <a:gd name="T27" fmla="*/ 2700 h 3290"/>
                <a:gd name="T28" fmla="*/ 1046 w 1604"/>
                <a:gd name="T29" fmla="*/ 2859 h 3290"/>
                <a:gd name="T30" fmla="*/ 886 w 1604"/>
                <a:gd name="T31" fmla="*/ 2996 h 3290"/>
                <a:gd name="T32" fmla="*/ 707 w 1604"/>
                <a:gd name="T33" fmla="*/ 3118 h 3290"/>
                <a:gd name="T34" fmla="*/ 511 w 1604"/>
                <a:gd name="T35" fmla="*/ 3226 h 3290"/>
                <a:gd name="T36" fmla="*/ 374 w 1604"/>
                <a:gd name="T37" fmla="*/ 3285 h 3290"/>
                <a:gd name="T38" fmla="*/ 309 w 1604"/>
                <a:gd name="T39" fmla="*/ 3289 h 3290"/>
                <a:gd name="T40" fmla="*/ 247 w 1604"/>
                <a:gd name="T41" fmla="*/ 3272 h 3290"/>
                <a:gd name="T42" fmla="*/ 195 w 1604"/>
                <a:gd name="T43" fmla="*/ 3235 h 3290"/>
                <a:gd name="T44" fmla="*/ 156 w 1604"/>
                <a:gd name="T45" fmla="*/ 3181 h 3290"/>
                <a:gd name="T46" fmla="*/ 7 w 1604"/>
                <a:gd name="T47" fmla="*/ 2862 h 3290"/>
                <a:gd name="T48" fmla="*/ 0 w 1604"/>
                <a:gd name="T49" fmla="*/ 2801 h 3290"/>
                <a:gd name="T50" fmla="*/ 11 w 1604"/>
                <a:gd name="T51" fmla="*/ 2743 h 3290"/>
                <a:gd name="T52" fmla="*/ 41 w 1604"/>
                <a:gd name="T53" fmla="*/ 2691 h 3290"/>
                <a:gd name="T54" fmla="*/ 86 w 1604"/>
                <a:gd name="T55" fmla="*/ 2650 h 3290"/>
                <a:gd name="T56" fmla="*/ 191 w 1604"/>
                <a:gd name="T57" fmla="*/ 2598 h 3290"/>
                <a:gd name="T58" fmla="*/ 332 w 1604"/>
                <a:gd name="T59" fmla="*/ 2518 h 3290"/>
                <a:gd name="T60" fmla="*/ 452 w 1604"/>
                <a:gd name="T61" fmla="*/ 2428 h 3290"/>
                <a:gd name="T62" fmla="*/ 551 w 1604"/>
                <a:gd name="T63" fmla="*/ 2329 h 3290"/>
                <a:gd name="T64" fmla="*/ 632 w 1604"/>
                <a:gd name="T65" fmla="*/ 2219 h 3290"/>
                <a:gd name="T66" fmla="*/ 697 w 1604"/>
                <a:gd name="T67" fmla="*/ 2095 h 3290"/>
                <a:gd name="T68" fmla="*/ 746 w 1604"/>
                <a:gd name="T69" fmla="*/ 1956 h 3290"/>
                <a:gd name="T70" fmla="*/ 782 w 1604"/>
                <a:gd name="T71" fmla="*/ 1803 h 3290"/>
                <a:gd name="T72" fmla="*/ 801 w 1604"/>
                <a:gd name="T73" fmla="*/ 1634 h 3290"/>
                <a:gd name="T74" fmla="*/ 248 w 1604"/>
                <a:gd name="T75" fmla="*/ 1545 h 3290"/>
                <a:gd name="T76" fmla="*/ 181 w 1604"/>
                <a:gd name="T77" fmla="*/ 1533 h 3290"/>
                <a:gd name="T78" fmla="*/ 125 w 1604"/>
                <a:gd name="T79" fmla="*/ 1500 h 3290"/>
                <a:gd name="T80" fmla="*/ 83 w 1604"/>
                <a:gd name="T81" fmla="*/ 1450 h 3290"/>
                <a:gd name="T82" fmla="*/ 60 w 1604"/>
                <a:gd name="T83" fmla="*/ 1388 h 3290"/>
                <a:gd name="T84" fmla="*/ 57 w 1604"/>
                <a:gd name="T85" fmla="*/ 191 h 3290"/>
                <a:gd name="T86" fmla="*/ 69 w 1604"/>
                <a:gd name="T87" fmla="*/ 125 h 3290"/>
                <a:gd name="T88" fmla="*/ 102 w 1604"/>
                <a:gd name="T89" fmla="*/ 68 h 3290"/>
                <a:gd name="T90" fmla="*/ 152 w 1604"/>
                <a:gd name="T91" fmla="*/ 26 h 3290"/>
                <a:gd name="T92" fmla="*/ 214 w 1604"/>
                <a:gd name="T93" fmla="*/ 4 h 3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04" h="3290">
                  <a:moveTo>
                    <a:pt x="248" y="0"/>
                  </a:moveTo>
                  <a:lnTo>
                    <a:pt x="1413" y="0"/>
                  </a:lnTo>
                  <a:lnTo>
                    <a:pt x="1446" y="4"/>
                  </a:lnTo>
                  <a:lnTo>
                    <a:pt x="1479" y="13"/>
                  </a:lnTo>
                  <a:lnTo>
                    <a:pt x="1509" y="26"/>
                  </a:lnTo>
                  <a:lnTo>
                    <a:pt x="1536" y="45"/>
                  </a:lnTo>
                  <a:lnTo>
                    <a:pt x="1559" y="68"/>
                  </a:lnTo>
                  <a:lnTo>
                    <a:pt x="1578" y="95"/>
                  </a:lnTo>
                  <a:lnTo>
                    <a:pt x="1591" y="125"/>
                  </a:lnTo>
                  <a:lnTo>
                    <a:pt x="1601" y="157"/>
                  </a:lnTo>
                  <a:lnTo>
                    <a:pt x="1604" y="191"/>
                  </a:lnTo>
                  <a:lnTo>
                    <a:pt x="1604" y="1105"/>
                  </a:lnTo>
                  <a:lnTo>
                    <a:pt x="1603" y="1237"/>
                  </a:lnTo>
                  <a:lnTo>
                    <a:pt x="1599" y="1364"/>
                  </a:lnTo>
                  <a:lnTo>
                    <a:pt x="1593" y="1485"/>
                  </a:lnTo>
                  <a:lnTo>
                    <a:pt x="1585" y="1599"/>
                  </a:lnTo>
                  <a:lnTo>
                    <a:pt x="1574" y="1709"/>
                  </a:lnTo>
                  <a:lnTo>
                    <a:pt x="1561" y="1812"/>
                  </a:lnTo>
                  <a:lnTo>
                    <a:pt x="1546" y="1909"/>
                  </a:lnTo>
                  <a:lnTo>
                    <a:pt x="1528" y="2001"/>
                  </a:lnTo>
                  <a:lnTo>
                    <a:pt x="1508" y="2087"/>
                  </a:lnTo>
                  <a:lnTo>
                    <a:pt x="1485" y="2166"/>
                  </a:lnTo>
                  <a:lnTo>
                    <a:pt x="1452" y="2261"/>
                  </a:lnTo>
                  <a:lnTo>
                    <a:pt x="1414" y="2354"/>
                  </a:lnTo>
                  <a:lnTo>
                    <a:pt x="1368" y="2444"/>
                  </a:lnTo>
                  <a:lnTo>
                    <a:pt x="1316" y="2531"/>
                  </a:lnTo>
                  <a:lnTo>
                    <a:pt x="1258" y="2617"/>
                  </a:lnTo>
                  <a:lnTo>
                    <a:pt x="1194" y="2700"/>
                  </a:lnTo>
                  <a:lnTo>
                    <a:pt x="1123" y="2781"/>
                  </a:lnTo>
                  <a:lnTo>
                    <a:pt x="1046" y="2859"/>
                  </a:lnTo>
                  <a:lnTo>
                    <a:pt x="967" y="2930"/>
                  </a:lnTo>
                  <a:lnTo>
                    <a:pt x="886" y="2996"/>
                  </a:lnTo>
                  <a:lnTo>
                    <a:pt x="799" y="3058"/>
                  </a:lnTo>
                  <a:lnTo>
                    <a:pt x="707" y="3118"/>
                  </a:lnTo>
                  <a:lnTo>
                    <a:pt x="612" y="3174"/>
                  </a:lnTo>
                  <a:lnTo>
                    <a:pt x="511" y="3226"/>
                  </a:lnTo>
                  <a:lnTo>
                    <a:pt x="406" y="3275"/>
                  </a:lnTo>
                  <a:lnTo>
                    <a:pt x="374" y="3285"/>
                  </a:lnTo>
                  <a:lnTo>
                    <a:pt x="341" y="3290"/>
                  </a:lnTo>
                  <a:lnTo>
                    <a:pt x="309" y="3289"/>
                  </a:lnTo>
                  <a:lnTo>
                    <a:pt x="278" y="3284"/>
                  </a:lnTo>
                  <a:lnTo>
                    <a:pt x="247" y="3272"/>
                  </a:lnTo>
                  <a:lnTo>
                    <a:pt x="220" y="3256"/>
                  </a:lnTo>
                  <a:lnTo>
                    <a:pt x="195" y="3235"/>
                  </a:lnTo>
                  <a:lnTo>
                    <a:pt x="173" y="3210"/>
                  </a:lnTo>
                  <a:lnTo>
                    <a:pt x="156" y="3181"/>
                  </a:lnTo>
                  <a:lnTo>
                    <a:pt x="18" y="2891"/>
                  </a:lnTo>
                  <a:lnTo>
                    <a:pt x="7" y="2862"/>
                  </a:lnTo>
                  <a:lnTo>
                    <a:pt x="1" y="2831"/>
                  </a:lnTo>
                  <a:lnTo>
                    <a:pt x="0" y="2801"/>
                  </a:lnTo>
                  <a:lnTo>
                    <a:pt x="3" y="2771"/>
                  </a:lnTo>
                  <a:lnTo>
                    <a:pt x="11" y="2743"/>
                  </a:lnTo>
                  <a:lnTo>
                    <a:pt x="24" y="2716"/>
                  </a:lnTo>
                  <a:lnTo>
                    <a:pt x="41" y="2691"/>
                  </a:lnTo>
                  <a:lnTo>
                    <a:pt x="61" y="2668"/>
                  </a:lnTo>
                  <a:lnTo>
                    <a:pt x="86" y="2650"/>
                  </a:lnTo>
                  <a:lnTo>
                    <a:pt x="113" y="2634"/>
                  </a:lnTo>
                  <a:lnTo>
                    <a:pt x="191" y="2598"/>
                  </a:lnTo>
                  <a:lnTo>
                    <a:pt x="264" y="2560"/>
                  </a:lnTo>
                  <a:lnTo>
                    <a:pt x="332" y="2518"/>
                  </a:lnTo>
                  <a:lnTo>
                    <a:pt x="394" y="2474"/>
                  </a:lnTo>
                  <a:lnTo>
                    <a:pt x="452" y="2428"/>
                  </a:lnTo>
                  <a:lnTo>
                    <a:pt x="504" y="2380"/>
                  </a:lnTo>
                  <a:lnTo>
                    <a:pt x="551" y="2329"/>
                  </a:lnTo>
                  <a:lnTo>
                    <a:pt x="594" y="2276"/>
                  </a:lnTo>
                  <a:lnTo>
                    <a:pt x="632" y="2219"/>
                  </a:lnTo>
                  <a:lnTo>
                    <a:pt x="666" y="2159"/>
                  </a:lnTo>
                  <a:lnTo>
                    <a:pt x="697" y="2095"/>
                  </a:lnTo>
                  <a:lnTo>
                    <a:pt x="724" y="2027"/>
                  </a:lnTo>
                  <a:lnTo>
                    <a:pt x="746" y="1956"/>
                  </a:lnTo>
                  <a:lnTo>
                    <a:pt x="766" y="1881"/>
                  </a:lnTo>
                  <a:lnTo>
                    <a:pt x="782" y="1803"/>
                  </a:lnTo>
                  <a:lnTo>
                    <a:pt x="793" y="1720"/>
                  </a:lnTo>
                  <a:lnTo>
                    <a:pt x="801" y="1634"/>
                  </a:lnTo>
                  <a:lnTo>
                    <a:pt x="805" y="1545"/>
                  </a:lnTo>
                  <a:lnTo>
                    <a:pt x="248" y="1545"/>
                  </a:lnTo>
                  <a:lnTo>
                    <a:pt x="214" y="1542"/>
                  </a:lnTo>
                  <a:lnTo>
                    <a:pt x="181" y="1533"/>
                  </a:lnTo>
                  <a:lnTo>
                    <a:pt x="152" y="1519"/>
                  </a:lnTo>
                  <a:lnTo>
                    <a:pt x="125" y="1500"/>
                  </a:lnTo>
                  <a:lnTo>
                    <a:pt x="102" y="1477"/>
                  </a:lnTo>
                  <a:lnTo>
                    <a:pt x="83" y="1450"/>
                  </a:lnTo>
                  <a:lnTo>
                    <a:pt x="69" y="1421"/>
                  </a:lnTo>
                  <a:lnTo>
                    <a:pt x="60" y="1388"/>
                  </a:lnTo>
                  <a:lnTo>
                    <a:pt x="57" y="1354"/>
                  </a:lnTo>
                  <a:lnTo>
                    <a:pt x="57" y="191"/>
                  </a:lnTo>
                  <a:lnTo>
                    <a:pt x="60" y="157"/>
                  </a:lnTo>
                  <a:lnTo>
                    <a:pt x="69" y="125"/>
                  </a:lnTo>
                  <a:lnTo>
                    <a:pt x="83" y="95"/>
                  </a:lnTo>
                  <a:lnTo>
                    <a:pt x="102" y="68"/>
                  </a:lnTo>
                  <a:lnTo>
                    <a:pt x="125" y="45"/>
                  </a:lnTo>
                  <a:lnTo>
                    <a:pt x="152" y="26"/>
                  </a:lnTo>
                  <a:lnTo>
                    <a:pt x="181" y="13"/>
                  </a:lnTo>
                  <a:lnTo>
                    <a:pt x="214" y="4"/>
                  </a:lnTo>
                  <a:lnTo>
                    <a:pt x="24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akkal Majalla" panose="02000000000000000000" pitchFamily="2" charset="-78"/>
                <a:cs typeface="Sakkal Majalla" panose="02000000000000000000" pitchFamily="2" charset="-78"/>
              </a:endParaRPr>
            </a:p>
          </p:txBody>
        </p:sp>
      </p:grpSp>
      <p:sp>
        <p:nvSpPr>
          <p:cNvPr id="11" name="Snip Diagonal Corner Rectangle 29">
            <a:extLst>
              <a:ext uri="{FF2B5EF4-FFF2-40B4-BE49-F238E27FC236}">
                <a16:creationId xmlns:a16="http://schemas.microsoft.com/office/drawing/2014/main" id="{3C7C8FEA-BF03-B494-736A-477B0A30C84B}"/>
              </a:ext>
            </a:extLst>
          </p:cNvPr>
          <p:cNvSpPr/>
          <p:nvPr/>
        </p:nvSpPr>
        <p:spPr>
          <a:xfrm>
            <a:off x="1281153" y="1588055"/>
            <a:ext cx="349572" cy="361983"/>
          </a:xfrm>
          <a:custGeom>
            <a:avLst/>
            <a:gdLst>
              <a:gd name="connsiteX0" fmla="*/ 256248 w 7434648"/>
              <a:gd name="connsiteY0" fmla="*/ 0 h 3117755"/>
              <a:gd name="connsiteX1" fmla="*/ 7185508 w 7434648"/>
              <a:gd name="connsiteY1" fmla="*/ 0 h 3117755"/>
              <a:gd name="connsiteX2" fmla="*/ 7434648 w 7434648"/>
              <a:gd name="connsiteY2" fmla="*/ 249140 h 3117755"/>
              <a:gd name="connsiteX3" fmla="*/ 7434648 w 7434648"/>
              <a:gd name="connsiteY3" fmla="*/ 2861507 h 3117755"/>
              <a:gd name="connsiteX4" fmla="*/ 7178400 w 7434648"/>
              <a:gd name="connsiteY4" fmla="*/ 3117755 h 3117755"/>
              <a:gd name="connsiteX5" fmla="*/ 249140 w 7434648"/>
              <a:gd name="connsiteY5" fmla="*/ 3117755 h 3117755"/>
              <a:gd name="connsiteX6" fmla="*/ 0 w 7434648"/>
              <a:gd name="connsiteY6" fmla="*/ 2868615 h 3117755"/>
              <a:gd name="connsiteX7" fmla="*/ 0 w 7434648"/>
              <a:gd name="connsiteY7" fmla="*/ 256248 h 3117755"/>
              <a:gd name="connsiteX8" fmla="*/ 256248 w 7434648"/>
              <a:gd name="connsiteY8" fmla="*/ 0 h 3117755"/>
              <a:gd name="connsiteX0" fmla="*/ 0 w 7434648"/>
              <a:gd name="connsiteY0" fmla="*/ 2868615 h 3117755"/>
              <a:gd name="connsiteX1" fmla="*/ 0 w 7434648"/>
              <a:gd name="connsiteY1" fmla="*/ 256248 h 3117755"/>
              <a:gd name="connsiteX2" fmla="*/ 256248 w 7434648"/>
              <a:gd name="connsiteY2" fmla="*/ 0 h 3117755"/>
              <a:gd name="connsiteX3" fmla="*/ 7185508 w 7434648"/>
              <a:gd name="connsiteY3" fmla="*/ 0 h 3117755"/>
              <a:gd name="connsiteX4" fmla="*/ 7434648 w 7434648"/>
              <a:gd name="connsiteY4" fmla="*/ 249140 h 3117755"/>
              <a:gd name="connsiteX5" fmla="*/ 7434648 w 7434648"/>
              <a:gd name="connsiteY5" fmla="*/ 2861507 h 3117755"/>
              <a:gd name="connsiteX6" fmla="*/ 7178400 w 7434648"/>
              <a:gd name="connsiteY6" fmla="*/ 3117755 h 3117755"/>
              <a:gd name="connsiteX7" fmla="*/ 249140 w 7434648"/>
              <a:gd name="connsiteY7" fmla="*/ 3117755 h 3117755"/>
              <a:gd name="connsiteX8" fmla="*/ 91440 w 7434648"/>
              <a:gd name="connsiteY8" fmla="*/ 2960055 h 3117755"/>
              <a:gd name="connsiteX0" fmla="*/ 0 w 7434648"/>
              <a:gd name="connsiteY0" fmla="*/ 2868615 h 3117755"/>
              <a:gd name="connsiteX1" fmla="*/ 0 w 7434648"/>
              <a:gd name="connsiteY1" fmla="*/ 256248 h 3117755"/>
              <a:gd name="connsiteX2" fmla="*/ 256248 w 7434648"/>
              <a:gd name="connsiteY2" fmla="*/ 0 h 3117755"/>
              <a:gd name="connsiteX3" fmla="*/ 7185508 w 7434648"/>
              <a:gd name="connsiteY3" fmla="*/ 0 h 3117755"/>
              <a:gd name="connsiteX4" fmla="*/ 7434648 w 7434648"/>
              <a:gd name="connsiteY4" fmla="*/ 249140 h 3117755"/>
              <a:gd name="connsiteX5" fmla="*/ 7434648 w 7434648"/>
              <a:gd name="connsiteY5" fmla="*/ 2861507 h 3117755"/>
              <a:gd name="connsiteX6" fmla="*/ 7178400 w 7434648"/>
              <a:gd name="connsiteY6" fmla="*/ 3117755 h 3117755"/>
              <a:gd name="connsiteX7" fmla="*/ 249140 w 7434648"/>
              <a:gd name="connsiteY7" fmla="*/ 3117755 h 3117755"/>
              <a:gd name="connsiteX0" fmla="*/ 0 w 7434648"/>
              <a:gd name="connsiteY0" fmla="*/ 256248 h 3117755"/>
              <a:gd name="connsiteX1" fmla="*/ 256248 w 7434648"/>
              <a:gd name="connsiteY1" fmla="*/ 0 h 3117755"/>
              <a:gd name="connsiteX2" fmla="*/ 7185508 w 7434648"/>
              <a:gd name="connsiteY2" fmla="*/ 0 h 3117755"/>
              <a:gd name="connsiteX3" fmla="*/ 7434648 w 7434648"/>
              <a:gd name="connsiteY3" fmla="*/ 249140 h 3117755"/>
              <a:gd name="connsiteX4" fmla="*/ 7434648 w 7434648"/>
              <a:gd name="connsiteY4" fmla="*/ 2861507 h 3117755"/>
              <a:gd name="connsiteX5" fmla="*/ 7178400 w 7434648"/>
              <a:gd name="connsiteY5" fmla="*/ 3117755 h 3117755"/>
              <a:gd name="connsiteX6" fmla="*/ 249140 w 7434648"/>
              <a:gd name="connsiteY6" fmla="*/ 3117755 h 3117755"/>
              <a:gd name="connsiteX0" fmla="*/ 0 w 7434648"/>
              <a:gd name="connsiteY0" fmla="*/ 256248 h 3117755"/>
              <a:gd name="connsiteX1" fmla="*/ 256248 w 7434648"/>
              <a:gd name="connsiteY1" fmla="*/ 0 h 3117755"/>
              <a:gd name="connsiteX2" fmla="*/ 7185508 w 7434648"/>
              <a:gd name="connsiteY2" fmla="*/ 0 h 3117755"/>
              <a:gd name="connsiteX3" fmla="*/ 7434648 w 7434648"/>
              <a:gd name="connsiteY3" fmla="*/ 249140 h 3117755"/>
              <a:gd name="connsiteX4" fmla="*/ 7434648 w 7434648"/>
              <a:gd name="connsiteY4" fmla="*/ 2861507 h 3117755"/>
              <a:gd name="connsiteX5" fmla="*/ 7178400 w 7434648"/>
              <a:gd name="connsiteY5" fmla="*/ 3117755 h 3117755"/>
              <a:gd name="connsiteX0" fmla="*/ 0 w 7434648"/>
              <a:gd name="connsiteY0" fmla="*/ 256248 h 3167183"/>
              <a:gd name="connsiteX1" fmla="*/ 256248 w 7434648"/>
              <a:gd name="connsiteY1" fmla="*/ 0 h 3167183"/>
              <a:gd name="connsiteX2" fmla="*/ 7185508 w 7434648"/>
              <a:gd name="connsiteY2" fmla="*/ 0 h 3167183"/>
              <a:gd name="connsiteX3" fmla="*/ 7434648 w 7434648"/>
              <a:gd name="connsiteY3" fmla="*/ 249140 h 3167183"/>
              <a:gd name="connsiteX4" fmla="*/ 7434648 w 7434648"/>
              <a:gd name="connsiteY4" fmla="*/ 2861507 h 3167183"/>
              <a:gd name="connsiteX5" fmla="*/ 7166043 w 7434648"/>
              <a:gd name="connsiteY5" fmla="*/ 3167183 h 3167183"/>
              <a:gd name="connsiteX0" fmla="*/ 0 w 7434648"/>
              <a:gd name="connsiteY0" fmla="*/ 256248 h 2861507"/>
              <a:gd name="connsiteX1" fmla="*/ 256248 w 7434648"/>
              <a:gd name="connsiteY1" fmla="*/ 0 h 2861507"/>
              <a:gd name="connsiteX2" fmla="*/ 7185508 w 7434648"/>
              <a:gd name="connsiteY2" fmla="*/ 0 h 2861507"/>
              <a:gd name="connsiteX3" fmla="*/ 7434648 w 7434648"/>
              <a:gd name="connsiteY3" fmla="*/ 249140 h 2861507"/>
              <a:gd name="connsiteX4" fmla="*/ 7434648 w 7434648"/>
              <a:gd name="connsiteY4" fmla="*/ 2861507 h 2861507"/>
              <a:gd name="connsiteX0" fmla="*/ 0 w 7434648"/>
              <a:gd name="connsiteY0" fmla="*/ 256248 h 256248"/>
              <a:gd name="connsiteX1" fmla="*/ 256248 w 7434648"/>
              <a:gd name="connsiteY1" fmla="*/ 0 h 256248"/>
              <a:gd name="connsiteX2" fmla="*/ 7185508 w 7434648"/>
              <a:gd name="connsiteY2" fmla="*/ 0 h 256248"/>
              <a:gd name="connsiteX3" fmla="*/ 7434648 w 7434648"/>
              <a:gd name="connsiteY3" fmla="*/ 249140 h 256248"/>
              <a:gd name="connsiteX0" fmla="*/ 0 w 7185508"/>
              <a:gd name="connsiteY0" fmla="*/ 256248 h 256248"/>
              <a:gd name="connsiteX1" fmla="*/ 256248 w 7185508"/>
              <a:gd name="connsiteY1" fmla="*/ 0 h 256248"/>
              <a:gd name="connsiteX2" fmla="*/ 7185508 w 7185508"/>
              <a:gd name="connsiteY2" fmla="*/ 0 h 256248"/>
              <a:gd name="connsiteX0" fmla="*/ 0 w 256248"/>
              <a:gd name="connsiteY0" fmla="*/ 256248 h 256248"/>
              <a:gd name="connsiteX1" fmla="*/ 256248 w 256248"/>
              <a:gd name="connsiteY1" fmla="*/ 0 h 256248"/>
            </a:gdLst>
            <a:ahLst/>
            <a:cxnLst>
              <a:cxn ang="0">
                <a:pos x="connsiteX0" y="connsiteY0"/>
              </a:cxn>
              <a:cxn ang="0">
                <a:pos x="connsiteX1" y="connsiteY1"/>
              </a:cxn>
            </a:cxnLst>
            <a:rect l="l" t="t" r="r" b="b"/>
            <a:pathLst>
              <a:path w="256248" h="256248">
                <a:moveTo>
                  <a:pt x="0" y="256248"/>
                </a:moveTo>
                <a:lnTo>
                  <a:pt x="256248" y="0"/>
                </a:lnTo>
              </a:path>
            </a:pathLst>
          </a:custGeom>
          <a:noFill/>
          <a:ln w="28575">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12" name="Rectangle 11">
            <a:extLst>
              <a:ext uri="{FF2B5EF4-FFF2-40B4-BE49-F238E27FC236}">
                <a16:creationId xmlns:a16="http://schemas.microsoft.com/office/drawing/2014/main" id="{A63B6E06-C6EC-7DCE-86E7-0E50CA5C1A28}"/>
              </a:ext>
            </a:extLst>
          </p:cNvPr>
          <p:cNvSpPr/>
          <p:nvPr/>
        </p:nvSpPr>
        <p:spPr>
          <a:xfrm>
            <a:off x="1860543" y="1950038"/>
            <a:ext cx="7008504" cy="2656468"/>
          </a:xfrm>
          <a:prstGeom prst="rect">
            <a:avLst/>
          </a:prstGeom>
        </p:spPr>
        <p:txBody>
          <a:bodyPr vert="horz" lIns="91440" tIns="45720" rIns="91440" bIns="45720" rtlCol="0" anchor="ctr" anchorCtr="0">
            <a:noAutofit/>
          </a:bodyPr>
          <a:lstStyle/>
          <a:p>
            <a:pPr algn="just" rtl="1">
              <a:lnSpc>
                <a:spcPct val="107000"/>
              </a:lnSpc>
              <a:spcAft>
                <a:spcPts val="800"/>
              </a:spcAft>
            </a:pPr>
            <a:r>
              <a:rPr lang="ar-SA" dirty="0"/>
              <a:t>قبل البدء في إعداد استراتيجية البنية المؤسسية لهيئة تقويم التعليم والتدريب، تم تنفيذ مرحلة تحضيرية متخصصة هدفت إلى دراسة المعايير والممارسات المثلى لبناء استراتيجية بنية مؤسسية قوية وقابلة للتطبيق والقياس، بما يضمن أن مخرجات الاستراتيجية لا تقتصر على صياغة توجهات عامة، بل تُقدّم إطارًا استراتيجيًا متكاملًا يحقق الاتساق المؤسسي، ويرتبط بالتحول الرقمي، ويعزز جودة اتخاذ القرار.</a:t>
            </a:r>
          </a:p>
          <a:p>
            <a:pPr algn="just" rtl="1">
              <a:lnSpc>
                <a:spcPct val="107000"/>
              </a:lnSpc>
              <a:spcAft>
                <a:spcPts val="800"/>
              </a:spcAft>
            </a:pPr>
            <a:r>
              <a:rPr lang="ar-SA" dirty="0"/>
              <a:t>وضمن هذه المرحلة، تم إجراء مقارنة معيارية </a:t>
            </a:r>
            <a:r>
              <a:rPr lang="en-US" dirty="0"/>
              <a:t>Benchmarking</a:t>
            </a:r>
            <a:r>
              <a:rPr lang="ar-SA" dirty="0"/>
              <a:t>مدعومة بمراجع رسمية منشورة مع جهة عالمية ذات ممارسة ناضجة في البنية المؤسسية، بما يضمن الاستناد إلى خبرات مؤسسية راسخة وتطبيقات معيارية موثوقة عند بناء الاستراتيجية وإخراجها بالشكل الاحترافي المستهدف.</a:t>
            </a:r>
          </a:p>
          <a:p>
            <a:pPr algn="just" rtl="1">
              <a:lnSpc>
                <a:spcPct val="107000"/>
              </a:lnSpc>
              <a:spcAft>
                <a:spcPts val="800"/>
              </a:spcAft>
            </a:pPr>
            <a:endParaRPr lang="ar-SA" dirty="0"/>
          </a:p>
        </p:txBody>
      </p:sp>
      <p:sp>
        <p:nvSpPr>
          <p:cNvPr id="13" name="Freeform 184">
            <a:extLst>
              <a:ext uri="{FF2B5EF4-FFF2-40B4-BE49-F238E27FC236}">
                <a16:creationId xmlns:a16="http://schemas.microsoft.com/office/drawing/2014/main" id="{70FCBA5D-B4FF-1A20-5E6C-A2E6422AAD04}"/>
              </a:ext>
            </a:extLst>
          </p:cNvPr>
          <p:cNvSpPr>
            <a:spLocks noEditPoints="1"/>
          </p:cNvSpPr>
          <p:nvPr/>
        </p:nvSpPr>
        <p:spPr bwMode="auto">
          <a:xfrm>
            <a:off x="9205693" y="2539400"/>
            <a:ext cx="1046201" cy="1935447"/>
          </a:xfrm>
          <a:custGeom>
            <a:avLst/>
            <a:gdLst>
              <a:gd name="T0" fmla="*/ 1637 w 3159"/>
              <a:gd name="T1" fmla="*/ 712 h 5656"/>
              <a:gd name="T2" fmla="*/ 1593 w 3159"/>
              <a:gd name="T3" fmla="*/ 791 h 5656"/>
              <a:gd name="T4" fmla="*/ 1697 w 3159"/>
              <a:gd name="T5" fmla="*/ 908 h 5656"/>
              <a:gd name="T6" fmla="*/ 1782 w 3159"/>
              <a:gd name="T7" fmla="*/ 886 h 5656"/>
              <a:gd name="T8" fmla="*/ 2243 w 3159"/>
              <a:gd name="T9" fmla="*/ 806 h 5656"/>
              <a:gd name="T10" fmla="*/ 2217 w 3159"/>
              <a:gd name="T11" fmla="*/ 1268 h 5656"/>
              <a:gd name="T12" fmla="*/ 2105 w 3159"/>
              <a:gd name="T13" fmla="*/ 1550 h 5656"/>
              <a:gd name="T14" fmla="*/ 1840 w 3159"/>
              <a:gd name="T15" fmla="*/ 1916 h 5656"/>
              <a:gd name="T16" fmla="*/ 1193 w 3159"/>
              <a:gd name="T17" fmla="*/ 2580 h 5656"/>
              <a:gd name="T18" fmla="*/ 703 w 3159"/>
              <a:gd name="T19" fmla="*/ 3133 h 5656"/>
              <a:gd name="T20" fmla="*/ 555 w 3159"/>
              <a:gd name="T21" fmla="*/ 3451 h 5656"/>
              <a:gd name="T22" fmla="*/ 510 w 3159"/>
              <a:gd name="T23" fmla="*/ 3892 h 5656"/>
              <a:gd name="T24" fmla="*/ 493 w 3159"/>
              <a:gd name="T25" fmla="*/ 4385 h 5656"/>
              <a:gd name="T26" fmla="*/ 344 w 3159"/>
              <a:gd name="T27" fmla="*/ 4453 h 5656"/>
              <a:gd name="T28" fmla="*/ 87 w 3159"/>
              <a:gd name="T29" fmla="*/ 4697 h 5656"/>
              <a:gd name="T30" fmla="*/ 1 w 3159"/>
              <a:gd name="T31" fmla="*/ 4961 h 5656"/>
              <a:gd name="T32" fmla="*/ 94 w 3159"/>
              <a:gd name="T33" fmla="*/ 5346 h 5656"/>
              <a:gd name="T34" fmla="*/ 354 w 3159"/>
              <a:gd name="T35" fmla="*/ 5590 h 5656"/>
              <a:gd name="T36" fmla="*/ 571 w 3159"/>
              <a:gd name="T37" fmla="*/ 5653 h 5656"/>
              <a:gd name="T38" fmla="*/ 820 w 3159"/>
              <a:gd name="T39" fmla="*/ 5629 h 5656"/>
              <a:gd name="T40" fmla="*/ 1043 w 3159"/>
              <a:gd name="T41" fmla="*/ 5513 h 5656"/>
              <a:gd name="T42" fmla="*/ 1208 w 3159"/>
              <a:gd name="T43" fmla="*/ 5316 h 5656"/>
              <a:gd name="T44" fmla="*/ 1264 w 3159"/>
              <a:gd name="T45" fmla="*/ 5149 h 5656"/>
              <a:gd name="T46" fmla="*/ 1264 w 3159"/>
              <a:gd name="T47" fmla="*/ 4884 h 5656"/>
              <a:gd name="T48" fmla="*/ 1208 w 3159"/>
              <a:gd name="T49" fmla="*/ 4717 h 5656"/>
              <a:gd name="T50" fmla="*/ 1031 w 3159"/>
              <a:gd name="T51" fmla="*/ 4513 h 5656"/>
              <a:gd name="T52" fmla="*/ 804 w 3159"/>
              <a:gd name="T53" fmla="*/ 4393 h 5656"/>
              <a:gd name="T54" fmla="*/ 776 w 3159"/>
              <a:gd name="T55" fmla="*/ 4215 h 5656"/>
              <a:gd name="T56" fmla="*/ 794 w 3159"/>
              <a:gd name="T57" fmla="*/ 3558 h 5656"/>
              <a:gd name="T58" fmla="*/ 874 w 3159"/>
              <a:gd name="T59" fmla="*/ 3351 h 5656"/>
              <a:gd name="T60" fmla="*/ 1143 w 3159"/>
              <a:gd name="T61" fmla="*/ 3005 h 5656"/>
              <a:gd name="T62" fmla="*/ 1946 w 3159"/>
              <a:gd name="T63" fmla="*/ 2186 h 5656"/>
              <a:gd name="T64" fmla="*/ 2281 w 3159"/>
              <a:gd name="T65" fmla="*/ 1765 h 5656"/>
              <a:gd name="T66" fmla="*/ 2445 w 3159"/>
              <a:gd name="T67" fmla="*/ 1424 h 5656"/>
              <a:gd name="T68" fmla="*/ 2501 w 3159"/>
              <a:gd name="T69" fmla="*/ 1001 h 5656"/>
              <a:gd name="T70" fmla="*/ 2846 w 3159"/>
              <a:gd name="T71" fmla="*/ 776 h 5656"/>
              <a:gd name="T72" fmla="*/ 3030 w 3159"/>
              <a:gd name="T73" fmla="*/ 916 h 5656"/>
              <a:gd name="T74" fmla="*/ 3125 w 3159"/>
              <a:gd name="T75" fmla="*/ 864 h 5656"/>
              <a:gd name="T76" fmla="*/ 3159 w 3159"/>
              <a:gd name="T77" fmla="*/ 776 h 5656"/>
              <a:gd name="T78" fmla="*/ 3056 w 3159"/>
              <a:gd name="T79" fmla="*/ 629 h 5656"/>
              <a:gd name="T80" fmla="*/ 2547 w 3159"/>
              <a:gd name="T81" fmla="*/ 116 h 5656"/>
              <a:gd name="T82" fmla="*/ 2376 w 3159"/>
              <a:gd name="T83" fmla="*/ 0 h 5656"/>
              <a:gd name="T84" fmla="*/ 2115 w 3159"/>
              <a:gd name="T85" fmla="*/ 222 h 5656"/>
              <a:gd name="T86" fmla="*/ 817 w 3159"/>
              <a:gd name="T87" fmla="*/ 4674 h 5656"/>
              <a:gd name="T88" fmla="*/ 1000 w 3159"/>
              <a:gd name="T89" fmla="*/ 4876 h 5656"/>
              <a:gd name="T90" fmla="*/ 1026 w 3159"/>
              <a:gd name="T91" fmla="*/ 5030 h 5656"/>
              <a:gd name="T92" fmla="*/ 962 w 3159"/>
              <a:gd name="T93" fmla="*/ 5222 h 5656"/>
              <a:gd name="T94" fmla="*/ 836 w 3159"/>
              <a:gd name="T95" fmla="*/ 5344 h 5656"/>
              <a:gd name="T96" fmla="*/ 624 w 3159"/>
              <a:gd name="T97" fmla="*/ 5401 h 5656"/>
              <a:gd name="T98" fmla="*/ 423 w 3159"/>
              <a:gd name="T99" fmla="*/ 5334 h 5656"/>
              <a:gd name="T100" fmla="*/ 287 w 3159"/>
              <a:gd name="T101" fmla="*/ 5166 h 5656"/>
              <a:gd name="T102" fmla="*/ 260 w 3159"/>
              <a:gd name="T103" fmla="*/ 4995 h 5656"/>
              <a:gd name="T104" fmla="*/ 311 w 3159"/>
              <a:gd name="T105" fmla="*/ 4820 h 5656"/>
              <a:gd name="T106" fmla="*/ 430 w 3159"/>
              <a:gd name="T107" fmla="*/ 4696 h 5656"/>
              <a:gd name="T108" fmla="*/ 597 w 3159"/>
              <a:gd name="T109" fmla="*/ 4637 h 5656"/>
              <a:gd name="T110" fmla="*/ 766 w 3159"/>
              <a:gd name="T111" fmla="*/ 4651 h 5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159" h="5656">
                <a:moveTo>
                  <a:pt x="1964" y="371"/>
                </a:moveTo>
                <a:lnTo>
                  <a:pt x="1868" y="467"/>
                </a:lnTo>
                <a:lnTo>
                  <a:pt x="1726" y="614"/>
                </a:lnTo>
                <a:lnTo>
                  <a:pt x="1637" y="712"/>
                </a:lnTo>
                <a:lnTo>
                  <a:pt x="1603" y="756"/>
                </a:lnTo>
                <a:lnTo>
                  <a:pt x="1593" y="775"/>
                </a:lnTo>
                <a:lnTo>
                  <a:pt x="1593" y="781"/>
                </a:lnTo>
                <a:lnTo>
                  <a:pt x="1593" y="791"/>
                </a:lnTo>
                <a:lnTo>
                  <a:pt x="1601" y="812"/>
                </a:lnTo>
                <a:lnTo>
                  <a:pt x="1622" y="845"/>
                </a:lnTo>
                <a:lnTo>
                  <a:pt x="1664" y="887"/>
                </a:lnTo>
                <a:lnTo>
                  <a:pt x="1697" y="908"/>
                </a:lnTo>
                <a:lnTo>
                  <a:pt x="1718" y="916"/>
                </a:lnTo>
                <a:lnTo>
                  <a:pt x="1728" y="916"/>
                </a:lnTo>
                <a:lnTo>
                  <a:pt x="1739" y="914"/>
                </a:lnTo>
                <a:lnTo>
                  <a:pt x="1782" y="886"/>
                </a:lnTo>
                <a:lnTo>
                  <a:pt x="1891" y="791"/>
                </a:lnTo>
                <a:lnTo>
                  <a:pt x="2004" y="680"/>
                </a:lnTo>
                <a:lnTo>
                  <a:pt x="2243" y="443"/>
                </a:lnTo>
                <a:lnTo>
                  <a:pt x="2243" y="806"/>
                </a:lnTo>
                <a:lnTo>
                  <a:pt x="2242" y="951"/>
                </a:lnTo>
                <a:lnTo>
                  <a:pt x="2237" y="1110"/>
                </a:lnTo>
                <a:lnTo>
                  <a:pt x="2229" y="1195"/>
                </a:lnTo>
                <a:lnTo>
                  <a:pt x="2217" y="1268"/>
                </a:lnTo>
                <a:lnTo>
                  <a:pt x="2200" y="1334"/>
                </a:lnTo>
                <a:lnTo>
                  <a:pt x="2162" y="1432"/>
                </a:lnTo>
                <a:lnTo>
                  <a:pt x="2126" y="1508"/>
                </a:lnTo>
                <a:lnTo>
                  <a:pt x="2105" y="1550"/>
                </a:lnTo>
                <a:lnTo>
                  <a:pt x="2057" y="1633"/>
                </a:lnTo>
                <a:lnTo>
                  <a:pt x="2000" y="1719"/>
                </a:lnTo>
                <a:lnTo>
                  <a:pt x="1928" y="1811"/>
                </a:lnTo>
                <a:lnTo>
                  <a:pt x="1840" y="1916"/>
                </a:lnTo>
                <a:lnTo>
                  <a:pt x="1729" y="2036"/>
                </a:lnTo>
                <a:lnTo>
                  <a:pt x="1519" y="2255"/>
                </a:lnTo>
                <a:lnTo>
                  <a:pt x="1333" y="2441"/>
                </a:lnTo>
                <a:lnTo>
                  <a:pt x="1193" y="2580"/>
                </a:lnTo>
                <a:lnTo>
                  <a:pt x="967" y="2813"/>
                </a:lnTo>
                <a:lnTo>
                  <a:pt x="837" y="2960"/>
                </a:lnTo>
                <a:lnTo>
                  <a:pt x="764" y="3049"/>
                </a:lnTo>
                <a:lnTo>
                  <a:pt x="703" y="3133"/>
                </a:lnTo>
                <a:lnTo>
                  <a:pt x="653" y="3213"/>
                </a:lnTo>
                <a:lnTo>
                  <a:pt x="612" y="3291"/>
                </a:lnTo>
                <a:lnTo>
                  <a:pt x="580" y="3370"/>
                </a:lnTo>
                <a:lnTo>
                  <a:pt x="555" y="3451"/>
                </a:lnTo>
                <a:lnTo>
                  <a:pt x="537" y="3536"/>
                </a:lnTo>
                <a:lnTo>
                  <a:pt x="524" y="3627"/>
                </a:lnTo>
                <a:lnTo>
                  <a:pt x="516" y="3726"/>
                </a:lnTo>
                <a:lnTo>
                  <a:pt x="510" y="3892"/>
                </a:lnTo>
                <a:lnTo>
                  <a:pt x="509" y="4021"/>
                </a:lnTo>
                <a:lnTo>
                  <a:pt x="509" y="4232"/>
                </a:lnTo>
                <a:lnTo>
                  <a:pt x="501" y="4361"/>
                </a:lnTo>
                <a:lnTo>
                  <a:pt x="493" y="4385"/>
                </a:lnTo>
                <a:lnTo>
                  <a:pt x="486" y="4393"/>
                </a:lnTo>
                <a:lnTo>
                  <a:pt x="481" y="4395"/>
                </a:lnTo>
                <a:lnTo>
                  <a:pt x="433" y="4412"/>
                </a:lnTo>
                <a:lnTo>
                  <a:pt x="344" y="4453"/>
                </a:lnTo>
                <a:lnTo>
                  <a:pt x="265" y="4503"/>
                </a:lnTo>
                <a:lnTo>
                  <a:pt x="196" y="4560"/>
                </a:lnTo>
                <a:lnTo>
                  <a:pt x="136" y="4625"/>
                </a:lnTo>
                <a:lnTo>
                  <a:pt x="87" y="4697"/>
                </a:lnTo>
                <a:lnTo>
                  <a:pt x="48" y="4777"/>
                </a:lnTo>
                <a:lnTo>
                  <a:pt x="19" y="4865"/>
                </a:lnTo>
                <a:lnTo>
                  <a:pt x="9" y="4911"/>
                </a:lnTo>
                <a:lnTo>
                  <a:pt x="1" y="4961"/>
                </a:lnTo>
                <a:lnTo>
                  <a:pt x="0" y="5060"/>
                </a:lnTo>
                <a:lnTo>
                  <a:pt x="16" y="5159"/>
                </a:lnTo>
                <a:lnTo>
                  <a:pt x="47" y="5255"/>
                </a:lnTo>
                <a:lnTo>
                  <a:pt x="94" y="5346"/>
                </a:lnTo>
                <a:lnTo>
                  <a:pt x="153" y="5429"/>
                </a:lnTo>
                <a:lnTo>
                  <a:pt x="225" y="5503"/>
                </a:lnTo>
                <a:lnTo>
                  <a:pt x="309" y="5565"/>
                </a:lnTo>
                <a:lnTo>
                  <a:pt x="354" y="5590"/>
                </a:lnTo>
                <a:lnTo>
                  <a:pt x="384" y="5604"/>
                </a:lnTo>
                <a:lnTo>
                  <a:pt x="445" y="5627"/>
                </a:lnTo>
                <a:lnTo>
                  <a:pt x="508" y="5643"/>
                </a:lnTo>
                <a:lnTo>
                  <a:pt x="571" y="5653"/>
                </a:lnTo>
                <a:lnTo>
                  <a:pt x="634" y="5656"/>
                </a:lnTo>
                <a:lnTo>
                  <a:pt x="697" y="5653"/>
                </a:lnTo>
                <a:lnTo>
                  <a:pt x="759" y="5644"/>
                </a:lnTo>
                <a:lnTo>
                  <a:pt x="820" y="5629"/>
                </a:lnTo>
                <a:lnTo>
                  <a:pt x="880" y="5608"/>
                </a:lnTo>
                <a:lnTo>
                  <a:pt x="937" y="5582"/>
                </a:lnTo>
                <a:lnTo>
                  <a:pt x="992" y="5550"/>
                </a:lnTo>
                <a:lnTo>
                  <a:pt x="1043" y="5513"/>
                </a:lnTo>
                <a:lnTo>
                  <a:pt x="1091" y="5471"/>
                </a:lnTo>
                <a:lnTo>
                  <a:pt x="1135" y="5424"/>
                </a:lnTo>
                <a:lnTo>
                  <a:pt x="1174" y="5373"/>
                </a:lnTo>
                <a:lnTo>
                  <a:pt x="1208" y="5316"/>
                </a:lnTo>
                <a:lnTo>
                  <a:pt x="1223" y="5286"/>
                </a:lnTo>
                <a:lnTo>
                  <a:pt x="1237" y="5257"/>
                </a:lnTo>
                <a:lnTo>
                  <a:pt x="1255" y="5205"/>
                </a:lnTo>
                <a:lnTo>
                  <a:pt x="1264" y="5149"/>
                </a:lnTo>
                <a:lnTo>
                  <a:pt x="1268" y="5071"/>
                </a:lnTo>
                <a:lnTo>
                  <a:pt x="1268" y="5016"/>
                </a:lnTo>
                <a:lnTo>
                  <a:pt x="1268" y="4962"/>
                </a:lnTo>
                <a:lnTo>
                  <a:pt x="1264" y="4884"/>
                </a:lnTo>
                <a:lnTo>
                  <a:pt x="1255" y="4827"/>
                </a:lnTo>
                <a:lnTo>
                  <a:pt x="1237" y="4776"/>
                </a:lnTo>
                <a:lnTo>
                  <a:pt x="1223" y="4746"/>
                </a:lnTo>
                <a:lnTo>
                  <a:pt x="1208" y="4717"/>
                </a:lnTo>
                <a:lnTo>
                  <a:pt x="1173" y="4660"/>
                </a:lnTo>
                <a:lnTo>
                  <a:pt x="1132" y="4607"/>
                </a:lnTo>
                <a:lnTo>
                  <a:pt x="1084" y="4558"/>
                </a:lnTo>
                <a:lnTo>
                  <a:pt x="1031" y="4513"/>
                </a:lnTo>
                <a:lnTo>
                  <a:pt x="972" y="4472"/>
                </a:lnTo>
                <a:lnTo>
                  <a:pt x="908" y="4436"/>
                </a:lnTo>
                <a:lnTo>
                  <a:pt x="840" y="4406"/>
                </a:lnTo>
                <a:lnTo>
                  <a:pt x="804" y="4393"/>
                </a:lnTo>
                <a:lnTo>
                  <a:pt x="799" y="4391"/>
                </a:lnTo>
                <a:lnTo>
                  <a:pt x="791" y="4384"/>
                </a:lnTo>
                <a:lnTo>
                  <a:pt x="782" y="4360"/>
                </a:lnTo>
                <a:lnTo>
                  <a:pt x="776" y="4215"/>
                </a:lnTo>
                <a:lnTo>
                  <a:pt x="779" y="3971"/>
                </a:lnTo>
                <a:lnTo>
                  <a:pt x="781" y="3837"/>
                </a:lnTo>
                <a:lnTo>
                  <a:pt x="785" y="3660"/>
                </a:lnTo>
                <a:lnTo>
                  <a:pt x="794" y="3558"/>
                </a:lnTo>
                <a:lnTo>
                  <a:pt x="810" y="3493"/>
                </a:lnTo>
                <a:lnTo>
                  <a:pt x="823" y="3461"/>
                </a:lnTo>
                <a:lnTo>
                  <a:pt x="838" y="3423"/>
                </a:lnTo>
                <a:lnTo>
                  <a:pt x="874" y="3351"/>
                </a:lnTo>
                <a:lnTo>
                  <a:pt x="918" y="3278"/>
                </a:lnTo>
                <a:lnTo>
                  <a:pt x="975" y="3199"/>
                </a:lnTo>
                <a:lnTo>
                  <a:pt x="1048" y="3110"/>
                </a:lnTo>
                <a:lnTo>
                  <a:pt x="1143" y="3005"/>
                </a:lnTo>
                <a:lnTo>
                  <a:pt x="1328" y="2812"/>
                </a:lnTo>
                <a:lnTo>
                  <a:pt x="1498" y="2641"/>
                </a:lnTo>
                <a:lnTo>
                  <a:pt x="1714" y="2425"/>
                </a:lnTo>
                <a:lnTo>
                  <a:pt x="1946" y="2186"/>
                </a:lnTo>
                <a:lnTo>
                  <a:pt x="2062" y="2059"/>
                </a:lnTo>
                <a:lnTo>
                  <a:pt x="2152" y="1952"/>
                </a:lnTo>
                <a:lnTo>
                  <a:pt x="2222" y="1857"/>
                </a:lnTo>
                <a:lnTo>
                  <a:pt x="2281" y="1765"/>
                </a:lnTo>
                <a:lnTo>
                  <a:pt x="2333" y="1670"/>
                </a:lnTo>
                <a:lnTo>
                  <a:pt x="2359" y="1618"/>
                </a:lnTo>
                <a:lnTo>
                  <a:pt x="2401" y="1534"/>
                </a:lnTo>
                <a:lnTo>
                  <a:pt x="2445" y="1424"/>
                </a:lnTo>
                <a:lnTo>
                  <a:pt x="2466" y="1350"/>
                </a:lnTo>
                <a:lnTo>
                  <a:pt x="2481" y="1269"/>
                </a:lnTo>
                <a:lnTo>
                  <a:pt x="2491" y="1175"/>
                </a:lnTo>
                <a:lnTo>
                  <a:pt x="2501" y="1001"/>
                </a:lnTo>
                <a:lnTo>
                  <a:pt x="2504" y="845"/>
                </a:lnTo>
                <a:lnTo>
                  <a:pt x="2513" y="446"/>
                </a:lnTo>
                <a:lnTo>
                  <a:pt x="2749" y="681"/>
                </a:lnTo>
                <a:lnTo>
                  <a:pt x="2846" y="776"/>
                </a:lnTo>
                <a:lnTo>
                  <a:pt x="2960" y="877"/>
                </a:lnTo>
                <a:lnTo>
                  <a:pt x="3007" y="913"/>
                </a:lnTo>
                <a:lnTo>
                  <a:pt x="3016" y="916"/>
                </a:lnTo>
                <a:lnTo>
                  <a:pt x="3030" y="916"/>
                </a:lnTo>
                <a:lnTo>
                  <a:pt x="3057" y="910"/>
                </a:lnTo>
                <a:lnTo>
                  <a:pt x="3082" y="899"/>
                </a:lnTo>
                <a:lnTo>
                  <a:pt x="3105" y="883"/>
                </a:lnTo>
                <a:lnTo>
                  <a:pt x="3125" y="864"/>
                </a:lnTo>
                <a:lnTo>
                  <a:pt x="3141" y="841"/>
                </a:lnTo>
                <a:lnTo>
                  <a:pt x="3152" y="817"/>
                </a:lnTo>
                <a:lnTo>
                  <a:pt x="3159" y="790"/>
                </a:lnTo>
                <a:lnTo>
                  <a:pt x="3159" y="776"/>
                </a:lnTo>
                <a:lnTo>
                  <a:pt x="3159" y="769"/>
                </a:lnTo>
                <a:lnTo>
                  <a:pt x="3153" y="750"/>
                </a:lnTo>
                <a:lnTo>
                  <a:pt x="3129" y="713"/>
                </a:lnTo>
                <a:lnTo>
                  <a:pt x="3056" y="629"/>
                </a:lnTo>
                <a:lnTo>
                  <a:pt x="2922" y="488"/>
                </a:lnTo>
                <a:lnTo>
                  <a:pt x="2823" y="388"/>
                </a:lnTo>
                <a:lnTo>
                  <a:pt x="2708" y="272"/>
                </a:lnTo>
                <a:lnTo>
                  <a:pt x="2547" y="116"/>
                </a:lnTo>
                <a:lnTo>
                  <a:pt x="2470" y="50"/>
                </a:lnTo>
                <a:lnTo>
                  <a:pt x="2431" y="22"/>
                </a:lnTo>
                <a:lnTo>
                  <a:pt x="2401" y="7"/>
                </a:lnTo>
                <a:lnTo>
                  <a:pt x="2376" y="0"/>
                </a:lnTo>
                <a:lnTo>
                  <a:pt x="2364" y="0"/>
                </a:lnTo>
                <a:lnTo>
                  <a:pt x="2353" y="5"/>
                </a:lnTo>
                <a:lnTo>
                  <a:pt x="2286" y="61"/>
                </a:lnTo>
                <a:lnTo>
                  <a:pt x="2115" y="222"/>
                </a:lnTo>
                <a:lnTo>
                  <a:pt x="1964" y="371"/>
                </a:lnTo>
                <a:close/>
                <a:moveTo>
                  <a:pt x="766" y="4651"/>
                </a:moveTo>
                <a:lnTo>
                  <a:pt x="782" y="4657"/>
                </a:lnTo>
                <a:lnTo>
                  <a:pt x="817" y="4674"/>
                </a:lnTo>
                <a:lnTo>
                  <a:pt x="872" y="4714"/>
                </a:lnTo>
                <a:lnTo>
                  <a:pt x="941" y="4783"/>
                </a:lnTo>
                <a:lnTo>
                  <a:pt x="982" y="4839"/>
                </a:lnTo>
                <a:lnTo>
                  <a:pt x="1000" y="4876"/>
                </a:lnTo>
                <a:lnTo>
                  <a:pt x="1006" y="4893"/>
                </a:lnTo>
                <a:lnTo>
                  <a:pt x="1014" y="4922"/>
                </a:lnTo>
                <a:lnTo>
                  <a:pt x="1024" y="4977"/>
                </a:lnTo>
                <a:lnTo>
                  <a:pt x="1026" y="5030"/>
                </a:lnTo>
                <a:lnTo>
                  <a:pt x="1021" y="5081"/>
                </a:lnTo>
                <a:lnTo>
                  <a:pt x="1009" y="5130"/>
                </a:lnTo>
                <a:lnTo>
                  <a:pt x="989" y="5177"/>
                </a:lnTo>
                <a:lnTo>
                  <a:pt x="962" y="5222"/>
                </a:lnTo>
                <a:lnTo>
                  <a:pt x="928" y="5265"/>
                </a:lnTo>
                <a:lnTo>
                  <a:pt x="908" y="5286"/>
                </a:lnTo>
                <a:lnTo>
                  <a:pt x="885" y="5308"/>
                </a:lnTo>
                <a:lnTo>
                  <a:pt x="836" y="5344"/>
                </a:lnTo>
                <a:lnTo>
                  <a:pt x="785" y="5371"/>
                </a:lnTo>
                <a:lnTo>
                  <a:pt x="732" y="5389"/>
                </a:lnTo>
                <a:lnTo>
                  <a:pt x="678" y="5399"/>
                </a:lnTo>
                <a:lnTo>
                  <a:pt x="624" y="5401"/>
                </a:lnTo>
                <a:lnTo>
                  <a:pt x="571" y="5395"/>
                </a:lnTo>
                <a:lnTo>
                  <a:pt x="519" y="5381"/>
                </a:lnTo>
                <a:lnTo>
                  <a:pt x="470" y="5361"/>
                </a:lnTo>
                <a:lnTo>
                  <a:pt x="423" y="5334"/>
                </a:lnTo>
                <a:lnTo>
                  <a:pt x="381" y="5301"/>
                </a:lnTo>
                <a:lnTo>
                  <a:pt x="344" y="5261"/>
                </a:lnTo>
                <a:lnTo>
                  <a:pt x="312" y="5217"/>
                </a:lnTo>
                <a:lnTo>
                  <a:pt x="287" y="5166"/>
                </a:lnTo>
                <a:lnTo>
                  <a:pt x="270" y="5111"/>
                </a:lnTo>
                <a:lnTo>
                  <a:pt x="260" y="5051"/>
                </a:lnTo>
                <a:lnTo>
                  <a:pt x="259" y="5020"/>
                </a:lnTo>
                <a:lnTo>
                  <a:pt x="260" y="4995"/>
                </a:lnTo>
                <a:lnTo>
                  <a:pt x="265" y="4947"/>
                </a:lnTo>
                <a:lnTo>
                  <a:pt x="276" y="4902"/>
                </a:lnTo>
                <a:lnTo>
                  <a:pt x="291" y="4859"/>
                </a:lnTo>
                <a:lnTo>
                  <a:pt x="311" y="4820"/>
                </a:lnTo>
                <a:lnTo>
                  <a:pt x="336" y="4783"/>
                </a:lnTo>
                <a:lnTo>
                  <a:pt x="364" y="4750"/>
                </a:lnTo>
                <a:lnTo>
                  <a:pt x="395" y="4721"/>
                </a:lnTo>
                <a:lnTo>
                  <a:pt x="430" y="4696"/>
                </a:lnTo>
                <a:lnTo>
                  <a:pt x="468" y="4674"/>
                </a:lnTo>
                <a:lnTo>
                  <a:pt x="509" y="4657"/>
                </a:lnTo>
                <a:lnTo>
                  <a:pt x="552" y="4645"/>
                </a:lnTo>
                <a:lnTo>
                  <a:pt x="597" y="4637"/>
                </a:lnTo>
                <a:lnTo>
                  <a:pt x="644" y="4634"/>
                </a:lnTo>
                <a:lnTo>
                  <a:pt x="692" y="4637"/>
                </a:lnTo>
                <a:lnTo>
                  <a:pt x="741" y="4645"/>
                </a:lnTo>
                <a:lnTo>
                  <a:pt x="766" y="4651"/>
                </a:lnTo>
                <a:close/>
              </a:path>
            </a:pathLst>
          </a:custGeom>
          <a:gradFill>
            <a:gsLst>
              <a:gs pos="100000">
                <a:schemeClr val="accent2"/>
              </a:gs>
              <a:gs pos="0">
                <a:schemeClr val="accent1"/>
              </a:gs>
            </a:gsLst>
            <a:lin ang="3000000" scaled="0"/>
          </a:gradFill>
          <a:ln>
            <a:noFill/>
          </a:ln>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14" name="Freeform 186">
            <a:extLst>
              <a:ext uri="{FF2B5EF4-FFF2-40B4-BE49-F238E27FC236}">
                <a16:creationId xmlns:a16="http://schemas.microsoft.com/office/drawing/2014/main" id="{94AD8D78-0093-2D0F-8688-30E1E6065BB0}"/>
              </a:ext>
            </a:extLst>
          </p:cNvPr>
          <p:cNvSpPr>
            <a:spLocks noEditPoints="1"/>
          </p:cNvSpPr>
          <p:nvPr/>
        </p:nvSpPr>
        <p:spPr bwMode="auto">
          <a:xfrm>
            <a:off x="10167623" y="3072724"/>
            <a:ext cx="420917" cy="434459"/>
          </a:xfrm>
          <a:custGeom>
            <a:avLst/>
            <a:gdLst>
              <a:gd name="T0" fmla="*/ 451 w 1271"/>
              <a:gd name="T1" fmla="*/ 20 h 1269"/>
              <a:gd name="T2" fmla="*/ 318 w 1271"/>
              <a:gd name="T3" fmla="*/ 81 h 1269"/>
              <a:gd name="T4" fmla="*/ 198 w 1271"/>
              <a:gd name="T5" fmla="*/ 170 h 1269"/>
              <a:gd name="T6" fmla="*/ 99 w 1271"/>
              <a:gd name="T7" fmla="*/ 282 h 1269"/>
              <a:gd name="T8" fmla="*/ 44 w 1271"/>
              <a:gd name="T9" fmla="*/ 377 h 1269"/>
              <a:gd name="T10" fmla="*/ 13 w 1271"/>
              <a:gd name="T11" fmla="*/ 455 h 1269"/>
              <a:gd name="T12" fmla="*/ 0 w 1271"/>
              <a:gd name="T13" fmla="*/ 584 h 1269"/>
              <a:gd name="T14" fmla="*/ 0 w 1271"/>
              <a:gd name="T15" fmla="*/ 687 h 1269"/>
              <a:gd name="T16" fmla="*/ 14 w 1271"/>
              <a:gd name="T17" fmla="*/ 819 h 1269"/>
              <a:gd name="T18" fmla="*/ 49 w 1271"/>
              <a:gd name="T19" fmla="*/ 905 h 1269"/>
              <a:gd name="T20" fmla="*/ 88 w 1271"/>
              <a:gd name="T21" fmla="*/ 976 h 1269"/>
              <a:gd name="T22" fmla="*/ 160 w 1271"/>
              <a:gd name="T23" fmla="*/ 1067 h 1269"/>
              <a:gd name="T24" fmla="*/ 296 w 1271"/>
              <a:gd name="T25" fmla="*/ 1182 h 1269"/>
              <a:gd name="T26" fmla="*/ 370 w 1271"/>
              <a:gd name="T27" fmla="*/ 1224 h 1269"/>
              <a:gd name="T28" fmla="*/ 452 w 1271"/>
              <a:gd name="T29" fmla="*/ 1256 h 1269"/>
              <a:gd name="T30" fmla="*/ 582 w 1271"/>
              <a:gd name="T31" fmla="*/ 1269 h 1269"/>
              <a:gd name="T32" fmla="*/ 685 w 1271"/>
              <a:gd name="T33" fmla="*/ 1269 h 1269"/>
              <a:gd name="T34" fmla="*/ 814 w 1271"/>
              <a:gd name="T35" fmla="*/ 1256 h 1269"/>
              <a:gd name="T36" fmla="*/ 892 w 1271"/>
              <a:gd name="T37" fmla="*/ 1225 h 1269"/>
              <a:gd name="T38" fmla="*/ 1001 w 1271"/>
              <a:gd name="T39" fmla="*/ 1160 h 1269"/>
              <a:gd name="T40" fmla="*/ 1124 w 1271"/>
              <a:gd name="T41" fmla="*/ 1043 h 1269"/>
              <a:gd name="T42" fmla="*/ 1213 w 1271"/>
              <a:gd name="T43" fmla="*/ 900 h 1269"/>
              <a:gd name="T44" fmla="*/ 1264 w 1271"/>
              <a:gd name="T45" fmla="*/ 743 h 1269"/>
              <a:gd name="T46" fmla="*/ 1271 w 1271"/>
              <a:gd name="T47" fmla="*/ 669 h 1269"/>
              <a:gd name="T48" fmla="*/ 1264 w 1271"/>
              <a:gd name="T49" fmla="*/ 540 h 1269"/>
              <a:gd name="T50" fmla="*/ 1230 w 1271"/>
              <a:gd name="T51" fmla="*/ 418 h 1269"/>
              <a:gd name="T52" fmla="*/ 1174 w 1271"/>
              <a:gd name="T53" fmla="*/ 305 h 1269"/>
              <a:gd name="T54" fmla="*/ 1096 w 1271"/>
              <a:gd name="T55" fmla="*/ 205 h 1269"/>
              <a:gd name="T56" fmla="*/ 1001 w 1271"/>
              <a:gd name="T57" fmla="*/ 122 h 1269"/>
              <a:gd name="T58" fmla="*/ 892 w 1271"/>
              <a:gd name="T59" fmla="*/ 58 h 1269"/>
              <a:gd name="T60" fmla="*/ 770 w 1271"/>
              <a:gd name="T61" fmla="*/ 16 h 1269"/>
              <a:gd name="T62" fmla="*/ 672 w 1271"/>
              <a:gd name="T63" fmla="*/ 2 h 1269"/>
              <a:gd name="T64" fmla="*/ 519 w 1271"/>
              <a:gd name="T65" fmla="*/ 5 h 1269"/>
              <a:gd name="T66" fmla="*/ 839 w 1271"/>
              <a:gd name="T67" fmla="*/ 315 h 1269"/>
              <a:gd name="T68" fmla="*/ 893 w 1271"/>
              <a:gd name="T69" fmla="*/ 357 h 1269"/>
              <a:gd name="T70" fmla="*/ 948 w 1271"/>
              <a:gd name="T71" fmla="*/ 421 h 1269"/>
              <a:gd name="T72" fmla="*/ 985 w 1271"/>
              <a:gd name="T73" fmla="*/ 495 h 1269"/>
              <a:gd name="T74" fmla="*/ 1005 w 1271"/>
              <a:gd name="T75" fmla="*/ 605 h 1269"/>
              <a:gd name="T76" fmla="*/ 1001 w 1271"/>
              <a:gd name="T77" fmla="*/ 725 h 1269"/>
              <a:gd name="T78" fmla="*/ 976 w 1271"/>
              <a:gd name="T79" fmla="*/ 806 h 1269"/>
              <a:gd name="T80" fmla="*/ 930 w 1271"/>
              <a:gd name="T81" fmla="*/ 876 h 1269"/>
              <a:gd name="T82" fmla="*/ 882 w 1271"/>
              <a:gd name="T83" fmla="*/ 925 h 1269"/>
              <a:gd name="T84" fmla="*/ 814 w 1271"/>
              <a:gd name="T85" fmla="*/ 974 h 1269"/>
              <a:gd name="T86" fmla="*/ 716 w 1271"/>
              <a:gd name="T87" fmla="*/ 1012 h 1269"/>
              <a:gd name="T88" fmla="*/ 616 w 1271"/>
              <a:gd name="T89" fmla="*/ 1022 h 1269"/>
              <a:gd name="T90" fmla="*/ 518 w 1271"/>
              <a:gd name="T91" fmla="*/ 1006 h 1269"/>
              <a:gd name="T92" fmla="*/ 427 w 1271"/>
              <a:gd name="T93" fmla="*/ 965 h 1269"/>
              <a:gd name="T94" fmla="*/ 349 w 1271"/>
              <a:gd name="T95" fmla="*/ 902 h 1269"/>
              <a:gd name="T96" fmla="*/ 290 w 1271"/>
              <a:gd name="T97" fmla="*/ 819 h 1269"/>
              <a:gd name="T98" fmla="*/ 253 w 1271"/>
              <a:gd name="T99" fmla="*/ 717 h 1269"/>
              <a:gd name="T100" fmla="*/ 246 w 1271"/>
              <a:gd name="T101" fmla="*/ 659 h 1269"/>
              <a:gd name="T102" fmla="*/ 260 w 1271"/>
              <a:gd name="T103" fmla="*/ 541 h 1269"/>
              <a:gd name="T104" fmla="*/ 310 w 1271"/>
              <a:gd name="T105" fmla="*/ 430 h 1269"/>
              <a:gd name="T106" fmla="*/ 390 w 1271"/>
              <a:gd name="T107" fmla="*/ 339 h 1269"/>
              <a:gd name="T108" fmla="*/ 465 w 1271"/>
              <a:gd name="T109" fmla="*/ 290 h 1269"/>
              <a:gd name="T110" fmla="*/ 530 w 1271"/>
              <a:gd name="T111" fmla="*/ 269 h 1269"/>
              <a:gd name="T112" fmla="*/ 630 w 1271"/>
              <a:gd name="T113" fmla="*/ 260 h 1269"/>
              <a:gd name="T114" fmla="*/ 732 w 1271"/>
              <a:gd name="T115" fmla="*/ 272 h 1269"/>
              <a:gd name="T116" fmla="*/ 821 w 1271"/>
              <a:gd name="T117" fmla="*/ 304 h 1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71" h="1269">
                <a:moveTo>
                  <a:pt x="485" y="10"/>
                </a:moveTo>
                <a:lnTo>
                  <a:pt x="451" y="20"/>
                </a:lnTo>
                <a:lnTo>
                  <a:pt x="383" y="46"/>
                </a:lnTo>
                <a:lnTo>
                  <a:pt x="318" y="81"/>
                </a:lnTo>
                <a:lnTo>
                  <a:pt x="256" y="122"/>
                </a:lnTo>
                <a:lnTo>
                  <a:pt x="198" y="170"/>
                </a:lnTo>
                <a:lnTo>
                  <a:pt x="146" y="224"/>
                </a:lnTo>
                <a:lnTo>
                  <a:pt x="99" y="282"/>
                </a:lnTo>
                <a:lnTo>
                  <a:pt x="60" y="344"/>
                </a:lnTo>
                <a:lnTo>
                  <a:pt x="44" y="377"/>
                </a:lnTo>
                <a:lnTo>
                  <a:pt x="30" y="406"/>
                </a:lnTo>
                <a:lnTo>
                  <a:pt x="13" y="455"/>
                </a:lnTo>
                <a:lnTo>
                  <a:pt x="4" y="510"/>
                </a:lnTo>
                <a:lnTo>
                  <a:pt x="0" y="584"/>
                </a:lnTo>
                <a:lnTo>
                  <a:pt x="0" y="635"/>
                </a:lnTo>
                <a:lnTo>
                  <a:pt x="0" y="687"/>
                </a:lnTo>
                <a:lnTo>
                  <a:pt x="4" y="763"/>
                </a:lnTo>
                <a:lnTo>
                  <a:pt x="14" y="819"/>
                </a:lnTo>
                <a:lnTo>
                  <a:pt x="34" y="873"/>
                </a:lnTo>
                <a:lnTo>
                  <a:pt x="49" y="905"/>
                </a:lnTo>
                <a:lnTo>
                  <a:pt x="60" y="929"/>
                </a:lnTo>
                <a:lnTo>
                  <a:pt x="88" y="976"/>
                </a:lnTo>
                <a:lnTo>
                  <a:pt x="122" y="1023"/>
                </a:lnTo>
                <a:lnTo>
                  <a:pt x="160" y="1067"/>
                </a:lnTo>
                <a:lnTo>
                  <a:pt x="225" y="1129"/>
                </a:lnTo>
                <a:lnTo>
                  <a:pt x="296" y="1182"/>
                </a:lnTo>
                <a:lnTo>
                  <a:pt x="345" y="1211"/>
                </a:lnTo>
                <a:lnTo>
                  <a:pt x="370" y="1224"/>
                </a:lnTo>
                <a:lnTo>
                  <a:pt x="401" y="1238"/>
                </a:lnTo>
                <a:lnTo>
                  <a:pt x="452" y="1256"/>
                </a:lnTo>
                <a:lnTo>
                  <a:pt x="507" y="1265"/>
                </a:lnTo>
                <a:lnTo>
                  <a:pt x="582" y="1269"/>
                </a:lnTo>
                <a:lnTo>
                  <a:pt x="634" y="1269"/>
                </a:lnTo>
                <a:lnTo>
                  <a:pt x="685" y="1269"/>
                </a:lnTo>
                <a:lnTo>
                  <a:pt x="759" y="1265"/>
                </a:lnTo>
                <a:lnTo>
                  <a:pt x="814" y="1256"/>
                </a:lnTo>
                <a:lnTo>
                  <a:pt x="863" y="1239"/>
                </a:lnTo>
                <a:lnTo>
                  <a:pt x="892" y="1225"/>
                </a:lnTo>
                <a:lnTo>
                  <a:pt x="930" y="1206"/>
                </a:lnTo>
                <a:lnTo>
                  <a:pt x="1001" y="1160"/>
                </a:lnTo>
                <a:lnTo>
                  <a:pt x="1066" y="1105"/>
                </a:lnTo>
                <a:lnTo>
                  <a:pt x="1124" y="1043"/>
                </a:lnTo>
                <a:lnTo>
                  <a:pt x="1173" y="974"/>
                </a:lnTo>
                <a:lnTo>
                  <a:pt x="1213" y="900"/>
                </a:lnTo>
                <a:lnTo>
                  <a:pt x="1244" y="823"/>
                </a:lnTo>
                <a:lnTo>
                  <a:pt x="1264" y="743"/>
                </a:lnTo>
                <a:lnTo>
                  <a:pt x="1269" y="702"/>
                </a:lnTo>
                <a:lnTo>
                  <a:pt x="1271" y="669"/>
                </a:lnTo>
                <a:lnTo>
                  <a:pt x="1271" y="604"/>
                </a:lnTo>
                <a:lnTo>
                  <a:pt x="1264" y="540"/>
                </a:lnTo>
                <a:lnTo>
                  <a:pt x="1250" y="478"/>
                </a:lnTo>
                <a:lnTo>
                  <a:pt x="1230" y="418"/>
                </a:lnTo>
                <a:lnTo>
                  <a:pt x="1205" y="360"/>
                </a:lnTo>
                <a:lnTo>
                  <a:pt x="1174" y="305"/>
                </a:lnTo>
                <a:lnTo>
                  <a:pt x="1137" y="253"/>
                </a:lnTo>
                <a:lnTo>
                  <a:pt x="1096" y="205"/>
                </a:lnTo>
                <a:lnTo>
                  <a:pt x="1051" y="161"/>
                </a:lnTo>
                <a:lnTo>
                  <a:pt x="1001" y="122"/>
                </a:lnTo>
                <a:lnTo>
                  <a:pt x="948" y="87"/>
                </a:lnTo>
                <a:lnTo>
                  <a:pt x="892" y="58"/>
                </a:lnTo>
                <a:lnTo>
                  <a:pt x="832" y="34"/>
                </a:lnTo>
                <a:lnTo>
                  <a:pt x="770" y="16"/>
                </a:lnTo>
                <a:lnTo>
                  <a:pt x="705" y="5"/>
                </a:lnTo>
                <a:lnTo>
                  <a:pt x="672" y="2"/>
                </a:lnTo>
                <a:lnTo>
                  <a:pt x="620" y="0"/>
                </a:lnTo>
                <a:lnTo>
                  <a:pt x="519" y="5"/>
                </a:lnTo>
                <a:lnTo>
                  <a:pt x="485" y="10"/>
                </a:lnTo>
                <a:close/>
                <a:moveTo>
                  <a:pt x="839" y="315"/>
                </a:moveTo>
                <a:lnTo>
                  <a:pt x="858" y="329"/>
                </a:lnTo>
                <a:lnTo>
                  <a:pt x="893" y="357"/>
                </a:lnTo>
                <a:lnTo>
                  <a:pt x="923" y="388"/>
                </a:lnTo>
                <a:lnTo>
                  <a:pt x="948" y="421"/>
                </a:lnTo>
                <a:lnTo>
                  <a:pt x="969" y="457"/>
                </a:lnTo>
                <a:lnTo>
                  <a:pt x="985" y="495"/>
                </a:lnTo>
                <a:lnTo>
                  <a:pt x="1001" y="558"/>
                </a:lnTo>
                <a:lnTo>
                  <a:pt x="1005" y="605"/>
                </a:lnTo>
                <a:lnTo>
                  <a:pt x="1008" y="657"/>
                </a:lnTo>
                <a:lnTo>
                  <a:pt x="1001" y="725"/>
                </a:lnTo>
                <a:lnTo>
                  <a:pt x="991" y="767"/>
                </a:lnTo>
                <a:lnTo>
                  <a:pt x="976" y="806"/>
                </a:lnTo>
                <a:lnTo>
                  <a:pt x="956" y="842"/>
                </a:lnTo>
                <a:lnTo>
                  <a:pt x="930" y="876"/>
                </a:lnTo>
                <a:lnTo>
                  <a:pt x="900" y="909"/>
                </a:lnTo>
                <a:lnTo>
                  <a:pt x="882" y="925"/>
                </a:lnTo>
                <a:lnTo>
                  <a:pt x="860" y="944"/>
                </a:lnTo>
                <a:lnTo>
                  <a:pt x="814" y="974"/>
                </a:lnTo>
                <a:lnTo>
                  <a:pt x="766" y="997"/>
                </a:lnTo>
                <a:lnTo>
                  <a:pt x="716" y="1012"/>
                </a:lnTo>
                <a:lnTo>
                  <a:pt x="666" y="1021"/>
                </a:lnTo>
                <a:lnTo>
                  <a:pt x="616" y="1022"/>
                </a:lnTo>
                <a:lnTo>
                  <a:pt x="566" y="1017"/>
                </a:lnTo>
                <a:lnTo>
                  <a:pt x="518" y="1006"/>
                </a:lnTo>
                <a:lnTo>
                  <a:pt x="471" y="988"/>
                </a:lnTo>
                <a:lnTo>
                  <a:pt x="427" y="965"/>
                </a:lnTo>
                <a:lnTo>
                  <a:pt x="386" y="936"/>
                </a:lnTo>
                <a:lnTo>
                  <a:pt x="349" y="902"/>
                </a:lnTo>
                <a:lnTo>
                  <a:pt x="317" y="863"/>
                </a:lnTo>
                <a:lnTo>
                  <a:pt x="290" y="819"/>
                </a:lnTo>
                <a:lnTo>
                  <a:pt x="268" y="770"/>
                </a:lnTo>
                <a:lnTo>
                  <a:pt x="253" y="717"/>
                </a:lnTo>
                <a:lnTo>
                  <a:pt x="249" y="689"/>
                </a:lnTo>
                <a:lnTo>
                  <a:pt x="246" y="659"/>
                </a:lnTo>
                <a:lnTo>
                  <a:pt x="248" y="600"/>
                </a:lnTo>
                <a:lnTo>
                  <a:pt x="260" y="541"/>
                </a:lnTo>
                <a:lnTo>
                  <a:pt x="281" y="484"/>
                </a:lnTo>
                <a:lnTo>
                  <a:pt x="310" y="430"/>
                </a:lnTo>
                <a:lnTo>
                  <a:pt x="347" y="381"/>
                </a:lnTo>
                <a:lnTo>
                  <a:pt x="390" y="339"/>
                </a:lnTo>
                <a:lnTo>
                  <a:pt x="439" y="304"/>
                </a:lnTo>
                <a:lnTo>
                  <a:pt x="465" y="290"/>
                </a:lnTo>
                <a:lnTo>
                  <a:pt x="485" y="282"/>
                </a:lnTo>
                <a:lnTo>
                  <a:pt x="530" y="269"/>
                </a:lnTo>
                <a:lnTo>
                  <a:pt x="579" y="262"/>
                </a:lnTo>
                <a:lnTo>
                  <a:pt x="630" y="260"/>
                </a:lnTo>
                <a:lnTo>
                  <a:pt x="682" y="264"/>
                </a:lnTo>
                <a:lnTo>
                  <a:pt x="732" y="272"/>
                </a:lnTo>
                <a:lnTo>
                  <a:pt x="779" y="286"/>
                </a:lnTo>
                <a:lnTo>
                  <a:pt x="821" y="304"/>
                </a:lnTo>
                <a:lnTo>
                  <a:pt x="839" y="315"/>
                </a:lnTo>
                <a:close/>
              </a:path>
            </a:pathLst>
          </a:custGeom>
          <a:gradFill>
            <a:gsLst>
              <a:gs pos="100000">
                <a:schemeClr val="accent2"/>
              </a:gs>
              <a:gs pos="0">
                <a:schemeClr val="accent1"/>
              </a:gs>
            </a:gsLst>
            <a:lin ang="3000000" scaled="0"/>
          </a:gradFill>
          <a:ln>
            <a:noFill/>
          </a:ln>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15" name="Freeform 187">
            <a:extLst>
              <a:ext uri="{FF2B5EF4-FFF2-40B4-BE49-F238E27FC236}">
                <a16:creationId xmlns:a16="http://schemas.microsoft.com/office/drawing/2014/main" id="{9B61DA41-1211-4DED-DF23-4BF554E3EB97}"/>
              </a:ext>
            </a:extLst>
          </p:cNvPr>
          <p:cNvSpPr>
            <a:spLocks/>
          </p:cNvSpPr>
          <p:nvPr/>
        </p:nvSpPr>
        <p:spPr bwMode="auto">
          <a:xfrm>
            <a:off x="9342547" y="3094936"/>
            <a:ext cx="387082" cy="399423"/>
          </a:xfrm>
          <a:custGeom>
            <a:avLst/>
            <a:gdLst>
              <a:gd name="T0" fmla="*/ 29 w 1168"/>
              <a:gd name="T1" fmla="*/ 57 h 1168"/>
              <a:gd name="T2" fmla="*/ 0 w 1168"/>
              <a:gd name="T3" fmla="*/ 109 h 1168"/>
              <a:gd name="T4" fmla="*/ 20 w 1168"/>
              <a:gd name="T5" fmla="*/ 173 h 1168"/>
              <a:gd name="T6" fmla="*/ 125 w 1168"/>
              <a:gd name="T7" fmla="*/ 298 h 1168"/>
              <a:gd name="T8" fmla="*/ 400 w 1168"/>
              <a:gd name="T9" fmla="*/ 576 h 1168"/>
              <a:gd name="T10" fmla="*/ 138 w 1168"/>
              <a:gd name="T11" fmla="*/ 841 h 1168"/>
              <a:gd name="T12" fmla="*/ 16 w 1168"/>
              <a:gd name="T13" fmla="*/ 981 h 1168"/>
              <a:gd name="T14" fmla="*/ 1 w 1168"/>
              <a:gd name="T15" fmla="*/ 1040 h 1168"/>
              <a:gd name="T16" fmla="*/ 6 w 1168"/>
              <a:gd name="T17" fmla="*/ 1083 h 1168"/>
              <a:gd name="T18" fmla="*/ 33 w 1168"/>
              <a:gd name="T19" fmla="*/ 1124 h 1168"/>
              <a:gd name="T20" fmla="*/ 60 w 1168"/>
              <a:gd name="T21" fmla="*/ 1145 h 1168"/>
              <a:gd name="T22" fmla="*/ 114 w 1168"/>
              <a:gd name="T23" fmla="*/ 1168 h 1168"/>
              <a:gd name="T24" fmla="*/ 177 w 1168"/>
              <a:gd name="T25" fmla="*/ 1146 h 1168"/>
              <a:gd name="T26" fmla="*/ 302 w 1168"/>
              <a:gd name="T27" fmla="*/ 1041 h 1168"/>
              <a:gd name="T28" fmla="*/ 585 w 1168"/>
              <a:gd name="T29" fmla="*/ 761 h 1168"/>
              <a:gd name="T30" fmla="*/ 847 w 1168"/>
              <a:gd name="T31" fmla="*/ 1021 h 1168"/>
              <a:gd name="T32" fmla="*/ 990 w 1168"/>
              <a:gd name="T33" fmla="*/ 1147 h 1168"/>
              <a:gd name="T34" fmla="*/ 1041 w 1168"/>
              <a:gd name="T35" fmla="*/ 1168 h 1168"/>
              <a:gd name="T36" fmla="*/ 1077 w 1168"/>
              <a:gd name="T37" fmla="*/ 1161 h 1168"/>
              <a:gd name="T38" fmla="*/ 1145 w 1168"/>
              <a:gd name="T39" fmla="*/ 1105 h 1168"/>
              <a:gd name="T40" fmla="*/ 1168 w 1168"/>
              <a:gd name="T41" fmla="*/ 1046 h 1168"/>
              <a:gd name="T42" fmla="*/ 1167 w 1168"/>
              <a:gd name="T43" fmla="*/ 1016 h 1168"/>
              <a:gd name="T44" fmla="*/ 1108 w 1168"/>
              <a:gd name="T45" fmla="*/ 924 h 1168"/>
              <a:gd name="T46" fmla="*/ 968 w 1168"/>
              <a:gd name="T47" fmla="*/ 778 h 1168"/>
              <a:gd name="T48" fmla="*/ 958 w 1168"/>
              <a:gd name="T49" fmla="*/ 385 h 1168"/>
              <a:gd name="T50" fmla="*/ 1122 w 1168"/>
              <a:gd name="T51" fmla="*/ 210 h 1168"/>
              <a:gd name="T52" fmla="*/ 1160 w 1168"/>
              <a:gd name="T53" fmla="*/ 156 h 1168"/>
              <a:gd name="T54" fmla="*/ 1154 w 1168"/>
              <a:gd name="T55" fmla="*/ 95 h 1168"/>
              <a:gd name="T56" fmla="*/ 1107 w 1168"/>
              <a:gd name="T57" fmla="*/ 19 h 1168"/>
              <a:gd name="T58" fmla="*/ 1078 w 1168"/>
              <a:gd name="T59" fmla="*/ 6 h 1168"/>
              <a:gd name="T60" fmla="*/ 1026 w 1168"/>
              <a:gd name="T61" fmla="*/ 1 h 1168"/>
              <a:gd name="T62" fmla="*/ 948 w 1168"/>
              <a:gd name="T63" fmla="*/ 41 h 1168"/>
              <a:gd name="T64" fmla="*/ 783 w 1168"/>
              <a:gd name="T65" fmla="*/ 196 h 1168"/>
              <a:gd name="T66" fmla="*/ 386 w 1168"/>
              <a:gd name="T67" fmla="*/ 196 h 1168"/>
              <a:gd name="T68" fmla="*/ 243 w 1168"/>
              <a:gd name="T69" fmla="*/ 61 h 1168"/>
              <a:gd name="T70" fmla="*/ 151 w 1168"/>
              <a:gd name="T71" fmla="*/ 2 h 1168"/>
              <a:gd name="T72" fmla="*/ 122 w 1168"/>
              <a:gd name="T73" fmla="*/ 2 h 1168"/>
              <a:gd name="T74" fmla="*/ 74 w 1168"/>
              <a:gd name="T75" fmla="*/ 18 h 1168"/>
              <a:gd name="T76" fmla="*/ 43 w 1168"/>
              <a:gd name="T77" fmla="*/ 43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168" h="1168">
                <a:moveTo>
                  <a:pt x="43" y="43"/>
                </a:moveTo>
                <a:lnTo>
                  <a:pt x="29" y="57"/>
                </a:lnTo>
                <a:lnTo>
                  <a:pt x="9" y="83"/>
                </a:lnTo>
                <a:lnTo>
                  <a:pt x="0" y="109"/>
                </a:lnTo>
                <a:lnTo>
                  <a:pt x="3" y="138"/>
                </a:lnTo>
                <a:lnTo>
                  <a:pt x="20" y="173"/>
                </a:lnTo>
                <a:lnTo>
                  <a:pt x="51" y="215"/>
                </a:lnTo>
                <a:lnTo>
                  <a:pt x="125" y="298"/>
                </a:lnTo>
                <a:lnTo>
                  <a:pt x="201" y="375"/>
                </a:lnTo>
                <a:lnTo>
                  <a:pt x="400" y="576"/>
                </a:lnTo>
                <a:lnTo>
                  <a:pt x="201" y="778"/>
                </a:lnTo>
                <a:lnTo>
                  <a:pt x="138" y="841"/>
                </a:lnTo>
                <a:lnTo>
                  <a:pt x="57" y="927"/>
                </a:lnTo>
                <a:lnTo>
                  <a:pt x="16" y="981"/>
                </a:lnTo>
                <a:lnTo>
                  <a:pt x="2" y="1020"/>
                </a:lnTo>
                <a:lnTo>
                  <a:pt x="1" y="1040"/>
                </a:lnTo>
                <a:lnTo>
                  <a:pt x="2" y="1056"/>
                </a:lnTo>
                <a:lnTo>
                  <a:pt x="6" y="1083"/>
                </a:lnTo>
                <a:lnTo>
                  <a:pt x="17" y="1104"/>
                </a:lnTo>
                <a:lnTo>
                  <a:pt x="33" y="1124"/>
                </a:lnTo>
                <a:lnTo>
                  <a:pt x="45" y="1133"/>
                </a:lnTo>
                <a:lnTo>
                  <a:pt x="60" y="1145"/>
                </a:lnTo>
                <a:lnTo>
                  <a:pt x="87" y="1161"/>
                </a:lnTo>
                <a:lnTo>
                  <a:pt x="114" y="1168"/>
                </a:lnTo>
                <a:lnTo>
                  <a:pt x="143" y="1163"/>
                </a:lnTo>
                <a:lnTo>
                  <a:pt x="177" y="1146"/>
                </a:lnTo>
                <a:lnTo>
                  <a:pt x="219" y="1115"/>
                </a:lnTo>
                <a:lnTo>
                  <a:pt x="302" y="1041"/>
                </a:lnTo>
                <a:lnTo>
                  <a:pt x="380" y="965"/>
                </a:lnTo>
                <a:lnTo>
                  <a:pt x="585" y="761"/>
                </a:lnTo>
                <a:lnTo>
                  <a:pt x="790" y="965"/>
                </a:lnTo>
                <a:lnTo>
                  <a:pt x="847" y="1021"/>
                </a:lnTo>
                <a:lnTo>
                  <a:pt x="932" y="1101"/>
                </a:lnTo>
                <a:lnTo>
                  <a:pt x="990" y="1147"/>
                </a:lnTo>
                <a:lnTo>
                  <a:pt x="1028" y="1167"/>
                </a:lnTo>
                <a:lnTo>
                  <a:pt x="1041" y="1168"/>
                </a:lnTo>
                <a:lnTo>
                  <a:pt x="1053" y="1167"/>
                </a:lnTo>
                <a:lnTo>
                  <a:pt x="1077" y="1161"/>
                </a:lnTo>
                <a:lnTo>
                  <a:pt x="1110" y="1144"/>
                </a:lnTo>
                <a:lnTo>
                  <a:pt x="1145" y="1105"/>
                </a:lnTo>
                <a:lnTo>
                  <a:pt x="1162" y="1070"/>
                </a:lnTo>
                <a:lnTo>
                  <a:pt x="1168" y="1046"/>
                </a:lnTo>
                <a:lnTo>
                  <a:pt x="1168" y="1033"/>
                </a:lnTo>
                <a:lnTo>
                  <a:pt x="1167" y="1016"/>
                </a:lnTo>
                <a:lnTo>
                  <a:pt x="1151" y="978"/>
                </a:lnTo>
                <a:lnTo>
                  <a:pt x="1108" y="924"/>
                </a:lnTo>
                <a:lnTo>
                  <a:pt x="1028" y="839"/>
                </a:lnTo>
                <a:lnTo>
                  <a:pt x="968" y="778"/>
                </a:lnTo>
                <a:lnTo>
                  <a:pt x="768" y="575"/>
                </a:lnTo>
                <a:lnTo>
                  <a:pt x="958" y="385"/>
                </a:lnTo>
                <a:lnTo>
                  <a:pt x="1035" y="307"/>
                </a:lnTo>
                <a:lnTo>
                  <a:pt x="1122" y="210"/>
                </a:lnTo>
                <a:lnTo>
                  <a:pt x="1155" y="167"/>
                </a:lnTo>
                <a:lnTo>
                  <a:pt x="1160" y="156"/>
                </a:lnTo>
                <a:lnTo>
                  <a:pt x="1162" y="138"/>
                </a:lnTo>
                <a:lnTo>
                  <a:pt x="1154" y="95"/>
                </a:lnTo>
                <a:lnTo>
                  <a:pt x="1134" y="51"/>
                </a:lnTo>
                <a:lnTo>
                  <a:pt x="1107" y="19"/>
                </a:lnTo>
                <a:lnTo>
                  <a:pt x="1093" y="11"/>
                </a:lnTo>
                <a:lnTo>
                  <a:pt x="1078" y="6"/>
                </a:lnTo>
                <a:lnTo>
                  <a:pt x="1052" y="0"/>
                </a:lnTo>
                <a:lnTo>
                  <a:pt x="1026" y="1"/>
                </a:lnTo>
                <a:lnTo>
                  <a:pt x="998" y="10"/>
                </a:lnTo>
                <a:lnTo>
                  <a:pt x="948" y="41"/>
                </a:lnTo>
                <a:lnTo>
                  <a:pt x="852" y="128"/>
                </a:lnTo>
                <a:lnTo>
                  <a:pt x="783" y="196"/>
                </a:lnTo>
                <a:lnTo>
                  <a:pt x="585" y="391"/>
                </a:lnTo>
                <a:lnTo>
                  <a:pt x="386" y="196"/>
                </a:lnTo>
                <a:lnTo>
                  <a:pt x="327" y="139"/>
                </a:lnTo>
                <a:lnTo>
                  <a:pt x="243" y="61"/>
                </a:lnTo>
                <a:lnTo>
                  <a:pt x="189" y="18"/>
                </a:lnTo>
                <a:lnTo>
                  <a:pt x="151" y="2"/>
                </a:lnTo>
                <a:lnTo>
                  <a:pt x="135" y="1"/>
                </a:lnTo>
                <a:lnTo>
                  <a:pt x="122" y="2"/>
                </a:lnTo>
                <a:lnTo>
                  <a:pt x="98" y="7"/>
                </a:lnTo>
                <a:lnTo>
                  <a:pt x="74" y="18"/>
                </a:lnTo>
                <a:lnTo>
                  <a:pt x="53" y="33"/>
                </a:lnTo>
                <a:lnTo>
                  <a:pt x="43" y="43"/>
                </a:lnTo>
                <a:close/>
              </a:path>
            </a:pathLst>
          </a:custGeom>
          <a:gradFill>
            <a:gsLst>
              <a:gs pos="100000">
                <a:schemeClr val="accent2"/>
              </a:gs>
              <a:gs pos="0">
                <a:schemeClr val="accent1"/>
              </a:gs>
            </a:gsLst>
            <a:lin ang="3000000" scaled="0"/>
          </a:gradFill>
          <a:ln>
            <a:noFill/>
          </a:ln>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16" name="Freeform 191">
            <a:extLst>
              <a:ext uri="{FF2B5EF4-FFF2-40B4-BE49-F238E27FC236}">
                <a16:creationId xmlns:a16="http://schemas.microsoft.com/office/drawing/2014/main" id="{E9471ECF-F18F-1CEB-79FF-1CC7ED4759A4}"/>
              </a:ext>
            </a:extLst>
          </p:cNvPr>
          <p:cNvSpPr>
            <a:spLocks noEditPoints="1"/>
          </p:cNvSpPr>
          <p:nvPr/>
        </p:nvSpPr>
        <p:spPr bwMode="auto">
          <a:xfrm>
            <a:off x="9744731" y="3492095"/>
            <a:ext cx="422271" cy="435861"/>
          </a:xfrm>
          <a:custGeom>
            <a:avLst/>
            <a:gdLst>
              <a:gd name="T0" fmla="*/ 440 w 1279"/>
              <a:gd name="T1" fmla="*/ 35 h 1272"/>
              <a:gd name="T2" fmla="*/ 256 w 1279"/>
              <a:gd name="T3" fmla="*/ 130 h 1272"/>
              <a:gd name="T4" fmla="*/ 120 w 1279"/>
              <a:gd name="T5" fmla="*/ 269 h 1272"/>
              <a:gd name="T6" fmla="*/ 34 w 1279"/>
              <a:gd name="T7" fmla="*/ 438 h 1272"/>
              <a:gd name="T8" fmla="*/ 0 w 1279"/>
              <a:gd name="T9" fmla="*/ 623 h 1272"/>
              <a:gd name="T10" fmla="*/ 20 w 1279"/>
              <a:gd name="T11" fmla="*/ 810 h 1272"/>
              <a:gd name="T12" fmla="*/ 94 w 1279"/>
              <a:gd name="T13" fmla="*/ 986 h 1272"/>
              <a:gd name="T14" fmla="*/ 225 w 1279"/>
              <a:gd name="T15" fmla="*/ 1136 h 1272"/>
              <a:gd name="T16" fmla="*/ 361 w 1279"/>
              <a:gd name="T17" fmla="*/ 1224 h 1272"/>
              <a:gd name="T18" fmla="*/ 446 w 1279"/>
              <a:gd name="T19" fmla="*/ 1258 h 1272"/>
              <a:gd name="T20" fmla="*/ 580 w 1279"/>
              <a:gd name="T21" fmla="*/ 1272 h 1272"/>
              <a:gd name="T22" fmla="*/ 690 w 1279"/>
              <a:gd name="T23" fmla="*/ 1272 h 1272"/>
              <a:gd name="T24" fmla="*/ 825 w 1279"/>
              <a:gd name="T25" fmla="*/ 1259 h 1272"/>
              <a:gd name="T26" fmla="*/ 906 w 1279"/>
              <a:gd name="T27" fmla="*/ 1227 h 1272"/>
              <a:gd name="T28" fmla="*/ 976 w 1279"/>
              <a:gd name="T29" fmla="*/ 1189 h 1272"/>
              <a:gd name="T30" fmla="*/ 1115 w 1279"/>
              <a:gd name="T31" fmla="*/ 1068 h 1272"/>
              <a:gd name="T32" fmla="*/ 1227 w 1279"/>
              <a:gd name="T33" fmla="*/ 889 h 1272"/>
              <a:gd name="T34" fmla="*/ 1278 w 1279"/>
              <a:gd name="T35" fmla="*/ 688 h 1272"/>
              <a:gd name="T36" fmla="*/ 1274 w 1279"/>
              <a:gd name="T37" fmla="*/ 560 h 1272"/>
              <a:gd name="T38" fmla="*/ 1258 w 1279"/>
              <a:gd name="T39" fmla="*/ 486 h 1272"/>
              <a:gd name="T40" fmla="*/ 1177 w 1279"/>
              <a:gd name="T41" fmla="*/ 306 h 1272"/>
              <a:gd name="T42" fmla="*/ 1051 w 1279"/>
              <a:gd name="T43" fmla="*/ 159 h 1272"/>
              <a:gd name="T44" fmla="*/ 889 w 1279"/>
              <a:gd name="T45" fmla="*/ 56 h 1272"/>
              <a:gd name="T46" fmla="*/ 749 w 1279"/>
              <a:gd name="T47" fmla="*/ 14 h 1272"/>
              <a:gd name="T48" fmla="*/ 650 w 1279"/>
              <a:gd name="T49" fmla="*/ 0 h 1272"/>
              <a:gd name="T50" fmla="*/ 532 w 1279"/>
              <a:gd name="T51" fmla="*/ 11 h 1272"/>
              <a:gd name="T52" fmla="*/ 794 w 1279"/>
              <a:gd name="T53" fmla="*/ 295 h 1272"/>
              <a:gd name="T54" fmla="*/ 867 w 1279"/>
              <a:gd name="T55" fmla="*/ 338 h 1272"/>
              <a:gd name="T56" fmla="*/ 944 w 1279"/>
              <a:gd name="T57" fmla="*/ 414 h 1272"/>
              <a:gd name="T58" fmla="*/ 996 w 1279"/>
              <a:gd name="T59" fmla="*/ 509 h 1272"/>
              <a:gd name="T60" fmla="*/ 1019 w 1279"/>
              <a:gd name="T61" fmla="*/ 618 h 1272"/>
              <a:gd name="T62" fmla="*/ 1018 w 1279"/>
              <a:gd name="T63" fmla="*/ 687 h 1272"/>
              <a:gd name="T64" fmla="*/ 973 w 1279"/>
              <a:gd name="T65" fmla="*/ 832 h 1272"/>
              <a:gd name="T66" fmla="*/ 878 w 1279"/>
              <a:gd name="T67" fmla="*/ 944 h 1272"/>
              <a:gd name="T68" fmla="*/ 744 w 1279"/>
              <a:gd name="T69" fmla="*/ 1014 h 1272"/>
              <a:gd name="T70" fmla="*/ 626 w 1279"/>
              <a:gd name="T71" fmla="*/ 1030 h 1272"/>
              <a:gd name="T72" fmla="*/ 572 w 1279"/>
              <a:gd name="T73" fmla="*/ 1024 h 1272"/>
              <a:gd name="T74" fmla="*/ 434 w 1279"/>
              <a:gd name="T75" fmla="*/ 967 h 1272"/>
              <a:gd name="T76" fmla="*/ 341 w 1279"/>
              <a:gd name="T77" fmla="*/ 890 h 1272"/>
              <a:gd name="T78" fmla="*/ 302 w 1279"/>
              <a:gd name="T79" fmla="*/ 834 h 1272"/>
              <a:gd name="T80" fmla="*/ 269 w 1279"/>
              <a:gd name="T81" fmla="*/ 752 h 1272"/>
              <a:gd name="T82" fmla="*/ 255 w 1279"/>
              <a:gd name="T83" fmla="*/ 666 h 1272"/>
              <a:gd name="T84" fmla="*/ 276 w 1279"/>
              <a:gd name="T85" fmla="*/ 518 h 1272"/>
              <a:gd name="T86" fmla="*/ 325 w 1279"/>
              <a:gd name="T87" fmla="*/ 422 h 1272"/>
              <a:gd name="T88" fmla="*/ 383 w 1279"/>
              <a:gd name="T89" fmla="*/ 357 h 1272"/>
              <a:gd name="T90" fmla="*/ 457 w 1279"/>
              <a:gd name="T91" fmla="*/ 305 h 1272"/>
              <a:gd name="T92" fmla="*/ 494 w 1279"/>
              <a:gd name="T93" fmla="*/ 288 h 1272"/>
              <a:gd name="T94" fmla="*/ 593 w 1279"/>
              <a:gd name="T95" fmla="*/ 267 h 1272"/>
              <a:gd name="T96" fmla="*/ 740 w 1279"/>
              <a:gd name="T97" fmla="*/ 277 h 1272"/>
              <a:gd name="T98" fmla="*/ 794 w 1279"/>
              <a:gd name="T99" fmla="*/ 295 h 1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9" h="1272">
                <a:moveTo>
                  <a:pt x="494" y="20"/>
                </a:moveTo>
                <a:lnTo>
                  <a:pt x="440" y="35"/>
                </a:lnTo>
                <a:lnTo>
                  <a:pt x="342" y="76"/>
                </a:lnTo>
                <a:lnTo>
                  <a:pt x="256" y="130"/>
                </a:lnTo>
                <a:lnTo>
                  <a:pt x="182" y="195"/>
                </a:lnTo>
                <a:lnTo>
                  <a:pt x="120" y="269"/>
                </a:lnTo>
                <a:lnTo>
                  <a:pt x="71" y="351"/>
                </a:lnTo>
                <a:lnTo>
                  <a:pt x="34" y="438"/>
                </a:lnTo>
                <a:lnTo>
                  <a:pt x="11" y="529"/>
                </a:lnTo>
                <a:lnTo>
                  <a:pt x="0" y="623"/>
                </a:lnTo>
                <a:lnTo>
                  <a:pt x="3" y="717"/>
                </a:lnTo>
                <a:lnTo>
                  <a:pt x="20" y="810"/>
                </a:lnTo>
                <a:lnTo>
                  <a:pt x="50" y="900"/>
                </a:lnTo>
                <a:lnTo>
                  <a:pt x="94" y="986"/>
                </a:lnTo>
                <a:lnTo>
                  <a:pt x="152" y="1065"/>
                </a:lnTo>
                <a:lnTo>
                  <a:pt x="225" y="1136"/>
                </a:lnTo>
                <a:lnTo>
                  <a:pt x="311" y="1198"/>
                </a:lnTo>
                <a:lnTo>
                  <a:pt x="361" y="1224"/>
                </a:lnTo>
                <a:lnTo>
                  <a:pt x="393" y="1239"/>
                </a:lnTo>
                <a:lnTo>
                  <a:pt x="446" y="1258"/>
                </a:lnTo>
                <a:lnTo>
                  <a:pt x="502" y="1268"/>
                </a:lnTo>
                <a:lnTo>
                  <a:pt x="580" y="1272"/>
                </a:lnTo>
                <a:lnTo>
                  <a:pt x="636" y="1272"/>
                </a:lnTo>
                <a:lnTo>
                  <a:pt x="690" y="1272"/>
                </a:lnTo>
                <a:lnTo>
                  <a:pt x="768" y="1269"/>
                </a:lnTo>
                <a:lnTo>
                  <a:pt x="825" y="1259"/>
                </a:lnTo>
                <a:lnTo>
                  <a:pt x="876" y="1241"/>
                </a:lnTo>
                <a:lnTo>
                  <a:pt x="906" y="1227"/>
                </a:lnTo>
                <a:lnTo>
                  <a:pt x="930" y="1215"/>
                </a:lnTo>
                <a:lnTo>
                  <a:pt x="976" y="1189"/>
                </a:lnTo>
                <a:lnTo>
                  <a:pt x="1040" y="1142"/>
                </a:lnTo>
                <a:lnTo>
                  <a:pt x="1115" y="1068"/>
                </a:lnTo>
                <a:lnTo>
                  <a:pt x="1178" y="982"/>
                </a:lnTo>
                <a:lnTo>
                  <a:pt x="1227" y="889"/>
                </a:lnTo>
                <a:lnTo>
                  <a:pt x="1261" y="790"/>
                </a:lnTo>
                <a:lnTo>
                  <a:pt x="1278" y="688"/>
                </a:lnTo>
                <a:lnTo>
                  <a:pt x="1279" y="611"/>
                </a:lnTo>
                <a:lnTo>
                  <a:pt x="1274" y="560"/>
                </a:lnTo>
                <a:lnTo>
                  <a:pt x="1269" y="535"/>
                </a:lnTo>
                <a:lnTo>
                  <a:pt x="1258" y="486"/>
                </a:lnTo>
                <a:lnTo>
                  <a:pt x="1224" y="392"/>
                </a:lnTo>
                <a:lnTo>
                  <a:pt x="1177" y="306"/>
                </a:lnTo>
                <a:lnTo>
                  <a:pt x="1119" y="228"/>
                </a:lnTo>
                <a:lnTo>
                  <a:pt x="1051" y="159"/>
                </a:lnTo>
                <a:lnTo>
                  <a:pt x="974" y="102"/>
                </a:lnTo>
                <a:lnTo>
                  <a:pt x="889" y="56"/>
                </a:lnTo>
                <a:lnTo>
                  <a:pt x="798" y="24"/>
                </a:lnTo>
                <a:lnTo>
                  <a:pt x="749" y="14"/>
                </a:lnTo>
                <a:lnTo>
                  <a:pt x="712" y="7"/>
                </a:lnTo>
                <a:lnTo>
                  <a:pt x="650" y="0"/>
                </a:lnTo>
                <a:lnTo>
                  <a:pt x="594" y="1"/>
                </a:lnTo>
                <a:lnTo>
                  <a:pt x="532" y="11"/>
                </a:lnTo>
                <a:lnTo>
                  <a:pt x="494" y="20"/>
                </a:lnTo>
                <a:close/>
                <a:moveTo>
                  <a:pt x="794" y="295"/>
                </a:moveTo>
                <a:lnTo>
                  <a:pt x="820" y="308"/>
                </a:lnTo>
                <a:lnTo>
                  <a:pt x="867" y="338"/>
                </a:lnTo>
                <a:lnTo>
                  <a:pt x="909" y="373"/>
                </a:lnTo>
                <a:lnTo>
                  <a:pt x="944" y="414"/>
                </a:lnTo>
                <a:lnTo>
                  <a:pt x="973" y="459"/>
                </a:lnTo>
                <a:lnTo>
                  <a:pt x="996" y="509"/>
                </a:lnTo>
                <a:lnTo>
                  <a:pt x="1011" y="562"/>
                </a:lnTo>
                <a:lnTo>
                  <a:pt x="1019" y="618"/>
                </a:lnTo>
                <a:lnTo>
                  <a:pt x="1019" y="647"/>
                </a:lnTo>
                <a:lnTo>
                  <a:pt x="1018" y="687"/>
                </a:lnTo>
                <a:lnTo>
                  <a:pt x="1002" y="762"/>
                </a:lnTo>
                <a:lnTo>
                  <a:pt x="973" y="832"/>
                </a:lnTo>
                <a:lnTo>
                  <a:pt x="931" y="893"/>
                </a:lnTo>
                <a:lnTo>
                  <a:pt x="878" y="944"/>
                </a:lnTo>
                <a:lnTo>
                  <a:pt x="815" y="985"/>
                </a:lnTo>
                <a:lnTo>
                  <a:pt x="744" y="1014"/>
                </a:lnTo>
                <a:lnTo>
                  <a:pt x="667" y="1029"/>
                </a:lnTo>
                <a:lnTo>
                  <a:pt x="626" y="1030"/>
                </a:lnTo>
                <a:lnTo>
                  <a:pt x="609" y="1030"/>
                </a:lnTo>
                <a:lnTo>
                  <a:pt x="572" y="1024"/>
                </a:lnTo>
                <a:lnTo>
                  <a:pt x="513" y="1006"/>
                </a:lnTo>
                <a:lnTo>
                  <a:pt x="434" y="967"/>
                </a:lnTo>
                <a:lnTo>
                  <a:pt x="366" y="918"/>
                </a:lnTo>
                <a:lnTo>
                  <a:pt x="341" y="890"/>
                </a:lnTo>
                <a:lnTo>
                  <a:pt x="327" y="872"/>
                </a:lnTo>
                <a:lnTo>
                  <a:pt x="302" y="834"/>
                </a:lnTo>
                <a:lnTo>
                  <a:pt x="283" y="793"/>
                </a:lnTo>
                <a:lnTo>
                  <a:pt x="269" y="752"/>
                </a:lnTo>
                <a:lnTo>
                  <a:pt x="259" y="709"/>
                </a:lnTo>
                <a:lnTo>
                  <a:pt x="255" y="666"/>
                </a:lnTo>
                <a:lnTo>
                  <a:pt x="257" y="601"/>
                </a:lnTo>
                <a:lnTo>
                  <a:pt x="276" y="518"/>
                </a:lnTo>
                <a:lnTo>
                  <a:pt x="303" y="459"/>
                </a:lnTo>
                <a:lnTo>
                  <a:pt x="325" y="422"/>
                </a:lnTo>
                <a:lnTo>
                  <a:pt x="352" y="388"/>
                </a:lnTo>
                <a:lnTo>
                  <a:pt x="383" y="357"/>
                </a:lnTo>
                <a:lnTo>
                  <a:pt x="418" y="329"/>
                </a:lnTo>
                <a:lnTo>
                  <a:pt x="457" y="305"/>
                </a:lnTo>
                <a:lnTo>
                  <a:pt x="478" y="295"/>
                </a:lnTo>
                <a:lnTo>
                  <a:pt x="494" y="288"/>
                </a:lnTo>
                <a:lnTo>
                  <a:pt x="532" y="277"/>
                </a:lnTo>
                <a:lnTo>
                  <a:pt x="593" y="267"/>
                </a:lnTo>
                <a:lnTo>
                  <a:pt x="679" y="267"/>
                </a:lnTo>
                <a:lnTo>
                  <a:pt x="740" y="277"/>
                </a:lnTo>
                <a:lnTo>
                  <a:pt x="778" y="288"/>
                </a:lnTo>
                <a:lnTo>
                  <a:pt x="794" y="295"/>
                </a:lnTo>
                <a:close/>
              </a:path>
            </a:pathLst>
          </a:custGeom>
          <a:gradFill>
            <a:gsLst>
              <a:gs pos="100000">
                <a:schemeClr val="accent2"/>
              </a:gs>
              <a:gs pos="0">
                <a:schemeClr val="accent1"/>
              </a:gs>
            </a:gsLst>
            <a:lin ang="3000000" scaled="0"/>
          </a:gradFill>
          <a:ln>
            <a:noFill/>
          </a:ln>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17" name="Freeform 193">
            <a:extLst>
              <a:ext uri="{FF2B5EF4-FFF2-40B4-BE49-F238E27FC236}">
                <a16:creationId xmlns:a16="http://schemas.microsoft.com/office/drawing/2014/main" id="{82798F03-63CF-0002-A426-C71833D37312}"/>
              </a:ext>
            </a:extLst>
          </p:cNvPr>
          <p:cNvSpPr>
            <a:spLocks/>
          </p:cNvSpPr>
          <p:nvPr/>
        </p:nvSpPr>
        <p:spPr bwMode="auto">
          <a:xfrm>
            <a:off x="10183351" y="3935254"/>
            <a:ext cx="389788" cy="399423"/>
          </a:xfrm>
          <a:custGeom>
            <a:avLst/>
            <a:gdLst>
              <a:gd name="T0" fmla="*/ 45 w 1176"/>
              <a:gd name="T1" fmla="*/ 49 h 1167"/>
              <a:gd name="T2" fmla="*/ 17 w 1176"/>
              <a:gd name="T3" fmla="*/ 93 h 1167"/>
              <a:gd name="T4" fmla="*/ 12 w 1176"/>
              <a:gd name="T5" fmla="*/ 132 h 1167"/>
              <a:gd name="T6" fmla="*/ 28 w 1176"/>
              <a:gd name="T7" fmla="*/ 186 h 1167"/>
              <a:gd name="T8" fmla="*/ 149 w 1176"/>
              <a:gd name="T9" fmla="*/ 324 h 1167"/>
              <a:gd name="T10" fmla="*/ 407 w 1176"/>
              <a:gd name="T11" fmla="*/ 583 h 1167"/>
              <a:gd name="T12" fmla="*/ 127 w 1176"/>
              <a:gd name="T13" fmla="*/ 866 h 1167"/>
              <a:gd name="T14" fmla="*/ 22 w 1176"/>
              <a:gd name="T15" fmla="*/ 991 h 1167"/>
              <a:gd name="T16" fmla="*/ 0 w 1176"/>
              <a:gd name="T17" fmla="*/ 1054 h 1167"/>
              <a:gd name="T18" fmla="*/ 23 w 1176"/>
              <a:gd name="T19" fmla="*/ 1108 h 1167"/>
              <a:gd name="T20" fmla="*/ 44 w 1176"/>
              <a:gd name="T21" fmla="*/ 1135 h 1167"/>
              <a:gd name="T22" fmla="*/ 85 w 1176"/>
              <a:gd name="T23" fmla="*/ 1162 h 1167"/>
              <a:gd name="T24" fmla="*/ 128 w 1176"/>
              <a:gd name="T25" fmla="*/ 1167 h 1167"/>
              <a:gd name="T26" fmla="*/ 187 w 1176"/>
              <a:gd name="T27" fmla="*/ 1152 h 1167"/>
              <a:gd name="T28" fmla="*/ 327 w 1176"/>
              <a:gd name="T29" fmla="*/ 1029 h 1167"/>
              <a:gd name="T30" fmla="*/ 593 w 1176"/>
              <a:gd name="T31" fmla="*/ 767 h 1167"/>
              <a:gd name="T32" fmla="*/ 851 w 1176"/>
              <a:gd name="T33" fmla="*/ 1027 h 1167"/>
              <a:gd name="T34" fmla="*/ 998 w 1176"/>
              <a:gd name="T35" fmla="*/ 1149 h 1167"/>
              <a:gd name="T36" fmla="*/ 1052 w 1176"/>
              <a:gd name="T37" fmla="*/ 1165 h 1167"/>
              <a:gd name="T38" fmla="*/ 1092 w 1176"/>
              <a:gd name="T39" fmla="*/ 1160 h 1167"/>
              <a:gd name="T40" fmla="*/ 1119 w 1176"/>
              <a:gd name="T41" fmla="*/ 1146 h 1167"/>
              <a:gd name="T42" fmla="*/ 1169 w 1176"/>
              <a:gd name="T43" fmla="*/ 1077 h 1167"/>
              <a:gd name="T44" fmla="*/ 1176 w 1176"/>
              <a:gd name="T45" fmla="*/ 1021 h 1167"/>
              <a:gd name="T46" fmla="*/ 1169 w 1176"/>
              <a:gd name="T47" fmla="*/ 1002 h 1167"/>
              <a:gd name="T48" fmla="*/ 1047 w 1176"/>
              <a:gd name="T49" fmla="*/ 860 h 1167"/>
              <a:gd name="T50" fmla="*/ 777 w 1176"/>
              <a:gd name="T51" fmla="*/ 583 h 1167"/>
              <a:gd name="T52" fmla="*/ 1029 w 1176"/>
              <a:gd name="T53" fmla="*/ 326 h 1167"/>
              <a:gd name="T54" fmla="*/ 1150 w 1176"/>
              <a:gd name="T55" fmla="*/ 188 h 1167"/>
              <a:gd name="T56" fmla="*/ 1167 w 1176"/>
              <a:gd name="T57" fmla="*/ 133 h 1167"/>
              <a:gd name="T58" fmla="*/ 1160 w 1176"/>
              <a:gd name="T59" fmla="*/ 97 h 1167"/>
              <a:gd name="T60" fmla="*/ 1108 w 1176"/>
              <a:gd name="T61" fmla="*/ 24 h 1167"/>
              <a:gd name="T62" fmla="*/ 1052 w 1176"/>
              <a:gd name="T63" fmla="*/ 1 h 1167"/>
              <a:gd name="T64" fmla="*/ 1026 w 1176"/>
              <a:gd name="T65" fmla="*/ 1 h 1167"/>
              <a:gd name="T66" fmla="*/ 932 w 1176"/>
              <a:gd name="T67" fmla="*/ 67 h 1167"/>
              <a:gd name="T68" fmla="*/ 793 w 1176"/>
              <a:gd name="T69" fmla="*/ 200 h 1167"/>
              <a:gd name="T70" fmla="*/ 417 w 1176"/>
              <a:gd name="T71" fmla="*/ 223 h 1167"/>
              <a:gd name="T72" fmla="*/ 246 w 1176"/>
              <a:gd name="T73" fmla="*/ 61 h 1167"/>
              <a:gd name="T74" fmla="*/ 162 w 1176"/>
              <a:gd name="T75" fmla="*/ 7 h 1167"/>
              <a:gd name="T76" fmla="*/ 101 w 1176"/>
              <a:gd name="T77" fmla="*/ 8 h 1167"/>
              <a:gd name="T78" fmla="*/ 57 w 1176"/>
              <a:gd name="T79" fmla="*/ 38 h 1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176" h="1167">
                <a:moveTo>
                  <a:pt x="57" y="38"/>
                </a:moveTo>
                <a:lnTo>
                  <a:pt x="45" y="49"/>
                </a:lnTo>
                <a:lnTo>
                  <a:pt x="28" y="70"/>
                </a:lnTo>
                <a:lnTo>
                  <a:pt x="17" y="93"/>
                </a:lnTo>
                <a:lnTo>
                  <a:pt x="12" y="118"/>
                </a:lnTo>
                <a:lnTo>
                  <a:pt x="12" y="132"/>
                </a:lnTo>
                <a:lnTo>
                  <a:pt x="12" y="149"/>
                </a:lnTo>
                <a:lnTo>
                  <a:pt x="28" y="186"/>
                </a:lnTo>
                <a:lnTo>
                  <a:pt x="70" y="240"/>
                </a:lnTo>
                <a:lnTo>
                  <a:pt x="149" y="324"/>
                </a:lnTo>
                <a:lnTo>
                  <a:pt x="208" y="383"/>
                </a:lnTo>
                <a:lnTo>
                  <a:pt x="407" y="583"/>
                </a:lnTo>
                <a:lnTo>
                  <a:pt x="203" y="788"/>
                </a:lnTo>
                <a:lnTo>
                  <a:pt x="127" y="866"/>
                </a:lnTo>
                <a:lnTo>
                  <a:pt x="53" y="949"/>
                </a:lnTo>
                <a:lnTo>
                  <a:pt x="22" y="991"/>
                </a:lnTo>
                <a:lnTo>
                  <a:pt x="5" y="1025"/>
                </a:lnTo>
                <a:lnTo>
                  <a:pt x="0" y="1054"/>
                </a:lnTo>
                <a:lnTo>
                  <a:pt x="7" y="1081"/>
                </a:lnTo>
                <a:lnTo>
                  <a:pt x="23" y="1108"/>
                </a:lnTo>
                <a:lnTo>
                  <a:pt x="35" y="1123"/>
                </a:lnTo>
                <a:lnTo>
                  <a:pt x="44" y="1135"/>
                </a:lnTo>
                <a:lnTo>
                  <a:pt x="64" y="1151"/>
                </a:lnTo>
                <a:lnTo>
                  <a:pt x="85" y="1162"/>
                </a:lnTo>
                <a:lnTo>
                  <a:pt x="112" y="1166"/>
                </a:lnTo>
                <a:lnTo>
                  <a:pt x="128" y="1167"/>
                </a:lnTo>
                <a:lnTo>
                  <a:pt x="148" y="1166"/>
                </a:lnTo>
                <a:lnTo>
                  <a:pt x="187" y="1152"/>
                </a:lnTo>
                <a:lnTo>
                  <a:pt x="241" y="1111"/>
                </a:lnTo>
                <a:lnTo>
                  <a:pt x="327" y="1029"/>
                </a:lnTo>
                <a:lnTo>
                  <a:pt x="390" y="967"/>
                </a:lnTo>
                <a:lnTo>
                  <a:pt x="593" y="767"/>
                </a:lnTo>
                <a:lnTo>
                  <a:pt x="783" y="960"/>
                </a:lnTo>
                <a:lnTo>
                  <a:pt x="851" y="1027"/>
                </a:lnTo>
                <a:lnTo>
                  <a:pt x="947" y="1115"/>
                </a:lnTo>
                <a:lnTo>
                  <a:pt x="998" y="1149"/>
                </a:lnTo>
                <a:lnTo>
                  <a:pt x="1026" y="1161"/>
                </a:lnTo>
                <a:lnTo>
                  <a:pt x="1052" y="1165"/>
                </a:lnTo>
                <a:lnTo>
                  <a:pt x="1078" y="1163"/>
                </a:lnTo>
                <a:lnTo>
                  <a:pt x="1092" y="1160"/>
                </a:lnTo>
                <a:lnTo>
                  <a:pt x="1101" y="1157"/>
                </a:lnTo>
                <a:lnTo>
                  <a:pt x="1119" y="1146"/>
                </a:lnTo>
                <a:lnTo>
                  <a:pt x="1144" y="1121"/>
                </a:lnTo>
                <a:lnTo>
                  <a:pt x="1169" y="1077"/>
                </a:lnTo>
                <a:lnTo>
                  <a:pt x="1176" y="1043"/>
                </a:lnTo>
                <a:lnTo>
                  <a:pt x="1176" y="1021"/>
                </a:lnTo>
                <a:lnTo>
                  <a:pt x="1173" y="1012"/>
                </a:lnTo>
                <a:lnTo>
                  <a:pt x="1169" y="1002"/>
                </a:lnTo>
                <a:lnTo>
                  <a:pt x="1135" y="959"/>
                </a:lnTo>
                <a:lnTo>
                  <a:pt x="1047" y="860"/>
                </a:lnTo>
                <a:lnTo>
                  <a:pt x="970" y="780"/>
                </a:lnTo>
                <a:lnTo>
                  <a:pt x="777" y="583"/>
                </a:lnTo>
                <a:lnTo>
                  <a:pt x="972" y="385"/>
                </a:lnTo>
                <a:lnTo>
                  <a:pt x="1029" y="326"/>
                </a:lnTo>
                <a:lnTo>
                  <a:pt x="1107" y="242"/>
                </a:lnTo>
                <a:lnTo>
                  <a:pt x="1150" y="188"/>
                </a:lnTo>
                <a:lnTo>
                  <a:pt x="1166" y="150"/>
                </a:lnTo>
                <a:lnTo>
                  <a:pt x="1167" y="133"/>
                </a:lnTo>
                <a:lnTo>
                  <a:pt x="1166" y="121"/>
                </a:lnTo>
                <a:lnTo>
                  <a:pt x="1160" y="97"/>
                </a:lnTo>
                <a:lnTo>
                  <a:pt x="1143" y="62"/>
                </a:lnTo>
                <a:lnTo>
                  <a:pt x="1108" y="24"/>
                </a:lnTo>
                <a:lnTo>
                  <a:pt x="1075" y="7"/>
                </a:lnTo>
                <a:lnTo>
                  <a:pt x="1052" y="1"/>
                </a:lnTo>
                <a:lnTo>
                  <a:pt x="1040" y="0"/>
                </a:lnTo>
                <a:lnTo>
                  <a:pt x="1026" y="1"/>
                </a:lnTo>
                <a:lnTo>
                  <a:pt x="989" y="21"/>
                </a:lnTo>
                <a:lnTo>
                  <a:pt x="932" y="67"/>
                </a:lnTo>
                <a:lnTo>
                  <a:pt x="849" y="145"/>
                </a:lnTo>
                <a:lnTo>
                  <a:pt x="793" y="200"/>
                </a:lnTo>
                <a:lnTo>
                  <a:pt x="590" y="400"/>
                </a:lnTo>
                <a:lnTo>
                  <a:pt x="417" y="223"/>
                </a:lnTo>
                <a:lnTo>
                  <a:pt x="335" y="142"/>
                </a:lnTo>
                <a:lnTo>
                  <a:pt x="246" y="61"/>
                </a:lnTo>
                <a:lnTo>
                  <a:pt x="200" y="27"/>
                </a:lnTo>
                <a:lnTo>
                  <a:pt x="162" y="7"/>
                </a:lnTo>
                <a:lnTo>
                  <a:pt x="130" y="2"/>
                </a:lnTo>
                <a:lnTo>
                  <a:pt x="101" y="8"/>
                </a:lnTo>
                <a:lnTo>
                  <a:pt x="72" y="26"/>
                </a:lnTo>
                <a:lnTo>
                  <a:pt x="57" y="38"/>
                </a:lnTo>
                <a:close/>
              </a:path>
            </a:pathLst>
          </a:custGeom>
          <a:gradFill>
            <a:gsLst>
              <a:gs pos="100000">
                <a:schemeClr val="accent2"/>
              </a:gs>
              <a:gs pos="0">
                <a:schemeClr val="accent1"/>
              </a:gs>
            </a:gsLst>
            <a:lin ang="3000000" scaled="0"/>
          </a:gradFill>
          <a:ln>
            <a:noFill/>
          </a:ln>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Tree>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750"/>
                                        <p:tgtEl>
                                          <p:spTgt spid="8"/>
                                        </p:tgtEl>
                                      </p:cBhvr>
                                    </p:animEffect>
                                    <p:anim calcmode="lin" valueType="num">
                                      <p:cBhvr>
                                        <p:cTn id="8" dur="750" fill="hold"/>
                                        <p:tgtEl>
                                          <p:spTgt spid="8"/>
                                        </p:tgtEl>
                                        <p:attrNameLst>
                                          <p:attrName>ppt_x</p:attrName>
                                        </p:attrNameLst>
                                      </p:cBhvr>
                                      <p:tavLst>
                                        <p:tav tm="0">
                                          <p:val>
                                            <p:strVal val="#ppt_x"/>
                                          </p:val>
                                        </p:tav>
                                        <p:tav tm="100000">
                                          <p:val>
                                            <p:strVal val="#ppt_x"/>
                                          </p:val>
                                        </p:tav>
                                      </p:tavLst>
                                    </p:anim>
                                    <p:anim calcmode="lin" valueType="num">
                                      <p:cBhvr>
                                        <p:cTn id="9" dur="750" fill="hold"/>
                                        <p:tgtEl>
                                          <p:spTgt spid="8"/>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25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par>
                                <p:cTn id="13" presetID="53" presetClass="entr" presetSubtype="16" fill="hold" grpId="0" nodeType="withEffect">
                                  <p:stCondLst>
                                    <p:cond delay="750"/>
                                  </p:stCondLst>
                                  <p:childTnLst>
                                    <p:set>
                                      <p:cBhvr>
                                        <p:cTn id="14" dur="1" fill="hold">
                                          <p:stCondLst>
                                            <p:cond delay="0"/>
                                          </p:stCondLst>
                                        </p:cTn>
                                        <p:tgtEl>
                                          <p:spTgt spid="14"/>
                                        </p:tgtEl>
                                        <p:attrNameLst>
                                          <p:attrName>style.visibility</p:attrName>
                                        </p:attrNameLst>
                                      </p:cBhvr>
                                      <p:to>
                                        <p:strVal val="visible"/>
                                      </p:to>
                                    </p:set>
                                    <p:anim calcmode="lin" valueType="num">
                                      <p:cBhvr>
                                        <p:cTn id="15" dur="500" fill="hold"/>
                                        <p:tgtEl>
                                          <p:spTgt spid="14"/>
                                        </p:tgtEl>
                                        <p:attrNameLst>
                                          <p:attrName>ppt_w</p:attrName>
                                        </p:attrNameLst>
                                      </p:cBhvr>
                                      <p:tavLst>
                                        <p:tav tm="0">
                                          <p:val>
                                            <p:fltVal val="0"/>
                                          </p:val>
                                        </p:tav>
                                        <p:tav tm="100000">
                                          <p:val>
                                            <p:strVal val="#ppt_w"/>
                                          </p:val>
                                        </p:tav>
                                      </p:tavLst>
                                    </p:anim>
                                    <p:anim calcmode="lin" valueType="num">
                                      <p:cBhvr>
                                        <p:cTn id="16" dur="500" fill="hold"/>
                                        <p:tgtEl>
                                          <p:spTgt spid="14"/>
                                        </p:tgtEl>
                                        <p:attrNameLst>
                                          <p:attrName>ppt_h</p:attrName>
                                        </p:attrNameLst>
                                      </p:cBhvr>
                                      <p:tavLst>
                                        <p:tav tm="0">
                                          <p:val>
                                            <p:fltVal val="0"/>
                                          </p:val>
                                        </p:tav>
                                        <p:tav tm="100000">
                                          <p:val>
                                            <p:strVal val="#ppt_h"/>
                                          </p:val>
                                        </p:tav>
                                      </p:tavLst>
                                    </p:anim>
                                    <p:animEffect transition="in" filter="fade">
                                      <p:cBhvr>
                                        <p:cTn id="17" dur="500"/>
                                        <p:tgtEl>
                                          <p:spTgt spid="14"/>
                                        </p:tgtEl>
                                      </p:cBhvr>
                                    </p:animEffect>
                                  </p:childTnLst>
                                </p:cTn>
                              </p:par>
                              <p:par>
                                <p:cTn id="18" presetID="53" presetClass="entr" presetSubtype="16" fill="hold" grpId="0" nodeType="withEffect">
                                  <p:stCondLst>
                                    <p:cond delay="500"/>
                                  </p:stCondLst>
                                  <p:childTnLst>
                                    <p:set>
                                      <p:cBhvr>
                                        <p:cTn id="19" dur="1" fill="hold">
                                          <p:stCondLst>
                                            <p:cond delay="0"/>
                                          </p:stCondLst>
                                        </p:cTn>
                                        <p:tgtEl>
                                          <p:spTgt spid="16"/>
                                        </p:tgtEl>
                                        <p:attrNameLst>
                                          <p:attrName>style.visibility</p:attrName>
                                        </p:attrNameLst>
                                      </p:cBhvr>
                                      <p:to>
                                        <p:strVal val="visible"/>
                                      </p:to>
                                    </p:set>
                                    <p:anim calcmode="lin" valueType="num">
                                      <p:cBhvr>
                                        <p:cTn id="20" dur="500" fill="hold"/>
                                        <p:tgtEl>
                                          <p:spTgt spid="16"/>
                                        </p:tgtEl>
                                        <p:attrNameLst>
                                          <p:attrName>ppt_w</p:attrName>
                                        </p:attrNameLst>
                                      </p:cBhvr>
                                      <p:tavLst>
                                        <p:tav tm="0">
                                          <p:val>
                                            <p:fltVal val="0"/>
                                          </p:val>
                                        </p:tav>
                                        <p:tav tm="100000">
                                          <p:val>
                                            <p:strVal val="#ppt_w"/>
                                          </p:val>
                                        </p:tav>
                                      </p:tavLst>
                                    </p:anim>
                                    <p:anim calcmode="lin" valueType="num">
                                      <p:cBhvr>
                                        <p:cTn id="21" dur="500" fill="hold"/>
                                        <p:tgtEl>
                                          <p:spTgt spid="16"/>
                                        </p:tgtEl>
                                        <p:attrNameLst>
                                          <p:attrName>ppt_h</p:attrName>
                                        </p:attrNameLst>
                                      </p:cBhvr>
                                      <p:tavLst>
                                        <p:tav tm="0">
                                          <p:val>
                                            <p:fltVal val="0"/>
                                          </p:val>
                                        </p:tav>
                                        <p:tav tm="100000">
                                          <p:val>
                                            <p:strVal val="#ppt_h"/>
                                          </p:val>
                                        </p:tav>
                                      </p:tavLst>
                                    </p:anim>
                                    <p:animEffect transition="in" filter="fade">
                                      <p:cBhvr>
                                        <p:cTn id="22" dur="500"/>
                                        <p:tgtEl>
                                          <p:spTgt spid="16"/>
                                        </p:tgtEl>
                                      </p:cBhvr>
                                    </p:animEffect>
                                  </p:childTnLst>
                                </p:cTn>
                              </p:par>
                              <p:par>
                                <p:cTn id="23" presetID="53" presetClass="entr" presetSubtype="16" fill="hold" grpId="0" nodeType="withEffect">
                                  <p:stCondLst>
                                    <p:cond delay="500"/>
                                  </p:stCondLst>
                                  <p:childTnLst>
                                    <p:set>
                                      <p:cBhvr>
                                        <p:cTn id="24" dur="1" fill="hold">
                                          <p:stCondLst>
                                            <p:cond delay="0"/>
                                          </p:stCondLst>
                                        </p:cTn>
                                        <p:tgtEl>
                                          <p:spTgt spid="17"/>
                                        </p:tgtEl>
                                        <p:attrNameLst>
                                          <p:attrName>style.visibility</p:attrName>
                                        </p:attrNameLst>
                                      </p:cBhvr>
                                      <p:to>
                                        <p:strVal val="visible"/>
                                      </p:to>
                                    </p:set>
                                    <p:anim calcmode="lin" valueType="num">
                                      <p:cBhvr>
                                        <p:cTn id="25" dur="500" fill="hold"/>
                                        <p:tgtEl>
                                          <p:spTgt spid="17"/>
                                        </p:tgtEl>
                                        <p:attrNameLst>
                                          <p:attrName>ppt_w</p:attrName>
                                        </p:attrNameLst>
                                      </p:cBhvr>
                                      <p:tavLst>
                                        <p:tav tm="0">
                                          <p:val>
                                            <p:fltVal val="0"/>
                                          </p:val>
                                        </p:tav>
                                        <p:tav tm="100000">
                                          <p:val>
                                            <p:strVal val="#ppt_w"/>
                                          </p:val>
                                        </p:tav>
                                      </p:tavLst>
                                    </p:anim>
                                    <p:anim calcmode="lin" valueType="num">
                                      <p:cBhvr>
                                        <p:cTn id="26" dur="500" fill="hold"/>
                                        <p:tgtEl>
                                          <p:spTgt spid="17"/>
                                        </p:tgtEl>
                                        <p:attrNameLst>
                                          <p:attrName>ppt_h</p:attrName>
                                        </p:attrNameLst>
                                      </p:cBhvr>
                                      <p:tavLst>
                                        <p:tav tm="0">
                                          <p:val>
                                            <p:fltVal val="0"/>
                                          </p:val>
                                        </p:tav>
                                        <p:tav tm="100000">
                                          <p:val>
                                            <p:strVal val="#ppt_h"/>
                                          </p:val>
                                        </p:tav>
                                      </p:tavLst>
                                    </p:anim>
                                    <p:animEffect transition="in" filter="fade">
                                      <p:cBhvr>
                                        <p:cTn id="27" dur="500"/>
                                        <p:tgtEl>
                                          <p:spTgt spid="17"/>
                                        </p:tgtEl>
                                      </p:cBhvr>
                                    </p:animEffect>
                                  </p:childTnLst>
                                </p:cTn>
                              </p:par>
                              <p:par>
                                <p:cTn id="28" presetID="53" presetClass="entr" presetSubtype="16" fill="hold" grpId="0" nodeType="withEffect">
                                  <p:stCondLst>
                                    <p:cond delay="500"/>
                                  </p:stCondLst>
                                  <p:childTnLst>
                                    <p:set>
                                      <p:cBhvr>
                                        <p:cTn id="29" dur="1" fill="hold">
                                          <p:stCondLst>
                                            <p:cond delay="0"/>
                                          </p:stCondLst>
                                        </p:cTn>
                                        <p:tgtEl>
                                          <p:spTgt spid="15"/>
                                        </p:tgtEl>
                                        <p:attrNameLst>
                                          <p:attrName>style.visibility</p:attrName>
                                        </p:attrNameLst>
                                      </p:cBhvr>
                                      <p:to>
                                        <p:strVal val="visible"/>
                                      </p:to>
                                    </p:set>
                                    <p:anim calcmode="lin" valueType="num">
                                      <p:cBhvr>
                                        <p:cTn id="30" dur="500" fill="hold"/>
                                        <p:tgtEl>
                                          <p:spTgt spid="15"/>
                                        </p:tgtEl>
                                        <p:attrNameLst>
                                          <p:attrName>ppt_w</p:attrName>
                                        </p:attrNameLst>
                                      </p:cBhvr>
                                      <p:tavLst>
                                        <p:tav tm="0">
                                          <p:val>
                                            <p:fltVal val="0"/>
                                          </p:val>
                                        </p:tav>
                                        <p:tav tm="100000">
                                          <p:val>
                                            <p:strVal val="#ppt_w"/>
                                          </p:val>
                                        </p:tav>
                                      </p:tavLst>
                                    </p:anim>
                                    <p:anim calcmode="lin" valueType="num">
                                      <p:cBhvr>
                                        <p:cTn id="31" dur="500" fill="hold"/>
                                        <p:tgtEl>
                                          <p:spTgt spid="15"/>
                                        </p:tgtEl>
                                        <p:attrNameLst>
                                          <p:attrName>ppt_h</p:attrName>
                                        </p:attrNameLst>
                                      </p:cBhvr>
                                      <p:tavLst>
                                        <p:tav tm="0">
                                          <p:val>
                                            <p:fltVal val="0"/>
                                          </p:val>
                                        </p:tav>
                                        <p:tav tm="100000">
                                          <p:val>
                                            <p:strVal val="#ppt_h"/>
                                          </p:val>
                                        </p:tav>
                                      </p:tavLst>
                                    </p:anim>
                                    <p:animEffect transition="in" filter="fade">
                                      <p:cBhvr>
                                        <p:cTn id="32" dur="500"/>
                                        <p:tgtEl>
                                          <p:spTgt spid="15"/>
                                        </p:tgtEl>
                                      </p:cBhvr>
                                    </p:animEffect>
                                  </p:childTnLst>
                                </p:cTn>
                              </p:par>
                            </p:childTnLst>
                          </p:cTn>
                        </p:par>
                        <p:par>
                          <p:cTn id="33" fill="hold">
                            <p:stCondLst>
                              <p:cond delay="1250"/>
                            </p:stCondLst>
                            <p:childTnLst>
                              <p:par>
                                <p:cTn id="34" presetID="22" presetClass="entr" presetSubtype="4" fill="hold" grpId="0" nodeType="after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down)">
                                      <p:cBhvr>
                                        <p:cTn id="3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animBg="1"/>
      <p:bldP spid="14" grpId="0" animBg="1"/>
      <p:bldP spid="15" grpId="0" animBg="1"/>
      <p:bldP spid="16" grpId="0" animBg="1"/>
      <p:bldP spid="1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8937229" y="1484412"/>
            <a:ext cx="2593281" cy="3340993"/>
          </a:xfrm>
          <a:prstGeom prst="roundRect">
            <a:avLst>
              <a:gd name="adj" fmla="val 2679"/>
            </a:avLst>
          </a:prstGeom>
          <a:solidFill>
            <a:srgbClr val="E1E6EA"/>
          </a:solidFill>
          <a:ln w="7620">
            <a:solidFill>
              <a:srgbClr val="C7CCD0"/>
            </a:solidFill>
            <a:prstDash val="solid"/>
          </a:ln>
        </p:spPr>
        <p:txBody>
          <a:bodyPr/>
          <a:lstStyle/>
          <a:p>
            <a:endParaRPr lang="en-US" sz="1500"/>
          </a:p>
        </p:txBody>
      </p:sp>
      <p:sp>
        <p:nvSpPr>
          <p:cNvPr id="4" name="Text 2"/>
          <p:cNvSpPr/>
          <p:nvPr/>
        </p:nvSpPr>
        <p:spPr>
          <a:xfrm>
            <a:off x="9108877" y="1656060"/>
            <a:ext cx="2249983" cy="516930"/>
          </a:xfrm>
          <a:prstGeom prst="rect">
            <a:avLst/>
          </a:prstGeom>
          <a:noFill/>
          <a:ln/>
        </p:spPr>
        <p:txBody>
          <a:bodyPr wrap="square" lIns="0" tIns="0" rIns="0" bIns="0" rtlCol="0" anchor="t"/>
          <a:lstStyle/>
          <a:p>
            <a:pPr algn="r" rtl="1">
              <a:lnSpc>
                <a:spcPts val="2000"/>
              </a:lnSpc>
            </a:pPr>
            <a:r>
              <a:rPr lang="en-US" sz="1625" dirty="0">
                <a:solidFill>
                  <a:srgbClr val="384653"/>
                </a:solidFill>
                <a:latin typeface="Sakkal Majalla" panose="02000000000000000000" pitchFamily="2" charset="-78"/>
                <a:ea typeface="Host Grotesk Medium" pitchFamily="34" charset="-122"/>
                <a:cs typeface="Sakkal Majalla" panose="02000000000000000000" pitchFamily="2" charset="-78"/>
              </a:rPr>
              <a:t>تعزيز موثوقية المنهجية وجودة المخرجات</a:t>
            </a:r>
            <a:endParaRPr lang="en-US" sz="1625" dirty="0"/>
          </a:p>
        </p:txBody>
      </p:sp>
      <p:sp>
        <p:nvSpPr>
          <p:cNvPr id="5" name="Text 3"/>
          <p:cNvSpPr/>
          <p:nvPr/>
        </p:nvSpPr>
        <p:spPr>
          <a:xfrm>
            <a:off x="9108877" y="2272208"/>
            <a:ext cx="2249983" cy="1852315"/>
          </a:xfrm>
          <a:prstGeom prst="rect">
            <a:avLst/>
          </a:prstGeom>
          <a:noFill/>
          <a:ln/>
        </p:spPr>
        <p:txBody>
          <a:bodyPr wrap="square" lIns="0" tIns="0" rIns="0" bIns="0" rtlCol="0" anchor="t"/>
          <a:lstStyle/>
          <a:p>
            <a:pPr algn="r" rtl="1">
              <a:lnSpc>
                <a:spcPts val="2083"/>
              </a:lnSpc>
            </a:pPr>
            <a:r>
              <a:rPr lang="en-US" sz="1292" dirty="0">
                <a:solidFill>
                  <a:srgbClr val="384653"/>
                </a:solidFill>
                <a:latin typeface="Sakkal Majalla" panose="02000000000000000000" pitchFamily="2" charset="-78"/>
                <a:ea typeface="Roboto" pitchFamily="34" charset="-122"/>
                <a:cs typeface="Sakkal Majalla" panose="02000000000000000000" pitchFamily="2" charset="-78"/>
              </a:rPr>
              <a:t>تم اعتماد المقارنة المعيارية كوسيلة للتحقق من أن منهجية بناء استراتيجية البنية المؤسسية تتوافق مع أفضل الممارسات المعلنة لدى الجهات ذات النضج المرتفع، وتنتج وثيقة استراتيجية متسقة ومنضبطة قابلة للاعتماد.</a:t>
            </a:r>
            <a:endParaRPr lang="en-US" sz="1292" dirty="0"/>
          </a:p>
        </p:txBody>
      </p:sp>
      <p:sp>
        <p:nvSpPr>
          <p:cNvPr id="6" name="Shape 4"/>
          <p:cNvSpPr/>
          <p:nvPr/>
        </p:nvSpPr>
        <p:spPr>
          <a:xfrm>
            <a:off x="6178650" y="1484412"/>
            <a:ext cx="2593281" cy="3340993"/>
          </a:xfrm>
          <a:prstGeom prst="roundRect">
            <a:avLst>
              <a:gd name="adj" fmla="val 2679"/>
            </a:avLst>
          </a:prstGeom>
          <a:solidFill>
            <a:srgbClr val="E1E6EA"/>
          </a:solidFill>
          <a:ln w="7620">
            <a:solidFill>
              <a:srgbClr val="C7CCD0"/>
            </a:solidFill>
            <a:prstDash val="solid"/>
          </a:ln>
        </p:spPr>
        <p:txBody>
          <a:bodyPr/>
          <a:lstStyle/>
          <a:p>
            <a:endParaRPr lang="en-US" sz="1500"/>
          </a:p>
        </p:txBody>
      </p:sp>
      <p:sp>
        <p:nvSpPr>
          <p:cNvPr id="7" name="Text 5"/>
          <p:cNvSpPr/>
          <p:nvPr/>
        </p:nvSpPr>
        <p:spPr>
          <a:xfrm>
            <a:off x="6350298" y="1656061"/>
            <a:ext cx="2249983" cy="775394"/>
          </a:xfrm>
          <a:prstGeom prst="rect">
            <a:avLst/>
          </a:prstGeom>
          <a:noFill/>
          <a:ln/>
        </p:spPr>
        <p:txBody>
          <a:bodyPr wrap="square" lIns="0" tIns="0" rIns="0" bIns="0" rtlCol="0" anchor="t"/>
          <a:lstStyle/>
          <a:p>
            <a:pPr algn="r" rtl="1">
              <a:lnSpc>
                <a:spcPts val="2000"/>
              </a:lnSpc>
            </a:pPr>
            <a:r>
              <a:rPr lang="en-US" sz="1625" dirty="0">
                <a:solidFill>
                  <a:srgbClr val="384653"/>
                </a:solidFill>
                <a:latin typeface="Sakkal Majalla" panose="02000000000000000000" pitchFamily="2" charset="-78"/>
                <a:ea typeface="Host Grotesk Medium" pitchFamily="34" charset="-122"/>
                <a:cs typeface="Sakkal Majalla" panose="02000000000000000000" pitchFamily="2" charset="-78"/>
              </a:rPr>
              <a:t>الاستناد إلى جهة مرجعية ذات ممارسة منشورة وقابلة للتحقق</a:t>
            </a:r>
            <a:endParaRPr lang="en-US" sz="1625" dirty="0"/>
          </a:p>
        </p:txBody>
      </p:sp>
      <p:sp>
        <p:nvSpPr>
          <p:cNvPr id="8" name="Text 6"/>
          <p:cNvSpPr/>
          <p:nvPr/>
        </p:nvSpPr>
        <p:spPr>
          <a:xfrm>
            <a:off x="6350298" y="2530673"/>
            <a:ext cx="2249983" cy="2116932"/>
          </a:xfrm>
          <a:prstGeom prst="rect">
            <a:avLst/>
          </a:prstGeom>
          <a:noFill/>
          <a:ln/>
        </p:spPr>
        <p:txBody>
          <a:bodyPr wrap="square" lIns="0" tIns="0" rIns="0" bIns="0" rtlCol="0" anchor="t"/>
          <a:lstStyle/>
          <a:p>
            <a:pPr algn="r" rtl="1">
              <a:lnSpc>
                <a:spcPts val="2083"/>
              </a:lnSpc>
            </a:pPr>
            <a:r>
              <a:rPr lang="en-US" sz="1292" dirty="0">
                <a:solidFill>
                  <a:srgbClr val="384653"/>
                </a:solidFill>
                <a:latin typeface="Sakkal Majalla" panose="02000000000000000000" pitchFamily="2" charset="-78"/>
                <a:ea typeface="Roboto" pitchFamily="34" charset="-122"/>
                <a:cs typeface="Sakkal Majalla" panose="02000000000000000000" pitchFamily="2" charset="-78"/>
              </a:rPr>
              <a:t>تم اختيار مرجعية عالمية تمتلك وثائق رسمية </a:t>
            </a:r>
            <a:r>
              <a:rPr lang="en-US" sz="1292" dirty="0" err="1">
                <a:solidFill>
                  <a:srgbClr val="384653"/>
                </a:solidFill>
                <a:latin typeface="Sakkal Majalla" panose="02000000000000000000" pitchFamily="2" charset="-78"/>
                <a:ea typeface="Roboto" pitchFamily="34" charset="-122"/>
                <a:cs typeface="Sakkal Majalla" panose="02000000000000000000" pitchFamily="2" charset="-78"/>
              </a:rPr>
              <a:t>منشورة</a:t>
            </a:r>
            <a:r>
              <a:rPr lang="en-US" sz="1292" dirty="0">
                <a:solidFill>
                  <a:srgbClr val="384653"/>
                </a:solidFill>
                <a:latin typeface="Sakkal Majalla" panose="02000000000000000000" pitchFamily="2" charset="-78"/>
                <a:ea typeface="Roboto" pitchFamily="34" charset="-122"/>
                <a:cs typeface="Sakkal Majalla" panose="02000000000000000000" pitchFamily="2" charset="-78"/>
              </a:rPr>
              <a:t> </a:t>
            </a:r>
            <a:r>
              <a:rPr lang="ar-EG" sz="1292" dirty="0">
                <a:solidFill>
                  <a:srgbClr val="384653"/>
                </a:solidFill>
                <a:latin typeface="Sakkal Majalla" panose="02000000000000000000" pitchFamily="2" charset="-78"/>
                <a:ea typeface="Roboto" pitchFamily="34" charset="-122"/>
                <a:cs typeface="Sakkal Majalla" panose="02000000000000000000" pitchFamily="2" charset="-78"/>
              </a:rPr>
              <a:t>لممارسة </a:t>
            </a:r>
            <a:r>
              <a:rPr lang="en-US" sz="1292" dirty="0">
                <a:solidFill>
                  <a:srgbClr val="384653"/>
                </a:solidFill>
                <a:latin typeface="Sakkal Majalla" panose="02000000000000000000" pitchFamily="2" charset="-78"/>
                <a:ea typeface="Roboto" pitchFamily="34" charset="-122"/>
                <a:cs typeface="Sakkal Majalla" panose="02000000000000000000" pitchFamily="2" charset="-78"/>
              </a:rPr>
              <a:t> البنية المؤسسية توضح دور الممارسة وحوكمتها وتوجهاتها وآليات قياس الفاعلية، بما يسمح بالاستشهاد بمصادر موثوقة وتوثيق الأساس المنهجي الذي استندت إليه الاستراتيجية.</a:t>
            </a:r>
            <a:endParaRPr lang="en-US" sz="1292" dirty="0"/>
          </a:p>
        </p:txBody>
      </p:sp>
      <p:sp>
        <p:nvSpPr>
          <p:cNvPr id="9" name="Shape 7"/>
          <p:cNvSpPr/>
          <p:nvPr/>
        </p:nvSpPr>
        <p:spPr>
          <a:xfrm>
            <a:off x="3420070" y="1484412"/>
            <a:ext cx="2593281" cy="3340993"/>
          </a:xfrm>
          <a:prstGeom prst="roundRect">
            <a:avLst>
              <a:gd name="adj" fmla="val 2679"/>
            </a:avLst>
          </a:prstGeom>
          <a:solidFill>
            <a:srgbClr val="E1E6EA"/>
          </a:solidFill>
          <a:ln w="7620">
            <a:solidFill>
              <a:srgbClr val="C7CCD0"/>
            </a:solidFill>
            <a:prstDash val="solid"/>
          </a:ln>
        </p:spPr>
        <p:txBody>
          <a:bodyPr/>
          <a:lstStyle/>
          <a:p>
            <a:endParaRPr lang="en-US" sz="1500"/>
          </a:p>
        </p:txBody>
      </p:sp>
      <p:sp>
        <p:nvSpPr>
          <p:cNvPr id="10" name="Text 8"/>
          <p:cNvSpPr/>
          <p:nvPr/>
        </p:nvSpPr>
        <p:spPr>
          <a:xfrm>
            <a:off x="3591719" y="1656061"/>
            <a:ext cx="2249983" cy="775394"/>
          </a:xfrm>
          <a:prstGeom prst="rect">
            <a:avLst/>
          </a:prstGeom>
          <a:noFill/>
          <a:ln/>
        </p:spPr>
        <p:txBody>
          <a:bodyPr wrap="square" lIns="0" tIns="0" rIns="0" bIns="0" rtlCol="0" anchor="t"/>
          <a:lstStyle/>
          <a:p>
            <a:pPr algn="r" rtl="1">
              <a:lnSpc>
                <a:spcPts val="2000"/>
              </a:lnSpc>
            </a:pPr>
            <a:r>
              <a:rPr lang="en-US" sz="1625" dirty="0">
                <a:solidFill>
                  <a:srgbClr val="384653"/>
                </a:solidFill>
                <a:latin typeface="Sakkal Majalla" panose="02000000000000000000" pitchFamily="2" charset="-78"/>
                <a:ea typeface="Host Grotesk Medium" pitchFamily="34" charset="-122"/>
                <a:cs typeface="Sakkal Majalla" panose="02000000000000000000" pitchFamily="2" charset="-78"/>
              </a:rPr>
              <a:t>رفع مستوى النضج الاستراتيجي وضمان الاتساق المؤسسي</a:t>
            </a:r>
            <a:endParaRPr lang="en-US" sz="1625" dirty="0"/>
          </a:p>
        </p:txBody>
      </p:sp>
      <p:sp>
        <p:nvSpPr>
          <p:cNvPr id="11" name="Text 9"/>
          <p:cNvSpPr/>
          <p:nvPr/>
        </p:nvSpPr>
        <p:spPr>
          <a:xfrm>
            <a:off x="3591719" y="2530673"/>
            <a:ext cx="2249983" cy="2116932"/>
          </a:xfrm>
          <a:prstGeom prst="rect">
            <a:avLst/>
          </a:prstGeom>
          <a:noFill/>
          <a:ln/>
        </p:spPr>
        <p:txBody>
          <a:bodyPr wrap="square" lIns="0" tIns="0" rIns="0" bIns="0" rtlCol="0" anchor="t"/>
          <a:lstStyle/>
          <a:p>
            <a:pPr algn="r" rtl="1">
              <a:lnSpc>
                <a:spcPts val="2083"/>
              </a:lnSpc>
            </a:pPr>
            <a:r>
              <a:rPr lang="en-US" sz="1292" dirty="0">
                <a:solidFill>
                  <a:srgbClr val="384653"/>
                </a:solidFill>
                <a:latin typeface="Sakkal Majalla" panose="02000000000000000000" pitchFamily="2" charset="-78"/>
                <a:ea typeface="Roboto" pitchFamily="34" charset="-122"/>
                <a:cs typeface="Sakkal Majalla" panose="02000000000000000000" pitchFamily="2" charset="-78"/>
              </a:rPr>
              <a:t>تُسهم المقارنة المعيارية في ضمان أن الاستراتيجية تُعالج عناصر الاتساق المؤسسي (المواءمة، الحوكمة، القياس، وضوح الأدوار والمسؤوليات</a:t>
            </a:r>
            <a:r>
              <a:rPr lang="ar-EG" sz="1292" dirty="0">
                <a:solidFill>
                  <a:srgbClr val="384653"/>
                </a:solidFill>
                <a:latin typeface="Sakkal Majalla" panose="02000000000000000000" pitchFamily="2" charset="-78"/>
                <a:ea typeface="Roboto" pitchFamily="34" charset="-122"/>
                <a:cs typeface="Sakkal Majalla" panose="02000000000000000000" pitchFamily="2" charset="-78"/>
              </a:rPr>
              <a:t> </a:t>
            </a:r>
            <a:r>
              <a:rPr lang="en-US" sz="1292" dirty="0">
                <a:solidFill>
                  <a:srgbClr val="384653"/>
                </a:solidFill>
                <a:latin typeface="Sakkal Majalla" panose="02000000000000000000" pitchFamily="2" charset="-78"/>
                <a:ea typeface="Roboto" pitchFamily="34" charset="-122"/>
                <a:cs typeface="Sakkal Majalla" panose="02000000000000000000" pitchFamily="2" charset="-78"/>
              </a:rPr>
              <a:t>بصورة تُمكّن الهيئة من رفع نضج ممارسة البنية المؤسسية تدريجيًا وفق مسار واضح.</a:t>
            </a:r>
            <a:endParaRPr lang="en-US" sz="1292" dirty="0"/>
          </a:p>
        </p:txBody>
      </p:sp>
      <p:sp>
        <p:nvSpPr>
          <p:cNvPr id="12" name="Shape 10"/>
          <p:cNvSpPr/>
          <p:nvPr/>
        </p:nvSpPr>
        <p:spPr>
          <a:xfrm>
            <a:off x="661492" y="1484412"/>
            <a:ext cx="2593281" cy="3340993"/>
          </a:xfrm>
          <a:prstGeom prst="roundRect">
            <a:avLst>
              <a:gd name="adj" fmla="val 2679"/>
            </a:avLst>
          </a:prstGeom>
          <a:solidFill>
            <a:srgbClr val="E1E6EA"/>
          </a:solidFill>
          <a:ln w="7620">
            <a:solidFill>
              <a:srgbClr val="C7CCD0"/>
            </a:solidFill>
            <a:prstDash val="solid"/>
          </a:ln>
        </p:spPr>
        <p:txBody>
          <a:bodyPr/>
          <a:lstStyle/>
          <a:p>
            <a:endParaRPr lang="en-US" sz="1500"/>
          </a:p>
        </p:txBody>
      </p:sp>
      <p:sp>
        <p:nvSpPr>
          <p:cNvPr id="13" name="Text 11"/>
          <p:cNvSpPr/>
          <p:nvPr/>
        </p:nvSpPr>
        <p:spPr>
          <a:xfrm>
            <a:off x="833140" y="1656060"/>
            <a:ext cx="2249983" cy="516930"/>
          </a:xfrm>
          <a:prstGeom prst="rect">
            <a:avLst/>
          </a:prstGeom>
          <a:noFill/>
          <a:ln/>
        </p:spPr>
        <p:txBody>
          <a:bodyPr wrap="square" lIns="0" tIns="0" rIns="0" bIns="0" rtlCol="0" anchor="t"/>
          <a:lstStyle/>
          <a:p>
            <a:pPr algn="r" rtl="1">
              <a:lnSpc>
                <a:spcPts val="2000"/>
              </a:lnSpc>
            </a:pPr>
            <a:r>
              <a:rPr lang="en-US" sz="1625" dirty="0">
                <a:solidFill>
                  <a:srgbClr val="384653"/>
                </a:solidFill>
                <a:latin typeface="Sakkal Majalla" panose="02000000000000000000" pitchFamily="2" charset="-78"/>
                <a:ea typeface="Host Grotesk Medium" pitchFamily="34" charset="-122"/>
                <a:cs typeface="Sakkal Majalla" panose="02000000000000000000" pitchFamily="2" charset="-78"/>
              </a:rPr>
              <a:t>تعزيز قابلية القياس والتحسين المستمر</a:t>
            </a:r>
            <a:endParaRPr lang="en-US" sz="1625" dirty="0"/>
          </a:p>
        </p:txBody>
      </p:sp>
      <p:sp>
        <p:nvSpPr>
          <p:cNvPr id="14" name="Text 12"/>
          <p:cNvSpPr/>
          <p:nvPr/>
        </p:nvSpPr>
        <p:spPr>
          <a:xfrm>
            <a:off x="833140" y="2272209"/>
            <a:ext cx="2249983" cy="2381548"/>
          </a:xfrm>
          <a:prstGeom prst="rect">
            <a:avLst/>
          </a:prstGeom>
          <a:noFill/>
          <a:ln/>
        </p:spPr>
        <p:txBody>
          <a:bodyPr wrap="square" lIns="0" tIns="0" rIns="0" bIns="0" rtlCol="0" anchor="t"/>
          <a:lstStyle/>
          <a:p>
            <a:pPr algn="r" rtl="1">
              <a:lnSpc>
                <a:spcPts val="2083"/>
              </a:lnSpc>
            </a:pPr>
            <a:r>
              <a:rPr lang="en-US" sz="1292" dirty="0">
                <a:solidFill>
                  <a:srgbClr val="384653"/>
                </a:solidFill>
                <a:latin typeface="Sakkal Majalla" panose="02000000000000000000" pitchFamily="2" charset="-78"/>
                <a:ea typeface="Roboto" pitchFamily="34" charset="-122"/>
                <a:cs typeface="Sakkal Majalla" panose="02000000000000000000" pitchFamily="2" charset="-78"/>
              </a:rPr>
              <a:t>الاستراتيجية المستندة إلى مقارنة معيارية قوية تُبنى بطريقة تدعم صياغة أهداف قابلة للقياس ومؤشرات أداء واضحة، مع تمكين تتبع التقدم وقياس الأثر بصورة دورية، بما يضمن التحسين المستمر وعدم تحول الاستراتيجية إلى وثيقة وصفية غير قابلة للمتابعة.</a:t>
            </a:r>
            <a:endParaRPr lang="en-US" sz="1292" dirty="0"/>
          </a:p>
        </p:txBody>
      </p:sp>
      <p:sp>
        <p:nvSpPr>
          <p:cNvPr id="15" name="Shape 13"/>
          <p:cNvSpPr/>
          <p:nvPr/>
        </p:nvSpPr>
        <p:spPr>
          <a:xfrm>
            <a:off x="661492" y="4924623"/>
            <a:ext cx="10869018" cy="1230213"/>
          </a:xfrm>
          <a:prstGeom prst="roundRect">
            <a:avLst>
              <a:gd name="adj" fmla="val 5647"/>
            </a:avLst>
          </a:prstGeom>
          <a:solidFill>
            <a:srgbClr val="E1E6EA"/>
          </a:solidFill>
          <a:ln w="7620">
            <a:solidFill>
              <a:srgbClr val="C7CCD0"/>
            </a:solidFill>
            <a:prstDash val="solid"/>
          </a:ln>
        </p:spPr>
        <p:txBody>
          <a:bodyPr/>
          <a:lstStyle/>
          <a:p>
            <a:endParaRPr lang="en-US" sz="1500"/>
          </a:p>
        </p:txBody>
      </p:sp>
      <p:sp>
        <p:nvSpPr>
          <p:cNvPr id="16" name="Text 14"/>
          <p:cNvSpPr/>
          <p:nvPr/>
        </p:nvSpPr>
        <p:spPr>
          <a:xfrm>
            <a:off x="6484640" y="5162352"/>
            <a:ext cx="4874220" cy="258465"/>
          </a:xfrm>
          <a:prstGeom prst="rect">
            <a:avLst/>
          </a:prstGeom>
          <a:noFill/>
          <a:ln/>
        </p:spPr>
        <p:txBody>
          <a:bodyPr wrap="none" lIns="0" tIns="0" rIns="0" bIns="0" rtlCol="0" anchor="t"/>
          <a:lstStyle/>
          <a:p>
            <a:pPr algn="r" rtl="1">
              <a:lnSpc>
                <a:spcPts val="2000"/>
              </a:lnSpc>
            </a:pPr>
            <a:r>
              <a:rPr lang="en-US" sz="1625" dirty="0">
                <a:solidFill>
                  <a:srgbClr val="384653"/>
                </a:solidFill>
                <a:latin typeface="Sakkal Majalla" panose="02000000000000000000" pitchFamily="2" charset="-78"/>
                <a:ea typeface="Host Grotesk Medium" pitchFamily="34" charset="-122"/>
                <a:cs typeface="Sakkal Majalla" panose="02000000000000000000" pitchFamily="2" charset="-78"/>
              </a:rPr>
              <a:t>تقليل المخاطر المرتبطة بضعف التأسيس أو ازدواجية الجهود</a:t>
            </a:r>
            <a:endParaRPr lang="en-US" sz="1625" dirty="0"/>
          </a:p>
        </p:txBody>
      </p:sp>
      <p:sp>
        <p:nvSpPr>
          <p:cNvPr id="17" name="Text 15"/>
          <p:cNvSpPr/>
          <p:nvPr/>
        </p:nvSpPr>
        <p:spPr>
          <a:xfrm>
            <a:off x="833140" y="5520035"/>
            <a:ext cx="10525720" cy="529233"/>
          </a:xfrm>
          <a:prstGeom prst="rect">
            <a:avLst/>
          </a:prstGeom>
          <a:noFill/>
          <a:ln/>
        </p:spPr>
        <p:txBody>
          <a:bodyPr wrap="square" lIns="0" tIns="0" rIns="0" bIns="0" rtlCol="0" anchor="t"/>
          <a:lstStyle/>
          <a:p>
            <a:pPr algn="r" rtl="1">
              <a:lnSpc>
                <a:spcPts val="2083"/>
              </a:lnSpc>
            </a:pPr>
            <a:r>
              <a:rPr lang="en-US" sz="1292" dirty="0">
                <a:solidFill>
                  <a:srgbClr val="384653"/>
                </a:solidFill>
                <a:latin typeface="Sakkal Majalla" panose="02000000000000000000" pitchFamily="2" charset="-78"/>
                <a:ea typeface="Roboto" pitchFamily="34" charset="-122"/>
                <a:cs typeface="Sakkal Majalla" panose="02000000000000000000" pitchFamily="2" charset="-78"/>
              </a:rPr>
              <a:t>يساعد الاستناد إلى مرجعية عالمية ناضجة على تقليل مخاطر بناء استراتيجية غير مكتملة أو غير متسقة مع التوجهات المؤسسية، ويعزز وضوح الأولويات ويحد من ازدواجية المبادرات وتضارب القرارات.</a:t>
            </a:r>
            <a:endParaRPr lang="en-US" sz="1292" dirty="0"/>
          </a:p>
        </p:txBody>
      </p:sp>
      <p:sp>
        <p:nvSpPr>
          <p:cNvPr id="18" name="Title 17">
            <a:extLst>
              <a:ext uri="{FF2B5EF4-FFF2-40B4-BE49-F238E27FC236}">
                <a16:creationId xmlns:a16="http://schemas.microsoft.com/office/drawing/2014/main" id="{0B3D8A51-51DA-7B3D-E1D5-1A8C640B23C1}"/>
              </a:ext>
            </a:extLst>
          </p:cNvPr>
          <p:cNvSpPr>
            <a:spLocks noGrp="1"/>
          </p:cNvSpPr>
          <p:nvPr>
            <p:ph type="title"/>
          </p:nvPr>
        </p:nvSpPr>
        <p:spPr>
          <a:xfrm>
            <a:off x="609600" y="553485"/>
            <a:ext cx="10972800" cy="666261"/>
          </a:xfrm>
        </p:spPr>
        <p:txBody>
          <a:bodyPr/>
          <a:lstStyle/>
          <a:p>
            <a:r>
              <a:rPr lang="ar-SA" dirty="0"/>
              <a:t>المبررات</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1C4ED-D36D-C981-11C2-9EB642AD6EC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791A3E2-8F2A-A6DF-D0C2-C7EAC4F284D1}"/>
              </a:ext>
            </a:extLst>
          </p:cNvPr>
          <p:cNvSpPr>
            <a:spLocks noGrp="1"/>
          </p:cNvSpPr>
          <p:nvPr>
            <p:ph type="title"/>
          </p:nvPr>
        </p:nvSpPr>
        <p:spPr/>
        <p:txBody>
          <a:bodyPr/>
          <a:lstStyle/>
          <a:p>
            <a:r>
              <a:rPr lang="ar-SA" dirty="0"/>
              <a:t>ما هي جهة «وي تك»؟</a:t>
            </a:r>
            <a:endParaRPr lang="en-US" dirty="0"/>
          </a:p>
        </p:txBody>
      </p:sp>
      <p:sp>
        <p:nvSpPr>
          <p:cNvPr id="6" name="Snip Diagonal Corner Rectangle 4">
            <a:extLst>
              <a:ext uri="{FF2B5EF4-FFF2-40B4-BE49-F238E27FC236}">
                <a16:creationId xmlns:a16="http://schemas.microsoft.com/office/drawing/2014/main" id="{25C1193E-2F32-87F9-D2BD-18CD1018E41C}"/>
              </a:ext>
            </a:extLst>
          </p:cNvPr>
          <p:cNvSpPr/>
          <p:nvPr/>
        </p:nvSpPr>
        <p:spPr>
          <a:xfrm>
            <a:off x="1024855" y="1384184"/>
            <a:ext cx="10142290" cy="4404220"/>
          </a:xfrm>
          <a:prstGeom prst="snip2DiagRect">
            <a:avLst>
              <a:gd name="adj1" fmla="val 8219"/>
              <a:gd name="adj2" fmla="val 7991"/>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7" name="Snip Diagonal Corner Rectangle 13">
            <a:extLst>
              <a:ext uri="{FF2B5EF4-FFF2-40B4-BE49-F238E27FC236}">
                <a16:creationId xmlns:a16="http://schemas.microsoft.com/office/drawing/2014/main" id="{8DE326EB-1AF1-9117-71E3-BF17E16E192F}"/>
              </a:ext>
            </a:extLst>
          </p:cNvPr>
          <p:cNvSpPr/>
          <p:nvPr/>
        </p:nvSpPr>
        <p:spPr>
          <a:xfrm>
            <a:off x="1630725" y="1588055"/>
            <a:ext cx="9289271" cy="4042228"/>
          </a:xfrm>
          <a:custGeom>
            <a:avLst/>
            <a:gdLst>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8" fmla="*/ 204136 w 5387546"/>
              <a:gd name="connsiteY8" fmla="*/ 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8" fmla="*/ 5280513 w 5387546"/>
              <a:gd name="connsiteY8" fmla="*/ 9144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8" fmla="*/ 5189073 w 5387546"/>
              <a:gd name="connsiteY8" fmla="*/ 0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8" fmla="*/ 295576 w 5387546"/>
              <a:gd name="connsiteY8" fmla="*/ 91440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0" fmla="*/ 5663 w 5189073"/>
              <a:gd name="connsiteY0" fmla="*/ 0 h 2483708"/>
              <a:gd name="connsiteX1" fmla="*/ 4990600 w 5189073"/>
              <a:gd name="connsiteY1" fmla="*/ 0 h 2483708"/>
              <a:gd name="connsiteX2" fmla="*/ 5189073 w 5189073"/>
              <a:gd name="connsiteY2" fmla="*/ 198473 h 2483708"/>
              <a:gd name="connsiteX3" fmla="*/ 5189073 w 5189073"/>
              <a:gd name="connsiteY3" fmla="*/ 2279572 h 2483708"/>
              <a:gd name="connsiteX4" fmla="*/ 4984937 w 5189073"/>
              <a:gd name="connsiteY4" fmla="*/ 2483708 h 2483708"/>
              <a:gd name="connsiteX5" fmla="*/ 0 w 5189073"/>
              <a:gd name="connsiteY5" fmla="*/ 2483708 h 2483708"/>
              <a:gd name="connsiteX0" fmla="*/ 0 w 5183410"/>
              <a:gd name="connsiteY0" fmla="*/ 0 h 2483708"/>
              <a:gd name="connsiteX1" fmla="*/ 4984937 w 5183410"/>
              <a:gd name="connsiteY1" fmla="*/ 0 h 2483708"/>
              <a:gd name="connsiteX2" fmla="*/ 5183410 w 5183410"/>
              <a:gd name="connsiteY2" fmla="*/ 198473 h 2483708"/>
              <a:gd name="connsiteX3" fmla="*/ 5183410 w 5183410"/>
              <a:gd name="connsiteY3" fmla="*/ 2279572 h 2483708"/>
              <a:gd name="connsiteX4" fmla="*/ 4979274 w 5183410"/>
              <a:gd name="connsiteY4" fmla="*/ 2483708 h 2483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83410" h="2483708">
                <a:moveTo>
                  <a:pt x="0" y="0"/>
                </a:moveTo>
                <a:lnTo>
                  <a:pt x="4984937" y="0"/>
                </a:lnTo>
                <a:lnTo>
                  <a:pt x="5183410" y="198473"/>
                </a:lnTo>
                <a:lnTo>
                  <a:pt x="5183410" y="2279572"/>
                </a:lnTo>
                <a:lnTo>
                  <a:pt x="4979274" y="2483708"/>
                </a:lnTo>
              </a:path>
            </a:pathLst>
          </a:custGeom>
          <a:noFill/>
          <a:ln>
            <a:solidFill>
              <a:schemeClr val="accent2"/>
            </a:solidFil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grpSp>
        <p:nvGrpSpPr>
          <p:cNvPr id="8" name="Group 4">
            <a:extLst>
              <a:ext uri="{FF2B5EF4-FFF2-40B4-BE49-F238E27FC236}">
                <a16:creationId xmlns:a16="http://schemas.microsoft.com/office/drawing/2014/main" id="{6430B586-B7C9-C8E1-8839-4B45B322193B}"/>
              </a:ext>
            </a:extLst>
          </p:cNvPr>
          <p:cNvGrpSpPr>
            <a:grpSpLocks noChangeAspect="1"/>
          </p:cNvGrpSpPr>
          <p:nvPr/>
        </p:nvGrpSpPr>
        <p:grpSpPr bwMode="auto">
          <a:xfrm flipH="1" flipV="1">
            <a:off x="3324921" y="5025049"/>
            <a:ext cx="871131" cy="685514"/>
            <a:chOff x="-305" y="203"/>
            <a:chExt cx="533" cy="470"/>
          </a:xfrm>
          <a:gradFill>
            <a:gsLst>
              <a:gs pos="34000">
                <a:schemeClr val="accent2"/>
              </a:gs>
              <a:gs pos="80000">
                <a:schemeClr val="accent1"/>
              </a:gs>
            </a:gsLst>
            <a:lin ang="8400000" scaled="0"/>
          </a:gradFill>
        </p:grpSpPr>
        <p:sp>
          <p:nvSpPr>
            <p:cNvPr id="9" name="Freeform 6">
              <a:extLst>
                <a:ext uri="{FF2B5EF4-FFF2-40B4-BE49-F238E27FC236}">
                  <a16:creationId xmlns:a16="http://schemas.microsoft.com/office/drawing/2014/main" id="{1865FEB3-AFF4-89E3-E21A-28D5193EC613}"/>
                </a:ext>
              </a:extLst>
            </p:cNvPr>
            <p:cNvSpPr>
              <a:spLocks/>
            </p:cNvSpPr>
            <p:nvPr/>
          </p:nvSpPr>
          <p:spPr bwMode="auto">
            <a:xfrm>
              <a:off x="-1" y="203"/>
              <a:ext cx="229" cy="470"/>
            </a:xfrm>
            <a:custGeom>
              <a:avLst/>
              <a:gdLst>
                <a:gd name="T0" fmla="*/ 1412 w 1603"/>
                <a:gd name="T1" fmla="*/ 0 h 3290"/>
                <a:gd name="T2" fmla="*/ 1479 w 1603"/>
                <a:gd name="T3" fmla="*/ 13 h 3290"/>
                <a:gd name="T4" fmla="*/ 1536 w 1603"/>
                <a:gd name="T5" fmla="*/ 45 h 3290"/>
                <a:gd name="T6" fmla="*/ 1577 w 1603"/>
                <a:gd name="T7" fmla="*/ 95 h 3290"/>
                <a:gd name="T8" fmla="*/ 1600 w 1603"/>
                <a:gd name="T9" fmla="*/ 157 h 3290"/>
                <a:gd name="T10" fmla="*/ 1603 w 1603"/>
                <a:gd name="T11" fmla="*/ 1105 h 3290"/>
                <a:gd name="T12" fmla="*/ 1599 w 1603"/>
                <a:gd name="T13" fmla="*/ 1362 h 3290"/>
                <a:gd name="T14" fmla="*/ 1584 w 1603"/>
                <a:gd name="T15" fmla="*/ 1597 h 3290"/>
                <a:gd name="T16" fmla="*/ 1560 w 1603"/>
                <a:gd name="T17" fmla="*/ 1809 h 3290"/>
                <a:gd name="T18" fmla="*/ 1528 w 1603"/>
                <a:gd name="T19" fmla="*/ 1998 h 3290"/>
                <a:gd name="T20" fmla="*/ 1485 w 1603"/>
                <a:gd name="T21" fmla="*/ 2164 h 3290"/>
                <a:gd name="T22" fmla="*/ 1413 w 1603"/>
                <a:gd name="T23" fmla="*/ 2353 h 3290"/>
                <a:gd name="T24" fmla="*/ 1317 w 1603"/>
                <a:gd name="T25" fmla="*/ 2531 h 3290"/>
                <a:gd name="T26" fmla="*/ 1195 w 1603"/>
                <a:gd name="T27" fmla="*/ 2700 h 3290"/>
                <a:gd name="T28" fmla="*/ 1047 w 1603"/>
                <a:gd name="T29" fmla="*/ 2859 h 3290"/>
                <a:gd name="T30" fmla="*/ 888 w 1603"/>
                <a:gd name="T31" fmla="*/ 2996 h 3290"/>
                <a:gd name="T32" fmla="*/ 710 w 1603"/>
                <a:gd name="T33" fmla="*/ 3118 h 3290"/>
                <a:gd name="T34" fmla="*/ 512 w 1603"/>
                <a:gd name="T35" fmla="*/ 3227 h 3290"/>
                <a:gd name="T36" fmla="*/ 373 w 1603"/>
                <a:gd name="T37" fmla="*/ 3286 h 3290"/>
                <a:gd name="T38" fmla="*/ 309 w 1603"/>
                <a:gd name="T39" fmla="*/ 3290 h 3290"/>
                <a:gd name="T40" fmla="*/ 246 w 1603"/>
                <a:gd name="T41" fmla="*/ 3272 h 3290"/>
                <a:gd name="T42" fmla="*/ 194 w 1603"/>
                <a:gd name="T43" fmla="*/ 3236 h 3290"/>
                <a:gd name="T44" fmla="*/ 156 w 1603"/>
                <a:gd name="T45" fmla="*/ 3182 h 3290"/>
                <a:gd name="T46" fmla="*/ 7 w 1603"/>
                <a:gd name="T47" fmla="*/ 2862 h 3290"/>
                <a:gd name="T48" fmla="*/ 0 w 1603"/>
                <a:gd name="T49" fmla="*/ 2801 h 3290"/>
                <a:gd name="T50" fmla="*/ 12 w 1603"/>
                <a:gd name="T51" fmla="*/ 2743 h 3290"/>
                <a:gd name="T52" fmla="*/ 40 w 1603"/>
                <a:gd name="T53" fmla="*/ 2691 h 3290"/>
                <a:gd name="T54" fmla="*/ 86 w 1603"/>
                <a:gd name="T55" fmla="*/ 2650 h 3290"/>
                <a:gd name="T56" fmla="*/ 191 w 1603"/>
                <a:gd name="T57" fmla="*/ 2598 h 3290"/>
                <a:gd name="T58" fmla="*/ 331 w 1603"/>
                <a:gd name="T59" fmla="*/ 2518 h 3290"/>
                <a:gd name="T60" fmla="*/ 451 w 1603"/>
                <a:gd name="T61" fmla="*/ 2428 h 3290"/>
                <a:gd name="T62" fmla="*/ 551 w 1603"/>
                <a:gd name="T63" fmla="*/ 2329 h 3290"/>
                <a:gd name="T64" fmla="*/ 632 w 1603"/>
                <a:gd name="T65" fmla="*/ 2219 h 3290"/>
                <a:gd name="T66" fmla="*/ 696 w 1603"/>
                <a:gd name="T67" fmla="*/ 2095 h 3290"/>
                <a:gd name="T68" fmla="*/ 746 w 1603"/>
                <a:gd name="T69" fmla="*/ 1956 h 3290"/>
                <a:gd name="T70" fmla="*/ 781 w 1603"/>
                <a:gd name="T71" fmla="*/ 1803 h 3290"/>
                <a:gd name="T72" fmla="*/ 800 w 1603"/>
                <a:gd name="T73" fmla="*/ 1634 h 3290"/>
                <a:gd name="T74" fmla="*/ 248 w 1603"/>
                <a:gd name="T75" fmla="*/ 1545 h 3290"/>
                <a:gd name="T76" fmla="*/ 181 w 1603"/>
                <a:gd name="T77" fmla="*/ 1533 h 3290"/>
                <a:gd name="T78" fmla="*/ 124 w 1603"/>
                <a:gd name="T79" fmla="*/ 1500 h 3290"/>
                <a:gd name="T80" fmla="*/ 82 w 1603"/>
                <a:gd name="T81" fmla="*/ 1450 h 3290"/>
                <a:gd name="T82" fmla="*/ 60 w 1603"/>
                <a:gd name="T83" fmla="*/ 1388 h 3290"/>
                <a:gd name="T84" fmla="*/ 56 w 1603"/>
                <a:gd name="T85" fmla="*/ 191 h 3290"/>
                <a:gd name="T86" fmla="*/ 69 w 1603"/>
                <a:gd name="T87" fmla="*/ 125 h 3290"/>
                <a:gd name="T88" fmla="*/ 101 w 1603"/>
                <a:gd name="T89" fmla="*/ 68 h 3290"/>
                <a:gd name="T90" fmla="*/ 151 w 1603"/>
                <a:gd name="T91" fmla="*/ 26 h 3290"/>
                <a:gd name="T92" fmla="*/ 214 w 1603"/>
                <a:gd name="T93" fmla="*/ 4 h 3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03" h="3290">
                  <a:moveTo>
                    <a:pt x="248" y="0"/>
                  </a:moveTo>
                  <a:lnTo>
                    <a:pt x="1412" y="0"/>
                  </a:lnTo>
                  <a:lnTo>
                    <a:pt x="1446" y="4"/>
                  </a:lnTo>
                  <a:lnTo>
                    <a:pt x="1479" y="13"/>
                  </a:lnTo>
                  <a:lnTo>
                    <a:pt x="1508" y="26"/>
                  </a:lnTo>
                  <a:lnTo>
                    <a:pt x="1536" y="45"/>
                  </a:lnTo>
                  <a:lnTo>
                    <a:pt x="1558" y="68"/>
                  </a:lnTo>
                  <a:lnTo>
                    <a:pt x="1577" y="95"/>
                  </a:lnTo>
                  <a:lnTo>
                    <a:pt x="1591" y="125"/>
                  </a:lnTo>
                  <a:lnTo>
                    <a:pt x="1600" y="157"/>
                  </a:lnTo>
                  <a:lnTo>
                    <a:pt x="1603" y="191"/>
                  </a:lnTo>
                  <a:lnTo>
                    <a:pt x="1603" y="1105"/>
                  </a:lnTo>
                  <a:lnTo>
                    <a:pt x="1602" y="1236"/>
                  </a:lnTo>
                  <a:lnTo>
                    <a:pt x="1599" y="1362"/>
                  </a:lnTo>
                  <a:lnTo>
                    <a:pt x="1592" y="1483"/>
                  </a:lnTo>
                  <a:lnTo>
                    <a:pt x="1584" y="1597"/>
                  </a:lnTo>
                  <a:lnTo>
                    <a:pt x="1574" y="1706"/>
                  </a:lnTo>
                  <a:lnTo>
                    <a:pt x="1560" y="1809"/>
                  </a:lnTo>
                  <a:lnTo>
                    <a:pt x="1546" y="1906"/>
                  </a:lnTo>
                  <a:lnTo>
                    <a:pt x="1528" y="1998"/>
                  </a:lnTo>
                  <a:lnTo>
                    <a:pt x="1507" y="2084"/>
                  </a:lnTo>
                  <a:lnTo>
                    <a:pt x="1485" y="2164"/>
                  </a:lnTo>
                  <a:lnTo>
                    <a:pt x="1453" y="2259"/>
                  </a:lnTo>
                  <a:lnTo>
                    <a:pt x="1413" y="2353"/>
                  </a:lnTo>
                  <a:lnTo>
                    <a:pt x="1368" y="2443"/>
                  </a:lnTo>
                  <a:lnTo>
                    <a:pt x="1317" y="2531"/>
                  </a:lnTo>
                  <a:lnTo>
                    <a:pt x="1259" y="2617"/>
                  </a:lnTo>
                  <a:lnTo>
                    <a:pt x="1195" y="2700"/>
                  </a:lnTo>
                  <a:lnTo>
                    <a:pt x="1124" y="2781"/>
                  </a:lnTo>
                  <a:lnTo>
                    <a:pt x="1047" y="2859"/>
                  </a:lnTo>
                  <a:lnTo>
                    <a:pt x="970" y="2930"/>
                  </a:lnTo>
                  <a:lnTo>
                    <a:pt x="888" y="2996"/>
                  </a:lnTo>
                  <a:lnTo>
                    <a:pt x="801" y="3058"/>
                  </a:lnTo>
                  <a:lnTo>
                    <a:pt x="710" y="3118"/>
                  </a:lnTo>
                  <a:lnTo>
                    <a:pt x="612" y="3174"/>
                  </a:lnTo>
                  <a:lnTo>
                    <a:pt x="512" y="3227"/>
                  </a:lnTo>
                  <a:lnTo>
                    <a:pt x="405" y="3276"/>
                  </a:lnTo>
                  <a:lnTo>
                    <a:pt x="373" y="3286"/>
                  </a:lnTo>
                  <a:lnTo>
                    <a:pt x="340" y="3290"/>
                  </a:lnTo>
                  <a:lnTo>
                    <a:pt x="309" y="3290"/>
                  </a:lnTo>
                  <a:lnTo>
                    <a:pt x="277" y="3284"/>
                  </a:lnTo>
                  <a:lnTo>
                    <a:pt x="246" y="3272"/>
                  </a:lnTo>
                  <a:lnTo>
                    <a:pt x="219" y="3256"/>
                  </a:lnTo>
                  <a:lnTo>
                    <a:pt x="194" y="3236"/>
                  </a:lnTo>
                  <a:lnTo>
                    <a:pt x="173" y="3211"/>
                  </a:lnTo>
                  <a:lnTo>
                    <a:pt x="156" y="3182"/>
                  </a:lnTo>
                  <a:lnTo>
                    <a:pt x="18" y="2891"/>
                  </a:lnTo>
                  <a:lnTo>
                    <a:pt x="7" y="2862"/>
                  </a:lnTo>
                  <a:lnTo>
                    <a:pt x="1" y="2831"/>
                  </a:lnTo>
                  <a:lnTo>
                    <a:pt x="0" y="2801"/>
                  </a:lnTo>
                  <a:lnTo>
                    <a:pt x="3" y="2771"/>
                  </a:lnTo>
                  <a:lnTo>
                    <a:pt x="12" y="2743"/>
                  </a:lnTo>
                  <a:lnTo>
                    <a:pt x="24" y="2716"/>
                  </a:lnTo>
                  <a:lnTo>
                    <a:pt x="40" y="2691"/>
                  </a:lnTo>
                  <a:lnTo>
                    <a:pt x="61" y="2668"/>
                  </a:lnTo>
                  <a:lnTo>
                    <a:pt x="86" y="2650"/>
                  </a:lnTo>
                  <a:lnTo>
                    <a:pt x="113" y="2634"/>
                  </a:lnTo>
                  <a:lnTo>
                    <a:pt x="191" y="2598"/>
                  </a:lnTo>
                  <a:lnTo>
                    <a:pt x="263" y="2560"/>
                  </a:lnTo>
                  <a:lnTo>
                    <a:pt x="331" y="2518"/>
                  </a:lnTo>
                  <a:lnTo>
                    <a:pt x="394" y="2474"/>
                  </a:lnTo>
                  <a:lnTo>
                    <a:pt x="451" y="2428"/>
                  </a:lnTo>
                  <a:lnTo>
                    <a:pt x="504" y="2380"/>
                  </a:lnTo>
                  <a:lnTo>
                    <a:pt x="551" y="2329"/>
                  </a:lnTo>
                  <a:lnTo>
                    <a:pt x="593" y="2276"/>
                  </a:lnTo>
                  <a:lnTo>
                    <a:pt x="632" y="2219"/>
                  </a:lnTo>
                  <a:lnTo>
                    <a:pt x="666" y="2159"/>
                  </a:lnTo>
                  <a:lnTo>
                    <a:pt x="696" y="2095"/>
                  </a:lnTo>
                  <a:lnTo>
                    <a:pt x="723" y="2027"/>
                  </a:lnTo>
                  <a:lnTo>
                    <a:pt x="746" y="1956"/>
                  </a:lnTo>
                  <a:lnTo>
                    <a:pt x="765" y="1881"/>
                  </a:lnTo>
                  <a:lnTo>
                    <a:pt x="781" y="1803"/>
                  </a:lnTo>
                  <a:lnTo>
                    <a:pt x="794" y="1720"/>
                  </a:lnTo>
                  <a:lnTo>
                    <a:pt x="800" y="1634"/>
                  </a:lnTo>
                  <a:lnTo>
                    <a:pt x="805" y="1545"/>
                  </a:lnTo>
                  <a:lnTo>
                    <a:pt x="248" y="1545"/>
                  </a:lnTo>
                  <a:lnTo>
                    <a:pt x="214" y="1542"/>
                  </a:lnTo>
                  <a:lnTo>
                    <a:pt x="181" y="1533"/>
                  </a:lnTo>
                  <a:lnTo>
                    <a:pt x="151" y="1519"/>
                  </a:lnTo>
                  <a:lnTo>
                    <a:pt x="124" y="1500"/>
                  </a:lnTo>
                  <a:lnTo>
                    <a:pt x="101" y="1477"/>
                  </a:lnTo>
                  <a:lnTo>
                    <a:pt x="82" y="1450"/>
                  </a:lnTo>
                  <a:lnTo>
                    <a:pt x="69" y="1421"/>
                  </a:lnTo>
                  <a:lnTo>
                    <a:pt x="60" y="1388"/>
                  </a:lnTo>
                  <a:lnTo>
                    <a:pt x="56" y="1354"/>
                  </a:lnTo>
                  <a:lnTo>
                    <a:pt x="56" y="191"/>
                  </a:lnTo>
                  <a:lnTo>
                    <a:pt x="60" y="157"/>
                  </a:lnTo>
                  <a:lnTo>
                    <a:pt x="69" y="125"/>
                  </a:lnTo>
                  <a:lnTo>
                    <a:pt x="82" y="95"/>
                  </a:lnTo>
                  <a:lnTo>
                    <a:pt x="101" y="68"/>
                  </a:lnTo>
                  <a:lnTo>
                    <a:pt x="124" y="45"/>
                  </a:lnTo>
                  <a:lnTo>
                    <a:pt x="151" y="26"/>
                  </a:lnTo>
                  <a:lnTo>
                    <a:pt x="181" y="13"/>
                  </a:lnTo>
                  <a:lnTo>
                    <a:pt x="214" y="4"/>
                  </a:lnTo>
                  <a:lnTo>
                    <a:pt x="24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akkal Majalla" panose="02000000000000000000" pitchFamily="2" charset="-78"/>
                <a:cs typeface="Sakkal Majalla" panose="02000000000000000000" pitchFamily="2" charset="-78"/>
              </a:endParaRPr>
            </a:p>
          </p:txBody>
        </p:sp>
        <p:sp>
          <p:nvSpPr>
            <p:cNvPr id="10" name="Freeform 7">
              <a:extLst>
                <a:ext uri="{FF2B5EF4-FFF2-40B4-BE49-F238E27FC236}">
                  <a16:creationId xmlns:a16="http://schemas.microsoft.com/office/drawing/2014/main" id="{2C80CFC8-B066-9893-B4DA-EDA183D62031}"/>
                </a:ext>
              </a:extLst>
            </p:cNvPr>
            <p:cNvSpPr>
              <a:spLocks/>
            </p:cNvSpPr>
            <p:nvPr/>
          </p:nvSpPr>
          <p:spPr bwMode="auto">
            <a:xfrm>
              <a:off x="-305" y="203"/>
              <a:ext cx="229" cy="470"/>
            </a:xfrm>
            <a:custGeom>
              <a:avLst/>
              <a:gdLst>
                <a:gd name="T0" fmla="*/ 1413 w 1604"/>
                <a:gd name="T1" fmla="*/ 0 h 3290"/>
                <a:gd name="T2" fmla="*/ 1479 w 1604"/>
                <a:gd name="T3" fmla="*/ 13 h 3290"/>
                <a:gd name="T4" fmla="*/ 1536 w 1604"/>
                <a:gd name="T5" fmla="*/ 45 h 3290"/>
                <a:gd name="T6" fmla="*/ 1578 w 1604"/>
                <a:gd name="T7" fmla="*/ 95 h 3290"/>
                <a:gd name="T8" fmla="*/ 1601 w 1604"/>
                <a:gd name="T9" fmla="*/ 157 h 3290"/>
                <a:gd name="T10" fmla="*/ 1604 w 1604"/>
                <a:gd name="T11" fmla="*/ 1105 h 3290"/>
                <a:gd name="T12" fmla="*/ 1599 w 1604"/>
                <a:gd name="T13" fmla="*/ 1364 h 3290"/>
                <a:gd name="T14" fmla="*/ 1585 w 1604"/>
                <a:gd name="T15" fmla="*/ 1599 h 3290"/>
                <a:gd name="T16" fmla="*/ 1561 w 1604"/>
                <a:gd name="T17" fmla="*/ 1812 h 3290"/>
                <a:gd name="T18" fmla="*/ 1528 w 1604"/>
                <a:gd name="T19" fmla="*/ 2001 h 3290"/>
                <a:gd name="T20" fmla="*/ 1485 w 1604"/>
                <a:gd name="T21" fmla="*/ 2166 h 3290"/>
                <a:gd name="T22" fmla="*/ 1414 w 1604"/>
                <a:gd name="T23" fmla="*/ 2354 h 3290"/>
                <a:gd name="T24" fmla="*/ 1316 w 1604"/>
                <a:gd name="T25" fmla="*/ 2531 h 3290"/>
                <a:gd name="T26" fmla="*/ 1194 w 1604"/>
                <a:gd name="T27" fmla="*/ 2700 h 3290"/>
                <a:gd name="T28" fmla="*/ 1046 w 1604"/>
                <a:gd name="T29" fmla="*/ 2859 h 3290"/>
                <a:gd name="T30" fmla="*/ 886 w 1604"/>
                <a:gd name="T31" fmla="*/ 2996 h 3290"/>
                <a:gd name="T32" fmla="*/ 707 w 1604"/>
                <a:gd name="T33" fmla="*/ 3118 h 3290"/>
                <a:gd name="T34" fmla="*/ 511 w 1604"/>
                <a:gd name="T35" fmla="*/ 3226 h 3290"/>
                <a:gd name="T36" fmla="*/ 374 w 1604"/>
                <a:gd name="T37" fmla="*/ 3285 h 3290"/>
                <a:gd name="T38" fmla="*/ 309 w 1604"/>
                <a:gd name="T39" fmla="*/ 3289 h 3290"/>
                <a:gd name="T40" fmla="*/ 247 w 1604"/>
                <a:gd name="T41" fmla="*/ 3272 h 3290"/>
                <a:gd name="T42" fmla="*/ 195 w 1604"/>
                <a:gd name="T43" fmla="*/ 3235 h 3290"/>
                <a:gd name="T44" fmla="*/ 156 w 1604"/>
                <a:gd name="T45" fmla="*/ 3181 h 3290"/>
                <a:gd name="T46" fmla="*/ 7 w 1604"/>
                <a:gd name="T47" fmla="*/ 2862 h 3290"/>
                <a:gd name="T48" fmla="*/ 0 w 1604"/>
                <a:gd name="T49" fmla="*/ 2801 h 3290"/>
                <a:gd name="T50" fmla="*/ 11 w 1604"/>
                <a:gd name="T51" fmla="*/ 2743 h 3290"/>
                <a:gd name="T52" fmla="*/ 41 w 1604"/>
                <a:gd name="T53" fmla="*/ 2691 h 3290"/>
                <a:gd name="T54" fmla="*/ 86 w 1604"/>
                <a:gd name="T55" fmla="*/ 2650 h 3290"/>
                <a:gd name="T56" fmla="*/ 191 w 1604"/>
                <a:gd name="T57" fmla="*/ 2598 h 3290"/>
                <a:gd name="T58" fmla="*/ 332 w 1604"/>
                <a:gd name="T59" fmla="*/ 2518 h 3290"/>
                <a:gd name="T60" fmla="*/ 452 w 1604"/>
                <a:gd name="T61" fmla="*/ 2428 h 3290"/>
                <a:gd name="T62" fmla="*/ 551 w 1604"/>
                <a:gd name="T63" fmla="*/ 2329 h 3290"/>
                <a:gd name="T64" fmla="*/ 632 w 1604"/>
                <a:gd name="T65" fmla="*/ 2219 h 3290"/>
                <a:gd name="T66" fmla="*/ 697 w 1604"/>
                <a:gd name="T67" fmla="*/ 2095 h 3290"/>
                <a:gd name="T68" fmla="*/ 746 w 1604"/>
                <a:gd name="T69" fmla="*/ 1956 h 3290"/>
                <a:gd name="T70" fmla="*/ 782 w 1604"/>
                <a:gd name="T71" fmla="*/ 1803 h 3290"/>
                <a:gd name="T72" fmla="*/ 801 w 1604"/>
                <a:gd name="T73" fmla="*/ 1634 h 3290"/>
                <a:gd name="T74" fmla="*/ 248 w 1604"/>
                <a:gd name="T75" fmla="*/ 1545 h 3290"/>
                <a:gd name="T76" fmla="*/ 181 w 1604"/>
                <a:gd name="T77" fmla="*/ 1533 h 3290"/>
                <a:gd name="T78" fmla="*/ 125 w 1604"/>
                <a:gd name="T79" fmla="*/ 1500 h 3290"/>
                <a:gd name="T80" fmla="*/ 83 w 1604"/>
                <a:gd name="T81" fmla="*/ 1450 h 3290"/>
                <a:gd name="T82" fmla="*/ 60 w 1604"/>
                <a:gd name="T83" fmla="*/ 1388 h 3290"/>
                <a:gd name="T84" fmla="*/ 57 w 1604"/>
                <a:gd name="T85" fmla="*/ 191 h 3290"/>
                <a:gd name="T86" fmla="*/ 69 w 1604"/>
                <a:gd name="T87" fmla="*/ 125 h 3290"/>
                <a:gd name="T88" fmla="*/ 102 w 1604"/>
                <a:gd name="T89" fmla="*/ 68 h 3290"/>
                <a:gd name="T90" fmla="*/ 152 w 1604"/>
                <a:gd name="T91" fmla="*/ 26 h 3290"/>
                <a:gd name="T92" fmla="*/ 214 w 1604"/>
                <a:gd name="T93" fmla="*/ 4 h 3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04" h="3290">
                  <a:moveTo>
                    <a:pt x="248" y="0"/>
                  </a:moveTo>
                  <a:lnTo>
                    <a:pt x="1413" y="0"/>
                  </a:lnTo>
                  <a:lnTo>
                    <a:pt x="1446" y="4"/>
                  </a:lnTo>
                  <a:lnTo>
                    <a:pt x="1479" y="13"/>
                  </a:lnTo>
                  <a:lnTo>
                    <a:pt x="1509" y="26"/>
                  </a:lnTo>
                  <a:lnTo>
                    <a:pt x="1536" y="45"/>
                  </a:lnTo>
                  <a:lnTo>
                    <a:pt x="1559" y="68"/>
                  </a:lnTo>
                  <a:lnTo>
                    <a:pt x="1578" y="95"/>
                  </a:lnTo>
                  <a:lnTo>
                    <a:pt x="1591" y="125"/>
                  </a:lnTo>
                  <a:lnTo>
                    <a:pt x="1601" y="157"/>
                  </a:lnTo>
                  <a:lnTo>
                    <a:pt x="1604" y="191"/>
                  </a:lnTo>
                  <a:lnTo>
                    <a:pt x="1604" y="1105"/>
                  </a:lnTo>
                  <a:lnTo>
                    <a:pt x="1603" y="1237"/>
                  </a:lnTo>
                  <a:lnTo>
                    <a:pt x="1599" y="1364"/>
                  </a:lnTo>
                  <a:lnTo>
                    <a:pt x="1593" y="1485"/>
                  </a:lnTo>
                  <a:lnTo>
                    <a:pt x="1585" y="1599"/>
                  </a:lnTo>
                  <a:lnTo>
                    <a:pt x="1574" y="1709"/>
                  </a:lnTo>
                  <a:lnTo>
                    <a:pt x="1561" y="1812"/>
                  </a:lnTo>
                  <a:lnTo>
                    <a:pt x="1546" y="1909"/>
                  </a:lnTo>
                  <a:lnTo>
                    <a:pt x="1528" y="2001"/>
                  </a:lnTo>
                  <a:lnTo>
                    <a:pt x="1508" y="2087"/>
                  </a:lnTo>
                  <a:lnTo>
                    <a:pt x="1485" y="2166"/>
                  </a:lnTo>
                  <a:lnTo>
                    <a:pt x="1452" y="2261"/>
                  </a:lnTo>
                  <a:lnTo>
                    <a:pt x="1414" y="2354"/>
                  </a:lnTo>
                  <a:lnTo>
                    <a:pt x="1368" y="2444"/>
                  </a:lnTo>
                  <a:lnTo>
                    <a:pt x="1316" y="2531"/>
                  </a:lnTo>
                  <a:lnTo>
                    <a:pt x="1258" y="2617"/>
                  </a:lnTo>
                  <a:lnTo>
                    <a:pt x="1194" y="2700"/>
                  </a:lnTo>
                  <a:lnTo>
                    <a:pt x="1123" y="2781"/>
                  </a:lnTo>
                  <a:lnTo>
                    <a:pt x="1046" y="2859"/>
                  </a:lnTo>
                  <a:lnTo>
                    <a:pt x="967" y="2930"/>
                  </a:lnTo>
                  <a:lnTo>
                    <a:pt x="886" y="2996"/>
                  </a:lnTo>
                  <a:lnTo>
                    <a:pt x="799" y="3058"/>
                  </a:lnTo>
                  <a:lnTo>
                    <a:pt x="707" y="3118"/>
                  </a:lnTo>
                  <a:lnTo>
                    <a:pt x="612" y="3174"/>
                  </a:lnTo>
                  <a:lnTo>
                    <a:pt x="511" y="3226"/>
                  </a:lnTo>
                  <a:lnTo>
                    <a:pt x="406" y="3275"/>
                  </a:lnTo>
                  <a:lnTo>
                    <a:pt x="374" y="3285"/>
                  </a:lnTo>
                  <a:lnTo>
                    <a:pt x="341" y="3290"/>
                  </a:lnTo>
                  <a:lnTo>
                    <a:pt x="309" y="3289"/>
                  </a:lnTo>
                  <a:lnTo>
                    <a:pt x="278" y="3284"/>
                  </a:lnTo>
                  <a:lnTo>
                    <a:pt x="247" y="3272"/>
                  </a:lnTo>
                  <a:lnTo>
                    <a:pt x="220" y="3256"/>
                  </a:lnTo>
                  <a:lnTo>
                    <a:pt x="195" y="3235"/>
                  </a:lnTo>
                  <a:lnTo>
                    <a:pt x="173" y="3210"/>
                  </a:lnTo>
                  <a:lnTo>
                    <a:pt x="156" y="3181"/>
                  </a:lnTo>
                  <a:lnTo>
                    <a:pt x="18" y="2891"/>
                  </a:lnTo>
                  <a:lnTo>
                    <a:pt x="7" y="2862"/>
                  </a:lnTo>
                  <a:lnTo>
                    <a:pt x="1" y="2831"/>
                  </a:lnTo>
                  <a:lnTo>
                    <a:pt x="0" y="2801"/>
                  </a:lnTo>
                  <a:lnTo>
                    <a:pt x="3" y="2771"/>
                  </a:lnTo>
                  <a:lnTo>
                    <a:pt x="11" y="2743"/>
                  </a:lnTo>
                  <a:lnTo>
                    <a:pt x="24" y="2716"/>
                  </a:lnTo>
                  <a:lnTo>
                    <a:pt x="41" y="2691"/>
                  </a:lnTo>
                  <a:lnTo>
                    <a:pt x="61" y="2668"/>
                  </a:lnTo>
                  <a:lnTo>
                    <a:pt x="86" y="2650"/>
                  </a:lnTo>
                  <a:lnTo>
                    <a:pt x="113" y="2634"/>
                  </a:lnTo>
                  <a:lnTo>
                    <a:pt x="191" y="2598"/>
                  </a:lnTo>
                  <a:lnTo>
                    <a:pt x="264" y="2560"/>
                  </a:lnTo>
                  <a:lnTo>
                    <a:pt x="332" y="2518"/>
                  </a:lnTo>
                  <a:lnTo>
                    <a:pt x="394" y="2474"/>
                  </a:lnTo>
                  <a:lnTo>
                    <a:pt x="452" y="2428"/>
                  </a:lnTo>
                  <a:lnTo>
                    <a:pt x="504" y="2380"/>
                  </a:lnTo>
                  <a:lnTo>
                    <a:pt x="551" y="2329"/>
                  </a:lnTo>
                  <a:lnTo>
                    <a:pt x="594" y="2276"/>
                  </a:lnTo>
                  <a:lnTo>
                    <a:pt x="632" y="2219"/>
                  </a:lnTo>
                  <a:lnTo>
                    <a:pt x="666" y="2159"/>
                  </a:lnTo>
                  <a:lnTo>
                    <a:pt x="697" y="2095"/>
                  </a:lnTo>
                  <a:lnTo>
                    <a:pt x="724" y="2027"/>
                  </a:lnTo>
                  <a:lnTo>
                    <a:pt x="746" y="1956"/>
                  </a:lnTo>
                  <a:lnTo>
                    <a:pt x="766" y="1881"/>
                  </a:lnTo>
                  <a:lnTo>
                    <a:pt x="782" y="1803"/>
                  </a:lnTo>
                  <a:lnTo>
                    <a:pt x="793" y="1720"/>
                  </a:lnTo>
                  <a:lnTo>
                    <a:pt x="801" y="1634"/>
                  </a:lnTo>
                  <a:lnTo>
                    <a:pt x="805" y="1545"/>
                  </a:lnTo>
                  <a:lnTo>
                    <a:pt x="248" y="1545"/>
                  </a:lnTo>
                  <a:lnTo>
                    <a:pt x="214" y="1542"/>
                  </a:lnTo>
                  <a:lnTo>
                    <a:pt x="181" y="1533"/>
                  </a:lnTo>
                  <a:lnTo>
                    <a:pt x="152" y="1519"/>
                  </a:lnTo>
                  <a:lnTo>
                    <a:pt x="125" y="1500"/>
                  </a:lnTo>
                  <a:lnTo>
                    <a:pt x="102" y="1477"/>
                  </a:lnTo>
                  <a:lnTo>
                    <a:pt x="83" y="1450"/>
                  </a:lnTo>
                  <a:lnTo>
                    <a:pt x="69" y="1421"/>
                  </a:lnTo>
                  <a:lnTo>
                    <a:pt x="60" y="1388"/>
                  </a:lnTo>
                  <a:lnTo>
                    <a:pt x="57" y="1354"/>
                  </a:lnTo>
                  <a:lnTo>
                    <a:pt x="57" y="191"/>
                  </a:lnTo>
                  <a:lnTo>
                    <a:pt x="60" y="157"/>
                  </a:lnTo>
                  <a:lnTo>
                    <a:pt x="69" y="125"/>
                  </a:lnTo>
                  <a:lnTo>
                    <a:pt x="83" y="95"/>
                  </a:lnTo>
                  <a:lnTo>
                    <a:pt x="102" y="68"/>
                  </a:lnTo>
                  <a:lnTo>
                    <a:pt x="125" y="45"/>
                  </a:lnTo>
                  <a:lnTo>
                    <a:pt x="152" y="26"/>
                  </a:lnTo>
                  <a:lnTo>
                    <a:pt x="181" y="13"/>
                  </a:lnTo>
                  <a:lnTo>
                    <a:pt x="214" y="4"/>
                  </a:lnTo>
                  <a:lnTo>
                    <a:pt x="24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akkal Majalla" panose="02000000000000000000" pitchFamily="2" charset="-78"/>
                <a:cs typeface="Sakkal Majalla" panose="02000000000000000000" pitchFamily="2" charset="-78"/>
              </a:endParaRPr>
            </a:p>
          </p:txBody>
        </p:sp>
      </p:grpSp>
      <p:sp>
        <p:nvSpPr>
          <p:cNvPr id="11" name="Snip Diagonal Corner Rectangle 29">
            <a:extLst>
              <a:ext uri="{FF2B5EF4-FFF2-40B4-BE49-F238E27FC236}">
                <a16:creationId xmlns:a16="http://schemas.microsoft.com/office/drawing/2014/main" id="{A8A0D0E3-22F4-13B1-AEDD-ED9CC3C2365B}"/>
              </a:ext>
            </a:extLst>
          </p:cNvPr>
          <p:cNvSpPr/>
          <p:nvPr/>
        </p:nvSpPr>
        <p:spPr>
          <a:xfrm>
            <a:off x="1281153" y="1588055"/>
            <a:ext cx="349572" cy="361983"/>
          </a:xfrm>
          <a:custGeom>
            <a:avLst/>
            <a:gdLst>
              <a:gd name="connsiteX0" fmla="*/ 256248 w 7434648"/>
              <a:gd name="connsiteY0" fmla="*/ 0 h 3117755"/>
              <a:gd name="connsiteX1" fmla="*/ 7185508 w 7434648"/>
              <a:gd name="connsiteY1" fmla="*/ 0 h 3117755"/>
              <a:gd name="connsiteX2" fmla="*/ 7434648 w 7434648"/>
              <a:gd name="connsiteY2" fmla="*/ 249140 h 3117755"/>
              <a:gd name="connsiteX3" fmla="*/ 7434648 w 7434648"/>
              <a:gd name="connsiteY3" fmla="*/ 2861507 h 3117755"/>
              <a:gd name="connsiteX4" fmla="*/ 7178400 w 7434648"/>
              <a:gd name="connsiteY4" fmla="*/ 3117755 h 3117755"/>
              <a:gd name="connsiteX5" fmla="*/ 249140 w 7434648"/>
              <a:gd name="connsiteY5" fmla="*/ 3117755 h 3117755"/>
              <a:gd name="connsiteX6" fmla="*/ 0 w 7434648"/>
              <a:gd name="connsiteY6" fmla="*/ 2868615 h 3117755"/>
              <a:gd name="connsiteX7" fmla="*/ 0 w 7434648"/>
              <a:gd name="connsiteY7" fmla="*/ 256248 h 3117755"/>
              <a:gd name="connsiteX8" fmla="*/ 256248 w 7434648"/>
              <a:gd name="connsiteY8" fmla="*/ 0 h 3117755"/>
              <a:gd name="connsiteX0" fmla="*/ 0 w 7434648"/>
              <a:gd name="connsiteY0" fmla="*/ 2868615 h 3117755"/>
              <a:gd name="connsiteX1" fmla="*/ 0 w 7434648"/>
              <a:gd name="connsiteY1" fmla="*/ 256248 h 3117755"/>
              <a:gd name="connsiteX2" fmla="*/ 256248 w 7434648"/>
              <a:gd name="connsiteY2" fmla="*/ 0 h 3117755"/>
              <a:gd name="connsiteX3" fmla="*/ 7185508 w 7434648"/>
              <a:gd name="connsiteY3" fmla="*/ 0 h 3117755"/>
              <a:gd name="connsiteX4" fmla="*/ 7434648 w 7434648"/>
              <a:gd name="connsiteY4" fmla="*/ 249140 h 3117755"/>
              <a:gd name="connsiteX5" fmla="*/ 7434648 w 7434648"/>
              <a:gd name="connsiteY5" fmla="*/ 2861507 h 3117755"/>
              <a:gd name="connsiteX6" fmla="*/ 7178400 w 7434648"/>
              <a:gd name="connsiteY6" fmla="*/ 3117755 h 3117755"/>
              <a:gd name="connsiteX7" fmla="*/ 249140 w 7434648"/>
              <a:gd name="connsiteY7" fmla="*/ 3117755 h 3117755"/>
              <a:gd name="connsiteX8" fmla="*/ 91440 w 7434648"/>
              <a:gd name="connsiteY8" fmla="*/ 2960055 h 3117755"/>
              <a:gd name="connsiteX0" fmla="*/ 0 w 7434648"/>
              <a:gd name="connsiteY0" fmla="*/ 2868615 h 3117755"/>
              <a:gd name="connsiteX1" fmla="*/ 0 w 7434648"/>
              <a:gd name="connsiteY1" fmla="*/ 256248 h 3117755"/>
              <a:gd name="connsiteX2" fmla="*/ 256248 w 7434648"/>
              <a:gd name="connsiteY2" fmla="*/ 0 h 3117755"/>
              <a:gd name="connsiteX3" fmla="*/ 7185508 w 7434648"/>
              <a:gd name="connsiteY3" fmla="*/ 0 h 3117755"/>
              <a:gd name="connsiteX4" fmla="*/ 7434648 w 7434648"/>
              <a:gd name="connsiteY4" fmla="*/ 249140 h 3117755"/>
              <a:gd name="connsiteX5" fmla="*/ 7434648 w 7434648"/>
              <a:gd name="connsiteY5" fmla="*/ 2861507 h 3117755"/>
              <a:gd name="connsiteX6" fmla="*/ 7178400 w 7434648"/>
              <a:gd name="connsiteY6" fmla="*/ 3117755 h 3117755"/>
              <a:gd name="connsiteX7" fmla="*/ 249140 w 7434648"/>
              <a:gd name="connsiteY7" fmla="*/ 3117755 h 3117755"/>
              <a:gd name="connsiteX0" fmla="*/ 0 w 7434648"/>
              <a:gd name="connsiteY0" fmla="*/ 256248 h 3117755"/>
              <a:gd name="connsiteX1" fmla="*/ 256248 w 7434648"/>
              <a:gd name="connsiteY1" fmla="*/ 0 h 3117755"/>
              <a:gd name="connsiteX2" fmla="*/ 7185508 w 7434648"/>
              <a:gd name="connsiteY2" fmla="*/ 0 h 3117755"/>
              <a:gd name="connsiteX3" fmla="*/ 7434648 w 7434648"/>
              <a:gd name="connsiteY3" fmla="*/ 249140 h 3117755"/>
              <a:gd name="connsiteX4" fmla="*/ 7434648 w 7434648"/>
              <a:gd name="connsiteY4" fmla="*/ 2861507 h 3117755"/>
              <a:gd name="connsiteX5" fmla="*/ 7178400 w 7434648"/>
              <a:gd name="connsiteY5" fmla="*/ 3117755 h 3117755"/>
              <a:gd name="connsiteX6" fmla="*/ 249140 w 7434648"/>
              <a:gd name="connsiteY6" fmla="*/ 3117755 h 3117755"/>
              <a:gd name="connsiteX0" fmla="*/ 0 w 7434648"/>
              <a:gd name="connsiteY0" fmla="*/ 256248 h 3117755"/>
              <a:gd name="connsiteX1" fmla="*/ 256248 w 7434648"/>
              <a:gd name="connsiteY1" fmla="*/ 0 h 3117755"/>
              <a:gd name="connsiteX2" fmla="*/ 7185508 w 7434648"/>
              <a:gd name="connsiteY2" fmla="*/ 0 h 3117755"/>
              <a:gd name="connsiteX3" fmla="*/ 7434648 w 7434648"/>
              <a:gd name="connsiteY3" fmla="*/ 249140 h 3117755"/>
              <a:gd name="connsiteX4" fmla="*/ 7434648 w 7434648"/>
              <a:gd name="connsiteY4" fmla="*/ 2861507 h 3117755"/>
              <a:gd name="connsiteX5" fmla="*/ 7178400 w 7434648"/>
              <a:gd name="connsiteY5" fmla="*/ 3117755 h 3117755"/>
              <a:gd name="connsiteX0" fmla="*/ 0 w 7434648"/>
              <a:gd name="connsiteY0" fmla="*/ 256248 h 3167183"/>
              <a:gd name="connsiteX1" fmla="*/ 256248 w 7434648"/>
              <a:gd name="connsiteY1" fmla="*/ 0 h 3167183"/>
              <a:gd name="connsiteX2" fmla="*/ 7185508 w 7434648"/>
              <a:gd name="connsiteY2" fmla="*/ 0 h 3167183"/>
              <a:gd name="connsiteX3" fmla="*/ 7434648 w 7434648"/>
              <a:gd name="connsiteY3" fmla="*/ 249140 h 3167183"/>
              <a:gd name="connsiteX4" fmla="*/ 7434648 w 7434648"/>
              <a:gd name="connsiteY4" fmla="*/ 2861507 h 3167183"/>
              <a:gd name="connsiteX5" fmla="*/ 7166043 w 7434648"/>
              <a:gd name="connsiteY5" fmla="*/ 3167183 h 3167183"/>
              <a:gd name="connsiteX0" fmla="*/ 0 w 7434648"/>
              <a:gd name="connsiteY0" fmla="*/ 256248 h 2861507"/>
              <a:gd name="connsiteX1" fmla="*/ 256248 w 7434648"/>
              <a:gd name="connsiteY1" fmla="*/ 0 h 2861507"/>
              <a:gd name="connsiteX2" fmla="*/ 7185508 w 7434648"/>
              <a:gd name="connsiteY2" fmla="*/ 0 h 2861507"/>
              <a:gd name="connsiteX3" fmla="*/ 7434648 w 7434648"/>
              <a:gd name="connsiteY3" fmla="*/ 249140 h 2861507"/>
              <a:gd name="connsiteX4" fmla="*/ 7434648 w 7434648"/>
              <a:gd name="connsiteY4" fmla="*/ 2861507 h 2861507"/>
              <a:gd name="connsiteX0" fmla="*/ 0 w 7434648"/>
              <a:gd name="connsiteY0" fmla="*/ 256248 h 256248"/>
              <a:gd name="connsiteX1" fmla="*/ 256248 w 7434648"/>
              <a:gd name="connsiteY1" fmla="*/ 0 h 256248"/>
              <a:gd name="connsiteX2" fmla="*/ 7185508 w 7434648"/>
              <a:gd name="connsiteY2" fmla="*/ 0 h 256248"/>
              <a:gd name="connsiteX3" fmla="*/ 7434648 w 7434648"/>
              <a:gd name="connsiteY3" fmla="*/ 249140 h 256248"/>
              <a:gd name="connsiteX0" fmla="*/ 0 w 7185508"/>
              <a:gd name="connsiteY0" fmla="*/ 256248 h 256248"/>
              <a:gd name="connsiteX1" fmla="*/ 256248 w 7185508"/>
              <a:gd name="connsiteY1" fmla="*/ 0 h 256248"/>
              <a:gd name="connsiteX2" fmla="*/ 7185508 w 7185508"/>
              <a:gd name="connsiteY2" fmla="*/ 0 h 256248"/>
              <a:gd name="connsiteX0" fmla="*/ 0 w 256248"/>
              <a:gd name="connsiteY0" fmla="*/ 256248 h 256248"/>
              <a:gd name="connsiteX1" fmla="*/ 256248 w 256248"/>
              <a:gd name="connsiteY1" fmla="*/ 0 h 256248"/>
            </a:gdLst>
            <a:ahLst/>
            <a:cxnLst>
              <a:cxn ang="0">
                <a:pos x="connsiteX0" y="connsiteY0"/>
              </a:cxn>
              <a:cxn ang="0">
                <a:pos x="connsiteX1" y="connsiteY1"/>
              </a:cxn>
            </a:cxnLst>
            <a:rect l="l" t="t" r="r" b="b"/>
            <a:pathLst>
              <a:path w="256248" h="256248">
                <a:moveTo>
                  <a:pt x="0" y="256248"/>
                </a:moveTo>
                <a:lnTo>
                  <a:pt x="256248" y="0"/>
                </a:lnTo>
              </a:path>
            </a:pathLst>
          </a:custGeom>
          <a:noFill/>
          <a:ln w="28575">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12" name="Rectangle 11">
            <a:extLst>
              <a:ext uri="{FF2B5EF4-FFF2-40B4-BE49-F238E27FC236}">
                <a16:creationId xmlns:a16="http://schemas.microsoft.com/office/drawing/2014/main" id="{34557262-581C-DE28-BFC8-4B18B4CB7B94}"/>
              </a:ext>
            </a:extLst>
          </p:cNvPr>
          <p:cNvSpPr/>
          <p:nvPr/>
        </p:nvSpPr>
        <p:spPr>
          <a:xfrm>
            <a:off x="1860543" y="1950038"/>
            <a:ext cx="7008504" cy="2656468"/>
          </a:xfrm>
          <a:prstGeom prst="rect">
            <a:avLst/>
          </a:prstGeom>
        </p:spPr>
        <p:txBody>
          <a:bodyPr vert="horz" lIns="91440" tIns="45720" rIns="91440" bIns="45720" rtlCol="0" anchor="ctr" anchorCtr="0">
            <a:noAutofit/>
          </a:bodyPr>
          <a:lstStyle/>
          <a:p>
            <a:pPr algn="just" rtl="1">
              <a:lnSpc>
                <a:spcPct val="107000"/>
              </a:lnSpc>
              <a:spcAft>
                <a:spcPts val="800"/>
              </a:spcAft>
            </a:pPr>
            <a:r>
              <a:rPr lang="ar-SA" dirty="0"/>
              <a:t>وي تك </a:t>
            </a:r>
            <a:r>
              <a:rPr lang="en-US" dirty="0" err="1"/>
              <a:t>WaTech</a:t>
            </a:r>
            <a:r>
              <a:rPr lang="en-US" dirty="0"/>
              <a:t> </a:t>
            </a:r>
            <a:r>
              <a:rPr lang="ar-SA" dirty="0"/>
              <a:t>هو الاسم المختصر لجهة حكومية في ولاية واشنطن (الولايات المتحدة) تُعنى بتقديم وتجميع الخدمات التقنية المشتركة على مستوى الجهات الحكومية في الولاية، مثل خدمات البنية التحتية التقنية، والتوجيه التقني، والأمن السيبراني، والسياسات والمعايير ذات العلاقة.</a:t>
            </a:r>
          </a:p>
          <a:p>
            <a:pPr algn="just" rtl="1">
              <a:lnSpc>
                <a:spcPct val="107000"/>
              </a:lnSpc>
              <a:spcAft>
                <a:spcPts val="800"/>
              </a:spcAft>
            </a:pPr>
            <a:r>
              <a:rPr lang="ar-SA" dirty="0"/>
              <a:t>تشير صفحة التعريف الرسمية إلى أن جذور الجهة تعود إلى عام 2011 حين أنشأ المجلس التشريعي لولاية واشنطن جهة موحّدة للخدمات التقنية بهدف ترشيد الموارد التقنية وتوحيدها على مستوى الولاية. كما ارتبط هذا التوجه بمسار مركزية الخدمات التقنية ضمن توجهات ميزانية الأعوام 2015–2017 على مستوى الولاية. وتم تأسيس «وي تك» عبر دمج وتجميع كيانات تقنية قائمة آنذاك داخل حكومة الولاية.</a:t>
            </a:r>
          </a:p>
          <a:p>
            <a:pPr algn="just" rtl="1">
              <a:lnSpc>
                <a:spcPct val="107000"/>
              </a:lnSpc>
              <a:spcAft>
                <a:spcPts val="800"/>
              </a:spcAft>
            </a:pPr>
            <a:endParaRPr lang="ar-SA" dirty="0"/>
          </a:p>
        </p:txBody>
      </p:sp>
      <p:sp>
        <p:nvSpPr>
          <p:cNvPr id="13" name="Freeform 184">
            <a:extLst>
              <a:ext uri="{FF2B5EF4-FFF2-40B4-BE49-F238E27FC236}">
                <a16:creationId xmlns:a16="http://schemas.microsoft.com/office/drawing/2014/main" id="{F32637F3-0321-0DFE-BB53-C321027D9952}"/>
              </a:ext>
            </a:extLst>
          </p:cNvPr>
          <p:cNvSpPr>
            <a:spLocks noEditPoints="1"/>
          </p:cNvSpPr>
          <p:nvPr/>
        </p:nvSpPr>
        <p:spPr bwMode="auto">
          <a:xfrm>
            <a:off x="9205693" y="2539400"/>
            <a:ext cx="1046201" cy="1935447"/>
          </a:xfrm>
          <a:custGeom>
            <a:avLst/>
            <a:gdLst>
              <a:gd name="T0" fmla="*/ 1637 w 3159"/>
              <a:gd name="T1" fmla="*/ 712 h 5656"/>
              <a:gd name="T2" fmla="*/ 1593 w 3159"/>
              <a:gd name="T3" fmla="*/ 791 h 5656"/>
              <a:gd name="T4" fmla="*/ 1697 w 3159"/>
              <a:gd name="T5" fmla="*/ 908 h 5656"/>
              <a:gd name="T6" fmla="*/ 1782 w 3159"/>
              <a:gd name="T7" fmla="*/ 886 h 5656"/>
              <a:gd name="T8" fmla="*/ 2243 w 3159"/>
              <a:gd name="T9" fmla="*/ 806 h 5656"/>
              <a:gd name="T10" fmla="*/ 2217 w 3159"/>
              <a:gd name="T11" fmla="*/ 1268 h 5656"/>
              <a:gd name="T12" fmla="*/ 2105 w 3159"/>
              <a:gd name="T13" fmla="*/ 1550 h 5656"/>
              <a:gd name="T14" fmla="*/ 1840 w 3159"/>
              <a:gd name="T15" fmla="*/ 1916 h 5656"/>
              <a:gd name="T16" fmla="*/ 1193 w 3159"/>
              <a:gd name="T17" fmla="*/ 2580 h 5656"/>
              <a:gd name="T18" fmla="*/ 703 w 3159"/>
              <a:gd name="T19" fmla="*/ 3133 h 5656"/>
              <a:gd name="T20" fmla="*/ 555 w 3159"/>
              <a:gd name="T21" fmla="*/ 3451 h 5656"/>
              <a:gd name="T22" fmla="*/ 510 w 3159"/>
              <a:gd name="T23" fmla="*/ 3892 h 5656"/>
              <a:gd name="T24" fmla="*/ 493 w 3159"/>
              <a:gd name="T25" fmla="*/ 4385 h 5656"/>
              <a:gd name="T26" fmla="*/ 344 w 3159"/>
              <a:gd name="T27" fmla="*/ 4453 h 5656"/>
              <a:gd name="T28" fmla="*/ 87 w 3159"/>
              <a:gd name="T29" fmla="*/ 4697 h 5656"/>
              <a:gd name="T30" fmla="*/ 1 w 3159"/>
              <a:gd name="T31" fmla="*/ 4961 h 5656"/>
              <a:gd name="T32" fmla="*/ 94 w 3159"/>
              <a:gd name="T33" fmla="*/ 5346 h 5656"/>
              <a:gd name="T34" fmla="*/ 354 w 3159"/>
              <a:gd name="T35" fmla="*/ 5590 h 5656"/>
              <a:gd name="T36" fmla="*/ 571 w 3159"/>
              <a:gd name="T37" fmla="*/ 5653 h 5656"/>
              <a:gd name="T38" fmla="*/ 820 w 3159"/>
              <a:gd name="T39" fmla="*/ 5629 h 5656"/>
              <a:gd name="T40" fmla="*/ 1043 w 3159"/>
              <a:gd name="T41" fmla="*/ 5513 h 5656"/>
              <a:gd name="T42" fmla="*/ 1208 w 3159"/>
              <a:gd name="T43" fmla="*/ 5316 h 5656"/>
              <a:gd name="T44" fmla="*/ 1264 w 3159"/>
              <a:gd name="T45" fmla="*/ 5149 h 5656"/>
              <a:gd name="T46" fmla="*/ 1264 w 3159"/>
              <a:gd name="T47" fmla="*/ 4884 h 5656"/>
              <a:gd name="T48" fmla="*/ 1208 w 3159"/>
              <a:gd name="T49" fmla="*/ 4717 h 5656"/>
              <a:gd name="T50" fmla="*/ 1031 w 3159"/>
              <a:gd name="T51" fmla="*/ 4513 h 5656"/>
              <a:gd name="T52" fmla="*/ 804 w 3159"/>
              <a:gd name="T53" fmla="*/ 4393 h 5656"/>
              <a:gd name="T54" fmla="*/ 776 w 3159"/>
              <a:gd name="T55" fmla="*/ 4215 h 5656"/>
              <a:gd name="T56" fmla="*/ 794 w 3159"/>
              <a:gd name="T57" fmla="*/ 3558 h 5656"/>
              <a:gd name="T58" fmla="*/ 874 w 3159"/>
              <a:gd name="T59" fmla="*/ 3351 h 5656"/>
              <a:gd name="T60" fmla="*/ 1143 w 3159"/>
              <a:gd name="T61" fmla="*/ 3005 h 5656"/>
              <a:gd name="T62" fmla="*/ 1946 w 3159"/>
              <a:gd name="T63" fmla="*/ 2186 h 5656"/>
              <a:gd name="T64" fmla="*/ 2281 w 3159"/>
              <a:gd name="T65" fmla="*/ 1765 h 5656"/>
              <a:gd name="T66" fmla="*/ 2445 w 3159"/>
              <a:gd name="T67" fmla="*/ 1424 h 5656"/>
              <a:gd name="T68" fmla="*/ 2501 w 3159"/>
              <a:gd name="T69" fmla="*/ 1001 h 5656"/>
              <a:gd name="T70" fmla="*/ 2846 w 3159"/>
              <a:gd name="T71" fmla="*/ 776 h 5656"/>
              <a:gd name="T72" fmla="*/ 3030 w 3159"/>
              <a:gd name="T73" fmla="*/ 916 h 5656"/>
              <a:gd name="T74" fmla="*/ 3125 w 3159"/>
              <a:gd name="T75" fmla="*/ 864 h 5656"/>
              <a:gd name="T76" fmla="*/ 3159 w 3159"/>
              <a:gd name="T77" fmla="*/ 776 h 5656"/>
              <a:gd name="T78" fmla="*/ 3056 w 3159"/>
              <a:gd name="T79" fmla="*/ 629 h 5656"/>
              <a:gd name="T80" fmla="*/ 2547 w 3159"/>
              <a:gd name="T81" fmla="*/ 116 h 5656"/>
              <a:gd name="T82" fmla="*/ 2376 w 3159"/>
              <a:gd name="T83" fmla="*/ 0 h 5656"/>
              <a:gd name="T84" fmla="*/ 2115 w 3159"/>
              <a:gd name="T85" fmla="*/ 222 h 5656"/>
              <a:gd name="T86" fmla="*/ 817 w 3159"/>
              <a:gd name="T87" fmla="*/ 4674 h 5656"/>
              <a:gd name="T88" fmla="*/ 1000 w 3159"/>
              <a:gd name="T89" fmla="*/ 4876 h 5656"/>
              <a:gd name="T90" fmla="*/ 1026 w 3159"/>
              <a:gd name="T91" fmla="*/ 5030 h 5656"/>
              <a:gd name="T92" fmla="*/ 962 w 3159"/>
              <a:gd name="T93" fmla="*/ 5222 h 5656"/>
              <a:gd name="T94" fmla="*/ 836 w 3159"/>
              <a:gd name="T95" fmla="*/ 5344 h 5656"/>
              <a:gd name="T96" fmla="*/ 624 w 3159"/>
              <a:gd name="T97" fmla="*/ 5401 h 5656"/>
              <a:gd name="T98" fmla="*/ 423 w 3159"/>
              <a:gd name="T99" fmla="*/ 5334 h 5656"/>
              <a:gd name="T100" fmla="*/ 287 w 3159"/>
              <a:gd name="T101" fmla="*/ 5166 h 5656"/>
              <a:gd name="T102" fmla="*/ 260 w 3159"/>
              <a:gd name="T103" fmla="*/ 4995 h 5656"/>
              <a:gd name="T104" fmla="*/ 311 w 3159"/>
              <a:gd name="T105" fmla="*/ 4820 h 5656"/>
              <a:gd name="T106" fmla="*/ 430 w 3159"/>
              <a:gd name="T107" fmla="*/ 4696 h 5656"/>
              <a:gd name="T108" fmla="*/ 597 w 3159"/>
              <a:gd name="T109" fmla="*/ 4637 h 5656"/>
              <a:gd name="T110" fmla="*/ 766 w 3159"/>
              <a:gd name="T111" fmla="*/ 4651 h 5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159" h="5656">
                <a:moveTo>
                  <a:pt x="1964" y="371"/>
                </a:moveTo>
                <a:lnTo>
                  <a:pt x="1868" y="467"/>
                </a:lnTo>
                <a:lnTo>
                  <a:pt x="1726" y="614"/>
                </a:lnTo>
                <a:lnTo>
                  <a:pt x="1637" y="712"/>
                </a:lnTo>
                <a:lnTo>
                  <a:pt x="1603" y="756"/>
                </a:lnTo>
                <a:lnTo>
                  <a:pt x="1593" y="775"/>
                </a:lnTo>
                <a:lnTo>
                  <a:pt x="1593" y="781"/>
                </a:lnTo>
                <a:lnTo>
                  <a:pt x="1593" y="791"/>
                </a:lnTo>
                <a:lnTo>
                  <a:pt x="1601" y="812"/>
                </a:lnTo>
                <a:lnTo>
                  <a:pt x="1622" y="845"/>
                </a:lnTo>
                <a:lnTo>
                  <a:pt x="1664" y="887"/>
                </a:lnTo>
                <a:lnTo>
                  <a:pt x="1697" y="908"/>
                </a:lnTo>
                <a:lnTo>
                  <a:pt x="1718" y="916"/>
                </a:lnTo>
                <a:lnTo>
                  <a:pt x="1728" y="916"/>
                </a:lnTo>
                <a:lnTo>
                  <a:pt x="1739" y="914"/>
                </a:lnTo>
                <a:lnTo>
                  <a:pt x="1782" y="886"/>
                </a:lnTo>
                <a:lnTo>
                  <a:pt x="1891" y="791"/>
                </a:lnTo>
                <a:lnTo>
                  <a:pt x="2004" y="680"/>
                </a:lnTo>
                <a:lnTo>
                  <a:pt x="2243" y="443"/>
                </a:lnTo>
                <a:lnTo>
                  <a:pt x="2243" y="806"/>
                </a:lnTo>
                <a:lnTo>
                  <a:pt x="2242" y="951"/>
                </a:lnTo>
                <a:lnTo>
                  <a:pt x="2237" y="1110"/>
                </a:lnTo>
                <a:lnTo>
                  <a:pt x="2229" y="1195"/>
                </a:lnTo>
                <a:lnTo>
                  <a:pt x="2217" y="1268"/>
                </a:lnTo>
                <a:lnTo>
                  <a:pt x="2200" y="1334"/>
                </a:lnTo>
                <a:lnTo>
                  <a:pt x="2162" y="1432"/>
                </a:lnTo>
                <a:lnTo>
                  <a:pt x="2126" y="1508"/>
                </a:lnTo>
                <a:lnTo>
                  <a:pt x="2105" y="1550"/>
                </a:lnTo>
                <a:lnTo>
                  <a:pt x="2057" y="1633"/>
                </a:lnTo>
                <a:lnTo>
                  <a:pt x="2000" y="1719"/>
                </a:lnTo>
                <a:lnTo>
                  <a:pt x="1928" y="1811"/>
                </a:lnTo>
                <a:lnTo>
                  <a:pt x="1840" y="1916"/>
                </a:lnTo>
                <a:lnTo>
                  <a:pt x="1729" y="2036"/>
                </a:lnTo>
                <a:lnTo>
                  <a:pt x="1519" y="2255"/>
                </a:lnTo>
                <a:lnTo>
                  <a:pt x="1333" y="2441"/>
                </a:lnTo>
                <a:lnTo>
                  <a:pt x="1193" y="2580"/>
                </a:lnTo>
                <a:lnTo>
                  <a:pt x="967" y="2813"/>
                </a:lnTo>
                <a:lnTo>
                  <a:pt x="837" y="2960"/>
                </a:lnTo>
                <a:lnTo>
                  <a:pt x="764" y="3049"/>
                </a:lnTo>
                <a:lnTo>
                  <a:pt x="703" y="3133"/>
                </a:lnTo>
                <a:lnTo>
                  <a:pt x="653" y="3213"/>
                </a:lnTo>
                <a:lnTo>
                  <a:pt x="612" y="3291"/>
                </a:lnTo>
                <a:lnTo>
                  <a:pt x="580" y="3370"/>
                </a:lnTo>
                <a:lnTo>
                  <a:pt x="555" y="3451"/>
                </a:lnTo>
                <a:lnTo>
                  <a:pt x="537" y="3536"/>
                </a:lnTo>
                <a:lnTo>
                  <a:pt x="524" y="3627"/>
                </a:lnTo>
                <a:lnTo>
                  <a:pt x="516" y="3726"/>
                </a:lnTo>
                <a:lnTo>
                  <a:pt x="510" y="3892"/>
                </a:lnTo>
                <a:lnTo>
                  <a:pt x="509" y="4021"/>
                </a:lnTo>
                <a:lnTo>
                  <a:pt x="509" y="4232"/>
                </a:lnTo>
                <a:lnTo>
                  <a:pt x="501" y="4361"/>
                </a:lnTo>
                <a:lnTo>
                  <a:pt x="493" y="4385"/>
                </a:lnTo>
                <a:lnTo>
                  <a:pt x="486" y="4393"/>
                </a:lnTo>
                <a:lnTo>
                  <a:pt x="481" y="4395"/>
                </a:lnTo>
                <a:lnTo>
                  <a:pt x="433" y="4412"/>
                </a:lnTo>
                <a:lnTo>
                  <a:pt x="344" y="4453"/>
                </a:lnTo>
                <a:lnTo>
                  <a:pt x="265" y="4503"/>
                </a:lnTo>
                <a:lnTo>
                  <a:pt x="196" y="4560"/>
                </a:lnTo>
                <a:lnTo>
                  <a:pt x="136" y="4625"/>
                </a:lnTo>
                <a:lnTo>
                  <a:pt x="87" y="4697"/>
                </a:lnTo>
                <a:lnTo>
                  <a:pt x="48" y="4777"/>
                </a:lnTo>
                <a:lnTo>
                  <a:pt x="19" y="4865"/>
                </a:lnTo>
                <a:lnTo>
                  <a:pt x="9" y="4911"/>
                </a:lnTo>
                <a:lnTo>
                  <a:pt x="1" y="4961"/>
                </a:lnTo>
                <a:lnTo>
                  <a:pt x="0" y="5060"/>
                </a:lnTo>
                <a:lnTo>
                  <a:pt x="16" y="5159"/>
                </a:lnTo>
                <a:lnTo>
                  <a:pt x="47" y="5255"/>
                </a:lnTo>
                <a:lnTo>
                  <a:pt x="94" y="5346"/>
                </a:lnTo>
                <a:lnTo>
                  <a:pt x="153" y="5429"/>
                </a:lnTo>
                <a:lnTo>
                  <a:pt x="225" y="5503"/>
                </a:lnTo>
                <a:lnTo>
                  <a:pt x="309" y="5565"/>
                </a:lnTo>
                <a:lnTo>
                  <a:pt x="354" y="5590"/>
                </a:lnTo>
                <a:lnTo>
                  <a:pt x="384" y="5604"/>
                </a:lnTo>
                <a:lnTo>
                  <a:pt x="445" y="5627"/>
                </a:lnTo>
                <a:lnTo>
                  <a:pt x="508" y="5643"/>
                </a:lnTo>
                <a:lnTo>
                  <a:pt x="571" y="5653"/>
                </a:lnTo>
                <a:lnTo>
                  <a:pt x="634" y="5656"/>
                </a:lnTo>
                <a:lnTo>
                  <a:pt x="697" y="5653"/>
                </a:lnTo>
                <a:lnTo>
                  <a:pt x="759" y="5644"/>
                </a:lnTo>
                <a:lnTo>
                  <a:pt x="820" y="5629"/>
                </a:lnTo>
                <a:lnTo>
                  <a:pt x="880" y="5608"/>
                </a:lnTo>
                <a:lnTo>
                  <a:pt x="937" y="5582"/>
                </a:lnTo>
                <a:lnTo>
                  <a:pt x="992" y="5550"/>
                </a:lnTo>
                <a:lnTo>
                  <a:pt x="1043" y="5513"/>
                </a:lnTo>
                <a:lnTo>
                  <a:pt x="1091" y="5471"/>
                </a:lnTo>
                <a:lnTo>
                  <a:pt x="1135" y="5424"/>
                </a:lnTo>
                <a:lnTo>
                  <a:pt x="1174" y="5373"/>
                </a:lnTo>
                <a:lnTo>
                  <a:pt x="1208" y="5316"/>
                </a:lnTo>
                <a:lnTo>
                  <a:pt x="1223" y="5286"/>
                </a:lnTo>
                <a:lnTo>
                  <a:pt x="1237" y="5257"/>
                </a:lnTo>
                <a:lnTo>
                  <a:pt x="1255" y="5205"/>
                </a:lnTo>
                <a:lnTo>
                  <a:pt x="1264" y="5149"/>
                </a:lnTo>
                <a:lnTo>
                  <a:pt x="1268" y="5071"/>
                </a:lnTo>
                <a:lnTo>
                  <a:pt x="1268" y="5016"/>
                </a:lnTo>
                <a:lnTo>
                  <a:pt x="1268" y="4962"/>
                </a:lnTo>
                <a:lnTo>
                  <a:pt x="1264" y="4884"/>
                </a:lnTo>
                <a:lnTo>
                  <a:pt x="1255" y="4827"/>
                </a:lnTo>
                <a:lnTo>
                  <a:pt x="1237" y="4776"/>
                </a:lnTo>
                <a:lnTo>
                  <a:pt x="1223" y="4746"/>
                </a:lnTo>
                <a:lnTo>
                  <a:pt x="1208" y="4717"/>
                </a:lnTo>
                <a:lnTo>
                  <a:pt x="1173" y="4660"/>
                </a:lnTo>
                <a:lnTo>
                  <a:pt x="1132" y="4607"/>
                </a:lnTo>
                <a:lnTo>
                  <a:pt x="1084" y="4558"/>
                </a:lnTo>
                <a:lnTo>
                  <a:pt x="1031" y="4513"/>
                </a:lnTo>
                <a:lnTo>
                  <a:pt x="972" y="4472"/>
                </a:lnTo>
                <a:lnTo>
                  <a:pt x="908" y="4436"/>
                </a:lnTo>
                <a:lnTo>
                  <a:pt x="840" y="4406"/>
                </a:lnTo>
                <a:lnTo>
                  <a:pt x="804" y="4393"/>
                </a:lnTo>
                <a:lnTo>
                  <a:pt x="799" y="4391"/>
                </a:lnTo>
                <a:lnTo>
                  <a:pt x="791" y="4384"/>
                </a:lnTo>
                <a:lnTo>
                  <a:pt x="782" y="4360"/>
                </a:lnTo>
                <a:lnTo>
                  <a:pt x="776" y="4215"/>
                </a:lnTo>
                <a:lnTo>
                  <a:pt x="779" y="3971"/>
                </a:lnTo>
                <a:lnTo>
                  <a:pt x="781" y="3837"/>
                </a:lnTo>
                <a:lnTo>
                  <a:pt x="785" y="3660"/>
                </a:lnTo>
                <a:lnTo>
                  <a:pt x="794" y="3558"/>
                </a:lnTo>
                <a:lnTo>
                  <a:pt x="810" y="3493"/>
                </a:lnTo>
                <a:lnTo>
                  <a:pt x="823" y="3461"/>
                </a:lnTo>
                <a:lnTo>
                  <a:pt x="838" y="3423"/>
                </a:lnTo>
                <a:lnTo>
                  <a:pt x="874" y="3351"/>
                </a:lnTo>
                <a:lnTo>
                  <a:pt x="918" y="3278"/>
                </a:lnTo>
                <a:lnTo>
                  <a:pt x="975" y="3199"/>
                </a:lnTo>
                <a:lnTo>
                  <a:pt x="1048" y="3110"/>
                </a:lnTo>
                <a:lnTo>
                  <a:pt x="1143" y="3005"/>
                </a:lnTo>
                <a:lnTo>
                  <a:pt x="1328" y="2812"/>
                </a:lnTo>
                <a:lnTo>
                  <a:pt x="1498" y="2641"/>
                </a:lnTo>
                <a:lnTo>
                  <a:pt x="1714" y="2425"/>
                </a:lnTo>
                <a:lnTo>
                  <a:pt x="1946" y="2186"/>
                </a:lnTo>
                <a:lnTo>
                  <a:pt x="2062" y="2059"/>
                </a:lnTo>
                <a:lnTo>
                  <a:pt x="2152" y="1952"/>
                </a:lnTo>
                <a:lnTo>
                  <a:pt x="2222" y="1857"/>
                </a:lnTo>
                <a:lnTo>
                  <a:pt x="2281" y="1765"/>
                </a:lnTo>
                <a:lnTo>
                  <a:pt x="2333" y="1670"/>
                </a:lnTo>
                <a:lnTo>
                  <a:pt x="2359" y="1618"/>
                </a:lnTo>
                <a:lnTo>
                  <a:pt x="2401" y="1534"/>
                </a:lnTo>
                <a:lnTo>
                  <a:pt x="2445" y="1424"/>
                </a:lnTo>
                <a:lnTo>
                  <a:pt x="2466" y="1350"/>
                </a:lnTo>
                <a:lnTo>
                  <a:pt x="2481" y="1269"/>
                </a:lnTo>
                <a:lnTo>
                  <a:pt x="2491" y="1175"/>
                </a:lnTo>
                <a:lnTo>
                  <a:pt x="2501" y="1001"/>
                </a:lnTo>
                <a:lnTo>
                  <a:pt x="2504" y="845"/>
                </a:lnTo>
                <a:lnTo>
                  <a:pt x="2513" y="446"/>
                </a:lnTo>
                <a:lnTo>
                  <a:pt x="2749" y="681"/>
                </a:lnTo>
                <a:lnTo>
                  <a:pt x="2846" y="776"/>
                </a:lnTo>
                <a:lnTo>
                  <a:pt x="2960" y="877"/>
                </a:lnTo>
                <a:lnTo>
                  <a:pt x="3007" y="913"/>
                </a:lnTo>
                <a:lnTo>
                  <a:pt x="3016" y="916"/>
                </a:lnTo>
                <a:lnTo>
                  <a:pt x="3030" y="916"/>
                </a:lnTo>
                <a:lnTo>
                  <a:pt x="3057" y="910"/>
                </a:lnTo>
                <a:lnTo>
                  <a:pt x="3082" y="899"/>
                </a:lnTo>
                <a:lnTo>
                  <a:pt x="3105" y="883"/>
                </a:lnTo>
                <a:lnTo>
                  <a:pt x="3125" y="864"/>
                </a:lnTo>
                <a:lnTo>
                  <a:pt x="3141" y="841"/>
                </a:lnTo>
                <a:lnTo>
                  <a:pt x="3152" y="817"/>
                </a:lnTo>
                <a:lnTo>
                  <a:pt x="3159" y="790"/>
                </a:lnTo>
                <a:lnTo>
                  <a:pt x="3159" y="776"/>
                </a:lnTo>
                <a:lnTo>
                  <a:pt x="3159" y="769"/>
                </a:lnTo>
                <a:lnTo>
                  <a:pt x="3153" y="750"/>
                </a:lnTo>
                <a:lnTo>
                  <a:pt x="3129" y="713"/>
                </a:lnTo>
                <a:lnTo>
                  <a:pt x="3056" y="629"/>
                </a:lnTo>
                <a:lnTo>
                  <a:pt x="2922" y="488"/>
                </a:lnTo>
                <a:lnTo>
                  <a:pt x="2823" y="388"/>
                </a:lnTo>
                <a:lnTo>
                  <a:pt x="2708" y="272"/>
                </a:lnTo>
                <a:lnTo>
                  <a:pt x="2547" y="116"/>
                </a:lnTo>
                <a:lnTo>
                  <a:pt x="2470" y="50"/>
                </a:lnTo>
                <a:lnTo>
                  <a:pt x="2431" y="22"/>
                </a:lnTo>
                <a:lnTo>
                  <a:pt x="2401" y="7"/>
                </a:lnTo>
                <a:lnTo>
                  <a:pt x="2376" y="0"/>
                </a:lnTo>
                <a:lnTo>
                  <a:pt x="2364" y="0"/>
                </a:lnTo>
                <a:lnTo>
                  <a:pt x="2353" y="5"/>
                </a:lnTo>
                <a:lnTo>
                  <a:pt x="2286" y="61"/>
                </a:lnTo>
                <a:lnTo>
                  <a:pt x="2115" y="222"/>
                </a:lnTo>
                <a:lnTo>
                  <a:pt x="1964" y="371"/>
                </a:lnTo>
                <a:close/>
                <a:moveTo>
                  <a:pt x="766" y="4651"/>
                </a:moveTo>
                <a:lnTo>
                  <a:pt x="782" y="4657"/>
                </a:lnTo>
                <a:lnTo>
                  <a:pt x="817" y="4674"/>
                </a:lnTo>
                <a:lnTo>
                  <a:pt x="872" y="4714"/>
                </a:lnTo>
                <a:lnTo>
                  <a:pt x="941" y="4783"/>
                </a:lnTo>
                <a:lnTo>
                  <a:pt x="982" y="4839"/>
                </a:lnTo>
                <a:lnTo>
                  <a:pt x="1000" y="4876"/>
                </a:lnTo>
                <a:lnTo>
                  <a:pt x="1006" y="4893"/>
                </a:lnTo>
                <a:lnTo>
                  <a:pt x="1014" y="4922"/>
                </a:lnTo>
                <a:lnTo>
                  <a:pt x="1024" y="4977"/>
                </a:lnTo>
                <a:lnTo>
                  <a:pt x="1026" y="5030"/>
                </a:lnTo>
                <a:lnTo>
                  <a:pt x="1021" y="5081"/>
                </a:lnTo>
                <a:lnTo>
                  <a:pt x="1009" y="5130"/>
                </a:lnTo>
                <a:lnTo>
                  <a:pt x="989" y="5177"/>
                </a:lnTo>
                <a:lnTo>
                  <a:pt x="962" y="5222"/>
                </a:lnTo>
                <a:lnTo>
                  <a:pt x="928" y="5265"/>
                </a:lnTo>
                <a:lnTo>
                  <a:pt x="908" y="5286"/>
                </a:lnTo>
                <a:lnTo>
                  <a:pt x="885" y="5308"/>
                </a:lnTo>
                <a:lnTo>
                  <a:pt x="836" y="5344"/>
                </a:lnTo>
                <a:lnTo>
                  <a:pt x="785" y="5371"/>
                </a:lnTo>
                <a:lnTo>
                  <a:pt x="732" y="5389"/>
                </a:lnTo>
                <a:lnTo>
                  <a:pt x="678" y="5399"/>
                </a:lnTo>
                <a:lnTo>
                  <a:pt x="624" y="5401"/>
                </a:lnTo>
                <a:lnTo>
                  <a:pt x="571" y="5395"/>
                </a:lnTo>
                <a:lnTo>
                  <a:pt x="519" y="5381"/>
                </a:lnTo>
                <a:lnTo>
                  <a:pt x="470" y="5361"/>
                </a:lnTo>
                <a:lnTo>
                  <a:pt x="423" y="5334"/>
                </a:lnTo>
                <a:lnTo>
                  <a:pt x="381" y="5301"/>
                </a:lnTo>
                <a:lnTo>
                  <a:pt x="344" y="5261"/>
                </a:lnTo>
                <a:lnTo>
                  <a:pt x="312" y="5217"/>
                </a:lnTo>
                <a:lnTo>
                  <a:pt x="287" y="5166"/>
                </a:lnTo>
                <a:lnTo>
                  <a:pt x="270" y="5111"/>
                </a:lnTo>
                <a:lnTo>
                  <a:pt x="260" y="5051"/>
                </a:lnTo>
                <a:lnTo>
                  <a:pt x="259" y="5020"/>
                </a:lnTo>
                <a:lnTo>
                  <a:pt x="260" y="4995"/>
                </a:lnTo>
                <a:lnTo>
                  <a:pt x="265" y="4947"/>
                </a:lnTo>
                <a:lnTo>
                  <a:pt x="276" y="4902"/>
                </a:lnTo>
                <a:lnTo>
                  <a:pt x="291" y="4859"/>
                </a:lnTo>
                <a:lnTo>
                  <a:pt x="311" y="4820"/>
                </a:lnTo>
                <a:lnTo>
                  <a:pt x="336" y="4783"/>
                </a:lnTo>
                <a:lnTo>
                  <a:pt x="364" y="4750"/>
                </a:lnTo>
                <a:lnTo>
                  <a:pt x="395" y="4721"/>
                </a:lnTo>
                <a:lnTo>
                  <a:pt x="430" y="4696"/>
                </a:lnTo>
                <a:lnTo>
                  <a:pt x="468" y="4674"/>
                </a:lnTo>
                <a:lnTo>
                  <a:pt x="509" y="4657"/>
                </a:lnTo>
                <a:lnTo>
                  <a:pt x="552" y="4645"/>
                </a:lnTo>
                <a:lnTo>
                  <a:pt x="597" y="4637"/>
                </a:lnTo>
                <a:lnTo>
                  <a:pt x="644" y="4634"/>
                </a:lnTo>
                <a:lnTo>
                  <a:pt x="692" y="4637"/>
                </a:lnTo>
                <a:lnTo>
                  <a:pt x="741" y="4645"/>
                </a:lnTo>
                <a:lnTo>
                  <a:pt x="766" y="4651"/>
                </a:lnTo>
                <a:close/>
              </a:path>
            </a:pathLst>
          </a:custGeom>
          <a:gradFill>
            <a:gsLst>
              <a:gs pos="100000">
                <a:schemeClr val="accent2"/>
              </a:gs>
              <a:gs pos="0">
                <a:schemeClr val="accent1"/>
              </a:gs>
            </a:gsLst>
            <a:lin ang="3000000" scaled="0"/>
          </a:gradFill>
          <a:ln>
            <a:noFill/>
          </a:ln>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14" name="Freeform 186">
            <a:extLst>
              <a:ext uri="{FF2B5EF4-FFF2-40B4-BE49-F238E27FC236}">
                <a16:creationId xmlns:a16="http://schemas.microsoft.com/office/drawing/2014/main" id="{9DD5066E-D7C9-EC6A-C988-714149BAF011}"/>
              </a:ext>
            </a:extLst>
          </p:cNvPr>
          <p:cNvSpPr>
            <a:spLocks noEditPoints="1"/>
          </p:cNvSpPr>
          <p:nvPr/>
        </p:nvSpPr>
        <p:spPr bwMode="auto">
          <a:xfrm>
            <a:off x="10167623" y="3072724"/>
            <a:ext cx="420917" cy="434459"/>
          </a:xfrm>
          <a:custGeom>
            <a:avLst/>
            <a:gdLst>
              <a:gd name="T0" fmla="*/ 451 w 1271"/>
              <a:gd name="T1" fmla="*/ 20 h 1269"/>
              <a:gd name="T2" fmla="*/ 318 w 1271"/>
              <a:gd name="T3" fmla="*/ 81 h 1269"/>
              <a:gd name="T4" fmla="*/ 198 w 1271"/>
              <a:gd name="T5" fmla="*/ 170 h 1269"/>
              <a:gd name="T6" fmla="*/ 99 w 1271"/>
              <a:gd name="T7" fmla="*/ 282 h 1269"/>
              <a:gd name="T8" fmla="*/ 44 w 1271"/>
              <a:gd name="T9" fmla="*/ 377 h 1269"/>
              <a:gd name="T10" fmla="*/ 13 w 1271"/>
              <a:gd name="T11" fmla="*/ 455 h 1269"/>
              <a:gd name="T12" fmla="*/ 0 w 1271"/>
              <a:gd name="T13" fmla="*/ 584 h 1269"/>
              <a:gd name="T14" fmla="*/ 0 w 1271"/>
              <a:gd name="T15" fmla="*/ 687 h 1269"/>
              <a:gd name="T16" fmla="*/ 14 w 1271"/>
              <a:gd name="T17" fmla="*/ 819 h 1269"/>
              <a:gd name="T18" fmla="*/ 49 w 1271"/>
              <a:gd name="T19" fmla="*/ 905 h 1269"/>
              <a:gd name="T20" fmla="*/ 88 w 1271"/>
              <a:gd name="T21" fmla="*/ 976 h 1269"/>
              <a:gd name="T22" fmla="*/ 160 w 1271"/>
              <a:gd name="T23" fmla="*/ 1067 h 1269"/>
              <a:gd name="T24" fmla="*/ 296 w 1271"/>
              <a:gd name="T25" fmla="*/ 1182 h 1269"/>
              <a:gd name="T26" fmla="*/ 370 w 1271"/>
              <a:gd name="T27" fmla="*/ 1224 h 1269"/>
              <a:gd name="T28" fmla="*/ 452 w 1271"/>
              <a:gd name="T29" fmla="*/ 1256 h 1269"/>
              <a:gd name="T30" fmla="*/ 582 w 1271"/>
              <a:gd name="T31" fmla="*/ 1269 h 1269"/>
              <a:gd name="T32" fmla="*/ 685 w 1271"/>
              <a:gd name="T33" fmla="*/ 1269 h 1269"/>
              <a:gd name="T34" fmla="*/ 814 w 1271"/>
              <a:gd name="T35" fmla="*/ 1256 h 1269"/>
              <a:gd name="T36" fmla="*/ 892 w 1271"/>
              <a:gd name="T37" fmla="*/ 1225 h 1269"/>
              <a:gd name="T38" fmla="*/ 1001 w 1271"/>
              <a:gd name="T39" fmla="*/ 1160 h 1269"/>
              <a:gd name="T40" fmla="*/ 1124 w 1271"/>
              <a:gd name="T41" fmla="*/ 1043 h 1269"/>
              <a:gd name="T42" fmla="*/ 1213 w 1271"/>
              <a:gd name="T43" fmla="*/ 900 h 1269"/>
              <a:gd name="T44" fmla="*/ 1264 w 1271"/>
              <a:gd name="T45" fmla="*/ 743 h 1269"/>
              <a:gd name="T46" fmla="*/ 1271 w 1271"/>
              <a:gd name="T47" fmla="*/ 669 h 1269"/>
              <a:gd name="T48" fmla="*/ 1264 w 1271"/>
              <a:gd name="T49" fmla="*/ 540 h 1269"/>
              <a:gd name="T50" fmla="*/ 1230 w 1271"/>
              <a:gd name="T51" fmla="*/ 418 h 1269"/>
              <a:gd name="T52" fmla="*/ 1174 w 1271"/>
              <a:gd name="T53" fmla="*/ 305 h 1269"/>
              <a:gd name="T54" fmla="*/ 1096 w 1271"/>
              <a:gd name="T55" fmla="*/ 205 h 1269"/>
              <a:gd name="T56" fmla="*/ 1001 w 1271"/>
              <a:gd name="T57" fmla="*/ 122 h 1269"/>
              <a:gd name="T58" fmla="*/ 892 w 1271"/>
              <a:gd name="T59" fmla="*/ 58 h 1269"/>
              <a:gd name="T60" fmla="*/ 770 w 1271"/>
              <a:gd name="T61" fmla="*/ 16 h 1269"/>
              <a:gd name="T62" fmla="*/ 672 w 1271"/>
              <a:gd name="T63" fmla="*/ 2 h 1269"/>
              <a:gd name="T64" fmla="*/ 519 w 1271"/>
              <a:gd name="T65" fmla="*/ 5 h 1269"/>
              <a:gd name="T66" fmla="*/ 839 w 1271"/>
              <a:gd name="T67" fmla="*/ 315 h 1269"/>
              <a:gd name="T68" fmla="*/ 893 w 1271"/>
              <a:gd name="T69" fmla="*/ 357 h 1269"/>
              <a:gd name="T70" fmla="*/ 948 w 1271"/>
              <a:gd name="T71" fmla="*/ 421 h 1269"/>
              <a:gd name="T72" fmla="*/ 985 w 1271"/>
              <a:gd name="T73" fmla="*/ 495 h 1269"/>
              <a:gd name="T74" fmla="*/ 1005 w 1271"/>
              <a:gd name="T75" fmla="*/ 605 h 1269"/>
              <a:gd name="T76" fmla="*/ 1001 w 1271"/>
              <a:gd name="T77" fmla="*/ 725 h 1269"/>
              <a:gd name="T78" fmla="*/ 976 w 1271"/>
              <a:gd name="T79" fmla="*/ 806 h 1269"/>
              <a:gd name="T80" fmla="*/ 930 w 1271"/>
              <a:gd name="T81" fmla="*/ 876 h 1269"/>
              <a:gd name="T82" fmla="*/ 882 w 1271"/>
              <a:gd name="T83" fmla="*/ 925 h 1269"/>
              <a:gd name="T84" fmla="*/ 814 w 1271"/>
              <a:gd name="T85" fmla="*/ 974 h 1269"/>
              <a:gd name="T86" fmla="*/ 716 w 1271"/>
              <a:gd name="T87" fmla="*/ 1012 h 1269"/>
              <a:gd name="T88" fmla="*/ 616 w 1271"/>
              <a:gd name="T89" fmla="*/ 1022 h 1269"/>
              <a:gd name="T90" fmla="*/ 518 w 1271"/>
              <a:gd name="T91" fmla="*/ 1006 h 1269"/>
              <a:gd name="T92" fmla="*/ 427 w 1271"/>
              <a:gd name="T93" fmla="*/ 965 h 1269"/>
              <a:gd name="T94" fmla="*/ 349 w 1271"/>
              <a:gd name="T95" fmla="*/ 902 h 1269"/>
              <a:gd name="T96" fmla="*/ 290 w 1271"/>
              <a:gd name="T97" fmla="*/ 819 h 1269"/>
              <a:gd name="T98" fmla="*/ 253 w 1271"/>
              <a:gd name="T99" fmla="*/ 717 h 1269"/>
              <a:gd name="T100" fmla="*/ 246 w 1271"/>
              <a:gd name="T101" fmla="*/ 659 h 1269"/>
              <a:gd name="T102" fmla="*/ 260 w 1271"/>
              <a:gd name="T103" fmla="*/ 541 h 1269"/>
              <a:gd name="T104" fmla="*/ 310 w 1271"/>
              <a:gd name="T105" fmla="*/ 430 h 1269"/>
              <a:gd name="T106" fmla="*/ 390 w 1271"/>
              <a:gd name="T107" fmla="*/ 339 h 1269"/>
              <a:gd name="T108" fmla="*/ 465 w 1271"/>
              <a:gd name="T109" fmla="*/ 290 h 1269"/>
              <a:gd name="T110" fmla="*/ 530 w 1271"/>
              <a:gd name="T111" fmla="*/ 269 h 1269"/>
              <a:gd name="T112" fmla="*/ 630 w 1271"/>
              <a:gd name="T113" fmla="*/ 260 h 1269"/>
              <a:gd name="T114" fmla="*/ 732 w 1271"/>
              <a:gd name="T115" fmla="*/ 272 h 1269"/>
              <a:gd name="T116" fmla="*/ 821 w 1271"/>
              <a:gd name="T117" fmla="*/ 304 h 1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71" h="1269">
                <a:moveTo>
                  <a:pt x="485" y="10"/>
                </a:moveTo>
                <a:lnTo>
                  <a:pt x="451" y="20"/>
                </a:lnTo>
                <a:lnTo>
                  <a:pt x="383" y="46"/>
                </a:lnTo>
                <a:lnTo>
                  <a:pt x="318" y="81"/>
                </a:lnTo>
                <a:lnTo>
                  <a:pt x="256" y="122"/>
                </a:lnTo>
                <a:lnTo>
                  <a:pt x="198" y="170"/>
                </a:lnTo>
                <a:lnTo>
                  <a:pt x="146" y="224"/>
                </a:lnTo>
                <a:lnTo>
                  <a:pt x="99" y="282"/>
                </a:lnTo>
                <a:lnTo>
                  <a:pt x="60" y="344"/>
                </a:lnTo>
                <a:lnTo>
                  <a:pt x="44" y="377"/>
                </a:lnTo>
                <a:lnTo>
                  <a:pt x="30" y="406"/>
                </a:lnTo>
                <a:lnTo>
                  <a:pt x="13" y="455"/>
                </a:lnTo>
                <a:lnTo>
                  <a:pt x="4" y="510"/>
                </a:lnTo>
                <a:lnTo>
                  <a:pt x="0" y="584"/>
                </a:lnTo>
                <a:lnTo>
                  <a:pt x="0" y="635"/>
                </a:lnTo>
                <a:lnTo>
                  <a:pt x="0" y="687"/>
                </a:lnTo>
                <a:lnTo>
                  <a:pt x="4" y="763"/>
                </a:lnTo>
                <a:lnTo>
                  <a:pt x="14" y="819"/>
                </a:lnTo>
                <a:lnTo>
                  <a:pt x="34" y="873"/>
                </a:lnTo>
                <a:lnTo>
                  <a:pt x="49" y="905"/>
                </a:lnTo>
                <a:lnTo>
                  <a:pt x="60" y="929"/>
                </a:lnTo>
                <a:lnTo>
                  <a:pt x="88" y="976"/>
                </a:lnTo>
                <a:lnTo>
                  <a:pt x="122" y="1023"/>
                </a:lnTo>
                <a:lnTo>
                  <a:pt x="160" y="1067"/>
                </a:lnTo>
                <a:lnTo>
                  <a:pt x="225" y="1129"/>
                </a:lnTo>
                <a:lnTo>
                  <a:pt x="296" y="1182"/>
                </a:lnTo>
                <a:lnTo>
                  <a:pt x="345" y="1211"/>
                </a:lnTo>
                <a:lnTo>
                  <a:pt x="370" y="1224"/>
                </a:lnTo>
                <a:lnTo>
                  <a:pt x="401" y="1238"/>
                </a:lnTo>
                <a:lnTo>
                  <a:pt x="452" y="1256"/>
                </a:lnTo>
                <a:lnTo>
                  <a:pt x="507" y="1265"/>
                </a:lnTo>
                <a:lnTo>
                  <a:pt x="582" y="1269"/>
                </a:lnTo>
                <a:lnTo>
                  <a:pt x="634" y="1269"/>
                </a:lnTo>
                <a:lnTo>
                  <a:pt x="685" y="1269"/>
                </a:lnTo>
                <a:lnTo>
                  <a:pt x="759" y="1265"/>
                </a:lnTo>
                <a:lnTo>
                  <a:pt x="814" y="1256"/>
                </a:lnTo>
                <a:lnTo>
                  <a:pt x="863" y="1239"/>
                </a:lnTo>
                <a:lnTo>
                  <a:pt x="892" y="1225"/>
                </a:lnTo>
                <a:lnTo>
                  <a:pt x="930" y="1206"/>
                </a:lnTo>
                <a:lnTo>
                  <a:pt x="1001" y="1160"/>
                </a:lnTo>
                <a:lnTo>
                  <a:pt x="1066" y="1105"/>
                </a:lnTo>
                <a:lnTo>
                  <a:pt x="1124" y="1043"/>
                </a:lnTo>
                <a:lnTo>
                  <a:pt x="1173" y="974"/>
                </a:lnTo>
                <a:lnTo>
                  <a:pt x="1213" y="900"/>
                </a:lnTo>
                <a:lnTo>
                  <a:pt x="1244" y="823"/>
                </a:lnTo>
                <a:lnTo>
                  <a:pt x="1264" y="743"/>
                </a:lnTo>
                <a:lnTo>
                  <a:pt x="1269" y="702"/>
                </a:lnTo>
                <a:lnTo>
                  <a:pt x="1271" y="669"/>
                </a:lnTo>
                <a:lnTo>
                  <a:pt x="1271" y="604"/>
                </a:lnTo>
                <a:lnTo>
                  <a:pt x="1264" y="540"/>
                </a:lnTo>
                <a:lnTo>
                  <a:pt x="1250" y="478"/>
                </a:lnTo>
                <a:lnTo>
                  <a:pt x="1230" y="418"/>
                </a:lnTo>
                <a:lnTo>
                  <a:pt x="1205" y="360"/>
                </a:lnTo>
                <a:lnTo>
                  <a:pt x="1174" y="305"/>
                </a:lnTo>
                <a:lnTo>
                  <a:pt x="1137" y="253"/>
                </a:lnTo>
                <a:lnTo>
                  <a:pt x="1096" y="205"/>
                </a:lnTo>
                <a:lnTo>
                  <a:pt x="1051" y="161"/>
                </a:lnTo>
                <a:lnTo>
                  <a:pt x="1001" y="122"/>
                </a:lnTo>
                <a:lnTo>
                  <a:pt x="948" y="87"/>
                </a:lnTo>
                <a:lnTo>
                  <a:pt x="892" y="58"/>
                </a:lnTo>
                <a:lnTo>
                  <a:pt x="832" y="34"/>
                </a:lnTo>
                <a:lnTo>
                  <a:pt x="770" y="16"/>
                </a:lnTo>
                <a:lnTo>
                  <a:pt x="705" y="5"/>
                </a:lnTo>
                <a:lnTo>
                  <a:pt x="672" y="2"/>
                </a:lnTo>
                <a:lnTo>
                  <a:pt x="620" y="0"/>
                </a:lnTo>
                <a:lnTo>
                  <a:pt x="519" y="5"/>
                </a:lnTo>
                <a:lnTo>
                  <a:pt x="485" y="10"/>
                </a:lnTo>
                <a:close/>
                <a:moveTo>
                  <a:pt x="839" y="315"/>
                </a:moveTo>
                <a:lnTo>
                  <a:pt x="858" y="329"/>
                </a:lnTo>
                <a:lnTo>
                  <a:pt x="893" y="357"/>
                </a:lnTo>
                <a:lnTo>
                  <a:pt x="923" y="388"/>
                </a:lnTo>
                <a:lnTo>
                  <a:pt x="948" y="421"/>
                </a:lnTo>
                <a:lnTo>
                  <a:pt x="969" y="457"/>
                </a:lnTo>
                <a:lnTo>
                  <a:pt x="985" y="495"/>
                </a:lnTo>
                <a:lnTo>
                  <a:pt x="1001" y="558"/>
                </a:lnTo>
                <a:lnTo>
                  <a:pt x="1005" y="605"/>
                </a:lnTo>
                <a:lnTo>
                  <a:pt x="1008" y="657"/>
                </a:lnTo>
                <a:lnTo>
                  <a:pt x="1001" y="725"/>
                </a:lnTo>
                <a:lnTo>
                  <a:pt x="991" y="767"/>
                </a:lnTo>
                <a:lnTo>
                  <a:pt x="976" y="806"/>
                </a:lnTo>
                <a:lnTo>
                  <a:pt x="956" y="842"/>
                </a:lnTo>
                <a:lnTo>
                  <a:pt x="930" y="876"/>
                </a:lnTo>
                <a:lnTo>
                  <a:pt x="900" y="909"/>
                </a:lnTo>
                <a:lnTo>
                  <a:pt x="882" y="925"/>
                </a:lnTo>
                <a:lnTo>
                  <a:pt x="860" y="944"/>
                </a:lnTo>
                <a:lnTo>
                  <a:pt x="814" y="974"/>
                </a:lnTo>
                <a:lnTo>
                  <a:pt x="766" y="997"/>
                </a:lnTo>
                <a:lnTo>
                  <a:pt x="716" y="1012"/>
                </a:lnTo>
                <a:lnTo>
                  <a:pt x="666" y="1021"/>
                </a:lnTo>
                <a:lnTo>
                  <a:pt x="616" y="1022"/>
                </a:lnTo>
                <a:lnTo>
                  <a:pt x="566" y="1017"/>
                </a:lnTo>
                <a:lnTo>
                  <a:pt x="518" y="1006"/>
                </a:lnTo>
                <a:lnTo>
                  <a:pt x="471" y="988"/>
                </a:lnTo>
                <a:lnTo>
                  <a:pt x="427" y="965"/>
                </a:lnTo>
                <a:lnTo>
                  <a:pt x="386" y="936"/>
                </a:lnTo>
                <a:lnTo>
                  <a:pt x="349" y="902"/>
                </a:lnTo>
                <a:lnTo>
                  <a:pt x="317" y="863"/>
                </a:lnTo>
                <a:lnTo>
                  <a:pt x="290" y="819"/>
                </a:lnTo>
                <a:lnTo>
                  <a:pt x="268" y="770"/>
                </a:lnTo>
                <a:lnTo>
                  <a:pt x="253" y="717"/>
                </a:lnTo>
                <a:lnTo>
                  <a:pt x="249" y="689"/>
                </a:lnTo>
                <a:lnTo>
                  <a:pt x="246" y="659"/>
                </a:lnTo>
                <a:lnTo>
                  <a:pt x="248" y="600"/>
                </a:lnTo>
                <a:lnTo>
                  <a:pt x="260" y="541"/>
                </a:lnTo>
                <a:lnTo>
                  <a:pt x="281" y="484"/>
                </a:lnTo>
                <a:lnTo>
                  <a:pt x="310" y="430"/>
                </a:lnTo>
                <a:lnTo>
                  <a:pt x="347" y="381"/>
                </a:lnTo>
                <a:lnTo>
                  <a:pt x="390" y="339"/>
                </a:lnTo>
                <a:lnTo>
                  <a:pt x="439" y="304"/>
                </a:lnTo>
                <a:lnTo>
                  <a:pt x="465" y="290"/>
                </a:lnTo>
                <a:lnTo>
                  <a:pt x="485" y="282"/>
                </a:lnTo>
                <a:lnTo>
                  <a:pt x="530" y="269"/>
                </a:lnTo>
                <a:lnTo>
                  <a:pt x="579" y="262"/>
                </a:lnTo>
                <a:lnTo>
                  <a:pt x="630" y="260"/>
                </a:lnTo>
                <a:lnTo>
                  <a:pt x="682" y="264"/>
                </a:lnTo>
                <a:lnTo>
                  <a:pt x="732" y="272"/>
                </a:lnTo>
                <a:lnTo>
                  <a:pt x="779" y="286"/>
                </a:lnTo>
                <a:lnTo>
                  <a:pt x="821" y="304"/>
                </a:lnTo>
                <a:lnTo>
                  <a:pt x="839" y="315"/>
                </a:lnTo>
                <a:close/>
              </a:path>
            </a:pathLst>
          </a:custGeom>
          <a:gradFill>
            <a:gsLst>
              <a:gs pos="100000">
                <a:schemeClr val="accent2"/>
              </a:gs>
              <a:gs pos="0">
                <a:schemeClr val="accent1"/>
              </a:gs>
            </a:gsLst>
            <a:lin ang="3000000" scaled="0"/>
          </a:gradFill>
          <a:ln>
            <a:noFill/>
          </a:ln>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15" name="Freeform 187">
            <a:extLst>
              <a:ext uri="{FF2B5EF4-FFF2-40B4-BE49-F238E27FC236}">
                <a16:creationId xmlns:a16="http://schemas.microsoft.com/office/drawing/2014/main" id="{0282F07F-F958-D5ED-CFAC-854E2AE8D9AF}"/>
              </a:ext>
            </a:extLst>
          </p:cNvPr>
          <p:cNvSpPr>
            <a:spLocks/>
          </p:cNvSpPr>
          <p:nvPr/>
        </p:nvSpPr>
        <p:spPr bwMode="auto">
          <a:xfrm>
            <a:off x="9342547" y="3094936"/>
            <a:ext cx="387082" cy="399423"/>
          </a:xfrm>
          <a:custGeom>
            <a:avLst/>
            <a:gdLst>
              <a:gd name="T0" fmla="*/ 29 w 1168"/>
              <a:gd name="T1" fmla="*/ 57 h 1168"/>
              <a:gd name="T2" fmla="*/ 0 w 1168"/>
              <a:gd name="T3" fmla="*/ 109 h 1168"/>
              <a:gd name="T4" fmla="*/ 20 w 1168"/>
              <a:gd name="T5" fmla="*/ 173 h 1168"/>
              <a:gd name="T6" fmla="*/ 125 w 1168"/>
              <a:gd name="T7" fmla="*/ 298 h 1168"/>
              <a:gd name="T8" fmla="*/ 400 w 1168"/>
              <a:gd name="T9" fmla="*/ 576 h 1168"/>
              <a:gd name="T10" fmla="*/ 138 w 1168"/>
              <a:gd name="T11" fmla="*/ 841 h 1168"/>
              <a:gd name="T12" fmla="*/ 16 w 1168"/>
              <a:gd name="T13" fmla="*/ 981 h 1168"/>
              <a:gd name="T14" fmla="*/ 1 w 1168"/>
              <a:gd name="T15" fmla="*/ 1040 h 1168"/>
              <a:gd name="T16" fmla="*/ 6 w 1168"/>
              <a:gd name="T17" fmla="*/ 1083 h 1168"/>
              <a:gd name="T18" fmla="*/ 33 w 1168"/>
              <a:gd name="T19" fmla="*/ 1124 h 1168"/>
              <a:gd name="T20" fmla="*/ 60 w 1168"/>
              <a:gd name="T21" fmla="*/ 1145 h 1168"/>
              <a:gd name="T22" fmla="*/ 114 w 1168"/>
              <a:gd name="T23" fmla="*/ 1168 h 1168"/>
              <a:gd name="T24" fmla="*/ 177 w 1168"/>
              <a:gd name="T25" fmla="*/ 1146 h 1168"/>
              <a:gd name="T26" fmla="*/ 302 w 1168"/>
              <a:gd name="T27" fmla="*/ 1041 h 1168"/>
              <a:gd name="T28" fmla="*/ 585 w 1168"/>
              <a:gd name="T29" fmla="*/ 761 h 1168"/>
              <a:gd name="T30" fmla="*/ 847 w 1168"/>
              <a:gd name="T31" fmla="*/ 1021 h 1168"/>
              <a:gd name="T32" fmla="*/ 990 w 1168"/>
              <a:gd name="T33" fmla="*/ 1147 h 1168"/>
              <a:gd name="T34" fmla="*/ 1041 w 1168"/>
              <a:gd name="T35" fmla="*/ 1168 h 1168"/>
              <a:gd name="T36" fmla="*/ 1077 w 1168"/>
              <a:gd name="T37" fmla="*/ 1161 h 1168"/>
              <a:gd name="T38" fmla="*/ 1145 w 1168"/>
              <a:gd name="T39" fmla="*/ 1105 h 1168"/>
              <a:gd name="T40" fmla="*/ 1168 w 1168"/>
              <a:gd name="T41" fmla="*/ 1046 h 1168"/>
              <a:gd name="T42" fmla="*/ 1167 w 1168"/>
              <a:gd name="T43" fmla="*/ 1016 h 1168"/>
              <a:gd name="T44" fmla="*/ 1108 w 1168"/>
              <a:gd name="T45" fmla="*/ 924 h 1168"/>
              <a:gd name="T46" fmla="*/ 968 w 1168"/>
              <a:gd name="T47" fmla="*/ 778 h 1168"/>
              <a:gd name="T48" fmla="*/ 958 w 1168"/>
              <a:gd name="T49" fmla="*/ 385 h 1168"/>
              <a:gd name="T50" fmla="*/ 1122 w 1168"/>
              <a:gd name="T51" fmla="*/ 210 h 1168"/>
              <a:gd name="T52" fmla="*/ 1160 w 1168"/>
              <a:gd name="T53" fmla="*/ 156 h 1168"/>
              <a:gd name="T54" fmla="*/ 1154 w 1168"/>
              <a:gd name="T55" fmla="*/ 95 h 1168"/>
              <a:gd name="T56" fmla="*/ 1107 w 1168"/>
              <a:gd name="T57" fmla="*/ 19 h 1168"/>
              <a:gd name="T58" fmla="*/ 1078 w 1168"/>
              <a:gd name="T59" fmla="*/ 6 h 1168"/>
              <a:gd name="T60" fmla="*/ 1026 w 1168"/>
              <a:gd name="T61" fmla="*/ 1 h 1168"/>
              <a:gd name="T62" fmla="*/ 948 w 1168"/>
              <a:gd name="T63" fmla="*/ 41 h 1168"/>
              <a:gd name="T64" fmla="*/ 783 w 1168"/>
              <a:gd name="T65" fmla="*/ 196 h 1168"/>
              <a:gd name="T66" fmla="*/ 386 w 1168"/>
              <a:gd name="T67" fmla="*/ 196 h 1168"/>
              <a:gd name="T68" fmla="*/ 243 w 1168"/>
              <a:gd name="T69" fmla="*/ 61 h 1168"/>
              <a:gd name="T70" fmla="*/ 151 w 1168"/>
              <a:gd name="T71" fmla="*/ 2 h 1168"/>
              <a:gd name="T72" fmla="*/ 122 w 1168"/>
              <a:gd name="T73" fmla="*/ 2 h 1168"/>
              <a:gd name="T74" fmla="*/ 74 w 1168"/>
              <a:gd name="T75" fmla="*/ 18 h 1168"/>
              <a:gd name="T76" fmla="*/ 43 w 1168"/>
              <a:gd name="T77" fmla="*/ 43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168" h="1168">
                <a:moveTo>
                  <a:pt x="43" y="43"/>
                </a:moveTo>
                <a:lnTo>
                  <a:pt x="29" y="57"/>
                </a:lnTo>
                <a:lnTo>
                  <a:pt x="9" y="83"/>
                </a:lnTo>
                <a:lnTo>
                  <a:pt x="0" y="109"/>
                </a:lnTo>
                <a:lnTo>
                  <a:pt x="3" y="138"/>
                </a:lnTo>
                <a:lnTo>
                  <a:pt x="20" y="173"/>
                </a:lnTo>
                <a:lnTo>
                  <a:pt x="51" y="215"/>
                </a:lnTo>
                <a:lnTo>
                  <a:pt x="125" y="298"/>
                </a:lnTo>
                <a:lnTo>
                  <a:pt x="201" y="375"/>
                </a:lnTo>
                <a:lnTo>
                  <a:pt x="400" y="576"/>
                </a:lnTo>
                <a:lnTo>
                  <a:pt x="201" y="778"/>
                </a:lnTo>
                <a:lnTo>
                  <a:pt x="138" y="841"/>
                </a:lnTo>
                <a:lnTo>
                  <a:pt x="57" y="927"/>
                </a:lnTo>
                <a:lnTo>
                  <a:pt x="16" y="981"/>
                </a:lnTo>
                <a:lnTo>
                  <a:pt x="2" y="1020"/>
                </a:lnTo>
                <a:lnTo>
                  <a:pt x="1" y="1040"/>
                </a:lnTo>
                <a:lnTo>
                  <a:pt x="2" y="1056"/>
                </a:lnTo>
                <a:lnTo>
                  <a:pt x="6" y="1083"/>
                </a:lnTo>
                <a:lnTo>
                  <a:pt x="17" y="1104"/>
                </a:lnTo>
                <a:lnTo>
                  <a:pt x="33" y="1124"/>
                </a:lnTo>
                <a:lnTo>
                  <a:pt x="45" y="1133"/>
                </a:lnTo>
                <a:lnTo>
                  <a:pt x="60" y="1145"/>
                </a:lnTo>
                <a:lnTo>
                  <a:pt x="87" y="1161"/>
                </a:lnTo>
                <a:lnTo>
                  <a:pt x="114" y="1168"/>
                </a:lnTo>
                <a:lnTo>
                  <a:pt x="143" y="1163"/>
                </a:lnTo>
                <a:lnTo>
                  <a:pt x="177" y="1146"/>
                </a:lnTo>
                <a:lnTo>
                  <a:pt x="219" y="1115"/>
                </a:lnTo>
                <a:lnTo>
                  <a:pt x="302" y="1041"/>
                </a:lnTo>
                <a:lnTo>
                  <a:pt x="380" y="965"/>
                </a:lnTo>
                <a:lnTo>
                  <a:pt x="585" y="761"/>
                </a:lnTo>
                <a:lnTo>
                  <a:pt x="790" y="965"/>
                </a:lnTo>
                <a:lnTo>
                  <a:pt x="847" y="1021"/>
                </a:lnTo>
                <a:lnTo>
                  <a:pt x="932" y="1101"/>
                </a:lnTo>
                <a:lnTo>
                  <a:pt x="990" y="1147"/>
                </a:lnTo>
                <a:lnTo>
                  <a:pt x="1028" y="1167"/>
                </a:lnTo>
                <a:lnTo>
                  <a:pt x="1041" y="1168"/>
                </a:lnTo>
                <a:lnTo>
                  <a:pt x="1053" y="1167"/>
                </a:lnTo>
                <a:lnTo>
                  <a:pt x="1077" y="1161"/>
                </a:lnTo>
                <a:lnTo>
                  <a:pt x="1110" y="1144"/>
                </a:lnTo>
                <a:lnTo>
                  <a:pt x="1145" y="1105"/>
                </a:lnTo>
                <a:lnTo>
                  <a:pt x="1162" y="1070"/>
                </a:lnTo>
                <a:lnTo>
                  <a:pt x="1168" y="1046"/>
                </a:lnTo>
                <a:lnTo>
                  <a:pt x="1168" y="1033"/>
                </a:lnTo>
                <a:lnTo>
                  <a:pt x="1167" y="1016"/>
                </a:lnTo>
                <a:lnTo>
                  <a:pt x="1151" y="978"/>
                </a:lnTo>
                <a:lnTo>
                  <a:pt x="1108" y="924"/>
                </a:lnTo>
                <a:lnTo>
                  <a:pt x="1028" y="839"/>
                </a:lnTo>
                <a:lnTo>
                  <a:pt x="968" y="778"/>
                </a:lnTo>
                <a:lnTo>
                  <a:pt x="768" y="575"/>
                </a:lnTo>
                <a:lnTo>
                  <a:pt x="958" y="385"/>
                </a:lnTo>
                <a:lnTo>
                  <a:pt x="1035" y="307"/>
                </a:lnTo>
                <a:lnTo>
                  <a:pt x="1122" y="210"/>
                </a:lnTo>
                <a:lnTo>
                  <a:pt x="1155" y="167"/>
                </a:lnTo>
                <a:lnTo>
                  <a:pt x="1160" y="156"/>
                </a:lnTo>
                <a:lnTo>
                  <a:pt x="1162" y="138"/>
                </a:lnTo>
                <a:lnTo>
                  <a:pt x="1154" y="95"/>
                </a:lnTo>
                <a:lnTo>
                  <a:pt x="1134" y="51"/>
                </a:lnTo>
                <a:lnTo>
                  <a:pt x="1107" y="19"/>
                </a:lnTo>
                <a:lnTo>
                  <a:pt x="1093" y="11"/>
                </a:lnTo>
                <a:lnTo>
                  <a:pt x="1078" y="6"/>
                </a:lnTo>
                <a:lnTo>
                  <a:pt x="1052" y="0"/>
                </a:lnTo>
                <a:lnTo>
                  <a:pt x="1026" y="1"/>
                </a:lnTo>
                <a:lnTo>
                  <a:pt x="998" y="10"/>
                </a:lnTo>
                <a:lnTo>
                  <a:pt x="948" y="41"/>
                </a:lnTo>
                <a:lnTo>
                  <a:pt x="852" y="128"/>
                </a:lnTo>
                <a:lnTo>
                  <a:pt x="783" y="196"/>
                </a:lnTo>
                <a:lnTo>
                  <a:pt x="585" y="391"/>
                </a:lnTo>
                <a:lnTo>
                  <a:pt x="386" y="196"/>
                </a:lnTo>
                <a:lnTo>
                  <a:pt x="327" y="139"/>
                </a:lnTo>
                <a:lnTo>
                  <a:pt x="243" y="61"/>
                </a:lnTo>
                <a:lnTo>
                  <a:pt x="189" y="18"/>
                </a:lnTo>
                <a:lnTo>
                  <a:pt x="151" y="2"/>
                </a:lnTo>
                <a:lnTo>
                  <a:pt x="135" y="1"/>
                </a:lnTo>
                <a:lnTo>
                  <a:pt x="122" y="2"/>
                </a:lnTo>
                <a:lnTo>
                  <a:pt x="98" y="7"/>
                </a:lnTo>
                <a:lnTo>
                  <a:pt x="74" y="18"/>
                </a:lnTo>
                <a:lnTo>
                  <a:pt x="53" y="33"/>
                </a:lnTo>
                <a:lnTo>
                  <a:pt x="43" y="43"/>
                </a:lnTo>
                <a:close/>
              </a:path>
            </a:pathLst>
          </a:custGeom>
          <a:gradFill>
            <a:gsLst>
              <a:gs pos="100000">
                <a:schemeClr val="accent2"/>
              </a:gs>
              <a:gs pos="0">
                <a:schemeClr val="accent1"/>
              </a:gs>
            </a:gsLst>
            <a:lin ang="3000000" scaled="0"/>
          </a:gradFill>
          <a:ln>
            <a:noFill/>
          </a:ln>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16" name="Freeform 191">
            <a:extLst>
              <a:ext uri="{FF2B5EF4-FFF2-40B4-BE49-F238E27FC236}">
                <a16:creationId xmlns:a16="http://schemas.microsoft.com/office/drawing/2014/main" id="{47A4BFBC-A034-5A91-C912-AE14F77FB39F}"/>
              </a:ext>
            </a:extLst>
          </p:cNvPr>
          <p:cNvSpPr>
            <a:spLocks noEditPoints="1"/>
          </p:cNvSpPr>
          <p:nvPr/>
        </p:nvSpPr>
        <p:spPr bwMode="auto">
          <a:xfrm>
            <a:off x="9744731" y="3492095"/>
            <a:ext cx="422271" cy="435861"/>
          </a:xfrm>
          <a:custGeom>
            <a:avLst/>
            <a:gdLst>
              <a:gd name="T0" fmla="*/ 440 w 1279"/>
              <a:gd name="T1" fmla="*/ 35 h 1272"/>
              <a:gd name="T2" fmla="*/ 256 w 1279"/>
              <a:gd name="T3" fmla="*/ 130 h 1272"/>
              <a:gd name="T4" fmla="*/ 120 w 1279"/>
              <a:gd name="T5" fmla="*/ 269 h 1272"/>
              <a:gd name="T6" fmla="*/ 34 w 1279"/>
              <a:gd name="T7" fmla="*/ 438 h 1272"/>
              <a:gd name="T8" fmla="*/ 0 w 1279"/>
              <a:gd name="T9" fmla="*/ 623 h 1272"/>
              <a:gd name="T10" fmla="*/ 20 w 1279"/>
              <a:gd name="T11" fmla="*/ 810 h 1272"/>
              <a:gd name="T12" fmla="*/ 94 w 1279"/>
              <a:gd name="T13" fmla="*/ 986 h 1272"/>
              <a:gd name="T14" fmla="*/ 225 w 1279"/>
              <a:gd name="T15" fmla="*/ 1136 h 1272"/>
              <a:gd name="T16" fmla="*/ 361 w 1279"/>
              <a:gd name="T17" fmla="*/ 1224 h 1272"/>
              <a:gd name="T18" fmla="*/ 446 w 1279"/>
              <a:gd name="T19" fmla="*/ 1258 h 1272"/>
              <a:gd name="T20" fmla="*/ 580 w 1279"/>
              <a:gd name="T21" fmla="*/ 1272 h 1272"/>
              <a:gd name="T22" fmla="*/ 690 w 1279"/>
              <a:gd name="T23" fmla="*/ 1272 h 1272"/>
              <a:gd name="T24" fmla="*/ 825 w 1279"/>
              <a:gd name="T25" fmla="*/ 1259 h 1272"/>
              <a:gd name="T26" fmla="*/ 906 w 1279"/>
              <a:gd name="T27" fmla="*/ 1227 h 1272"/>
              <a:gd name="T28" fmla="*/ 976 w 1279"/>
              <a:gd name="T29" fmla="*/ 1189 h 1272"/>
              <a:gd name="T30" fmla="*/ 1115 w 1279"/>
              <a:gd name="T31" fmla="*/ 1068 h 1272"/>
              <a:gd name="T32" fmla="*/ 1227 w 1279"/>
              <a:gd name="T33" fmla="*/ 889 h 1272"/>
              <a:gd name="T34" fmla="*/ 1278 w 1279"/>
              <a:gd name="T35" fmla="*/ 688 h 1272"/>
              <a:gd name="T36" fmla="*/ 1274 w 1279"/>
              <a:gd name="T37" fmla="*/ 560 h 1272"/>
              <a:gd name="T38" fmla="*/ 1258 w 1279"/>
              <a:gd name="T39" fmla="*/ 486 h 1272"/>
              <a:gd name="T40" fmla="*/ 1177 w 1279"/>
              <a:gd name="T41" fmla="*/ 306 h 1272"/>
              <a:gd name="T42" fmla="*/ 1051 w 1279"/>
              <a:gd name="T43" fmla="*/ 159 h 1272"/>
              <a:gd name="T44" fmla="*/ 889 w 1279"/>
              <a:gd name="T45" fmla="*/ 56 h 1272"/>
              <a:gd name="T46" fmla="*/ 749 w 1279"/>
              <a:gd name="T47" fmla="*/ 14 h 1272"/>
              <a:gd name="T48" fmla="*/ 650 w 1279"/>
              <a:gd name="T49" fmla="*/ 0 h 1272"/>
              <a:gd name="T50" fmla="*/ 532 w 1279"/>
              <a:gd name="T51" fmla="*/ 11 h 1272"/>
              <a:gd name="T52" fmla="*/ 794 w 1279"/>
              <a:gd name="T53" fmla="*/ 295 h 1272"/>
              <a:gd name="T54" fmla="*/ 867 w 1279"/>
              <a:gd name="T55" fmla="*/ 338 h 1272"/>
              <a:gd name="T56" fmla="*/ 944 w 1279"/>
              <a:gd name="T57" fmla="*/ 414 h 1272"/>
              <a:gd name="T58" fmla="*/ 996 w 1279"/>
              <a:gd name="T59" fmla="*/ 509 h 1272"/>
              <a:gd name="T60" fmla="*/ 1019 w 1279"/>
              <a:gd name="T61" fmla="*/ 618 h 1272"/>
              <a:gd name="T62" fmla="*/ 1018 w 1279"/>
              <a:gd name="T63" fmla="*/ 687 h 1272"/>
              <a:gd name="T64" fmla="*/ 973 w 1279"/>
              <a:gd name="T65" fmla="*/ 832 h 1272"/>
              <a:gd name="T66" fmla="*/ 878 w 1279"/>
              <a:gd name="T67" fmla="*/ 944 h 1272"/>
              <a:gd name="T68" fmla="*/ 744 w 1279"/>
              <a:gd name="T69" fmla="*/ 1014 h 1272"/>
              <a:gd name="T70" fmla="*/ 626 w 1279"/>
              <a:gd name="T71" fmla="*/ 1030 h 1272"/>
              <a:gd name="T72" fmla="*/ 572 w 1279"/>
              <a:gd name="T73" fmla="*/ 1024 h 1272"/>
              <a:gd name="T74" fmla="*/ 434 w 1279"/>
              <a:gd name="T75" fmla="*/ 967 h 1272"/>
              <a:gd name="T76" fmla="*/ 341 w 1279"/>
              <a:gd name="T77" fmla="*/ 890 h 1272"/>
              <a:gd name="T78" fmla="*/ 302 w 1279"/>
              <a:gd name="T79" fmla="*/ 834 h 1272"/>
              <a:gd name="T80" fmla="*/ 269 w 1279"/>
              <a:gd name="T81" fmla="*/ 752 h 1272"/>
              <a:gd name="T82" fmla="*/ 255 w 1279"/>
              <a:gd name="T83" fmla="*/ 666 h 1272"/>
              <a:gd name="T84" fmla="*/ 276 w 1279"/>
              <a:gd name="T85" fmla="*/ 518 h 1272"/>
              <a:gd name="T86" fmla="*/ 325 w 1279"/>
              <a:gd name="T87" fmla="*/ 422 h 1272"/>
              <a:gd name="T88" fmla="*/ 383 w 1279"/>
              <a:gd name="T89" fmla="*/ 357 h 1272"/>
              <a:gd name="T90" fmla="*/ 457 w 1279"/>
              <a:gd name="T91" fmla="*/ 305 h 1272"/>
              <a:gd name="T92" fmla="*/ 494 w 1279"/>
              <a:gd name="T93" fmla="*/ 288 h 1272"/>
              <a:gd name="T94" fmla="*/ 593 w 1279"/>
              <a:gd name="T95" fmla="*/ 267 h 1272"/>
              <a:gd name="T96" fmla="*/ 740 w 1279"/>
              <a:gd name="T97" fmla="*/ 277 h 1272"/>
              <a:gd name="T98" fmla="*/ 794 w 1279"/>
              <a:gd name="T99" fmla="*/ 295 h 1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9" h="1272">
                <a:moveTo>
                  <a:pt x="494" y="20"/>
                </a:moveTo>
                <a:lnTo>
                  <a:pt x="440" y="35"/>
                </a:lnTo>
                <a:lnTo>
                  <a:pt x="342" y="76"/>
                </a:lnTo>
                <a:lnTo>
                  <a:pt x="256" y="130"/>
                </a:lnTo>
                <a:lnTo>
                  <a:pt x="182" y="195"/>
                </a:lnTo>
                <a:lnTo>
                  <a:pt x="120" y="269"/>
                </a:lnTo>
                <a:lnTo>
                  <a:pt x="71" y="351"/>
                </a:lnTo>
                <a:lnTo>
                  <a:pt x="34" y="438"/>
                </a:lnTo>
                <a:lnTo>
                  <a:pt x="11" y="529"/>
                </a:lnTo>
                <a:lnTo>
                  <a:pt x="0" y="623"/>
                </a:lnTo>
                <a:lnTo>
                  <a:pt x="3" y="717"/>
                </a:lnTo>
                <a:lnTo>
                  <a:pt x="20" y="810"/>
                </a:lnTo>
                <a:lnTo>
                  <a:pt x="50" y="900"/>
                </a:lnTo>
                <a:lnTo>
                  <a:pt x="94" y="986"/>
                </a:lnTo>
                <a:lnTo>
                  <a:pt x="152" y="1065"/>
                </a:lnTo>
                <a:lnTo>
                  <a:pt x="225" y="1136"/>
                </a:lnTo>
                <a:lnTo>
                  <a:pt x="311" y="1198"/>
                </a:lnTo>
                <a:lnTo>
                  <a:pt x="361" y="1224"/>
                </a:lnTo>
                <a:lnTo>
                  <a:pt x="393" y="1239"/>
                </a:lnTo>
                <a:lnTo>
                  <a:pt x="446" y="1258"/>
                </a:lnTo>
                <a:lnTo>
                  <a:pt x="502" y="1268"/>
                </a:lnTo>
                <a:lnTo>
                  <a:pt x="580" y="1272"/>
                </a:lnTo>
                <a:lnTo>
                  <a:pt x="636" y="1272"/>
                </a:lnTo>
                <a:lnTo>
                  <a:pt x="690" y="1272"/>
                </a:lnTo>
                <a:lnTo>
                  <a:pt x="768" y="1269"/>
                </a:lnTo>
                <a:lnTo>
                  <a:pt x="825" y="1259"/>
                </a:lnTo>
                <a:lnTo>
                  <a:pt x="876" y="1241"/>
                </a:lnTo>
                <a:lnTo>
                  <a:pt x="906" y="1227"/>
                </a:lnTo>
                <a:lnTo>
                  <a:pt x="930" y="1215"/>
                </a:lnTo>
                <a:lnTo>
                  <a:pt x="976" y="1189"/>
                </a:lnTo>
                <a:lnTo>
                  <a:pt x="1040" y="1142"/>
                </a:lnTo>
                <a:lnTo>
                  <a:pt x="1115" y="1068"/>
                </a:lnTo>
                <a:lnTo>
                  <a:pt x="1178" y="982"/>
                </a:lnTo>
                <a:lnTo>
                  <a:pt x="1227" y="889"/>
                </a:lnTo>
                <a:lnTo>
                  <a:pt x="1261" y="790"/>
                </a:lnTo>
                <a:lnTo>
                  <a:pt x="1278" y="688"/>
                </a:lnTo>
                <a:lnTo>
                  <a:pt x="1279" y="611"/>
                </a:lnTo>
                <a:lnTo>
                  <a:pt x="1274" y="560"/>
                </a:lnTo>
                <a:lnTo>
                  <a:pt x="1269" y="535"/>
                </a:lnTo>
                <a:lnTo>
                  <a:pt x="1258" y="486"/>
                </a:lnTo>
                <a:lnTo>
                  <a:pt x="1224" y="392"/>
                </a:lnTo>
                <a:lnTo>
                  <a:pt x="1177" y="306"/>
                </a:lnTo>
                <a:lnTo>
                  <a:pt x="1119" y="228"/>
                </a:lnTo>
                <a:lnTo>
                  <a:pt x="1051" y="159"/>
                </a:lnTo>
                <a:lnTo>
                  <a:pt x="974" y="102"/>
                </a:lnTo>
                <a:lnTo>
                  <a:pt x="889" y="56"/>
                </a:lnTo>
                <a:lnTo>
                  <a:pt x="798" y="24"/>
                </a:lnTo>
                <a:lnTo>
                  <a:pt x="749" y="14"/>
                </a:lnTo>
                <a:lnTo>
                  <a:pt x="712" y="7"/>
                </a:lnTo>
                <a:lnTo>
                  <a:pt x="650" y="0"/>
                </a:lnTo>
                <a:lnTo>
                  <a:pt x="594" y="1"/>
                </a:lnTo>
                <a:lnTo>
                  <a:pt x="532" y="11"/>
                </a:lnTo>
                <a:lnTo>
                  <a:pt x="494" y="20"/>
                </a:lnTo>
                <a:close/>
                <a:moveTo>
                  <a:pt x="794" y="295"/>
                </a:moveTo>
                <a:lnTo>
                  <a:pt x="820" y="308"/>
                </a:lnTo>
                <a:lnTo>
                  <a:pt x="867" y="338"/>
                </a:lnTo>
                <a:lnTo>
                  <a:pt x="909" y="373"/>
                </a:lnTo>
                <a:lnTo>
                  <a:pt x="944" y="414"/>
                </a:lnTo>
                <a:lnTo>
                  <a:pt x="973" y="459"/>
                </a:lnTo>
                <a:lnTo>
                  <a:pt x="996" y="509"/>
                </a:lnTo>
                <a:lnTo>
                  <a:pt x="1011" y="562"/>
                </a:lnTo>
                <a:lnTo>
                  <a:pt x="1019" y="618"/>
                </a:lnTo>
                <a:lnTo>
                  <a:pt x="1019" y="647"/>
                </a:lnTo>
                <a:lnTo>
                  <a:pt x="1018" y="687"/>
                </a:lnTo>
                <a:lnTo>
                  <a:pt x="1002" y="762"/>
                </a:lnTo>
                <a:lnTo>
                  <a:pt x="973" y="832"/>
                </a:lnTo>
                <a:lnTo>
                  <a:pt x="931" y="893"/>
                </a:lnTo>
                <a:lnTo>
                  <a:pt x="878" y="944"/>
                </a:lnTo>
                <a:lnTo>
                  <a:pt x="815" y="985"/>
                </a:lnTo>
                <a:lnTo>
                  <a:pt x="744" y="1014"/>
                </a:lnTo>
                <a:lnTo>
                  <a:pt x="667" y="1029"/>
                </a:lnTo>
                <a:lnTo>
                  <a:pt x="626" y="1030"/>
                </a:lnTo>
                <a:lnTo>
                  <a:pt x="609" y="1030"/>
                </a:lnTo>
                <a:lnTo>
                  <a:pt x="572" y="1024"/>
                </a:lnTo>
                <a:lnTo>
                  <a:pt x="513" y="1006"/>
                </a:lnTo>
                <a:lnTo>
                  <a:pt x="434" y="967"/>
                </a:lnTo>
                <a:lnTo>
                  <a:pt x="366" y="918"/>
                </a:lnTo>
                <a:lnTo>
                  <a:pt x="341" y="890"/>
                </a:lnTo>
                <a:lnTo>
                  <a:pt x="327" y="872"/>
                </a:lnTo>
                <a:lnTo>
                  <a:pt x="302" y="834"/>
                </a:lnTo>
                <a:lnTo>
                  <a:pt x="283" y="793"/>
                </a:lnTo>
                <a:lnTo>
                  <a:pt x="269" y="752"/>
                </a:lnTo>
                <a:lnTo>
                  <a:pt x="259" y="709"/>
                </a:lnTo>
                <a:lnTo>
                  <a:pt x="255" y="666"/>
                </a:lnTo>
                <a:lnTo>
                  <a:pt x="257" y="601"/>
                </a:lnTo>
                <a:lnTo>
                  <a:pt x="276" y="518"/>
                </a:lnTo>
                <a:lnTo>
                  <a:pt x="303" y="459"/>
                </a:lnTo>
                <a:lnTo>
                  <a:pt x="325" y="422"/>
                </a:lnTo>
                <a:lnTo>
                  <a:pt x="352" y="388"/>
                </a:lnTo>
                <a:lnTo>
                  <a:pt x="383" y="357"/>
                </a:lnTo>
                <a:lnTo>
                  <a:pt x="418" y="329"/>
                </a:lnTo>
                <a:lnTo>
                  <a:pt x="457" y="305"/>
                </a:lnTo>
                <a:lnTo>
                  <a:pt x="478" y="295"/>
                </a:lnTo>
                <a:lnTo>
                  <a:pt x="494" y="288"/>
                </a:lnTo>
                <a:lnTo>
                  <a:pt x="532" y="277"/>
                </a:lnTo>
                <a:lnTo>
                  <a:pt x="593" y="267"/>
                </a:lnTo>
                <a:lnTo>
                  <a:pt x="679" y="267"/>
                </a:lnTo>
                <a:lnTo>
                  <a:pt x="740" y="277"/>
                </a:lnTo>
                <a:lnTo>
                  <a:pt x="778" y="288"/>
                </a:lnTo>
                <a:lnTo>
                  <a:pt x="794" y="295"/>
                </a:lnTo>
                <a:close/>
              </a:path>
            </a:pathLst>
          </a:custGeom>
          <a:gradFill>
            <a:gsLst>
              <a:gs pos="100000">
                <a:schemeClr val="accent2"/>
              </a:gs>
              <a:gs pos="0">
                <a:schemeClr val="accent1"/>
              </a:gs>
            </a:gsLst>
            <a:lin ang="3000000" scaled="0"/>
          </a:gradFill>
          <a:ln>
            <a:noFill/>
          </a:ln>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17" name="Freeform 193">
            <a:extLst>
              <a:ext uri="{FF2B5EF4-FFF2-40B4-BE49-F238E27FC236}">
                <a16:creationId xmlns:a16="http://schemas.microsoft.com/office/drawing/2014/main" id="{11C4CF99-5C97-FA86-041E-F7B6E7E7B159}"/>
              </a:ext>
            </a:extLst>
          </p:cNvPr>
          <p:cNvSpPr>
            <a:spLocks/>
          </p:cNvSpPr>
          <p:nvPr/>
        </p:nvSpPr>
        <p:spPr bwMode="auto">
          <a:xfrm>
            <a:off x="10183351" y="3935254"/>
            <a:ext cx="389788" cy="399423"/>
          </a:xfrm>
          <a:custGeom>
            <a:avLst/>
            <a:gdLst>
              <a:gd name="T0" fmla="*/ 45 w 1176"/>
              <a:gd name="T1" fmla="*/ 49 h 1167"/>
              <a:gd name="T2" fmla="*/ 17 w 1176"/>
              <a:gd name="T3" fmla="*/ 93 h 1167"/>
              <a:gd name="T4" fmla="*/ 12 w 1176"/>
              <a:gd name="T5" fmla="*/ 132 h 1167"/>
              <a:gd name="T6" fmla="*/ 28 w 1176"/>
              <a:gd name="T7" fmla="*/ 186 h 1167"/>
              <a:gd name="T8" fmla="*/ 149 w 1176"/>
              <a:gd name="T9" fmla="*/ 324 h 1167"/>
              <a:gd name="T10" fmla="*/ 407 w 1176"/>
              <a:gd name="T11" fmla="*/ 583 h 1167"/>
              <a:gd name="T12" fmla="*/ 127 w 1176"/>
              <a:gd name="T13" fmla="*/ 866 h 1167"/>
              <a:gd name="T14" fmla="*/ 22 w 1176"/>
              <a:gd name="T15" fmla="*/ 991 h 1167"/>
              <a:gd name="T16" fmla="*/ 0 w 1176"/>
              <a:gd name="T17" fmla="*/ 1054 h 1167"/>
              <a:gd name="T18" fmla="*/ 23 w 1176"/>
              <a:gd name="T19" fmla="*/ 1108 h 1167"/>
              <a:gd name="T20" fmla="*/ 44 w 1176"/>
              <a:gd name="T21" fmla="*/ 1135 h 1167"/>
              <a:gd name="T22" fmla="*/ 85 w 1176"/>
              <a:gd name="T23" fmla="*/ 1162 h 1167"/>
              <a:gd name="T24" fmla="*/ 128 w 1176"/>
              <a:gd name="T25" fmla="*/ 1167 h 1167"/>
              <a:gd name="T26" fmla="*/ 187 w 1176"/>
              <a:gd name="T27" fmla="*/ 1152 h 1167"/>
              <a:gd name="T28" fmla="*/ 327 w 1176"/>
              <a:gd name="T29" fmla="*/ 1029 h 1167"/>
              <a:gd name="T30" fmla="*/ 593 w 1176"/>
              <a:gd name="T31" fmla="*/ 767 h 1167"/>
              <a:gd name="T32" fmla="*/ 851 w 1176"/>
              <a:gd name="T33" fmla="*/ 1027 h 1167"/>
              <a:gd name="T34" fmla="*/ 998 w 1176"/>
              <a:gd name="T35" fmla="*/ 1149 h 1167"/>
              <a:gd name="T36" fmla="*/ 1052 w 1176"/>
              <a:gd name="T37" fmla="*/ 1165 h 1167"/>
              <a:gd name="T38" fmla="*/ 1092 w 1176"/>
              <a:gd name="T39" fmla="*/ 1160 h 1167"/>
              <a:gd name="T40" fmla="*/ 1119 w 1176"/>
              <a:gd name="T41" fmla="*/ 1146 h 1167"/>
              <a:gd name="T42" fmla="*/ 1169 w 1176"/>
              <a:gd name="T43" fmla="*/ 1077 h 1167"/>
              <a:gd name="T44" fmla="*/ 1176 w 1176"/>
              <a:gd name="T45" fmla="*/ 1021 h 1167"/>
              <a:gd name="T46" fmla="*/ 1169 w 1176"/>
              <a:gd name="T47" fmla="*/ 1002 h 1167"/>
              <a:gd name="T48" fmla="*/ 1047 w 1176"/>
              <a:gd name="T49" fmla="*/ 860 h 1167"/>
              <a:gd name="T50" fmla="*/ 777 w 1176"/>
              <a:gd name="T51" fmla="*/ 583 h 1167"/>
              <a:gd name="T52" fmla="*/ 1029 w 1176"/>
              <a:gd name="T53" fmla="*/ 326 h 1167"/>
              <a:gd name="T54" fmla="*/ 1150 w 1176"/>
              <a:gd name="T55" fmla="*/ 188 h 1167"/>
              <a:gd name="T56" fmla="*/ 1167 w 1176"/>
              <a:gd name="T57" fmla="*/ 133 h 1167"/>
              <a:gd name="T58" fmla="*/ 1160 w 1176"/>
              <a:gd name="T59" fmla="*/ 97 h 1167"/>
              <a:gd name="T60" fmla="*/ 1108 w 1176"/>
              <a:gd name="T61" fmla="*/ 24 h 1167"/>
              <a:gd name="T62" fmla="*/ 1052 w 1176"/>
              <a:gd name="T63" fmla="*/ 1 h 1167"/>
              <a:gd name="T64" fmla="*/ 1026 w 1176"/>
              <a:gd name="T65" fmla="*/ 1 h 1167"/>
              <a:gd name="T66" fmla="*/ 932 w 1176"/>
              <a:gd name="T67" fmla="*/ 67 h 1167"/>
              <a:gd name="T68" fmla="*/ 793 w 1176"/>
              <a:gd name="T69" fmla="*/ 200 h 1167"/>
              <a:gd name="T70" fmla="*/ 417 w 1176"/>
              <a:gd name="T71" fmla="*/ 223 h 1167"/>
              <a:gd name="T72" fmla="*/ 246 w 1176"/>
              <a:gd name="T73" fmla="*/ 61 h 1167"/>
              <a:gd name="T74" fmla="*/ 162 w 1176"/>
              <a:gd name="T75" fmla="*/ 7 h 1167"/>
              <a:gd name="T76" fmla="*/ 101 w 1176"/>
              <a:gd name="T77" fmla="*/ 8 h 1167"/>
              <a:gd name="T78" fmla="*/ 57 w 1176"/>
              <a:gd name="T79" fmla="*/ 38 h 1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176" h="1167">
                <a:moveTo>
                  <a:pt x="57" y="38"/>
                </a:moveTo>
                <a:lnTo>
                  <a:pt x="45" y="49"/>
                </a:lnTo>
                <a:lnTo>
                  <a:pt x="28" y="70"/>
                </a:lnTo>
                <a:lnTo>
                  <a:pt x="17" y="93"/>
                </a:lnTo>
                <a:lnTo>
                  <a:pt x="12" y="118"/>
                </a:lnTo>
                <a:lnTo>
                  <a:pt x="12" y="132"/>
                </a:lnTo>
                <a:lnTo>
                  <a:pt x="12" y="149"/>
                </a:lnTo>
                <a:lnTo>
                  <a:pt x="28" y="186"/>
                </a:lnTo>
                <a:lnTo>
                  <a:pt x="70" y="240"/>
                </a:lnTo>
                <a:lnTo>
                  <a:pt x="149" y="324"/>
                </a:lnTo>
                <a:lnTo>
                  <a:pt x="208" y="383"/>
                </a:lnTo>
                <a:lnTo>
                  <a:pt x="407" y="583"/>
                </a:lnTo>
                <a:lnTo>
                  <a:pt x="203" y="788"/>
                </a:lnTo>
                <a:lnTo>
                  <a:pt x="127" y="866"/>
                </a:lnTo>
                <a:lnTo>
                  <a:pt x="53" y="949"/>
                </a:lnTo>
                <a:lnTo>
                  <a:pt x="22" y="991"/>
                </a:lnTo>
                <a:lnTo>
                  <a:pt x="5" y="1025"/>
                </a:lnTo>
                <a:lnTo>
                  <a:pt x="0" y="1054"/>
                </a:lnTo>
                <a:lnTo>
                  <a:pt x="7" y="1081"/>
                </a:lnTo>
                <a:lnTo>
                  <a:pt x="23" y="1108"/>
                </a:lnTo>
                <a:lnTo>
                  <a:pt x="35" y="1123"/>
                </a:lnTo>
                <a:lnTo>
                  <a:pt x="44" y="1135"/>
                </a:lnTo>
                <a:lnTo>
                  <a:pt x="64" y="1151"/>
                </a:lnTo>
                <a:lnTo>
                  <a:pt x="85" y="1162"/>
                </a:lnTo>
                <a:lnTo>
                  <a:pt x="112" y="1166"/>
                </a:lnTo>
                <a:lnTo>
                  <a:pt x="128" y="1167"/>
                </a:lnTo>
                <a:lnTo>
                  <a:pt x="148" y="1166"/>
                </a:lnTo>
                <a:lnTo>
                  <a:pt x="187" y="1152"/>
                </a:lnTo>
                <a:lnTo>
                  <a:pt x="241" y="1111"/>
                </a:lnTo>
                <a:lnTo>
                  <a:pt x="327" y="1029"/>
                </a:lnTo>
                <a:lnTo>
                  <a:pt x="390" y="967"/>
                </a:lnTo>
                <a:lnTo>
                  <a:pt x="593" y="767"/>
                </a:lnTo>
                <a:lnTo>
                  <a:pt x="783" y="960"/>
                </a:lnTo>
                <a:lnTo>
                  <a:pt x="851" y="1027"/>
                </a:lnTo>
                <a:lnTo>
                  <a:pt x="947" y="1115"/>
                </a:lnTo>
                <a:lnTo>
                  <a:pt x="998" y="1149"/>
                </a:lnTo>
                <a:lnTo>
                  <a:pt x="1026" y="1161"/>
                </a:lnTo>
                <a:lnTo>
                  <a:pt x="1052" y="1165"/>
                </a:lnTo>
                <a:lnTo>
                  <a:pt x="1078" y="1163"/>
                </a:lnTo>
                <a:lnTo>
                  <a:pt x="1092" y="1160"/>
                </a:lnTo>
                <a:lnTo>
                  <a:pt x="1101" y="1157"/>
                </a:lnTo>
                <a:lnTo>
                  <a:pt x="1119" y="1146"/>
                </a:lnTo>
                <a:lnTo>
                  <a:pt x="1144" y="1121"/>
                </a:lnTo>
                <a:lnTo>
                  <a:pt x="1169" y="1077"/>
                </a:lnTo>
                <a:lnTo>
                  <a:pt x="1176" y="1043"/>
                </a:lnTo>
                <a:lnTo>
                  <a:pt x="1176" y="1021"/>
                </a:lnTo>
                <a:lnTo>
                  <a:pt x="1173" y="1012"/>
                </a:lnTo>
                <a:lnTo>
                  <a:pt x="1169" y="1002"/>
                </a:lnTo>
                <a:lnTo>
                  <a:pt x="1135" y="959"/>
                </a:lnTo>
                <a:lnTo>
                  <a:pt x="1047" y="860"/>
                </a:lnTo>
                <a:lnTo>
                  <a:pt x="970" y="780"/>
                </a:lnTo>
                <a:lnTo>
                  <a:pt x="777" y="583"/>
                </a:lnTo>
                <a:lnTo>
                  <a:pt x="972" y="385"/>
                </a:lnTo>
                <a:lnTo>
                  <a:pt x="1029" y="326"/>
                </a:lnTo>
                <a:lnTo>
                  <a:pt x="1107" y="242"/>
                </a:lnTo>
                <a:lnTo>
                  <a:pt x="1150" y="188"/>
                </a:lnTo>
                <a:lnTo>
                  <a:pt x="1166" y="150"/>
                </a:lnTo>
                <a:lnTo>
                  <a:pt x="1167" y="133"/>
                </a:lnTo>
                <a:lnTo>
                  <a:pt x="1166" y="121"/>
                </a:lnTo>
                <a:lnTo>
                  <a:pt x="1160" y="97"/>
                </a:lnTo>
                <a:lnTo>
                  <a:pt x="1143" y="62"/>
                </a:lnTo>
                <a:lnTo>
                  <a:pt x="1108" y="24"/>
                </a:lnTo>
                <a:lnTo>
                  <a:pt x="1075" y="7"/>
                </a:lnTo>
                <a:lnTo>
                  <a:pt x="1052" y="1"/>
                </a:lnTo>
                <a:lnTo>
                  <a:pt x="1040" y="0"/>
                </a:lnTo>
                <a:lnTo>
                  <a:pt x="1026" y="1"/>
                </a:lnTo>
                <a:lnTo>
                  <a:pt x="989" y="21"/>
                </a:lnTo>
                <a:lnTo>
                  <a:pt x="932" y="67"/>
                </a:lnTo>
                <a:lnTo>
                  <a:pt x="849" y="145"/>
                </a:lnTo>
                <a:lnTo>
                  <a:pt x="793" y="200"/>
                </a:lnTo>
                <a:lnTo>
                  <a:pt x="590" y="400"/>
                </a:lnTo>
                <a:lnTo>
                  <a:pt x="417" y="223"/>
                </a:lnTo>
                <a:lnTo>
                  <a:pt x="335" y="142"/>
                </a:lnTo>
                <a:lnTo>
                  <a:pt x="246" y="61"/>
                </a:lnTo>
                <a:lnTo>
                  <a:pt x="200" y="27"/>
                </a:lnTo>
                <a:lnTo>
                  <a:pt x="162" y="7"/>
                </a:lnTo>
                <a:lnTo>
                  <a:pt x="130" y="2"/>
                </a:lnTo>
                <a:lnTo>
                  <a:pt x="101" y="8"/>
                </a:lnTo>
                <a:lnTo>
                  <a:pt x="72" y="26"/>
                </a:lnTo>
                <a:lnTo>
                  <a:pt x="57" y="38"/>
                </a:lnTo>
                <a:close/>
              </a:path>
            </a:pathLst>
          </a:custGeom>
          <a:gradFill>
            <a:gsLst>
              <a:gs pos="100000">
                <a:schemeClr val="accent2"/>
              </a:gs>
              <a:gs pos="0">
                <a:schemeClr val="accent1"/>
              </a:gs>
            </a:gsLst>
            <a:lin ang="3000000" scaled="0"/>
          </a:gradFill>
          <a:ln>
            <a:noFill/>
          </a:ln>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25257730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750"/>
                                        <p:tgtEl>
                                          <p:spTgt spid="8"/>
                                        </p:tgtEl>
                                      </p:cBhvr>
                                    </p:animEffect>
                                    <p:anim calcmode="lin" valueType="num">
                                      <p:cBhvr>
                                        <p:cTn id="8" dur="750" fill="hold"/>
                                        <p:tgtEl>
                                          <p:spTgt spid="8"/>
                                        </p:tgtEl>
                                        <p:attrNameLst>
                                          <p:attrName>ppt_x</p:attrName>
                                        </p:attrNameLst>
                                      </p:cBhvr>
                                      <p:tavLst>
                                        <p:tav tm="0">
                                          <p:val>
                                            <p:strVal val="#ppt_x"/>
                                          </p:val>
                                        </p:tav>
                                        <p:tav tm="100000">
                                          <p:val>
                                            <p:strVal val="#ppt_x"/>
                                          </p:val>
                                        </p:tav>
                                      </p:tavLst>
                                    </p:anim>
                                    <p:anim calcmode="lin" valueType="num">
                                      <p:cBhvr>
                                        <p:cTn id="9" dur="750" fill="hold"/>
                                        <p:tgtEl>
                                          <p:spTgt spid="8"/>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25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par>
                                <p:cTn id="13" presetID="53" presetClass="entr" presetSubtype="16" fill="hold" grpId="0" nodeType="withEffect">
                                  <p:stCondLst>
                                    <p:cond delay="750"/>
                                  </p:stCondLst>
                                  <p:childTnLst>
                                    <p:set>
                                      <p:cBhvr>
                                        <p:cTn id="14" dur="1" fill="hold">
                                          <p:stCondLst>
                                            <p:cond delay="0"/>
                                          </p:stCondLst>
                                        </p:cTn>
                                        <p:tgtEl>
                                          <p:spTgt spid="14"/>
                                        </p:tgtEl>
                                        <p:attrNameLst>
                                          <p:attrName>style.visibility</p:attrName>
                                        </p:attrNameLst>
                                      </p:cBhvr>
                                      <p:to>
                                        <p:strVal val="visible"/>
                                      </p:to>
                                    </p:set>
                                    <p:anim calcmode="lin" valueType="num">
                                      <p:cBhvr>
                                        <p:cTn id="15" dur="500" fill="hold"/>
                                        <p:tgtEl>
                                          <p:spTgt spid="14"/>
                                        </p:tgtEl>
                                        <p:attrNameLst>
                                          <p:attrName>ppt_w</p:attrName>
                                        </p:attrNameLst>
                                      </p:cBhvr>
                                      <p:tavLst>
                                        <p:tav tm="0">
                                          <p:val>
                                            <p:fltVal val="0"/>
                                          </p:val>
                                        </p:tav>
                                        <p:tav tm="100000">
                                          <p:val>
                                            <p:strVal val="#ppt_w"/>
                                          </p:val>
                                        </p:tav>
                                      </p:tavLst>
                                    </p:anim>
                                    <p:anim calcmode="lin" valueType="num">
                                      <p:cBhvr>
                                        <p:cTn id="16" dur="500" fill="hold"/>
                                        <p:tgtEl>
                                          <p:spTgt spid="14"/>
                                        </p:tgtEl>
                                        <p:attrNameLst>
                                          <p:attrName>ppt_h</p:attrName>
                                        </p:attrNameLst>
                                      </p:cBhvr>
                                      <p:tavLst>
                                        <p:tav tm="0">
                                          <p:val>
                                            <p:fltVal val="0"/>
                                          </p:val>
                                        </p:tav>
                                        <p:tav tm="100000">
                                          <p:val>
                                            <p:strVal val="#ppt_h"/>
                                          </p:val>
                                        </p:tav>
                                      </p:tavLst>
                                    </p:anim>
                                    <p:animEffect transition="in" filter="fade">
                                      <p:cBhvr>
                                        <p:cTn id="17" dur="500"/>
                                        <p:tgtEl>
                                          <p:spTgt spid="14"/>
                                        </p:tgtEl>
                                      </p:cBhvr>
                                    </p:animEffect>
                                  </p:childTnLst>
                                </p:cTn>
                              </p:par>
                              <p:par>
                                <p:cTn id="18" presetID="53" presetClass="entr" presetSubtype="16" fill="hold" grpId="0" nodeType="withEffect">
                                  <p:stCondLst>
                                    <p:cond delay="500"/>
                                  </p:stCondLst>
                                  <p:childTnLst>
                                    <p:set>
                                      <p:cBhvr>
                                        <p:cTn id="19" dur="1" fill="hold">
                                          <p:stCondLst>
                                            <p:cond delay="0"/>
                                          </p:stCondLst>
                                        </p:cTn>
                                        <p:tgtEl>
                                          <p:spTgt spid="16"/>
                                        </p:tgtEl>
                                        <p:attrNameLst>
                                          <p:attrName>style.visibility</p:attrName>
                                        </p:attrNameLst>
                                      </p:cBhvr>
                                      <p:to>
                                        <p:strVal val="visible"/>
                                      </p:to>
                                    </p:set>
                                    <p:anim calcmode="lin" valueType="num">
                                      <p:cBhvr>
                                        <p:cTn id="20" dur="500" fill="hold"/>
                                        <p:tgtEl>
                                          <p:spTgt spid="16"/>
                                        </p:tgtEl>
                                        <p:attrNameLst>
                                          <p:attrName>ppt_w</p:attrName>
                                        </p:attrNameLst>
                                      </p:cBhvr>
                                      <p:tavLst>
                                        <p:tav tm="0">
                                          <p:val>
                                            <p:fltVal val="0"/>
                                          </p:val>
                                        </p:tav>
                                        <p:tav tm="100000">
                                          <p:val>
                                            <p:strVal val="#ppt_w"/>
                                          </p:val>
                                        </p:tav>
                                      </p:tavLst>
                                    </p:anim>
                                    <p:anim calcmode="lin" valueType="num">
                                      <p:cBhvr>
                                        <p:cTn id="21" dur="500" fill="hold"/>
                                        <p:tgtEl>
                                          <p:spTgt spid="16"/>
                                        </p:tgtEl>
                                        <p:attrNameLst>
                                          <p:attrName>ppt_h</p:attrName>
                                        </p:attrNameLst>
                                      </p:cBhvr>
                                      <p:tavLst>
                                        <p:tav tm="0">
                                          <p:val>
                                            <p:fltVal val="0"/>
                                          </p:val>
                                        </p:tav>
                                        <p:tav tm="100000">
                                          <p:val>
                                            <p:strVal val="#ppt_h"/>
                                          </p:val>
                                        </p:tav>
                                      </p:tavLst>
                                    </p:anim>
                                    <p:animEffect transition="in" filter="fade">
                                      <p:cBhvr>
                                        <p:cTn id="22" dur="500"/>
                                        <p:tgtEl>
                                          <p:spTgt spid="16"/>
                                        </p:tgtEl>
                                      </p:cBhvr>
                                    </p:animEffect>
                                  </p:childTnLst>
                                </p:cTn>
                              </p:par>
                              <p:par>
                                <p:cTn id="23" presetID="53" presetClass="entr" presetSubtype="16" fill="hold" grpId="0" nodeType="withEffect">
                                  <p:stCondLst>
                                    <p:cond delay="500"/>
                                  </p:stCondLst>
                                  <p:childTnLst>
                                    <p:set>
                                      <p:cBhvr>
                                        <p:cTn id="24" dur="1" fill="hold">
                                          <p:stCondLst>
                                            <p:cond delay="0"/>
                                          </p:stCondLst>
                                        </p:cTn>
                                        <p:tgtEl>
                                          <p:spTgt spid="17"/>
                                        </p:tgtEl>
                                        <p:attrNameLst>
                                          <p:attrName>style.visibility</p:attrName>
                                        </p:attrNameLst>
                                      </p:cBhvr>
                                      <p:to>
                                        <p:strVal val="visible"/>
                                      </p:to>
                                    </p:set>
                                    <p:anim calcmode="lin" valueType="num">
                                      <p:cBhvr>
                                        <p:cTn id="25" dur="500" fill="hold"/>
                                        <p:tgtEl>
                                          <p:spTgt spid="17"/>
                                        </p:tgtEl>
                                        <p:attrNameLst>
                                          <p:attrName>ppt_w</p:attrName>
                                        </p:attrNameLst>
                                      </p:cBhvr>
                                      <p:tavLst>
                                        <p:tav tm="0">
                                          <p:val>
                                            <p:fltVal val="0"/>
                                          </p:val>
                                        </p:tav>
                                        <p:tav tm="100000">
                                          <p:val>
                                            <p:strVal val="#ppt_w"/>
                                          </p:val>
                                        </p:tav>
                                      </p:tavLst>
                                    </p:anim>
                                    <p:anim calcmode="lin" valueType="num">
                                      <p:cBhvr>
                                        <p:cTn id="26" dur="500" fill="hold"/>
                                        <p:tgtEl>
                                          <p:spTgt spid="17"/>
                                        </p:tgtEl>
                                        <p:attrNameLst>
                                          <p:attrName>ppt_h</p:attrName>
                                        </p:attrNameLst>
                                      </p:cBhvr>
                                      <p:tavLst>
                                        <p:tav tm="0">
                                          <p:val>
                                            <p:fltVal val="0"/>
                                          </p:val>
                                        </p:tav>
                                        <p:tav tm="100000">
                                          <p:val>
                                            <p:strVal val="#ppt_h"/>
                                          </p:val>
                                        </p:tav>
                                      </p:tavLst>
                                    </p:anim>
                                    <p:animEffect transition="in" filter="fade">
                                      <p:cBhvr>
                                        <p:cTn id="27" dur="500"/>
                                        <p:tgtEl>
                                          <p:spTgt spid="17"/>
                                        </p:tgtEl>
                                      </p:cBhvr>
                                    </p:animEffect>
                                  </p:childTnLst>
                                </p:cTn>
                              </p:par>
                              <p:par>
                                <p:cTn id="28" presetID="53" presetClass="entr" presetSubtype="16" fill="hold" grpId="0" nodeType="withEffect">
                                  <p:stCondLst>
                                    <p:cond delay="500"/>
                                  </p:stCondLst>
                                  <p:childTnLst>
                                    <p:set>
                                      <p:cBhvr>
                                        <p:cTn id="29" dur="1" fill="hold">
                                          <p:stCondLst>
                                            <p:cond delay="0"/>
                                          </p:stCondLst>
                                        </p:cTn>
                                        <p:tgtEl>
                                          <p:spTgt spid="15"/>
                                        </p:tgtEl>
                                        <p:attrNameLst>
                                          <p:attrName>style.visibility</p:attrName>
                                        </p:attrNameLst>
                                      </p:cBhvr>
                                      <p:to>
                                        <p:strVal val="visible"/>
                                      </p:to>
                                    </p:set>
                                    <p:anim calcmode="lin" valueType="num">
                                      <p:cBhvr>
                                        <p:cTn id="30" dur="500" fill="hold"/>
                                        <p:tgtEl>
                                          <p:spTgt spid="15"/>
                                        </p:tgtEl>
                                        <p:attrNameLst>
                                          <p:attrName>ppt_w</p:attrName>
                                        </p:attrNameLst>
                                      </p:cBhvr>
                                      <p:tavLst>
                                        <p:tav tm="0">
                                          <p:val>
                                            <p:fltVal val="0"/>
                                          </p:val>
                                        </p:tav>
                                        <p:tav tm="100000">
                                          <p:val>
                                            <p:strVal val="#ppt_w"/>
                                          </p:val>
                                        </p:tav>
                                      </p:tavLst>
                                    </p:anim>
                                    <p:anim calcmode="lin" valueType="num">
                                      <p:cBhvr>
                                        <p:cTn id="31" dur="500" fill="hold"/>
                                        <p:tgtEl>
                                          <p:spTgt spid="15"/>
                                        </p:tgtEl>
                                        <p:attrNameLst>
                                          <p:attrName>ppt_h</p:attrName>
                                        </p:attrNameLst>
                                      </p:cBhvr>
                                      <p:tavLst>
                                        <p:tav tm="0">
                                          <p:val>
                                            <p:fltVal val="0"/>
                                          </p:val>
                                        </p:tav>
                                        <p:tav tm="100000">
                                          <p:val>
                                            <p:strVal val="#ppt_h"/>
                                          </p:val>
                                        </p:tav>
                                      </p:tavLst>
                                    </p:anim>
                                    <p:animEffect transition="in" filter="fade">
                                      <p:cBhvr>
                                        <p:cTn id="32" dur="500"/>
                                        <p:tgtEl>
                                          <p:spTgt spid="15"/>
                                        </p:tgtEl>
                                      </p:cBhvr>
                                    </p:animEffect>
                                  </p:childTnLst>
                                </p:cTn>
                              </p:par>
                            </p:childTnLst>
                          </p:cTn>
                        </p:par>
                        <p:par>
                          <p:cTn id="33" fill="hold">
                            <p:stCondLst>
                              <p:cond delay="1250"/>
                            </p:stCondLst>
                            <p:childTnLst>
                              <p:par>
                                <p:cTn id="34" presetID="22" presetClass="entr" presetSubtype="4" fill="hold" grpId="0" nodeType="after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down)">
                                      <p:cBhvr>
                                        <p:cTn id="3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animBg="1"/>
      <p:bldP spid="14" grpId="0" animBg="1"/>
      <p:bldP spid="15" grpId="0" animBg="1"/>
      <p:bldP spid="16" grpId="0" animBg="1"/>
      <p:bldP spid="1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910582" y="1039019"/>
            <a:ext cx="8619927" cy="516732"/>
          </a:xfrm>
          <a:prstGeom prst="rect">
            <a:avLst/>
          </a:prstGeom>
          <a:noFill/>
          <a:ln/>
        </p:spPr>
        <p:txBody>
          <a:bodyPr wrap="none" lIns="0" tIns="0" rIns="0" bIns="0" rtlCol="0" anchor="t"/>
          <a:lstStyle/>
          <a:p>
            <a:pPr algn="r" rtl="1">
              <a:lnSpc>
                <a:spcPts val="4042"/>
              </a:lnSpc>
            </a:pPr>
            <a:endParaRPr lang="en-US" sz="3250" dirty="0"/>
          </a:p>
        </p:txBody>
      </p:sp>
      <p:sp>
        <p:nvSpPr>
          <p:cNvPr id="3" name="Text 1"/>
          <p:cNvSpPr/>
          <p:nvPr/>
        </p:nvSpPr>
        <p:spPr>
          <a:xfrm>
            <a:off x="661492" y="1886446"/>
            <a:ext cx="10869018" cy="264617"/>
          </a:xfrm>
          <a:prstGeom prst="rect">
            <a:avLst/>
          </a:prstGeom>
          <a:noFill/>
          <a:ln/>
        </p:spPr>
        <p:txBody>
          <a:bodyPr wrap="none" lIns="0" tIns="0" rIns="0" bIns="0" rtlCol="0" anchor="t"/>
          <a:lstStyle/>
          <a:p>
            <a:pPr algn="r" rtl="1">
              <a:lnSpc>
                <a:spcPts val="2083"/>
              </a:lnSpc>
            </a:pPr>
            <a:r>
              <a:rPr lang="en-US" sz="1600" dirty="0" err="1">
                <a:solidFill>
                  <a:schemeClr val="accent1"/>
                </a:solidFill>
                <a:latin typeface="Sakkal Majalla" panose="02000000000000000000" pitchFamily="2" charset="-78"/>
                <a:ea typeface="Roboto" pitchFamily="34" charset="-122"/>
                <a:cs typeface="Sakkal Majalla" panose="02000000000000000000" pitchFamily="2" charset="-78"/>
              </a:rPr>
              <a:t>دور</a:t>
            </a:r>
            <a:r>
              <a:rPr lang="en-US" sz="1600" dirty="0">
                <a:solidFill>
                  <a:schemeClr val="accent1"/>
                </a:solidFill>
                <a:latin typeface="Sakkal Majalla" panose="02000000000000000000" pitchFamily="2" charset="-78"/>
                <a:ea typeface="Roboto" pitchFamily="34" charset="-122"/>
                <a:cs typeface="Sakkal Majalla" panose="02000000000000000000" pitchFamily="2" charset="-78"/>
              </a:rPr>
              <a:t> </a:t>
            </a:r>
            <a:r>
              <a:rPr lang="en-US" sz="1600" dirty="0" err="1">
                <a:solidFill>
                  <a:schemeClr val="accent1"/>
                </a:solidFill>
                <a:latin typeface="Sakkal Majalla" panose="02000000000000000000" pitchFamily="2" charset="-78"/>
                <a:ea typeface="Roboto" pitchFamily="34" charset="-122"/>
                <a:cs typeface="Sakkal Majalla" panose="02000000000000000000" pitchFamily="2" charset="-78"/>
              </a:rPr>
              <a:t>وي</a:t>
            </a:r>
            <a:r>
              <a:rPr lang="en-US" sz="1600" dirty="0">
                <a:solidFill>
                  <a:schemeClr val="accent1"/>
                </a:solidFill>
                <a:latin typeface="Sakkal Majalla" panose="02000000000000000000" pitchFamily="2" charset="-78"/>
                <a:ea typeface="Roboto" pitchFamily="34" charset="-122"/>
                <a:cs typeface="Sakkal Majalla" panose="02000000000000000000" pitchFamily="2" charset="-78"/>
              </a:rPr>
              <a:t> </a:t>
            </a:r>
            <a:r>
              <a:rPr lang="en-US" sz="1600" dirty="0" err="1">
                <a:solidFill>
                  <a:schemeClr val="accent1"/>
                </a:solidFill>
                <a:latin typeface="Sakkal Majalla" panose="02000000000000000000" pitchFamily="2" charset="-78"/>
                <a:ea typeface="Roboto" pitchFamily="34" charset="-122"/>
                <a:cs typeface="Sakkal Majalla" panose="02000000000000000000" pitchFamily="2" charset="-78"/>
              </a:rPr>
              <a:t>تك</a:t>
            </a:r>
            <a:r>
              <a:rPr lang="en-US" sz="1600" dirty="0">
                <a:solidFill>
                  <a:schemeClr val="accent1"/>
                </a:solidFill>
                <a:latin typeface="Sakkal Majalla" panose="02000000000000000000" pitchFamily="2" charset="-78"/>
                <a:ea typeface="Roboto" pitchFamily="34" charset="-122"/>
                <a:cs typeface="Sakkal Majalla" panose="02000000000000000000" pitchFamily="2" charset="-78"/>
              </a:rPr>
              <a:t> في البنية المؤسسية ليس "منتجًا" ولا "تطبيقًا"، بل هو </a:t>
            </a:r>
            <a:r>
              <a:rPr lang="en-US" sz="1600" b="1" dirty="0">
                <a:solidFill>
                  <a:schemeClr val="accent1"/>
                </a:solidFill>
                <a:latin typeface="Sakkal Majalla" panose="02000000000000000000" pitchFamily="2" charset="-78"/>
                <a:ea typeface="Roboto" pitchFamily="34" charset="-122"/>
                <a:cs typeface="Sakkal Majalla" panose="02000000000000000000" pitchFamily="2" charset="-78"/>
              </a:rPr>
              <a:t>ممارسة مؤسسية</a:t>
            </a:r>
            <a:r>
              <a:rPr lang="en-US" sz="1600" dirty="0">
                <a:solidFill>
                  <a:schemeClr val="accent1"/>
                </a:solidFill>
                <a:latin typeface="Sakkal Majalla" panose="02000000000000000000" pitchFamily="2" charset="-78"/>
                <a:ea typeface="Roboto" pitchFamily="34" charset="-122"/>
                <a:cs typeface="Sakkal Majalla" panose="02000000000000000000" pitchFamily="2" charset="-78"/>
              </a:rPr>
              <a:t> تقودها الجهة على مستوى حكومة الولاية.</a:t>
            </a:r>
            <a:endParaRPr lang="en-US" sz="1600" dirty="0">
              <a:solidFill>
                <a:schemeClr val="accent1"/>
              </a:solidFill>
            </a:endParaRPr>
          </a:p>
        </p:txBody>
      </p:sp>
      <p:sp>
        <p:nvSpPr>
          <p:cNvPr id="4" name="Text 2"/>
          <p:cNvSpPr/>
          <p:nvPr/>
        </p:nvSpPr>
        <p:spPr>
          <a:xfrm>
            <a:off x="11365210" y="2337098"/>
            <a:ext cx="165298" cy="206673"/>
          </a:xfrm>
          <a:prstGeom prst="rect">
            <a:avLst/>
          </a:prstGeom>
          <a:noFill/>
          <a:ln/>
        </p:spPr>
        <p:txBody>
          <a:bodyPr wrap="none" lIns="0" tIns="0" rIns="0" bIns="0" rtlCol="0" anchor="t"/>
          <a:lstStyle/>
          <a:p>
            <a:pPr rtl="1">
              <a:lnSpc>
                <a:spcPts val="2083"/>
              </a:lnSpc>
            </a:pPr>
            <a:r>
              <a:rPr lang="en-US" sz="1600" dirty="0">
                <a:solidFill>
                  <a:srgbClr val="384653"/>
                </a:solidFill>
                <a:latin typeface="Sakkal Majalla" panose="02000000000000000000" pitchFamily="2" charset="-78"/>
                <a:ea typeface="Host Grotesk Light" pitchFamily="34" charset="-122"/>
                <a:cs typeface="Sakkal Majalla" panose="02000000000000000000" pitchFamily="2" charset="-78"/>
              </a:rPr>
              <a:t>01</a:t>
            </a:r>
            <a:endParaRPr lang="en-US" sz="1600" dirty="0"/>
          </a:p>
        </p:txBody>
      </p:sp>
      <p:sp>
        <p:nvSpPr>
          <p:cNvPr id="5" name="Shape 3"/>
          <p:cNvSpPr/>
          <p:nvPr/>
        </p:nvSpPr>
        <p:spPr>
          <a:xfrm>
            <a:off x="6178650" y="2599035"/>
            <a:ext cx="5351859" cy="19050"/>
          </a:xfrm>
          <a:prstGeom prst="rect">
            <a:avLst/>
          </a:prstGeom>
          <a:solidFill>
            <a:srgbClr val="3D4B58"/>
          </a:solidFill>
          <a:ln/>
        </p:spPr>
        <p:txBody>
          <a:bodyPr/>
          <a:lstStyle/>
          <a:p>
            <a:endParaRPr lang="en-US"/>
          </a:p>
        </p:txBody>
      </p:sp>
      <p:sp>
        <p:nvSpPr>
          <p:cNvPr id="6" name="Text 4"/>
          <p:cNvSpPr/>
          <p:nvPr/>
        </p:nvSpPr>
        <p:spPr>
          <a:xfrm>
            <a:off x="8460383" y="2719784"/>
            <a:ext cx="3070126" cy="258465"/>
          </a:xfrm>
          <a:prstGeom prst="rect">
            <a:avLst/>
          </a:prstGeom>
          <a:noFill/>
          <a:ln/>
        </p:spPr>
        <p:txBody>
          <a:bodyPr wrap="none" lIns="0" tIns="0" rIns="0" bIns="0" rtlCol="0" anchor="t"/>
          <a:lstStyle/>
          <a:p>
            <a:pPr algn="r" rtl="1">
              <a:lnSpc>
                <a:spcPts val="2000"/>
              </a:lnSpc>
            </a:pPr>
            <a:r>
              <a:rPr lang="en-US" sz="2000" dirty="0">
                <a:solidFill>
                  <a:schemeClr val="accent1"/>
                </a:solidFill>
                <a:latin typeface="Sakkal Majalla" panose="02000000000000000000" pitchFamily="2" charset="-78"/>
                <a:ea typeface="Host Grotesk Medium" pitchFamily="34" charset="-122"/>
                <a:cs typeface="Sakkal Majalla" panose="02000000000000000000" pitchFamily="2" charset="-78"/>
              </a:rPr>
              <a:t>سياسة رسمية معلنة للبنية المؤسسية</a:t>
            </a:r>
            <a:endParaRPr lang="en-US" sz="2000" dirty="0">
              <a:solidFill>
                <a:schemeClr val="accent1"/>
              </a:solidFill>
            </a:endParaRPr>
          </a:p>
        </p:txBody>
      </p:sp>
      <p:sp>
        <p:nvSpPr>
          <p:cNvPr id="7" name="Text 5"/>
          <p:cNvSpPr/>
          <p:nvPr/>
        </p:nvSpPr>
        <p:spPr>
          <a:xfrm>
            <a:off x="6178650" y="3077469"/>
            <a:ext cx="5351859" cy="793849"/>
          </a:xfrm>
          <a:prstGeom prst="rect">
            <a:avLst/>
          </a:prstGeom>
          <a:noFill/>
          <a:ln/>
        </p:spPr>
        <p:txBody>
          <a:bodyPr wrap="square" lIns="0" tIns="0" rIns="0" bIns="0" rtlCol="0" anchor="t"/>
          <a:lstStyle/>
          <a:p>
            <a:pPr algn="r" rtl="1">
              <a:lnSpc>
                <a:spcPts val="2083"/>
              </a:lnSpc>
            </a:pPr>
            <a:r>
              <a:rPr lang="en-US" sz="1600" dirty="0">
                <a:solidFill>
                  <a:srgbClr val="384653"/>
                </a:solidFill>
                <a:latin typeface="Sakkal Majalla" panose="02000000000000000000" pitchFamily="2" charset="-78"/>
                <a:ea typeface="Roboto" pitchFamily="34" charset="-122"/>
                <a:cs typeface="Sakkal Majalla" panose="02000000000000000000" pitchFamily="2" charset="-78"/>
              </a:rPr>
              <a:t>لدى «وي تك» </a:t>
            </a:r>
            <a:r>
              <a:rPr lang="en-US" sz="1600" b="1" dirty="0">
                <a:solidFill>
                  <a:srgbClr val="384653"/>
                </a:solidFill>
                <a:latin typeface="Sakkal Majalla" panose="02000000000000000000" pitchFamily="2" charset="-78"/>
                <a:ea typeface="Roboto" pitchFamily="34" charset="-122"/>
                <a:cs typeface="Sakkal Majalla" panose="02000000000000000000" pitchFamily="2" charset="-78"/>
              </a:rPr>
              <a:t>سياسة رسمية</a:t>
            </a:r>
            <a:r>
              <a:rPr lang="en-US" sz="1600" dirty="0">
                <a:solidFill>
                  <a:srgbClr val="384653"/>
                </a:solidFill>
                <a:latin typeface="Sakkal Majalla" panose="02000000000000000000" pitchFamily="2" charset="-78"/>
                <a:ea typeface="Roboto" pitchFamily="34" charset="-122"/>
                <a:cs typeface="Sakkal Majalla" panose="02000000000000000000" pitchFamily="2" charset="-78"/>
              </a:rPr>
              <a:t> توضّح مفهوم البنية المؤسسية بوصفها </a:t>
            </a:r>
            <a:r>
              <a:rPr lang="en-US" sz="1600" b="1" dirty="0">
                <a:solidFill>
                  <a:srgbClr val="384653"/>
                </a:solidFill>
                <a:latin typeface="Sakkal Majalla" panose="02000000000000000000" pitchFamily="2" charset="-78"/>
                <a:ea typeface="Roboto" pitchFamily="34" charset="-122"/>
                <a:cs typeface="Sakkal Majalla" panose="02000000000000000000" pitchFamily="2" charset="-78"/>
              </a:rPr>
              <a:t>عملية مستمرة</a:t>
            </a:r>
            <a:r>
              <a:rPr lang="en-US" sz="1600" dirty="0">
                <a:solidFill>
                  <a:srgbClr val="384653"/>
                </a:solidFill>
                <a:latin typeface="Sakkal Majalla" panose="02000000000000000000" pitchFamily="2" charset="-78"/>
                <a:ea typeface="Roboto" pitchFamily="34" charset="-122"/>
                <a:cs typeface="Sakkal Majalla" panose="02000000000000000000" pitchFamily="2" charset="-78"/>
              </a:rPr>
              <a:t> لتحويل الرؤية والتوجه الاستراتيجي إلى تغيير مؤسسي فعّال، مع التركيز على تحقيق المواءمة بين الاحتياج المؤسسي والتقنية.</a:t>
            </a:r>
            <a:endParaRPr lang="en-US" sz="1600" dirty="0"/>
          </a:p>
        </p:txBody>
      </p:sp>
      <p:sp>
        <p:nvSpPr>
          <p:cNvPr id="8" name="Text 6"/>
          <p:cNvSpPr/>
          <p:nvPr/>
        </p:nvSpPr>
        <p:spPr>
          <a:xfrm>
            <a:off x="5848053" y="2337098"/>
            <a:ext cx="165298" cy="206673"/>
          </a:xfrm>
          <a:prstGeom prst="rect">
            <a:avLst/>
          </a:prstGeom>
          <a:noFill/>
          <a:ln/>
        </p:spPr>
        <p:txBody>
          <a:bodyPr wrap="none" lIns="0" tIns="0" rIns="0" bIns="0" rtlCol="0" anchor="t"/>
          <a:lstStyle/>
          <a:p>
            <a:pPr rtl="1">
              <a:lnSpc>
                <a:spcPts val="2083"/>
              </a:lnSpc>
            </a:pPr>
            <a:r>
              <a:rPr lang="en-US" sz="1600" dirty="0">
                <a:solidFill>
                  <a:srgbClr val="384653"/>
                </a:solidFill>
                <a:latin typeface="Sakkal Majalla" panose="02000000000000000000" pitchFamily="2" charset="-78"/>
                <a:ea typeface="Host Grotesk Light" pitchFamily="34" charset="-122"/>
                <a:cs typeface="Sakkal Majalla" panose="02000000000000000000" pitchFamily="2" charset="-78"/>
              </a:rPr>
              <a:t>02</a:t>
            </a:r>
            <a:endParaRPr lang="en-US" sz="1600" dirty="0"/>
          </a:p>
        </p:txBody>
      </p:sp>
      <p:sp>
        <p:nvSpPr>
          <p:cNvPr id="9" name="Shape 7"/>
          <p:cNvSpPr/>
          <p:nvPr/>
        </p:nvSpPr>
        <p:spPr>
          <a:xfrm>
            <a:off x="661492" y="2599035"/>
            <a:ext cx="5351859" cy="19050"/>
          </a:xfrm>
          <a:prstGeom prst="rect">
            <a:avLst/>
          </a:prstGeom>
          <a:solidFill>
            <a:srgbClr val="3D4B58"/>
          </a:solidFill>
          <a:ln/>
        </p:spPr>
        <p:txBody>
          <a:bodyPr/>
          <a:lstStyle/>
          <a:p>
            <a:endParaRPr lang="en-US"/>
          </a:p>
        </p:txBody>
      </p:sp>
      <p:sp>
        <p:nvSpPr>
          <p:cNvPr id="10" name="Text 8"/>
          <p:cNvSpPr/>
          <p:nvPr/>
        </p:nvSpPr>
        <p:spPr>
          <a:xfrm>
            <a:off x="3142258" y="2719784"/>
            <a:ext cx="2871093" cy="258465"/>
          </a:xfrm>
          <a:prstGeom prst="rect">
            <a:avLst/>
          </a:prstGeom>
          <a:noFill/>
          <a:ln/>
        </p:spPr>
        <p:txBody>
          <a:bodyPr wrap="none" lIns="0" tIns="0" rIns="0" bIns="0" rtlCol="0" anchor="t"/>
          <a:lstStyle/>
          <a:p>
            <a:pPr algn="r" rtl="1">
              <a:lnSpc>
                <a:spcPts val="2000"/>
              </a:lnSpc>
            </a:pPr>
            <a:r>
              <a:rPr lang="en-US" sz="2000" dirty="0">
                <a:solidFill>
                  <a:schemeClr val="accent1"/>
                </a:solidFill>
                <a:latin typeface="Sakkal Majalla" panose="02000000000000000000" pitchFamily="2" charset="-78"/>
                <a:ea typeface="Host Grotesk Medium" pitchFamily="34" charset="-122"/>
                <a:cs typeface="Sakkal Majalla" panose="02000000000000000000" pitchFamily="2" charset="-78"/>
              </a:rPr>
              <a:t>خطة عمل منشورة للبنية المؤسسية</a:t>
            </a:r>
            <a:endParaRPr lang="en-US" sz="2000" dirty="0">
              <a:solidFill>
                <a:schemeClr val="accent1"/>
              </a:solidFill>
            </a:endParaRPr>
          </a:p>
        </p:txBody>
      </p:sp>
      <p:sp>
        <p:nvSpPr>
          <p:cNvPr id="11" name="Text 9"/>
          <p:cNvSpPr/>
          <p:nvPr/>
        </p:nvSpPr>
        <p:spPr>
          <a:xfrm>
            <a:off x="661492" y="3077469"/>
            <a:ext cx="5351859" cy="793849"/>
          </a:xfrm>
          <a:prstGeom prst="rect">
            <a:avLst/>
          </a:prstGeom>
          <a:noFill/>
          <a:ln/>
        </p:spPr>
        <p:txBody>
          <a:bodyPr wrap="square" lIns="0" tIns="0" rIns="0" bIns="0" rtlCol="0" anchor="t"/>
          <a:lstStyle/>
          <a:p>
            <a:pPr algn="r" rtl="1">
              <a:lnSpc>
                <a:spcPts val="2083"/>
              </a:lnSpc>
            </a:pPr>
            <a:r>
              <a:rPr lang="en-US" sz="1600" dirty="0">
                <a:solidFill>
                  <a:srgbClr val="384653"/>
                </a:solidFill>
                <a:latin typeface="Sakkal Majalla" panose="02000000000000000000" pitchFamily="2" charset="-78"/>
                <a:ea typeface="Roboto" pitchFamily="34" charset="-122"/>
                <a:cs typeface="Sakkal Majalla" panose="02000000000000000000" pitchFamily="2" charset="-78"/>
              </a:rPr>
              <a:t>كما لدى «وي تك» </a:t>
            </a:r>
            <a:r>
              <a:rPr lang="en-US" sz="1600" b="1" dirty="0">
                <a:solidFill>
                  <a:srgbClr val="384653"/>
                </a:solidFill>
                <a:latin typeface="Sakkal Majalla" panose="02000000000000000000" pitchFamily="2" charset="-78"/>
                <a:ea typeface="Roboto" pitchFamily="34" charset="-122"/>
                <a:cs typeface="Sakkal Majalla" panose="02000000000000000000" pitchFamily="2" charset="-78"/>
              </a:rPr>
              <a:t>خطة عمل منشورة</a:t>
            </a:r>
            <a:r>
              <a:rPr lang="en-US" sz="1600" dirty="0">
                <a:solidFill>
                  <a:srgbClr val="384653"/>
                </a:solidFill>
                <a:latin typeface="Sakkal Majalla" panose="02000000000000000000" pitchFamily="2" charset="-78"/>
                <a:ea typeface="Roboto" pitchFamily="34" charset="-122"/>
                <a:cs typeface="Sakkal Majalla" panose="02000000000000000000" pitchFamily="2" charset="-78"/>
              </a:rPr>
              <a:t> توضّح كيفية إدارة هذه الممارسة وتطويرها، وأنها تستند إلى إطار نظامي على مستوى الولاية، وتؤكد دور البنية المؤسسية في بناء الحالة المستقبلية وتحسينها بصورة مستمرة.</a:t>
            </a:r>
            <a:endParaRPr lang="en-US" sz="1600" dirty="0"/>
          </a:p>
        </p:txBody>
      </p:sp>
      <p:sp>
        <p:nvSpPr>
          <p:cNvPr id="12" name="Text 10"/>
          <p:cNvSpPr/>
          <p:nvPr/>
        </p:nvSpPr>
        <p:spPr>
          <a:xfrm>
            <a:off x="11365210" y="4160639"/>
            <a:ext cx="165298" cy="206673"/>
          </a:xfrm>
          <a:prstGeom prst="rect">
            <a:avLst/>
          </a:prstGeom>
          <a:noFill/>
          <a:ln/>
        </p:spPr>
        <p:txBody>
          <a:bodyPr wrap="none" lIns="0" tIns="0" rIns="0" bIns="0" rtlCol="0" anchor="t"/>
          <a:lstStyle/>
          <a:p>
            <a:pPr rtl="1">
              <a:lnSpc>
                <a:spcPts val="2083"/>
              </a:lnSpc>
            </a:pPr>
            <a:r>
              <a:rPr lang="en-US" sz="1600" dirty="0">
                <a:solidFill>
                  <a:srgbClr val="384653"/>
                </a:solidFill>
                <a:latin typeface="Sakkal Majalla" panose="02000000000000000000" pitchFamily="2" charset="-78"/>
                <a:ea typeface="Host Grotesk Light" pitchFamily="34" charset="-122"/>
                <a:cs typeface="Sakkal Majalla" panose="02000000000000000000" pitchFamily="2" charset="-78"/>
              </a:rPr>
              <a:t>03</a:t>
            </a:r>
            <a:endParaRPr lang="en-US" sz="1600" dirty="0"/>
          </a:p>
        </p:txBody>
      </p:sp>
      <p:sp>
        <p:nvSpPr>
          <p:cNvPr id="13" name="Shape 11"/>
          <p:cNvSpPr/>
          <p:nvPr/>
        </p:nvSpPr>
        <p:spPr>
          <a:xfrm>
            <a:off x="6178650" y="4422577"/>
            <a:ext cx="5351859" cy="19050"/>
          </a:xfrm>
          <a:prstGeom prst="rect">
            <a:avLst/>
          </a:prstGeom>
          <a:solidFill>
            <a:srgbClr val="3D4B58"/>
          </a:solidFill>
          <a:ln/>
        </p:spPr>
        <p:txBody>
          <a:bodyPr/>
          <a:lstStyle/>
          <a:p>
            <a:endParaRPr lang="en-US"/>
          </a:p>
        </p:txBody>
      </p:sp>
      <p:sp>
        <p:nvSpPr>
          <p:cNvPr id="14" name="Text 12"/>
          <p:cNvSpPr/>
          <p:nvPr/>
        </p:nvSpPr>
        <p:spPr>
          <a:xfrm>
            <a:off x="9370913" y="4543326"/>
            <a:ext cx="2159595" cy="258465"/>
          </a:xfrm>
          <a:prstGeom prst="rect">
            <a:avLst/>
          </a:prstGeom>
          <a:noFill/>
          <a:ln/>
        </p:spPr>
        <p:txBody>
          <a:bodyPr wrap="none" lIns="0" tIns="0" rIns="0" bIns="0" rtlCol="0" anchor="t"/>
          <a:lstStyle/>
          <a:p>
            <a:pPr algn="r" rtl="1">
              <a:lnSpc>
                <a:spcPts val="2000"/>
              </a:lnSpc>
            </a:pPr>
            <a:r>
              <a:rPr lang="en-US" sz="2000" dirty="0">
                <a:solidFill>
                  <a:schemeClr val="accent1"/>
                </a:solidFill>
                <a:latin typeface="Sakkal Majalla" panose="02000000000000000000" pitchFamily="2" charset="-78"/>
                <a:ea typeface="Host Grotesk Medium" pitchFamily="34" charset="-122"/>
                <a:cs typeface="Sakkal Majalla" panose="02000000000000000000" pitchFamily="2" charset="-78"/>
              </a:rPr>
              <a:t>إطار نظامي داعم للممارسة</a:t>
            </a:r>
            <a:endParaRPr lang="en-US" sz="2000" dirty="0">
              <a:solidFill>
                <a:schemeClr val="accent1"/>
              </a:solidFill>
            </a:endParaRPr>
          </a:p>
        </p:txBody>
      </p:sp>
      <p:sp>
        <p:nvSpPr>
          <p:cNvPr id="15" name="Text 13"/>
          <p:cNvSpPr/>
          <p:nvPr/>
        </p:nvSpPr>
        <p:spPr>
          <a:xfrm>
            <a:off x="6178650" y="4901009"/>
            <a:ext cx="5351859" cy="529233"/>
          </a:xfrm>
          <a:prstGeom prst="rect">
            <a:avLst/>
          </a:prstGeom>
          <a:noFill/>
          <a:ln/>
        </p:spPr>
        <p:txBody>
          <a:bodyPr wrap="square" lIns="0" tIns="0" rIns="0" bIns="0" rtlCol="0" anchor="t"/>
          <a:lstStyle/>
          <a:p>
            <a:pPr algn="r" rtl="1">
              <a:lnSpc>
                <a:spcPts val="2083"/>
              </a:lnSpc>
            </a:pPr>
            <a:r>
              <a:rPr lang="en-US" sz="1600" dirty="0">
                <a:solidFill>
                  <a:srgbClr val="384653"/>
                </a:solidFill>
                <a:latin typeface="Sakkal Majalla" panose="02000000000000000000" pitchFamily="2" charset="-78"/>
                <a:ea typeface="Roboto" pitchFamily="34" charset="-122"/>
                <a:cs typeface="Sakkal Majalla" panose="02000000000000000000" pitchFamily="2" charset="-78"/>
              </a:rPr>
              <a:t>تُشير وثائق «وي تك» كذلك إلى ارتباط ممارسة البنية المؤسسية بإطار نظامي على مستوى الولاية، بما يعزز كونها ممارسة رسمية مستمرة وليست نشاطًا مؤقتًا.</a:t>
            </a:r>
            <a:endParaRPr lang="en-US" sz="1600" dirty="0"/>
          </a:p>
        </p:txBody>
      </p:sp>
      <p:sp>
        <p:nvSpPr>
          <p:cNvPr id="16" name="Text 14"/>
          <p:cNvSpPr/>
          <p:nvPr/>
        </p:nvSpPr>
        <p:spPr>
          <a:xfrm>
            <a:off x="5848053" y="4160639"/>
            <a:ext cx="165298" cy="206673"/>
          </a:xfrm>
          <a:prstGeom prst="rect">
            <a:avLst/>
          </a:prstGeom>
          <a:noFill/>
          <a:ln/>
        </p:spPr>
        <p:txBody>
          <a:bodyPr wrap="none" lIns="0" tIns="0" rIns="0" bIns="0" rtlCol="0" anchor="t"/>
          <a:lstStyle/>
          <a:p>
            <a:pPr rtl="1">
              <a:lnSpc>
                <a:spcPts val="2083"/>
              </a:lnSpc>
            </a:pPr>
            <a:r>
              <a:rPr lang="en-US" sz="1600" dirty="0">
                <a:solidFill>
                  <a:srgbClr val="384653"/>
                </a:solidFill>
                <a:latin typeface="Sakkal Majalla" panose="02000000000000000000" pitchFamily="2" charset="-78"/>
                <a:ea typeface="Host Grotesk Light" pitchFamily="34" charset="-122"/>
                <a:cs typeface="Sakkal Majalla" panose="02000000000000000000" pitchFamily="2" charset="-78"/>
              </a:rPr>
              <a:t>04</a:t>
            </a:r>
            <a:endParaRPr lang="en-US" sz="1600" dirty="0"/>
          </a:p>
        </p:txBody>
      </p:sp>
      <p:sp>
        <p:nvSpPr>
          <p:cNvPr id="17" name="Shape 15"/>
          <p:cNvSpPr/>
          <p:nvPr/>
        </p:nvSpPr>
        <p:spPr>
          <a:xfrm>
            <a:off x="661492" y="4422577"/>
            <a:ext cx="5351859" cy="19050"/>
          </a:xfrm>
          <a:prstGeom prst="rect">
            <a:avLst/>
          </a:prstGeom>
          <a:solidFill>
            <a:srgbClr val="3D4B58"/>
          </a:solidFill>
          <a:ln/>
        </p:spPr>
        <p:txBody>
          <a:bodyPr/>
          <a:lstStyle/>
          <a:p>
            <a:endParaRPr lang="en-US"/>
          </a:p>
        </p:txBody>
      </p:sp>
      <p:sp>
        <p:nvSpPr>
          <p:cNvPr id="18" name="Text 16"/>
          <p:cNvSpPr/>
          <p:nvPr/>
        </p:nvSpPr>
        <p:spPr>
          <a:xfrm>
            <a:off x="3189784" y="4543326"/>
            <a:ext cx="2823568" cy="258465"/>
          </a:xfrm>
          <a:prstGeom prst="rect">
            <a:avLst/>
          </a:prstGeom>
          <a:noFill/>
          <a:ln/>
        </p:spPr>
        <p:txBody>
          <a:bodyPr wrap="none" lIns="0" tIns="0" rIns="0" bIns="0" rtlCol="0" anchor="t"/>
          <a:lstStyle/>
          <a:p>
            <a:pPr algn="r" rtl="1">
              <a:lnSpc>
                <a:spcPts val="2000"/>
              </a:lnSpc>
            </a:pPr>
            <a:r>
              <a:rPr lang="en-US" sz="2000" dirty="0">
                <a:solidFill>
                  <a:schemeClr val="accent1"/>
                </a:solidFill>
                <a:latin typeface="Sakkal Majalla" panose="02000000000000000000" pitchFamily="2" charset="-78"/>
                <a:ea typeface="Host Grotesk Medium" pitchFamily="34" charset="-122"/>
                <a:cs typeface="Sakkal Majalla" panose="02000000000000000000" pitchFamily="2" charset="-78"/>
              </a:rPr>
              <a:t>صفحة تعريفية توضح الدور والقيمة</a:t>
            </a:r>
            <a:endParaRPr lang="en-US" sz="2000" dirty="0">
              <a:solidFill>
                <a:schemeClr val="accent1"/>
              </a:solidFill>
            </a:endParaRPr>
          </a:p>
        </p:txBody>
      </p:sp>
      <p:sp>
        <p:nvSpPr>
          <p:cNvPr id="19" name="Text 17"/>
          <p:cNvSpPr/>
          <p:nvPr/>
        </p:nvSpPr>
        <p:spPr>
          <a:xfrm>
            <a:off x="661492" y="4901010"/>
            <a:ext cx="5351859" cy="793849"/>
          </a:xfrm>
          <a:prstGeom prst="rect">
            <a:avLst/>
          </a:prstGeom>
          <a:noFill/>
          <a:ln/>
        </p:spPr>
        <p:txBody>
          <a:bodyPr wrap="square" lIns="0" tIns="0" rIns="0" bIns="0" rtlCol="0" anchor="t"/>
          <a:lstStyle/>
          <a:p>
            <a:pPr algn="r" rtl="1">
              <a:lnSpc>
                <a:spcPts val="2083"/>
              </a:lnSpc>
            </a:pPr>
            <a:r>
              <a:rPr lang="en-US" sz="1600" dirty="0">
                <a:solidFill>
                  <a:srgbClr val="384653"/>
                </a:solidFill>
                <a:latin typeface="Sakkal Majalla" panose="02000000000000000000" pitchFamily="2" charset="-78"/>
                <a:ea typeface="Roboto" pitchFamily="34" charset="-122"/>
                <a:cs typeface="Sakkal Majalla" panose="02000000000000000000" pitchFamily="2" charset="-78"/>
              </a:rPr>
              <a:t>وتعرض «وي تك» أيضًا صفحة تعريفية توضح أن ممارسة البنية المؤسسية تساعد الجهات الحكومية على تحسين القرارات وتطوير الخدمات من خلال مواءمة المعلومات واحتياجات الأعمال والسياسات والتقنية.</a:t>
            </a:r>
            <a:endParaRPr lang="en-US" sz="1600" dirty="0"/>
          </a:p>
        </p:txBody>
      </p:sp>
      <p:sp>
        <p:nvSpPr>
          <p:cNvPr id="20" name="Title 19">
            <a:extLst>
              <a:ext uri="{FF2B5EF4-FFF2-40B4-BE49-F238E27FC236}">
                <a16:creationId xmlns:a16="http://schemas.microsoft.com/office/drawing/2014/main" id="{EB4B126D-6276-4F14-9937-7AFD2100E09F}"/>
              </a:ext>
            </a:extLst>
          </p:cNvPr>
          <p:cNvSpPr>
            <a:spLocks noGrp="1"/>
          </p:cNvSpPr>
          <p:nvPr>
            <p:ph type="title"/>
          </p:nvPr>
        </p:nvSpPr>
        <p:spPr/>
        <p:txBody>
          <a:bodyPr/>
          <a:lstStyle/>
          <a:p>
            <a:r>
              <a:rPr lang="ar-SA" dirty="0"/>
              <a:t>نبذة تاريخية عن «وي تك» في مجال البنية المؤسسية</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61491" y="1598009"/>
            <a:ext cx="10869018" cy="992386"/>
          </a:xfrm>
          <a:prstGeom prst="rect">
            <a:avLst/>
          </a:prstGeom>
          <a:noFill/>
          <a:ln/>
        </p:spPr>
        <p:txBody>
          <a:bodyPr wrap="square" lIns="0" tIns="0" rIns="0" bIns="0" rtlCol="0" anchor="t"/>
          <a:lstStyle/>
          <a:p>
            <a:pPr algn="r" rtl="1">
              <a:lnSpc>
                <a:spcPts val="2583"/>
              </a:lnSpc>
            </a:pPr>
            <a:r>
              <a:rPr lang="en-US" sz="1625" dirty="0">
                <a:solidFill>
                  <a:srgbClr val="384653"/>
                </a:solidFill>
                <a:latin typeface="Sakkal Majalla" panose="02000000000000000000" pitchFamily="2" charset="-78"/>
                <a:ea typeface="Roboto" pitchFamily="34" charset="-122"/>
                <a:cs typeface="Sakkal Majalla" panose="02000000000000000000" pitchFamily="2" charset="-78"/>
              </a:rPr>
              <a:t>في إطار إعداد استراتيجية البنية المؤسسية، تم تنفيذ مقارنة معيارية (Benchmarking) مع نماذج وممارسات مرجعية دولية لبرامج البنية المؤسسية الحكومية، بهدف الاستفادة من أفضل الممارسات في تصميم الاستراتيجية الحالية، وبناء نموذج تشغيل وحوكمة واضحين يضمنان تحويل التوجهات الاستراتيجية إلى تغيير مؤسسي فعّال وقرارات تقنية واستثمارية أكثر نضجًا.</a:t>
            </a:r>
            <a:endParaRPr lang="en-US" sz="1625" dirty="0"/>
          </a:p>
        </p:txBody>
      </p:sp>
      <p:sp>
        <p:nvSpPr>
          <p:cNvPr id="4" name="Title 3">
            <a:extLst>
              <a:ext uri="{FF2B5EF4-FFF2-40B4-BE49-F238E27FC236}">
                <a16:creationId xmlns:a16="http://schemas.microsoft.com/office/drawing/2014/main" id="{BCC710EC-CA74-A523-87D8-AC117B95D9DC}"/>
              </a:ext>
            </a:extLst>
          </p:cNvPr>
          <p:cNvSpPr>
            <a:spLocks noGrp="1"/>
          </p:cNvSpPr>
          <p:nvPr>
            <p:ph type="title"/>
          </p:nvPr>
        </p:nvSpPr>
        <p:spPr/>
        <p:txBody>
          <a:bodyPr/>
          <a:lstStyle/>
          <a:p>
            <a:r>
              <a:rPr lang="ar-SA" dirty="0"/>
              <a:t>نتائج المقارنة المعيارية وكيف انعكست على بناء الاستراتيجية</a:t>
            </a:r>
            <a:endParaRPr lang="en-US" dirty="0"/>
          </a:p>
        </p:txBody>
      </p:sp>
      <p:sp>
        <p:nvSpPr>
          <p:cNvPr id="5" name="Text 0"/>
          <p:cNvSpPr/>
          <p:nvPr/>
        </p:nvSpPr>
        <p:spPr>
          <a:xfrm>
            <a:off x="7343776" y="2726714"/>
            <a:ext cx="4134843" cy="516732"/>
          </a:xfrm>
          <a:prstGeom prst="rect">
            <a:avLst/>
          </a:prstGeom>
          <a:noFill/>
          <a:ln/>
        </p:spPr>
        <p:txBody>
          <a:bodyPr wrap="none" lIns="0" tIns="0" rIns="0" bIns="0" rtlCol="0" anchor="t"/>
          <a:lstStyle/>
          <a:p>
            <a:pPr algn="r" rtl="1">
              <a:lnSpc>
                <a:spcPts val="4042"/>
              </a:lnSpc>
            </a:pPr>
            <a:r>
              <a:rPr lang="en-US" sz="3200" b="1" dirty="0">
                <a:solidFill>
                  <a:schemeClr val="accent1"/>
                </a:solidFill>
                <a:latin typeface="+mj-lt"/>
                <a:ea typeface="+mj-ea"/>
                <a:cs typeface="+mj-cs"/>
              </a:rPr>
              <a:t>مرجع المقارنة المعيارية</a:t>
            </a:r>
          </a:p>
        </p:txBody>
      </p:sp>
      <p:sp>
        <p:nvSpPr>
          <p:cNvPr id="6" name="Text 1"/>
          <p:cNvSpPr/>
          <p:nvPr/>
        </p:nvSpPr>
        <p:spPr>
          <a:xfrm>
            <a:off x="609601" y="3574142"/>
            <a:ext cx="10869018" cy="264617"/>
          </a:xfrm>
          <a:prstGeom prst="rect">
            <a:avLst/>
          </a:prstGeom>
          <a:noFill/>
          <a:ln/>
        </p:spPr>
        <p:txBody>
          <a:bodyPr wrap="none" lIns="0" tIns="0" rIns="0" bIns="0" rtlCol="0" anchor="t"/>
          <a:lstStyle/>
          <a:p>
            <a:pPr algn="r" rtl="1">
              <a:lnSpc>
                <a:spcPts val="2083"/>
              </a:lnSpc>
            </a:pPr>
            <a:r>
              <a:rPr lang="en-US" sz="1292" dirty="0">
                <a:solidFill>
                  <a:srgbClr val="384653"/>
                </a:solidFill>
                <a:latin typeface="Sakkal Majalla" panose="02000000000000000000" pitchFamily="2" charset="-78"/>
                <a:ea typeface="Roboto" pitchFamily="34" charset="-122"/>
                <a:cs typeface="Sakkal Majalla" panose="02000000000000000000" pitchFamily="2" charset="-78"/>
              </a:rPr>
              <a:t>تم اعتماد </a:t>
            </a:r>
            <a:r>
              <a:rPr lang="en-US" sz="1292" b="1" dirty="0">
                <a:solidFill>
                  <a:srgbClr val="384653"/>
                </a:solidFill>
                <a:latin typeface="Sakkal Majalla" panose="02000000000000000000" pitchFamily="2" charset="-78"/>
                <a:ea typeface="Roboto" pitchFamily="34" charset="-122"/>
                <a:cs typeface="Sakkal Majalla" panose="02000000000000000000" pitchFamily="2" charset="-78"/>
              </a:rPr>
              <a:t>WaTech (Washington Technology Solutions)</a:t>
            </a:r>
            <a:r>
              <a:rPr lang="en-US" sz="1292" dirty="0">
                <a:solidFill>
                  <a:srgbClr val="384653"/>
                </a:solidFill>
                <a:latin typeface="Sakkal Majalla" panose="02000000000000000000" pitchFamily="2" charset="-78"/>
                <a:ea typeface="Roboto" pitchFamily="34" charset="-122"/>
                <a:cs typeface="Sakkal Majalla" panose="02000000000000000000" pitchFamily="2" charset="-78"/>
              </a:rPr>
              <a:t> كمرجع معياري حكومي، بوصفه يقدم برنامجًا رسميًا للبنية المؤسسية يقوم على:</a:t>
            </a:r>
            <a:endParaRPr lang="en-US" sz="1292" dirty="0"/>
          </a:p>
        </p:txBody>
      </p:sp>
      <p:sp>
        <p:nvSpPr>
          <p:cNvPr id="7" name="Shape 2"/>
          <p:cNvSpPr/>
          <p:nvPr/>
        </p:nvSpPr>
        <p:spPr>
          <a:xfrm>
            <a:off x="7965878" y="4024794"/>
            <a:ext cx="3512741" cy="1759446"/>
          </a:xfrm>
          <a:prstGeom prst="roundRect">
            <a:avLst>
              <a:gd name="adj" fmla="val 3948"/>
            </a:avLst>
          </a:prstGeom>
          <a:solidFill>
            <a:srgbClr val="4C3C8D"/>
          </a:solidFill>
          <a:ln w="7620">
            <a:solidFill>
              <a:srgbClr val="C7CCD0"/>
            </a:solidFill>
            <a:prstDash val="solid"/>
          </a:ln>
        </p:spPr>
        <p:txBody>
          <a:bodyPr/>
          <a:lstStyle/>
          <a:p>
            <a:endParaRPr lang="en-US" sz="1500">
              <a:solidFill>
                <a:schemeClr val="bg1"/>
              </a:solidFill>
            </a:endParaRPr>
          </a:p>
        </p:txBody>
      </p:sp>
      <p:sp>
        <p:nvSpPr>
          <p:cNvPr id="8" name="Text 3"/>
          <p:cNvSpPr/>
          <p:nvPr/>
        </p:nvSpPr>
        <p:spPr>
          <a:xfrm>
            <a:off x="9239549" y="4196442"/>
            <a:ext cx="2067421" cy="258465"/>
          </a:xfrm>
          <a:prstGeom prst="rect">
            <a:avLst/>
          </a:prstGeom>
          <a:solidFill>
            <a:srgbClr val="4C3C8D"/>
          </a:solidFill>
          <a:ln/>
        </p:spPr>
        <p:txBody>
          <a:bodyPr wrap="none" lIns="0" tIns="0" rIns="0" bIns="0" rtlCol="0" anchor="t"/>
          <a:lstStyle/>
          <a:p>
            <a:pPr algn="r" rtl="1">
              <a:lnSpc>
                <a:spcPts val="2000"/>
              </a:lnSpc>
            </a:pPr>
            <a:r>
              <a:rPr lang="en-US" sz="1625" dirty="0">
                <a:solidFill>
                  <a:schemeClr val="bg1"/>
                </a:solidFill>
                <a:latin typeface="Sakkal Majalla" panose="02000000000000000000" pitchFamily="2" charset="-78"/>
                <a:ea typeface="Host Grotesk Medium" pitchFamily="34" charset="-122"/>
                <a:cs typeface="Sakkal Majalla" panose="02000000000000000000" pitchFamily="2" charset="-78"/>
              </a:rPr>
              <a:t>ممارسة مستمرة</a:t>
            </a:r>
            <a:endParaRPr lang="en-US" sz="1625" dirty="0">
              <a:solidFill>
                <a:schemeClr val="bg1"/>
              </a:solidFill>
            </a:endParaRPr>
          </a:p>
        </p:txBody>
      </p:sp>
      <p:sp>
        <p:nvSpPr>
          <p:cNvPr id="9" name="Text 4"/>
          <p:cNvSpPr/>
          <p:nvPr/>
        </p:nvSpPr>
        <p:spPr>
          <a:xfrm>
            <a:off x="8137526" y="4554126"/>
            <a:ext cx="3169444" cy="1058466"/>
          </a:xfrm>
          <a:prstGeom prst="rect">
            <a:avLst/>
          </a:prstGeom>
          <a:solidFill>
            <a:srgbClr val="4C3C8D"/>
          </a:solidFill>
          <a:ln/>
        </p:spPr>
        <p:txBody>
          <a:bodyPr wrap="square" lIns="0" tIns="0" rIns="0" bIns="0" rtlCol="0" anchor="t"/>
          <a:lstStyle/>
          <a:p>
            <a:pPr algn="r" rtl="1">
              <a:lnSpc>
                <a:spcPts val="2083"/>
              </a:lnSpc>
            </a:pPr>
            <a:r>
              <a:rPr lang="en-US" sz="1292" dirty="0">
                <a:solidFill>
                  <a:schemeClr val="bg1"/>
                </a:solidFill>
                <a:latin typeface="Sakkal Majalla" panose="02000000000000000000" pitchFamily="2" charset="-78"/>
                <a:ea typeface="Roboto" pitchFamily="34" charset="-122"/>
                <a:cs typeface="Sakkal Majalla" panose="02000000000000000000" pitchFamily="2" charset="-78"/>
              </a:rPr>
              <a:t>اعتبار البنية المؤسسية ممارسة مستمرة لتحويل الرؤية والاستراتيجية إلى تغيير مؤسسي فعّال، مع بناء نماذج ومبادئ تصف الوضع المستقبلي وتمكّن تطور المؤسسة.</a:t>
            </a:r>
            <a:endParaRPr lang="en-US" sz="1292" dirty="0">
              <a:solidFill>
                <a:schemeClr val="bg1"/>
              </a:solidFill>
            </a:endParaRPr>
          </a:p>
        </p:txBody>
      </p:sp>
      <p:sp>
        <p:nvSpPr>
          <p:cNvPr id="10" name="Shape 5"/>
          <p:cNvSpPr/>
          <p:nvPr/>
        </p:nvSpPr>
        <p:spPr>
          <a:xfrm>
            <a:off x="4287739" y="4024794"/>
            <a:ext cx="3512840" cy="1759446"/>
          </a:xfrm>
          <a:prstGeom prst="roundRect">
            <a:avLst>
              <a:gd name="adj" fmla="val 3948"/>
            </a:avLst>
          </a:prstGeom>
          <a:solidFill>
            <a:srgbClr val="4C3C8D"/>
          </a:solidFill>
          <a:ln w="7620">
            <a:solidFill>
              <a:srgbClr val="C7CCD0"/>
            </a:solidFill>
            <a:prstDash val="solid"/>
          </a:ln>
        </p:spPr>
        <p:txBody>
          <a:bodyPr/>
          <a:lstStyle/>
          <a:p>
            <a:endParaRPr lang="en-US" sz="1500">
              <a:solidFill>
                <a:schemeClr val="bg1"/>
              </a:solidFill>
            </a:endParaRPr>
          </a:p>
        </p:txBody>
      </p:sp>
      <p:sp>
        <p:nvSpPr>
          <p:cNvPr id="11" name="Text 6"/>
          <p:cNvSpPr/>
          <p:nvPr/>
        </p:nvSpPr>
        <p:spPr>
          <a:xfrm>
            <a:off x="5561509" y="4196442"/>
            <a:ext cx="2067421" cy="258465"/>
          </a:xfrm>
          <a:prstGeom prst="rect">
            <a:avLst/>
          </a:prstGeom>
          <a:solidFill>
            <a:srgbClr val="4C3C8D"/>
          </a:solidFill>
          <a:ln/>
        </p:spPr>
        <p:txBody>
          <a:bodyPr wrap="none" lIns="0" tIns="0" rIns="0" bIns="0" rtlCol="0" anchor="t"/>
          <a:lstStyle/>
          <a:p>
            <a:pPr algn="r" rtl="1">
              <a:lnSpc>
                <a:spcPts val="2000"/>
              </a:lnSpc>
            </a:pPr>
            <a:r>
              <a:rPr lang="en-US" sz="1625" dirty="0">
                <a:solidFill>
                  <a:schemeClr val="bg1"/>
                </a:solidFill>
                <a:latin typeface="Sakkal Majalla" panose="02000000000000000000" pitchFamily="2" charset="-78"/>
                <a:ea typeface="Host Grotesk Medium" pitchFamily="34" charset="-122"/>
                <a:cs typeface="Sakkal Majalla" panose="02000000000000000000" pitchFamily="2" charset="-78"/>
              </a:rPr>
              <a:t>توجيه استراتيجي</a:t>
            </a:r>
            <a:endParaRPr lang="en-US" sz="1625" dirty="0">
              <a:solidFill>
                <a:schemeClr val="bg1"/>
              </a:solidFill>
            </a:endParaRPr>
          </a:p>
        </p:txBody>
      </p:sp>
      <p:sp>
        <p:nvSpPr>
          <p:cNvPr id="12" name="Text 7"/>
          <p:cNvSpPr/>
          <p:nvPr/>
        </p:nvSpPr>
        <p:spPr>
          <a:xfrm>
            <a:off x="4459388" y="4554126"/>
            <a:ext cx="3169543" cy="793849"/>
          </a:xfrm>
          <a:prstGeom prst="rect">
            <a:avLst/>
          </a:prstGeom>
          <a:solidFill>
            <a:srgbClr val="4C3C8D"/>
          </a:solidFill>
          <a:ln/>
        </p:spPr>
        <p:txBody>
          <a:bodyPr wrap="square" lIns="0" tIns="0" rIns="0" bIns="0" rtlCol="0" anchor="t"/>
          <a:lstStyle/>
          <a:p>
            <a:pPr algn="r" rtl="1">
              <a:lnSpc>
                <a:spcPts val="2083"/>
              </a:lnSpc>
            </a:pPr>
            <a:r>
              <a:rPr lang="en-US" sz="1292" dirty="0">
                <a:solidFill>
                  <a:schemeClr val="bg1"/>
                </a:solidFill>
                <a:latin typeface="Sakkal Majalla" panose="02000000000000000000" pitchFamily="2" charset="-78"/>
                <a:ea typeface="Roboto" pitchFamily="34" charset="-122"/>
                <a:cs typeface="Sakkal Majalla" panose="02000000000000000000" pitchFamily="2" charset="-78"/>
              </a:rPr>
              <a:t>توجيه عمل الجهات نحو قرارات استراتيجية وتحسين الخدمات وربط الاحتياج بالأعمال والبيانات والسياسات والتقنية بصورة عملية.</a:t>
            </a:r>
            <a:endParaRPr lang="en-US" sz="1292" dirty="0">
              <a:solidFill>
                <a:schemeClr val="bg1"/>
              </a:solidFill>
            </a:endParaRPr>
          </a:p>
        </p:txBody>
      </p:sp>
      <p:sp>
        <p:nvSpPr>
          <p:cNvPr id="13" name="Shape 8"/>
          <p:cNvSpPr/>
          <p:nvPr/>
        </p:nvSpPr>
        <p:spPr>
          <a:xfrm>
            <a:off x="609700" y="4024794"/>
            <a:ext cx="3512741" cy="1759446"/>
          </a:xfrm>
          <a:prstGeom prst="roundRect">
            <a:avLst>
              <a:gd name="adj" fmla="val 3948"/>
            </a:avLst>
          </a:prstGeom>
          <a:solidFill>
            <a:srgbClr val="4C3C8D"/>
          </a:solidFill>
          <a:ln w="7620">
            <a:solidFill>
              <a:srgbClr val="C7CCD0"/>
            </a:solidFill>
            <a:prstDash val="solid"/>
          </a:ln>
        </p:spPr>
        <p:txBody>
          <a:bodyPr/>
          <a:lstStyle/>
          <a:p>
            <a:endParaRPr lang="en-US" sz="1500">
              <a:solidFill>
                <a:schemeClr val="bg1"/>
              </a:solidFill>
            </a:endParaRPr>
          </a:p>
        </p:txBody>
      </p:sp>
      <p:sp>
        <p:nvSpPr>
          <p:cNvPr id="14" name="Text 9"/>
          <p:cNvSpPr/>
          <p:nvPr/>
        </p:nvSpPr>
        <p:spPr>
          <a:xfrm>
            <a:off x="1883371" y="4196442"/>
            <a:ext cx="2067421" cy="258465"/>
          </a:xfrm>
          <a:prstGeom prst="rect">
            <a:avLst/>
          </a:prstGeom>
          <a:solidFill>
            <a:srgbClr val="4C3C8D"/>
          </a:solidFill>
          <a:ln/>
        </p:spPr>
        <p:txBody>
          <a:bodyPr wrap="none" lIns="0" tIns="0" rIns="0" bIns="0" rtlCol="0" anchor="t"/>
          <a:lstStyle/>
          <a:p>
            <a:pPr algn="r" rtl="1">
              <a:lnSpc>
                <a:spcPts val="2000"/>
              </a:lnSpc>
            </a:pPr>
            <a:r>
              <a:rPr lang="en-US" sz="1625" dirty="0">
                <a:solidFill>
                  <a:schemeClr val="bg1"/>
                </a:solidFill>
                <a:latin typeface="Sakkal Majalla" panose="02000000000000000000" pitchFamily="2" charset="-78"/>
                <a:ea typeface="Host Grotesk Medium" pitchFamily="34" charset="-122"/>
                <a:cs typeface="Sakkal Majalla" panose="02000000000000000000" pitchFamily="2" charset="-78"/>
              </a:rPr>
              <a:t>وثائق تشغيلية</a:t>
            </a:r>
            <a:endParaRPr lang="en-US" sz="1625" dirty="0">
              <a:solidFill>
                <a:schemeClr val="bg1"/>
              </a:solidFill>
            </a:endParaRPr>
          </a:p>
        </p:txBody>
      </p:sp>
      <p:sp>
        <p:nvSpPr>
          <p:cNvPr id="15" name="Text 10"/>
          <p:cNvSpPr/>
          <p:nvPr/>
        </p:nvSpPr>
        <p:spPr>
          <a:xfrm>
            <a:off x="781349" y="4554126"/>
            <a:ext cx="3169444" cy="1058466"/>
          </a:xfrm>
          <a:prstGeom prst="rect">
            <a:avLst/>
          </a:prstGeom>
          <a:solidFill>
            <a:srgbClr val="4C3C8D"/>
          </a:solidFill>
          <a:ln/>
        </p:spPr>
        <p:txBody>
          <a:bodyPr wrap="square" lIns="0" tIns="0" rIns="0" bIns="0" rtlCol="0" anchor="t"/>
          <a:lstStyle/>
          <a:p>
            <a:pPr algn="r" rtl="1">
              <a:lnSpc>
                <a:spcPts val="2083"/>
              </a:lnSpc>
            </a:pPr>
            <a:r>
              <a:rPr lang="en-US" sz="1292" dirty="0">
                <a:solidFill>
                  <a:schemeClr val="bg1"/>
                </a:solidFill>
                <a:latin typeface="Sakkal Majalla" panose="02000000000000000000" pitchFamily="2" charset="-78"/>
                <a:ea typeface="Roboto" pitchFamily="34" charset="-122"/>
                <a:cs typeface="Sakkal Majalla" panose="02000000000000000000" pitchFamily="2" charset="-78"/>
              </a:rPr>
              <a:t>وجود وثائق تشغيلية داعمة مثل سياسة برنامج البنية المؤسسية وخطة عمل/خدمة (Action Plan) توضّح وظائف البرنامج ونطاق الخدمة وأسلوب تقديمها.</a:t>
            </a:r>
            <a:endParaRPr lang="en-US" sz="1292"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42183-F8D1-0813-DDA8-CCE72EA5B683}"/>
              </a:ext>
            </a:extLst>
          </p:cNvPr>
          <p:cNvSpPr>
            <a:spLocks noGrp="1"/>
          </p:cNvSpPr>
          <p:nvPr>
            <p:ph type="title"/>
          </p:nvPr>
        </p:nvSpPr>
        <p:spPr/>
        <p:txBody>
          <a:bodyPr/>
          <a:lstStyle/>
          <a:p>
            <a:r>
              <a:rPr lang="ar-EG" dirty="0"/>
              <a:t>مصفوفة</a:t>
            </a:r>
            <a:r>
              <a:rPr lang="ar-SA" dirty="0"/>
              <a:t> المقارنة المعيارية: كيف انعكس ذلك داخل وثيقة استراتيجية الهيئة</a:t>
            </a:r>
            <a:endParaRPr lang="en-US" dirty="0"/>
          </a:p>
        </p:txBody>
      </p:sp>
      <p:sp>
        <p:nvSpPr>
          <p:cNvPr id="3" name="Slide Number Placeholder 2">
            <a:extLst>
              <a:ext uri="{FF2B5EF4-FFF2-40B4-BE49-F238E27FC236}">
                <a16:creationId xmlns:a16="http://schemas.microsoft.com/office/drawing/2014/main" id="{F53FEBC4-71A6-7412-BDDC-AF33E455E558}"/>
              </a:ext>
            </a:extLst>
          </p:cNvPr>
          <p:cNvSpPr>
            <a:spLocks noGrp="1"/>
          </p:cNvSpPr>
          <p:nvPr>
            <p:ph type="sldNum" sz="quarter" idx="12"/>
          </p:nvPr>
        </p:nvSpPr>
        <p:spPr/>
        <p:txBody>
          <a:bodyPr/>
          <a:lstStyle/>
          <a:p>
            <a:fld id="{0BE4EC83-A869-464E-AE9F-881796FB085E}" type="slidenum">
              <a:rPr lang="en-US" smtClean="0"/>
              <a:t>31</a:t>
            </a:fld>
            <a:endParaRPr lang="en-US"/>
          </a:p>
        </p:txBody>
      </p:sp>
      <p:graphicFrame>
        <p:nvGraphicFramePr>
          <p:cNvPr id="5" name="Table 4">
            <a:extLst>
              <a:ext uri="{FF2B5EF4-FFF2-40B4-BE49-F238E27FC236}">
                <a16:creationId xmlns:a16="http://schemas.microsoft.com/office/drawing/2014/main" id="{1E86A1F0-7284-B277-0B5A-F97DB60AFA1E}"/>
              </a:ext>
            </a:extLst>
          </p:cNvPr>
          <p:cNvGraphicFramePr>
            <a:graphicFrameLocks noGrp="1"/>
          </p:cNvGraphicFramePr>
          <p:nvPr>
            <p:extLst>
              <p:ext uri="{D42A27DB-BD31-4B8C-83A1-F6EECF244321}">
                <p14:modId xmlns:p14="http://schemas.microsoft.com/office/powerpoint/2010/main" val="446612222"/>
              </p:ext>
            </p:extLst>
          </p:nvPr>
        </p:nvGraphicFramePr>
        <p:xfrm>
          <a:off x="621452" y="1147286"/>
          <a:ext cx="10960950" cy="5227510"/>
        </p:xfrm>
        <a:graphic>
          <a:graphicData uri="http://schemas.openxmlformats.org/drawingml/2006/table">
            <a:tbl>
              <a:tblPr rtl="1" firstRow="1" firstCol="1" bandRow="1">
                <a:tableStyleId>{5C22544A-7EE6-4342-B048-85BDC9FD1C3A}</a:tableStyleId>
              </a:tblPr>
              <a:tblGrid>
                <a:gridCol w="357052">
                  <a:extLst>
                    <a:ext uri="{9D8B030D-6E8A-4147-A177-3AD203B41FA5}">
                      <a16:colId xmlns:a16="http://schemas.microsoft.com/office/drawing/2014/main" val="3756601998"/>
                    </a:ext>
                  </a:extLst>
                </a:gridCol>
                <a:gridCol w="3500847">
                  <a:extLst>
                    <a:ext uri="{9D8B030D-6E8A-4147-A177-3AD203B41FA5}">
                      <a16:colId xmlns:a16="http://schemas.microsoft.com/office/drawing/2014/main" val="774415481"/>
                    </a:ext>
                  </a:extLst>
                </a:gridCol>
                <a:gridCol w="1550126">
                  <a:extLst>
                    <a:ext uri="{9D8B030D-6E8A-4147-A177-3AD203B41FA5}">
                      <a16:colId xmlns:a16="http://schemas.microsoft.com/office/drawing/2014/main" val="409560644"/>
                    </a:ext>
                  </a:extLst>
                </a:gridCol>
                <a:gridCol w="5033553">
                  <a:extLst>
                    <a:ext uri="{9D8B030D-6E8A-4147-A177-3AD203B41FA5}">
                      <a16:colId xmlns:a16="http://schemas.microsoft.com/office/drawing/2014/main" val="2758578356"/>
                    </a:ext>
                  </a:extLst>
                </a:gridCol>
                <a:gridCol w="519372">
                  <a:extLst>
                    <a:ext uri="{9D8B030D-6E8A-4147-A177-3AD203B41FA5}">
                      <a16:colId xmlns:a16="http://schemas.microsoft.com/office/drawing/2014/main" val="2392376583"/>
                    </a:ext>
                  </a:extLst>
                </a:gridCol>
              </a:tblGrid>
              <a:tr h="173038">
                <a:tc>
                  <a:txBody>
                    <a:bodyPr/>
                    <a:lstStyle/>
                    <a:p>
                      <a:pPr marL="0" marR="0" algn="ctr" rtl="1">
                        <a:lnSpc>
                          <a:spcPct val="115000"/>
                        </a:lnSpc>
                        <a:spcAft>
                          <a:spcPts val="800"/>
                        </a:spcAft>
                        <a:buNone/>
                      </a:pPr>
                      <a:r>
                        <a:rPr lang="en-US" sz="1050" kern="100" dirty="0">
                          <a:effectLst/>
                        </a:rPr>
                        <a:t>#</a:t>
                      </a:r>
                      <a:endParaRPr lang="en-US" sz="105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tc>
                  <a:txBody>
                    <a:bodyPr/>
                    <a:lstStyle/>
                    <a:p>
                      <a:pPr marL="0" marR="0" algn="ctr" rtl="1">
                        <a:lnSpc>
                          <a:spcPct val="115000"/>
                        </a:lnSpc>
                        <a:spcAft>
                          <a:spcPts val="800"/>
                        </a:spcAft>
                        <a:buNone/>
                      </a:pPr>
                      <a:r>
                        <a:rPr lang="en-US" sz="1050" kern="100" dirty="0" err="1">
                          <a:effectLst/>
                        </a:rPr>
                        <a:t>WaTech</a:t>
                      </a:r>
                      <a:endParaRPr lang="en-US" sz="105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tc>
                  <a:txBody>
                    <a:bodyPr/>
                    <a:lstStyle/>
                    <a:p>
                      <a:pPr marL="0" marR="0" algn="ctr" rtl="1">
                        <a:lnSpc>
                          <a:spcPct val="115000"/>
                        </a:lnSpc>
                        <a:spcAft>
                          <a:spcPts val="800"/>
                        </a:spcAft>
                        <a:buNone/>
                      </a:pPr>
                      <a:r>
                        <a:rPr lang="ar-SA" sz="1050" kern="100" dirty="0">
                          <a:effectLst/>
                        </a:rPr>
                        <a:t>مصدر</a:t>
                      </a:r>
                      <a:r>
                        <a:rPr lang="en-US" sz="1050" kern="100" dirty="0">
                          <a:effectLst/>
                        </a:rPr>
                        <a:t> </a:t>
                      </a:r>
                      <a:r>
                        <a:rPr lang="en-US" sz="1050" kern="100" dirty="0" err="1">
                          <a:effectLst/>
                        </a:rPr>
                        <a:t>WaTech</a:t>
                      </a:r>
                      <a:endParaRPr lang="en-US" sz="105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tc>
                  <a:txBody>
                    <a:bodyPr/>
                    <a:lstStyle/>
                    <a:p>
                      <a:pPr marL="0" marR="0" algn="ctr" rtl="1">
                        <a:lnSpc>
                          <a:spcPct val="115000"/>
                        </a:lnSpc>
                        <a:spcAft>
                          <a:spcPts val="800"/>
                        </a:spcAft>
                        <a:buNone/>
                      </a:pPr>
                      <a:r>
                        <a:rPr lang="ar-EG" sz="1050" kern="100" dirty="0">
                          <a:effectLst/>
                        </a:rPr>
                        <a:t>ما تم تطبيقه في استراتيجية البنية المؤسسية</a:t>
                      </a:r>
                      <a:endParaRPr lang="en-US" sz="105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tc>
                  <a:txBody>
                    <a:bodyPr/>
                    <a:lstStyle/>
                    <a:p>
                      <a:pPr marL="0" marR="0" algn="ctr" rtl="1">
                        <a:lnSpc>
                          <a:spcPct val="115000"/>
                        </a:lnSpc>
                        <a:spcAft>
                          <a:spcPts val="800"/>
                        </a:spcAft>
                        <a:buNone/>
                      </a:pPr>
                      <a:r>
                        <a:rPr lang="ar-EG" sz="1050" kern="100" dirty="0">
                          <a:effectLst/>
                        </a:rPr>
                        <a:t>المطابقة</a:t>
                      </a:r>
                      <a:endParaRPr lang="en-US" sz="105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extLst>
                  <a:ext uri="{0D108BD9-81ED-4DB2-BD59-A6C34878D82A}">
                    <a16:rowId xmlns:a16="http://schemas.microsoft.com/office/drawing/2014/main" val="3969715626"/>
                  </a:ext>
                </a:extLst>
              </a:tr>
              <a:tr h="458277">
                <a:tc>
                  <a:txBody>
                    <a:bodyPr/>
                    <a:lstStyle/>
                    <a:p>
                      <a:pPr marL="0" marR="0" algn="ctr" rtl="1">
                        <a:lnSpc>
                          <a:spcPct val="115000"/>
                        </a:lnSpc>
                        <a:spcAft>
                          <a:spcPts val="800"/>
                        </a:spcAft>
                        <a:buNone/>
                      </a:pPr>
                      <a:r>
                        <a:rPr lang="en-US" sz="1050" kern="100" dirty="0">
                          <a:effectLst/>
                        </a:rPr>
                        <a:t>1</a:t>
                      </a:r>
                      <a:endParaRPr lang="en-US" sz="105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tc>
                  <a:txBody>
                    <a:bodyPr/>
                    <a:lstStyle/>
                    <a:p>
                      <a:pPr marL="0" marR="0" algn="ctr" rtl="1">
                        <a:lnSpc>
                          <a:spcPct val="115000"/>
                        </a:lnSpc>
                        <a:spcAft>
                          <a:spcPts val="800"/>
                        </a:spcAft>
                        <a:buNone/>
                      </a:pPr>
                      <a:r>
                        <a:rPr lang="en-US" sz="1100" kern="100" dirty="0">
                          <a:effectLst/>
                        </a:rPr>
                        <a:t>“EA is the ongoing process of turning business vision and strategy into effective organizational change.”</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tc rowSpan="10">
                  <a:txBody>
                    <a:bodyPr/>
                    <a:lstStyle/>
                    <a:p>
                      <a:pPr marL="0" marR="0" algn="ctr" rtl="1">
                        <a:lnSpc>
                          <a:spcPct val="115000"/>
                        </a:lnSpc>
                        <a:spcAft>
                          <a:spcPts val="800"/>
                        </a:spcAft>
                        <a:buNone/>
                      </a:pPr>
                      <a:endParaRPr lang="en-US" sz="1100" kern="100" dirty="0">
                        <a:effectLst/>
                      </a:endParaRPr>
                    </a:p>
                    <a:p>
                      <a:pPr marL="0" marR="0" algn="ctr" rtl="1">
                        <a:lnSpc>
                          <a:spcPct val="115000"/>
                        </a:lnSpc>
                        <a:spcAft>
                          <a:spcPts val="800"/>
                        </a:spcAft>
                        <a:buNone/>
                      </a:pPr>
                      <a:r>
                        <a:rPr lang="en-US" sz="1100" kern="100" dirty="0">
                          <a:effectLst/>
                        </a:rPr>
                        <a:t>(</a:t>
                      </a:r>
                      <a:r>
                        <a:rPr lang="en-US" sz="1100" u="sng" kern="100" dirty="0">
                          <a:effectLst/>
                          <a:hlinkClick r:id="rId2"/>
                        </a:rPr>
                        <a:t>watech.wa.gov</a:t>
                      </a:r>
                      <a:r>
                        <a:rPr lang="en-US" sz="1100" kern="100" dirty="0">
                          <a:effectLst/>
                        </a:rPr>
                        <a:t>)</a:t>
                      </a:r>
                      <a:endParaRPr lang="en-US" sz="1100" kern="100" dirty="0">
                        <a:effectLst/>
                        <a:latin typeface="Sakkal Majalla" panose="02000000000000000000" pitchFamily="2" charset="-78"/>
                        <a:cs typeface="Sakkal Majalla" panose="02000000000000000000" pitchFamily="2" charset="-78"/>
                      </a:endParaRPr>
                    </a:p>
                  </a:txBody>
                  <a:tcPr marL="2584" marR="2584" marT="2584" marB="2584" anchor="ctr"/>
                </a:tc>
                <a:tc>
                  <a:txBody>
                    <a:bodyPr/>
                    <a:lstStyle/>
                    <a:p>
                      <a:pPr marL="0" marR="0" algn="ctr" rtl="1">
                        <a:lnSpc>
                          <a:spcPct val="115000"/>
                        </a:lnSpc>
                        <a:spcAft>
                          <a:spcPts val="800"/>
                        </a:spcAft>
                        <a:buNone/>
                      </a:pPr>
                      <a:r>
                        <a:rPr lang="ar-SA" sz="1100" kern="100" dirty="0">
                          <a:effectLst/>
                        </a:rPr>
                        <a:t>تم أخذ  هذا المفهوم كأساس بنيوي عند صياغة الاستراتيجية، بحيث تم بناء الاستراتيجية على أن ممارسة البنية المؤسسية تمكينية وتدعم التحول الرقمي وتعزيز الحوكمة، وأنها مرتبطة مباشرة بأهداف الجهة وتنتج قيمة مؤسسية قابلة للقياس والمتابعة والتحسين المستدام</a:t>
                      </a: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tc>
                  <a:txBody>
                    <a:bodyPr/>
                    <a:lstStyle/>
                    <a:p>
                      <a:pPr marL="0" marR="0" algn="ctr" rtl="1">
                        <a:lnSpc>
                          <a:spcPct val="115000"/>
                        </a:lnSpc>
                        <a:spcAft>
                          <a:spcPts val="800"/>
                        </a:spcAft>
                        <a:buNone/>
                      </a:pPr>
                      <a:r>
                        <a:rPr lang="en-US" sz="1050" kern="100" dirty="0">
                          <a:effectLst/>
                        </a:rPr>
                        <a:t>✓</a:t>
                      </a:r>
                      <a:endParaRPr lang="en-US" sz="105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extLst>
                  <a:ext uri="{0D108BD9-81ED-4DB2-BD59-A6C34878D82A}">
                    <a16:rowId xmlns:a16="http://schemas.microsoft.com/office/drawing/2014/main" val="851802094"/>
                  </a:ext>
                </a:extLst>
              </a:tr>
              <a:tr h="401229">
                <a:tc>
                  <a:txBody>
                    <a:bodyPr/>
                    <a:lstStyle/>
                    <a:p>
                      <a:pPr marL="0" marR="0" algn="ctr" rtl="1">
                        <a:lnSpc>
                          <a:spcPct val="115000"/>
                        </a:lnSpc>
                        <a:spcAft>
                          <a:spcPts val="800"/>
                        </a:spcAft>
                        <a:buNone/>
                      </a:pPr>
                      <a:r>
                        <a:rPr lang="en-US" sz="1050" kern="100" dirty="0">
                          <a:effectLst/>
                        </a:rPr>
                        <a:t>2</a:t>
                      </a:r>
                      <a:endParaRPr lang="en-US" sz="105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tc>
                  <a:txBody>
                    <a:bodyPr/>
                    <a:lstStyle/>
                    <a:p>
                      <a:pPr marL="0" marR="0" algn="ctr" rtl="1">
                        <a:lnSpc>
                          <a:spcPct val="115000"/>
                        </a:lnSpc>
                        <a:spcAft>
                          <a:spcPts val="800"/>
                        </a:spcAft>
                        <a:buNone/>
                      </a:pPr>
                      <a:r>
                        <a:rPr lang="en-US" sz="1100" kern="100" dirty="0">
                          <a:effectLst/>
                        </a:rPr>
                        <a:t>“</a:t>
                      </a:r>
                      <a:r>
                        <a:rPr lang="en-US" sz="1100" kern="100" dirty="0" err="1">
                          <a:effectLst/>
                        </a:rPr>
                        <a:t>WaTech</a:t>
                      </a:r>
                      <a:r>
                        <a:rPr lang="en-US" sz="1100" kern="100" dirty="0">
                          <a:effectLst/>
                        </a:rPr>
                        <a:t> will lead Washington State’s EA Program… through technology and business alignment.”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tc vMerge="1">
                  <a:txBody>
                    <a:bodyPr/>
                    <a:lstStyle/>
                    <a:p>
                      <a:endParaRPr/>
                    </a:p>
                  </a:txBody>
                  <a:tcPr marL="2584" marR="2584" marT="2584" marB="2584" anchor="ctr"/>
                </a:tc>
                <a:tc>
                  <a:txBody>
                    <a:bodyPr/>
                    <a:lstStyle/>
                    <a:p>
                      <a:pPr marL="0" marR="0" algn="ctr" rtl="1">
                        <a:lnSpc>
                          <a:spcPct val="115000"/>
                        </a:lnSpc>
                        <a:spcAft>
                          <a:spcPts val="800"/>
                        </a:spcAft>
                        <a:buNone/>
                      </a:pPr>
                      <a:r>
                        <a:rPr lang="ar-SA" sz="1100" kern="100" dirty="0">
                          <a:effectLst/>
                        </a:rPr>
                        <a:t>تم أخذ “مواءمة الأعمال والتقنية” كنقطة معيارية رئيسية، وبناءً عليها تم تضمين التزام واضح في الاستراتيجية بأن تشغيل ممارسة البنية المؤسسية يستهدف المواءمة المستمرة بين الأعمال وتقنية المعلومات ضمن التشغيل اليومي للممارسة</a:t>
                      </a: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tc>
                  <a:txBody>
                    <a:bodyPr/>
                    <a:lstStyle/>
                    <a:p>
                      <a:pPr marL="0" marR="0" algn="ctr" rtl="1">
                        <a:lnSpc>
                          <a:spcPct val="115000"/>
                        </a:lnSpc>
                        <a:spcAft>
                          <a:spcPts val="800"/>
                        </a:spcAft>
                        <a:buNone/>
                      </a:pPr>
                      <a:r>
                        <a:rPr lang="en-US" sz="1050" kern="100" dirty="0">
                          <a:effectLst/>
                        </a:rPr>
                        <a:t>✓</a:t>
                      </a:r>
                      <a:endParaRPr lang="en-US" sz="105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extLst>
                  <a:ext uri="{0D108BD9-81ED-4DB2-BD59-A6C34878D82A}">
                    <a16:rowId xmlns:a16="http://schemas.microsoft.com/office/drawing/2014/main" val="1424694962"/>
                  </a:ext>
                </a:extLst>
              </a:tr>
              <a:tr h="401677">
                <a:tc>
                  <a:txBody>
                    <a:bodyPr/>
                    <a:lstStyle/>
                    <a:p>
                      <a:pPr marL="0" marR="0" algn="ctr" rtl="1">
                        <a:lnSpc>
                          <a:spcPct val="115000"/>
                        </a:lnSpc>
                        <a:spcAft>
                          <a:spcPts val="800"/>
                        </a:spcAft>
                        <a:buNone/>
                      </a:pPr>
                      <a:r>
                        <a:rPr lang="en-US" sz="1050" kern="100" dirty="0">
                          <a:effectLst/>
                        </a:rPr>
                        <a:t>3</a:t>
                      </a:r>
                      <a:endParaRPr lang="en-US" sz="105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tc>
                  <a:txBody>
                    <a:bodyPr/>
                    <a:lstStyle/>
                    <a:p>
                      <a:pPr marL="0" marR="0" algn="ctr" rtl="1">
                        <a:lnSpc>
                          <a:spcPct val="115000"/>
                        </a:lnSpc>
                        <a:spcAft>
                          <a:spcPts val="800"/>
                        </a:spcAft>
                        <a:buNone/>
                      </a:pPr>
                      <a:r>
                        <a:rPr lang="en-US" sz="1100" kern="100" dirty="0">
                          <a:effectLst/>
                        </a:rPr>
                        <a:t>“EA creates, communicates, and improves the key principles and models that describe the enterprise’s future state and enables its evolution.”</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tc vMerge="1">
                  <a:txBody>
                    <a:bodyPr/>
                    <a:lstStyle/>
                    <a:p>
                      <a:endParaRPr/>
                    </a:p>
                  </a:txBody>
                  <a:tcPr marL="2584" marR="2584" marT="2584" marB="2584" anchor="ctr"/>
                </a:tc>
                <a:tc>
                  <a:txBody>
                    <a:bodyPr/>
                    <a:lstStyle/>
                    <a:p>
                      <a:pPr marL="0" marR="0" algn="ctr" rtl="1">
                        <a:lnSpc>
                          <a:spcPct val="115000"/>
                        </a:lnSpc>
                        <a:spcAft>
                          <a:spcPts val="800"/>
                        </a:spcAft>
                        <a:buNone/>
                      </a:pPr>
                      <a:r>
                        <a:rPr lang="ar-SA" sz="1100" kern="100" dirty="0">
                          <a:effectLst/>
                        </a:rPr>
                        <a:t>تم أخذ  “تحديد الحالة المستقبلية وتمكين التطور” كنموذج مرجعي، وبناءً عليه تم تضمين منهج الانتقال من الوضع الحالي إلى المستقبلي عبر تحديث خارطة الطريق المعمارية ومنهج التحديث والمراجعة لمكونات الممارسة بشكل منضبط</a:t>
                      </a: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tc>
                  <a:txBody>
                    <a:bodyPr/>
                    <a:lstStyle/>
                    <a:p>
                      <a:pPr marL="0" marR="0" algn="ctr" rtl="1">
                        <a:lnSpc>
                          <a:spcPct val="115000"/>
                        </a:lnSpc>
                        <a:spcAft>
                          <a:spcPts val="800"/>
                        </a:spcAft>
                        <a:buNone/>
                      </a:pPr>
                      <a:r>
                        <a:rPr lang="en-US" sz="1050" kern="100" dirty="0">
                          <a:effectLst/>
                        </a:rPr>
                        <a:t>✓</a:t>
                      </a:r>
                      <a:endParaRPr lang="en-US" sz="105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extLst>
                  <a:ext uri="{0D108BD9-81ED-4DB2-BD59-A6C34878D82A}">
                    <a16:rowId xmlns:a16="http://schemas.microsoft.com/office/drawing/2014/main" val="4284524376"/>
                  </a:ext>
                </a:extLst>
              </a:tr>
              <a:tr h="458277">
                <a:tc>
                  <a:txBody>
                    <a:bodyPr/>
                    <a:lstStyle/>
                    <a:p>
                      <a:pPr marL="0" marR="0" algn="ctr" rtl="1">
                        <a:lnSpc>
                          <a:spcPct val="115000"/>
                        </a:lnSpc>
                        <a:spcAft>
                          <a:spcPts val="800"/>
                        </a:spcAft>
                        <a:buNone/>
                      </a:pPr>
                      <a:r>
                        <a:rPr lang="en-US" sz="1050" kern="100" dirty="0">
                          <a:effectLst/>
                        </a:rPr>
                        <a:t>4</a:t>
                      </a:r>
                      <a:endParaRPr lang="en-US" sz="105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tc>
                  <a:txBody>
                    <a:bodyPr/>
                    <a:lstStyle/>
                    <a:p>
                      <a:pPr marL="0" marR="0" algn="ctr" rtl="1">
                        <a:lnSpc>
                          <a:spcPct val="115000"/>
                        </a:lnSpc>
                        <a:spcAft>
                          <a:spcPts val="800"/>
                        </a:spcAft>
                        <a:buNone/>
                      </a:pPr>
                      <a:r>
                        <a:rPr lang="en-US" sz="1100" kern="100" dirty="0">
                          <a:effectLst/>
                        </a:rPr>
                        <a:t>“The program provides architecture standards, principles, guidance…”</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tc vMerge="1">
                  <a:txBody>
                    <a:bodyPr/>
                    <a:lstStyle/>
                    <a:p>
                      <a:endParaRPr/>
                    </a:p>
                  </a:txBody>
                  <a:tcPr marL="2584" marR="2584" marT="2584" marB="2584" anchor="ctr"/>
                </a:tc>
                <a:tc>
                  <a:txBody>
                    <a:bodyPr/>
                    <a:lstStyle/>
                    <a:p>
                      <a:pPr marL="0" marR="0" algn="ctr" rtl="1">
                        <a:lnSpc>
                          <a:spcPct val="115000"/>
                        </a:lnSpc>
                        <a:spcAft>
                          <a:spcPts val="800"/>
                        </a:spcAft>
                        <a:buNone/>
                      </a:pPr>
                      <a:r>
                        <a:rPr lang="ar-SA" sz="1100" kern="100" dirty="0">
                          <a:effectLst/>
                        </a:rPr>
                        <a:t>تم أخذ “توفير المبادئ والمعايير والإرشاد” كنقطة إلزامية في أي ممارسة ناضجة، وبناءً عليه تم بناء الاستراتيجية على تشغيل الحوكمة والامتثال وإدارة الاستثناءات ومراجعة/اعتماد التصاميم المعمارية ضمن تشغيل الممارسة كوظائف تشغيلية رسمية</a:t>
                      </a: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tc>
                  <a:txBody>
                    <a:bodyPr/>
                    <a:lstStyle/>
                    <a:p>
                      <a:pPr marL="0" marR="0" algn="ctr" rtl="1">
                        <a:lnSpc>
                          <a:spcPct val="115000"/>
                        </a:lnSpc>
                        <a:spcAft>
                          <a:spcPts val="800"/>
                        </a:spcAft>
                        <a:buNone/>
                      </a:pPr>
                      <a:r>
                        <a:rPr lang="en-US" sz="1050" kern="100" dirty="0">
                          <a:effectLst/>
                        </a:rPr>
                        <a:t>✓</a:t>
                      </a:r>
                      <a:endParaRPr lang="en-US" sz="105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extLst>
                  <a:ext uri="{0D108BD9-81ED-4DB2-BD59-A6C34878D82A}">
                    <a16:rowId xmlns:a16="http://schemas.microsoft.com/office/drawing/2014/main" val="2452544117"/>
                  </a:ext>
                </a:extLst>
              </a:tr>
              <a:tr h="458277">
                <a:tc>
                  <a:txBody>
                    <a:bodyPr/>
                    <a:lstStyle/>
                    <a:p>
                      <a:pPr marL="0" marR="0" algn="ctr" rtl="1">
                        <a:lnSpc>
                          <a:spcPct val="115000"/>
                        </a:lnSpc>
                        <a:spcAft>
                          <a:spcPts val="800"/>
                        </a:spcAft>
                        <a:buNone/>
                      </a:pPr>
                      <a:r>
                        <a:rPr lang="en-US" sz="1050" kern="100" dirty="0">
                          <a:effectLst/>
                        </a:rPr>
                        <a:t>5</a:t>
                      </a:r>
                      <a:endParaRPr lang="en-US" sz="105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tc>
                  <a:txBody>
                    <a:bodyPr/>
                    <a:lstStyle/>
                    <a:p>
                      <a:pPr marL="0" marR="0" algn="ctr" rtl="1">
                        <a:lnSpc>
                          <a:spcPct val="115000"/>
                        </a:lnSpc>
                        <a:spcAft>
                          <a:spcPts val="800"/>
                        </a:spcAft>
                        <a:buNone/>
                      </a:pPr>
                      <a:r>
                        <a:rPr lang="en-US" sz="1100" kern="100" dirty="0">
                          <a:effectLst/>
                        </a:rPr>
                        <a:t>“Document the methods and roles and responsibilities for developing and maintaining technology policy and standards.”</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tc vMerge="1">
                  <a:txBody>
                    <a:bodyPr/>
                    <a:lstStyle/>
                    <a:p>
                      <a:endParaRPr/>
                    </a:p>
                  </a:txBody>
                  <a:tcPr marL="2584" marR="2584" marT="2584" marB="2584" anchor="ctr"/>
                </a:tc>
                <a:tc>
                  <a:txBody>
                    <a:bodyPr/>
                    <a:lstStyle/>
                    <a:p>
                      <a:pPr marL="0" marR="0" algn="ctr" rtl="1">
                        <a:lnSpc>
                          <a:spcPct val="115000"/>
                        </a:lnSpc>
                        <a:spcAft>
                          <a:spcPts val="800"/>
                        </a:spcAft>
                        <a:buNone/>
                      </a:pPr>
                      <a:r>
                        <a:rPr lang="ar-SA" sz="1100" kern="100" dirty="0">
                          <a:effectLst/>
                        </a:rPr>
                        <a:t>تم أخذ “توثيق منهجية تطوير السياسات والمعايير وتحديد الأدوار” كمتطلب تأسيسي، وبناءً عليه تضمنت الاستراتيجية مخرجًا واضحًا يتمثل في تطوير إطار عمل وسياسات وإجراءات لمكتب البنية المؤسسية كجزء من مهام فريق البنية المؤسسية (قرار التأسيس/نطاق العمل)</a:t>
                      </a: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tc>
                  <a:txBody>
                    <a:bodyPr/>
                    <a:lstStyle/>
                    <a:p>
                      <a:pPr marL="0" marR="0" algn="ctr" rtl="1">
                        <a:lnSpc>
                          <a:spcPct val="115000"/>
                        </a:lnSpc>
                        <a:spcAft>
                          <a:spcPts val="800"/>
                        </a:spcAft>
                        <a:buNone/>
                      </a:pPr>
                      <a:r>
                        <a:rPr lang="en-US" sz="1050" kern="100" dirty="0">
                          <a:effectLst/>
                        </a:rPr>
                        <a:t>✓</a:t>
                      </a:r>
                      <a:endParaRPr lang="en-US" sz="105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extLst>
                  <a:ext uri="{0D108BD9-81ED-4DB2-BD59-A6C34878D82A}">
                    <a16:rowId xmlns:a16="http://schemas.microsoft.com/office/drawing/2014/main" val="363198254"/>
                  </a:ext>
                </a:extLst>
              </a:tr>
              <a:tr h="515324">
                <a:tc>
                  <a:txBody>
                    <a:bodyPr/>
                    <a:lstStyle/>
                    <a:p>
                      <a:pPr marL="0" marR="0" algn="ctr" rtl="1">
                        <a:lnSpc>
                          <a:spcPct val="115000"/>
                        </a:lnSpc>
                        <a:spcAft>
                          <a:spcPts val="800"/>
                        </a:spcAft>
                        <a:buNone/>
                      </a:pPr>
                      <a:r>
                        <a:rPr lang="en-US" sz="1050" kern="100" dirty="0">
                          <a:effectLst/>
                        </a:rPr>
                        <a:t>6</a:t>
                      </a:r>
                      <a:endParaRPr lang="en-US" sz="105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tc>
                  <a:txBody>
                    <a:bodyPr/>
                    <a:lstStyle/>
                    <a:p>
                      <a:pPr marL="0" marR="0" algn="ctr" rtl="1">
                        <a:lnSpc>
                          <a:spcPct val="115000"/>
                        </a:lnSpc>
                        <a:spcAft>
                          <a:spcPts val="800"/>
                        </a:spcAft>
                        <a:buNone/>
                      </a:pPr>
                      <a:r>
                        <a:rPr lang="en-US" sz="1100" kern="100" dirty="0">
                          <a:effectLst/>
                        </a:rPr>
                        <a:t>“Enterprise Architecture Service Action Plan </a:t>
                      </a:r>
                      <a:r>
                        <a:rPr lang="ar-SA" sz="1100" kern="100" dirty="0">
                          <a:effectLst/>
                        </a:rPr>
                        <a:t>وجود خطة عمل منشورة ومحدثة لتشغيل البرنامج</a:t>
                      </a: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tc vMerge="1">
                  <a:txBody>
                    <a:bodyPr/>
                    <a:lstStyle/>
                    <a:p>
                      <a:endParaRPr/>
                    </a:p>
                  </a:txBody>
                  <a:tcPr marL="2584" marR="2584" marT="2584" marB="2584" anchor="ctr"/>
                </a:tc>
                <a:tc>
                  <a:txBody>
                    <a:bodyPr/>
                    <a:lstStyle/>
                    <a:p>
                      <a:pPr marL="0" marR="0" algn="ctr" rtl="1">
                        <a:lnSpc>
                          <a:spcPct val="115000"/>
                        </a:lnSpc>
                        <a:spcAft>
                          <a:spcPts val="800"/>
                        </a:spcAft>
                        <a:buNone/>
                      </a:pPr>
                      <a:r>
                        <a:rPr lang="ar-SA" sz="1100" kern="100" dirty="0">
                          <a:effectLst/>
                        </a:rPr>
                        <a:t>تم أخذ وجود “خطة عمل تشغيلية” كنقطة معيارية لضمان التنفيذ وعدم بقاء الاستراتيجية وثيقة نظرية، وبناءً عليه تم تضمين تشغيل مستمر للممارسة يغطي: تشغيل الخدمات، الحوكمة واللجان، الامتثال والمتطلبات الوطنية، الدراسات، متابعة خارطة الطريق، التقارير، والإقفال والاستدامة</a:t>
                      </a: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tc>
                  <a:txBody>
                    <a:bodyPr/>
                    <a:lstStyle/>
                    <a:p>
                      <a:pPr marL="0" marR="0" algn="ctr" rtl="1">
                        <a:lnSpc>
                          <a:spcPct val="115000"/>
                        </a:lnSpc>
                        <a:spcAft>
                          <a:spcPts val="800"/>
                        </a:spcAft>
                        <a:buNone/>
                      </a:pPr>
                      <a:r>
                        <a:rPr lang="en-US" sz="1050" kern="100" dirty="0">
                          <a:effectLst/>
                        </a:rPr>
                        <a:t>✓</a:t>
                      </a:r>
                      <a:endParaRPr lang="en-US" sz="105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extLst>
                  <a:ext uri="{0D108BD9-81ED-4DB2-BD59-A6C34878D82A}">
                    <a16:rowId xmlns:a16="http://schemas.microsoft.com/office/drawing/2014/main" val="1565145343"/>
                  </a:ext>
                </a:extLst>
              </a:tr>
              <a:tr h="401229">
                <a:tc>
                  <a:txBody>
                    <a:bodyPr/>
                    <a:lstStyle/>
                    <a:p>
                      <a:pPr marL="0" marR="0" algn="ctr" rtl="1">
                        <a:lnSpc>
                          <a:spcPct val="115000"/>
                        </a:lnSpc>
                        <a:spcAft>
                          <a:spcPts val="800"/>
                        </a:spcAft>
                        <a:buNone/>
                      </a:pPr>
                      <a:r>
                        <a:rPr lang="en-US" sz="1050" kern="100" dirty="0">
                          <a:effectLst/>
                        </a:rPr>
                        <a:t>7</a:t>
                      </a:r>
                      <a:endParaRPr lang="en-US" sz="105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tc>
                  <a:txBody>
                    <a:bodyPr/>
                    <a:lstStyle/>
                    <a:p>
                      <a:pPr marL="0" marR="0" algn="ctr" rtl="1">
                        <a:lnSpc>
                          <a:spcPct val="115000"/>
                        </a:lnSpc>
                        <a:spcAft>
                          <a:spcPts val="800"/>
                        </a:spcAft>
                        <a:buNone/>
                      </a:pPr>
                      <a:r>
                        <a:rPr lang="en-US" sz="1100" kern="100" dirty="0">
                          <a:effectLst/>
                        </a:rPr>
                        <a:t>“establishing metrics and benchmarks to evaluate program effectiveness and maturity.”</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tc vMerge="1">
                  <a:txBody>
                    <a:bodyPr/>
                    <a:lstStyle/>
                    <a:p>
                      <a:endParaRPr/>
                    </a:p>
                  </a:txBody>
                  <a:tcPr marL="2584" marR="2584" marT="2584" marB="2584" anchor="ctr"/>
                </a:tc>
                <a:tc>
                  <a:txBody>
                    <a:bodyPr/>
                    <a:lstStyle/>
                    <a:p>
                      <a:pPr marL="0" marR="0" algn="ctr" rtl="1">
                        <a:lnSpc>
                          <a:spcPct val="115000"/>
                        </a:lnSpc>
                        <a:spcAft>
                          <a:spcPts val="800"/>
                        </a:spcAft>
                        <a:buNone/>
                      </a:pPr>
                      <a:r>
                        <a:rPr lang="ar-SA" sz="1100" kern="100" dirty="0">
                          <a:effectLst/>
                        </a:rPr>
                        <a:t>تم أخذ “القياس والتحسين والنضج” كمتطلب معياري صريح، وبناءً عليه تم إدراج مؤشرات أداء استراتيجية للبنية المؤسسية كجزء رسمي من الاستراتيجية، مع ربط القياس بمسار تنفيذ الاستراتيجية لضمان المتابعة والتقييم والتحسين المستمر</a:t>
                      </a: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tc>
                  <a:txBody>
                    <a:bodyPr/>
                    <a:lstStyle/>
                    <a:p>
                      <a:pPr marL="0" marR="0" algn="ctr" rtl="1">
                        <a:lnSpc>
                          <a:spcPct val="115000"/>
                        </a:lnSpc>
                        <a:spcAft>
                          <a:spcPts val="800"/>
                        </a:spcAft>
                        <a:buNone/>
                      </a:pPr>
                      <a:r>
                        <a:rPr lang="en-US" sz="1050" kern="100" dirty="0">
                          <a:effectLst/>
                        </a:rPr>
                        <a:t>✓</a:t>
                      </a:r>
                      <a:endParaRPr lang="en-US" sz="105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extLst>
                  <a:ext uri="{0D108BD9-81ED-4DB2-BD59-A6C34878D82A}">
                    <a16:rowId xmlns:a16="http://schemas.microsoft.com/office/drawing/2014/main" val="1132146045"/>
                  </a:ext>
                </a:extLst>
              </a:tr>
              <a:tr h="458277">
                <a:tc>
                  <a:txBody>
                    <a:bodyPr/>
                    <a:lstStyle/>
                    <a:p>
                      <a:pPr marL="0" marR="0" algn="ctr" rtl="1">
                        <a:lnSpc>
                          <a:spcPct val="115000"/>
                        </a:lnSpc>
                        <a:spcAft>
                          <a:spcPts val="800"/>
                        </a:spcAft>
                        <a:buNone/>
                      </a:pPr>
                      <a:r>
                        <a:rPr lang="en-US" sz="1050" kern="100" dirty="0">
                          <a:effectLst/>
                        </a:rPr>
                        <a:t>8</a:t>
                      </a:r>
                      <a:endParaRPr lang="en-US" sz="105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tc>
                  <a:txBody>
                    <a:bodyPr/>
                    <a:lstStyle/>
                    <a:p>
                      <a:pPr marL="0" marR="0" algn="ctr" rtl="1">
                        <a:lnSpc>
                          <a:spcPct val="115000"/>
                        </a:lnSpc>
                        <a:spcAft>
                          <a:spcPts val="800"/>
                        </a:spcAft>
                        <a:buNone/>
                      </a:pPr>
                      <a:r>
                        <a:rPr lang="en-US" sz="1100" kern="100" dirty="0">
                          <a:effectLst/>
                        </a:rPr>
                        <a:t>(</a:t>
                      </a:r>
                      <a:r>
                        <a:rPr lang="ar-SA" sz="1100" kern="100" dirty="0">
                          <a:effectLst/>
                        </a:rPr>
                        <a:t>مفهوم النضج والاستدامة للممارسة ضمن خطط التشغيل لدى</a:t>
                      </a:r>
                      <a:r>
                        <a:rPr lang="en-US" sz="1100" kern="100" dirty="0">
                          <a:effectLst/>
                        </a:rPr>
                        <a:t> </a:t>
                      </a:r>
                      <a:r>
                        <a:rPr lang="en-US" sz="1100" kern="100" dirty="0" err="1">
                          <a:effectLst/>
                        </a:rPr>
                        <a:t>WaTech</a:t>
                      </a: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tc vMerge="1">
                  <a:txBody>
                    <a:bodyPr/>
                    <a:lstStyle/>
                    <a:p>
                      <a:endParaRPr/>
                    </a:p>
                  </a:txBody>
                  <a:tcPr marL="2584" marR="2584" marT="2584" marB="2584" anchor="ctr"/>
                </a:tc>
                <a:tc>
                  <a:txBody>
                    <a:bodyPr/>
                    <a:lstStyle/>
                    <a:p>
                      <a:pPr marL="0" marR="0" algn="ctr" rtl="1">
                        <a:lnSpc>
                          <a:spcPct val="115000"/>
                        </a:lnSpc>
                        <a:spcAft>
                          <a:spcPts val="800"/>
                        </a:spcAft>
                        <a:buNone/>
                      </a:pPr>
                      <a:r>
                        <a:rPr lang="ar-SA" sz="1100" kern="100" dirty="0">
                          <a:effectLst/>
                        </a:rPr>
                        <a:t>تم أخذ فكرة أن الممارسة ليست “مشروعًا مؤقتًا” وأنها تتطلب استدامة ونضج، وبناءً عليه تم تضمين مسار واضح للاستدامة داخل الاستراتيجية يشمل: ضمان الاستدامة، تقييم النضج، إعداد تقرير الأثر الاستراتيجي للفترة، وتوثيق الدروس المستفادة</a:t>
                      </a: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tc>
                  <a:txBody>
                    <a:bodyPr/>
                    <a:lstStyle/>
                    <a:p>
                      <a:pPr marL="0" marR="0" algn="ctr" rtl="1">
                        <a:lnSpc>
                          <a:spcPct val="115000"/>
                        </a:lnSpc>
                        <a:spcAft>
                          <a:spcPts val="800"/>
                        </a:spcAft>
                        <a:buNone/>
                      </a:pPr>
                      <a:r>
                        <a:rPr lang="en-US" sz="1050" kern="100" dirty="0">
                          <a:effectLst/>
                        </a:rPr>
                        <a:t>✓</a:t>
                      </a:r>
                      <a:endParaRPr lang="en-US" sz="105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extLst>
                  <a:ext uri="{0D108BD9-81ED-4DB2-BD59-A6C34878D82A}">
                    <a16:rowId xmlns:a16="http://schemas.microsoft.com/office/drawing/2014/main" val="2183522103"/>
                  </a:ext>
                </a:extLst>
              </a:tr>
              <a:tr h="515324">
                <a:tc>
                  <a:txBody>
                    <a:bodyPr/>
                    <a:lstStyle/>
                    <a:p>
                      <a:pPr marL="0" marR="0" algn="ctr" rtl="1">
                        <a:lnSpc>
                          <a:spcPct val="115000"/>
                        </a:lnSpc>
                        <a:spcAft>
                          <a:spcPts val="800"/>
                        </a:spcAft>
                        <a:buNone/>
                      </a:pPr>
                      <a:r>
                        <a:rPr lang="en-US" sz="1050" kern="100" dirty="0">
                          <a:effectLst/>
                        </a:rPr>
                        <a:t>9</a:t>
                      </a:r>
                      <a:endParaRPr lang="en-US" sz="105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tc>
                  <a:txBody>
                    <a:bodyPr/>
                    <a:lstStyle/>
                    <a:p>
                      <a:pPr marL="0" marR="0" algn="ctr" rtl="1">
                        <a:lnSpc>
                          <a:spcPct val="115000"/>
                        </a:lnSpc>
                        <a:spcAft>
                          <a:spcPts val="800"/>
                        </a:spcAft>
                        <a:buNone/>
                      </a:pPr>
                      <a:r>
                        <a:rPr lang="en-US" sz="1100" kern="100" dirty="0">
                          <a:effectLst/>
                        </a:rPr>
                        <a:t>(</a:t>
                      </a:r>
                      <a:r>
                        <a:rPr lang="ar-SA" sz="1100" kern="100" dirty="0">
                          <a:effectLst/>
                        </a:rPr>
                        <a:t>ربط</a:t>
                      </a:r>
                      <a:r>
                        <a:rPr lang="en-US" sz="1100" kern="100" dirty="0">
                          <a:effectLst/>
                        </a:rPr>
                        <a:t> EA </a:t>
                      </a:r>
                      <a:r>
                        <a:rPr lang="ar-SA" sz="1100" kern="100" dirty="0">
                          <a:effectLst/>
                        </a:rPr>
                        <a:t>بالمحفظة/التحول الرقمي ومواءمة الأولويات في</a:t>
                      </a:r>
                      <a:r>
                        <a:rPr lang="en-US" sz="1100" kern="100" dirty="0">
                          <a:effectLst/>
                        </a:rPr>
                        <a:t> </a:t>
                      </a:r>
                      <a:r>
                        <a:rPr lang="en-US" sz="1100" kern="100" dirty="0" err="1">
                          <a:effectLst/>
                        </a:rPr>
                        <a:t>WaTech</a:t>
                      </a: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tc vMerge="1">
                  <a:txBody>
                    <a:bodyPr/>
                    <a:lstStyle/>
                    <a:p>
                      <a:endParaRPr/>
                    </a:p>
                  </a:txBody>
                  <a:tcPr marL="2584" marR="2584" marT="2584" marB="2584" anchor="ctr"/>
                </a:tc>
                <a:tc>
                  <a:txBody>
                    <a:bodyPr/>
                    <a:lstStyle/>
                    <a:p>
                      <a:pPr marL="0" marR="0" algn="ctr" rtl="1">
                        <a:lnSpc>
                          <a:spcPct val="115000"/>
                        </a:lnSpc>
                        <a:spcAft>
                          <a:spcPts val="800"/>
                        </a:spcAft>
                        <a:buNone/>
                      </a:pPr>
                      <a:r>
                        <a:rPr lang="ar-SA" sz="1100" kern="100" dirty="0">
                          <a:effectLst/>
                        </a:rPr>
                        <a:t>تم أخذ أن الاستراتيجية يجب أن تكون متصلة بمسار التحول الرقمي والمواءمة مع أولوياته، وبناءً عليه تم تضمين التزام صريح بتحديث الاستراتيجية ومواءمتها مع استراتيجية التحول الرقمي والاستراتيجيات الرقمية المعتمدة، ومتابعة خارطة طريق التحول الرقمي ضمن تشغيل الممارسة</a:t>
                      </a: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tc>
                  <a:txBody>
                    <a:bodyPr/>
                    <a:lstStyle/>
                    <a:p>
                      <a:pPr marL="0" marR="0" algn="ctr" rtl="1">
                        <a:lnSpc>
                          <a:spcPct val="115000"/>
                        </a:lnSpc>
                        <a:spcAft>
                          <a:spcPts val="800"/>
                        </a:spcAft>
                        <a:buNone/>
                      </a:pPr>
                      <a:r>
                        <a:rPr lang="en-US" sz="1050" kern="100" dirty="0">
                          <a:effectLst/>
                        </a:rPr>
                        <a:t>✓</a:t>
                      </a:r>
                      <a:endParaRPr lang="en-US" sz="105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extLst>
                  <a:ext uri="{0D108BD9-81ED-4DB2-BD59-A6C34878D82A}">
                    <a16:rowId xmlns:a16="http://schemas.microsoft.com/office/drawing/2014/main" val="1263663552"/>
                  </a:ext>
                </a:extLst>
              </a:tr>
              <a:tr h="572372">
                <a:tc>
                  <a:txBody>
                    <a:bodyPr/>
                    <a:lstStyle/>
                    <a:p>
                      <a:pPr marL="0" marR="0" algn="ctr" rtl="1">
                        <a:lnSpc>
                          <a:spcPct val="115000"/>
                        </a:lnSpc>
                        <a:spcAft>
                          <a:spcPts val="800"/>
                        </a:spcAft>
                        <a:buNone/>
                      </a:pPr>
                      <a:r>
                        <a:rPr lang="en-US" sz="1050" kern="100" dirty="0">
                          <a:effectLst/>
                        </a:rPr>
                        <a:t>10</a:t>
                      </a:r>
                      <a:endParaRPr lang="en-US" sz="105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tc>
                  <a:txBody>
                    <a:bodyPr/>
                    <a:lstStyle/>
                    <a:p>
                      <a:pPr marL="0" marR="0" algn="ctr" rtl="1">
                        <a:lnSpc>
                          <a:spcPct val="115000"/>
                        </a:lnSpc>
                        <a:spcAft>
                          <a:spcPts val="800"/>
                        </a:spcAft>
                        <a:buNone/>
                      </a:pPr>
                      <a:r>
                        <a:rPr lang="en-US" sz="1100" kern="100" dirty="0">
                          <a:effectLst/>
                        </a:rPr>
                        <a:t>(</a:t>
                      </a:r>
                      <a:r>
                        <a:rPr lang="ar-SA" sz="1100" kern="100" dirty="0">
                          <a:effectLst/>
                        </a:rPr>
                        <a:t>وجود إطار مرجعي/التزامات تنظيمية في</a:t>
                      </a:r>
                      <a:r>
                        <a:rPr lang="en-US" sz="1100" kern="100" dirty="0">
                          <a:effectLst/>
                        </a:rPr>
                        <a:t> </a:t>
                      </a:r>
                      <a:r>
                        <a:rPr lang="en-US" sz="1100" kern="100" dirty="0" err="1">
                          <a:effectLst/>
                        </a:rPr>
                        <a:t>WaTech</a:t>
                      </a:r>
                      <a:r>
                        <a:rPr lang="en-US" sz="1100" kern="100" dirty="0">
                          <a:effectLst/>
                        </a:rPr>
                        <a:t> </a:t>
                      </a:r>
                      <a:r>
                        <a:rPr lang="ar-SA" sz="1100" kern="100" dirty="0">
                          <a:effectLst/>
                        </a:rPr>
                        <a:t>وربطها بالحوكمة والتحديث</a:t>
                      </a: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tc vMerge="1">
                  <a:txBody>
                    <a:bodyPr/>
                    <a:lstStyle/>
                    <a:p>
                      <a:endParaRPr dirty="0"/>
                    </a:p>
                  </a:txBody>
                  <a:tcPr marL="2584" marR="2584" marT="2584" marB="2584" anchor="ctr"/>
                </a:tc>
                <a:tc>
                  <a:txBody>
                    <a:bodyPr/>
                    <a:lstStyle/>
                    <a:p>
                      <a:pPr marL="0" marR="0" algn="ctr" rtl="1">
                        <a:lnSpc>
                          <a:spcPct val="115000"/>
                        </a:lnSpc>
                        <a:spcAft>
                          <a:spcPts val="800"/>
                        </a:spcAft>
                        <a:buNone/>
                      </a:pPr>
                      <a:r>
                        <a:rPr lang="ar-SA" sz="1100" kern="100" dirty="0">
                          <a:effectLst/>
                        </a:rPr>
                        <a:t>تم أخذ “الالتزام بالمرجعيات التنظيمية” كنقطة معيارية لضبط الامتثال، وبناءً عليه تم تضمين أن تحديث خارطة الطريق المعمارية يكون وفق تقدم المبادرات وأولويات التحول الرقمي وبالالتزام بالمتطلبات الوطنية</a:t>
                      </a:r>
                      <a:r>
                        <a:rPr lang="en-US" sz="1100" kern="100" dirty="0">
                          <a:effectLst/>
                        </a:rPr>
                        <a:t> (</a:t>
                      </a:r>
                      <a:r>
                        <a:rPr lang="ar-SA" sz="1100" kern="100" dirty="0">
                          <a:effectLst/>
                        </a:rPr>
                        <a:t>مثل</a:t>
                      </a:r>
                      <a:r>
                        <a:rPr lang="en-US" sz="1100" kern="100" dirty="0">
                          <a:effectLst/>
                        </a:rPr>
                        <a:t> NORA </a:t>
                      </a:r>
                      <a:r>
                        <a:rPr lang="ar-SA" sz="1100" kern="100" dirty="0">
                          <a:effectLst/>
                        </a:rPr>
                        <a:t>و</a:t>
                      </a:r>
                      <a:r>
                        <a:rPr lang="en-US" sz="1100" kern="100" dirty="0">
                          <a:effectLst/>
                        </a:rPr>
                        <a:t>NDMO </a:t>
                      </a:r>
                      <a:r>
                        <a:rPr lang="ar-SA" sz="1100" kern="100" dirty="0">
                          <a:effectLst/>
                        </a:rPr>
                        <a:t>و</a:t>
                      </a:r>
                      <a:r>
                        <a:rPr lang="en-US" sz="1100" kern="100" dirty="0">
                          <a:effectLst/>
                        </a:rPr>
                        <a:t>DGA)</a:t>
                      </a:r>
                      <a:r>
                        <a:rPr lang="ar-SA" sz="1100" kern="100" dirty="0">
                          <a:effectLst/>
                        </a:rPr>
                        <a:t>، مع اعتماد النسخ المحدثة من وثائق البنية المؤسسية عبر لجنة الحوكمة</a:t>
                      </a: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tc>
                  <a:txBody>
                    <a:bodyPr/>
                    <a:lstStyle/>
                    <a:p>
                      <a:pPr marL="0" marR="0" algn="ctr" rtl="1">
                        <a:lnSpc>
                          <a:spcPct val="115000"/>
                        </a:lnSpc>
                        <a:spcAft>
                          <a:spcPts val="800"/>
                        </a:spcAft>
                        <a:buNone/>
                      </a:pPr>
                      <a:r>
                        <a:rPr lang="en-US" sz="1050" kern="100" dirty="0">
                          <a:effectLst/>
                        </a:rPr>
                        <a:t>✓</a:t>
                      </a:r>
                      <a:endParaRPr lang="en-US" sz="105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2584" marR="2584" marT="2584" marB="2584" anchor="ctr"/>
                </a:tc>
                <a:extLst>
                  <a:ext uri="{0D108BD9-81ED-4DB2-BD59-A6C34878D82A}">
                    <a16:rowId xmlns:a16="http://schemas.microsoft.com/office/drawing/2014/main" val="3578798964"/>
                  </a:ext>
                </a:extLst>
              </a:tr>
            </a:tbl>
          </a:graphicData>
        </a:graphic>
      </p:graphicFrame>
    </p:spTree>
    <p:extLst>
      <p:ext uri="{BB962C8B-B14F-4D97-AF65-F5344CB8AC3E}">
        <p14:creationId xmlns:p14="http://schemas.microsoft.com/office/powerpoint/2010/main" val="1080180403"/>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1737" y="1087140"/>
            <a:ext cx="6048772" cy="516732"/>
          </a:xfrm>
          <a:prstGeom prst="rect">
            <a:avLst/>
          </a:prstGeom>
          <a:noFill/>
          <a:ln/>
        </p:spPr>
        <p:txBody>
          <a:bodyPr wrap="none" lIns="0" tIns="0" rIns="0" bIns="0" rtlCol="0" anchor="t"/>
          <a:lstStyle/>
          <a:p>
            <a:pPr algn="r" rtl="1">
              <a:lnSpc>
                <a:spcPts val="4042"/>
              </a:lnSpc>
            </a:pPr>
            <a:endParaRPr lang="en-US" sz="3250" dirty="0"/>
          </a:p>
        </p:txBody>
      </p:sp>
      <p:sp>
        <p:nvSpPr>
          <p:cNvPr id="3" name="Text 1"/>
          <p:cNvSpPr/>
          <p:nvPr/>
        </p:nvSpPr>
        <p:spPr>
          <a:xfrm>
            <a:off x="680540" y="1449437"/>
            <a:ext cx="10869018" cy="529233"/>
          </a:xfrm>
          <a:prstGeom prst="rect">
            <a:avLst/>
          </a:prstGeom>
          <a:noFill/>
          <a:ln/>
        </p:spPr>
        <p:txBody>
          <a:bodyPr wrap="square" lIns="0" tIns="0" rIns="0" bIns="0" rtlCol="0" anchor="t"/>
          <a:lstStyle/>
          <a:p>
            <a:pPr algn="r" rtl="1">
              <a:lnSpc>
                <a:spcPts val="2083"/>
              </a:lnSpc>
            </a:pPr>
            <a:r>
              <a:rPr lang="en-US" sz="2000" dirty="0">
                <a:solidFill>
                  <a:srgbClr val="384653"/>
                </a:solidFill>
                <a:latin typeface="Sakkal Majalla" panose="02000000000000000000" pitchFamily="2" charset="-78"/>
                <a:ea typeface="Roboto" pitchFamily="34" charset="-122"/>
                <a:cs typeface="Sakkal Majalla" panose="02000000000000000000" pitchFamily="2" charset="-78"/>
              </a:rPr>
              <a:t>تمت المقارنة المعيارية وفق منهجية تركز على </a:t>
            </a:r>
            <a:r>
              <a:rPr lang="en-US" sz="2000" b="1" dirty="0">
                <a:solidFill>
                  <a:srgbClr val="3D4B58"/>
                </a:solidFill>
                <a:latin typeface="Sakkal Majalla" panose="02000000000000000000" pitchFamily="2" charset="-78"/>
                <a:ea typeface="Roboto" pitchFamily="34" charset="-122"/>
                <a:cs typeface="Sakkal Majalla" panose="02000000000000000000" pitchFamily="2" charset="-78"/>
              </a:rPr>
              <a:t>"ما يجب أن تحتويه </a:t>
            </a:r>
            <a:r>
              <a:rPr lang="en-US" sz="2000" b="1" dirty="0" err="1">
                <a:solidFill>
                  <a:srgbClr val="3D4B58"/>
                </a:solidFill>
                <a:latin typeface="Sakkal Majalla" panose="02000000000000000000" pitchFamily="2" charset="-78"/>
                <a:ea typeface="Roboto" pitchFamily="34" charset="-122"/>
                <a:cs typeface="Sakkal Majalla" panose="02000000000000000000" pitchFamily="2" charset="-78"/>
              </a:rPr>
              <a:t>استراتيجية</a:t>
            </a:r>
            <a:r>
              <a:rPr lang="en-US" sz="2000" b="1" dirty="0">
                <a:solidFill>
                  <a:srgbClr val="3D4B58"/>
                </a:solidFill>
                <a:latin typeface="Sakkal Majalla" panose="02000000000000000000" pitchFamily="2" charset="-78"/>
                <a:ea typeface="Roboto" pitchFamily="34" charset="-122"/>
                <a:cs typeface="Sakkal Majalla" panose="02000000000000000000" pitchFamily="2" charset="-78"/>
              </a:rPr>
              <a:t> </a:t>
            </a:r>
            <a:r>
              <a:rPr lang="en-US" sz="2000" b="1" dirty="0" err="1">
                <a:solidFill>
                  <a:srgbClr val="3D4B58"/>
                </a:solidFill>
                <a:latin typeface="Sakkal Majalla" panose="02000000000000000000" pitchFamily="2" charset="-78"/>
                <a:ea typeface="Roboto" pitchFamily="34" charset="-122"/>
                <a:cs typeface="Sakkal Majalla" panose="02000000000000000000" pitchFamily="2" charset="-78"/>
              </a:rPr>
              <a:t>ممارسة</a:t>
            </a:r>
            <a:r>
              <a:rPr lang="en-US" sz="2000" b="1" dirty="0">
                <a:solidFill>
                  <a:srgbClr val="3D4B58"/>
                </a:solidFill>
                <a:latin typeface="Sakkal Majalla" panose="02000000000000000000" pitchFamily="2" charset="-78"/>
                <a:ea typeface="Roboto" pitchFamily="34" charset="-122"/>
                <a:cs typeface="Sakkal Majalla" panose="02000000000000000000" pitchFamily="2" charset="-78"/>
              </a:rPr>
              <a:t> البنية المؤسسية"</a:t>
            </a:r>
            <a:r>
              <a:rPr lang="en-US" sz="2000" dirty="0">
                <a:solidFill>
                  <a:srgbClr val="384653"/>
                </a:solidFill>
                <a:latin typeface="Sakkal Majalla" panose="02000000000000000000" pitchFamily="2" charset="-78"/>
                <a:ea typeface="Roboto" pitchFamily="34" charset="-122"/>
                <a:cs typeface="Sakkal Majalla" panose="02000000000000000000" pitchFamily="2" charset="-78"/>
              </a:rPr>
              <a:t> وليس </a:t>
            </a:r>
            <a:r>
              <a:rPr lang="en-US" sz="2000" dirty="0" err="1">
                <a:solidFill>
                  <a:srgbClr val="384653"/>
                </a:solidFill>
                <a:latin typeface="Sakkal Majalla" panose="02000000000000000000" pitchFamily="2" charset="-78"/>
                <a:ea typeface="Roboto" pitchFamily="34" charset="-122"/>
                <a:cs typeface="Sakkal Majalla" panose="02000000000000000000" pitchFamily="2" charset="-78"/>
              </a:rPr>
              <a:t>على</a:t>
            </a:r>
            <a:r>
              <a:rPr lang="en-US" sz="2000" dirty="0">
                <a:solidFill>
                  <a:srgbClr val="384653"/>
                </a:solidFill>
                <a:latin typeface="Sakkal Majalla" panose="02000000000000000000" pitchFamily="2" charset="-78"/>
                <a:ea typeface="Roboto" pitchFamily="34" charset="-122"/>
                <a:cs typeface="Sakkal Majalla" panose="02000000000000000000" pitchFamily="2" charset="-78"/>
              </a:rPr>
              <a:t> </a:t>
            </a:r>
            <a:r>
              <a:rPr lang="en-US" sz="2000" dirty="0" err="1">
                <a:solidFill>
                  <a:srgbClr val="384653"/>
                </a:solidFill>
                <a:latin typeface="Sakkal Majalla" panose="02000000000000000000" pitchFamily="2" charset="-78"/>
                <a:ea typeface="Roboto" pitchFamily="34" charset="-122"/>
                <a:cs typeface="Sakkal Majalla" panose="02000000000000000000" pitchFamily="2" charset="-78"/>
              </a:rPr>
              <a:t>وصف</a:t>
            </a:r>
            <a:r>
              <a:rPr lang="en-US" sz="2000" dirty="0">
                <a:solidFill>
                  <a:srgbClr val="384653"/>
                </a:solidFill>
                <a:latin typeface="Sakkal Majalla" panose="02000000000000000000" pitchFamily="2" charset="-78"/>
                <a:ea typeface="Roboto" pitchFamily="34" charset="-122"/>
                <a:cs typeface="Sakkal Majalla" panose="02000000000000000000" pitchFamily="2" charset="-78"/>
              </a:rPr>
              <a:t> </a:t>
            </a:r>
            <a:r>
              <a:rPr lang="ar-EG" sz="2000" dirty="0">
                <a:solidFill>
                  <a:srgbClr val="384653"/>
                </a:solidFill>
                <a:latin typeface="Sakkal Majalla" panose="02000000000000000000" pitchFamily="2" charset="-78"/>
                <a:ea typeface="Roboto" pitchFamily="34" charset="-122"/>
                <a:cs typeface="Sakkal Majalla" panose="02000000000000000000" pitchFamily="2" charset="-78"/>
              </a:rPr>
              <a:t>نظري</a:t>
            </a:r>
            <a:r>
              <a:rPr lang="en-US" sz="2000" dirty="0">
                <a:solidFill>
                  <a:srgbClr val="384653"/>
                </a:solidFill>
                <a:latin typeface="Sakkal Majalla" panose="02000000000000000000" pitchFamily="2" charset="-78"/>
                <a:ea typeface="Roboto" pitchFamily="34" charset="-122"/>
                <a:cs typeface="Sakkal Majalla" panose="02000000000000000000" pitchFamily="2" charset="-78"/>
              </a:rPr>
              <a:t> فقط، وذلك عبر تحليل محاور رئيسية تشمل</a:t>
            </a:r>
            <a:r>
              <a:rPr lang="ar-EG" sz="2000" dirty="0">
                <a:solidFill>
                  <a:srgbClr val="384653"/>
                </a:solidFill>
                <a:latin typeface="Sakkal Majalla" panose="02000000000000000000" pitchFamily="2" charset="-78"/>
                <a:ea typeface="Roboto" pitchFamily="34" charset="-122"/>
                <a:cs typeface="Sakkal Majalla" panose="02000000000000000000" pitchFamily="2" charset="-78"/>
              </a:rPr>
              <a:t> للاستكمال في الإستراتيجية وكافة وثائق البنية المؤسسية فيما بعد </a:t>
            </a:r>
            <a:r>
              <a:rPr lang="en-US" sz="2000" dirty="0">
                <a:solidFill>
                  <a:srgbClr val="384653"/>
                </a:solidFill>
                <a:latin typeface="Sakkal Majalla" panose="02000000000000000000" pitchFamily="2" charset="-78"/>
                <a:ea typeface="Roboto" pitchFamily="34" charset="-122"/>
                <a:cs typeface="Sakkal Majalla" panose="02000000000000000000" pitchFamily="2" charset="-78"/>
              </a:rPr>
              <a:t>:</a:t>
            </a:r>
            <a:endParaRPr lang="en-US" sz="2000" dirty="0"/>
          </a:p>
        </p:txBody>
      </p:sp>
      <p:sp>
        <p:nvSpPr>
          <p:cNvPr id="4" name="Shape 2"/>
          <p:cNvSpPr/>
          <p:nvPr/>
        </p:nvSpPr>
        <p:spPr>
          <a:xfrm>
            <a:off x="8937229" y="2649835"/>
            <a:ext cx="2593281" cy="1514078"/>
          </a:xfrm>
          <a:prstGeom prst="roundRect">
            <a:avLst>
              <a:gd name="adj" fmla="val 6039"/>
            </a:avLst>
          </a:prstGeom>
          <a:solidFill>
            <a:srgbClr val="FAF9F5"/>
          </a:solidFill>
          <a:ln w="22860">
            <a:solidFill>
              <a:srgbClr val="C7CCD0"/>
            </a:solidFill>
            <a:prstDash val="solid"/>
          </a:ln>
        </p:spPr>
        <p:txBody>
          <a:bodyPr/>
          <a:lstStyle/>
          <a:p>
            <a:endParaRPr lang="en-US"/>
          </a:p>
        </p:txBody>
      </p:sp>
      <p:sp>
        <p:nvSpPr>
          <p:cNvPr id="5" name="Shape 3"/>
          <p:cNvSpPr/>
          <p:nvPr/>
        </p:nvSpPr>
        <p:spPr>
          <a:xfrm>
            <a:off x="11473358" y="2649835"/>
            <a:ext cx="76200" cy="1514078"/>
          </a:xfrm>
          <a:prstGeom prst="roundRect">
            <a:avLst>
              <a:gd name="adj" fmla="val 91163"/>
            </a:avLst>
          </a:prstGeom>
          <a:solidFill>
            <a:srgbClr val="4C3C8D"/>
          </a:solidFill>
          <a:ln/>
        </p:spPr>
        <p:txBody>
          <a:bodyPr/>
          <a:lstStyle/>
          <a:p>
            <a:endParaRPr lang="en-US"/>
          </a:p>
        </p:txBody>
      </p:sp>
      <p:sp>
        <p:nvSpPr>
          <p:cNvPr id="6" name="Text 4"/>
          <p:cNvSpPr/>
          <p:nvPr/>
        </p:nvSpPr>
        <p:spPr>
          <a:xfrm>
            <a:off x="9156700" y="2834183"/>
            <a:ext cx="2132310" cy="258465"/>
          </a:xfrm>
          <a:prstGeom prst="rect">
            <a:avLst/>
          </a:prstGeom>
          <a:noFill/>
          <a:ln/>
        </p:spPr>
        <p:txBody>
          <a:bodyPr wrap="none" lIns="0" tIns="0" rIns="0" bIns="0" rtlCol="0" anchor="t"/>
          <a:lstStyle/>
          <a:p>
            <a:pPr algn="r" rtl="1">
              <a:lnSpc>
                <a:spcPts val="2000"/>
              </a:lnSpc>
            </a:pPr>
            <a:r>
              <a:rPr lang="en-US" sz="2000" dirty="0">
                <a:solidFill>
                  <a:srgbClr val="384653"/>
                </a:solidFill>
                <a:latin typeface="Sakkal Majalla" panose="02000000000000000000" pitchFamily="2" charset="-78"/>
                <a:ea typeface="Host Grotesk Medium" pitchFamily="34" charset="-122"/>
                <a:cs typeface="Sakkal Majalla" panose="02000000000000000000" pitchFamily="2" charset="-78"/>
              </a:rPr>
              <a:t>نموذج التشغيل والخدمات</a:t>
            </a:r>
            <a:endParaRPr lang="en-US" sz="2000" dirty="0"/>
          </a:p>
        </p:txBody>
      </p:sp>
      <p:sp>
        <p:nvSpPr>
          <p:cNvPr id="7" name="Text 5"/>
          <p:cNvSpPr/>
          <p:nvPr/>
        </p:nvSpPr>
        <p:spPr>
          <a:xfrm>
            <a:off x="9121577" y="3191867"/>
            <a:ext cx="2167433" cy="264617"/>
          </a:xfrm>
          <a:prstGeom prst="rect">
            <a:avLst/>
          </a:prstGeom>
          <a:noFill/>
          <a:ln/>
        </p:spPr>
        <p:txBody>
          <a:bodyPr wrap="none" lIns="0" tIns="0" rIns="0" bIns="0" rtlCol="0" anchor="t"/>
          <a:lstStyle/>
          <a:p>
            <a:pPr>
              <a:lnSpc>
                <a:spcPts val="2083"/>
              </a:lnSpc>
            </a:pPr>
            <a:r>
              <a:rPr lang="en-US" sz="1600" dirty="0">
                <a:solidFill>
                  <a:srgbClr val="384653"/>
                </a:solidFill>
                <a:latin typeface="Sakkal Majalla" panose="02000000000000000000" pitchFamily="2" charset="-78"/>
                <a:ea typeface="Roboto" pitchFamily="34" charset="-122"/>
                <a:cs typeface="Sakkal Majalla" panose="02000000000000000000" pitchFamily="2" charset="-78"/>
              </a:rPr>
              <a:t>Service Model &amp; Engagement</a:t>
            </a:r>
            <a:endParaRPr lang="en-US" sz="1600" dirty="0"/>
          </a:p>
        </p:txBody>
      </p:sp>
      <p:sp>
        <p:nvSpPr>
          <p:cNvPr id="8" name="Shape 6"/>
          <p:cNvSpPr/>
          <p:nvPr/>
        </p:nvSpPr>
        <p:spPr>
          <a:xfrm>
            <a:off x="6178650" y="2649835"/>
            <a:ext cx="2593281" cy="1514078"/>
          </a:xfrm>
          <a:prstGeom prst="roundRect">
            <a:avLst>
              <a:gd name="adj" fmla="val 6039"/>
            </a:avLst>
          </a:prstGeom>
          <a:solidFill>
            <a:srgbClr val="FAF9F5"/>
          </a:solidFill>
          <a:ln w="22860">
            <a:solidFill>
              <a:srgbClr val="C7CCD0"/>
            </a:solidFill>
            <a:prstDash val="solid"/>
          </a:ln>
        </p:spPr>
        <p:txBody>
          <a:bodyPr/>
          <a:lstStyle/>
          <a:p>
            <a:endParaRPr lang="en-US"/>
          </a:p>
        </p:txBody>
      </p:sp>
      <p:sp>
        <p:nvSpPr>
          <p:cNvPr id="9" name="Shape 7"/>
          <p:cNvSpPr/>
          <p:nvPr/>
        </p:nvSpPr>
        <p:spPr>
          <a:xfrm>
            <a:off x="8714780" y="2649835"/>
            <a:ext cx="76200" cy="1514078"/>
          </a:xfrm>
          <a:prstGeom prst="roundRect">
            <a:avLst>
              <a:gd name="adj" fmla="val 91163"/>
            </a:avLst>
          </a:prstGeom>
          <a:solidFill>
            <a:srgbClr val="4C3C8D"/>
          </a:solidFill>
          <a:ln/>
        </p:spPr>
        <p:txBody>
          <a:bodyPr/>
          <a:lstStyle/>
          <a:p>
            <a:endParaRPr lang="en-US"/>
          </a:p>
        </p:txBody>
      </p:sp>
      <p:sp>
        <p:nvSpPr>
          <p:cNvPr id="10" name="Text 8"/>
          <p:cNvSpPr/>
          <p:nvPr/>
        </p:nvSpPr>
        <p:spPr>
          <a:xfrm>
            <a:off x="6362998" y="2834183"/>
            <a:ext cx="2167433" cy="516930"/>
          </a:xfrm>
          <a:prstGeom prst="rect">
            <a:avLst/>
          </a:prstGeom>
          <a:noFill/>
          <a:ln/>
        </p:spPr>
        <p:txBody>
          <a:bodyPr wrap="square" lIns="0" tIns="0" rIns="0" bIns="0" rtlCol="0" anchor="t"/>
          <a:lstStyle/>
          <a:p>
            <a:pPr algn="r" rtl="1">
              <a:lnSpc>
                <a:spcPts val="2000"/>
              </a:lnSpc>
            </a:pPr>
            <a:r>
              <a:rPr lang="en-US" sz="2000" dirty="0">
                <a:solidFill>
                  <a:srgbClr val="384653"/>
                </a:solidFill>
                <a:latin typeface="Sakkal Majalla" panose="02000000000000000000" pitchFamily="2" charset="-78"/>
                <a:ea typeface="Host Grotesk Medium" pitchFamily="34" charset="-122"/>
                <a:cs typeface="Sakkal Majalla" panose="02000000000000000000" pitchFamily="2" charset="-78"/>
              </a:rPr>
              <a:t>الحوكمة وحقوق اتخاذ القرار</a:t>
            </a:r>
            <a:endParaRPr lang="en-US" sz="2000" dirty="0"/>
          </a:p>
        </p:txBody>
      </p:sp>
      <p:sp>
        <p:nvSpPr>
          <p:cNvPr id="11" name="Text 9"/>
          <p:cNvSpPr/>
          <p:nvPr/>
        </p:nvSpPr>
        <p:spPr>
          <a:xfrm>
            <a:off x="6362998" y="3450332"/>
            <a:ext cx="2167433" cy="529233"/>
          </a:xfrm>
          <a:prstGeom prst="rect">
            <a:avLst/>
          </a:prstGeom>
          <a:noFill/>
          <a:ln/>
        </p:spPr>
        <p:txBody>
          <a:bodyPr wrap="square" lIns="0" tIns="0" rIns="0" bIns="0" rtlCol="0" anchor="t"/>
          <a:lstStyle/>
          <a:p>
            <a:pPr>
              <a:lnSpc>
                <a:spcPts val="2083"/>
              </a:lnSpc>
            </a:pPr>
            <a:r>
              <a:rPr lang="en-US" sz="1600" dirty="0">
                <a:solidFill>
                  <a:srgbClr val="384653"/>
                </a:solidFill>
                <a:latin typeface="Sakkal Majalla" panose="02000000000000000000" pitchFamily="2" charset="-78"/>
                <a:ea typeface="Roboto" pitchFamily="34" charset="-122"/>
                <a:cs typeface="Sakkal Majalla" panose="02000000000000000000" pitchFamily="2" charset="-78"/>
              </a:rPr>
              <a:t>Governance &amp; Decision Rights</a:t>
            </a:r>
            <a:endParaRPr lang="en-US" sz="1600" dirty="0"/>
          </a:p>
        </p:txBody>
      </p:sp>
      <p:sp>
        <p:nvSpPr>
          <p:cNvPr id="12" name="Shape 10"/>
          <p:cNvSpPr/>
          <p:nvPr/>
        </p:nvSpPr>
        <p:spPr>
          <a:xfrm>
            <a:off x="3420070" y="2649835"/>
            <a:ext cx="2593281" cy="1514078"/>
          </a:xfrm>
          <a:prstGeom prst="roundRect">
            <a:avLst>
              <a:gd name="adj" fmla="val 6039"/>
            </a:avLst>
          </a:prstGeom>
          <a:solidFill>
            <a:srgbClr val="FAF9F5"/>
          </a:solidFill>
          <a:ln w="22860">
            <a:solidFill>
              <a:srgbClr val="C7CCD0"/>
            </a:solidFill>
            <a:prstDash val="solid"/>
          </a:ln>
        </p:spPr>
        <p:txBody>
          <a:bodyPr/>
          <a:lstStyle/>
          <a:p>
            <a:endParaRPr lang="en-US"/>
          </a:p>
        </p:txBody>
      </p:sp>
      <p:sp>
        <p:nvSpPr>
          <p:cNvPr id="13" name="Shape 11"/>
          <p:cNvSpPr/>
          <p:nvPr/>
        </p:nvSpPr>
        <p:spPr>
          <a:xfrm>
            <a:off x="5956201" y="2649835"/>
            <a:ext cx="76200" cy="1514078"/>
          </a:xfrm>
          <a:prstGeom prst="roundRect">
            <a:avLst>
              <a:gd name="adj" fmla="val 91163"/>
            </a:avLst>
          </a:prstGeom>
          <a:solidFill>
            <a:srgbClr val="4C3C8D"/>
          </a:solidFill>
          <a:ln/>
        </p:spPr>
        <p:txBody>
          <a:bodyPr/>
          <a:lstStyle/>
          <a:p>
            <a:endParaRPr lang="en-US"/>
          </a:p>
        </p:txBody>
      </p:sp>
      <p:sp>
        <p:nvSpPr>
          <p:cNvPr id="14" name="Text 12"/>
          <p:cNvSpPr/>
          <p:nvPr/>
        </p:nvSpPr>
        <p:spPr>
          <a:xfrm>
            <a:off x="3704432" y="2834183"/>
            <a:ext cx="2067421" cy="258465"/>
          </a:xfrm>
          <a:prstGeom prst="rect">
            <a:avLst/>
          </a:prstGeom>
          <a:noFill/>
          <a:ln/>
        </p:spPr>
        <p:txBody>
          <a:bodyPr wrap="none" lIns="0" tIns="0" rIns="0" bIns="0" rtlCol="0" anchor="t"/>
          <a:lstStyle/>
          <a:p>
            <a:pPr algn="r" rtl="1">
              <a:lnSpc>
                <a:spcPts val="2000"/>
              </a:lnSpc>
            </a:pPr>
            <a:r>
              <a:rPr lang="en-US" sz="2000" dirty="0">
                <a:solidFill>
                  <a:srgbClr val="384653"/>
                </a:solidFill>
                <a:latin typeface="Sakkal Majalla" panose="02000000000000000000" pitchFamily="2" charset="-78"/>
                <a:ea typeface="Host Grotesk Medium" pitchFamily="34" charset="-122"/>
                <a:cs typeface="Sakkal Majalla" panose="02000000000000000000" pitchFamily="2" charset="-78"/>
              </a:rPr>
              <a:t>المخرجات القياسية</a:t>
            </a:r>
            <a:endParaRPr lang="en-US" sz="2000" dirty="0"/>
          </a:p>
        </p:txBody>
      </p:sp>
      <p:sp>
        <p:nvSpPr>
          <p:cNvPr id="15" name="Text 13"/>
          <p:cNvSpPr/>
          <p:nvPr/>
        </p:nvSpPr>
        <p:spPr>
          <a:xfrm>
            <a:off x="3604419" y="3191868"/>
            <a:ext cx="2167433" cy="529233"/>
          </a:xfrm>
          <a:prstGeom prst="rect">
            <a:avLst/>
          </a:prstGeom>
          <a:noFill/>
          <a:ln/>
        </p:spPr>
        <p:txBody>
          <a:bodyPr wrap="square" lIns="0" tIns="0" rIns="0" bIns="0" rtlCol="0" anchor="t"/>
          <a:lstStyle/>
          <a:p>
            <a:pPr>
              <a:lnSpc>
                <a:spcPts val="2083"/>
              </a:lnSpc>
            </a:pPr>
            <a:r>
              <a:rPr lang="en-US" sz="1600" dirty="0">
                <a:solidFill>
                  <a:srgbClr val="384653"/>
                </a:solidFill>
                <a:latin typeface="Sakkal Majalla" panose="02000000000000000000" pitchFamily="2" charset="-78"/>
                <a:ea typeface="Roboto" pitchFamily="34" charset="-122"/>
                <a:cs typeface="Sakkal Majalla" panose="02000000000000000000" pitchFamily="2" charset="-78"/>
              </a:rPr>
              <a:t>Principles, Models, Reference Architectures</a:t>
            </a:r>
            <a:endParaRPr lang="en-US" sz="1600" dirty="0"/>
          </a:p>
        </p:txBody>
      </p:sp>
      <p:sp>
        <p:nvSpPr>
          <p:cNvPr id="16" name="Shape 14"/>
          <p:cNvSpPr/>
          <p:nvPr/>
        </p:nvSpPr>
        <p:spPr>
          <a:xfrm>
            <a:off x="661492" y="2649835"/>
            <a:ext cx="2593281" cy="1514078"/>
          </a:xfrm>
          <a:prstGeom prst="roundRect">
            <a:avLst>
              <a:gd name="adj" fmla="val 6039"/>
            </a:avLst>
          </a:prstGeom>
          <a:solidFill>
            <a:srgbClr val="FAF9F5"/>
          </a:solidFill>
          <a:ln w="22860">
            <a:solidFill>
              <a:srgbClr val="C7CCD0"/>
            </a:solidFill>
            <a:prstDash val="solid"/>
          </a:ln>
        </p:spPr>
        <p:txBody>
          <a:bodyPr/>
          <a:lstStyle/>
          <a:p>
            <a:endParaRPr lang="en-US"/>
          </a:p>
        </p:txBody>
      </p:sp>
      <p:sp>
        <p:nvSpPr>
          <p:cNvPr id="17" name="Shape 15"/>
          <p:cNvSpPr/>
          <p:nvPr/>
        </p:nvSpPr>
        <p:spPr>
          <a:xfrm>
            <a:off x="3197622" y="2649835"/>
            <a:ext cx="76200" cy="1514078"/>
          </a:xfrm>
          <a:prstGeom prst="roundRect">
            <a:avLst>
              <a:gd name="adj" fmla="val 91163"/>
            </a:avLst>
          </a:prstGeom>
          <a:solidFill>
            <a:srgbClr val="4C3C8D"/>
          </a:solidFill>
          <a:ln/>
        </p:spPr>
        <p:txBody>
          <a:bodyPr/>
          <a:lstStyle/>
          <a:p>
            <a:endParaRPr lang="en-US"/>
          </a:p>
        </p:txBody>
      </p:sp>
      <p:sp>
        <p:nvSpPr>
          <p:cNvPr id="18" name="Text 16"/>
          <p:cNvSpPr/>
          <p:nvPr/>
        </p:nvSpPr>
        <p:spPr>
          <a:xfrm>
            <a:off x="845840" y="2834183"/>
            <a:ext cx="2167433" cy="516930"/>
          </a:xfrm>
          <a:prstGeom prst="rect">
            <a:avLst/>
          </a:prstGeom>
          <a:noFill/>
          <a:ln/>
        </p:spPr>
        <p:txBody>
          <a:bodyPr wrap="square" lIns="0" tIns="0" rIns="0" bIns="0" rtlCol="0" anchor="t"/>
          <a:lstStyle/>
          <a:p>
            <a:pPr algn="r" rtl="1">
              <a:lnSpc>
                <a:spcPts val="2000"/>
              </a:lnSpc>
            </a:pPr>
            <a:r>
              <a:rPr lang="en-US" sz="2000" dirty="0">
                <a:solidFill>
                  <a:srgbClr val="384653"/>
                </a:solidFill>
                <a:latin typeface="Sakkal Majalla" panose="02000000000000000000" pitchFamily="2" charset="-78"/>
                <a:ea typeface="Host Grotesk Medium" pitchFamily="34" charset="-122"/>
                <a:cs typeface="Sakkal Majalla" panose="02000000000000000000" pitchFamily="2" charset="-78"/>
              </a:rPr>
              <a:t>آليات الامتثال والاستثناءات</a:t>
            </a:r>
            <a:endParaRPr lang="en-US" sz="2000" dirty="0"/>
          </a:p>
        </p:txBody>
      </p:sp>
      <p:sp>
        <p:nvSpPr>
          <p:cNvPr id="19" name="Text 17"/>
          <p:cNvSpPr/>
          <p:nvPr/>
        </p:nvSpPr>
        <p:spPr>
          <a:xfrm>
            <a:off x="845840" y="3450332"/>
            <a:ext cx="2167433" cy="264617"/>
          </a:xfrm>
          <a:prstGeom prst="rect">
            <a:avLst/>
          </a:prstGeom>
          <a:noFill/>
          <a:ln/>
        </p:spPr>
        <p:txBody>
          <a:bodyPr wrap="none" lIns="0" tIns="0" rIns="0" bIns="0" rtlCol="0" anchor="t"/>
          <a:lstStyle/>
          <a:p>
            <a:pPr>
              <a:lnSpc>
                <a:spcPts val="2083"/>
              </a:lnSpc>
            </a:pPr>
            <a:r>
              <a:rPr lang="en-US" sz="1600" dirty="0">
                <a:solidFill>
                  <a:srgbClr val="384653"/>
                </a:solidFill>
                <a:latin typeface="Sakkal Majalla" panose="02000000000000000000" pitchFamily="2" charset="-78"/>
                <a:ea typeface="Roboto" pitchFamily="34" charset="-122"/>
                <a:cs typeface="Sakkal Majalla" panose="02000000000000000000" pitchFamily="2" charset="-78"/>
              </a:rPr>
              <a:t>Compliance &amp; Exceptions</a:t>
            </a:r>
            <a:endParaRPr lang="en-US" sz="1600" dirty="0"/>
          </a:p>
        </p:txBody>
      </p:sp>
      <p:sp>
        <p:nvSpPr>
          <p:cNvPr id="20" name="Shape 18"/>
          <p:cNvSpPr/>
          <p:nvPr/>
        </p:nvSpPr>
        <p:spPr>
          <a:xfrm>
            <a:off x="8937229" y="4329212"/>
            <a:ext cx="2593281" cy="990997"/>
          </a:xfrm>
          <a:prstGeom prst="roundRect">
            <a:avLst>
              <a:gd name="adj" fmla="val 9227"/>
            </a:avLst>
          </a:prstGeom>
          <a:solidFill>
            <a:srgbClr val="FAF9F5"/>
          </a:solidFill>
          <a:ln w="22860">
            <a:solidFill>
              <a:srgbClr val="C7CCD0"/>
            </a:solidFill>
            <a:prstDash val="solid"/>
          </a:ln>
        </p:spPr>
        <p:txBody>
          <a:bodyPr/>
          <a:lstStyle/>
          <a:p>
            <a:endParaRPr lang="en-US"/>
          </a:p>
        </p:txBody>
      </p:sp>
      <p:sp>
        <p:nvSpPr>
          <p:cNvPr id="21" name="Shape 19"/>
          <p:cNvSpPr/>
          <p:nvPr/>
        </p:nvSpPr>
        <p:spPr>
          <a:xfrm>
            <a:off x="11473358" y="4329212"/>
            <a:ext cx="76200" cy="990997"/>
          </a:xfrm>
          <a:prstGeom prst="roundRect">
            <a:avLst>
              <a:gd name="adj" fmla="val 91163"/>
            </a:avLst>
          </a:prstGeom>
          <a:solidFill>
            <a:srgbClr val="4C3C8D"/>
          </a:solidFill>
          <a:ln/>
        </p:spPr>
        <p:txBody>
          <a:bodyPr/>
          <a:lstStyle/>
          <a:p>
            <a:endParaRPr lang="en-US"/>
          </a:p>
        </p:txBody>
      </p:sp>
      <p:sp>
        <p:nvSpPr>
          <p:cNvPr id="22" name="Text 20"/>
          <p:cNvSpPr/>
          <p:nvPr/>
        </p:nvSpPr>
        <p:spPr>
          <a:xfrm>
            <a:off x="9221590" y="4513560"/>
            <a:ext cx="2067421" cy="258465"/>
          </a:xfrm>
          <a:prstGeom prst="rect">
            <a:avLst/>
          </a:prstGeom>
          <a:noFill/>
          <a:ln/>
        </p:spPr>
        <p:txBody>
          <a:bodyPr wrap="none" lIns="0" tIns="0" rIns="0" bIns="0" rtlCol="0" anchor="t"/>
          <a:lstStyle/>
          <a:p>
            <a:pPr algn="r" rtl="1">
              <a:lnSpc>
                <a:spcPts val="2000"/>
              </a:lnSpc>
            </a:pPr>
            <a:r>
              <a:rPr lang="en-US" sz="2000" dirty="0">
                <a:solidFill>
                  <a:srgbClr val="384653"/>
                </a:solidFill>
                <a:latin typeface="Sakkal Majalla" panose="02000000000000000000" pitchFamily="2" charset="-78"/>
                <a:ea typeface="Host Grotesk Medium" pitchFamily="34" charset="-122"/>
                <a:cs typeface="Sakkal Majalla" panose="02000000000000000000" pitchFamily="2" charset="-78"/>
              </a:rPr>
              <a:t>القياس والمؤشرات</a:t>
            </a:r>
            <a:endParaRPr lang="en-US" sz="2000" dirty="0"/>
          </a:p>
        </p:txBody>
      </p:sp>
      <p:sp>
        <p:nvSpPr>
          <p:cNvPr id="23" name="Text 21"/>
          <p:cNvSpPr/>
          <p:nvPr/>
        </p:nvSpPr>
        <p:spPr>
          <a:xfrm>
            <a:off x="9121577" y="4871244"/>
            <a:ext cx="2167433" cy="264617"/>
          </a:xfrm>
          <a:prstGeom prst="rect">
            <a:avLst/>
          </a:prstGeom>
          <a:noFill/>
          <a:ln/>
        </p:spPr>
        <p:txBody>
          <a:bodyPr wrap="none" lIns="0" tIns="0" rIns="0" bIns="0" rtlCol="0" anchor="t"/>
          <a:lstStyle/>
          <a:p>
            <a:pPr>
              <a:lnSpc>
                <a:spcPts val="2083"/>
              </a:lnSpc>
            </a:pPr>
            <a:r>
              <a:rPr lang="en-US" sz="1600" dirty="0">
                <a:solidFill>
                  <a:srgbClr val="384653"/>
                </a:solidFill>
                <a:latin typeface="Sakkal Majalla" panose="02000000000000000000" pitchFamily="2" charset="-78"/>
                <a:ea typeface="Roboto" pitchFamily="34" charset="-122"/>
                <a:cs typeface="Sakkal Majalla" panose="02000000000000000000" pitchFamily="2" charset="-78"/>
              </a:rPr>
              <a:t>KPIs &amp; Value Realization</a:t>
            </a:r>
            <a:endParaRPr lang="en-US" sz="1600" dirty="0"/>
          </a:p>
        </p:txBody>
      </p:sp>
      <p:sp>
        <p:nvSpPr>
          <p:cNvPr id="24" name="Shape 22"/>
          <p:cNvSpPr/>
          <p:nvPr/>
        </p:nvSpPr>
        <p:spPr>
          <a:xfrm>
            <a:off x="6178650" y="4329212"/>
            <a:ext cx="2593281" cy="990997"/>
          </a:xfrm>
          <a:prstGeom prst="roundRect">
            <a:avLst>
              <a:gd name="adj" fmla="val 9227"/>
            </a:avLst>
          </a:prstGeom>
          <a:solidFill>
            <a:srgbClr val="FAF9F5"/>
          </a:solidFill>
          <a:ln w="22860">
            <a:solidFill>
              <a:srgbClr val="C7CCD0"/>
            </a:solidFill>
            <a:prstDash val="solid"/>
          </a:ln>
        </p:spPr>
        <p:txBody>
          <a:bodyPr/>
          <a:lstStyle/>
          <a:p>
            <a:endParaRPr lang="en-US"/>
          </a:p>
        </p:txBody>
      </p:sp>
      <p:sp>
        <p:nvSpPr>
          <p:cNvPr id="25" name="Shape 23"/>
          <p:cNvSpPr/>
          <p:nvPr/>
        </p:nvSpPr>
        <p:spPr>
          <a:xfrm>
            <a:off x="8714780" y="4329212"/>
            <a:ext cx="76200" cy="990997"/>
          </a:xfrm>
          <a:prstGeom prst="roundRect">
            <a:avLst>
              <a:gd name="adj" fmla="val 91163"/>
            </a:avLst>
          </a:prstGeom>
          <a:solidFill>
            <a:srgbClr val="4C3C8D"/>
          </a:solidFill>
          <a:ln/>
        </p:spPr>
        <p:txBody>
          <a:bodyPr/>
          <a:lstStyle/>
          <a:p>
            <a:endParaRPr lang="en-US"/>
          </a:p>
        </p:txBody>
      </p:sp>
      <p:sp>
        <p:nvSpPr>
          <p:cNvPr id="26" name="Text 24"/>
          <p:cNvSpPr/>
          <p:nvPr/>
        </p:nvSpPr>
        <p:spPr>
          <a:xfrm>
            <a:off x="6363196" y="4513560"/>
            <a:ext cx="2167235" cy="258465"/>
          </a:xfrm>
          <a:prstGeom prst="rect">
            <a:avLst/>
          </a:prstGeom>
          <a:noFill/>
          <a:ln/>
        </p:spPr>
        <p:txBody>
          <a:bodyPr wrap="none" lIns="0" tIns="0" rIns="0" bIns="0" rtlCol="0" anchor="t"/>
          <a:lstStyle/>
          <a:p>
            <a:pPr algn="r" rtl="1">
              <a:lnSpc>
                <a:spcPts val="2000"/>
              </a:lnSpc>
            </a:pPr>
            <a:r>
              <a:rPr lang="en-US" sz="2000" dirty="0">
                <a:solidFill>
                  <a:srgbClr val="384653"/>
                </a:solidFill>
                <a:latin typeface="Sakkal Majalla" panose="02000000000000000000" pitchFamily="2" charset="-78"/>
                <a:ea typeface="Host Grotesk Medium" pitchFamily="34" charset="-122"/>
                <a:cs typeface="Sakkal Majalla" panose="02000000000000000000" pitchFamily="2" charset="-78"/>
              </a:rPr>
              <a:t>التواصل والتبنّي المؤسسي</a:t>
            </a:r>
            <a:endParaRPr lang="en-US" sz="2000" dirty="0"/>
          </a:p>
        </p:txBody>
      </p:sp>
      <p:sp>
        <p:nvSpPr>
          <p:cNvPr id="27" name="Text 25"/>
          <p:cNvSpPr/>
          <p:nvPr/>
        </p:nvSpPr>
        <p:spPr>
          <a:xfrm>
            <a:off x="6362998" y="4871244"/>
            <a:ext cx="2167433" cy="264617"/>
          </a:xfrm>
          <a:prstGeom prst="rect">
            <a:avLst/>
          </a:prstGeom>
          <a:noFill/>
          <a:ln/>
        </p:spPr>
        <p:txBody>
          <a:bodyPr wrap="none" lIns="0" tIns="0" rIns="0" bIns="0" rtlCol="0" anchor="t"/>
          <a:lstStyle/>
          <a:p>
            <a:pPr>
              <a:lnSpc>
                <a:spcPts val="2083"/>
              </a:lnSpc>
            </a:pPr>
            <a:r>
              <a:rPr lang="en-US" sz="1600" dirty="0">
                <a:solidFill>
                  <a:srgbClr val="384653"/>
                </a:solidFill>
                <a:latin typeface="Sakkal Majalla" panose="02000000000000000000" pitchFamily="2" charset="-78"/>
                <a:ea typeface="Roboto" pitchFamily="34" charset="-122"/>
                <a:cs typeface="Sakkal Majalla" panose="02000000000000000000" pitchFamily="2" charset="-78"/>
              </a:rPr>
              <a:t>Adoption &amp; Communications</a:t>
            </a:r>
            <a:endParaRPr lang="en-US" sz="1600" dirty="0"/>
          </a:p>
        </p:txBody>
      </p:sp>
      <p:sp>
        <p:nvSpPr>
          <p:cNvPr id="28" name="Text 26"/>
          <p:cNvSpPr/>
          <p:nvPr/>
        </p:nvSpPr>
        <p:spPr>
          <a:xfrm>
            <a:off x="661492" y="5506243"/>
            <a:ext cx="10869018" cy="264617"/>
          </a:xfrm>
          <a:prstGeom prst="rect">
            <a:avLst/>
          </a:prstGeom>
          <a:noFill/>
          <a:ln/>
        </p:spPr>
        <p:txBody>
          <a:bodyPr wrap="none" lIns="0" tIns="0" rIns="0" bIns="0" rtlCol="0" anchor="t"/>
          <a:lstStyle/>
          <a:p>
            <a:pPr algn="r" rtl="1">
              <a:lnSpc>
                <a:spcPts val="2083"/>
              </a:lnSpc>
            </a:pPr>
            <a:r>
              <a:rPr lang="en-US" sz="1600" dirty="0">
                <a:solidFill>
                  <a:srgbClr val="384653"/>
                </a:solidFill>
                <a:latin typeface="Sakkal Majalla" panose="02000000000000000000" pitchFamily="2" charset="-78"/>
                <a:ea typeface="Roboto" pitchFamily="34" charset="-122"/>
                <a:cs typeface="Sakkal Majalla" panose="02000000000000000000" pitchFamily="2" charset="-78"/>
              </a:rPr>
              <a:t>وقد تم اختيار هذه المحاور لأنها تمثل العناصر التي تُظهرها ممارسات WaTech بصورة واضحة كبرنامج حكومي قابل للتشغيل والقياس.</a:t>
            </a:r>
            <a:endParaRPr lang="en-US" sz="1600" dirty="0"/>
          </a:p>
        </p:txBody>
      </p:sp>
      <p:sp>
        <p:nvSpPr>
          <p:cNvPr id="29" name="Title 28">
            <a:extLst>
              <a:ext uri="{FF2B5EF4-FFF2-40B4-BE49-F238E27FC236}">
                <a16:creationId xmlns:a16="http://schemas.microsoft.com/office/drawing/2014/main" id="{C96FF034-3E88-46B6-37EB-2FF555076C5F}"/>
              </a:ext>
            </a:extLst>
          </p:cNvPr>
          <p:cNvSpPr>
            <a:spLocks noGrp="1"/>
          </p:cNvSpPr>
          <p:nvPr>
            <p:ph type="title"/>
          </p:nvPr>
        </p:nvSpPr>
        <p:spPr/>
        <p:txBody>
          <a:bodyPr/>
          <a:lstStyle/>
          <a:p>
            <a:r>
              <a:rPr lang="ar-SA" dirty="0"/>
              <a:t>منهجية المقارنة</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133427" y="1424682"/>
            <a:ext cx="8397082" cy="516732"/>
          </a:xfrm>
          <a:prstGeom prst="rect">
            <a:avLst/>
          </a:prstGeom>
          <a:noFill/>
          <a:ln/>
        </p:spPr>
        <p:txBody>
          <a:bodyPr wrap="none" lIns="0" tIns="0" rIns="0" bIns="0" rtlCol="0" anchor="t"/>
          <a:lstStyle/>
          <a:p>
            <a:pPr algn="r" rtl="1">
              <a:lnSpc>
                <a:spcPts val="4042"/>
              </a:lnSpc>
            </a:pPr>
            <a:endParaRPr lang="en-US" sz="3250" dirty="0"/>
          </a:p>
        </p:txBody>
      </p:sp>
      <p:sp>
        <p:nvSpPr>
          <p:cNvPr id="3" name="Text 1"/>
          <p:cNvSpPr/>
          <p:nvPr/>
        </p:nvSpPr>
        <p:spPr>
          <a:xfrm>
            <a:off x="713383" y="1941414"/>
            <a:ext cx="10869018" cy="529233"/>
          </a:xfrm>
          <a:prstGeom prst="rect">
            <a:avLst/>
          </a:prstGeom>
          <a:noFill/>
          <a:ln/>
        </p:spPr>
        <p:txBody>
          <a:bodyPr wrap="square" lIns="0" tIns="0" rIns="0" bIns="0" rtlCol="0" anchor="t"/>
          <a:lstStyle/>
          <a:p>
            <a:pPr algn="r" rtl="1">
              <a:lnSpc>
                <a:spcPts val="2083"/>
              </a:lnSpc>
            </a:pPr>
            <a:r>
              <a:rPr lang="en-US" sz="1600" dirty="0">
                <a:solidFill>
                  <a:srgbClr val="384653"/>
                </a:solidFill>
                <a:latin typeface="Sakkal Majalla" panose="02000000000000000000" pitchFamily="2" charset="-78"/>
                <a:ea typeface="Roboto" pitchFamily="34" charset="-122"/>
                <a:cs typeface="Sakkal Majalla" panose="02000000000000000000" pitchFamily="2" charset="-78"/>
              </a:rPr>
              <a:t>استنادًا إلى نتائج المقارنة المعيارية، تم اعتماد توجهات بنائية في الاستراتيجية الحالية لضمان أن تكون الاستراتيجية </a:t>
            </a:r>
            <a:r>
              <a:rPr lang="en-US" sz="1600" b="1" dirty="0">
                <a:solidFill>
                  <a:srgbClr val="3D4B58"/>
                </a:solidFill>
                <a:latin typeface="Sakkal Majalla" panose="02000000000000000000" pitchFamily="2" charset="-78"/>
                <a:ea typeface="Roboto" pitchFamily="34" charset="-122"/>
                <a:cs typeface="Sakkal Majalla" panose="02000000000000000000" pitchFamily="2" charset="-78"/>
              </a:rPr>
              <a:t>قابلة للتطبيق والتشغيل والقياس</a:t>
            </a:r>
            <a:r>
              <a:rPr lang="en-US" sz="1600" dirty="0">
                <a:solidFill>
                  <a:srgbClr val="384653"/>
                </a:solidFill>
                <a:latin typeface="Sakkal Majalla" panose="02000000000000000000" pitchFamily="2" charset="-78"/>
                <a:ea typeface="Roboto" pitchFamily="34" charset="-122"/>
                <a:cs typeface="Sakkal Majalla" panose="02000000000000000000" pitchFamily="2" charset="-78"/>
              </a:rPr>
              <a:t>، وليس مجرد وثيقة تعريفية، وذلك عبر:</a:t>
            </a:r>
            <a:endParaRPr lang="en-US" sz="16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17101" y="2677320"/>
            <a:ext cx="165298" cy="165298"/>
          </a:xfrm>
          <a:prstGeom prst="rect">
            <a:avLst/>
          </a:prstGeom>
        </p:spPr>
      </p:pic>
      <p:sp>
        <p:nvSpPr>
          <p:cNvPr id="5" name="Shape 2"/>
          <p:cNvSpPr/>
          <p:nvPr/>
        </p:nvSpPr>
        <p:spPr>
          <a:xfrm>
            <a:off x="8069660" y="2918620"/>
            <a:ext cx="3512741" cy="19050"/>
          </a:xfrm>
          <a:prstGeom prst="rect">
            <a:avLst/>
          </a:prstGeom>
          <a:solidFill>
            <a:srgbClr val="3D4B58"/>
          </a:solidFill>
          <a:ln/>
        </p:spPr>
        <p:txBody>
          <a:bodyPr/>
          <a:lstStyle/>
          <a:p>
            <a:endParaRPr lang="en-US"/>
          </a:p>
        </p:txBody>
      </p:sp>
      <p:sp>
        <p:nvSpPr>
          <p:cNvPr id="6" name="Text 3"/>
          <p:cNvSpPr/>
          <p:nvPr/>
        </p:nvSpPr>
        <p:spPr>
          <a:xfrm>
            <a:off x="8069660" y="3039369"/>
            <a:ext cx="3512741" cy="516930"/>
          </a:xfrm>
          <a:prstGeom prst="rect">
            <a:avLst/>
          </a:prstGeom>
          <a:noFill/>
          <a:ln/>
        </p:spPr>
        <p:txBody>
          <a:bodyPr wrap="square" lIns="0" tIns="0" rIns="0" bIns="0" rtlCol="0" anchor="t"/>
          <a:lstStyle/>
          <a:p>
            <a:pPr algn="r" rtl="1">
              <a:lnSpc>
                <a:spcPts val="2000"/>
              </a:lnSpc>
            </a:pPr>
            <a:r>
              <a:rPr lang="en-US" sz="2000" dirty="0">
                <a:solidFill>
                  <a:srgbClr val="384653"/>
                </a:solidFill>
                <a:latin typeface="Sakkal Majalla" panose="02000000000000000000" pitchFamily="2" charset="-78"/>
                <a:ea typeface="Host Grotesk Medium" pitchFamily="34" charset="-122"/>
                <a:cs typeface="Sakkal Majalla" panose="02000000000000000000" pitchFamily="2" charset="-78"/>
              </a:rPr>
              <a:t>تعزيز منظور "البنية المؤسسية كممارسة تشغيلية مستمرة"</a:t>
            </a:r>
            <a:endParaRPr lang="en-US" sz="2000" dirty="0"/>
          </a:p>
        </p:txBody>
      </p:sp>
      <p:sp>
        <p:nvSpPr>
          <p:cNvPr id="7" name="Text 4"/>
          <p:cNvSpPr/>
          <p:nvPr/>
        </p:nvSpPr>
        <p:spPr>
          <a:xfrm>
            <a:off x="8069660" y="3655518"/>
            <a:ext cx="3512741" cy="1058466"/>
          </a:xfrm>
          <a:prstGeom prst="rect">
            <a:avLst/>
          </a:prstGeom>
          <a:noFill/>
          <a:ln/>
        </p:spPr>
        <p:txBody>
          <a:bodyPr wrap="square" lIns="0" tIns="0" rIns="0" bIns="0" rtlCol="0" anchor="t"/>
          <a:lstStyle/>
          <a:p>
            <a:pPr algn="r" rtl="1">
              <a:lnSpc>
                <a:spcPts val="2083"/>
              </a:lnSpc>
            </a:pPr>
            <a:r>
              <a:rPr lang="en-US" sz="1600" dirty="0">
                <a:solidFill>
                  <a:srgbClr val="384653"/>
                </a:solidFill>
                <a:latin typeface="Sakkal Majalla" panose="02000000000000000000" pitchFamily="2" charset="-78"/>
                <a:ea typeface="Roboto" pitchFamily="34" charset="-122"/>
                <a:cs typeface="Sakkal Majalla" panose="02000000000000000000" pitchFamily="2" charset="-78"/>
              </a:rPr>
              <a:t>تم تبني مفهوم البنية المؤسسية كممارسة مستمرة (Continuous Practice) </a:t>
            </a:r>
            <a:r>
              <a:rPr lang="ar-EG" sz="1600" dirty="0">
                <a:solidFill>
                  <a:srgbClr val="384653"/>
                </a:solidFill>
                <a:latin typeface="Sakkal Majalla" panose="02000000000000000000" pitchFamily="2" charset="-78"/>
                <a:ea typeface="Roboto" pitchFamily="34" charset="-122"/>
                <a:cs typeface="Sakkal Majalla" panose="02000000000000000000" pitchFamily="2" charset="-78"/>
              </a:rPr>
              <a:t>   </a:t>
            </a:r>
            <a:r>
              <a:rPr lang="en-US" sz="1600" dirty="0" err="1">
                <a:solidFill>
                  <a:srgbClr val="384653"/>
                </a:solidFill>
                <a:latin typeface="Sakkal Majalla" panose="02000000000000000000" pitchFamily="2" charset="-78"/>
                <a:ea typeface="Roboto" pitchFamily="34" charset="-122"/>
                <a:cs typeface="Sakkal Majalla" panose="02000000000000000000" pitchFamily="2" charset="-78"/>
              </a:rPr>
              <a:t>تركّز</a:t>
            </a:r>
            <a:r>
              <a:rPr lang="en-US" sz="1600" dirty="0">
                <a:solidFill>
                  <a:srgbClr val="384653"/>
                </a:solidFill>
                <a:latin typeface="Sakkal Majalla" panose="02000000000000000000" pitchFamily="2" charset="-78"/>
                <a:ea typeface="Roboto" pitchFamily="34" charset="-122"/>
                <a:cs typeface="Sakkal Majalla" panose="02000000000000000000" pitchFamily="2" charset="-78"/>
              </a:rPr>
              <a:t> على تحويل الرؤية إلى تغيير مؤسسي فعّال، وبناء مبادئ ونماذج ومعايير تصف الوضع المستقبلي وتمكّن التطور.</a:t>
            </a:r>
            <a:endParaRPr lang="en-US" sz="16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39062" y="2677320"/>
            <a:ext cx="165298" cy="165298"/>
          </a:xfrm>
          <a:prstGeom prst="rect">
            <a:avLst/>
          </a:prstGeom>
        </p:spPr>
      </p:pic>
      <p:sp>
        <p:nvSpPr>
          <p:cNvPr id="9" name="Shape 5"/>
          <p:cNvSpPr/>
          <p:nvPr/>
        </p:nvSpPr>
        <p:spPr>
          <a:xfrm>
            <a:off x="4391521" y="2918620"/>
            <a:ext cx="3512840" cy="19050"/>
          </a:xfrm>
          <a:prstGeom prst="rect">
            <a:avLst/>
          </a:prstGeom>
          <a:solidFill>
            <a:srgbClr val="3D4B58"/>
          </a:solidFill>
          <a:ln/>
        </p:spPr>
        <p:txBody>
          <a:bodyPr/>
          <a:lstStyle/>
          <a:p>
            <a:endParaRPr lang="en-US"/>
          </a:p>
        </p:txBody>
      </p:sp>
      <p:sp>
        <p:nvSpPr>
          <p:cNvPr id="10" name="Text 6"/>
          <p:cNvSpPr/>
          <p:nvPr/>
        </p:nvSpPr>
        <p:spPr>
          <a:xfrm>
            <a:off x="5188446" y="3039369"/>
            <a:ext cx="2715915" cy="258465"/>
          </a:xfrm>
          <a:prstGeom prst="rect">
            <a:avLst/>
          </a:prstGeom>
          <a:noFill/>
          <a:ln/>
        </p:spPr>
        <p:txBody>
          <a:bodyPr wrap="none" lIns="0" tIns="0" rIns="0" bIns="0" rtlCol="0" anchor="t"/>
          <a:lstStyle/>
          <a:p>
            <a:pPr algn="r" rtl="1">
              <a:lnSpc>
                <a:spcPts val="2000"/>
              </a:lnSpc>
            </a:pPr>
            <a:r>
              <a:rPr lang="en-US" sz="2000" dirty="0">
                <a:solidFill>
                  <a:srgbClr val="384653"/>
                </a:solidFill>
                <a:latin typeface="Sakkal Majalla" panose="02000000000000000000" pitchFamily="2" charset="-78"/>
                <a:ea typeface="Host Grotesk Medium" pitchFamily="34" charset="-122"/>
                <a:cs typeface="Sakkal Majalla" panose="02000000000000000000" pitchFamily="2" charset="-78"/>
              </a:rPr>
              <a:t>تقوية مسار الحوكمة وحقوق القرار</a:t>
            </a:r>
            <a:endParaRPr lang="en-US" sz="2000" dirty="0"/>
          </a:p>
        </p:txBody>
      </p:sp>
      <p:sp>
        <p:nvSpPr>
          <p:cNvPr id="11" name="Text 7"/>
          <p:cNvSpPr/>
          <p:nvPr/>
        </p:nvSpPr>
        <p:spPr>
          <a:xfrm>
            <a:off x="4391521" y="3397053"/>
            <a:ext cx="3512840" cy="1058466"/>
          </a:xfrm>
          <a:prstGeom prst="rect">
            <a:avLst/>
          </a:prstGeom>
          <a:noFill/>
          <a:ln/>
        </p:spPr>
        <p:txBody>
          <a:bodyPr wrap="square" lIns="0" tIns="0" rIns="0" bIns="0" rtlCol="0" anchor="t"/>
          <a:lstStyle/>
          <a:p>
            <a:pPr algn="r" rtl="1">
              <a:lnSpc>
                <a:spcPts val="2083"/>
              </a:lnSpc>
            </a:pPr>
            <a:r>
              <a:rPr lang="en-US" sz="1600" dirty="0">
                <a:solidFill>
                  <a:srgbClr val="384653"/>
                </a:solidFill>
                <a:latin typeface="Sakkal Majalla" panose="02000000000000000000" pitchFamily="2" charset="-78"/>
                <a:ea typeface="Roboto" pitchFamily="34" charset="-122"/>
                <a:cs typeface="Sakkal Majalla" panose="02000000000000000000" pitchFamily="2" charset="-78"/>
              </a:rPr>
              <a:t>تم اعتماد توجه واضح لتعزيز الحوكمة بحيث تشمل آليات اعتماد المعايير والقرارات المعمارية، وتحديد مسؤوليات المشاركة والاعتماد، بما يضمن رفع جودة القرارات وتقليل التعارض والتكرار في الحلول.</a:t>
            </a:r>
            <a:endParaRPr lang="en-US" sz="160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60924" y="2677320"/>
            <a:ext cx="165298" cy="165298"/>
          </a:xfrm>
          <a:prstGeom prst="rect">
            <a:avLst/>
          </a:prstGeom>
        </p:spPr>
      </p:pic>
      <p:sp>
        <p:nvSpPr>
          <p:cNvPr id="13" name="Shape 8"/>
          <p:cNvSpPr/>
          <p:nvPr/>
        </p:nvSpPr>
        <p:spPr>
          <a:xfrm>
            <a:off x="713482" y="2918620"/>
            <a:ext cx="3512741" cy="19050"/>
          </a:xfrm>
          <a:prstGeom prst="rect">
            <a:avLst/>
          </a:prstGeom>
          <a:solidFill>
            <a:srgbClr val="3D4B58"/>
          </a:solidFill>
          <a:ln/>
        </p:spPr>
        <p:txBody>
          <a:bodyPr/>
          <a:lstStyle/>
          <a:p>
            <a:endParaRPr lang="en-US"/>
          </a:p>
        </p:txBody>
      </p:sp>
      <p:sp>
        <p:nvSpPr>
          <p:cNvPr id="14" name="Text 9"/>
          <p:cNvSpPr/>
          <p:nvPr/>
        </p:nvSpPr>
        <p:spPr>
          <a:xfrm>
            <a:off x="713482" y="3039369"/>
            <a:ext cx="3512741" cy="516930"/>
          </a:xfrm>
          <a:prstGeom prst="rect">
            <a:avLst/>
          </a:prstGeom>
          <a:noFill/>
          <a:ln/>
        </p:spPr>
        <p:txBody>
          <a:bodyPr wrap="square" lIns="0" tIns="0" rIns="0" bIns="0" rtlCol="0" anchor="t"/>
          <a:lstStyle/>
          <a:p>
            <a:pPr algn="r" rtl="1">
              <a:lnSpc>
                <a:spcPts val="2000"/>
              </a:lnSpc>
            </a:pPr>
            <a:r>
              <a:rPr lang="en-US" sz="2000" dirty="0">
                <a:solidFill>
                  <a:srgbClr val="384653"/>
                </a:solidFill>
                <a:latin typeface="Sakkal Majalla" panose="02000000000000000000" pitchFamily="2" charset="-78"/>
                <a:ea typeface="Host Grotesk Medium" pitchFamily="34" charset="-122"/>
                <a:cs typeface="Sakkal Majalla" panose="02000000000000000000" pitchFamily="2" charset="-78"/>
              </a:rPr>
              <a:t>ترسيخ المخرجات القياسية القابلة لإعادة الاستخدام</a:t>
            </a:r>
            <a:endParaRPr lang="en-US" sz="2000" dirty="0"/>
          </a:p>
        </p:txBody>
      </p:sp>
      <p:sp>
        <p:nvSpPr>
          <p:cNvPr id="15" name="Text 10"/>
          <p:cNvSpPr/>
          <p:nvPr/>
        </p:nvSpPr>
        <p:spPr>
          <a:xfrm>
            <a:off x="713482" y="3655517"/>
            <a:ext cx="3512741" cy="1323082"/>
          </a:xfrm>
          <a:prstGeom prst="rect">
            <a:avLst/>
          </a:prstGeom>
          <a:noFill/>
          <a:ln/>
        </p:spPr>
        <p:txBody>
          <a:bodyPr wrap="square" lIns="0" tIns="0" rIns="0" bIns="0" rtlCol="0" anchor="t"/>
          <a:lstStyle/>
          <a:p>
            <a:pPr algn="r" rtl="1">
              <a:lnSpc>
                <a:spcPts val="2083"/>
              </a:lnSpc>
            </a:pPr>
            <a:r>
              <a:rPr lang="en-US" sz="1600" dirty="0">
                <a:solidFill>
                  <a:srgbClr val="384653"/>
                </a:solidFill>
                <a:latin typeface="Sakkal Majalla" panose="02000000000000000000" pitchFamily="2" charset="-78"/>
                <a:ea typeface="Roboto" pitchFamily="34" charset="-122"/>
                <a:cs typeface="Sakkal Majalla" panose="02000000000000000000" pitchFamily="2" charset="-78"/>
              </a:rPr>
              <a:t>تم توجيه الاستراتيجية نحو إنتاج مخرجات قياسية قابلة لإعادة </a:t>
            </a:r>
            <a:r>
              <a:rPr lang="en-US" sz="1600" dirty="0" err="1">
                <a:solidFill>
                  <a:srgbClr val="384653"/>
                </a:solidFill>
                <a:latin typeface="Sakkal Majalla" panose="02000000000000000000" pitchFamily="2" charset="-78"/>
                <a:ea typeface="Roboto" pitchFamily="34" charset="-122"/>
                <a:cs typeface="Sakkal Majalla" panose="02000000000000000000" pitchFamily="2" charset="-78"/>
              </a:rPr>
              <a:t>الاستخدام</a:t>
            </a:r>
            <a:r>
              <a:rPr lang="en-US" sz="1600" dirty="0">
                <a:solidFill>
                  <a:srgbClr val="384653"/>
                </a:solidFill>
                <a:latin typeface="Sakkal Majalla" panose="02000000000000000000" pitchFamily="2" charset="-78"/>
                <a:ea typeface="Roboto" pitchFamily="34" charset="-122"/>
                <a:cs typeface="Sakkal Majalla" panose="02000000000000000000" pitchFamily="2" charset="-78"/>
              </a:rPr>
              <a:t> </a:t>
            </a:r>
            <a:r>
              <a:rPr lang="en-US" sz="1600" dirty="0" err="1">
                <a:solidFill>
                  <a:srgbClr val="384653"/>
                </a:solidFill>
                <a:latin typeface="Sakkal Majalla" panose="02000000000000000000" pitchFamily="2" charset="-78"/>
                <a:ea typeface="Roboto" pitchFamily="34" charset="-122"/>
                <a:cs typeface="Sakkal Majalla" panose="02000000000000000000" pitchFamily="2" charset="-78"/>
              </a:rPr>
              <a:t>مثل</a:t>
            </a:r>
            <a:r>
              <a:rPr lang="en-US" sz="1600" dirty="0">
                <a:solidFill>
                  <a:srgbClr val="384653"/>
                </a:solidFill>
                <a:latin typeface="Sakkal Majalla" panose="02000000000000000000" pitchFamily="2" charset="-78"/>
                <a:ea typeface="Roboto" pitchFamily="34" charset="-122"/>
                <a:cs typeface="Sakkal Majalla" panose="02000000000000000000" pitchFamily="2" charset="-78"/>
              </a:rPr>
              <a:t> المبادئ </a:t>
            </a:r>
            <a:r>
              <a:rPr lang="en-US" sz="1600" dirty="0" err="1">
                <a:solidFill>
                  <a:srgbClr val="384653"/>
                </a:solidFill>
                <a:latin typeface="Sakkal Majalla" panose="02000000000000000000" pitchFamily="2" charset="-78"/>
                <a:ea typeface="Roboto" pitchFamily="34" charset="-122"/>
                <a:cs typeface="Sakkal Majalla" panose="02000000000000000000" pitchFamily="2" charset="-78"/>
              </a:rPr>
              <a:t>والنماذج</a:t>
            </a:r>
            <a:r>
              <a:rPr lang="en-US" sz="1600" dirty="0">
                <a:solidFill>
                  <a:srgbClr val="384653"/>
                </a:solidFill>
                <a:latin typeface="Sakkal Majalla" panose="02000000000000000000" pitchFamily="2" charset="-78"/>
                <a:ea typeface="Roboto" pitchFamily="34" charset="-122"/>
                <a:cs typeface="Sakkal Majalla" panose="02000000000000000000" pitchFamily="2" charset="-78"/>
              </a:rPr>
              <a:t> </a:t>
            </a:r>
            <a:r>
              <a:rPr lang="en-US" sz="1600" dirty="0" err="1">
                <a:solidFill>
                  <a:srgbClr val="384653"/>
                </a:solidFill>
                <a:latin typeface="Sakkal Majalla" panose="02000000000000000000" pitchFamily="2" charset="-78"/>
                <a:ea typeface="Roboto" pitchFamily="34" charset="-122"/>
                <a:cs typeface="Sakkal Majalla" panose="02000000000000000000" pitchFamily="2" charset="-78"/>
              </a:rPr>
              <a:t>والمرجعيات</a:t>
            </a:r>
            <a:r>
              <a:rPr lang="en-US" sz="1600" dirty="0">
                <a:solidFill>
                  <a:srgbClr val="384653"/>
                </a:solidFill>
                <a:latin typeface="Sakkal Majalla" panose="02000000000000000000" pitchFamily="2" charset="-78"/>
                <a:ea typeface="Roboto" pitchFamily="34" charset="-122"/>
                <a:cs typeface="Sakkal Majalla" panose="02000000000000000000" pitchFamily="2" charset="-78"/>
              </a:rPr>
              <a:t> بما يسهم في توحيد التوجهات وتحسين الاتساق وتقليل التكرار، وهو من القيم الجوهرية لبرامج البنية المؤسسية الحكومية المرجعية.</a:t>
            </a:r>
            <a:endParaRPr lang="en-US" sz="1600" dirty="0"/>
          </a:p>
        </p:txBody>
      </p:sp>
      <p:sp>
        <p:nvSpPr>
          <p:cNvPr id="16" name="Title 15">
            <a:extLst>
              <a:ext uri="{FF2B5EF4-FFF2-40B4-BE49-F238E27FC236}">
                <a16:creationId xmlns:a16="http://schemas.microsoft.com/office/drawing/2014/main" id="{A4A4C121-9046-AE86-3051-072B849B516E}"/>
              </a:ext>
            </a:extLst>
          </p:cNvPr>
          <p:cNvSpPr>
            <a:spLocks noGrp="1"/>
          </p:cNvSpPr>
          <p:nvPr>
            <p:ph type="title"/>
          </p:nvPr>
        </p:nvSpPr>
        <p:spPr/>
        <p:txBody>
          <a:bodyPr/>
          <a:lstStyle/>
          <a:p>
            <a:r>
              <a:rPr lang="ar-SA" dirty="0"/>
              <a:t>كيف انعكست المقارنة على بناء الاستراتيجية الحالية</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509963" y="2120901"/>
            <a:ext cx="2429868" cy="258465"/>
          </a:xfrm>
          <a:prstGeom prst="rect">
            <a:avLst/>
          </a:prstGeom>
          <a:noFill/>
          <a:ln/>
        </p:spPr>
        <p:txBody>
          <a:bodyPr wrap="none" lIns="0" tIns="0" rIns="0" bIns="0" rtlCol="0" anchor="t"/>
          <a:lstStyle/>
          <a:p>
            <a:pPr algn="r" rtl="1">
              <a:lnSpc>
                <a:spcPts val="2000"/>
              </a:lnSpc>
            </a:pPr>
            <a:r>
              <a:rPr lang="en-US" sz="2400" dirty="0">
                <a:solidFill>
                  <a:srgbClr val="2E3C4E"/>
                </a:solidFill>
                <a:latin typeface="Sakkal Majalla" panose="02000000000000000000" pitchFamily="2" charset="-78"/>
                <a:ea typeface="Host Grotesk Medium" pitchFamily="34" charset="-122"/>
                <a:cs typeface="Sakkal Majalla" panose="02000000000000000000" pitchFamily="2" charset="-78"/>
              </a:rPr>
              <a:t>تضمين القياس وإثبات القيمة</a:t>
            </a:r>
            <a:endParaRPr lang="en-US" sz="2400" dirty="0"/>
          </a:p>
        </p:txBody>
      </p:sp>
      <p:sp>
        <p:nvSpPr>
          <p:cNvPr id="3" name="Text 1"/>
          <p:cNvSpPr/>
          <p:nvPr/>
        </p:nvSpPr>
        <p:spPr>
          <a:xfrm>
            <a:off x="707034" y="2544665"/>
            <a:ext cx="5232797" cy="793849"/>
          </a:xfrm>
          <a:prstGeom prst="rect">
            <a:avLst/>
          </a:prstGeom>
          <a:noFill/>
          <a:ln/>
        </p:spPr>
        <p:txBody>
          <a:bodyPr wrap="square" lIns="0" tIns="0" rIns="0" bIns="0" rtlCol="0" anchor="t"/>
          <a:lstStyle/>
          <a:p>
            <a:pPr algn="r" rtl="1">
              <a:lnSpc>
                <a:spcPts val="2083"/>
              </a:lnSpc>
            </a:pPr>
            <a:r>
              <a:rPr lang="en-US" dirty="0">
                <a:solidFill>
                  <a:srgbClr val="384653"/>
                </a:solidFill>
                <a:latin typeface="Sakkal Majalla" panose="02000000000000000000" pitchFamily="2" charset="-78"/>
                <a:ea typeface="Roboto" pitchFamily="34" charset="-122"/>
                <a:cs typeface="Sakkal Majalla" panose="02000000000000000000" pitchFamily="2" charset="-78"/>
              </a:rPr>
              <a:t>تمت مراعاة أن نجاح البنية المؤسسية يجب أن يكون قابلًا للقياس عبر مؤشرات ترتبط بكفاءة الخدمة والامتثال وإعادة الاستخدام وجودة القرار، بما يضمن تتبع الأثر والتحسين المستمر.</a:t>
            </a:r>
            <a:endParaRPr lang="en-US" dirty="0"/>
          </a:p>
        </p:txBody>
      </p:sp>
      <p:sp>
        <p:nvSpPr>
          <p:cNvPr id="4" name="Text 2"/>
          <p:cNvSpPr/>
          <p:nvPr/>
        </p:nvSpPr>
        <p:spPr>
          <a:xfrm>
            <a:off x="9033074" y="2120901"/>
            <a:ext cx="2549327" cy="258465"/>
          </a:xfrm>
          <a:prstGeom prst="rect">
            <a:avLst/>
          </a:prstGeom>
          <a:noFill/>
          <a:ln/>
        </p:spPr>
        <p:txBody>
          <a:bodyPr wrap="none" lIns="0" tIns="0" rIns="0" bIns="0" rtlCol="0" anchor="t"/>
          <a:lstStyle/>
          <a:p>
            <a:pPr algn="r" rtl="1">
              <a:lnSpc>
                <a:spcPts val="2000"/>
              </a:lnSpc>
            </a:pPr>
            <a:r>
              <a:rPr lang="en-US" sz="2400" dirty="0">
                <a:solidFill>
                  <a:srgbClr val="2E3C4E"/>
                </a:solidFill>
                <a:latin typeface="Sakkal Majalla" panose="02000000000000000000" pitchFamily="2" charset="-78"/>
                <a:ea typeface="Host Grotesk Medium" pitchFamily="34" charset="-122"/>
                <a:cs typeface="Sakkal Majalla" panose="02000000000000000000" pitchFamily="2" charset="-78"/>
              </a:rPr>
              <a:t>دعم التبني والتواصل المؤسسي</a:t>
            </a:r>
            <a:endParaRPr lang="en-US" sz="2400" dirty="0"/>
          </a:p>
        </p:txBody>
      </p:sp>
      <p:sp>
        <p:nvSpPr>
          <p:cNvPr id="5" name="Text 3"/>
          <p:cNvSpPr/>
          <p:nvPr/>
        </p:nvSpPr>
        <p:spPr>
          <a:xfrm>
            <a:off x="6349604" y="2544665"/>
            <a:ext cx="5232797" cy="793849"/>
          </a:xfrm>
          <a:prstGeom prst="rect">
            <a:avLst/>
          </a:prstGeom>
          <a:noFill/>
          <a:ln/>
        </p:spPr>
        <p:txBody>
          <a:bodyPr wrap="square" lIns="0" tIns="0" rIns="0" bIns="0" rtlCol="0" anchor="t"/>
          <a:lstStyle/>
          <a:p>
            <a:pPr algn="r" rtl="1">
              <a:lnSpc>
                <a:spcPts val="2083"/>
              </a:lnSpc>
            </a:pPr>
            <a:r>
              <a:rPr lang="en-US" dirty="0">
                <a:solidFill>
                  <a:srgbClr val="384653"/>
                </a:solidFill>
                <a:latin typeface="Sakkal Majalla" panose="02000000000000000000" pitchFamily="2" charset="-78"/>
                <a:ea typeface="Roboto" pitchFamily="34" charset="-122"/>
                <a:cs typeface="Sakkal Majalla" panose="02000000000000000000" pitchFamily="2" charset="-78"/>
              </a:rPr>
              <a:t>تم التأكيد على نهج تشاركي </a:t>
            </a:r>
            <a:r>
              <a:rPr lang="en-US" b="1" dirty="0">
                <a:solidFill>
                  <a:srgbClr val="384653"/>
                </a:solidFill>
                <a:latin typeface="Sakkal Majalla" panose="02000000000000000000" pitchFamily="2" charset="-78"/>
                <a:ea typeface="Roboto" pitchFamily="34" charset="-122"/>
                <a:cs typeface="Sakkal Majalla" panose="02000000000000000000" pitchFamily="2" charset="-78"/>
              </a:rPr>
              <a:t>"Business-first"</a:t>
            </a:r>
            <a:r>
              <a:rPr lang="en-US" dirty="0">
                <a:solidFill>
                  <a:srgbClr val="384653"/>
                </a:solidFill>
                <a:latin typeface="Sakkal Majalla" panose="02000000000000000000" pitchFamily="2" charset="-78"/>
                <a:ea typeface="Roboto" pitchFamily="34" charset="-122"/>
                <a:cs typeface="Sakkal Majalla" panose="02000000000000000000" pitchFamily="2" charset="-78"/>
              </a:rPr>
              <a:t> في تفعيل الممارسة ورفع التبنّي، عبر قنوات تواصل وتوعية وآليات تعاون مع أصحاب العلاقة لضمان تحويل التوجيهات إلى تطبيق فعلي داخل الأعمال.</a:t>
            </a:r>
            <a:endParaRPr lang="en-US" dirty="0"/>
          </a:p>
        </p:txBody>
      </p:sp>
      <p:sp>
        <p:nvSpPr>
          <p:cNvPr id="6" name="Title 5">
            <a:extLst>
              <a:ext uri="{FF2B5EF4-FFF2-40B4-BE49-F238E27FC236}">
                <a16:creationId xmlns:a16="http://schemas.microsoft.com/office/drawing/2014/main" id="{0B5B8318-CE79-3B26-8B22-FE343A31C315}"/>
              </a:ext>
            </a:extLst>
          </p:cNvPr>
          <p:cNvSpPr>
            <a:spLocks noGrp="1"/>
          </p:cNvSpPr>
          <p:nvPr>
            <p:ph type="title"/>
          </p:nvPr>
        </p:nvSpPr>
        <p:spPr/>
        <p:txBody>
          <a:bodyPr/>
          <a:lstStyle/>
          <a:p>
            <a:r>
              <a:rPr lang="ar-SA" dirty="0"/>
              <a:t>كيف انعكست المقارنة على بناء الاستراتيجية الحالية</a:t>
            </a:r>
            <a:endParaRPr lang="en-US" dirty="0"/>
          </a:p>
        </p:txBody>
      </p:sp>
      <p:sp>
        <p:nvSpPr>
          <p:cNvPr id="7" name="Text 1">
            <a:extLst>
              <a:ext uri="{FF2B5EF4-FFF2-40B4-BE49-F238E27FC236}">
                <a16:creationId xmlns:a16="http://schemas.microsoft.com/office/drawing/2014/main" id="{68E30B3A-C386-67D1-D637-9E91338502A1}"/>
              </a:ext>
            </a:extLst>
          </p:cNvPr>
          <p:cNvSpPr/>
          <p:nvPr/>
        </p:nvSpPr>
        <p:spPr>
          <a:xfrm>
            <a:off x="655141" y="4232077"/>
            <a:ext cx="10620970" cy="992386"/>
          </a:xfrm>
          <a:prstGeom prst="rect">
            <a:avLst/>
          </a:prstGeom>
          <a:noFill/>
          <a:ln/>
        </p:spPr>
        <p:txBody>
          <a:bodyPr wrap="square" lIns="0" tIns="0" rIns="0" bIns="0" rtlCol="0" anchor="t"/>
          <a:lstStyle/>
          <a:p>
            <a:pPr algn="r" rtl="1">
              <a:lnSpc>
                <a:spcPts val="2583"/>
              </a:lnSpc>
            </a:pPr>
            <a:r>
              <a:rPr lang="en-US" sz="2400" dirty="0">
                <a:solidFill>
                  <a:srgbClr val="384653"/>
                </a:solidFill>
                <a:latin typeface="Sakkal Majalla" panose="02000000000000000000" pitchFamily="2" charset="-78"/>
                <a:ea typeface="Roboto" pitchFamily="34" charset="-122"/>
                <a:cs typeface="Sakkal Majalla" panose="02000000000000000000" pitchFamily="2" charset="-78"/>
              </a:rPr>
              <a:t>وبناءً على ما سبق، تؤكد هذه الاستراتيجية أنها استندت إلى مقارنة معيارية مع نموذج حكومي مرجعي (WaTech) للاستفادة من أفضل الممارسات في تشغيل وحوكمة وقياس مخرجات البنية المؤسسية، وتمت مواءمة هذه الممارسات مع سياق الجهة واحتياجاتها لضمان بناء استراتيجية عملية قابلة للتنفيذ والتحسين المستمر.</a:t>
            </a:r>
            <a:endParaRPr lang="en-US" sz="2400" dirty="0"/>
          </a:p>
        </p:txBody>
      </p:sp>
      <p:sp>
        <p:nvSpPr>
          <p:cNvPr id="8" name="Shape 2">
            <a:extLst>
              <a:ext uri="{FF2B5EF4-FFF2-40B4-BE49-F238E27FC236}">
                <a16:creationId xmlns:a16="http://schemas.microsoft.com/office/drawing/2014/main" id="{1D8D80AB-DBFC-1335-3630-B44B4785B706}"/>
              </a:ext>
            </a:extLst>
          </p:cNvPr>
          <p:cNvSpPr/>
          <p:nvPr/>
        </p:nvSpPr>
        <p:spPr>
          <a:xfrm>
            <a:off x="11505107" y="4046042"/>
            <a:ext cx="19050" cy="1364457"/>
          </a:xfrm>
          <a:prstGeom prst="rect">
            <a:avLst/>
          </a:prstGeom>
          <a:solidFill>
            <a:srgbClr val="3D4B58"/>
          </a:solidFill>
          <a:ln/>
        </p:spPr>
        <p:txBody>
          <a:bodyPr/>
          <a:lstStyle/>
          <a:p>
            <a:endParaRPr lang="en-US" sz="2000"/>
          </a:p>
        </p:txBody>
      </p:sp>
    </p:spTree>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ar-EG" dirty="0"/>
              <a:t>المدخلات لإستراتيجية البنية المؤسسية</a:t>
            </a:r>
          </a:p>
        </p:txBody>
      </p:sp>
      <p:sp>
        <p:nvSpPr>
          <p:cNvPr id="4" name="Text Placeholder 3"/>
          <p:cNvSpPr>
            <a:spLocks noGrp="1"/>
          </p:cNvSpPr>
          <p:nvPr>
            <p:ph type="body" sz="quarter" idx="14"/>
          </p:nvPr>
        </p:nvSpPr>
        <p:spPr/>
        <p:txBody>
          <a:bodyPr/>
          <a:lstStyle/>
          <a:p>
            <a:r>
              <a:rPr lang="ar-EG" dirty="0"/>
              <a:t>03</a:t>
            </a:r>
            <a:endParaRPr lang="en-US" dirty="0"/>
          </a:p>
        </p:txBody>
      </p:sp>
    </p:spTree>
    <p:extLst>
      <p:ext uri="{BB962C8B-B14F-4D97-AF65-F5344CB8AC3E}">
        <p14:creationId xmlns:p14="http://schemas.microsoft.com/office/powerpoint/2010/main" val="2676362537"/>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Content Placeholder 7">
            <a:extLst>
              <a:ext uri="{FF2B5EF4-FFF2-40B4-BE49-F238E27FC236}">
                <a16:creationId xmlns:a16="http://schemas.microsoft.com/office/drawing/2014/main" id="{0A12B160-96FF-BF99-8FF2-B4199D758945}"/>
              </a:ext>
            </a:extLst>
          </p:cNvPr>
          <p:cNvSpPr txBox="1">
            <a:spLocks/>
          </p:cNvSpPr>
          <p:nvPr/>
        </p:nvSpPr>
        <p:spPr>
          <a:xfrm>
            <a:off x="609600" y="1341176"/>
            <a:ext cx="10972800" cy="397369"/>
          </a:xfrm>
          <a:prstGeom prst="rect">
            <a:avLst/>
          </a:prstGeom>
        </p:spPr>
        <p:txBody>
          <a:bodyPr vert="horz" lIns="91440" tIns="45720" rIns="91440" bIns="45720" rtlCol="0" anchor="ctr" anchorCtr="0">
            <a:noAutofit/>
          </a:bodyPr>
          <a:lst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lang="en-US" sz="2000" kern="1200" dirty="0">
                <a:solidFill>
                  <a:schemeClr val="accent3"/>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lang="en-US" sz="1800" kern="1200" dirty="0">
                <a:solidFill>
                  <a:schemeClr val="accent3"/>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lang="en-US" sz="1600" kern="1200" dirty="0">
                <a:solidFill>
                  <a:schemeClr val="accent3"/>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lang="en-US" sz="1400" kern="1200" dirty="0">
                <a:solidFill>
                  <a:schemeClr val="accent3"/>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lang="en-US" sz="1400" kern="1200" dirty="0">
                <a:solidFill>
                  <a:schemeClr val="accent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0"/>
              </a:spcBef>
              <a:spcAft>
                <a:spcPts val="0"/>
              </a:spcAft>
            </a:pPr>
            <a:r>
              <a:rPr lang="ar-SA" dirty="0">
                <a:solidFill>
                  <a:schemeClr val="tx1">
                    <a:lumMod val="85000"/>
                    <a:lumOff val="15000"/>
                  </a:schemeClr>
                </a:solidFill>
                <a:latin typeface="Sakkal Majalla" panose="02000000000000000000" pitchFamily="2" charset="-78"/>
                <a:cs typeface="Sakkal Majalla" panose="02000000000000000000" pitchFamily="2" charset="-78"/>
              </a:rPr>
              <a:t>تم أخذ المدخلات الرئيسية التالية في الاعتبار عند تقييم الوضع الراهن لبناء الاستراتيجية، وذلك لفهم الجوانب الخاصة بالجهة لتفعيل ممارسة البنية المؤسسية ولتحديد نقاط الضعف الواجب تحسينها في تبني ممارسة البنية المؤسسية: </a:t>
            </a:r>
          </a:p>
        </p:txBody>
      </p:sp>
      <p:grpSp>
        <p:nvGrpSpPr>
          <p:cNvPr id="3" name="Group 2">
            <a:extLst>
              <a:ext uri="{FF2B5EF4-FFF2-40B4-BE49-F238E27FC236}">
                <a16:creationId xmlns:a16="http://schemas.microsoft.com/office/drawing/2014/main" id="{3D6E3B84-0741-3289-D592-E33CED3B2FA0}"/>
              </a:ext>
            </a:extLst>
          </p:cNvPr>
          <p:cNvGrpSpPr/>
          <p:nvPr/>
        </p:nvGrpSpPr>
        <p:grpSpPr>
          <a:xfrm rot="5400000">
            <a:off x="2965038" y="3483636"/>
            <a:ext cx="980217" cy="1039371"/>
            <a:chOff x="10965815" y="2955606"/>
            <a:chExt cx="257812" cy="273370"/>
          </a:xfrm>
          <a:solidFill>
            <a:schemeClr val="bg1">
              <a:lumMod val="95000"/>
            </a:schemeClr>
          </a:solidFill>
        </p:grpSpPr>
        <p:sp>
          <p:nvSpPr>
            <p:cNvPr id="4" name="Chevron 6">
              <a:extLst>
                <a:ext uri="{FF2B5EF4-FFF2-40B4-BE49-F238E27FC236}">
                  <a16:creationId xmlns:a16="http://schemas.microsoft.com/office/drawing/2014/main" id="{17F3A805-AE5A-E81B-0FA0-CB93225AD490}"/>
                </a:ext>
              </a:extLst>
            </p:cNvPr>
            <p:cNvSpPr/>
            <p:nvPr/>
          </p:nvSpPr>
          <p:spPr>
            <a:xfrm rot="5400000">
              <a:off x="11026140" y="2932746"/>
              <a:ext cx="137160" cy="18288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Sakkal Majalla" panose="02000000000000000000" pitchFamily="2" charset="-78"/>
                <a:cs typeface="Sakkal Majalla" panose="02000000000000000000" pitchFamily="2" charset="-78"/>
              </a:endParaRPr>
            </a:p>
          </p:txBody>
        </p:sp>
        <p:sp>
          <p:nvSpPr>
            <p:cNvPr id="5" name="Chevron 7">
              <a:extLst>
                <a:ext uri="{FF2B5EF4-FFF2-40B4-BE49-F238E27FC236}">
                  <a16:creationId xmlns:a16="http://schemas.microsoft.com/office/drawing/2014/main" id="{8F5FA66C-DAC3-E000-2453-4DDA54289A51}"/>
                </a:ext>
              </a:extLst>
            </p:cNvPr>
            <p:cNvSpPr/>
            <p:nvPr/>
          </p:nvSpPr>
          <p:spPr>
            <a:xfrm rot="5400000">
              <a:off x="10998041" y="3003391"/>
              <a:ext cx="193359" cy="257812"/>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Sakkal Majalla" panose="02000000000000000000" pitchFamily="2" charset="-78"/>
                <a:cs typeface="Sakkal Majalla" panose="02000000000000000000" pitchFamily="2" charset="-78"/>
              </a:endParaRPr>
            </a:p>
          </p:txBody>
        </p:sp>
      </p:grpSp>
      <p:sp>
        <p:nvSpPr>
          <p:cNvPr id="6" name="Freeform 8">
            <a:extLst>
              <a:ext uri="{FF2B5EF4-FFF2-40B4-BE49-F238E27FC236}">
                <a16:creationId xmlns:a16="http://schemas.microsoft.com/office/drawing/2014/main" id="{AE09EC45-3CA0-6B9D-EA3B-50FEB61F51B0}"/>
              </a:ext>
            </a:extLst>
          </p:cNvPr>
          <p:cNvSpPr/>
          <p:nvPr/>
        </p:nvSpPr>
        <p:spPr>
          <a:xfrm rot="5400000">
            <a:off x="929193" y="2960336"/>
            <a:ext cx="2085963" cy="2085967"/>
          </a:xfrm>
          <a:custGeom>
            <a:avLst/>
            <a:gdLst>
              <a:gd name="connsiteX0" fmla="*/ 382414 w 548640"/>
              <a:gd name="connsiteY0" fmla="*/ 22272 h 548640"/>
              <a:gd name="connsiteX1" fmla="*/ 427695 w 548640"/>
              <a:gd name="connsiteY1" fmla="*/ 46850 h 548640"/>
              <a:gd name="connsiteX2" fmla="*/ 548640 w 548640"/>
              <a:gd name="connsiteY2" fmla="*/ 274320 h 548640"/>
              <a:gd name="connsiteX3" fmla="*/ 274320 w 548640"/>
              <a:gd name="connsiteY3" fmla="*/ 548640 h 548640"/>
              <a:gd name="connsiteX4" fmla="*/ 0 w 548640"/>
              <a:gd name="connsiteY4" fmla="*/ 274320 h 548640"/>
              <a:gd name="connsiteX5" fmla="*/ 120945 w 548640"/>
              <a:gd name="connsiteY5" fmla="*/ 46850 h 548640"/>
              <a:gd name="connsiteX6" fmla="*/ 166226 w 548640"/>
              <a:gd name="connsiteY6" fmla="*/ 22272 h 548640"/>
              <a:gd name="connsiteX7" fmla="*/ 274320 w 548640"/>
              <a:gd name="connsiteY7" fmla="*/ 103342 h 548640"/>
              <a:gd name="connsiteX8" fmla="*/ 274320 w 548640"/>
              <a:gd name="connsiteY8" fmla="*/ 0 h 548640"/>
              <a:gd name="connsiteX9" fmla="*/ 282151 w 548640"/>
              <a:gd name="connsiteY9" fmla="*/ 790 h 548640"/>
              <a:gd name="connsiteX10" fmla="*/ 274320 w 548640"/>
              <a:gd name="connsiteY10" fmla="*/ 6663 h 548640"/>
              <a:gd name="connsiteX11" fmla="*/ 266489 w 548640"/>
              <a:gd name="connsiteY11" fmla="*/ 790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8640" h="548640">
                <a:moveTo>
                  <a:pt x="382414" y="22272"/>
                </a:moveTo>
                <a:lnTo>
                  <a:pt x="427695" y="46850"/>
                </a:lnTo>
                <a:cubicBezTo>
                  <a:pt x="500665" y="96147"/>
                  <a:pt x="548640" y="179631"/>
                  <a:pt x="548640" y="274320"/>
                </a:cubicBezTo>
                <a:cubicBezTo>
                  <a:pt x="548640" y="425823"/>
                  <a:pt x="425823" y="548640"/>
                  <a:pt x="274320" y="548640"/>
                </a:cubicBezTo>
                <a:cubicBezTo>
                  <a:pt x="122817" y="548640"/>
                  <a:pt x="0" y="425823"/>
                  <a:pt x="0" y="274320"/>
                </a:cubicBezTo>
                <a:cubicBezTo>
                  <a:pt x="0" y="179631"/>
                  <a:pt x="47975" y="96147"/>
                  <a:pt x="120945" y="46850"/>
                </a:cubicBezTo>
                <a:lnTo>
                  <a:pt x="166226" y="22272"/>
                </a:lnTo>
                <a:lnTo>
                  <a:pt x="274320" y="103342"/>
                </a:lnTo>
                <a:close/>
                <a:moveTo>
                  <a:pt x="274320" y="0"/>
                </a:moveTo>
                <a:lnTo>
                  <a:pt x="282151" y="790"/>
                </a:lnTo>
                <a:lnTo>
                  <a:pt x="274320" y="6663"/>
                </a:lnTo>
                <a:lnTo>
                  <a:pt x="266489" y="790"/>
                </a:lnTo>
                <a:close/>
              </a:path>
            </a:pathLst>
          </a:custGeom>
          <a:solidFill>
            <a:schemeClr val="bg1"/>
          </a:solidFill>
          <a:ln>
            <a:noFill/>
          </a:ln>
          <a:effectLst>
            <a:outerShdw blurRad="63500" sx="101000" sy="101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7" name="Freeform 29">
            <a:extLst>
              <a:ext uri="{FF2B5EF4-FFF2-40B4-BE49-F238E27FC236}">
                <a16:creationId xmlns:a16="http://schemas.microsoft.com/office/drawing/2014/main" id="{10720A91-5459-ECA1-4BAF-F016678DFE48}"/>
              </a:ext>
            </a:extLst>
          </p:cNvPr>
          <p:cNvSpPr/>
          <p:nvPr/>
        </p:nvSpPr>
        <p:spPr>
          <a:xfrm rot="5400000">
            <a:off x="5524295" y="360285"/>
            <a:ext cx="4280158" cy="7196869"/>
          </a:xfrm>
          <a:custGeom>
            <a:avLst/>
            <a:gdLst>
              <a:gd name="connsiteX0" fmla="*/ 0 w 4610105"/>
              <a:gd name="connsiteY0" fmla="*/ 2876551 h 7564293"/>
              <a:gd name="connsiteX1" fmla="*/ 1 w 4610105"/>
              <a:gd name="connsiteY1" fmla="*/ 0 h 7564293"/>
              <a:gd name="connsiteX2" fmla="*/ 4610105 w 4610105"/>
              <a:gd name="connsiteY2" fmla="*/ 0 h 7564293"/>
              <a:gd name="connsiteX3" fmla="*/ 4610105 w 4610105"/>
              <a:gd name="connsiteY3" fmla="*/ 2876551 h 7564293"/>
              <a:gd name="connsiteX4" fmla="*/ 4610104 w 4610105"/>
              <a:gd name="connsiteY4" fmla="*/ 2876551 h 7564293"/>
              <a:gd name="connsiteX5" fmla="*/ 4610103 w 4610105"/>
              <a:gd name="connsiteY5" fmla="*/ 7284716 h 7564293"/>
              <a:gd name="connsiteX6" fmla="*/ 2748254 w 4610105"/>
              <a:gd name="connsiteY6" fmla="*/ 7284716 h 7564293"/>
              <a:gd name="connsiteX7" fmla="*/ 2711030 w 4610105"/>
              <a:gd name="connsiteY7" fmla="*/ 7303772 h 7564293"/>
              <a:gd name="connsiteX8" fmla="*/ 2305054 w 4610105"/>
              <a:gd name="connsiteY8" fmla="*/ 7564293 h 7564293"/>
              <a:gd name="connsiteX9" fmla="*/ 1899077 w 4610105"/>
              <a:gd name="connsiteY9" fmla="*/ 7303772 h 7564293"/>
              <a:gd name="connsiteX10" fmla="*/ 1861854 w 4610105"/>
              <a:gd name="connsiteY10" fmla="*/ 7284716 h 7564293"/>
              <a:gd name="connsiteX11" fmla="*/ 4 w 4610105"/>
              <a:gd name="connsiteY11" fmla="*/ 7284716 h 7564293"/>
              <a:gd name="connsiteX12" fmla="*/ 4 w 4610105"/>
              <a:gd name="connsiteY12" fmla="*/ 2876551 h 75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610105" h="7564293">
                <a:moveTo>
                  <a:pt x="0" y="2876551"/>
                </a:moveTo>
                <a:lnTo>
                  <a:pt x="1" y="0"/>
                </a:lnTo>
                <a:lnTo>
                  <a:pt x="4610105" y="0"/>
                </a:lnTo>
                <a:lnTo>
                  <a:pt x="4610105" y="2876551"/>
                </a:lnTo>
                <a:lnTo>
                  <a:pt x="4610104" y="2876551"/>
                </a:lnTo>
                <a:lnTo>
                  <a:pt x="4610103" y="7284716"/>
                </a:lnTo>
                <a:lnTo>
                  <a:pt x="2748254" y="7284716"/>
                </a:lnTo>
                <a:lnTo>
                  <a:pt x="2711030" y="7303772"/>
                </a:lnTo>
                <a:lnTo>
                  <a:pt x="2305054" y="7564293"/>
                </a:lnTo>
                <a:lnTo>
                  <a:pt x="1899077" y="7303772"/>
                </a:lnTo>
                <a:lnTo>
                  <a:pt x="1861854" y="7284716"/>
                </a:lnTo>
                <a:lnTo>
                  <a:pt x="4" y="7284716"/>
                </a:lnTo>
                <a:lnTo>
                  <a:pt x="4" y="2876551"/>
                </a:lnTo>
                <a:close/>
              </a:path>
            </a:pathLst>
          </a:cu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Sakkal Majalla" panose="02000000000000000000" pitchFamily="2" charset="-78"/>
              <a:cs typeface="Sakkal Majalla" panose="02000000000000000000" pitchFamily="2" charset="-78"/>
            </a:endParaRPr>
          </a:p>
        </p:txBody>
      </p:sp>
      <p:sp>
        <p:nvSpPr>
          <p:cNvPr id="8" name="Oval 7">
            <a:extLst>
              <a:ext uri="{FF2B5EF4-FFF2-40B4-BE49-F238E27FC236}">
                <a16:creationId xmlns:a16="http://schemas.microsoft.com/office/drawing/2014/main" id="{6F6231B1-9805-441F-F026-4ACE48B82B80}"/>
              </a:ext>
            </a:extLst>
          </p:cNvPr>
          <p:cNvSpPr/>
          <p:nvPr/>
        </p:nvSpPr>
        <p:spPr>
          <a:xfrm>
            <a:off x="1202141" y="3305583"/>
            <a:ext cx="1371600" cy="137160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80000"/>
              </a:lnSpc>
            </a:pPr>
            <a:r>
              <a:rPr lang="ar-SA" sz="2000" b="1" dirty="0">
                <a:solidFill>
                  <a:schemeClr val="bg1"/>
                </a:solidFill>
                <a:latin typeface="Sakkal Majalla" panose="02000000000000000000" pitchFamily="2" charset="-78"/>
                <a:cs typeface="Sakkal Majalla" panose="02000000000000000000" pitchFamily="2" charset="-78"/>
              </a:rPr>
              <a:t>استراتيجية </a:t>
            </a:r>
            <a:r>
              <a:rPr lang="ar-EG" sz="2000" b="1" dirty="0">
                <a:solidFill>
                  <a:schemeClr val="bg1"/>
                </a:solidFill>
                <a:latin typeface="Sakkal Majalla" panose="02000000000000000000" pitchFamily="2" charset="-78"/>
                <a:cs typeface="Sakkal Majalla" panose="02000000000000000000" pitchFamily="2" charset="-78"/>
              </a:rPr>
              <a:t>البنية المؤسسية</a:t>
            </a:r>
          </a:p>
          <a:p>
            <a:pPr algn="ctr"/>
            <a:r>
              <a:rPr lang="ar-EG" sz="1200" dirty="0">
                <a:solidFill>
                  <a:schemeClr val="bg1"/>
                </a:solidFill>
                <a:latin typeface="Sakkal Majalla" panose="02000000000000000000" pitchFamily="2" charset="-78"/>
                <a:cs typeface="Sakkal Majalla" panose="02000000000000000000" pitchFamily="2" charset="-78"/>
              </a:rPr>
              <a:t>(2028-2026م)</a:t>
            </a:r>
            <a:endParaRPr lang="ar-EG" sz="1200" b="1" dirty="0">
              <a:solidFill>
                <a:schemeClr val="bg1"/>
              </a:solidFill>
              <a:latin typeface="Sakkal Majalla" panose="02000000000000000000" pitchFamily="2" charset="-78"/>
              <a:cs typeface="Sakkal Majalla" panose="02000000000000000000" pitchFamily="2" charset="-78"/>
            </a:endParaRPr>
          </a:p>
        </p:txBody>
      </p:sp>
      <p:grpSp>
        <p:nvGrpSpPr>
          <p:cNvPr id="9" name="Group 8">
            <a:extLst>
              <a:ext uri="{FF2B5EF4-FFF2-40B4-BE49-F238E27FC236}">
                <a16:creationId xmlns:a16="http://schemas.microsoft.com/office/drawing/2014/main" id="{343764A5-3059-EE89-FE5D-B1C7F3FEE589}"/>
              </a:ext>
            </a:extLst>
          </p:cNvPr>
          <p:cNvGrpSpPr/>
          <p:nvPr/>
        </p:nvGrpSpPr>
        <p:grpSpPr>
          <a:xfrm>
            <a:off x="7477447" y="3850155"/>
            <a:ext cx="638607" cy="529515"/>
            <a:chOff x="7451504" y="3371849"/>
            <a:chExt cx="685800" cy="685800"/>
          </a:xfrm>
          <a:solidFill>
            <a:schemeClr val="accent2"/>
          </a:solidFill>
        </p:grpSpPr>
        <p:sp>
          <p:nvSpPr>
            <p:cNvPr id="10" name="Rectangle 9">
              <a:extLst>
                <a:ext uri="{FF2B5EF4-FFF2-40B4-BE49-F238E27FC236}">
                  <a16:creationId xmlns:a16="http://schemas.microsoft.com/office/drawing/2014/main" id="{6D5B2A54-B59E-06BA-56B3-21955A2B5554}"/>
                </a:ext>
              </a:extLst>
            </p:cNvPr>
            <p:cNvSpPr/>
            <p:nvPr/>
          </p:nvSpPr>
          <p:spPr>
            <a:xfrm>
              <a:off x="7689248" y="3371849"/>
              <a:ext cx="210312" cy="6858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Sakkal Majalla" panose="02000000000000000000" pitchFamily="2" charset="-78"/>
                <a:cs typeface="Sakkal Majalla" panose="02000000000000000000" pitchFamily="2" charset="-78"/>
              </a:endParaRPr>
            </a:p>
          </p:txBody>
        </p:sp>
        <p:sp>
          <p:nvSpPr>
            <p:cNvPr id="11" name="Rectangle 10">
              <a:extLst>
                <a:ext uri="{FF2B5EF4-FFF2-40B4-BE49-F238E27FC236}">
                  <a16:creationId xmlns:a16="http://schemas.microsoft.com/office/drawing/2014/main" id="{BB201D89-662B-F01B-DCE2-7541173E7847}"/>
                </a:ext>
              </a:extLst>
            </p:cNvPr>
            <p:cNvSpPr/>
            <p:nvPr/>
          </p:nvSpPr>
          <p:spPr>
            <a:xfrm rot="16200000">
              <a:off x="7689628" y="3371849"/>
              <a:ext cx="209552" cy="6858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Sakkal Majalla" panose="02000000000000000000" pitchFamily="2" charset="-78"/>
                <a:cs typeface="Sakkal Majalla" panose="02000000000000000000" pitchFamily="2" charset="-78"/>
              </a:endParaRPr>
            </a:p>
          </p:txBody>
        </p:sp>
      </p:grpSp>
      <p:grpSp>
        <p:nvGrpSpPr>
          <p:cNvPr id="18" name="Group 17">
            <a:extLst>
              <a:ext uri="{FF2B5EF4-FFF2-40B4-BE49-F238E27FC236}">
                <a16:creationId xmlns:a16="http://schemas.microsoft.com/office/drawing/2014/main" id="{3095BC85-7ABC-8471-59CC-1DF3B83EB33D}"/>
              </a:ext>
            </a:extLst>
          </p:cNvPr>
          <p:cNvGrpSpPr/>
          <p:nvPr/>
        </p:nvGrpSpPr>
        <p:grpSpPr>
          <a:xfrm>
            <a:off x="3571091" y="3871677"/>
            <a:ext cx="108266" cy="263419"/>
            <a:chOff x="3480100" y="3704298"/>
            <a:chExt cx="108266" cy="263419"/>
          </a:xfrm>
        </p:grpSpPr>
        <p:cxnSp>
          <p:nvCxnSpPr>
            <p:cNvPr id="19" name="Straight Connector 18">
              <a:extLst>
                <a:ext uri="{FF2B5EF4-FFF2-40B4-BE49-F238E27FC236}">
                  <a16:creationId xmlns:a16="http://schemas.microsoft.com/office/drawing/2014/main" id="{D6D89E5C-5915-464E-38C0-18A62DF84095}"/>
                </a:ext>
              </a:extLst>
            </p:cNvPr>
            <p:cNvCxnSpPr/>
            <p:nvPr/>
          </p:nvCxnSpPr>
          <p:spPr>
            <a:xfrm flipH="1">
              <a:off x="3480100" y="3704298"/>
              <a:ext cx="108266" cy="148432"/>
            </a:xfrm>
            <a:prstGeom prst="line">
              <a:avLst/>
            </a:prstGeom>
            <a:ln w="19050">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9F4A299-BA81-22DB-1FDB-99F826A4298F}"/>
                </a:ext>
              </a:extLst>
            </p:cNvPr>
            <p:cNvCxnSpPr/>
            <p:nvPr/>
          </p:nvCxnSpPr>
          <p:spPr>
            <a:xfrm>
              <a:off x="3486116" y="3852730"/>
              <a:ext cx="91071" cy="114987"/>
            </a:xfrm>
            <a:prstGeom prst="line">
              <a:avLst/>
            </a:prstGeom>
            <a:ln w="19050">
              <a:solidFill>
                <a:schemeClr val="accent2"/>
              </a:solidFill>
              <a:prstDash val="sysDash"/>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4E3CFBC1-9A90-490A-0646-2ADECF07B879}"/>
              </a:ext>
            </a:extLst>
          </p:cNvPr>
          <p:cNvGrpSpPr/>
          <p:nvPr/>
        </p:nvGrpSpPr>
        <p:grpSpPr>
          <a:xfrm>
            <a:off x="3120711" y="3871677"/>
            <a:ext cx="108266" cy="263419"/>
            <a:chOff x="3480100" y="3704298"/>
            <a:chExt cx="108266" cy="263419"/>
          </a:xfrm>
        </p:grpSpPr>
        <p:cxnSp>
          <p:nvCxnSpPr>
            <p:cNvPr id="22" name="Straight Connector 21">
              <a:extLst>
                <a:ext uri="{FF2B5EF4-FFF2-40B4-BE49-F238E27FC236}">
                  <a16:creationId xmlns:a16="http://schemas.microsoft.com/office/drawing/2014/main" id="{E640B25A-5A5E-FA48-C25C-D84446EB7D81}"/>
                </a:ext>
              </a:extLst>
            </p:cNvPr>
            <p:cNvCxnSpPr/>
            <p:nvPr/>
          </p:nvCxnSpPr>
          <p:spPr>
            <a:xfrm flipH="1">
              <a:off x="3480100" y="3704298"/>
              <a:ext cx="108266" cy="148432"/>
            </a:xfrm>
            <a:prstGeom prst="line">
              <a:avLst/>
            </a:prstGeom>
            <a:ln w="19050">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F6D6243-94DA-482C-875D-CCCCBD5FE4F3}"/>
                </a:ext>
              </a:extLst>
            </p:cNvPr>
            <p:cNvCxnSpPr/>
            <p:nvPr/>
          </p:nvCxnSpPr>
          <p:spPr>
            <a:xfrm>
              <a:off x="3486116" y="3852730"/>
              <a:ext cx="91071" cy="114987"/>
            </a:xfrm>
            <a:prstGeom prst="line">
              <a:avLst/>
            </a:prstGeom>
            <a:ln w="19050">
              <a:solidFill>
                <a:schemeClr val="accent2"/>
              </a:solidFill>
              <a:prstDash val="sysDash"/>
            </a:ln>
          </p:spPr>
          <p:style>
            <a:lnRef idx="1">
              <a:schemeClr val="accent1"/>
            </a:lnRef>
            <a:fillRef idx="0">
              <a:schemeClr val="accent1"/>
            </a:fillRef>
            <a:effectRef idx="0">
              <a:schemeClr val="accent1"/>
            </a:effectRef>
            <a:fontRef idx="minor">
              <a:schemeClr val="tx1"/>
            </a:fontRef>
          </p:style>
        </p:cxnSp>
      </p:grpSp>
      <p:sp>
        <p:nvSpPr>
          <p:cNvPr id="24" name="Oval 16">
            <a:extLst>
              <a:ext uri="{FF2B5EF4-FFF2-40B4-BE49-F238E27FC236}">
                <a16:creationId xmlns:a16="http://schemas.microsoft.com/office/drawing/2014/main" id="{1170E2C0-7B87-F0B2-5DCD-AAD6523CE187}"/>
              </a:ext>
            </a:extLst>
          </p:cNvPr>
          <p:cNvSpPr/>
          <p:nvPr/>
        </p:nvSpPr>
        <p:spPr>
          <a:xfrm>
            <a:off x="8484503" y="2817796"/>
            <a:ext cx="2409855" cy="810963"/>
          </a:xfrm>
          <a:prstGeom prst="round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algn="ctr"/>
            <a:r>
              <a:rPr lang="ar-EG" sz="1400" b="1" dirty="0">
                <a:solidFill>
                  <a:schemeClr val="bg1"/>
                </a:solidFill>
                <a:latin typeface="Sakkal Majalla" panose="02000000000000000000" pitchFamily="2" charset="-78"/>
                <a:cs typeface="Sakkal Majalla" panose="02000000000000000000" pitchFamily="2" charset="-78"/>
              </a:rPr>
              <a:t>متطلبات البنية المؤسسية</a:t>
            </a:r>
            <a:endParaRPr lang="ar-SA" sz="1400" b="1" dirty="0">
              <a:solidFill>
                <a:schemeClr val="bg1"/>
              </a:solidFill>
              <a:latin typeface="Sakkal Majalla" panose="02000000000000000000" pitchFamily="2" charset="-78"/>
              <a:cs typeface="Sakkal Majalla" panose="02000000000000000000" pitchFamily="2" charset="-78"/>
            </a:endParaRPr>
          </a:p>
        </p:txBody>
      </p:sp>
      <p:sp>
        <p:nvSpPr>
          <p:cNvPr id="26" name="Oval 17">
            <a:extLst>
              <a:ext uri="{FF2B5EF4-FFF2-40B4-BE49-F238E27FC236}">
                <a16:creationId xmlns:a16="http://schemas.microsoft.com/office/drawing/2014/main" id="{D9789010-E511-4E7F-55F2-2A6573FEE386}"/>
              </a:ext>
            </a:extLst>
          </p:cNvPr>
          <p:cNvSpPr/>
          <p:nvPr/>
        </p:nvSpPr>
        <p:spPr>
          <a:xfrm>
            <a:off x="8492078" y="1903720"/>
            <a:ext cx="2409855" cy="818639"/>
          </a:xfrm>
          <a:prstGeom prst="round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rIns="91440" rtlCol="0" anchor="t"/>
          <a:lstStyle/>
          <a:p>
            <a:pPr algn="ctr">
              <a:lnSpc>
                <a:spcPct val="150000"/>
              </a:lnSpc>
            </a:pPr>
            <a:r>
              <a:rPr lang="ar-EG" sz="1400" b="1" dirty="0">
                <a:solidFill>
                  <a:schemeClr val="bg1"/>
                </a:solidFill>
                <a:latin typeface="Sakkal Majalla" panose="02000000000000000000" pitchFamily="2" charset="-78"/>
                <a:cs typeface="Sakkal Majalla" panose="02000000000000000000" pitchFamily="2" charset="-78"/>
              </a:rPr>
              <a:t>تحليل الوضع الحالي</a:t>
            </a:r>
          </a:p>
          <a:p>
            <a:pPr algn="ctr">
              <a:lnSpc>
                <a:spcPct val="150000"/>
              </a:lnSpc>
            </a:pPr>
            <a:r>
              <a:rPr lang="ar-EG" sz="1200" dirty="0">
                <a:solidFill>
                  <a:schemeClr val="bg1"/>
                </a:solidFill>
                <a:latin typeface="Sakkal Majalla" panose="02000000000000000000" pitchFamily="2" charset="-78"/>
                <a:cs typeface="Sakkal Majalla" panose="02000000000000000000" pitchFamily="2" charset="-78"/>
              </a:rPr>
              <a:t>(شاملة لتحليل نقاط الضعف والفجوة)</a:t>
            </a:r>
          </a:p>
        </p:txBody>
      </p:sp>
      <p:sp>
        <p:nvSpPr>
          <p:cNvPr id="27" name="Oval 17">
            <a:extLst>
              <a:ext uri="{FF2B5EF4-FFF2-40B4-BE49-F238E27FC236}">
                <a16:creationId xmlns:a16="http://schemas.microsoft.com/office/drawing/2014/main" id="{05679811-A6C3-61BB-BD54-2D561E688E40}"/>
              </a:ext>
            </a:extLst>
          </p:cNvPr>
          <p:cNvSpPr/>
          <p:nvPr/>
        </p:nvSpPr>
        <p:spPr>
          <a:xfrm>
            <a:off x="4730137" y="1907559"/>
            <a:ext cx="2409855" cy="810962"/>
          </a:xfrm>
          <a:prstGeom prst="round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algn="ctr">
              <a:lnSpc>
                <a:spcPct val="150000"/>
              </a:lnSpc>
            </a:pPr>
            <a:r>
              <a:rPr lang="ar-EG" sz="1400" b="1" dirty="0">
                <a:solidFill>
                  <a:schemeClr val="bg1"/>
                </a:solidFill>
                <a:latin typeface="Sakkal Majalla" panose="02000000000000000000" pitchFamily="2" charset="-78"/>
                <a:cs typeface="Sakkal Majalla" panose="02000000000000000000" pitchFamily="2" charset="-78"/>
              </a:rPr>
              <a:t>الخطة الإستراتيجية للهيئة</a:t>
            </a:r>
            <a:endParaRPr lang="ar-SY" sz="1400" b="1" dirty="0">
              <a:solidFill>
                <a:schemeClr val="bg1"/>
              </a:solidFill>
              <a:latin typeface="Sakkal Majalla" panose="02000000000000000000" pitchFamily="2" charset="-78"/>
              <a:cs typeface="Sakkal Majalla" panose="02000000000000000000" pitchFamily="2" charset="-78"/>
            </a:endParaRPr>
          </a:p>
          <a:p>
            <a:pPr algn="ctr"/>
            <a:r>
              <a:rPr lang="ar-EG" sz="1200" dirty="0">
                <a:solidFill>
                  <a:schemeClr val="bg1"/>
                </a:solidFill>
                <a:latin typeface="Sakkal Majalla" panose="02000000000000000000" pitchFamily="2" charset="-78"/>
                <a:cs typeface="Sakkal Majalla" panose="02000000000000000000" pitchFamily="2" charset="-78"/>
              </a:rPr>
              <a:t>(2027-2023م)</a:t>
            </a:r>
          </a:p>
        </p:txBody>
      </p:sp>
      <p:sp>
        <p:nvSpPr>
          <p:cNvPr id="28" name="Oval 17">
            <a:extLst>
              <a:ext uri="{FF2B5EF4-FFF2-40B4-BE49-F238E27FC236}">
                <a16:creationId xmlns:a16="http://schemas.microsoft.com/office/drawing/2014/main" id="{C787565A-BCE5-554B-07E7-0756FB1455EE}"/>
              </a:ext>
            </a:extLst>
          </p:cNvPr>
          <p:cNvSpPr/>
          <p:nvPr/>
        </p:nvSpPr>
        <p:spPr>
          <a:xfrm>
            <a:off x="4730137" y="2817797"/>
            <a:ext cx="2409855" cy="810963"/>
          </a:xfrm>
          <a:prstGeom prst="round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algn="ctr"/>
            <a:r>
              <a:rPr lang="ar-EG" sz="1400" b="1" dirty="0">
                <a:solidFill>
                  <a:schemeClr val="bg1"/>
                </a:solidFill>
                <a:latin typeface="Sakkal Majalla" panose="02000000000000000000" pitchFamily="2" charset="-78"/>
                <a:cs typeface="Sakkal Majalla" panose="02000000000000000000" pitchFamily="2" charset="-78"/>
              </a:rPr>
              <a:t>الخطة الاستراتيجية للتحول الرقمي (2028-2026م)</a:t>
            </a:r>
          </a:p>
        </p:txBody>
      </p:sp>
      <p:sp>
        <p:nvSpPr>
          <p:cNvPr id="29" name="Title 28">
            <a:extLst>
              <a:ext uri="{FF2B5EF4-FFF2-40B4-BE49-F238E27FC236}">
                <a16:creationId xmlns:a16="http://schemas.microsoft.com/office/drawing/2014/main" id="{B55C97A9-D05E-F359-9A9D-667BBF363D01}"/>
              </a:ext>
            </a:extLst>
          </p:cNvPr>
          <p:cNvSpPr>
            <a:spLocks noGrp="1"/>
          </p:cNvSpPr>
          <p:nvPr>
            <p:ph type="title"/>
          </p:nvPr>
        </p:nvSpPr>
        <p:spPr>
          <a:xfrm>
            <a:off x="609601" y="561078"/>
            <a:ext cx="10972800" cy="666261"/>
          </a:xfrm>
        </p:spPr>
        <p:txBody>
          <a:bodyPr/>
          <a:lstStyle/>
          <a:p>
            <a:r>
              <a:rPr lang="ar-EG" dirty="0"/>
              <a:t>المدخلات لإستراتيجية البنية المؤسسية</a:t>
            </a:r>
            <a:endParaRPr lang="en-GB" dirty="0"/>
          </a:p>
        </p:txBody>
      </p:sp>
      <p:sp>
        <p:nvSpPr>
          <p:cNvPr id="12" name="Slide Number Placeholder 11">
            <a:extLst>
              <a:ext uri="{FF2B5EF4-FFF2-40B4-BE49-F238E27FC236}">
                <a16:creationId xmlns:a16="http://schemas.microsoft.com/office/drawing/2014/main" id="{563E1DCC-1C16-F497-F5F2-3B7DD7107C4C}"/>
              </a:ext>
            </a:extLst>
          </p:cNvPr>
          <p:cNvSpPr>
            <a:spLocks noGrp="1"/>
          </p:cNvSpPr>
          <p:nvPr>
            <p:ph type="sldNum" sz="quarter" idx="12"/>
          </p:nvPr>
        </p:nvSpPr>
        <p:spPr/>
        <p:txBody>
          <a:bodyPr/>
          <a:lstStyle/>
          <a:p>
            <a:fld id="{0BE4EC83-A869-464E-AE9F-881796FB085E}" type="slidenum">
              <a:rPr lang="en-US" smtClean="0"/>
              <a:t>36</a:t>
            </a:fld>
            <a:endParaRPr lang="en-US"/>
          </a:p>
        </p:txBody>
      </p:sp>
      <p:sp>
        <p:nvSpPr>
          <p:cNvPr id="2" name="Oval 16">
            <a:extLst>
              <a:ext uri="{FF2B5EF4-FFF2-40B4-BE49-F238E27FC236}">
                <a16:creationId xmlns:a16="http://schemas.microsoft.com/office/drawing/2014/main" id="{EDFD3C9C-8FC5-AEAC-5CF7-EA0629D5C4F3}"/>
              </a:ext>
            </a:extLst>
          </p:cNvPr>
          <p:cNvSpPr/>
          <p:nvPr/>
        </p:nvSpPr>
        <p:spPr>
          <a:xfrm>
            <a:off x="8484502" y="3736170"/>
            <a:ext cx="2409855" cy="810963"/>
          </a:xfrm>
          <a:prstGeom prst="round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algn="ctr"/>
            <a:r>
              <a:rPr lang="ar-EG" sz="1400" b="1" dirty="0">
                <a:solidFill>
                  <a:schemeClr val="bg1"/>
                </a:solidFill>
                <a:latin typeface="Sakkal Majalla" panose="02000000000000000000" pitchFamily="2" charset="-78"/>
                <a:cs typeface="Sakkal Majalla" panose="02000000000000000000" pitchFamily="2" charset="-78"/>
              </a:rPr>
              <a:t>تائج تقرير قياس التحول الرقمي</a:t>
            </a:r>
          </a:p>
          <a:p>
            <a:pPr algn="ctr"/>
            <a:r>
              <a:rPr lang="ar-EG" sz="1400" b="1" dirty="0">
                <a:solidFill>
                  <a:schemeClr val="bg1"/>
                </a:solidFill>
                <a:latin typeface="Sakkal Majalla" panose="02000000000000000000" pitchFamily="2" charset="-78"/>
                <a:cs typeface="Sakkal Majalla" panose="02000000000000000000" pitchFamily="2" charset="-78"/>
              </a:rPr>
              <a:t>الصادر من هيئة الحكومة الرقمية</a:t>
            </a:r>
            <a:endParaRPr lang="ar-SA" sz="1400" b="1" dirty="0">
              <a:solidFill>
                <a:schemeClr val="bg1"/>
              </a:solidFill>
              <a:latin typeface="Sakkal Majalla" panose="02000000000000000000" pitchFamily="2" charset="-78"/>
              <a:cs typeface="Sakkal Majalla" panose="02000000000000000000" pitchFamily="2" charset="-78"/>
            </a:endParaRPr>
          </a:p>
        </p:txBody>
      </p:sp>
      <p:sp>
        <p:nvSpPr>
          <p:cNvPr id="13" name="Oval 17">
            <a:extLst>
              <a:ext uri="{FF2B5EF4-FFF2-40B4-BE49-F238E27FC236}">
                <a16:creationId xmlns:a16="http://schemas.microsoft.com/office/drawing/2014/main" id="{F113E67D-F9F8-F49E-A31B-9F8D18C26DAC}"/>
              </a:ext>
            </a:extLst>
          </p:cNvPr>
          <p:cNvSpPr/>
          <p:nvPr/>
        </p:nvSpPr>
        <p:spPr>
          <a:xfrm>
            <a:off x="8492078" y="4627228"/>
            <a:ext cx="2409855" cy="704477"/>
          </a:xfrm>
          <a:prstGeom prst="round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algn="ctr"/>
            <a:r>
              <a:rPr lang="ar-EG" sz="1400" b="1" dirty="0">
                <a:solidFill>
                  <a:schemeClr val="bg1"/>
                </a:solidFill>
                <a:latin typeface="Sakkal Majalla" panose="02000000000000000000" pitchFamily="2" charset="-78"/>
                <a:cs typeface="Sakkal Majalla" panose="02000000000000000000" pitchFamily="2" charset="-78"/>
              </a:rPr>
              <a:t>الأطر المرجعية الرقمية الصادرة من</a:t>
            </a:r>
          </a:p>
          <a:p>
            <a:pPr algn="ctr"/>
            <a:r>
              <a:rPr lang="ar-EG" sz="1400" b="1" dirty="0">
                <a:solidFill>
                  <a:schemeClr val="bg1"/>
                </a:solidFill>
                <a:latin typeface="Sakkal Majalla" panose="02000000000000000000" pitchFamily="2" charset="-78"/>
                <a:cs typeface="Sakkal Majalla" panose="02000000000000000000" pitchFamily="2" charset="-78"/>
              </a:rPr>
              <a:t>هيئة الحكومة الرقمية</a:t>
            </a:r>
          </a:p>
        </p:txBody>
      </p:sp>
      <p:sp>
        <p:nvSpPr>
          <p:cNvPr id="14" name="Oval 17">
            <a:extLst>
              <a:ext uri="{FF2B5EF4-FFF2-40B4-BE49-F238E27FC236}">
                <a16:creationId xmlns:a16="http://schemas.microsoft.com/office/drawing/2014/main" id="{63CE23DA-8256-D573-17CE-963480856A4F}"/>
              </a:ext>
            </a:extLst>
          </p:cNvPr>
          <p:cNvSpPr/>
          <p:nvPr/>
        </p:nvSpPr>
        <p:spPr>
          <a:xfrm>
            <a:off x="4730137" y="3682465"/>
            <a:ext cx="2409855" cy="810963"/>
          </a:xfrm>
          <a:prstGeom prst="round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algn="ctr"/>
            <a:r>
              <a:rPr lang="ar-EG" sz="1400" b="1" dirty="0">
                <a:solidFill>
                  <a:schemeClr val="bg1"/>
                </a:solidFill>
                <a:latin typeface="Sakkal Majalla" panose="02000000000000000000" pitchFamily="2" charset="-78"/>
                <a:cs typeface="Sakkal Majalla" panose="02000000000000000000" pitchFamily="2" charset="-78"/>
              </a:rPr>
              <a:t>المقارنة المعيارية مع جهة خارجية </a:t>
            </a:r>
          </a:p>
        </p:txBody>
      </p:sp>
      <p:sp>
        <p:nvSpPr>
          <p:cNvPr id="15" name="Oval 17">
            <a:extLst>
              <a:ext uri="{FF2B5EF4-FFF2-40B4-BE49-F238E27FC236}">
                <a16:creationId xmlns:a16="http://schemas.microsoft.com/office/drawing/2014/main" id="{CC28D942-0B97-4409-D67C-5FFDEABA90F9}"/>
              </a:ext>
            </a:extLst>
          </p:cNvPr>
          <p:cNvSpPr/>
          <p:nvPr/>
        </p:nvSpPr>
        <p:spPr>
          <a:xfrm>
            <a:off x="4730137" y="4547133"/>
            <a:ext cx="2409855" cy="810962"/>
          </a:xfrm>
          <a:prstGeom prst="round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algn="ctr">
              <a:lnSpc>
                <a:spcPct val="150000"/>
              </a:lnSpc>
            </a:pPr>
            <a:r>
              <a:rPr lang="ar-EG" sz="1400" b="1" dirty="0">
                <a:solidFill>
                  <a:schemeClr val="bg1"/>
                </a:solidFill>
                <a:latin typeface="Sakkal Majalla" panose="02000000000000000000" pitchFamily="2" charset="-78"/>
                <a:cs typeface="Sakkal Majalla" panose="02000000000000000000" pitchFamily="2" charset="-78"/>
              </a:rPr>
              <a:t>الخطة الإستراتيجية للأمن السيبراني </a:t>
            </a:r>
            <a:endParaRPr lang="ar-SY" sz="1400" b="1" dirty="0">
              <a:solidFill>
                <a:schemeClr val="bg1"/>
              </a:solidFill>
              <a:latin typeface="Sakkal Majalla" panose="02000000000000000000" pitchFamily="2" charset="-78"/>
              <a:cs typeface="Sakkal Majalla" panose="02000000000000000000" pitchFamily="2" charset="-78"/>
            </a:endParaRPr>
          </a:p>
          <a:p>
            <a:pPr algn="ctr"/>
            <a:r>
              <a:rPr lang="ar-EG" sz="1200" dirty="0">
                <a:solidFill>
                  <a:schemeClr val="bg1"/>
                </a:solidFill>
                <a:latin typeface="Sakkal Majalla" panose="02000000000000000000" pitchFamily="2" charset="-78"/>
                <a:cs typeface="Sakkal Majalla" panose="02000000000000000000" pitchFamily="2" charset="-78"/>
              </a:rPr>
              <a:t>(2025-2024م)</a:t>
            </a:r>
          </a:p>
        </p:txBody>
      </p:sp>
      <p:sp>
        <p:nvSpPr>
          <p:cNvPr id="16" name="Oval 17">
            <a:extLst>
              <a:ext uri="{FF2B5EF4-FFF2-40B4-BE49-F238E27FC236}">
                <a16:creationId xmlns:a16="http://schemas.microsoft.com/office/drawing/2014/main" id="{F22DA21A-BD1C-6ED4-0ACA-FAB828E0FC3C}"/>
              </a:ext>
            </a:extLst>
          </p:cNvPr>
          <p:cNvSpPr/>
          <p:nvPr/>
        </p:nvSpPr>
        <p:spPr>
          <a:xfrm>
            <a:off x="5370827" y="5491897"/>
            <a:ext cx="4656008" cy="412133"/>
          </a:xfrm>
          <a:prstGeom prst="round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algn="ctr">
              <a:lnSpc>
                <a:spcPct val="150000"/>
              </a:lnSpc>
            </a:pPr>
            <a:r>
              <a:rPr lang="ar-EG" sz="1400" b="1" dirty="0">
                <a:solidFill>
                  <a:schemeClr val="bg1"/>
                </a:solidFill>
                <a:latin typeface="Sakkal Majalla" panose="02000000000000000000" pitchFamily="2" charset="-78"/>
                <a:cs typeface="Sakkal Majalla" panose="02000000000000000000" pitchFamily="2" charset="-78"/>
              </a:rPr>
              <a:t>المقارنة المعيارية مع جهتين ( داخلية + خارجية )</a:t>
            </a:r>
            <a:endParaRPr lang="ar-SY" sz="1400" b="1" dirty="0">
              <a:solidFill>
                <a:schemeClr val="bg1"/>
              </a:solidFill>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630158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E3500-9E0E-9F4C-E45A-924E54036123}"/>
              </a:ext>
            </a:extLst>
          </p:cNvPr>
          <p:cNvSpPr>
            <a:spLocks noGrp="1"/>
          </p:cNvSpPr>
          <p:nvPr>
            <p:ph type="title"/>
          </p:nvPr>
        </p:nvSpPr>
        <p:spPr/>
        <p:txBody>
          <a:bodyPr/>
          <a:lstStyle/>
          <a:p>
            <a:r>
              <a:rPr lang="ar-SA" dirty="0"/>
              <a:t>مهام</a:t>
            </a:r>
            <a:r>
              <a:rPr lang="ar-EG" dirty="0"/>
              <a:t> </a:t>
            </a:r>
            <a:r>
              <a:rPr lang="ar-SA" dirty="0"/>
              <a:t>فريق البنية المؤسسية </a:t>
            </a:r>
            <a:r>
              <a:rPr lang="ar-EG" dirty="0"/>
              <a:t>طبقا لقرار التأسيس</a:t>
            </a:r>
            <a:endParaRPr lang="en-US" dirty="0"/>
          </a:p>
        </p:txBody>
      </p:sp>
      <p:sp>
        <p:nvSpPr>
          <p:cNvPr id="3" name="Slide Number Placeholder 2">
            <a:extLst>
              <a:ext uri="{FF2B5EF4-FFF2-40B4-BE49-F238E27FC236}">
                <a16:creationId xmlns:a16="http://schemas.microsoft.com/office/drawing/2014/main" id="{A82125C4-EED0-E72F-A7B1-84AB9F558460}"/>
              </a:ext>
            </a:extLst>
          </p:cNvPr>
          <p:cNvSpPr>
            <a:spLocks noGrp="1"/>
          </p:cNvSpPr>
          <p:nvPr>
            <p:ph type="sldNum" sz="quarter" idx="12"/>
          </p:nvPr>
        </p:nvSpPr>
        <p:spPr/>
        <p:txBody>
          <a:bodyPr/>
          <a:lstStyle/>
          <a:p>
            <a:fld id="{0BE4EC83-A869-464E-AE9F-881796FB085E}" type="slidenum">
              <a:rPr lang="en-US" smtClean="0"/>
              <a:t>37</a:t>
            </a:fld>
            <a:endParaRPr lang="en-US"/>
          </a:p>
        </p:txBody>
      </p:sp>
      <p:graphicFrame>
        <p:nvGraphicFramePr>
          <p:cNvPr id="5" name="Table 4">
            <a:extLst>
              <a:ext uri="{FF2B5EF4-FFF2-40B4-BE49-F238E27FC236}">
                <a16:creationId xmlns:a16="http://schemas.microsoft.com/office/drawing/2014/main" id="{B5051DD3-6450-A1A5-6551-C3C75C3F330A}"/>
              </a:ext>
            </a:extLst>
          </p:cNvPr>
          <p:cNvGraphicFramePr>
            <a:graphicFrameLocks noGrp="1"/>
          </p:cNvGraphicFramePr>
          <p:nvPr>
            <p:extLst>
              <p:ext uri="{D42A27DB-BD31-4B8C-83A1-F6EECF244321}">
                <p14:modId xmlns:p14="http://schemas.microsoft.com/office/powerpoint/2010/main" val="2503217217"/>
              </p:ext>
            </p:extLst>
          </p:nvPr>
        </p:nvGraphicFramePr>
        <p:xfrm>
          <a:off x="372208" y="1370912"/>
          <a:ext cx="11210193" cy="4640520"/>
        </p:xfrm>
        <a:graphic>
          <a:graphicData uri="http://schemas.openxmlformats.org/drawingml/2006/table">
            <a:tbl>
              <a:tblPr firstRow="1" bandRow="1">
                <a:tableStyleId>{5C22544A-7EE6-4342-B048-85BDC9FD1C3A}</a:tableStyleId>
              </a:tblPr>
              <a:tblGrid>
                <a:gridCol w="10688515">
                  <a:extLst>
                    <a:ext uri="{9D8B030D-6E8A-4147-A177-3AD203B41FA5}">
                      <a16:colId xmlns:a16="http://schemas.microsoft.com/office/drawing/2014/main" val="2763906896"/>
                    </a:ext>
                  </a:extLst>
                </a:gridCol>
                <a:gridCol w="521678">
                  <a:extLst>
                    <a:ext uri="{9D8B030D-6E8A-4147-A177-3AD203B41FA5}">
                      <a16:colId xmlns:a16="http://schemas.microsoft.com/office/drawing/2014/main" val="3724632244"/>
                    </a:ext>
                  </a:extLst>
                </a:gridCol>
              </a:tblGrid>
              <a:tr h="305340">
                <a:tc>
                  <a:txBody>
                    <a:bodyPr/>
                    <a:lstStyle/>
                    <a:p>
                      <a:pPr algn="ctr" rtl="1"/>
                      <a:r>
                        <a:rPr lang="ar-SA" dirty="0"/>
                        <a:t>مهام</a:t>
                      </a:r>
                      <a:r>
                        <a:rPr lang="ar-EG" dirty="0"/>
                        <a:t> </a:t>
                      </a:r>
                      <a:r>
                        <a:rPr lang="ar-SA" dirty="0"/>
                        <a:t>فريق البنية المؤسسية</a:t>
                      </a:r>
                      <a:endParaRPr lang="en-US" dirty="0"/>
                    </a:p>
                  </a:txBody>
                  <a:tcPr/>
                </a:tc>
                <a:tc>
                  <a:txBody>
                    <a:bodyPr/>
                    <a:lstStyle/>
                    <a:p>
                      <a:pPr algn="ctr" rtl="1"/>
                      <a:r>
                        <a:rPr lang="ar-EG" dirty="0"/>
                        <a:t>م</a:t>
                      </a:r>
                      <a:endParaRPr lang="en-US" dirty="0"/>
                    </a:p>
                  </a:txBody>
                  <a:tcPr/>
                </a:tc>
                <a:extLst>
                  <a:ext uri="{0D108BD9-81ED-4DB2-BD59-A6C34878D82A}">
                    <a16:rowId xmlns:a16="http://schemas.microsoft.com/office/drawing/2014/main" val="489166955"/>
                  </a:ext>
                </a:extLst>
              </a:tr>
              <a:tr h="305340">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kern="100" dirty="0">
                          <a:effectLst/>
                          <a:latin typeface="Sakkal Majalla" panose="02000000000000000000" pitchFamily="2" charset="-78"/>
                          <a:ea typeface="Aptos" panose="020B0004020202020204" pitchFamily="34" charset="0"/>
                          <a:cs typeface="Sakkal Majalla" panose="02000000000000000000" pitchFamily="2" charset="-78"/>
                        </a:rPr>
                        <a:t>تطوير إطار عمل، وسياسات، وإجراءات عمل مكتب البنية المؤسسية</a:t>
                      </a:r>
                      <a:r>
                        <a:rPr lang="en-US" sz="120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a:tc>
                <a:tc>
                  <a:txBody>
                    <a:bodyPr/>
                    <a:lstStyle/>
                    <a:p>
                      <a:pPr algn="ctr" rtl="1"/>
                      <a:r>
                        <a:rPr lang="ar-EG" sz="1200" dirty="0"/>
                        <a:t>1</a:t>
                      </a:r>
                    </a:p>
                  </a:txBody>
                  <a:tcPr/>
                </a:tc>
                <a:extLst>
                  <a:ext uri="{0D108BD9-81ED-4DB2-BD59-A6C34878D82A}">
                    <a16:rowId xmlns:a16="http://schemas.microsoft.com/office/drawing/2014/main" val="1811881048"/>
                  </a:ext>
                </a:extLst>
              </a:tr>
              <a:tr h="305340">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kern="100" dirty="0">
                          <a:effectLst/>
                          <a:latin typeface="Sakkal Majalla" panose="02000000000000000000" pitchFamily="2" charset="-78"/>
                          <a:ea typeface="Aptos" panose="020B0004020202020204" pitchFamily="34" charset="0"/>
                          <a:cs typeface="Sakkal Majalla" panose="02000000000000000000" pitchFamily="2" charset="-78"/>
                        </a:rPr>
                        <a:t>تحديد احتياجات العمل وفهم أنشطة الأعمال وبرامج الأعمال لتصميم بنية مؤسسية تعكس متطلبات الهيئة</a:t>
                      </a:r>
                      <a:r>
                        <a:rPr lang="en-US" sz="120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a:tc>
                <a:tc>
                  <a:txBody>
                    <a:bodyPr/>
                    <a:lstStyle/>
                    <a:p>
                      <a:pPr algn="ctr" rtl="1"/>
                      <a:r>
                        <a:rPr lang="ar-EG" sz="1200" dirty="0"/>
                        <a:t>2</a:t>
                      </a:r>
                      <a:endParaRPr lang="en-US" sz="1200" dirty="0"/>
                    </a:p>
                  </a:txBody>
                  <a:tcPr/>
                </a:tc>
                <a:extLst>
                  <a:ext uri="{0D108BD9-81ED-4DB2-BD59-A6C34878D82A}">
                    <a16:rowId xmlns:a16="http://schemas.microsoft.com/office/drawing/2014/main" val="7855887"/>
                  </a:ext>
                </a:extLst>
              </a:tr>
              <a:tr h="305340">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kern="100" dirty="0">
                          <a:effectLst/>
                          <a:latin typeface="Sakkal Majalla" panose="02000000000000000000" pitchFamily="2" charset="-78"/>
                          <a:ea typeface="Aptos" panose="020B0004020202020204" pitchFamily="34" charset="0"/>
                          <a:cs typeface="Sakkal Majalla" panose="02000000000000000000" pitchFamily="2" charset="-78"/>
                        </a:rPr>
                        <a:t>بناء التصاميم والبنية المؤسسية في مجال الأعمال، البيانات، التطبيقات، وبنية التقنية تبعاً للهياكل المرجعية والمعايير والمبادئ المحددة</a:t>
                      </a:r>
                      <a:r>
                        <a:rPr lang="en-US" sz="120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a:tc>
                <a:tc>
                  <a:txBody>
                    <a:bodyPr/>
                    <a:lstStyle/>
                    <a:p>
                      <a:pPr algn="ctr" rtl="1"/>
                      <a:r>
                        <a:rPr lang="ar-EG" sz="1200" dirty="0"/>
                        <a:t>3</a:t>
                      </a:r>
                      <a:endParaRPr lang="en-US" sz="1200" dirty="0"/>
                    </a:p>
                  </a:txBody>
                  <a:tcPr/>
                </a:tc>
                <a:extLst>
                  <a:ext uri="{0D108BD9-81ED-4DB2-BD59-A6C34878D82A}">
                    <a16:rowId xmlns:a16="http://schemas.microsoft.com/office/drawing/2014/main" val="3227949888"/>
                  </a:ext>
                </a:extLst>
              </a:tr>
              <a:tr h="305340">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kern="100" dirty="0">
                          <a:effectLst/>
                          <a:latin typeface="Sakkal Majalla" panose="02000000000000000000" pitchFamily="2" charset="-78"/>
                          <a:ea typeface="Aptos" panose="020B0004020202020204" pitchFamily="34" charset="0"/>
                          <a:cs typeface="Sakkal Majalla" panose="02000000000000000000" pitchFamily="2" charset="-78"/>
                        </a:rPr>
                        <a:t>المشاركة في تطوير وتحديث استراتيجية التحول الرقمي</a:t>
                      </a:r>
                      <a:r>
                        <a:rPr lang="en-US" sz="120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a:tc>
                <a:tc>
                  <a:txBody>
                    <a:bodyPr/>
                    <a:lstStyle/>
                    <a:p>
                      <a:pPr algn="ctr" rtl="1"/>
                      <a:r>
                        <a:rPr lang="ar-EG" sz="1200" dirty="0"/>
                        <a:t>4</a:t>
                      </a:r>
                      <a:endParaRPr lang="en-US" sz="1200" dirty="0"/>
                    </a:p>
                  </a:txBody>
                  <a:tcPr/>
                </a:tc>
                <a:extLst>
                  <a:ext uri="{0D108BD9-81ED-4DB2-BD59-A6C34878D82A}">
                    <a16:rowId xmlns:a16="http://schemas.microsoft.com/office/drawing/2014/main" val="694182858"/>
                  </a:ext>
                </a:extLst>
              </a:tr>
              <a:tr h="305340">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kern="100" dirty="0">
                          <a:effectLst/>
                          <a:latin typeface="Sakkal Majalla" panose="02000000000000000000" pitchFamily="2" charset="-78"/>
                          <a:ea typeface="Aptos" panose="020B0004020202020204" pitchFamily="34" charset="0"/>
                          <a:cs typeface="Sakkal Majalla" panose="02000000000000000000" pitchFamily="2" charset="-78"/>
                        </a:rPr>
                        <a:t>تطوير خارطة الطريق للتحول الرقمي وحوكمة ومتابعة تنفيذ خطط التحول الرقمي وقياس الأثر منها</a:t>
                      </a:r>
                      <a:r>
                        <a:rPr lang="en-US" sz="120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a:tc>
                <a:tc>
                  <a:txBody>
                    <a:bodyPr/>
                    <a:lstStyle/>
                    <a:p>
                      <a:pPr algn="ctr" rtl="1"/>
                      <a:r>
                        <a:rPr lang="ar-EG" sz="1200" dirty="0"/>
                        <a:t>5</a:t>
                      </a:r>
                      <a:endParaRPr lang="en-US" sz="1200" dirty="0"/>
                    </a:p>
                  </a:txBody>
                  <a:tcPr/>
                </a:tc>
                <a:extLst>
                  <a:ext uri="{0D108BD9-81ED-4DB2-BD59-A6C34878D82A}">
                    <a16:rowId xmlns:a16="http://schemas.microsoft.com/office/drawing/2014/main" val="2414987155"/>
                  </a:ext>
                </a:extLst>
              </a:tr>
              <a:tr h="305340">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kern="100" dirty="0">
                          <a:effectLst/>
                          <a:latin typeface="Sakkal Majalla" panose="02000000000000000000" pitchFamily="2" charset="-78"/>
                          <a:ea typeface="Aptos" panose="020B0004020202020204" pitchFamily="34" charset="0"/>
                          <a:cs typeface="Sakkal Majalla" panose="02000000000000000000" pitchFamily="2" charset="-78"/>
                        </a:rPr>
                        <a:t>ضمان المواءمة التامة والمستمرة بين الأعمال وتقنية المعلومات</a:t>
                      </a:r>
                      <a:r>
                        <a:rPr lang="en-US" sz="120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a:tc>
                <a:tc>
                  <a:txBody>
                    <a:bodyPr/>
                    <a:lstStyle/>
                    <a:p>
                      <a:pPr algn="ctr" rtl="1"/>
                      <a:r>
                        <a:rPr lang="ar-EG" sz="1200" dirty="0"/>
                        <a:t>6</a:t>
                      </a:r>
                      <a:endParaRPr lang="en-US" sz="1200" dirty="0"/>
                    </a:p>
                  </a:txBody>
                  <a:tcPr/>
                </a:tc>
                <a:extLst>
                  <a:ext uri="{0D108BD9-81ED-4DB2-BD59-A6C34878D82A}">
                    <a16:rowId xmlns:a16="http://schemas.microsoft.com/office/drawing/2014/main" val="2419111048"/>
                  </a:ext>
                </a:extLst>
              </a:tr>
              <a:tr h="305340">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kern="100" dirty="0">
                          <a:effectLst/>
                          <a:latin typeface="Sakkal Majalla" panose="02000000000000000000" pitchFamily="2" charset="-78"/>
                          <a:ea typeface="Aptos" panose="020B0004020202020204" pitchFamily="34" charset="0"/>
                          <a:cs typeface="Sakkal Majalla" panose="02000000000000000000" pitchFamily="2" charset="-78"/>
                        </a:rPr>
                        <a:t>مواءمة المشاريع والمتطلبات التقنية في الهيئة مع الأهداف الاستراتيجية</a:t>
                      </a:r>
                      <a:r>
                        <a:rPr lang="en-US" sz="120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a:tc>
                <a:tc>
                  <a:txBody>
                    <a:bodyPr/>
                    <a:lstStyle/>
                    <a:p>
                      <a:pPr algn="ctr" rtl="1"/>
                      <a:r>
                        <a:rPr lang="ar-EG" sz="1200" dirty="0"/>
                        <a:t>7</a:t>
                      </a:r>
                      <a:endParaRPr lang="en-US" sz="1200" dirty="0"/>
                    </a:p>
                  </a:txBody>
                  <a:tcPr/>
                </a:tc>
                <a:extLst>
                  <a:ext uri="{0D108BD9-81ED-4DB2-BD59-A6C34878D82A}">
                    <a16:rowId xmlns:a16="http://schemas.microsoft.com/office/drawing/2014/main" val="2867292239"/>
                  </a:ext>
                </a:extLst>
              </a:tr>
              <a:tr h="305340">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kern="100" dirty="0">
                          <a:effectLst/>
                          <a:latin typeface="Sakkal Majalla" panose="02000000000000000000" pitchFamily="2" charset="-78"/>
                          <a:ea typeface="Aptos" panose="020B0004020202020204" pitchFamily="34" charset="0"/>
                          <a:cs typeface="Sakkal Majalla" panose="02000000000000000000" pitchFamily="2" charset="-78"/>
                        </a:rPr>
                        <a:t>مراجعة ومواءمة كراسات الشروط والمواصفات للمشاريع الرقمية في الهيئة مع الأهداف الاستراتيجية</a:t>
                      </a:r>
                      <a:r>
                        <a:rPr lang="en-US" sz="120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a:tc>
                <a:tc>
                  <a:txBody>
                    <a:bodyPr/>
                    <a:lstStyle/>
                    <a:p>
                      <a:pPr algn="ctr" rtl="1"/>
                      <a:r>
                        <a:rPr lang="ar-EG" sz="1200" dirty="0"/>
                        <a:t>8</a:t>
                      </a:r>
                      <a:endParaRPr lang="en-US" sz="1200" dirty="0"/>
                    </a:p>
                  </a:txBody>
                  <a:tcPr/>
                </a:tc>
                <a:extLst>
                  <a:ext uri="{0D108BD9-81ED-4DB2-BD59-A6C34878D82A}">
                    <a16:rowId xmlns:a16="http://schemas.microsoft.com/office/drawing/2014/main" val="3320503148"/>
                  </a:ext>
                </a:extLst>
              </a:tr>
              <a:tr h="305340">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kern="100" dirty="0">
                          <a:effectLst/>
                          <a:latin typeface="Sakkal Majalla" panose="02000000000000000000" pitchFamily="2" charset="-78"/>
                          <a:ea typeface="Aptos" panose="020B0004020202020204" pitchFamily="34" charset="0"/>
                          <a:cs typeface="Sakkal Majalla" panose="02000000000000000000" pitchFamily="2" charset="-78"/>
                        </a:rPr>
                        <a:t>مراجعة وتقييم امتثال مشاريع وبرامج الهيئة للمعايير المحددة في إطار عمل البنية المؤسسية</a:t>
                      </a:r>
                      <a:r>
                        <a:rPr lang="en-US" sz="120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a:tc>
                <a:tc>
                  <a:txBody>
                    <a:bodyPr/>
                    <a:lstStyle/>
                    <a:p>
                      <a:pPr algn="ctr" rtl="1"/>
                      <a:r>
                        <a:rPr lang="ar-EG" sz="1200" dirty="0"/>
                        <a:t>9</a:t>
                      </a:r>
                      <a:endParaRPr lang="en-US" sz="1200" dirty="0"/>
                    </a:p>
                  </a:txBody>
                  <a:tcPr/>
                </a:tc>
                <a:extLst>
                  <a:ext uri="{0D108BD9-81ED-4DB2-BD59-A6C34878D82A}">
                    <a16:rowId xmlns:a16="http://schemas.microsoft.com/office/drawing/2014/main" val="1713423072"/>
                  </a:ext>
                </a:extLst>
              </a:tr>
              <a:tr h="305340">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kern="100" dirty="0">
                          <a:effectLst/>
                          <a:latin typeface="Sakkal Majalla" panose="02000000000000000000" pitchFamily="2" charset="-78"/>
                          <a:ea typeface="Aptos" panose="020B0004020202020204" pitchFamily="34" charset="0"/>
                          <a:cs typeface="Sakkal Majalla" panose="02000000000000000000" pitchFamily="2" charset="-78"/>
                        </a:rPr>
                        <a:t>تحديد الاستثمارات الرئيسية التي يجب التركيز عليها والقيم بما لتقديم تحسينات على الخطط والمشاريع</a:t>
                      </a:r>
                      <a:r>
                        <a:rPr lang="en-US" sz="120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a:tc>
                <a:tc>
                  <a:txBody>
                    <a:bodyPr/>
                    <a:lstStyle/>
                    <a:p>
                      <a:pPr algn="ctr" rtl="1"/>
                      <a:r>
                        <a:rPr lang="ar-EG" sz="1200" dirty="0"/>
                        <a:t>10</a:t>
                      </a:r>
                      <a:endParaRPr lang="en-US" sz="1200" dirty="0"/>
                    </a:p>
                  </a:txBody>
                  <a:tcPr/>
                </a:tc>
                <a:extLst>
                  <a:ext uri="{0D108BD9-81ED-4DB2-BD59-A6C34878D82A}">
                    <a16:rowId xmlns:a16="http://schemas.microsoft.com/office/drawing/2014/main" val="2445740230"/>
                  </a:ext>
                </a:extLst>
              </a:tr>
              <a:tr h="305340">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kern="100" dirty="0">
                          <a:effectLst/>
                          <a:latin typeface="Sakkal Majalla" panose="02000000000000000000" pitchFamily="2" charset="-78"/>
                          <a:ea typeface="Aptos" panose="020B0004020202020204" pitchFamily="34" charset="0"/>
                          <a:cs typeface="Sakkal Majalla" panose="02000000000000000000" pitchFamily="2" charset="-78"/>
                        </a:rPr>
                        <a:t>الاستخدام الأمثل للموارد التقنية لخفض التكاليف وتحسين العائد من الاستثمار</a:t>
                      </a:r>
                      <a:r>
                        <a:rPr lang="en-US" sz="120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a:tc>
                <a:tc>
                  <a:txBody>
                    <a:bodyPr/>
                    <a:lstStyle/>
                    <a:p>
                      <a:pPr algn="ctr" rtl="1"/>
                      <a:r>
                        <a:rPr lang="ar-EG" sz="1200" dirty="0"/>
                        <a:t>11</a:t>
                      </a:r>
                      <a:endParaRPr lang="en-US" sz="1200" dirty="0"/>
                    </a:p>
                  </a:txBody>
                  <a:tcPr/>
                </a:tc>
                <a:extLst>
                  <a:ext uri="{0D108BD9-81ED-4DB2-BD59-A6C34878D82A}">
                    <a16:rowId xmlns:a16="http://schemas.microsoft.com/office/drawing/2014/main" val="4114116402"/>
                  </a:ext>
                </a:extLst>
              </a:tr>
              <a:tr h="305340">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kern="100" dirty="0">
                          <a:effectLst/>
                          <a:latin typeface="Sakkal Majalla" panose="02000000000000000000" pitchFamily="2" charset="-78"/>
                          <a:ea typeface="Aptos" panose="020B0004020202020204" pitchFamily="34" charset="0"/>
                          <a:cs typeface="Sakkal Majalla" panose="02000000000000000000" pitchFamily="2" charset="-78"/>
                        </a:rPr>
                        <a:t>دراسة التقنيات الناشئة وفق أفضل الممارسات وكيفية الاستفادة منها</a:t>
                      </a:r>
                      <a:r>
                        <a:rPr lang="en-US" sz="120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a:tc>
                <a:tc>
                  <a:txBody>
                    <a:bodyPr/>
                    <a:lstStyle/>
                    <a:p>
                      <a:pPr algn="ctr" rtl="1"/>
                      <a:r>
                        <a:rPr lang="ar-EG" sz="1200" dirty="0"/>
                        <a:t>12</a:t>
                      </a:r>
                      <a:endParaRPr lang="en-US" sz="1200" dirty="0"/>
                    </a:p>
                  </a:txBody>
                  <a:tcPr/>
                </a:tc>
                <a:extLst>
                  <a:ext uri="{0D108BD9-81ED-4DB2-BD59-A6C34878D82A}">
                    <a16:rowId xmlns:a16="http://schemas.microsoft.com/office/drawing/2014/main" val="229228161"/>
                  </a:ext>
                </a:extLst>
              </a:tr>
              <a:tr h="305340">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kern="100" dirty="0">
                          <a:effectLst/>
                          <a:latin typeface="Sakkal Majalla" panose="02000000000000000000" pitchFamily="2" charset="-78"/>
                          <a:ea typeface="Aptos" panose="020B0004020202020204" pitchFamily="34" charset="0"/>
                          <a:cs typeface="Sakkal Majalla" panose="02000000000000000000" pitchFamily="2" charset="-78"/>
                        </a:rPr>
                        <a:t>نشر التوعية بفوائد تطبيق البنية المؤسسية والقيمة المضافة</a:t>
                      </a:r>
                      <a:r>
                        <a:rPr lang="en-US" sz="120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a:tc>
                <a:tc>
                  <a:txBody>
                    <a:bodyPr/>
                    <a:lstStyle/>
                    <a:p>
                      <a:pPr algn="ctr" rtl="1"/>
                      <a:r>
                        <a:rPr lang="ar-EG" sz="1200" dirty="0"/>
                        <a:t>13</a:t>
                      </a:r>
                      <a:endParaRPr lang="en-US" sz="1200" dirty="0"/>
                    </a:p>
                  </a:txBody>
                  <a:tcPr/>
                </a:tc>
                <a:extLst>
                  <a:ext uri="{0D108BD9-81ED-4DB2-BD59-A6C34878D82A}">
                    <a16:rowId xmlns:a16="http://schemas.microsoft.com/office/drawing/2014/main" val="319038074"/>
                  </a:ext>
                </a:extLst>
              </a:tr>
              <a:tr h="305340">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kern="100" dirty="0">
                          <a:effectLst/>
                          <a:latin typeface="Sakkal Majalla" panose="02000000000000000000" pitchFamily="2" charset="-78"/>
                          <a:ea typeface="Aptos" panose="020B0004020202020204" pitchFamily="34" charset="0"/>
                          <a:cs typeface="Sakkal Majalla" panose="02000000000000000000" pitchFamily="2" charset="-78"/>
                        </a:rPr>
                        <a:t>متابعة أداء البنية المؤسسية ومراجعة أحدث الممارسات التي يمكن تضمينها في إدارة البنية المؤسسية لضمان التحسين المستم</a:t>
                      </a:r>
                      <a:r>
                        <a:rPr lang="ar-EG" sz="1200" kern="100" dirty="0">
                          <a:effectLst/>
                          <a:latin typeface="Sakkal Majalla" panose="02000000000000000000" pitchFamily="2" charset="-78"/>
                          <a:ea typeface="Aptos" panose="020B0004020202020204" pitchFamily="34" charset="0"/>
                          <a:cs typeface="Sakkal Majalla" panose="02000000000000000000" pitchFamily="2" charset="-78"/>
                        </a:rPr>
                        <a:t>ر</a:t>
                      </a:r>
                      <a:endParaRPr lang="en-US" sz="12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a:tc>
                <a:tc>
                  <a:txBody>
                    <a:bodyPr/>
                    <a:lstStyle/>
                    <a:p>
                      <a:pPr algn="ctr" rtl="1"/>
                      <a:r>
                        <a:rPr lang="ar-EG" sz="1200" dirty="0"/>
                        <a:t>14</a:t>
                      </a:r>
                      <a:endParaRPr lang="en-US" sz="1200" dirty="0"/>
                    </a:p>
                  </a:txBody>
                  <a:tcPr/>
                </a:tc>
                <a:extLst>
                  <a:ext uri="{0D108BD9-81ED-4DB2-BD59-A6C34878D82A}">
                    <a16:rowId xmlns:a16="http://schemas.microsoft.com/office/drawing/2014/main" val="3184912056"/>
                  </a:ext>
                </a:extLst>
              </a:tr>
            </a:tbl>
          </a:graphicData>
        </a:graphic>
      </p:graphicFrame>
    </p:spTree>
    <p:extLst>
      <p:ext uri="{BB962C8B-B14F-4D97-AF65-F5344CB8AC3E}">
        <p14:creationId xmlns:p14="http://schemas.microsoft.com/office/powerpoint/2010/main" val="235149556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337544" y="3925452"/>
            <a:ext cx="6206756" cy="641639"/>
          </a:xfrm>
        </p:spPr>
        <p:txBody>
          <a:bodyPr/>
          <a:lstStyle/>
          <a:p>
            <a:r>
              <a:rPr lang="ar-EG" dirty="0"/>
              <a:t>نقاط القوة والضعف</a:t>
            </a:r>
            <a:endParaRPr lang="en-US" dirty="0"/>
          </a:p>
        </p:txBody>
      </p:sp>
      <p:sp>
        <p:nvSpPr>
          <p:cNvPr id="4" name="Text Placeholder 3"/>
          <p:cNvSpPr>
            <a:spLocks noGrp="1"/>
          </p:cNvSpPr>
          <p:nvPr>
            <p:ph type="body" sz="quarter" idx="14"/>
          </p:nvPr>
        </p:nvSpPr>
        <p:spPr/>
        <p:txBody>
          <a:bodyPr/>
          <a:lstStyle/>
          <a:p>
            <a:r>
              <a:rPr lang="ar-EG" dirty="0"/>
              <a:t>04</a:t>
            </a:r>
            <a:endParaRPr lang="en-US" dirty="0"/>
          </a:p>
        </p:txBody>
      </p:sp>
    </p:spTree>
    <p:extLst>
      <p:ext uri="{BB962C8B-B14F-4D97-AF65-F5344CB8AC3E}">
        <p14:creationId xmlns:p14="http://schemas.microsoft.com/office/powerpoint/2010/main" val="803195569"/>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E8926-6D95-8D34-5DDD-1500F45041B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7414076-6F48-6F8C-D1D0-C229F7EAACE4}"/>
              </a:ext>
            </a:extLst>
          </p:cNvPr>
          <p:cNvSpPr>
            <a:spLocks noGrp="1"/>
          </p:cNvSpPr>
          <p:nvPr>
            <p:ph type="title"/>
          </p:nvPr>
        </p:nvSpPr>
        <p:spPr>
          <a:xfrm>
            <a:off x="609601" y="561078"/>
            <a:ext cx="10972800" cy="666261"/>
          </a:xfrm>
        </p:spPr>
        <p:txBody>
          <a:bodyPr/>
          <a:lstStyle/>
          <a:p>
            <a:r>
              <a:rPr lang="ar-EG" dirty="0"/>
              <a:t>موجز بأهم نتائج التحليل الرباعي</a:t>
            </a:r>
            <a:endParaRPr lang="en-GB" dirty="0"/>
          </a:p>
        </p:txBody>
      </p:sp>
      <p:sp>
        <p:nvSpPr>
          <p:cNvPr id="10" name="Rectangle 9">
            <a:extLst>
              <a:ext uri="{FF2B5EF4-FFF2-40B4-BE49-F238E27FC236}">
                <a16:creationId xmlns:a16="http://schemas.microsoft.com/office/drawing/2014/main" id="{3BA6E17C-BB49-BBBA-8C1D-74EFC2E0C8B6}"/>
              </a:ext>
            </a:extLst>
          </p:cNvPr>
          <p:cNvSpPr/>
          <p:nvPr/>
        </p:nvSpPr>
        <p:spPr>
          <a:xfrm>
            <a:off x="1033610" y="428562"/>
            <a:ext cx="2311400" cy="307777"/>
          </a:xfrm>
          <a:prstGeom prst="rect">
            <a:avLst/>
          </a:prstGeom>
        </p:spPr>
        <p:txBody>
          <a:bodyPr wrap="square">
            <a:spAutoFit/>
          </a:bodyPr>
          <a:lstStyle/>
          <a:p>
            <a:pPr rtl="1"/>
            <a:r>
              <a:rPr lang="ar-EG" sz="1400" b="1" dirty="0">
                <a:solidFill>
                  <a:srgbClr val="4D427A"/>
                </a:solidFill>
                <a:latin typeface="Sakkal Majalla" panose="02000000000000000000" pitchFamily="2" charset="-78"/>
                <a:cs typeface="Sakkal Majalla" panose="02000000000000000000" pitchFamily="2" charset="-78"/>
              </a:rPr>
              <a:t>المصدر:  وثيقة تحليل الوضع الحالي</a:t>
            </a:r>
          </a:p>
        </p:txBody>
      </p:sp>
      <p:sp>
        <p:nvSpPr>
          <p:cNvPr id="27" name="TextBox 96">
            <a:extLst>
              <a:ext uri="{FF2B5EF4-FFF2-40B4-BE49-F238E27FC236}">
                <a16:creationId xmlns:a16="http://schemas.microsoft.com/office/drawing/2014/main" id="{A32CDC8E-2C2F-D20D-BBC1-3B5106139699}"/>
              </a:ext>
            </a:extLst>
          </p:cNvPr>
          <p:cNvSpPr txBox="1"/>
          <p:nvPr/>
        </p:nvSpPr>
        <p:spPr>
          <a:xfrm>
            <a:off x="1510005" y="2783232"/>
            <a:ext cx="763029" cy="406265"/>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80000"/>
              </a:lnSpc>
            </a:pPr>
            <a:r>
              <a:rPr lang="en-US" sz="1600" b="1" dirty="0">
                <a:latin typeface="+mj-lt"/>
              </a:rPr>
              <a:t>STRENGTH</a:t>
            </a:r>
          </a:p>
          <a:p>
            <a:pPr algn="ctr">
              <a:lnSpc>
                <a:spcPct val="80000"/>
              </a:lnSpc>
            </a:pPr>
            <a:r>
              <a:rPr lang="ar-EG" sz="1600" b="1" dirty="0">
                <a:latin typeface="+mj-lt"/>
              </a:rPr>
              <a:t>نقاط القوة</a:t>
            </a:r>
            <a:endParaRPr lang="en-US" sz="1600" b="1" dirty="0">
              <a:latin typeface="+mj-lt"/>
            </a:endParaRPr>
          </a:p>
        </p:txBody>
      </p:sp>
      <p:sp>
        <p:nvSpPr>
          <p:cNvPr id="34" name="TextBox 94">
            <a:extLst>
              <a:ext uri="{FF2B5EF4-FFF2-40B4-BE49-F238E27FC236}">
                <a16:creationId xmlns:a16="http://schemas.microsoft.com/office/drawing/2014/main" id="{EEA31C2E-F69C-0535-FB8C-DCF6510A9225}"/>
              </a:ext>
            </a:extLst>
          </p:cNvPr>
          <p:cNvSpPr txBox="1"/>
          <p:nvPr/>
        </p:nvSpPr>
        <p:spPr>
          <a:xfrm>
            <a:off x="4254482" y="2783232"/>
            <a:ext cx="880049" cy="406265"/>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80000"/>
              </a:lnSpc>
            </a:pPr>
            <a:r>
              <a:rPr lang="en-US" sz="1600" b="1" dirty="0">
                <a:latin typeface="+mj-lt"/>
              </a:rPr>
              <a:t>WEAKNESS</a:t>
            </a:r>
            <a:endParaRPr lang="ar-EG" sz="1600" b="1" dirty="0">
              <a:latin typeface="+mj-lt"/>
            </a:endParaRPr>
          </a:p>
          <a:p>
            <a:pPr algn="ctr">
              <a:lnSpc>
                <a:spcPct val="80000"/>
              </a:lnSpc>
            </a:pPr>
            <a:r>
              <a:rPr lang="ar-EG" sz="1600" b="1" dirty="0">
                <a:latin typeface="+mj-lt"/>
              </a:rPr>
              <a:t>نقاط الضعف</a:t>
            </a:r>
            <a:r>
              <a:rPr lang="en-US" sz="1600" b="1" dirty="0">
                <a:latin typeface="+mj-lt"/>
              </a:rPr>
              <a:t> </a:t>
            </a:r>
          </a:p>
        </p:txBody>
      </p:sp>
      <p:sp>
        <p:nvSpPr>
          <p:cNvPr id="35" name="TextBox 118">
            <a:extLst>
              <a:ext uri="{FF2B5EF4-FFF2-40B4-BE49-F238E27FC236}">
                <a16:creationId xmlns:a16="http://schemas.microsoft.com/office/drawing/2014/main" id="{BBE34A71-DBB6-4893-3A27-E7C0C77E8A23}"/>
              </a:ext>
            </a:extLst>
          </p:cNvPr>
          <p:cNvSpPr txBox="1"/>
          <p:nvPr/>
        </p:nvSpPr>
        <p:spPr>
          <a:xfrm>
            <a:off x="6978922" y="2783232"/>
            <a:ext cx="1037142" cy="406265"/>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80000"/>
              </a:lnSpc>
            </a:pPr>
            <a:r>
              <a:rPr lang="en-US" sz="1600" b="1" dirty="0">
                <a:latin typeface="+mj-lt"/>
              </a:rPr>
              <a:t>OPPORTUNITY</a:t>
            </a:r>
            <a:endParaRPr lang="ar-EG" sz="1600" b="1" dirty="0">
              <a:latin typeface="+mj-lt"/>
            </a:endParaRPr>
          </a:p>
          <a:p>
            <a:pPr algn="ctr">
              <a:lnSpc>
                <a:spcPct val="80000"/>
              </a:lnSpc>
            </a:pPr>
            <a:r>
              <a:rPr lang="ar-EG" sz="1600" b="1" dirty="0">
                <a:latin typeface="+mj-lt"/>
              </a:rPr>
              <a:t>الفرص</a:t>
            </a:r>
            <a:endParaRPr lang="en-US" sz="1600" b="1" dirty="0">
              <a:latin typeface="+mj-lt"/>
            </a:endParaRPr>
          </a:p>
        </p:txBody>
      </p:sp>
      <p:sp>
        <p:nvSpPr>
          <p:cNvPr id="36" name="TextBox 116">
            <a:extLst>
              <a:ext uri="{FF2B5EF4-FFF2-40B4-BE49-F238E27FC236}">
                <a16:creationId xmlns:a16="http://schemas.microsoft.com/office/drawing/2014/main" id="{D90B487D-D4F8-2E52-62FB-CE778EC273ED}"/>
              </a:ext>
            </a:extLst>
          </p:cNvPr>
          <p:cNvSpPr txBox="1"/>
          <p:nvPr/>
        </p:nvSpPr>
        <p:spPr>
          <a:xfrm>
            <a:off x="10020757" y="2783232"/>
            <a:ext cx="559448" cy="406265"/>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80000"/>
              </a:lnSpc>
            </a:pPr>
            <a:r>
              <a:rPr lang="en-US" sz="1600" b="1" dirty="0">
                <a:latin typeface="+mj-lt"/>
              </a:rPr>
              <a:t>THREAT</a:t>
            </a:r>
            <a:endParaRPr lang="ar-EG" sz="1600" b="1" dirty="0">
              <a:latin typeface="+mj-lt"/>
            </a:endParaRPr>
          </a:p>
          <a:p>
            <a:pPr algn="ctr">
              <a:lnSpc>
                <a:spcPct val="80000"/>
              </a:lnSpc>
            </a:pPr>
            <a:r>
              <a:rPr lang="ar-EG" sz="1600" b="1" dirty="0">
                <a:latin typeface="+mj-lt"/>
              </a:rPr>
              <a:t>التهديد</a:t>
            </a:r>
            <a:endParaRPr lang="en-US" sz="1600" b="1" dirty="0">
              <a:latin typeface="+mj-lt"/>
            </a:endParaRPr>
          </a:p>
        </p:txBody>
      </p:sp>
      <p:sp>
        <p:nvSpPr>
          <p:cNvPr id="39" name="Freeform 62">
            <a:extLst>
              <a:ext uri="{FF2B5EF4-FFF2-40B4-BE49-F238E27FC236}">
                <a16:creationId xmlns:a16="http://schemas.microsoft.com/office/drawing/2014/main" id="{1ADC8ACC-ED27-C45C-6AE6-C5058E14A573}"/>
              </a:ext>
            </a:extLst>
          </p:cNvPr>
          <p:cNvSpPr>
            <a:spLocks/>
          </p:cNvSpPr>
          <p:nvPr/>
        </p:nvSpPr>
        <p:spPr bwMode="auto">
          <a:xfrm>
            <a:off x="1501378" y="1287464"/>
            <a:ext cx="3426084" cy="1468148"/>
          </a:xfrm>
          <a:custGeom>
            <a:avLst/>
            <a:gdLst>
              <a:gd name="T0" fmla="*/ 1513 w 1513"/>
              <a:gd name="T1" fmla="*/ 324 h 648"/>
              <a:gd name="T2" fmla="*/ 1189 w 1513"/>
              <a:gd name="T3" fmla="*/ 648 h 648"/>
              <a:gd name="T4" fmla="*/ 1027 w 1513"/>
              <a:gd name="T5" fmla="*/ 605 h 648"/>
              <a:gd name="T6" fmla="*/ 933 w 1513"/>
              <a:gd name="T7" fmla="*/ 554 h 648"/>
              <a:gd name="T8" fmla="*/ 581 w 1513"/>
              <a:gd name="T9" fmla="*/ 554 h 648"/>
              <a:gd name="T10" fmla="*/ 486 w 1513"/>
              <a:gd name="T11" fmla="*/ 605 h 648"/>
              <a:gd name="T12" fmla="*/ 324 w 1513"/>
              <a:gd name="T13" fmla="*/ 648 h 648"/>
              <a:gd name="T14" fmla="*/ 0 w 1513"/>
              <a:gd name="T15" fmla="*/ 324 h 648"/>
              <a:gd name="T16" fmla="*/ 324 w 1513"/>
              <a:gd name="T17" fmla="*/ 0 h 648"/>
              <a:gd name="T18" fmla="*/ 486 w 1513"/>
              <a:gd name="T19" fmla="*/ 44 h 648"/>
              <a:gd name="T20" fmla="*/ 581 w 1513"/>
              <a:gd name="T21" fmla="*/ 95 h 648"/>
              <a:gd name="T22" fmla="*/ 933 w 1513"/>
              <a:gd name="T23" fmla="*/ 95 h 648"/>
              <a:gd name="T24" fmla="*/ 1027 w 1513"/>
              <a:gd name="T25" fmla="*/ 44 h 648"/>
              <a:gd name="T26" fmla="*/ 1189 w 1513"/>
              <a:gd name="T27" fmla="*/ 0 h 648"/>
              <a:gd name="T28" fmla="*/ 1513 w 1513"/>
              <a:gd name="T29" fmla="*/ 324 h 6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3" h="648">
                <a:moveTo>
                  <a:pt x="1513" y="324"/>
                </a:moveTo>
                <a:cubicBezTo>
                  <a:pt x="1513" y="503"/>
                  <a:pt x="1368" y="648"/>
                  <a:pt x="1189" y="648"/>
                </a:cubicBezTo>
                <a:cubicBezTo>
                  <a:pt x="1130" y="648"/>
                  <a:pt x="1075" y="633"/>
                  <a:pt x="1027" y="605"/>
                </a:cubicBezTo>
                <a:cubicBezTo>
                  <a:pt x="996" y="591"/>
                  <a:pt x="965" y="573"/>
                  <a:pt x="933" y="554"/>
                </a:cubicBezTo>
                <a:cubicBezTo>
                  <a:pt x="825" y="488"/>
                  <a:pt x="689" y="488"/>
                  <a:pt x="581" y="554"/>
                </a:cubicBezTo>
                <a:cubicBezTo>
                  <a:pt x="549" y="573"/>
                  <a:pt x="517" y="591"/>
                  <a:pt x="486" y="605"/>
                </a:cubicBezTo>
                <a:cubicBezTo>
                  <a:pt x="439" y="633"/>
                  <a:pt x="383" y="648"/>
                  <a:pt x="324" y="648"/>
                </a:cubicBezTo>
                <a:cubicBezTo>
                  <a:pt x="145" y="648"/>
                  <a:pt x="0" y="503"/>
                  <a:pt x="0" y="324"/>
                </a:cubicBezTo>
                <a:cubicBezTo>
                  <a:pt x="0" y="145"/>
                  <a:pt x="145" y="0"/>
                  <a:pt x="324" y="0"/>
                </a:cubicBezTo>
                <a:cubicBezTo>
                  <a:pt x="383" y="0"/>
                  <a:pt x="439" y="16"/>
                  <a:pt x="486" y="44"/>
                </a:cubicBezTo>
                <a:cubicBezTo>
                  <a:pt x="517" y="58"/>
                  <a:pt x="549" y="75"/>
                  <a:pt x="581" y="95"/>
                </a:cubicBezTo>
                <a:cubicBezTo>
                  <a:pt x="689" y="161"/>
                  <a:pt x="825" y="161"/>
                  <a:pt x="933" y="95"/>
                </a:cubicBezTo>
                <a:cubicBezTo>
                  <a:pt x="965" y="75"/>
                  <a:pt x="996" y="58"/>
                  <a:pt x="1027" y="44"/>
                </a:cubicBezTo>
                <a:cubicBezTo>
                  <a:pt x="1075" y="16"/>
                  <a:pt x="1130" y="0"/>
                  <a:pt x="1189" y="0"/>
                </a:cubicBezTo>
                <a:cubicBezTo>
                  <a:pt x="1368" y="0"/>
                  <a:pt x="1513" y="145"/>
                  <a:pt x="1513" y="324"/>
                </a:cubicBezTo>
                <a:close/>
              </a:path>
            </a:pathLst>
          </a:custGeom>
          <a:gradFill flip="none" rotWithShape="1">
            <a:gsLst>
              <a:gs pos="100000">
                <a:schemeClr val="tx1">
                  <a:lumMod val="50000"/>
                  <a:lumOff val="50000"/>
                </a:schemeClr>
              </a:gs>
              <a:gs pos="75000">
                <a:schemeClr val="tx1">
                  <a:lumMod val="50000"/>
                  <a:lumOff val="50000"/>
                </a:schemeClr>
              </a:gs>
              <a:gs pos="44000">
                <a:schemeClr val="accent1"/>
              </a:gs>
              <a:gs pos="0">
                <a:schemeClr val="accent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E2F9C5D6-8EC1-B731-FBAF-BF9107B5A783}"/>
              </a:ext>
            </a:extLst>
          </p:cNvPr>
          <p:cNvSpPr>
            <a:spLocks noChangeArrowheads="1"/>
          </p:cNvSpPr>
          <p:nvPr/>
        </p:nvSpPr>
        <p:spPr bwMode="auto">
          <a:xfrm>
            <a:off x="3699461" y="1483735"/>
            <a:ext cx="1075920" cy="1076910"/>
          </a:xfrm>
          <a:prstGeom prst="ellipse">
            <a:avLst/>
          </a:prstGeom>
          <a:solidFill>
            <a:schemeClr val="bg1">
              <a:alpha val="24000"/>
            </a:schemeClr>
          </a:solidFill>
          <a:ln w="19050" cap="flat">
            <a:solidFill>
              <a:schemeClr val="bg1"/>
            </a:solidFill>
            <a:prstDash val="solid"/>
            <a:miter lim="800000"/>
            <a:headEnd/>
            <a:tailEnd/>
          </a:ln>
        </p:spPr>
        <p:txBody>
          <a:bodyPr vert="horz" wrap="square" lIns="91440" tIns="45720" rIns="91440" bIns="4572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d-ID" sz="4800" b="1" dirty="0">
                <a:solidFill>
                  <a:schemeClr val="bg1"/>
                </a:solidFill>
                <a:latin typeface="+mj-lt"/>
              </a:rPr>
              <a:t>W</a:t>
            </a:r>
            <a:endParaRPr lang="en-US" sz="4800" b="1" dirty="0">
              <a:solidFill>
                <a:schemeClr val="bg1"/>
              </a:solidFill>
              <a:latin typeface="+mj-lt"/>
            </a:endParaRPr>
          </a:p>
        </p:txBody>
      </p:sp>
      <p:sp>
        <p:nvSpPr>
          <p:cNvPr id="41" name="Oval 40">
            <a:extLst>
              <a:ext uri="{FF2B5EF4-FFF2-40B4-BE49-F238E27FC236}">
                <a16:creationId xmlns:a16="http://schemas.microsoft.com/office/drawing/2014/main" id="{3CE3FAE0-2CA2-9EBD-328A-153543F0A568}"/>
              </a:ext>
            </a:extLst>
          </p:cNvPr>
          <p:cNvSpPr>
            <a:spLocks noChangeArrowheads="1"/>
          </p:cNvSpPr>
          <p:nvPr/>
        </p:nvSpPr>
        <p:spPr bwMode="auto">
          <a:xfrm>
            <a:off x="1653444" y="1483735"/>
            <a:ext cx="1075824" cy="1076910"/>
          </a:xfrm>
          <a:prstGeom prst="ellipse">
            <a:avLst/>
          </a:prstGeom>
          <a:solidFill>
            <a:schemeClr val="bg1">
              <a:alpha val="24000"/>
            </a:schemeClr>
          </a:solidFill>
          <a:ln w="19050" cap="flat">
            <a:solidFill>
              <a:schemeClr val="bg1"/>
            </a:solidFill>
            <a:prstDash val="solid"/>
            <a:miter lim="800000"/>
            <a:headEnd/>
            <a:tailEnd/>
          </a:ln>
        </p:spPr>
        <p:txBody>
          <a:bodyPr vert="horz" wrap="square" lIns="91440" tIns="45720" rIns="91440" bIns="4572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d-ID" sz="6600" b="1" dirty="0">
                <a:solidFill>
                  <a:schemeClr val="bg1"/>
                </a:solidFill>
                <a:latin typeface="+mj-lt"/>
              </a:rPr>
              <a:t>S</a:t>
            </a:r>
            <a:endParaRPr lang="en-US" sz="6600" b="1" dirty="0">
              <a:solidFill>
                <a:schemeClr val="bg1"/>
              </a:solidFill>
              <a:latin typeface="+mj-lt"/>
            </a:endParaRPr>
          </a:p>
        </p:txBody>
      </p:sp>
      <p:sp>
        <p:nvSpPr>
          <p:cNvPr id="43" name="Freeform 66">
            <a:extLst>
              <a:ext uri="{FF2B5EF4-FFF2-40B4-BE49-F238E27FC236}">
                <a16:creationId xmlns:a16="http://schemas.microsoft.com/office/drawing/2014/main" id="{81B9E4DF-D813-330D-9D04-A70F27EFAEA4}"/>
              </a:ext>
            </a:extLst>
          </p:cNvPr>
          <p:cNvSpPr>
            <a:spLocks/>
          </p:cNvSpPr>
          <p:nvPr/>
        </p:nvSpPr>
        <p:spPr bwMode="auto">
          <a:xfrm>
            <a:off x="7264517" y="1287464"/>
            <a:ext cx="3426084" cy="1468148"/>
          </a:xfrm>
          <a:custGeom>
            <a:avLst/>
            <a:gdLst>
              <a:gd name="T0" fmla="*/ 1513 w 1513"/>
              <a:gd name="T1" fmla="*/ 324 h 648"/>
              <a:gd name="T2" fmla="*/ 1189 w 1513"/>
              <a:gd name="T3" fmla="*/ 648 h 648"/>
              <a:gd name="T4" fmla="*/ 1027 w 1513"/>
              <a:gd name="T5" fmla="*/ 605 h 648"/>
              <a:gd name="T6" fmla="*/ 933 w 1513"/>
              <a:gd name="T7" fmla="*/ 554 h 648"/>
              <a:gd name="T8" fmla="*/ 581 w 1513"/>
              <a:gd name="T9" fmla="*/ 554 h 648"/>
              <a:gd name="T10" fmla="*/ 486 w 1513"/>
              <a:gd name="T11" fmla="*/ 605 h 648"/>
              <a:gd name="T12" fmla="*/ 324 w 1513"/>
              <a:gd name="T13" fmla="*/ 648 h 648"/>
              <a:gd name="T14" fmla="*/ 0 w 1513"/>
              <a:gd name="T15" fmla="*/ 324 h 648"/>
              <a:gd name="T16" fmla="*/ 324 w 1513"/>
              <a:gd name="T17" fmla="*/ 0 h 648"/>
              <a:gd name="T18" fmla="*/ 486 w 1513"/>
              <a:gd name="T19" fmla="*/ 44 h 648"/>
              <a:gd name="T20" fmla="*/ 581 w 1513"/>
              <a:gd name="T21" fmla="*/ 95 h 648"/>
              <a:gd name="T22" fmla="*/ 933 w 1513"/>
              <a:gd name="T23" fmla="*/ 95 h 648"/>
              <a:gd name="T24" fmla="*/ 1027 w 1513"/>
              <a:gd name="T25" fmla="*/ 44 h 648"/>
              <a:gd name="T26" fmla="*/ 1189 w 1513"/>
              <a:gd name="T27" fmla="*/ 0 h 648"/>
              <a:gd name="T28" fmla="*/ 1513 w 1513"/>
              <a:gd name="T29" fmla="*/ 324 h 6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3" h="648">
                <a:moveTo>
                  <a:pt x="1513" y="324"/>
                </a:moveTo>
                <a:cubicBezTo>
                  <a:pt x="1513" y="503"/>
                  <a:pt x="1368" y="648"/>
                  <a:pt x="1189" y="648"/>
                </a:cubicBezTo>
                <a:cubicBezTo>
                  <a:pt x="1130" y="648"/>
                  <a:pt x="1075" y="633"/>
                  <a:pt x="1027" y="605"/>
                </a:cubicBezTo>
                <a:cubicBezTo>
                  <a:pt x="996" y="591"/>
                  <a:pt x="965" y="573"/>
                  <a:pt x="933" y="554"/>
                </a:cubicBezTo>
                <a:cubicBezTo>
                  <a:pt x="825" y="488"/>
                  <a:pt x="689" y="488"/>
                  <a:pt x="581" y="554"/>
                </a:cubicBezTo>
                <a:cubicBezTo>
                  <a:pt x="549" y="573"/>
                  <a:pt x="517" y="591"/>
                  <a:pt x="486" y="605"/>
                </a:cubicBezTo>
                <a:cubicBezTo>
                  <a:pt x="439" y="633"/>
                  <a:pt x="383" y="648"/>
                  <a:pt x="324" y="648"/>
                </a:cubicBezTo>
                <a:cubicBezTo>
                  <a:pt x="145" y="648"/>
                  <a:pt x="0" y="503"/>
                  <a:pt x="0" y="324"/>
                </a:cubicBezTo>
                <a:cubicBezTo>
                  <a:pt x="0" y="145"/>
                  <a:pt x="145" y="0"/>
                  <a:pt x="324" y="0"/>
                </a:cubicBezTo>
                <a:cubicBezTo>
                  <a:pt x="383" y="0"/>
                  <a:pt x="439" y="16"/>
                  <a:pt x="486" y="44"/>
                </a:cubicBezTo>
                <a:cubicBezTo>
                  <a:pt x="517" y="58"/>
                  <a:pt x="549" y="75"/>
                  <a:pt x="581" y="95"/>
                </a:cubicBezTo>
                <a:cubicBezTo>
                  <a:pt x="689" y="161"/>
                  <a:pt x="825" y="161"/>
                  <a:pt x="933" y="95"/>
                </a:cubicBezTo>
                <a:cubicBezTo>
                  <a:pt x="965" y="75"/>
                  <a:pt x="996" y="58"/>
                  <a:pt x="1027" y="44"/>
                </a:cubicBezTo>
                <a:cubicBezTo>
                  <a:pt x="1075" y="16"/>
                  <a:pt x="1130" y="0"/>
                  <a:pt x="1189" y="0"/>
                </a:cubicBezTo>
                <a:cubicBezTo>
                  <a:pt x="1368" y="0"/>
                  <a:pt x="1513" y="145"/>
                  <a:pt x="1513" y="324"/>
                </a:cubicBezTo>
                <a:close/>
              </a:path>
            </a:pathLst>
          </a:custGeom>
          <a:gradFill flip="none" rotWithShape="1">
            <a:gsLst>
              <a:gs pos="100000">
                <a:srgbClr val="CA0D45"/>
              </a:gs>
              <a:gs pos="73000">
                <a:srgbClr val="CA0D45"/>
              </a:gs>
              <a:gs pos="42000">
                <a:schemeClr val="accent4"/>
              </a:gs>
              <a:gs pos="0">
                <a:schemeClr val="accent4">
                  <a:lumMod val="75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chemeClr val="lt1"/>
              </a:solidFill>
            </a:endParaRPr>
          </a:p>
        </p:txBody>
      </p:sp>
      <p:sp>
        <p:nvSpPr>
          <p:cNvPr id="44" name="Oval 43">
            <a:extLst>
              <a:ext uri="{FF2B5EF4-FFF2-40B4-BE49-F238E27FC236}">
                <a16:creationId xmlns:a16="http://schemas.microsoft.com/office/drawing/2014/main" id="{058AD0F9-3E22-89A2-5461-9FA576232B95}"/>
              </a:ext>
            </a:extLst>
          </p:cNvPr>
          <p:cNvSpPr>
            <a:spLocks noChangeArrowheads="1"/>
          </p:cNvSpPr>
          <p:nvPr/>
        </p:nvSpPr>
        <p:spPr bwMode="auto">
          <a:xfrm>
            <a:off x="9462600" y="1483735"/>
            <a:ext cx="1075920" cy="1076910"/>
          </a:xfrm>
          <a:prstGeom prst="ellipse">
            <a:avLst/>
          </a:prstGeom>
          <a:solidFill>
            <a:schemeClr val="bg1">
              <a:alpha val="24000"/>
            </a:schemeClr>
          </a:solidFill>
          <a:ln w="19050" cap="flat">
            <a:solidFill>
              <a:schemeClr val="bg1"/>
            </a:solidFill>
            <a:prstDash val="solid"/>
            <a:miter lim="800000"/>
            <a:headEnd/>
            <a:tailEnd/>
          </a:ln>
        </p:spPr>
        <p:txBody>
          <a:bodyPr vert="horz" wrap="square" lIns="91440" tIns="45720" rIns="91440" bIns="4572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d-ID" sz="4800" b="1" dirty="0">
                <a:solidFill>
                  <a:schemeClr val="bg1"/>
                </a:solidFill>
                <a:latin typeface="+mj-lt"/>
              </a:rPr>
              <a:t>T</a:t>
            </a:r>
            <a:endParaRPr lang="en-US" sz="4800" b="1" dirty="0">
              <a:solidFill>
                <a:schemeClr val="bg1"/>
              </a:solidFill>
              <a:latin typeface="+mj-lt"/>
            </a:endParaRPr>
          </a:p>
        </p:txBody>
      </p:sp>
      <p:sp>
        <p:nvSpPr>
          <p:cNvPr id="45" name="Oval 44">
            <a:extLst>
              <a:ext uri="{FF2B5EF4-FFF2-40B4-BE49-F238E27FC236}">
                <a16:creationId xmlns:a16="http://schemas.microsoft.com/office/drawing/2014/main" id="{D87A93AA-33DC-A1B1-33A5-A1BE0FF3F478}"/>
              </a:ext>
            </a:extLst>
          </p:cNvPr>
          <p:cNvSpPr>
            <a:spLocks noChangeArrowheads="1"/>
          </p:cNvSpPr>
          <p:nvPr/>
        </p:nvSpPr>
        <p:spPr bwMode="auto">
          <a:xfrm>
            <a:off x="7416583" y="1483735"/>
            <a:ext cx="1075824" cy="1076910"/>
          </a:xfrm>
          <a:prstGeom prst="ellipse">
            <a:avLst/>
          </a:prstGeom>
          <a:solidFill>
            <a:schemeClr val="bg1">
              <a:alpha val="24000"/>
            </a:schemeClr>
          </a:solidFill>
          <a:ln w="19050" cap="flat">
            <a:solidFill>
              <a:schemeClr val="bg1"/>
            </a:solidFill>
            <a:prstDash val="solid"/>
            <a:miter lim="800000"/>
            <a:headEnd/>
            <a:tailEnd/>
          </a:ln>
        </p:spPr>
        <p:txBody>
          <a:bodyPr vert="horz" wrap="square" lIns="91440" tIns="45720" rIns="91440" bIns="4572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d-ID" sz="6600" b="1" dirty="0">
                <a:solidFill>
                  <a:schemeClr val="bg1"/>
                </a:solidFill>
                <a:latin typeface="+mj-lt"/>
              </a:rPr>
              <a:t>O</a:t>
            </a:r>
            <a:endParaRPr lang="en-US" sz="6600" b="1" dirty="0">
              <a:solidFill>
                <a:schemeClr val="bg1"/>
              </a:solidFill>
              <a:latin typeface="+mj-lt"/>
            </a:endParaRPr>
          </a:p>
        </p:txBody>
      </p:sp>
      <p:grpSp>
        <p:nvGrpSpPr>
          <p:cNvPr id="46" name="Group 45">
            <a:extLst>
              <a:ext uri="{FF2B5EF4-FFF2-40B4-BE49-F238E27FC236}">
                <a16:creationId xmlns:a16="http://schemas.microsoft.com/office/drawing/2014/main" id="{5D7DB66E-949F-CCF2-BDCB-1452E242B67D}"/>
              </a:ext>
            </a:extLst>
          </p:cNvPr>
          <p:cNvGrpSpPr/>
          <p:nvPr/>
        </p:nvGrpSpPr>
        <p:grpSpPr>
          <a:xfrm>
            <a:off x="5371832" y="1255349"/>
            <a:ext cx="1448336" cy="1692266"/>
            <a:chOff x="5291028" y="1568049"/>
            <a:chExt cx="1609952" cy="1881105"/>
          </a:xfrm>
        </p:grpSpPr>
        <p:sp>
          <p:nvSpPr>
            <p:cNvPr id="47" name="TextBox 133">
              <a:extLst>
                <a:ext uri="{FF2B5EF4-FFF2-40B4-BE49-F238E27FC236}">
                  <a16:creationId xmlns:a16="http://schemas.microsoft.com/office/drawing/2014/main" id="{B74F1265-3F90-F68E-BDDE-0F511BA31D48}"/>
                </a:ext>
              </a:extLst>
            </p:cNvPr>
            <p:cNvSpPr txBox="1"/>
            <p:nvPr/>
          </p:nvSpPr>
          <p:spPr>
            <a:xfrm>
              <a:off x="5291028" y="2055652"/>
              <a:ext cx="1609952" cy="957939"/>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ar-EG" sz="2800" b="1" dirty="0">
                  <a:latin typeface="+mj-lt"/>
                </a:rPr>
                <a:t>التحليل الرباعي</a:t>
              </a:r>
              <a:endParaRPr lang="en-US" sz="2800" b="1" dirty="0">
                <a:solidFill>
                  <a:schemeClr val="accent3"/>
                </a:solidFill>
                <a:latin typeface="+mj-lt"/>
              </a:endParaRPr>
            </a:p>
          </p:txBody>
        </p:sp>
        <p:grpSp>
          <p:nvGrpSpPr>
            <p:cNvPr id="48" name="Group 47">
              <a:extLst>
                <a:ext uri="{FF2B5EF4-FFF2-40B4-BE49-F238E27FC236}">
                  <a16:creationId xmlns:a16="http://schemas.microsoft.com/office/drawing/2014/main" id="{80490F03-23EC-072E-440E-07C8346679C1}"/>
                </a:ext>
              </a:extLst>
            </p:cNvPr>
            <p:cNvGrpSpPr/>
            <p:nvPr/>
          </p:nvGrpSpPr>
          <p:grpSpPr>
            <a:xfrm>
              <a:off x="5909310" y="3086865"/>
              <a:ext cx="373380" cy="362289"/>
              <a:chOff x="5920743" y="3086865"/>
              <a:chExt cx="373380" cy="362289"/>
            </a:xfrm>
          </p:grpSpPr>
          <p:cxnSp>
            <p:nvCxnSpPr>
              <p:cNvPr id="53" name="Straight Connector 52">
                <a:extLst>
                  <a:ext uri="{FF2B5EF4-FFF2-40B4-BE49-F238E27FC236}">
                    <a16:creationId xmlns:a16="http://schemas.microsoft.com/office/drawing/2014/main" id="{FF9FAA25-8017-BA66-5ECA-D49FE93AE992}"/>
                  </a:ext>
                </a:extLst>
              </p:cNvPr>
              <p:cNvCxnSpPr>
                <a:cxnSpLocks/>
              </p:cNvCxnSpPr>
              <p:nvPr/>
            </p:nvCxnSpPr>
            <p:spPr>
              <a:xfrm flipV="1">
                <a:off x="6107433" y="3086865"/>
                <a:ext cx="0" cy="36228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98CD48EA-B052-4993-478F-8351828F88A2}"/>
                  </a:ext>
                </a:extLst>
              </p:cNvPr>
              <p:cNvCxnSpPr>
                <a:cxnSpLocks/>
              </p:cNvCxnSpPr>
              <p:nvPr/>
            </p:nvCxnSpPr>
            <p:spPr>
              <a:xfrm flipV="1">
                <a:off x="5920743" y="3086865"/>
                <a:ext cx="0" cy="193918"/>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C2200140-C039-F777-3CEE-1E46B3432410}"/>
                  </a:ext>
                </a:extLst>
              </p:cNvPr>
              <p:cNvCxnSpPr>
                <a:cxnSpLocks/>
              </p:cNvCxnSpPr>
              <p:nvPr/>
            </p:nvCxnSpPr>
            <p:spPr>
              <a:xfrm flipV="1">
                <a:off x="6294123" y="3086865"/>
                <a:ext cx="0" cy="193918"/>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49" name="Group 48">
              <a:extLst>
                <a:ext uri="{FF2B5EF4-FFF2-40B4-BE49-F238E27FC236}">
                  <a16:creationId xmlns:a16="http://schemas.microsoft.com/office/drawing/2014/main" id="{536FFED5-4889-CEC1-6544-BE698E332483}"/>
                </a:ext>
              </a:extLst>
            </p:cNvPr>
            <p:cNvGrpSpPr/>
            <p:nvPr/>
          </p:nvGrpSpPr>
          <p:grpSpPr>
            <a:xfrm rot="10800000">
              <a:off x="5909310" y="1568049"/>
              <a:ext cx="373380" cy="362289"/>
              <a:chOff x="5920743" y="3086865"/>
              <a:chExt cx="373380" cy="362289"/>
            </a:xfrm>
          </p:grpSpPr>
          <p:cxnSp>
            <p:nvCxnSpPr>
              <p:cNvPr id="50" name="Straight Connector 49">
                <a:extLst>
                  <a:ext uri="{FF2B5EF4-FFF2-40B4-BE49-F238E27FC236}">
                    <a16:creationId xmlns:a16="http://schemas.microsoft.com/office/drawing/2014/main" id="{BBB980AA-4D79-8C6A-F9EF-56C39FAD9610}"/>
                  </a:ext>
                </a:extLst>
              </p:cNvPr>
              <p:cNvCxnSpPr>
                <a:cxnSpLocks/>
              </p:cNvCxnSpPr>
              <p:nvPr/>
            </p:nvCxnSpPr>
            <p:spPr>
              <a:xfrm flipV="1">
                <a:off x="6107433" y="3086865"/>
                <a:ext cx="0" cy="36228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F577186-6256-5257-9D18-5B6A608E62B1}"/>
                  </a:ext>
                </a:extLst>
              </p:cNvPr>
              <p:cNvCxnSpPr>
                <a:cxnSpLocks/>
              </p:cNvCxnSpPr>
              <p:nvPr/>
            </p:nvCxnSpPr>
            <p:spPr>
              <a:xfrm flipV="1">
                <a:off x="5920743" y="3086865"/>
                <a:ext cx="0" cy="193918"/>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B5F3A4B4-9464-9299-5C73-28D70B85AF4D}"/>
                  </a:ext>
                </a:extLst>
              </p:cNvPr>
              <p:cNvCxnSpPr>
                <a:cxnSpLocks/>
              </p:cNvCxnSpPr>
              <p:nvPr/>
            </p:nvCxnSpPr>
            <p:spPr>
              <a:xfrm flipV="1">
                <a:off x="6294123" y="3086865"/>
                <a:ext cx="0" cy="193918"/>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grpSp>
      <p:grpSp>
        <p:nvGrpSpPr>
          <p:cNvPr id="56" name="Group 55">
            <a:extLst>
              <a:ext uri="{FF2B5EF4-FFF2-40B4-BE49-F238E27FC236}">
                <a16:creationId xmlns:a16="http://schemas.microsoft.com/office/drawing/2014/main" id="{FEA20DE3-8D8C-D238-5598-7AEA7B9626FE}"/>
              </a:ext>
            </a:extLst>
          </p:cNvPr>
          <p:cNvGrpSpPr/>
          <p:nvPr/>
        </p:nvGrpSpPr>
        <p:grpSpPr>
          <a:xfrm>
            <a:off x="2053544" y="2234892"/>
            <a:ext cx="275624" cy="273723"/>
            <a:chOff x="7021513" y="2532063"/>
            <a:chExt cx="230188" cy="228600"/>
          </a:xfrm>
          <a:solidFill>
            <a:schemeClr val="bg1"/>
          </a:solidFill>
        </p:grpSpPr>
        <p:sp>
          <p:nvSpPr>
            <p:cNvPr id="57" name="Freeform 48">
              <a:extLst>
                <a:ext uri="{FF2B5EF4-FFF2-40B4-BE49-F238E27FC236}">
                  <a16:creationId xmlns:a16="http://schemas.microsoft.com/office/drawing/2014/main" id="{CFB1D375-214F-CDBC-4EE4-FFA0CB292375}"/>
                </a:ext>
              </a:extLst>
            </p:cNvPr>
            <p:cNvSpPr>
              <a:spLocks/>
            </p:cNvSpPr>
            <p:nvPr/>
          </p:nvSpPr>
          <p:spPr bwMode="auto">
            <a:xfrm>
              <a:off x="7021513" y="2601913"/>
              <a:ext cx="144463" cy="158750"/>
            </a:xfrm>
            <a:custGeom>
              <a:avLst/>
              <a:gdLst>
                <a:gd name="T0" fmla="*/ 243 w 455"/>
                <a:gd name="T1" fmla="*/ 406 h 496"/>
                <a:gd name="T2" fmla="*/ 215 w 455"/>
                <a:gd name="T3" fmla="*/ 425 h 496"/>
                <a:gd name="T4" fmla="*/ 187 w 455"/>
                <a:gd name="T5" fmla="*/ 435 h 496"/>
                <a:gd name="T6" fmla="*/ 159 w 455"/>
                <a:gd name="T7" fmla="*/ 435 h 496"/>
                <a:gd name="T8" fmla="*/ 135 w 455"/>
                <a:gd name="T9" fmla="*/ 427 h 496"/>
                <a:gd name="T10" fmla="*/ 115 w 455"/>
                <a:gd name="T11" fmla="*/ 412 h 496"/>
                <a:gd name="T12" fmla="*/ 74 w 455"/>
                <a:gd name="T13" fmla="*/ 369 h 496"/>
                <a:gd name="T14" fmla="*/ 64 w 455"/>
                <a:gd name="T15" fmla="*/ 346 h 496"/>
                <a:gd name="T16" fmla="*/ 60 w 455"/>
                <a:gd name="T17" fmla="*/ 321 h 496"/>
                <a:gd name="T18" fmla="*/ 63 w 455"/>
                <a:gd name="T19" fmla="*/ 297 h 496"/>
                <a:gd name="T20" fmla="*/ 74 w 455"/>
                <a:gd name="T21" fmla="*/ 273 h 496"/>
                <a:gd name="T22" fmla="*/ 250 w 455"/>
                <a:gd name="T23" fmla="*/ 95 h 496"/>
                <a:gd name="T24" fmla="*/ 279 w 455"/>
                <a:gd name="T25" fmla="*/ 71 h 496"/>
                <a:gd name="T26" fmla="*/ 308 w 455"/>
                <a:gd name="T27" fmla="*/ 61 h 496"/>
                <a:gd name="T28" fmla="*/ 336 w 455"/>
                <a:gd name="T29" fmla="*/ 61 h 496"/>
                <a:gd name="T30" fmla="*/ 365 w 455"/>
                <a:gd name="T31" fmla="*/ 72 h 496"/>
                <a:gd name="T32" fmla="*/ 391 w 455"/>
                <a:gd name="T33" fmla="*/ 96 h 496"/>
                <a:gd name="T34" fmla="*/ 409 w 455"/>
                <a:gd name="T35" fmla="*/ 114 h 496"/>
                <a:gd name="T36" fmla="*/ 426 w 455"/>
                <a:gd name="T37" fmla="*/ 119 h 496"/>
                <a:gd name="T38" fmla="*/ 442 w 455"/>
                <a:gd name="T39" fmla="*/ 112 h 496"/>
                <a:gd name="T40" fmla="*/ 452 w 455"/>
                <a:gd name="T41" fmla="*/ 98 h 496"/>
                <a:gd name="T42" fmla="*/ 454 w 455"/>
                <a:gd name="T43" fmla="*/ 81 h 496"/>
                <a:gd name="T44" fmla="*/ 435 w 455"/>
                <a:gd name="T45" fmla="*/ 55 h 496"/>
                <a:gd name="T46" fmla="*/ 394 w 455"/>
                <a:gd name="T47" fmla="*/ 20 h 496"/>
                <a:gd name="T48" fmla="*/ 346 w 455"/>
                <a:gd name="T49" fmla="*/ 2 h 496"/>
                <a:gd name="T50" fmla="*/ 306 w 455"/>
                <a:gd name="T51" fmla="*/ 0 h 496"/>
                <a:gd name="T52" fmla="*/ 259 w 455"/>
                <a:gd name="T53" fmla="*/ 15 h 496"/>
                <a:gd name="T54" fmla="*/ 225 w 455"/>
                <a:gd name="T55" fmla="*/ 36 h 496"/>
                <a:gd name="T56" fmla="*/ 43 w 455"/>
                <a:gd name="T57" fmla="*/ 217 h 496"/>
                <a:gd name="T58" fmla="*/ 17 w 455"/>
                <a:gd name="T59" fmla="*/ 253 h 496"/>
                <a:gd name="T60" fmla="*/ 3 w 455"/>
                <a:gd name="T61" fmla="*/ 293 h 496"/>
                <a:gd name="T62" fmla="*/ 1 w 455"/>
                <a:gd name="T63" fmla="*/ 335 h 496"/>
                <a:gd name="T64" fmla="*/ 11 w 455"/>
                <a:gd name="T65" fmla="*/ 377 h 496"/>
                <a:gd name="T66" fmla="*/ 32 w 455"/>
                <a:gd name="T67" fmla="*/ 414 h 496"/>
                <a:gd name="T68" fmla="*/ 82 w 455"/>
                <a:gd name="T69" fmla="*/ 465 h 496"/>
                <a:gd name="T70" fmla="*/ 118 w 455"/>
                <a:gd name="T71" fmla="*/ 485 h 496"/>
                <a:gd name="T72" fmla="*/ 158 w 455"/>
                <a:gd name="T73" fmla="*/ 495 h 496"/>
                <a:gd name="T74" fmla="*/ 180 w 455"/>
                <a:gd name="T75" fmla="*/ 496 h 496"/>
                <a:gd name="T76" fmla="*/ 225 w 455"/>
                <a:gd name="T77" fmla="*/ 486 h 496"/>
                <a:gd name="T78" fmla="*/ 269 w 455"/>
                <a:gd name="T79" fmla="*/ 463 h 496"/>
                <a:gd name="T80" fmla="*/ 389 w 455"/>
                <a:gd name="T81" fmla="*/ 346 h 496"/>
                <a:gd name="T82" fmla="*/ 398 w 455"/>
                <a:gd name="T83" fmla="*/ 331 h 496"/>
                <a:gd name="T84" fmla="*/ 396 w 455"/>
                <a:gd name="T85" fmla="*/ 314 h 496"/>
                <a:gd name="T86" fmla="*/ 385 w 455"/>
                <a:gd name="T87" fmla="*/ 300 h 496"/>
                <a:gd name="T88" fmla="*/ 368 w 455"/>
                <a:gd name="T89" fmla="*/ 294 h 496"/>
                <a:gd name="T90" fmla="*/ 352 w 455"/>
                <a:gd name="T91" fmla="*/ 300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5" h="496">
                  <a:moveTo>
                    <a:pt x="347" y="303"/>
                  </a:moveTo>
                  <a:lnTo>
                    <a:pt x="253" y="397"/>
                  </a:lnTo>
                  <a:lnTo>
                    <a:pt x="243" y="406"/>
                  </a:lnTo>
                  <a:lnTo>
                    <a:pt x="235" y="413"/>
                  </a:lnTo>
                  <a:lnTo>
                    <a:pt x="225" y="420"/>
                  </a:lnTo>
                  <a:lnTo>
                    <a:pt x="215" y="425"/>
                  </a:lnTo>
                  <a:lnTo>
                    <a:pt x="206" y="429"/>
                  </a:lnTo>
                  <a:lnTo>
                    <a:pt x="196" y="433"/>
                  </a:lnTo>
                  <a:lnTo>
                    <a:pt x="187" y="435"/>
                  </a:lnTo>
                  <a:lnTo>
                    <a:pt x="176" y="436"/>
                  </a:lnTo>
                  <a:lnTo>
                    <a:pt x="167" y="436"/>
                  </a:lnTo>
                  <a:lnTo>
                    <a:pt x="159" y="435"/>
                  </a:lnTo>
                  <a:lnTo>
                    <a:pt x="151" y="434"/>
                  </a:lnTo>
                  <a:lnTo>
                    <a:pt x="143" y="431"/>
                  </a:lnTo>
                  <a:lnTo>
                    <a:pt x="135" y="427"/>
                  </a:lnTo>
                  <a:lnTo>
                    <a:pt x="128" y="423"/>
                  </a:lnTo>
                  <a:lnTo>
                    <a:pt x="121" y="419"/>
                  </a:lnTo>
                  <a:lnTo>
                    <a:pt x="115" y="412"/>
                  </a:lnTo>
                  <a:lnTo>
                    <a:pt x="85" y="382"/>
                  </a:lnTo>
                  <a:lnTo>
                    <a:pt x="79" y="376"/>
                  </a:lnTo>
                  <a:lnTo>
                    <a:pt x="74" y="369"/>
                  </a:lnTo>
                  <a:lnTo>
                    <a:pt x="70" y="362"/>
                  </a:lnTo>
                  <a:lnTo>
                    <a:pt x="66" y="354"/>
                  </a:lnTo>
                  <a:lnTo>
                    <a:pt x="64" y="346"/>
                  </a:lnTo>
                  <a:lnTo>
                    <a:pt x="62" y="338"/>
                  </a:lnTo>
                  <a:lnTo>
                    <a:pt x="61" y="330"/>
                  </a:lnTo>
                  <a:lnTo>
                    <a:pt x="60" y="321"/>
                  </a:lnTo>
                  <a:lnTo>
                    <a:pt x="61" y="313"/>
                  </a:lnTo>
                  <a:lnTo>
                    <a:pt x="62" y="305"/>
                  </a:lnTo>
                  <a:lnTo>
                    <a:pt x="63" y="297"/>
                  </a:lnTo>
                  <a:lnTo>
                    <a:pt x="66" y="288"/>
                  </a:lnTo>
                  <a:lnTo>
                    <a:pt x="70" y="280"/>
                  </a:lnTo>
                  <a:lnTo>
                    <a:pt x="74" y="273"/>
                  </a:lnTo>
                  <a:lnTo>
                    <a:pt x="79" y="267"/>
                  </a:lnTo>
                  <a:lnTo>
                    <a:pt x="85" y="260"/>
                  </a:lnTo>
                  <a:lnTo>
                    <a:pt x="250" y="95"/>
                  </a:lnTo>
                  <a:lnTo>
                    <a:pt x="259" y="85"/>
                  </a:lnTo>
                  <a:lnTo>
                    <a:pt x="269" y="78"/>
                  </a:lnTo>
                  <a:lnTo>
                    <a:pt x="279" y="71"/>
                  </a:lnTo>
                  <a:lnTo>
                    <a:pt x="288" y="67"/>
                  </a:lnTo>
                  <a:lnTo>
                    <a:pt x="298" y="63"/>
                  </a:lnTo>
                  <a:lnTo>
                    <a:pt x="308" y="61"/>
                  </a:lnTo>
                  <a:lnTo>
                    <a:pt x="316" y="60"/>
                  </a:lnTo>
                  <a:lnTo>
                    <a:pt x="326" y="60"/>
                  </a:lnTo>
                  <a:lnTo>
                    <a:pt x="336" y="61"/>
                  </a:lnTo>
                  <a:lnTo>
                    <a:pt x="345" y="64"/>
                  </a:lnTo>
                  <a:lnTo>
                    <a:pt x="355" y="67"/>
                  </a:lnTo>
                  <a:lnTo>
                    <a:pt x="365" y="72"/>
                  </a:lnTo>
                  <a:lnTo>
                    <a:pt x="374" y="80"/>
                  </a:lnTo>
                  <a:lnTo>
                    <a:pt x="383" y="87"/>
                  </a:lnTo>
                  <a:lnTo>
                    <a:pt x="391" y="96"/>
                  </a:lnTo>
                  <a:lnTo>
                    <a:pt x="400" y="107"/>
                  </a:lnTo>
                  <a:lnTo>
                    <a:pt x="404" y="111"/>
                  </a:lnTo>
                  <a:lnTo>
                    <a:pt x="409" y="114"/>
                  </a:lnTo>
                  <a:lnTo>
                    <a:pt x="414" y="117"/>
                  </a:lnTo>
                  <a:lnTo>
                    <a:pt x="420" y="119"/>
                  </a:lnTo>
                  <a:lnTo>
                    <a:pt x="426" y="119"/>
                  </a:lnTo>
                  <a:lnTo>
                    <a:pt x="431" y="117"/>
                  </a:lnTo>
                  <a:lnTo>
                    <a:pt x="437" y="115"/>
                  </a:lnTo>
                  <a:lnTo>
                    <a:pt x="442" y="112"/>
                  </a:lnTo>
                  <a:lnTo>
                    <a:pt x="447" y="109"/>
                  </a:lnTo>
                  <a:lnTo>
                    <a:pt x="450" y="104"/>
                  </a:lnTo>
                  <a:lnTo>
                    <a:pt x="452" y="98"/>
                  </a:lnTo>
                  <a:lnTo>
                    <a:pt x="454" y="93"/>
                  </a:lnTo>
                  <a:lnTo>
                    <a:pt x="455" y="87"/>
                  </a:lnTo>
                  <a:lnTo>
                    <a:pt x="454" y="81"/>
                  </a:lnTo>
                  <a:lnTo>
                    <a:pt x="451" y="76"/>
                  </a:lnTo>
                  <a:lnTo>
                    <a:pt x="448" y="70"/>
                  </a:lnTo>
                  <a:lnTo>
                    <a:pt x="435" y="55"/>
                  </a:lnTo>
                  <a:lnTo>
                    <a:pt x="422" y="41"/>
                  </a:lnTo>
                  <a:lnTo>
                    <a:pt x="409" y="30"/>
                  </a:lnTo>
                  <a:lnTo>
                    <a:pt x="394" y="20"/>
                  </a:lnTo>
                  <a:lnTo>
                    <a:pt x="378" y="12"/>
                  </a:lnTo>
                  <a:lnTo>
                    <a:pt x="362" y="6"/>
                  </a:lnTo>
                  <a:lnTo>
                    <a:pt x="346" y="2"/>
                  </a:lnTo>
                  <a:lnTo>
                    <a:pt x="330" y="0"/>
                  </a:lnTo>
                  <a:lnTo>
                    <a:pt x="318" y="0"/>
                  </a:lnTo>
                  <a:lnTo>
                    <a:pt x="306" y="0"/>
                  </a:lnTo>
                  <a:lnTo>
                    <a:pt x="291" y="3"/>
                  </a:lnTo>
                  <a:lnTo>
                    <a:pt x="276" y="7"/>
                  </a:lnTo>
                  <a:lnTo>
                    <a:pt x="259" y="15"/>
                  </a:lnTo>
                  <a:lnTo>
                    <a:pt x="242" y="23"/>
                  </a:lnTo>
                  <a:lnTo>
                    <a:pt x="234" y="30"/>
                  </a:lnTo>
                  <a:lnTo>
                    <a:pt x="225" y="36"/>
                  </a:lnTo>
                  <a:lnTo>
                    <a:pt x="217" y="43"/>
                  </a:lnTo>
                  <a:lnTo>
                    <a:pt x="208" y="52"/>
                  </a:lnTo>
                  <a:lnTo>
                    <a:pt x="43" y="217"/>
                  </a:lnTo>
                  <a:lnTo>
                    <a:pt x="32" y="229"/>
                  </a:lnTo>
                  <a:lnTo>
                    <a:pt x="23" y="241"/>
                  </a:lnTo>
                  <a:lnTo>
                    <a:pt x="17" y="253"/>
                  </a:lnTo>
                  <a:lnTo>
                    <a:pt x="11" y="265"/>
                  </a:lnTo>
                  <a:lnTo>
                    <a:pt x="6" y="279"/>
                  </a:lnTo>
                  <a:lnTo>
                    <a:pt x="3" y="293"/>
                  </a:lnTo>
                  <a:lnTo>
                    <a:pt x="1" y="307"/>
                  </a:lnTo>
                  <a:lnTo>
                    <a:pt x="0" y="321"/>
                  </a:lnTo>
                  <a:lnTo>
                    <a:pt x="1" y="335"/>
                  </a:lnTo>
                  <a:lnTo>
                    <a:pt x="3" y="350"/>
                  </a:lnTo>
                  <a:lnTo>
                    <a:pt x="6" y="363"/>
                  </a:lnTo>
                  <a:lnTo>
                    <a:pt x="11" y="377"/>
                  </a:lnTo>
                  <a:lnTo>
                    <a:pt x="17" y="390"/>
                  </a:lnTo>
                  <a:lnTo>
                    <a:pt x="23" y="403"/>
                  </a:lnTo>
                  <a:lnTo>
                    <a:pt x="32" y="414"/>
                  </a:lnTo>
                  <a:lnTo>
                    <a:pt x="43" y="425"/>
                  </a:lnTo>
                  <a:lnTo>
                    <a:pt x="73" y="455"/>
                  </a:lnTo>
                  <a:lnTo>
                    <a:pt x="82" y="465"/>
                  </a:lnTo>
                  <a:lnTo>
                    <a:pt x="93" y="472"/>
                  </a:lnTo>
                  <a:lnTo>
                    <a:pt x="105" y="480"/>
                  </a:lnTo>
                  <a:lnTo>
                    <a:pt x="118" y="485"/>
                  </a:lnTo>
                  <a:lnTo>
                    <a:pt x="131" y="491"/>
                  </a:lnTo>
                  <a:lnTo>
                    <a:pt x="144" y="494"/>
                  </a:lnTo>
                  <a:lnTo>
                    <a:pt x="158" y="495"/>
                  </a:lnTo>
                  <a:lnTo>
                    <a:pt x="172" y="496"/>
                  </a:lnTo>
                  <a:lnTo>
                    <a:pt x="176" y="496"/>
                  </a:lnTo>
                  <a:lnTo>
                    <a:pt x="180" y="496"/>
                  </a:lnTo>
                  <a:lnTo>
                    <a:pt x="195" y="494"/>
                  </a:lnTo>
                  <a:lnTo>
                    <a:pt x="210" y="491"/>
                  </a:lnTo>
                  <a:lnTo>
                    <a:pt x="225" y="486"/>
                  </a:lnTo>
                  <a:lnTo>
                    <a:pt x="240" y="480"/>
                  </a:lnTo>
                  <a:lnTo>
                    <a:pt x="255" y="472"/>
                  </a:lnTo>
                  <a:lnTo>
                    <a:pt x="269" y="463"/>
                  </a:lnTo>
                  <a:lnTo>
                    <a:pt x="282" y="452"/>
                  </a:lnTo>
                  <a:lnTo>
                    <a:pt x="295" y="440"/>
                  </a:lnTo>
                  <a:lnTo>
                    <a:pt x="389" y="346"/>
                  </a:lnTo>
                  <a:lnTo>
                    <a:pt x="394" y="342"/>
                  </a:lnTo>
                  <a:lnTo>
                    <a:pt x="396" y="336"/>
                  </a:lnTo>
                  <a:lnTo>
                    <a:pt x="398" y="331"/>
                  </a:lnTo>
                  <a:lnTo>
                    <a:pt x="399" y="324"/>
                  </a:lnTo>
                  <a:lnTo>
                    <a:pt x="398" y="319"/>
                  </a:lnTo>
                  <a:lnTo>
                    <a:pt x="396" y="314"/>
                  </a:lnTo>
                  <a:lnTo>
                    <a:pt x="394" y="308"/>
                  </a:lnTo>
                  <a:lnTo>
                    <a:pt x="389" y="303"/>
                  </a:lnTo>
                  <a:lnTo>
                    <a:pt x="385" y="300"/>
                  </a:lnTo>
                  <a:lnTo>
                    <a:pt x="380" y="297"/>
                  </a:lnTo>
                  <a:lnTo>
                    <a:pt x="374" y="295"/>
                  </a:lnTo>
                  <a:lnTo>
                    <a:pt x="368" y="294"/>
                  </a:lnTo>
                  <a:lnTo>
                    <a:pt x="362" y="295"/>
                  </a:lnTo>
                  <a:lnTo>
                    <a:pt x="357" y="297"/>
                  </a:lnTo>
                  <a:lnTo>
                    <a:pt x="352" y="300"/>
                  </a:lnTo>
                  <a:lnTo>
                    <a:pt x="347" y="303"/>
                  </a:lnTo>
                  <a:lnTo>
                    <a:pt x="347" y="30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8" name="Freeform 49">
              <a:extLst>
                <a:ext uri="{FF2B5EF4-FFF2-40B4-BE49-F238E27FC236}">
                  <a16:creationId xmlns:a16="http://schemas.microsoft.com/office/drawing/2014/main" id="{EF281C93-3048-5656-0D0D-CC73ECEDBF77}"/>
                </a:ext>
              </a:extLst>
            </p:cNvPr>
            <p:cNvSpPr>
              <a:spLocks/>
            </p:cNvSpPr>
            <p:nvPr/>
          </p:nvSpPr>
          <p:spPr bwMode="auto">
            <a:xfrm>
              <a:off x="7116763" y="2532063"/>
              <a:ext cx="134938" cy="155575"/>
            </a:xfrm>
            <a:custGeom>
              <a:avLst/>
              <a:gdLst>
                <a:gd name="T0" fmla="*/ 342 w 424"/>
                <a:gd name="T1" fmla="*/ 40 h 490"/>
                <a:gd name="T2" fmla="*/ 305 w 424"/>
                <a:gd name="T3" fmla="*/ 17 h 490"/>
                <a:gd name="T4" fmla="*/ 263 w 424"/>
                <a:gd name="T5" fmla="*/ 3 h 490"/>
                <a:gd name="T6" fmla="*/ 220 w 424"/>
                <a:gd name="T7" fmla="*/ 1 h 490"/>
                <a:gd name="T8" fmla="*/ 180 w 424"/>
                <a:gd name="T9" fmla="*/ 10 h 490"/>
                <a:gd name="T10" fmla="*/ 144 w 424"/>
                <a:gd name="T11" fmla="*/ 35 h 490"/>
                <a:gd name="T12" fmla="*/ 29 w 424"/>
                <a:gd name="T13" fmla="*/ 153 h 490"/>
                <a:gd name="T14" fmla="*/ 27 w 424"/>
                <a:gd name="T15" fmla="*/ 170 h 490"/>
                <a:gd name="T16" fmla="*/ 36 w 424"/>
                <a:gd name="T17" fmla="*/ 186 h 490"/>
                <a:gd name="T18" fmla="*/ 51 w 424"/>
                <a:gd name="T19" fmla="*/ 194 h 490"/>
                <a:gd name="T20" fmla="*/ 68 w 424"/>
                <a:gd name="T21" fmla="*/ 193 h 490"/>
                <a:gd name="T22" fmla="*/ 186 w 424"/>
                <a:gd name="T23" fmla="*/ 78 h 490"/>
                <a:gd name="T24" fmla="*/ 206 w 424"/>
                <a:gd name="T25" fmla="*/ 64 h 490"/>
                <a:gd name="T26" fmla="*/ 231 w 424"/>
                <a:gd name="T27" fmla="*/ 60 h 490"/>
                <a:gd name="T28" fmla="*/ 256 w 424"/>
                <a:gd name="T29" fmla="*/ 63 h 490"/>
                <a:gd name="T30" fmla="*/ 280 w 424"/>
                <a:gd name="T31" fmla="*/ 72 h 490"/>
                <a:gd name="T32" fmla="*/ 303 w 424"/>
                <a:gd name="T33" fmla="*/ 86 h 490"/>
                <a:gd name="T34" fmla="*/ 345 w 424"/>
                <a:gd name="T35" fmla="*/ 128 h 490"/>
                <a:gd name="T36" fmla="*/ 358 w 424"/>
                <a:gd name="T37" fmla="*/ 149 h 490"/>
                <a:gd name="T38" fmla="*/ 363 w 424"/>
                <a:gd name="T39" fmla="*/ 169 h 490"/>
                <a:gd name="T40" fmla="*/ 362 w 424"/>
                <a:gd name="T41" fmla="*/ 190 h 490"/>
                <a:gd name="T42" fmla="*/ 354 w 424"/>
                <a:gd name="T43" fmla="*/ 211 h 490"/>
                <a:gd name="T44" fmla="*/ 339 w 424"/>
                <a:gd name="T45" fmla="*/ 230 h 490"/>
                <a:gd name="T46" fmla="*/ 144 w 424"/>
                <a:gd name="T47" fmla="*/ 421 h 490"/>
                <a:gd name="T48" fmla="*/ 116 w 424"/>
                <a:gd name="T49" fmla="*/ 428 h 490"/>
                <a:gd name="T50" fmla="*/ 91 w 424"/>
                <a:gd name="T51" fmla="*/ 425 h 490"/>
                <a:gd name="T52" fmla="*/ 70 w 424"/>
                <a:gd name="T53" fmla="*/ 416 h 490"/>
                <a:gd name="T54" fmla="*/ 55 w 424"/>
                <a:gd name="T55" fmla="*/ 401 h 490"/>
                <a:gd name="T56" fmla="*/ 41 w 424"/>
                <a:gd name="T57" fmla="*/ 389 h 490"/>
                <a:gd name="T58" fmla="*/ 24 w 424"/>
                <a:gd name="T59" fmla="*/ 388 h 490"/>
                <a:gd name="T60" fmla="*/ 9 w 424"/>
                <a:gd name="T61" fmla="*/ 395 h 490"/>
                <a:gd name="T62" fmla="*/ 0 w 424"/>
                <a:gd name="T63" fmla="*/ 411 h 490"/>
                <a:gd name="T64" fmla="*/ 3 w 424"/>
                <a:gd name="T65" fmla="*/ 428 h 490"/>
                <a:gd name="T66" fmla="*/ 23 w 424"/>
                <a:gd name="T67" fmla="*/ 454 h 490"/>
                <a:gd name="T68" fmla="*/ 58 w 424"/>
                <a:gd name="T69" fmla="*/ 478 h 490"/>
                <a:gd name="T70" fmla="*/ 100 w 424"/>
                <a:gd name="T71" fmla="*/ 488 h 490"/>
                <a:gd name="T72" fmla="*/ 126 w 424"/>
                <a:gd name="T73" fmla="*/ 488 h 490"/>
                <a:gd name="T74" fmla="*/ 161 w 424"/>
                <a:gd name="T75" fmla="*/ 480 h 490"/>
                <a:gd name="T76" fmla="*/ 192 w 424"/>
                <a:gd name="T77" fmla="*/ 462 h 490"/>
                <a:gd name="T78" fmla="*/ 392 w 424"/>
                <a:gd name="T79" fmla="*/ 262 h 490"/>
                <a:gd name="T80" fmla="*/ 413 w 424"/>
                <a:gd name="T81" fmla="*/ 228 h 490"/>
                <a:gd name="T82" fmla="*/ 423 w 424"/>
                <a:gd name="T83" fmla="*/ 189 h 490"/>
                <a:gd name="T84" fmla="*/ 421 w 424"/>
                <a:gd name="T85" fmla="*/ 151 h 490"/>
                <a:gd name="T86" fmla="*/ 407 w 424"/>
                <a:gd name="T87" fmla="*/ 113 h 490"/>
                <a:gd name="T88" fmla="*/ 382 w 424"/>
                <a:gd name="T89" fmla="*/ 8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24" h="490">
                  <a:moveTo>
                    <a:pt x="382" y="80"/>
                  </a:moveTo>
                  <a:lnTo>
                    <a:pt x="352" y="50"/>
                  </a:lnTo>
                  <a:lnTo>
                    <a:pt x="342" y="40"/>
                  </a:lnTo>
                  <a:lnTo>
                    <a:pt x="330" y="32"/>
                  </a:lnTo>
                  <a:lnTo>
                    <a:pt x="318" y="23"/>
                  </a:lnTo>
                  <a:lnTo>
                    <a:pt x="305" y="17"/>
                  </a:lnTo>
                  <a:lnTo>
                    <a:pt x="291" y="11"/>
                  </a:lnTo>
                  <a:lnTo>
                    <a:pt x="277" y="6"/>
                  </a:lnTo>
                  <a:lnTo>
                    <a:pt x="263" y="3"/>
                  </a:lnTo>
                  <a:lnTo>
                    <a:pt x="249" y="1"/>
                  </a:lnTo>
                  <a:lnTo>
                    <a:pt x="235" y="0"/>
                  </a:lnTo>
                  <a:lnTo>
                    <a:pt x="220" y="1"/>
                  </a:lnTo>
                  <a:lnTo>
                    <a:pt x="206" y="2"/>
                  </a:lnTo>
                  <a:lnTo>
                    <a:pt x="194" y="6"/>
                  </a:lnTo>
                  <a:lnTo>
                    <a:pt x="180" y="10"/>
                  </a:lnTo>
                  <a:lnTo>
                    <a:pt x="168" y="17"/>
                  </a:lnTo>
                  <a:lnTo>
                    <a:pt x="155" y="25"/>
                  </a:lnTo>
                  <a:lnTo>
                    <a:pt x="144" y="35"/>
                  </a:lnTo>
                  <a:lnTo>
                    <a:pt x="36" y="143"/>
                  </a:lnTo>
                  <a:lnTo>
                    <a:pt x="32" y="149"/>
                  </a:lnTo>
                  <a:lnTo>
                    <a:pt x="29" y="153"/>
                  </a:lnTo>
                  <a:lnTo>
                    <a:pt x="27" y="159"/>
                  </a:lnTo>
                  <a:lnTo>
                    <a:pt x="26" y="165"/>
                  </a:lnTo>
                  <a:lnTo>
                    <a:pt x="27" y="170"/>
                  </a:lnTo>
                  <a:lnTo>
                    <a:pt x="29" y="176"/>
                  </a:lnTo>
                  <a:lnTo>
                    <a:pt x="32" y="181"/>
                  </a:lnTo>
                  <a:lnTo>
                    <a:pt x="36" y="186"/>
                  </a:lnTo>
                  <a:lnTo>
                    <a:pt x="40" y="189"/>
                  </a:lnTo>
                  <a:lnTo>
                    <a:pt x="46" y="193"/>
                  </a:lnTo>
                  <a:lnTo>
                    <a:pt x="51" y="194"/>
                  </a:lnTo>
                  <a:lnTo>
                    <a:pt x="56" y="195"/>
                  </a:lnTo>
                  <a:lnTo>
                    <a:pt x="63" y="195"/>
                  </a:lnTo>
                  <a:lnTo>
                    <a:pt x="68" y="193"/>
                  </a:lnTo>
                  <a:lnTo>
                    <a:pt x="73" y="189"/>
                  </a:lnTo>
                  <a:lnTo>
                    <a:pt x="78" y="186"/>
                  </a:lnTo>
                  <a:lnTo>
                    <a:pt x="186" y="78"/>
                  </a:lnTo>
                  <a:lnTo>
                    <a:pt x="192" y="72"/>
                  </a:lnTo>
                  <a:lnTo>
                    <a:pt x="200" y="67"/>
                  </a:lnTo>
                  <a:lnTo>
                    <a:pt x="206" y="64"/>
                  </a:lnTo>
                  <a:lnTo>
                    <a:pt x="215" y="62"/>
                  </a:lnTo>
                  <a:lnTo>
                    <a:pt x="223" y="61"/>
                  </a:lnTo>
                  <a:lnTo>
                    <a:pt x="231" y="60"/>
                  </a:lnTo>
                  <a:lnTo>
                    <a:pt x="239" y="60"/>
                  </a:lnTo>
                  <a:lnTo>
                    <a:pt x="247" y="61"/>
                  </a:lnTo>
                  <a:lnTo>
                    <a:pt x="256" y="63"/>
                  </a:lnTo>
                  <a:lnTo>
                    <a:pt x="264" y="65"/>
                  </a:lnTo>
                  <a:lnTo>
                    <a:pt x="273" y="68"/>
                  </a:lnTo>
                  <a:lnTo>
                    <a:pt x="280" y="72"/>
                  </a:lnTo>
                  <a:lnTo>
                    <a:pt x="289" y="77"/>
                  </a:lnTo>
                  <a:lnTo>
                    <a:pt x="295" y="81"/>
                  </a:lnTo>
                  <a:lnTo>
                    <a:pt x="303" y="86"/>
                  </a:lnTo>
                  <a:lnTo>
                    <a:pt x="309" y="93"/>
                  </a:lnTo>
                  <a:lnTo>
                    <a:pt x="339" y="123"/>
                  </a:lnTo>
                  <a:lnTo>
                    <a:pt x="345" y="128"/>
                  </a:lnTo>
                  <a:lnTo>
                    <a:pt x="350" y="135"/>
                  </a:lnTo>
                  <a:lnTo>
                    <a:pt x="354" y="141"/>
                  </a:lnTo>
                  <a:lnTo>
                    <a:pt x="358" y="149"/>
                  </a:lnTo>
                  <a:lnTo>
                    <a:pt x="361" y="155"/>
                  </a:lnTo>
                  <a:lnTo>
                    <a:pt x="362" y="162"/>
                  </a:lnTo>
                  <a:lnTo>
                    <a:pt x="363" y="169"/>
                  </a:lnTo>
                  <a:lnTo>
                    <a:pt x="364" y="176"/>
                  </a:lnTo>
                  <a:lnTo>
                    <a:pt x="363" y="184"/>
                  </a:lnTo>
                  <a:lnTo>
                    <a:pt x="362" y="190"/>
                  </a:lnTo>
                  <a:lnTo>
                    <a:pt x="361" y="198"/>
                  </a:lnTo>
                  <a:lnTo>
                    <a:pt x="358" y="204"/>
                  </a:lnTo>
                  <a:lnTo>
                    <a:pt x="354" y="211"/>
                  </a:lnTo>
                  <a:lnTo>
                    <a:pt x="350" y="218"/>
                  </a:lnTo>
                  <a:lnTo>
                    <a:pt x="345" y="224"/>
                  </a:lnTo>
                  <a:lnTo>
                    <a:pt x="339" y="230"/>
                  </a:lnTo>
                  <a:lnTo>
                    <a:pt x="159" y="410"/>
                  </a:lnTo>
                  <a:lnTo>
                    <a:pt x="152" y="417"/>
                  </a:lnTo>
                  <a:lnTo>
                    <a:pt x="144" y="421"/>
                  </a:lnTo>
                  <a:lnTo>
                    <a:pt x="138" y="424"/>
                  </a:lnTo>
                  <a:lnTo>
                    <a:pt x="130" y="427"/>
                  </a:lnTo>
                  <a:lnTo>
                    <a:pt x="116" y="428"/>
                  </a:lnTo>
                  <a:lnTo>
                    <a:pt x="106" y="428"/>
                  </a:lnTo>
                  <a:lnTo>
                    <a:pt x="98" y="427"/>
                  </a:lnTo>
                  <a:lnTo>
                    <a:pt x="91" y="425"/>
                  </a:lnTo>
                  <a:lnTo>
                    <a:pt x="83" y="423"/>
                  </a:lnTo>
                  <a:lnTo>
                    <a:pt x="77" y="420"/>
                  </a:lnTo>
                  <a:lnTo>
                    <a:pt x="70" y="416"/>
                  </a:lnTo>
                  <a:lnTo>
                    <a:pt x="65" y="411"/>
                  </a:lnTo>
                  <a:lnTo>
                    <a:pt x="59" y="406"/>
                  </a:lnTo>
                  <a:lnTo>
                    <a:pt x="55" y="401"/>
                  </a:lnTo>
                  <a:lnTo>
                    <a:pt x="51" y="395"/>
                  </a:lnTo>
                  <a:lnTo>
                    <a:pt x="47" y="392"/>
                  </a:lnTo>
                  <a:lnTo>
                    <a:pt x="41" y="389"/>
                  </a:lnTo>
                  <a:lnTo>
                    <a:pt x="36" y="388"/>
                  </a:lnTo>
                  <a:lnTo>
                    <a:pt x="31" y="387"/>
                  </a:lnTo>
                  <a:lnTo>
                    <a:pt x="24" y="388"/>
                  </a:lnTo>
                  <a:lnTo>
                    <a:pt x="19" y="389"/>
                  </a:lnTo>
                  <a:lnTo>
                    <a:pt x="13" y="392"/>
                  </a:lnTo>
                  <a:lnTo>
                    <a:pt x="9" y="395"/>
                  </a:lnTo>
                  <a:lnTo>
                    <a:pt x="5" y="401"/>
                  </a:lnTo>
                  <a:lnTo>
                    <a:pt x="3" y="405"/>
                  </a:lnTo>
                  <a:lnTo>
                    <a:pt x="0" y="411"/>
                  </a:lnTo>
                  <a:lnTo>
                    <a:pt x="0" y="417"/>
                  </a:lnTo>
                  <a:lnTo>
                    <a:pt x="0" y="422"/>
                  </a:lnTo>
                  <a:lnTo>
                    <a:pt x="3" y="428"/>
                  </a:lnTo>
                  <a:lnTo>
                    <a:pt x="5" y="434"/>
                  </a:lnTo>
                  <a:lnTo>
                    <a:pt x="13" y="444"/>
                  </a:lnTo>
                  <a:lnTo>
                    <a:pt x="23" y="454"/>
                  </a:lnTo>
                  <a:lnTo>
                    <a:pt x="34" y="463"/>
                  </a:lnTo>
                  <a:lnTo>
                    <a:pt x="46" y="471"/>
                  </a:lnTo>
                  <a:lnTo>
                    <a:pt x="58" y="478"/>
                  </a:lnTo>
                  <a:lnTo>
                    <a:pt x="71" y="482"/>
                  </a:lnTo>
                  <a:lnTo>
                    <a:pt x="85" y="486"/>
                  </a:lnTo>
                  <a:lnTo>
                    <a:pt x="100" y="488"/>
                  </a:lnTo>
                  <a:lnTo>
                    <a:pt x="107" y="488"/>
                  </a:lnTo>
                  <a:lnTo>
                    <a:pt x="113" y="490"/>
                  </a:lnTo>
                  <a:lnTo>
                    <a:pt x="126" y="488"/>
                  </a:lnTo>
                  <a:lnTo>
                    <a:pt x="138" y="486"/>
                  </a:lnTo>
                  <a:lnTo>
                    <a:pt x="150" y="484"/>
                  </a:lnTo>
                  <a:lnTo>
                    <a:pt x="161" y="480"/>
                  </a:lnTo>
                  <a:lnTo>
                    <a:pt x="172" y="475"/>
                  </a:lnTo>
                  <a:lnTo>
                    <a:pt x="183" y="468"/>
                  </a:lnTo>
                  <a:lnTo>
                    <a:pt x="192" y="462"/>
                  </a:lnTo>
                  <a:lnTo>
                    <a:pt x="201" y="453"/>
                  </a:lnTo>
                  <a:lnTo>
                    <a:pt x="382" y="273"/>
                  </a:lnTo>
                  <a:lnTo>
                    <a:pt x="392" y="262"/>
                  </a:lnTo>
                  <a:lnTo>
                    <a:pt x="399" y="251"/>
                  </a:lnTo>
                  <a:lnTo>
                    <a:pt x="407" y="240"/>
                  </a:lnTo>
                  <a:lnTo>
                    <a:pt x="413" y="228"/>
                  </a:lnTo>
                  <a:lnTo>
                    <a:pt x="418" y="215"/>
                  </a:lnTo>
                  <a:lnTo>
                    <a:pt x="421" y="202"/>
                  </a:lnTo>
                  <a:lnTo>
                    <a:pt x="423" y="189"/>
                  </a:lnTo>
                  <a:lnTo>
                    <a:pt x="424" y="176"/>
                  </a:lnTo>
                  <a:lnTo>
                    <a:pt x="423" y="164"/>
                  </a:lnTo>
                  <a:lnTo>
                    <a:pt x="421" y="151"/>
                  </a:lnTo>
                  <a:lnTo>
                    <a:pt x="418" y="138"/>
                  </a:lnTo>
                  <a:lnTo>
                    <a:pt x="413" y="125"/>
                  </a:lnTo>
                  <a:lnTo>
                    <a:pt x="407" y="113"/>
                  </a:lnTo>
                  <a:lnTo>
                    <a:pt x="399" y="101"/>
                  </a:lnTo>
                  <a:lnTo>
                    <a:pt x="392" y="91"/>
                  </a:lnTo>
                  <a:lnTo>
                    <a:pt x="382" y="80"/>
                  </a:lnTo>
                  <a:lnTo>
                    <a:pt x="382" y="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grpSp>
        <p:nvGrpSpPr>
          <p:cNvPr id="59" name="Group 58">
            <a:extLst>
              <a:ext uri="{FF2B5EF4-FFF2-40B4-BE49-F238E27FC236}">
                <a16:creationId xmlns:a16="http://schemas.microsoft.com/office/drawing/2014/main" id="{BEA4521C-980A-045A-291F-FDB1887581D9}"/>
              </a:ext>
            </a:extLst>
          </p:cNvPr>
          <p:cNvGrpSpPr/>
          <p:nvPr/>
        </p:nvGrpSpPr>
        <p:grpSpPr>
          <a:xfrm>
            <a:off x="4081937" y="2218824"/>
            <a:ext cx="311050" cy="305859"/>
            <a:chOff x="6443663" y="2484438"/>
            <a:chExt cx="285750" cy="280987"/>
          </a:xfrm>
          <a:solidFill>
            <a:schemeClr val="bg1"/>
          </a:solidFill>
        </p:grpSpPr>
        <p:sp>
          <p:nvSpPr>
            <p:cNvPr id="60" name="Freeform 43">
              <a:extLst>
                <a:ext uri="{FF2B5EF4-FFF2-40B4-BE49-F238E27FC236}">
                  <a16:creationId xmlns:a16="http://schemas.microsoft.com/office/drawing/2014/main" id="{5B8D3E5A-109D-2E12-A0CB-68F1DDC49F90}"/>
                </a:ext>
              </a:extLst>
            </p:cNvPr>
            <p:cNvSpPr>
              <a:spLocks/>
            </p:cNvSpPr>
            <p:nvPr/>
          </p:nvSpPr>
          <p:spPr bwMode="auto">
            <a:xfrm>
              <a:off x="6486525" y="2498725"/>
              <a:ext cx="42863" cy="42863"/>
            </a:xfrm>
            <a:custGeom>
              <a:avLst/>
              <a:gdLst>
                <a:gd name="T0" fmla="*/ 84 w 135"/>
                <a:gd name="T1" fmla="*/ 127 h 136"/>
                <a:gd name="T2" fmla="*/ 89 w 135"/>
                <a:gd name="T3" fmla="*/ 130 h 136"/>
                <a:gd name="T4" fmla="*/ 95 w 135"/>
                <a:gd name="T5" fmla="*/ 133 h 136"/>
                <a:gd name="T6" fmla="*/ 100 w 135"/>
                <a:gd name="T7" fmla="*/ 134 h 136"/>
                <a:gd name="T8" fmla="*/ 105 w 135"/>
                <a:gd name="T9" fmla="*/ 136 h 136"/>
                <a:gd name="T10" fmla="*/ 112 w 135"/>
                <a:gd name="T11" fmla="*/ 134 h 136"/>
                <a:gd name="T12" fmla="*/ 117 w 135"/>
                <a:gd name="T13" fmla="*/ 133 h 136"/>
                <a:gd name="T14" fmla="*/ 122 w 135"/>
                <a:gd name="T15" fmla="*/ 130 h 136"/>
                <a:gd name="T16" fmla="*/ 127 w 135"/>
                <a:gd name="T17" fmla="*/ 127 h 136"/>
                <a:gd name="T18" fmla="*/ 131 w 135"/>
                <a:gd name="T19" fmla="*/ 122 h 136"/>
                <a:gd name="T20" fmla="*/ 133 w 135"/>
                <a:gd name="T21" fmla="*/ 116 h 136"/>
                <a:gd name="T22" fmla="*/ 135 w 135"/>
                <a:gd name="T23" fmla="*/ 111 h 136"/>
                <a:gd name="T24" fmla="*/ 135 w 135"/>
                <a:gd name="T25" fmla="*/ 106 h 136"/>
                <a:gd name="T26" fmla="*/ 135 w 135"/>
                <a:gd name="T27" fmla="*/ 100 h 136"/>
                <a:gd name="T28" fmla="*/ 133 w 135"/>
                <a:gd name="T29" fmla="*/ 94 h 136"/>
                <a:gd name="T30" fmla="*/ 131 w 135"/>
                <a:gd name="T31" fmla="*/ 89 h 136"/>
                <a:gd name="T32" fmla="*/ 127 w 135"/>
                <a:gd name="T33" fmla="*/ 84 h 136"/>
                <a:gd name="T34" fmla="*/ 52 w 135"/>
                <a:gd name="T35" fmla="*/ 9 h 136"/>
                <a:gd name="T36" fmla="*/ 47 w 135"/>
                <a:gd name="T37" fmla="*/ 5 h 136"/>
                <a:gd name="T38" fmla="*/ 42 w 135"/>
                <a:gd name="T39" fmla="*/ 3 h 136"/>
                <a:gd name="T40" fmla="*/ 36 w 135"/>
                <a:gd name="T41" fmla="*/ 0 h 136"/>
                <a:gd name="T42" fmla="*/ 30 w 135"/>
                <a:gd name="T43" fmla="*/ 0 h 136"/>
                <a:gd name="T44" fmla="*/ 25 w 135"/>
                <a:gd name="T45" fmla="*/ 0 h 136"/>
                <a:gd name="T46" fmla="*/ 19 w 135"/>
                <a:gd name="T47" fmla="*/ 3 h 136"/>
                <a:gd name="T48" fmla="*/ 14 w 135"/>
                <a:gd name="T49" fmla="*/ 5 h 136"/>
                <a:gd name="T50" fmla="*/ 9 w 135"/>
                <a:gd name="T51" fmla="*/ 9 h 136"/>
                <a:gd name="T52" fmla="*/ 6 w 135"/>
                <a:gd name="T53" fmla="*/ 13 h 136"/>
                <a:gd name="T54" fmla="*/ 2 w 135"/>
                <a:gd name="T55" fmla="*/ 19 h 136"/>
                <a:gd name="T56" fmla="*/ 1 w 135"/>
                <a:gd name="T57" fmla="*/ 25 h 136"/>
                <a:gd name="T58" fmla="*/ 0 w 135"/>
                <a:gd name="T59" fmla="*/ 30 h 136"/>
                <a:gd name="T60" fmla="*/ 1 w 135"/>
                <a:gd name="T61" fmla="*/ 36 h 136"/>
                <a:gd name="T62" fmla="*/ 2 w 135"/>
                <a:gd name="T63" fmla="*/ 41 h 136"/>
                <a:gd name="T64" fmla="*/ 6 w 135"/>
                <a:gd name="T65" fmla="*/ 47 h 136"/>
                <a:gd name="T66" fmla="*/ 9 w 135"/>
                <a:gd name="T67" fmla="*/ 52 h 136"/>
                <a:gd name="T68" fmla="*/ 84 w 135"/>
                <a:gd name="T69" fmla="*/ 127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5" h="136">
                  <a:moveTo>
                    <a:pt x="84" y="127"/>
                  </a:moveTo>
                  <a:lnTo>
                    <a:pt x="89" y="130"/>
                  </a:lnTo>
                  <a:lnTo>
                    <a:pt x="95" y="133"/>
                  </a:lnTo>
                  <a:lnTo>
                    <a:pt x="100" y="134"/>
                  </a:lnTo>
                  <a:lnTo>
                    <a:pt x="105" y="136"/>
                  </a:lnTo>
                  <a:lnTo>
                    <a:pt x="112" y="134"/>
                  </a:lnTo>
                  <a:lnTo>
                    <a:pt x="117" y="133"/>
                  </a:lnTo>
                  <a:lnTo>
                    <a:pt x="122" y="130"/>
                  </a:lnTo>
                  <a:lnTo>
                    <a:pt x="127" y="127"/>
                  </a:lnTo>
                  <a:lnTo>
                    <a:pt x="131" y="122"/>
                  </a:lnTo>
                  <a:lnTo>
                    <a:pt x="133" y="116"/>
                  </a:lnTo>
                  <a:lnTo>
                    <a:pt x="135" y="111"/>
                  </a:lnTo>
                  <a:lnTo>
                    <a:pt x="135" y="106"/>
                  </a:lnTo>
                  <a:lnTo>
                    <a:pt x="135" y="100"/>
                  </a:lnTo>
                  <a:lnTo>
                    <a:pt x="133" y="94"/>
                  </a:lnTo>
                  <a:lnTo>
                    <a:pt x="131" y="89"/>
                  </a:lnTo>
                  <a:lnTo>
                    <a:pt x="127" y="84"/>
                  </a:lnTo>
                  <a:lnTo>
                    <a:pt x="52" y="9"/>
                  </a:lnTo>
                  <a:lnTo>
                    <a:pt x="47" y="5"/>
                  </a:lnTo>
                  <a:lnTo>
                    <a:pt x="42" y="3"/>
                  </a:lnTo>
                  <a:lnTo>
                    <a:pt x="36" y="0"/>
                  </a:lnTo>
                  <a:lnTo>
                    <a:pt x="30" y="0"/>
                  </a:lnTo>
                  <a:lnTo>
                    <a:pt x="25" y="0"/>
                  </a:lnTo>
                  <a:lnTo>
                    <a:pt x="19" y="3"/>
                  </a:lnTo>
                  <a:lnTo>
                    <a:pt x="14" y="5"/>
                  </a:lnTo>
                  <a:lnTo>
                    <a:pt x="9" y="9"/>
                  </a:lnTo>
                  <a:lnTo>
                    <a:pt x="6" y="13"/>
                  </a:lnTo>
                  <a:lnTo>
                    <a:pt x="2" y="19"/>
                  </a:lnTo>
                  <a:lnTo>
                    <a:pt x="1" y="25"/>
                  </a:lnTo>
                  <a:lnTo>
                    <a:pt x="0" y="30"/>
                  </a:lnTo>
                  <a:lnTo>
                    <a:pt x="1" y="36"/>
                  </a:lnTo>
                  <a:lnTo>
                    <a:pt x="2" y="41"/>
                  </a:lnTo>
                  <a:lnTo>
                    <a:pt x="6" y="47"/>
                  </a:lnTo>
                  <a:lnTo>
                    <a:pt x="9" y="52"/>
                  </a:lnTo>
                  <a:lnTo>
                    <a:pt x="84" y="1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1" name="Freeform 44">
              <a:extLst>
                <a:ext uri="{FF2B5EF4-FFF2-40B4-BE49-F238E27FC236}">
                  <a16:creationId xmlns:a16="http://schemas.microsoft.com/office/drawing/2014/main" id="{28E06828-85BD-AA49-DAE7-BC989D4863AD}"/>
                </a:ext>
              </a:extLst>
            </p:cNvPr>
            <p:cNvSpPr>
              <a:spLocks/>
            </p:cNvSpPr>
            <p:nvPr/>
          </p:nvSpPr>
          <p:spPr bwMode="auto">
            <a:xfrm>
              <a:off x="6543675" y="2484438"/>
              <a:ext cx="19050" cy="47625"/>
            </a:xfrm>
            <a:custGeom>
              <a:avLst/>
              <a:gdLst>
                <a:gd name="T0" fmla="*/ 30 w 60"/>
                <a:gd name="T1" fmla="*/ 151 h 151"/>
                <a:gd name="T2" fmla="*/ 37 w 60"/>
                <a:gd name="T3" fmla="*/ 149 h 151"/>
                <a:gd name="T4" fmla="*/ 42 w 60"/>
                <a:gd name="T5" fmla="*/ 148 h 151"/>
                <a:gd name="T6" fmla="*/ 48 w 60"/>
                <a:gd name="T7" fmla="*/ 145 h 151"/>
                <a:gd name="T8" fmla="*/ 52 w 60"/>
                <a:gd name="T9" fmla="*/ 142 h 151"/>
                <a:gd name="T10" fmla="*/ 55 w 60"/>
                <a:gd name="T11" fmla="*/ 138 h 151"/>
                <a:gd name="T12" fmla="*/ 58 w 60"/>
                <a:gd name="T13" fmla="*/ 132 h 151"/>
                <a:gd name="T14" fmla="*/ 60 w 60"/>
                <a:gd name="T15" fmla="*/ 127 h 151"/>
                <a:gd name="T16" fmla="*/ 60 w 60"/>
                <a:gd name="T17" fmla="*/ 120 h 151"/>
                <a:gd name="T18" fmla="*/ 60 w 60"/>
                <a:gd name="T19" fmla="*/ 30 h 151"/>
                <a:gd name="T20" fmla="*/ 60 w 60"/>
                <a:gd name="T21" fmla="*/ 24 h 151"/>
                <a:gd name="T22" fmla="*/ 58 w 60"/>
                <a:gd name="T23" fmla="*/ 19 h 151"/>
                <a:gd name="T24" fmla="*/ 55 w 60"/>
                <a:gd name="T25" fmla="*/ 13 h 151"/>
                <a:gd name="T26" fmla="*/ 52 w 60"/>
                <a:gd name="T27" fmla="*/ 9 h 151"/>
                <a:gd name="T28" fmla="*/ 48 w 60"/>
                <a:gd name="T29" fmla="*/ 6 h 151"/>
                <a:gd name="T30" fmla="*/ 42 w 60"/>
                <a:gd name="T31" fmla="*/ 3 h 151"/>
                <a:gd name="T32" fmla="*/ 37 w 60"/>
                <a:gd name="T33" fmla="*/ 0 h 151"/>
                <a:gd name="T34" fmla="*/ 30 w 60"/>
                <a:gd name="T35" fmla="*/ 0 h 151"/>
                <a:gd name="T36" fmla="*/ 25 w 60"/>
                <a:gd name="T37" fmla="*/ 0 h 151"/>
                <a:gd name="T38" fmla="*/ 19 w 60"/>
                <a:gd name="T39" fmla="*/ 3 h 151"/>
                <a:gd name="T40" fmla="*/ 14 w 60"/>
                <a:gd name="T41" fmla="*/ 6 h 151"/>
                <a:gd name="T42" fmla="*/ 9 w 60"/>
                <a:gd name="T43" fmla="*/ 9 h 151"/>
                <a:gd name="T44" fmla="*/ 6 w 60"/>
                <a:gd name="T45" fmla="*/ 13 h 151"/>
                <a:gd name="T46" fmla="*/ 2 w 60"/>
                <a:gd name="T47" fmla="*/ 19 h 151"/>
                <a:gd name="T48" fmla="*/ 1 w 60"/>
                <a:gd name="T49" fmla="*/ 24 h 151"/>
                <a:gd name="T50" fmla="*/ 0 w 60"/>
                <a:gd name="T51" fmla="*/ 30 h 151"/>
                <a:gd name="T52" fmla="*/ 0 w 60"/>
                <a:gd name="T53" fmla="*/ 120 h 151"/>
                <a:gd name="T54" fmla="*/ 1 w 60"/>
                <a:gd name="T55" fmla="*/ 127 h 151"/>
                <a:gd name="T56" fmla="*/ 2 w 60"/>
                <a:gd name="T57" fmla="*/ 132 h 151"/>
                <a:gd name="T58" fmla="*/ 6 w 60"/>
                <a:gd name="T59" fmla="*/ 138 h 151"/>
                <a:gd name="T60" fmla="*/ 9 w 60"/>
                <a:gd name="T61" fmla="*/ 142 h 151"/>
                <a:gd name="T62" fmla="*/ 14 w 60"/>
                <a:gd name="T63" fmla="*/ 145 h 151"/>
                <a:gd name="T64" fmla="*/ 19 w 60"/>
                <a:gd name="T65" fmla="*/ 148 h 151"/>
                <a:gd name="T66" fmla="*/ 25 w 60"/>
                <a:gd name="T67" fmla="*/ 149 h 151"/>
                <a:gd name="T68" fmla="*/ 30 w 60"/>
                <a:gd name="T69" fmla="*/ 151 h 151"/>
                <a:gd name="T70" fmla="*/ 30 w 60"/>
                <a:gd name="T71"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0" h="151">
                  <a:moveTo>
                    <a:pt x="30" y="151"/>
                  </a:moveTo>
                  <a:lnTo>
                    <a:pt x="37" y="149"/>
                  </a:lnTo>
                  <a:lnTo>
                    <a:pt x="42" y="148"/>
                  </a:lnTo>
                  <a:lnTo>
                    <a:pt x="48" y="145"/>
                  </a:lnTo>
                  <a:lnTo>
                    <a:pt x="52" y="142"/>
                  </a:lnTo>
                  <a:lnTo>
                    <a:pt x="55" y="138"/>
                  </a:lnTo>
                  <a:lnTo>
                    <a:pt x="58" y="132"/>
                  </a:lnTo>
                  <a:lnTo>
                    <a:pt x="60" y="127"/>
                  </a:lnTo>
                  <a:lnTo>
                    <a:pt x="60" y="120"/>
                  </a:lnTo>
                  <a:lnTo>
                    <a:pt x="60" y="30"/>
                  </a:lnTo>
                  <a:lnTo>
                    <a:pt x="60" y="24"/>
                  </a:lnTo>
                  <a:lnTo>
                    <a:pt x="58" y="19"/>
                  </a:lnTo>
                  <a:lnTo>
                    <a:pt x="55" y="13"/>
                  </a:lnTo>
                  <a:lnTo>
                    <a:pt x="52" y="9"/>
                  </a:lnTo>
                  <a:lnTo>
                    <a:pt x="48" y="6"/>
                  </a:lnTo>
                  <a:lnTo>
                    <a:pt x="42" y="3"/>
                  </a:lnTo>
                  <a:lnTo>
                    <a:pt x="37" y="0"/>
                  </a:lnTo>
                  <a:lnTo>
                    <a:pt x="30" y="0"/>
                  </a:lnTo>
                  <a:lnTo>
                    <a:pt x="25" y="0"/>
                  </a:lnTo>
                  <a:lnTo>
                    <a:pt x="19" y="3"/>
                  </a:lnTo>
                  <a:lnTo>
                    <a:pt x="14" y="6"/>
                  </a:lnTo>
                  <a:lnTo>
                    <a:pt x="9" y="9"/>
                  </a:lnTo>
                  <a:lnTo>
                    <a:pt x="6" y="13"/>
                  </a:lnTo>
                  <a:lnTo>
                    <a:pt x="2" y="19"/>
                  </a:lnTo>
                  <a:lnTo>
                    <a:pt x="1" y="24"/>
                  </a:lnTo>
                  <a:lnTo>
                    <a:pt x="0" y="30"/>
                  </a:lnTo>
                  <a:lnTo>
                    <a:pt x="0" y="120"/>
                  </a:lnTo>
                  <a:lnTo>
                    <a:pt x="1" y="127"/>
                  </a:lnTo>
                  <a:lnTo>
                    <a:pt x="2" y="132"/>
                  </a:lnTo>
                  <a:lnTo>
                    <a:pt x="6" y="138"/>
                  </a:lnTo>
                  <a:lnTo>
                    <a:pt x="9" y="142"/>
                  </a:lnTo>
                  <a:lnTo>
                    <a:pt x="14" y="145"/>
                  </a:lnTo>
                  <a:lnTo>
                    <a:pt x="19" y="148"/>
                  </a:lnTo>
                  <a:lnTo>
                    <a:pt x="25" y="149"/>
                  </a:lnTo>
                  <a:lnTo>
                    <a:pt x="30" y="151"/>
                  </a:lnTo>
                  <a:lnTo>
                    <a:pt x="30" y="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2" name="Freeform 45">
              <a:extLst>
                <a:ext uri="{FF2B5EF4-FFF2-40B4-BE49-F238E27FC236}">
                  <a16:creationId xmlns:a16="http://schemas.microsoft.com/office/drawing/2014/main" id="{B684471A-0C81-BB60-19FF-065B3F101859}"/>
                </a:ext>
              </a:extLst>
            </p:cNvPr>
            <p:cNvSpPr>
              <a:spLocks/>
            </p:cNvSpPr>
            <p:nvPr/>
          </p:nvSpPr>
          <p:spPr bwMode="auto">
            <a:xfrm>
              <a:off x="6467475" y="2555875"/>
              <a:ext cx="47625" cy="19050"/>
            </a:xfrm>
            <a:custGeom>
              <a:avLst/>
              <a:gdLst>
                <a:gd name="T0" fmla="*/ 30 w 150"/>
                <a:gd name="T1" fmla="*/ 60 h 60"/>
                <a:gd name="T2" fmla="*/ 120 w 150"/>
                <a:gd name="T3" fmla="*/ 60 h 60"/>
                <a:gd name="T4" fmla="*/ 127 w 150"/>
                <a:gd name="T5" fmla="*/ 59 h 60"/>
                <a:gd name="T6" fmla="*/ 132 w 150"/>
                <a:gd name="T7" fmla="*/ 57 h 60"/>
                <a:gd name="T8" fmla="*/ 137 w 150"/>
                <a:gd name="T9" fmla="*/ 54 h 60"/>
                <a:gd name="T10" fmla="*/ 142 w 150"/>
                <a:gd name="T11" fmla="*/ 51 h 60"/>
                <a:gd name="T12" fmla="*/ 145 w 150"/>
                <a:gd name="T13" fmla="*/ 47 h 60"/>
                <a:gd name="T14" fmla="*/ 148 w 150"/>
                <a:gd name="T15" fmla="*/ 41 h 60"/>
                <a:gd name="T16" fmla="*/ 150 w 150"/>
                <a:gd name="T17" fmla="*/ 36 h 60"/>
                <a:gd name="T18" fmla="*/ 150 w 150"/>
                <a:gd name="T19" fmla="*/ 30 h 60"/>
                <a:gd name="T20" fmla="*/ 150 w 150"/>
                <a:gd name="T21" fmla="*/ 23 h 60"/>
                <a:gd name="T22" fmla="*/ 148 w 150"/>
                <a:gd name="T23" fmla="*/ 18 h 60"/>
                <a:gd name="T24" fmla="*/ 145 w 150"/>
                <a:gd name="T25" fmla="*/ 12 h 60"/>
                <a:gd name="T26" fmla="*/ 142 w 150"/>
                <a:gd name="T27" fmla="*/ 8 h 60"/>
                <a:gd name="T28" fmla="*/ 137 w 150"/>
                <a:gd name="T29" fmla="*/ 5 h 60"/>
                <a:gd name="T30" fmla="*/ 132 w 150"/>
                <a:gd name="T31" fmla="*/ 2 h 60"/>
                <a:gd name="T32" fmla="*/ 127 w 150"/>
                <a:gd name="T33" fmla="*/ 1 h 60"/>
                <a:gd name="T34" fmla="*/ 120 w 150"/>
                <a:gd name="T35" fmla="*/ 0 h 60"/>
                <a:gd name="T36" fmla="*/ 30 w 150"/>
                <a:gd name="T37" fmla="*/ 0 h 60"/>
                <a:gd name="T38" fmla="*/ 24 w 150"/>
                <a:gd name="T39" fmla="*/ 1 h 60"/>
                <a:gd name="T40" fmla="*/ 18 w 150"/>
                <a:gd name="T41" fmla="*/ 2 h 60"/>
                <a:gd name="T42" fmla="*/ 13 w 150"/>
                <a:gd name="T43" fmla="*/ 5 h 60"/>
                <a:gd name="T44" fmla="*/ 9 w 150"/>
                <a:gd name="T45" fmla="*/ 8 h 60"/>
                <a:gd name="T46" fmla="*/ 5 w 150"/>
                <a:gd name="T47" fmla="*/ 12 h 60"/>
                <a:gd name="T48" fmla="*/ 2 w 150"/>
                <a:gd name="T49" fmla="*/ 18 h 60"/>
                <a:gd name="T50" fmla="*/ 1 w 150"/>
                <a:gd name="T51" fmla="*/ 23 h 60"/>
                <a:gd name="T52" fmla="*/ 0 w 150"/>
                <a:gd name="T53" fmla="*/ 30 h 60"/>
                <a:gd name="T54" fmla="*/ 1 w 150"/>
                <a:gd name="T55" fmla="*/ 36 h 60"/>
                <a:gd name="T56" fmla="*/ 2 w 150"/>
                <a:gd name="T57" fmla="*/ 41 h 60"/>
                <a:gd name="T58" fmla="*/ 5 w 150"/>
                <a:gd name="T59" fmla="*/ 47 h 60"/>
                <a:gd name="T60" fmla="*/ 9 w 150"/>
                <a:gd name="T61" fmla="*/ 51 h 60"/>
                <a:gd name="T62" fmla="*/ 13 w 150"/>
                <a:gd name="T63" fmla="*/ 54 h 60"/>
                <a:gd name="T64" fmla="*/ 18 w 150"/>
                <a:gd name="T65" fmla="*/ 57 h 60"/>
                <a:gd name="T66" fmla="*/ 24 w 150"/>
                <a:gd name="T67" fmla="*/ 59 h 60"/>
                <a:gd name="T68" fmla="*/ 30 w 150"/>
                <a:gd name="T69" fmla="*/ 60 h 60"/>
                <a:gd name="T70" fmla="*/ 30 w 150"/>
                <a:gd name="T71"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0" h="60">
                  <a:moveTo>
                    <a:pt x="30" y="60"/>
                  </a:moveTo>
                  <a:lnTo>
                    <a:pt x="120" y="60"/>
                  </a:lnTo>
                  <a:lnTo>
                    <a:pt x="127" y="59"/>
                  </a:lnTo>
                  <a:lnTo>
                    <a:pt x="132" y="57"/>
                  </a:lnTo>
                  <a:lnTo>
                    <a:pt x="137" y="54"/>
                  </a:lnTo>
                  <a:lnTo>
                    <a:pt x="142" y="51"/>
                  </a:lnTo>
                  <a:lnTo>
                    <a:pt x="145" y="47"/>
                  </a:lnTo>
                  <a:lnTo>
                    <a:pt x="148" y="41"/>
                  </a:lnTo>
                  <a:lnTo>
                    <a:pt x="150" y="36"/>
                  </a:lnTo>
                  <a:lnTo>
                    <a:pt x="150" y="30"/>
                  </a:lnTo>
                  <a:lnTo>
                    <a:pt x="150" y="23"/>
                  </a:lnTo>
                  <a:lnTo>
                    <a:pt x="148" y="18"/>
                  </a:lnTo>
                  <a:lnTo>
                    <a:pt x="145" y="12"/>
                  </a:lnTo>
                  <a:lnTo>
                    <a:pt x="142" y="8"/>
                  </a:lnTo>
                  <a:lnTo>
                    <a:pt x="137" y="5"/>
                  </a:lnTo>
                  <a:lnTo>
                    <a:pt x="132" y="2"/>
                  </a:lnTo>
                  <a:lnTo>
                    <a:pt x="127" y="1"/>
                  </a:lnTo>
                  <a:lnTo>
                    <a:pt x="120" y="0"/>
                  </a:lnTo>
                  <a:lnTo>
                    <a:pt x="30" y="0"/>
                  </a:lnTo>
                  <a:lnTo>
                    <a:pt x="24" y="1"/>
                  </a:lnTo>
                  <a:lnTo>
                    <a:pt x="18" y="2"/>
                  </a:lnTo>
                  <a:lnTo>
                    <a:pt x="13" y="5"/>
                  </a:lnTo>
                  <a:lnTo>
                    <a:pt x="9" y="8"/>
                  </a:lnTo>
                  <a:lnTo>
                    <a:pt x="5" y="12"/>
                  </a:lnTo>
                  <a:lnTo>
                    <a:pt x="2" y="18"/>
                  </a:lnTo>
                  <a:lnTo>
                    <a:pt x="1" y="23"/>
                  </a:lnTo>
                  <a:lnTo>
                    <a:pt x="0" y="30"/>
                  </a:lnTo>
                  <a:lnTo>
                    <a:pt x="1" y="36"/>
                  </a:lnTo>
                  <a:lnTo>
                    <a:pt x="2" y="41"/>
                  </a:lnTo>
                  <a:lnTo>
                    <a:pt x="5" y="47"/>
                  </a:lnTo>
                  <a:lnTo>
                    <a:pt x="9" y="51"/>
                  </a:lnTo>
                  <a:lnTo>
                    <a:pt x="13" y="54"/>
                  </a:lnTo>
                  <a:lnTo>
                    <a:pt x="18" y="57"/>
                  </a:lnTo>
                  <a:lnTo>
                    <a:pt x="24" y="59"/>
                  </a:lnTo>
                  <a:lnTo>
                    <a:pt x="30" y="60"/>
                  </a:lnTo>
                  <a:lnTo>
                    <a:pt x="30"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3" name="Freeform 46">
              <a:extLst>
                <a:ext uri="{FF2B5EF4-FFF2-40B4-BE49-F238E27FC236}">
                  <a16:creationId xmlns:a16="http://schemas.microsoft.com/office/drawing/2014/main" id="{EA0A94B2-A359-1BF1-C8FF-FCDA895E3476}"/>
                </a:ext>
              </a:extLst>
            </p:cNvPr>
            <p:cNvSpPr>
              <a:spLocks/>
            </p:cNvSpPr>
            <p:nvPr/>
          </p:nvSpPr>
          <p:spPr bwMode="auto">
            <a:xfrm>
              <a:off x="6443663" y="2622550"/>
              <a:ext cx="142875" cy="142875"/>
            </a:xfrm>
            <a:custGeom>
              <a:avLst/>
              <a:gdLst>
                <a:gd name="T0" fmla="*/ 279 w 450"/>
                <a:gd name="T1" fmla="*/ 355 h 451"/>
                <a:gd name="T2" fmla="*/ 261 w 450"/>
                <a:gd name="T3" fmla="*/ 370 h 451"/>
                <a:gd name="T4" fmla="*/ 241 w 450"/>
                <a:gd name="T5" fmla="*/ 381 h 451"/>
                <a:gd name="T6" fmla="*/ 222 w 450"/>
                <a:gd name="T7" fmla="*/ 388 h 451"/>
                <a:gd name="T8" fmla="*/ 203 w 450"/>
                <a:gd name="T9" fmla="*/ 391 h 451"/>
                <a:gd name="T10" fmla="*/ 183 w 450"/>
                <a:gd name="T11" fmla="*/ 388 h 451"/>
                <a:gd name="T12" fmla="*/ 164 w 450"/>
                <a:gd name="T13" fmla="*/ 381 h 451"/>
                <a:gd name="T14" fmla="*/ 145 w 450"/>
                <a:gd name="T15" fmla="*/ 370 h 451"/>
                <a:gd name="T16" fmla="*/ 127 w 450"/>
                <a:gd name="T17" fmla="*/ 355 h 451"/>
                <a:gd name="T18" fmla="*/ 88 w 450"/>
                <a:gd name="T19" fmla="*/ 315 h 451"/>
                <a:gd name="T20" fmla="*/ 74 w 450"/>
                <a:gd name="T21" fmla="*/ 296 h 451"/>
                <a:gd name="T22" fmla="*/ 65 w 450"/>
                <a:gd name="T23" fmla="*/ 277 h 451"/>
                <a:gd name="T24" fmla="*/ 60 w 450"/>
                <a:gd name="T25" fmla="*/ 257 h 451"/>
                <a:gd name="T26" fmla="*/ 60 w 450"/>
                <a:gd name="T27" fmla="*/ 238 h 451"/>
                <a:gd name="T28" fmla="*/ 65 w 450"/>
                <a:gd name="T29" fmla="*/ 218 h 451"/>
                <a:gd name="T30" fmla="*/ 74 w 450"/>
                <a:gd name="T31" fmla="*/ 199 h 451"/>
                <a:gd name="T32" fmla="*/ 88 w 450"/>
                <a:gd name="T33" fmla="*/ 181 h 451"/>
                <a:gd name="T34" fmla="*/ 217 w 450"/>
                <a:gd name="T35" fmla="*/ 51 h 451"/>
                <a:gd name="T36" fmla="*/ 223 w 450"/>
                <a:gd name="T37" fmla="*/ 42 h 451"/>
                <a:gd name="T38" fmla="*/ 225 w 450"/>
                <a:gd name="T39" fmla="*/ 30 h 451"/>
                <a:gd name="T40" fmla="*/ 223 w 450"/>
                <a:gd name="T41" fmla="*/ 19 h 451"/>
                <a:gd name="T42" fmla="*/ 217 w 450"/>
                <a:gd name="T43" fmla="*/ 8 h 451"/>
                <a:gd name="T44" fmla="*/ 207 w 450"/>
                <a:gd name="T45" fmla="*/ 2 h 451"/>
                <a:gd name="T46" fmla="*/ 195 w 450"/>
                <a:gd name="T47" fmla="*/ 0 h 451"/>
                <a:gd name="T48" fmla="*/ 184 w 450"/>
                <a:gd name="T49" fmla="*/ 2 h 451"/>
                <a:gd name="T50" fmla="*/ 174 w 450"/>
                <a:gd name="T51" fmla="*/ 8 h 451"/>
                <a:gd name="T52" fmla="*/ 41 w 450"/>
                <a:gd name="T53" fmla="*/ 142 h 451"/>
                <a:gd name="T54" fmla="*/ 20 w 450"/>
                <a:gd name="T55" fmla="*/ 171 h 451"/>
                <a:gd name="T56" fmla="*/ 8 w 450"/>
                <a:gd name="T57" fmla="*/ 201 h 451"/>
                <a:gd name="T58" fmla="*/ 1 w 450"/>
                <a:gd name="T59" fmla="*/ 232 h 451"/>
                <a:gd name="T60" fmla="*/ 1 w 450"/>
                <a:gd name="T61" fmla="*/ 263 h 451"/>
                <a:gd name="T62" fmla="*/ 8 w 450"/>
                <a:gd name="T63" fmla="*/ 294 h 451"/>
                <a:gd name="T64" fmla="*/ 20 w 450"/>
                <a:gd name="T65" fmla="*/ 324 h 451"/>
                <a:gd name="T66" fmla="*/ 41 w 450"/>
                <a:gd name="T67" fmla="*/ 352 h 451"/>
                <a:gd name="T68" fmla="*/ 84 w 450"/>
                <a:gd name="T69" fmla="*/ 396 h 451"/>
                <a:gd name="T70" fmla="*/ 112 w 450"/>
                <a:gd name="T71" fmla="*/ 420 h 451"/>
                <a:gd name="T72" fmla="*/ 142 w 450"/>
                <a:gd name="T73" fmla="*/ 437 h 451"/>
                <a:gd name="T74" fmla="*/ 172 w 450"/>
                <a:gd name="T75" fmla="*/ 448 h 451"/>
                <a:gd name="T76" fmla="*/ 203 w 450"/>
                <a:gd name="T77" fmla="*/ 451 h 451"/>
                <a:gd name="T78" fmla="*/ 234 w 450"/>
                <a:gd name="T79" fmla="*/ 448 h 451"/>
                <a:gd name="T80" fmla="*/ 264 w 450"/>
                <a:gd name="T81" fmla="*/ 437 h 451"/>
                <a:gd name="T82" fmla="*/ 294 w 450"/>
                <a:gd name="T83" fmla="*/ 420 h 451"/>
                <a:gd name="T84" fmla="*/ 322 w 450"/>
                <a:gd name="T85" fmla="*/ 396 h 451"/>
                <a:gd name="T86" fmla="*/ 446 w 450"/>
                <a:gd name="T87" fmla="*/ 272 h 451"/>
                <a:gd name="T88" fmla="*/ 450 w 450"/>
                <a:gd name="T89" fmla="*/ 261 h 451"/>
                <a:gd name="T90" fmla="*/ 450 w 450"/>
                <a:gd name="T91" fmla="*/ 250 h 451"/>
                <a:gd name="T92" fmla="*/ 446 w 450"/>
                <a:gd name="T93" fmla="*/ 239 h 451"/>
                <a:gd name="T94" fmla="*/ 438 w 450"/>
                <a:gd name="T95" fmla="*/ 230 h 451"/>
                <a:gd name="T96" fmla="*/ 427 w 450"/>
                <a:gd name="T97" fmla="*/ 226 h 451"/>
                <a:gd name="T98" fmla="*/ 415 w 450"/>
                <a:gd name="T99" fmla="*/ 226 h 451"/>
                <a:gd name="T100" fmla="*/ 404 w 450"/>
                <a:gd name="T101" fmla="*/ 230 h 451"/>
                <a:gd name="T102" fmla="*/ 399 w 450"/>
                <a:gd name="T103" fmla="*/ 233 h 4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50" h="451">
                  <a:moveTo>
                    <a:pt x="399" y="233"/>
                  </a:moveTo>
                  <a:lnTo>
                    <a:pt x="279" y="355"/>
                  </a:lnTo>
                  <a:lnTo>
                    <a:pt x="270" y="362"/>
                  </a:lnTo>
                  <a:lnTo>
                    <a:pt x="261" y="370"/>
                  </a:lnTo>
                  <a:lnTo>
                    <a:pt x="251" y="376"/>
                  </a:lnTo>
                  <a:lnTo>
                    <a:pt x="241" y="381"/>
                  </a:lnTo>
                  <a:lnTo>
                    <a:pt x="232" y="386"/>
                  </a:lnTo>
                  <a:lnTo>
                    <a:pt x="222" y="388"/>
                  </a:lnTo>
                  <a:lnTo>
                    <a:pt x="212" y="390"/>
                  </a:lnTo>
                  <a:lnTo>
                    <a:pt x="203" y="391"/>
                  </a:lnTo>
                  <a:lnTo>
                    <a:pt x="193" y="390"/>
                  </a:lnTo>
                  <a:lnTo>
                    <a:pt x="183" y="388"/>
                  </a:lnTo>
                  <a:lnTo>
                    <a:pt x="174" y="386"/>
                  </a:lnTo>
                  <a:lnTo>
                    <a:pt x="164" y="381"/>
                  </a:lnTo>
                  <a:lnTo>
                    <a:pt x="154" y="376"/>
                  </a:lnTo>
                  <a:lnTo>
                    <a:pt x="145" y="370"/>
                  </a:lnTo>
                  <a:lnTo>
                    <a:pt x="135" y="363"/>
                  </a:lnTo>
                  <a:lnTo>
                    <a:pt x="127" y="355"/>
                  </a:lnTo>
                  <a:lnTo>
                    <a:pt x="97" y="325"/>
                  </a:lnTo>
                  <a:lnTo>
                    <a:pt x="88" y="315"/>
                  </a:lnTo>
                  <a:lnTo>
                    <a:pt x="80" y="305"/>
                  </a:lnTo>
                  <a:lnTo>
                    <a:pt x="74" y="296"/>
                  </a:lnTo>
                  <a:lnTo>
                    <a:pt x="69" y="287"/>
                  </a:lnTo>
                  <a:lnTo>
                    <a:pt x="65" y="277"/>
                  </a:lnTo>
                  <a:lnTo>
                    <a:pt x="62" y="268"/>
                  </a:lnTo>
                  <a:lnTo>
                    <a:pt x="60" y="257"/>
                  </a:lnTo>
                  <a:lnTo>
                    <a:pt x="60" y="247"/>
                  </a:lnTo>
                  <a:lnTo>
                    <a:pt x="60" y="238"/>
                  </a:lnTo>
                  <a:lnTo>
                    <a:pt x="62" y="228"/>
                  </a:lnTo>
                  <a:lnTo>
                    <a:pt x="65" y="218"/>
                  </a:lnTo>
                  <a:lnTo>
                    <a:pt x="69" y="209"/>
                  </a:lnTo>
                  <a:lnTo>
                    <a:pt x="74" y="199"/>
                  </a:lnTo>
                  <a:lnTo>
                    <a:pt x="80" y="190"/>
                  </a:lnTo>
                  <a:lnTo>
                    <a:pt x="88" y="181"/>
                  </a:lnTo>
                  <a:lnTo>
                    <a:pt x="97" y="171"/>
                  </a:lnTo>
                  <a:lnTo>
                    <a:pt x="217" y="51"/>
                  </a:lnTo>
                  <a:lnTo>
                    <a:pt x="221" y="47"/>
                  </a:lnTo>
                  <a:lnTo>
                    <a:pt x="223" y="42"/>
                  </a:lnTo>
                  <a:lnTo>
                    <a:pt x="225" y="35"/>
                  </a:lnTo>
                  <a:lnTo>
                    <a:pt x="225" y="30"/>
                  </a:lnTo>
                  <a:lnTo>
                    <a:pt x="225" y="24"/>
                  </a:lnTo>
                  <a:lnTo>
                    <a:pt x="223" y="19"/>
                  </a:lnTo>
                  <a:lnTo>
                    <a:pt x="221" y="14"/>
                  </a:lnTo>
                  <a:lnTo>
                    <a:pt x="217" y="8"/>
                  </a:lnTo>
                  <a:lnTo>
                    <a:pt x="212" y="5"/>
                  </a:lnTo>
                  <a:lnTo>
                    <a:pt x="207" y="2"/>
                  </a:lnTo>
                  <a:lnTo>
                    <a:pt x="202" y="1"/>
                  </a:lnTo>
                  <a:lnTo>
                    <a:pt x="195" y="0"/>
                  </a:lnTo>
                  <a:lnTo>
                    <a:pt x="190" y="1"/>
                  </a:lnTo>
                  <a:lnTo>
                    <a:pt x="184" y="2"/>
                  </a:lnTo>
                  <a:lnTo>
                    <a:pt x="179" y="5"/>
                  </a:lnTo>
                  <a:lnTo>
                    <a:pt x="174" y="8"/>
                  </a:lnTo>
                  <a:lnTo>
                    <a:pt x="54" y="128"/>
                  </a:lnTo>
                  <a:lnTo>
                    <a:pt x="41" y="142"/>
                  </a:lnTo>
                  <a:lnTo>
                    <a:pt x="30" y="157"/>
                  </a:lnTo>
                  <a:lnTo>
                    <a:pt x="20" y="171"/>
                  </a:lnTo>
                  <a:lnTo>
                    <a:pt x="13" y="186"/>
                  </a:lnTo>
                  <a:lnTo>
                    <a:pt x="8" y="201"/>
                  </a:lnTo>
                  <a:lnTo>
                    <a:pt x="3" y="216"/>
                  </a:lnTo>
                  <a:lnTo>
                    <a:pt x="1" y="232"/>
                  </a:lnTo>
                  <a:lnTo>
                    <a:pt x="0" y="247"/>
                  </a:lnTo>
                  <a:lnTo>
                    <a:pt x="1" y="263"/>
                  </a:lnTo>
                  <a:lnTo>
                    <a:pt x="3" y="278"/>
                  </a:lnTo>
                  <a:lnTo>
                    <a:pt x="8" y="294"/>
                  </a:lnTo>
                  <a:lnTo>
                    <a:pt x="13" y="310"/>
                  </a:lnTo>
                  <a:lnTo>
                    <a:pt x="20" y="324"/>
                  </a:lnTo>
                  <a:lnTo>
                    <a:pt x="30" y="339"/>
                  </a:lnTo>
                  <a:lnTo>
                    <a:pt x="41" y="352"/>
                  </a:lnTo>
                  <a:lnTo>
                    <a:pt x="54" y="366"/>
                  </a:lnTo>
                  <a:lnTo>
                    <a:pt x="84" y="396"/>
                  </a:lnTo>
                  <a:lnTo>
                    <a:pt x="98" y="409"/>
                  </a:lnTo>
                  <a:lnTo>
                    <a:pt x="112" y="420"/>
                  </a:lnTo>
                  <a:lnTo>
                    <a:pt x="127" y="430"/>
                  </a:lnTo>
                  <a:lnTo>
                    <a:pt x="142" y="437"/>
                  </a:lnTo>
                  <a:lnTo>
                    <a:pt x="157" y="444"/>
                  </a:lnTo>
                  <a:lnTo>
                    <a:pt x="172" y="448"/>
                  </a:lnTo>
                  <a:lnTo>
                    <a:pt x="188" y="450"/>
                  </a:lnTo>
                  <a:lnTo>
                    <a:pt x="203" y="451"/>
                  </a:lnTo>
                  <a:lnTo>
                    <a:pt x="219" y="450"/>
                  </a:lnTo>
                  <a:lnTo>
                    <a:pt x="234" y="448"/>
                  </a:lnTo>
                  <a:lnTo>
                    <a:pt x="249" y="444"/>
                  </a:lnTo>
                  <a:lnTo>
                    <a:pt x="264" y="437"/>
                  </a:lnTo>
                  <a:lnTo>
                    <a:pt x="279" y="430"/>
                  </a:lnTo>
                  <a:lnTo>
                    <a:pt x="294" y="420"/>
                  </a:lnTo>
                  <a:lnTo>
                    <a:pt x="308" y="409"/>
                  </a:lnTo>
                  <a:lnTo>
                    <a:pt x="322" y="396"/>
                  </a:lnTo>
                  <a:lnTo>
                    <a:pt x="442" y="276"/>
                  </a:lnTo>
                  <a:lnTo>
                    <a:pt x="446" y="272"/>
                  </a:lnTo>
                  <a:lnTo>
                    <a:pt x="448" y="267"/>
                  </a:lnTo>
                  <a:lnTo>
                    <a:pt x="450" y="261"/>
                  </a:lnTo>
                  <a:lnTo>
                    <a:pt x="450" y="255"/>
                  </a:lnTo>
                  <a:lnTo>
                    <a:pt x="450" y="250"/>
                  </a:lnTo>
                  <a:lnTo>
                    <a:pt x="448" y="244"/>
                  </a:lnTo>
                  <a:lnTo>
                    <a:pt x="446" y="239"/>
                  </a:lnTo>
                  <a:lnTo>
                    <a:pt x="442" y="235"/>
                  </a:lnTo>
                  <a:lnTo>
                    <a:pt x="438" y="230"/>
                  </a:lnTo>
                  <a:lnTo>
                    <a:pt x="432" y="227"/>
                  </a:lnTo>
                  <a:lnTo>
                    <a:pt x="427" y="226"/>
                  </a:lnTo>
                  <a:lnTo>
                    <a:pt x="420" y="225"/>
                  </a:lnTo>
                  <a:lnTo>
                    <a:pt x="415" y="226"/>
                  </a:lnTo>
                  <a:lnTo>
                    <a:pt x="410" y="227"/>
                  </a:lnTo>
                  <a:lnTo>
                    <a:pt x="404" y="230"/>
                  </a:lnTo>
                  <a:lnTo>
                    <a:pt x="399" y="235"/>
                  </a:lnTo>
                  <a:lnTo>
                    <a:pt x="399" y="2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4" name="Freeform 47">
              <a:extLst>
                <a:ext uri="{FF2B5EF4-FFF2-40B4-BE49-F238E27FC236}">
                  <a16:creationId xmlns:a16="http://schemas.microsoft.com/office/drawing/2014/main" id="{56F387B1-EF35-AFBD-7B3D-3723B6C09C62}"/>
                </a:ext>
              </a:extLst>
            </p:cNvPr>
            <p:cNvSpPr>
              <a:spLocks/>
            </p:cNvSpPr>
            <p:nvPr/>
          </p:nvSpPr>
          <p:spPr bwMode="auto">
            <a:xfrm>
              <a:off x="6615113" y="2555875"/>
              <a:ext cx="114300" cy="133350"/>
            </a:xfrm>
            <a:custGeom>
              <a:avLst/>
              <a:gdLst>
                <a:gd name="T0" fmla="*/ 30 w 361"/>
                <a:gd name="T1" fmla="*/ 0 h 420"/>
                <a:gd name="T2" fmla="*/ 19 w 361"/>
                <a:gd name="T3" fmla="*/ 2 h 420"/>
                <a:gd name="T4" fmla="*/ 9 w 361"/>
                <a:gd name="T5" fmla="*/ 8 h 420"/>
                <a:gd name="T6" fmla="*/ 3 w 361"/>
                <a:gd name="T7" fmla="*/ 18 h 420"/>
                <a:gd name="T8" fmla="*/ 0 w 361"/>
                <a:gd name="T9" fmla="*/ 30 h 420"/>
                <a:gd name="T10" fmla="*/ 3 w 361"/>
                <a:gd name="T11" fmla="*/ 41 h 420"/>
                <a:gd name="T12" fmla="*/ 9 w 361"/>
                <a:gd name="T13" fmla="*/ 51 h 420"/>
                <a:gd name="T14" fmla="*/ 19 w 361"/>
                <a:gd name="T15" fmla="*/ 57 h 420"/>
                <a:gd name="T16" fmla="*/ 30 w 361"/>
                <a:gd name="T17" fmla="*/ 60 h 420"/>
                <a:gd name="T18" fmla="*/ 205 w 361"/>
                <a:gd name="T19" fmla="*/ 61 h 420"/>
                <a:gd name="T20" fmla="*/ 225 w 361"/>
                <a:gd name="T21" fmla="*/ 65 h 420"/>
                <a:gd name="T22" fmla="*/ 243 w 361"/>
                <a:gd name="T23" fmla="*/ 75 h 420"/>
                <a:gd name="T24" fmla="*/ 260 w 361"/>
                <a:gd name="T25" fmla="*/ 89 h 420"/>
                <a:gd name="T26" fmla="*/ 275 w 361"/>
                <a:gd name="T27" fmla="*/ 106 h 420"/>
                <a:gd name="T28" fmla="*/ 287 w 361"/>
                <a:gd name="T29" fmla="*/ 125 h 420"/>
                <a:gd name="T30" fmla="*/ 296 w 361"/>
                <a:gd name="T31" fmla="*/ 145 h 420"/>
                <a:gd name="T32" fmla="*/ 300 w 361"/>
                <a:gd name="T33" fmla="*/ 168 h 420"/>
                <a:gd name="T34" fmla="*/ 301 w 361"/>
                <a:gd name="T35" fmla="*/ 255 h 420"/>
                <a:gd name="T36" fmla="*/ 299 w 361"/>
                <a:gd name="T37" fmla="*/ 275 h 420"/>
                <a:gd name="T38" fmla="*/ 292 w 361"/>
                <a:gd name="T39" fmla="*/ 295 h 420"/>
                <a:gd name="T40" fmla="*/ 282 w 361"/>
                <a:gd name="T41" fmla="*/ 313 h 420"/>
                <a:gd name="T42" fmla="*/ 269 w 361"/>
                <a:gd name="T43" fmla="*/ 329 h 420"/>
                <a:gd name="T44" fmla="*/ 254 w 361"/>
                <a:gd name="T45" fmla="*/ 342 h 420"/>
                <a:gd name="T46" fmla="*/ 236 w 361"/>
                <a:gd name="T47" fmla="*/ 351 h 420"/>
                <a:gd name="T48" fmla="*/ 216 w 361"/>
                <a:gd name="T49" fmla="*/ 358 h 420"/>
                <a:gd name="T50" fmla="*/ 196 w 361"/>
                <a:gd name="T51" fmla="*/ 360 h 420"/>
                <a:gd name="T52" fmla="*/ 24 w 361"/>
                <a:gd name="T53" fmla="*/ 361 h 420"/>
                <a:gd name="T54" fmla="*/ 13 w 361"/>
                <a:gd name="T55" fmla="*/ 365 h 420"/>
                <a:gd name="T56" fmla="*/ 5 w 361"/>
                <a:gd name="T57" fmla="*/ 374 h 420"/>
                <a:gd name="T58" fmla="*/ 1 w 361"/>
                <a:gd name="T59" fmla="*/ 384 h 420"/>
                <a:gd name="T60" fmla="*/ 1 w 361"/>
                <a:gd name="T61" fmla="*/ 396 h 420"/>
                <a:gd name="T62" fmla="*/ 5 w 361"/>
                <a:gd name="T63" fmla="*/ 407 h 420"/>
                <a:gd name="T64" fmla="*/ 13 w 361"/>
                <a:gd name="T65" fmla="*/ 416 h 420"/>
                <a:gd name="T66" fmla="*/ 24 w 361"/>
                <a:gd name="T67" fmla="*/ 420 h 420"/>
                <a:gd name="T68" fmla="*/ 196 w 361"/>
                <a:gd name="T69" fmla="*/ 420 h 420"/>
                <a:gd name="T70" fmla="*/ 228 w 361"/>
                <a:gd name="T71" fmla="*/ 417 h 420"/>
                <a:gd name="T72" fmla="*/ 259 w 361"/>
                <a:gd name="T73" fmla="*/ 407 h 420"/>
                <a:gd name="T74" fmla="*/ 287 w 361"/>
                <a:gd name="T75" fmla="*/ 392 h 420"/>
                <a:gd name="T76" fmla="*/ 312 w 361"/>
                <a:gd name="T77" fmla="*/ 372 h 420"/>
                <a:gd name="T78" fmla="*/ 332 w 361"/>
                <a:gd name="T79" fmla="*/ 347 h 420"/>
                <a:gd name="T80" fmla="*/ 347 w 361"/>
                <a:gd name="T81" fmla="*/ 319 h 420"/>
                <a:gd name="T82" fmla="*/ 357 w 361"/>
                <a:gd name="T83" fmla="*/ 288 h 420"/>
                <a:gd name="T84" fmla="*/ 361 w 361"/>
                <a:gd name="T85" fmla="*/ 255 h 420"/>
                <a:gd name="T86" fmla="*/ 360 w 361"/>
                <a:gd name="T87" fmla="*/ 163 h 420"/>
                <a:gd name="T88" fmla="*/ 353 w 361"/>
                <a:gd name="T89" fmla="*/ 130 h 420"/>
                <a:gd name="T90" fmla="*/ 342 w 361"/>
                <a:gd name="T91" fmla="*/ 99 h 420"/>
                <a:gd name="T92" fmla="*/ 323 w 361"/>
                <a:gd name="T93" fmla="*/ 70 h 420"/>
                <a:gd name="T94" fmla="*/ 302 w 361"/>
                <a:gd name="T95" fmla="*/ 45 h 420"/>
                <a:gd name="T96" fmla="*/ 275 w 361"/>
                <a:gd name="T97" fmla="*/ 24 h 420"/>
                <a:gd name="T98" fmla="*/ 246 w 361"/>
                <a:gd name="T99" fmla="*/ 9 h 420"/>
                <a:gd name="T100" fmla="*/ 213 w 361"/>
                <a:gd name="T101" fmla="*/ 1 h 4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61" h="420">
                  <a:moveTo>
                    <a:pt x="196" y="0"/>
                  </a:moveTo>
                  <a:lnTo>
                    <a:pt x="30" y="0"/>
                  </a:lnTo>
                  <a:lnTo>
                    <a:pt x="24" y="1"/>
                  </a:lnTo>
                  <a:lnTo>
                    <a:pt x="19" y="2"/>
                  </a:lnTo>
                  <a:lnTo>
                    <a:pt x="13" y="5"/>
                  </a:lnTo>
                  <a:lnTo>
                    <a:pt x="9" y="8"/>
                  </a:lnTo>
                  <a:lnTo>
                    <a:pt x="5" y="12"/>
                  </a:lnTo>
                  <a:lnTo>
                    <a:pt x="3" y="18"/>
                  </a:lnTo>
                  <a:lnTo>
                    <a:pt x="1" y="23"/>
                  </a:lnTo>
                  <a:lnTo>
                    <a:pt x="0" y="30"/>
                  </a:lnTo>
                  <a:lnTo>
                    <a:pt x="1" y="36"/>
                  </a:lnTo>
                  <a:lnTo>
                    <a:pt x="3" y="41"/>
                  </a:lnTo>
                  <a:lnTo>
                    <a:pt x="5" y="47"/>
                  </a:lnTo>
                  <a:lnTo>
                    <a:pt x="9" y="51"/>
                  </a:lnTo>
                  <a:lnTo>
                    <a:pt x="13" y="54"/>
                  </a:lnTo>
                  <a:lnTo>
                    <a:pt x="19" y="57"/>
                  </a:lnTo>
                  <a:lnTo>
                    <a:pt x="24" y="59"/>
                  </a:lnTo>
                  <a:lnTo>
                    <a:pt x="30" y="60"/>
                  </a:lnTo>
                  <a:lnTo>
                    <a:pt x="196" y="60"/>
                  </a:lnTo>
                  <a:lnTo>
                    <a:pt x="205" y="61"/>
                  </a:lnTo>
                  <a:lnTo>
                    <a:pt x="215" y="62"/>
                  </a:lnTo>
                  <a:lnTo>
                    <a:pt x="225" y="65"/>
                  </a:lnTo>
                  <a:lnTo>
                    <a:pt x="234" y="69"/>
                  </a:lnTo>
                  <a:lnTo>
                    <a:pt x="243" y="75"/>
                  </a:lnTo>
                  <a:lnTo>
                    <a:pt x="252" y="81"/>
                  </a:lnTo>
                  <a:lnTo>
                    <a:pt x="260" y="89"/>
                  </a:lnTo>
                  <a:lnTo>
                    <a:pt x="268" y="97"/>
                  </a:lnTo>
                  <a:lnTo>
                    <a:pt x="275" y="106"/>
                  </a:lnTo>
                  <a:lnTo>
                    <a:pt x="282" y="114"/>
                  </a:lnTo>
                  <a:lnTo>
                    <a:pt x="287" y="125"/>
                  </a:lnTo>
                  <a:lnTo>
                    <a:pt x="291" y="135"/>
                  </a:lnTo>
                  <a:lnTo>
                    <a:pt x="296" y="145"/>
                  </a:lnTo>
                  <a:lnTo>
                    <a:pt x="298" y="156"/>
                  </a:lnTo>
                  <a:lnTo>
                    <a:pt x="300" y="168"/>
                  </a:lnTo>
                  <a:lnTo>
                    <a:pt x="301" y="179"/>
                  </a:lnTo>
                  <a:lnTo>
                    <a:pt x="301" y="255"/>
                  </a:lnTo>
                  <a:lnTo>
                    <a:pt x="300" y="265"/>
                  </a:lnTo>
                  <a:lnTo>
                    <a:pt x="299" y="275"/>
                  </a:lnTo>
                  <a:lnTo>
                    <a:pt x="296" y="286"/>
                  </a:lnTo>
                  <a:lnTo>
                    <a:pt x="292" y="295"/>
                  </a:lnTo>
                  <a:lnTo>
                    <a:pt x="287" y="304"/>
                  </a:lnTo>
                  <a:lnTo>
                    <a:pt x="282" y="313"/>
                  </a:lnTo>
                  <a:lnTo>
                    <a:pt x="276" y="321"/>
                  </a:lnTo>
                  <a:lnTo>
                    <a:pt x="269" y="329"/>
                  </a:lnTo>
                  <a:lnTo>
                    <a:pt x="261" y="335"/>
                  </a:lnTo>
                  <a:lnTo>
                    <a:pt x="254" y="342"/>
                  </a:lnTo>
                  <a:lnTo>
                    <a:pt x="244" y="347"/>
                  </a:lnTo>
                  <a:lnTo>
                    <a:pt x="236" y="351"/>
                  </a:lnTo>
                  <a:lnTo>
                    <a:pt x="226" y="356"/>
                  </a:lnTo>
                  <a:lnTo>
                    <a:pt x="216" y="358"/>
                  </a:lnTo>
                  <a:lnTo>
                    <a:pt x="205" y="360"/>
                  </a:lnTo>
                  <a:lnTo>
                    <a:pt x="196" y="360"/>
                  </a:lnTo>
                  <a:lnTo>
                    <a:pt x="30" y="360"/>
                  </a:lnTo>
                  <a:lnTo>
                    <a:pt x="24" y="361"/>
                  </a:lnTo>
                  <a:lnTo>
                    <a:pt x="19" y="362"/>
                  </a:lnTo>
                  <a:lnTo>
                    <a:pt x="13" y="365"/>
                  </a:lnTo>
                  <a:lnTo>
                    <a:pt x="9" y="368"/>
                  </a:lnTo>
                  <a:lnTo>
                    <a:pt x="5" y="374"/>
                  </a:lnTo>
                  <a:lnTo>
                    <a:pt x="3" y="378"/>
                  </a:lnTo>
                  <a:lnTo>
                    <a:pt x="1" y="384"/>
                  </a:lnTo>
                  <a:lnTo>
                    <a:pt x="0" y="390"/>
                  </a:lnTo>
                  <a:lnTo>
                    <a:pt x="1" y="396"/>
                  </a:lnTo>
                  <a:lnTo>
                    <a:pt x="3" y="402"/>
                  </a:lnTo>
                  <a:lnTo>
                    <a:pt x="5" y="407"/>
                  </a:lnTo>
                  <a:lnTo>
                    <a:pt x="9" y="411"/>
                  </a:lnTo>
                  <a:lnTo>
                    <a:pt x="13" y="416"/>
                  </a:lnTo>
                  <a:lnTo>
                    <a:pt x="19" y="418"/>
                  </a:lnTo>
                  <a:lnTo>
                    <a:pt x="24" y="420"/>
                  </a:lnTo>
                  <a:lnTo>
                    <a:pt x="30" y="420"/>
                  </a:lnTo>
                  <a:lnTo>
                    <a:pt x="196" y="420"/>
                  </a:lnTo>
                  <a:lnTo>
                    <a:pt x="212" y="419"/>
                  </a:lnTo>
                  <a:lnTo>
                    <a:pt x="228" y="417"/>
                  </a:lnTo>
                  <a:lnTo>
                    <a:pt x="244" y="412"/>
                  </a:lnTo>
                  <a:lnTo>
                    <a:pt x="259" y="407"/>
                  </a:lnTo>
                  <a:lnTo>
                    <a:pt x="273" y="400"/>
                  </a:lnTo>
                  <a:lnTo>
                    <a:pt x="287" y="392"/>
                  </a:lnTo>
                  <a:lnTo>
                    <a:pt x="300" y="382"/>
                  </a:lnTo>
                  <a:lnTo>
                    <a:pt x="312" y="372"/>
                  </a:lnTo>
                  <a:lnTo>
                    <a:pt x="322" y="360"/>
                  </a:lnTo>
                  <a:lnTo>
                    <a:pt x="332" y="347"/>
                  </a:lnTo>
                  <a:lnTo>
                    <a:pt x="341" y="333"/>
                  </a:lnTo>
                  <a:lnTo>
                    <a:pt x="347" y="319"/>
                  </a:lnTo>
                  <a:lnTo>
                    <a:pt x="353" y="303"/>
                  </a:lnTo>
                  <a:lnTo>
                    <a:pt x="357" y="288"/>
                  </a:lnTo>
                  <a:lnTo>
                    <a:pt x="360" y="272"/>
                  </a:lnTo>
                  <a:lnTo>
                    <a:pt x="361" y="255"/>
                  </a:lnTo>
                  <a:lnTo>
                    <a:pt x="361" y="179"/>
                  </a:lnTo>
                  <a:lnTo>
                    <a:pt x="360" y="163"/>
                  </a:lnTo>
                  <a:lnTo>
                    <a:pt x="358" y="146"/>
                  </a:lnTo>
                  <a:lnTo>
                    <a:pt x="353" y="130"/>
                  </a:lnTo>
                  <a:lnTo>
                    <a:pt x="348" y="115"/>
                  </a:lnTo>
                  <a:lnTo>
                    <a:pt x="342" y="99"/>
                  </a:lnTo>
                  <a:lnTo>
                    <a:pt x="333" y="85"/>
                  </a:lnTo>
                  <a:lnTo>
                    <a:pt x="323" y="70"/>
                  </a:lnTo>
                  <a:lnTo>
                    <a:pt x="314" y="57"/>
                  </a:lnTo>
                  <a:lnTo>
                    <a:pt x="302" y="45"/>
                  </a:lnTo>
                  <a:lnTo>
                    <a:pt x="289" y="34"/>
                  </a:lnTo>
                  <a:lnTo>
                    <a:pt x="275" y="24"/>
                  </a:lnTo>
                  <a:lnTo>
                    <a:pt x="261" y="16"/>
                  </a:lnTo>
                  <a:lnTo>
                    <a:pt x="246" y="9"/>
                  </a:lnTo>
                  <a:lnTo>
                    <a:pt x="229" y="4"/>
                  </a:lnTo>
                  <a:lnTo>
                    <a:pt x="213" y="1"/>
                  </a:lnTo>
                  <a:lnTo>
                    <a:pt x="19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65" name="Freeform 41">
            <a:extLst>
              <a:ext uri="{FF2B5EF4-FFF2-40B4-BE49-F238E27FC236}">
                <a16:creationId xmlns:a16="http://schemas.microsoft.com/office/drawing/2014/main" id="{A1CE6E34-7971-8F80-6723-AC7E8DEDC6A1}"/>
              </a:ext>
            </a:extLst>
          </p:cNvPr>
          <p:cNvSpPr>
            <a:spLocks noEditPoints="1"/>
          </p:cNvSpPr>
          <p:nvPr/>
        </p:nvSpPr>
        <p:spPr bwMode="auto">
          <a:xfrm>
            <a:off x="7860951" y="2243935"/>
            <a:ext cx="187086" cy="255637"/>
          </a:xfrm>
          <a:custGeom>
            <a:avLst/>
            <a:gdLst>
              <a:gd name="T0" fmla="*/ 337 w 658"/>
              <a:gd name="T1" fmla="*/ 615 h 896"/>
              <a:gd name="T2" fmla="*/ 327 w 658"/>
              <a:gd name="T3" fmla="*/ 613 h 896"/>
              <a:gd name="T4" fmla="*/ 219 w 658"/>
              <a:gd name="T5" fmla="*/ 717 h 896"/>
              <a:gd name="T6" fmla="*/ 106 w 658"/>
              <a:gd name="T7" fmla="*/ 664 h 896"/>
              <a:gd name="T8" fmla="*/ 115 w 658"/>
              <a:gd name="T9" fmla="*/ 619 h 896"/>
              <a:gd name="T10" fmla="*/ 143 w 658"/>
              <a:gd name="T11" fmla="*/ 562 h 896"/>
              <a:gd name="T12" fmla="*/ 203 w 658"/>
              <a:gd name="T13" fmla="*/ 501 h 896"/>
              <a:gd name="T14" fmla="*/ 261 w 658"/>
              <a:gd name="T15" fmla="*/ 473 h 896"/>
              <a:gd name="T16" fmla="*/ 306 w 658"/>
              <a:gd name="T17" fmla="*/ 464 h 896"/>
              <a:gd name="T18" fmla="*/ 352 w 658"/>
              <a:gd name="T19" fmla="*/ 464 h 896"/>
              <a:gd name="T20" fmla="*/ 397 w 658"/>
              <a:gd name="T21" fmla="*/ 473 h 896"/>
              <a:gd name="T22" fmla="*/ 438 w 658"/>
              <a:gd name="T23" fmla="*/ 489 h 896"/>
              <a:gd name="T24" fmla="*/ 489 w 658"/>
              <a:gd name="T25" fmla="*/ 527 h 896"/>
              <a:gd name="T26" fmla="*/ 536 w 658"/>
              <a:gd name="T27" fmla="*/ 599 h 896"/>
              <a:gd name="T28" fmla="*/ 549 w 658"/>
              <a:gd name="T29" fmla="*/ 641 h 896"/>
              <a:gd name="T30" fmla="*/ 554 w 658"/>
              <a:gd name="T31" fmla="*/ 687 h 896"/>
              <a:gd name="T32" fmla="*/ 127 w 658"/>
              <a:gd name="T33" fmla="*/ 308 h 896"/>
              <a:gd name="T34" fmla="*/ 109 w 658"/>
              <a:gd name="T35" fmla="*/ 253 h 896"/>
              <a:gd name="T36" fmla="*/ 105 w 658"/>
              <a:gd name="T37" fmla="*/ 29 h 896"/>
              <a:gd name="T38" fmla="*/ 551 w 658"/>
              <a:gd name="T39" fmla="*/ 238 h 896"/>
              <a:gd name="T40" fmla="*/ 537 w 658"/>
              <a:gd name="T41" fmla="*/ 295 h 896"/>
              <a:gd name="T42" fmla="*/ 643 w 658"/>
              <a:gd name="T43" fmla="*/ 866 h 896"/>
              <a:gd name="T44" fmla="*/ 582 w 658"/>
              <a:gd name="T45" fmla="*/ 666 h 896"/>
              <a:gd name="T46" fmla="*/ 564 w 658"/>
              <a:gd name="T47" fmla="*/ 588 h 896"/>
              <a:gd name="T48" fmla="*/ 526 w 658"/>
              <a:gd name="T49" fmla="*/ 523 h 896"/>
              <a:gd name="T50" fmla="*/ 469 w 658"/>
              <a:gd name="T51" fmla="*/ 473 h 896"/>
              <a:gd name="T52" fmla="*/ 436 w 658"/>
              <a:gd name="T53" fmla="*/ 441 h 896"/>
              <a:gd name="T54" fmla="*/ 504 w 658"/>
              <a:gd name="T55" fmla="*/ 395 h 896"/>
              <a:gd name="T56" fmla="*/ 554 w 658"/>
              <a:gd name="T57" fmla="*/ 333 h 896"/>
              <a:gd name="T58" fmla="*/ 578 w 658"/>
              <a:gd name="T59" fmla="*/ 264 h 896"/>
              <a:gd name="T60" fmla="*/ 584 w 658"/>
              <a:gd name="T61" fmla="*/ 29 h 896"/>
              <a:gd name="T62" fmla="*/ 652 w 658"/>
              <a:gd name="T63" fmla="*/ 27 h 896"/>
              <a:gd name="T64" fmla="*/ 658 w 658"/>
              <a:gd name="T65" fmla="*/ 17 h 896"/>
              <a:gd name="T66" fmla="*/ 655 w 658"/>
              <a:gd name="T67" fmla="*/ 6 h 896"/>
              <a:gd name="T68" fmla="*/ 647 w 658"/>
              <a:gd name="T69" fmla="*/ 0 h 896"/>
              <a:gd name="T70" fmla="*/ 15 w 658"/>
              <a:gd name="T71" fmla="*/ 0 h 896"/>
              <a:gd name="T72" fmla="*/ 5 w 658"/>
              <a:gd name="T73" fmla="*/ 4 h 896"/>
              <a:gd name="T74" fmla="*/ 0 w 658"/>
              <a:gd name="T75" fmla="*/ 14 h 896"/>
              <a:gd name="T76" fmla="*/ 5 w 658"/>
              <a:gd name="T77" fmla="*/ 26 h 896"/>
              <a:gd name="T78" fmla="*/ 15 w 658"/>
              <a:gd name="T79" fmla="*/ 29 h 896"/>
              <a:gd name="T80" fmla="*/ 77 w 658"/>
              <a:gd name="T81" fmla="*/ 245 h 896"/>
              <a:gd name="T82" fmla="*/ 96 w 658"/>
              <a:gd name="T83" fmla="*/ 312 h 896"/>
              <a:gd name="T84" fmla="*/ 137 w 658"/>
              <a:gd name="T85" fmla="*/ 378 h 896"/>
              <a:gd name="T86" fmla="*/ 204 w 658"/>
              <a:gd name="T87" fmla="*/ 431 h 896"/>
              <a:gd name="T88" fmla="*/ 207 w 658"/>
              <a:gd name="T89" fmla="*/ 464 h 896"/>
              <a:gd name="T90" fmla="*/ 146 w 658"/>
              <a:gd name="T91" fmla="*/ 510 h 896"/>
              <a:gd name="T92" fmla="*/ 102 w 658"/>
              <a:gd name="T93" fmla="*/ 572 h 896"/>
              <a:gd name="T94" fmla="*/ 78 w 658"/>
              <a:gd name="T95" fmla="*/ 647 h 896"/>
              <a:gd name="T96" fmla="*/ 75 w 658"/>
              <a:gd name="T97" fmla="*/ 866 h 896"/>
              <a:gd name="T98" fmla="*/ 7 w 658"/>
              <a:gd name="T99" fmla="*/ 870 h 896"/>
              <a:gd name="T100" fmla="*/ 0 w 658"/>
              <a:gd name="T101" fmla="*/ 879 h 896"/>
              <a:gd name="T102" fmla="*/ 2 w 658"/>
              <a:gd name="T103" fmla="*/ 890 h 896"/>
              <a:gd name="T104" fmla="*/ 12 w 658"/>
              <a:gd name="T105" fmla="*/ 896 h 896"/>
              <a:gd name="T106" fmla="*/ 643 w 658"/>
              <a:gd name="T107" fmla="*/ 896 h 896"/>
              <a:gd name="T108" fmla="*/ 654 w 658"/>
              <a:gd name="T109" fmla="*/ 892 h 896"/>
              <a:gd name="T110" fmla="*/ 658 w 658"/>
              <a:gd name="T111" fmla="*/ 881 h 896"/>
              <a:gd name="T112" fmla="*/ 654 w 658"/>
              <a:gd name="T113" fmla="*/ 872 h 896"/>
              <a:gd name="T114" fmla="*/ 643 w 658"/>
              <a:gd name="T115" fmla="*/ 866 h 8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58" h="896">
                <a:moveTo>
                  <a:pt x="554" y="717"/>
                </a:moveTo>
                <a:lnTo>
                  <a:pt x="440" y="717"/>
                </a:lnTo>
                <a:lnTo>
                  <a:pt x="340" y="617"/>
                </a:lnTo>
                <a:lnTo>
                  <a:pt x="337" y="615"/>
                </a:lnTo>
                <a:lnTo>
                  <a:pt x="335" y="614"/>
                </a:lnTo>
                <a:lnTo>
                  <a:pt x="332" y="613"/>
                </a:lnTo>
                <a:lnTo>
                  <a:pt x="329" y="613"/>
                </a:lnTo>
                <a:lnTo>
                  <a:pt x="327" y="613"/>
                </a:lnTo>
                <a:lnTo>
                  <a:pt x="323" y="614"/>
                </a:lnTo>
                <a:lnTo>
                  <a:pt x="321" y="615"/>
                </a:lnTo>
                <a:lnTo>
                  <a:pt x="318" y="617"/>
                </a:lnTo>
                <a:lnTo>
                  <a:pt x="219" y="717"/>
                </a:lnTo>
                <a:lnTo>
                  <a:pt x="105" y="717"/>
                </a:lnTo>
                <a:lnTo>
                  <a:pt x="105" y="687"/>
                </a:lnTo>
                <a:lnTo>
                  <a:pt x="105" y="676"/>
                </a:lnTo>
                <a:lnTo>
                  <a:pt x="106" y="664"/>
                </a:lnTo>
                <a:lnTo>
                  <a:pt x="107" y="652"/>
                </a:lnTo>
                <a:lnTo>
                  <a:pt x="109" y="642"/>
                </a:lnTo>
                <a:lnTo>
                  <a:pt x="112" y="630"/>
                </a:lnTo>
                <a:lnTo>
                  <a:pt x="115" y="619"/>
                </a:lnTo>
                <a:lnTo>
                  <a:pt x="118" y="610"/>
                </a:lnTo>
                <a:lnTo>
                  <a:pt x="122" y="599"/>
                </a:lnTo>
                <a:lnTo>
                  <a:pt x="132" y="580"/>
                </a:lnTo>
                <a:lnTo>
                  <a:pt x="143" y="562"/>
                </a:lnTo>
                <a:lnTo>
                  <a:pt x="156" y="543"/>
                </a:lnTo>
                <a:lnTo>
                  <a:pt x="169" y="528"/>
                </a:lnTo>
                <a:lnTo>
                  <a:pt x="185" y="513"/>
                </a:lnTo>
                <a:lnTo>
                  <a:pt x="203" y="501"/>
                </a:lnTo>
                <a:lnTo>
                  <a:pt x="222" y="490"/>
                </a:lnTo>
                <a:lnTo>
                  <a:pt x="241" y="480"/>
                </a:lnTo>
                <a:lnTo>
                  <a:pt x="252" y="476"/>
                </a:lnTo>
                <a:lnTo>
                  <a:pt x="261" y="473"/>
                </a:lnTo>
                <a:lnTo>
                  <a:pt x="272" y="470"/>
                </a:lnTo>
                <a:lnTo>
                  <a:pt x="284" y="467"/>
                </a:lnTo>
                <a:lnTo>
                  <a:pt x="295" y="465"/>
                </a:lnTo>
                <a:lnTo>
                  <a:pt x="306" y="464"/>
                </a:lnTo>
                <a:lnTo>
                  <a:pt x="317" y="463"/>
                </a:lnTo>
                <a:lnTo>
                  <a:pt x="329" y="463"/>
                </a:lnTo>
                <a:lnTo>
                  <a:pt x="341" y="463"/>
                </a:lnTo>
                <a:lnTo>
                  <a:pt x="352" y="464"/>
                </a:lnTo>
                <a:lnTo>
                  <a:pt x="364" y="465"/>
                </a:lnTo>
                <a:lnTo>
                  <a:pt x="376" y="467"/>
                </a:lnTo>
                <a:lnTo>
                  <a:pt x="387" y="470"/>
                </a:lnTo>
                <a:lnTo>
                  <a:pt x="397" y="473"/>
                </a:lnTo>
                <a:lnTo>
                  <a:pt x="408" y="476"/>
                </a:lnTo>
                <a:lnTo>
                  <a:pt x="418" y="480"/>
                </a:lnTo>
                <a:lnTo>
                  <a:pt x="428" y="485"/>
                </a:lnTo>
                <a:lnTo>
                  <a:pt x="438" y="489"/>
                </a:lnTo>
                <a:lnTo>
                  <a:pt x="447" y="494"/>
                </a:lnTo>
                <a:lnTo>
                  <a:pt x="456" y="501"/>
                </a:lnTo>
                <a:lnTo>
                  <a:pt x="473" y="513"/>
                </a:lnTo>
                <a:lnTo>
                  <a:pt x="489" y="527"/>
                </a:lnTo>
                <a:lnTo>
                  <a:pt x="503" y="543"/>
                </a:lnTo>
                <a:lnTo>
                  <a:pt x="516" y="560"/>
                </a:lnTo>
                <a:lnTo>
                  <a:pt x="527" y="579"/>
                </a:lnTo>
                <a:lnTo>
                  <a:pt x="536" y="599"/>
                </a:lnTo>
                <a:lnTo>
                  <a:pt x="540" y="609"/>
                </a:lnTo>
                <a:lnTo>
                  <a:pt x="544" y="619"/>
                </a:lnTo>
                <a:lnTo>
                  <a:pt x="546" y="630"/>
                </a:lnTo>
                <a:lnTo>
                  <a:pt x="549" y="641"/>
                </a:lnTo>
                <a:lnTo>
                  <a:pt x="551" y="652"/>
                </a:lnTo>
                <a:lnTo>
                  <a:pt x="552" y="664"/>
                </a:lnTo>
                <a:lnTo>
                  <a:pt x="554" y="675"/>
                </a:lnTo>
                <a:lnTo>
                  <a:pt x="554" y="687"/>
                </a:lnTo>
                <a:lnTo>
                  <a:pt x="554" y="717"/>
                </a:lnTo>
                <a:close/>
                <a:moveTo>
                  <a:pt x="135" y="321"/>
                </a:moveTo>
                <a:lnTo>
                  <a:pt x="133" y="321"/>
                </a:lnTo>
                <a:lnTo>
                  <a:pt x="127" y="308"/>
                </a:lnTo>
                <a:lnTo>
                  <a:pt x="121" y="295"/>
                </a:lnTo>
                <a:lnTo>
                  <a:pt x="116" y="281"/>
                </a:lnTo>
                <a:lnTo>
                  <a:pt x="113" y="267"/>
                </a:lnTo>
                <a:lnTo>
                  <a:pt x="109" y="253"/>
                </a:lnTo>
                <a:lnTo>
                  <a:pt x="106" y="238"/>
                </a:lnTo>
                <a:lnTo>
                  <a:pt x="105" y="223"/>
                </a:lnTo>
                <a:lnTo>
                  <a:pt x="105" y="208"/>
                </a:lnTo>
                <a:lnTo>
                  <a:pt x="105" y="29"/>
                </a:lnTo>
                <a:lnTo>
                  <a:pt x="554" y="29"/>
                </a:lnTo>
                <a:lnTo>
                  <a:pt x="554" y="208"/>
                </a:lnTo>
                <a:lnTo>
                  <a:pt x="554" y="223"/>
                </a:lnTo>
                <a:lnTo>
                  <a:pt x="551" y="238"/>
                </a:lnTo>
                <a:lnTo>
                  <a:pt x="549" y="253"/>
                </a:lnTo>
                <a:lnTo>
                  <a:pt x="546" y="267"/>
                </a:lnTo>
                <a:lnTo>
                  <a:pt x="542" y="281"/>
                </a:lnTo>
                <a:lnTo>
                  <a:pt x="537" y="295"/>
                </a:lnTo>
                <a:lnTo>
                  <a:pt x="531" y="308"/>
                </a:lnTo>
                <a:lnTo>
                  <a:pt x="525" y="321"/>
                </a:lnTo>
                <a:lnTo>
                  <a:pt x="135" y="321"/>
                </a:lnTo>
                <a:close/>
                <a:moveTo>
                  <a:pt x="643" y="866"/>
                </a:moveTo>
                <a:lnTo>
                  <a:pt x="584" y="866"/>
                </a:lnTo>
                <a:lnTo>
                  <a:pt x="584" y="732"/>
                </a:lnTo>
                <a:lnTo>
                  <a:pt x="584" y="687"/>
                </a:lnTo>
                <a:lnTo>
                  <a:pt x="582" y="666"/>
                </a:lnTo>
                <a:lnTo>
                  <a:pt x="580" y="646"/>
                </a:lnTo>
                <a:lnTo>
                  <a:pt x="576" y="626"/>
                </a:lnTo>
                <a:lnTo>
                  <a:pt x="571" y="606"/>
                </a:lnTo>
                <a:lnTo>
                  <a:pt x="564" y="588"/>
                </a:lnTo>
                <a:lnTo>
                  <a:pt x="557" y="570"/>
                </a:lnTo>
                <a:lnTo>
                  <a:pt x="547" y="554"/>
                </a:lnTo>
                <a:lnTo>
                  <a:pt x="537" y="538"/>
                </a:lnTo>
                <a:lnTo>
                  <a:pt x="526" y="523"/>
                </a:lnTo>
                <a:lnTo>
                  <a:pt x="513" y="509"/>
                </a:lnTo>
                <a:lnTo>
                  <a:pt x="499" y="496"/>
                </a:lnTo>
                <a:lnTo>
                  <a:pt x="485" y="483"/>
                </a:lnTo>
                <a:lnTo>
                  <a:pt x="469" y="473"/>
                </a:lnTo>
                <a:lnTo>
                  <a:pt x="453" y="463"/>
                </a:lnTo>
                <a:lnTo>
                  <a:pt x="435" y="455"/>
                </a:lnTo>
                <a:lnTo>
                  <a:pt x="417" y="448"/>
                </a:lnTo>
                <a:lnTo>
                  <a:pt x="436" y="441"/>
                </a:lnTo>
                <a:lnTo>
                  <a:pt x="455" y="431"/>
                </a:lnTo>
                <a:lnTo>
                  <a:pt x="472" y="420"/>
                </a:lnTo>
                <a:lnTo>
                  <a:pt x="489" y="409"/>
                </a:lnTo>
                <a:lnTo>
                  <a:pt x="504" y="395"/>
                </a:lnTo>
                <a:lnTo>
                  <a:pt x="519" y="381"/>
                </a:lnTo>
                <a:lnTo>
                  <a:pt x="532" y="365"/>
                </a:lnTo>
                <a:lnTo>
                  <a:pt x="544" y="348"/>
                </a:lnTo>
                <a:lnTo>
                  <a:pt x="554" y="333"/>
                </a:lnTo>
                <a:lnTo>
                  <a:pt x="561" y="317"/>
                </a:lnTo>
                <a:lnTo>
                  <a:pt x="567" y="299"/>
                </a:lnTo>
                <a:lnTo>
                  <a:pt x="573" y="282"/>
                </a:lnTo>
                <a:lnTo>
                  <a:pt x="578" y="264"/>
                </a:lnTo>
                <a:lnTo>
                  <a:pt x="580" y="246"/>
                </a:lnTo>
                <a:lnTo>
                  <a:pt x="582" y="228"/>
                </a:lnTo>
                <a:lnTo>
                  <a:pt x="584" y="208"/>
                </a:lnTo>
                <a:lnTo>
                  <a:pt x="584" y="29"/>
                </a:lnTo>
                <a:lnTo>
                  <a:pt x="643" y="29"/>
                </a:lnTo>
                <a:lnTo>
                  <a:pt x="647" y="29"/>
                </a:lnTo>
                <a:lnTo>
                  <a:pt x="649" y="28"/>
                </a:lnTo>
                <a:lnTo>
                  <a:pt x="652" y="27"/>
                </a:lnTo>
                <a:lnTo>
                  <a:pt x="654" y="26"/>
                </a:lnTo>
                <a:lnTo>
                  <a:pt x="655" y="23"/>
                </a:lnTo>
                <a:lnTo>
                  <a:pt x="657" y="20"/>
                </a:lnTo>
                <a:lnTo>
                  <a:pt x="658" y="17"/>
                </a:lnTo>
                <a:lnTo>
                  <a:pt x="658" y="14"/>
                </a:lnTo>
                <a:lnTo>
                  <a:pt x="658" y="12"/>
                </a:lnTo>
                <a:lnTo>
                  <a:pt x="657" y="8"/>
                </a:lnTo>
                <a:lnTo>
                  <a:pt x="655" y="6"/>
                </a:lnTo>
                <a:lnTo>
                  <a:pt x="654" y="4"/>
                </a:lnTo>
                <a:lnTo>
                  <a:pt x="652" y="2"/>
                </a:lnTo>
                <a:lnTo>
                  <a:pt x="649" y="1"/>
                </a:lnTo>
                <a:lnTo>
                  <a:pt x="647" y="0"/>
                </a:lnTo>
                <a:lnTo>
                  <a:pt x="643" y="0"/>
                </a:lnTo>
                <a:lnTo>
                  <a:pt x="569" y="0"/>
                </a:lnTo>
                <a:lnTo>
                  <a:pt x="90" y="0"/>
                </a:lnTo>
                <a:lnTo>
                  <a:pt x="15" y="0"/>
                </a:lnTo>
                <a:lnTo>
                  <a:pt x="12" y="0"/>
                </a:lnTo>
                <a:lnTo>
                  <a:pt x="9" y="1"/>
                </a:lnTo>
                <a:lnTo>
                  <a:pt x="7" y="2"/>
                </a:lnTo>
                <a:lnTo>
                  <a:pt x="5" y="4"/>
                </a:lnTo>
                <a:lnTo>
                  <a:pt x="2" y="6"/>
                </a:lnTo>
                <a:lnTo>
                  <a:pt x="1" y="8"/>
                </a:lnTo>
                <a:lnTo>
                  <a:pt x="0" y="12"/>
                </a:lnTo>
                <a:lnTo>
                  <a:pt x="0" y="14"/>
                </a:lnTo>
                <a:lnTo>
                  <a:pt x="0" y="17"/>
                </a:lnTo>
                <a:lnTo>
                  <a:pt x="1" y="20"/>
                </a:lnTo>
                <a:lnTo>
                  <a:pt x="2" y="23"/>
                </a:lnTo>
                <a:lnTo>
                  <a:pt x="5" y="26"/>
                </a:lnTo>
                <a:lnTo>
                  <a:pt x="7" y="27"/>
                </a:lnTo>
                <a:lnTo>
                  <a:pt x="9" y="28"/>
                </a:lnTo>
                <a:lnTo>
                  <a:pt x="12" y="29"/>
                </a:lnTo>
                <a:lnTo>
                  <a:pt x="15" y="29"/>
                </a:lnTo>
                <a:lnTo>
                  <a:pt x="75" y="29"/>
                </a:lnTo>
                <a:lnTo>
                  <a:pt x="75" y="208"/>
                </a:lnTo>
                <a:lnTo>
                  <a:pt x="75" y="227"/>
                </a:lnTo>
                <a:lnTo>
                  <a:pt x="77" y="245"/>
                </a:lnTo>
                <a:lnTo>
                  <a:pt x="81" y="263"/>
                </a:lnTo>
                <a:lnTo>
                  <a:pt x="85" y="280"/>
                </a:lnTo>
                <a:lnTo>
                  <a:pt x="89" y="296"/>
                </a:lnTo>
                <a:lnTo>
                  <a:pt x="96" y="312"/>
                </a:lnTo>
                <a:lnTo>
                  <a:pt x="103" y="328"/>
                </a:lnTo>
                <a:lnTo>
                  <a:pt x="112" y="343"/>
                </a:lnTo>
                <a:lnTo>
                  <a:pt x="124" y="361"/>
                </a:lnTo>
                <a:lnTo>
                  <a:pt x="137" y="378"/>
                </a:lnTo>
                <a:lnTo>
                  <a:pt x="152" y="394"/>
                </a:lnTo>
                <a:lnTo>
                  <a:pt x="168" y="407"/>
                </a:lnTo>
                <a:lnTo>
                  <a:pt x="185" y="420"/>
                </a:lnTo>
                <a:lnTo>
                  <a:pt x="204" y="431"/>
                </a:lnTo>
                <a:lnTo>
                  <a:pt x="222" y="441"/>
                </a:lnTo>
                <a:lnTo>
                  <a:pt x="242" y="448"/>
                </a:lnTo>
                <a:lnTo>
                  <a:pt x="224" y="456"/>
                </a:lnTo>
                <a:lnTo>
                  <a:pt x="207" y="464"/>
                </a:lnTo>
                <a:lnTo>
                  <a:pt x="190" y="474"/>
                </a:lnTo>
                <a:lnTo>
                  <a:pt x="175" y="485"/>
                </a:lnTo>
                <a:lnTo>
                  <a:pt x="160" y="497"/>
                </a:lnTo>
                <a:lnTo>
                  <a:pt x="146" y="510"/>
                </a:lnTo>
                <a:lnTo>
                  <a:pt x="133" y="524"/>
                </a:lnTo>
                <a:lnTo>
                  <a:pt x="121" y="539"/>
                </a:lnTo>
                <a:lnTo>
                  <a:pt x="112" y="555"/>
                </a:lnTo>
                <a:lnTo>
                  <a:pt x="102" y="572"/>
                </a:lnTo>
                <a:lnTo>
                  <a:pt x="93" y="589"/>
                </a:lnTo>
                <a:lnTo>
                  <a:pt x="87" y="609"/>
                </a:lnTo>
                <a:lnTo>
                  <a:pt x="82" y="627"/>
                </a:lnTo>
                <a:lnTo>
                  <a:pt x="78" y="647"/>
                </a:lnTo>
                <a:lnTo>
                  <a:pt x="76" y="666"/>
                </a:lnTo>
                <a:lnTo>
                  <a:pt x="75" y="687"/>
                </a:lnTo>
                <a:lnTo>
                  <a:pt x="75" y="732"/>
                </a:lnTo>
                <a:lnTo>
                  <a:pt x="75" y="866"/>
                </a:lnTo>
                <a:lnTo>
                  <a:pt x="15" y="866"/>
                </a:lnTo>
                <a:lnTo>
                  <a:pt x="12" y="866"/>
                </a:lnTo>
                <a:lnTo>
                  <a:pt x="9" y="868"/>
                </a:lnTo>
                <a:lnTo>
                  <a:pt x="7" y="870"/>
                </a:lnTo>
                <a:lnTo>
                  <a:pt x="5" y="872"/>
                </a:lnTo>
                <a:lnTo>
                  <a:pt x="2" y="874"/>
                </a:lnTo>
                <a:lnTo>
                  <a:pt x="1" y="876"/>
                </a:lnTo>
                <a:lnTo>
                  <a:pt x="0" y="879"/>
                </a:lnTo>
                <a:lnTo>
                  <a:pt x="0" y="881"/>
                </a:lnTo>
                <a:lnTo>
                  <a:pt x="0" y="885"/>
                </a:lnTo>
                <a:lnTo>
                  <a:pt x="1" y="888"/>
                </a:lnTo>
                <a:lnTo>
                  <a:pt x="2" y="890"/>
                </a:lnTo>
                <a:lnTo>
                  <a:pt x="5" y="892"/>
                </a:lnTo>
                <a:lnTo>
                  <a:pt x="7" y="894"/>
                </a:lnTo>
                <a:lnTo>
                  <a:pt x="9" y="895"/>
                </a:lnTo>
                <a:lnTo>
                  <a:pt x="12" y="896"/>
                </a:lnTo>
                <a:lnTo>
                  <a:pt x="15" y="896"/>
                </a:lnTo>
                <a:lnTo>
                  <a:pt x="90" y="896"/>
                </a:lnTo>
                <a:lnTo>
                  <a:pt x="569" y="896"/>
                </a:lnTo>
                <a:lnTo>
                  <a:pt x="643" y="896"/>
                </a:lnTo>
                <a:lnTo>
                  <a:pt x="647" y="896"/>
                </a:lnTo>
                <a:lnTo>
                  <a:pt x="649" y="895"/>
                </a:lnTo>
                <a:lnTo>
                  <a:pt x="652" y="894"/>
                </a:lnTo>
                <a:lnTo>
                  <a:pt x="654" y="892"/>
                </a:lnTo>
                <a:lnTo>
                  <a:pt x="655" y="890"/>
                </a:lnTo>
                <a:lnTo>
                  <a:pt x="657" y="888"/>
                </a:lnTo>
                <a:lnTo>
                  <a:pt x="658" y="885"/>
                </a:lnTo>
                <a:lnTo>
                  <a:pt x="658" y="881"/>
                </a:lnTo>
                <a:lnTo>
                  <a:pt x="658" y="879"/>
                </a:lnTo>
                <a:lnTo>
                  <a:pt x="657" y="876"/>
                </a:lnTo>
                <a:lnTo>
                  <a:pt x="655" y="874"/>
                </a:lnTo>
                <a:lnTo>
                  <a:pt x="654" y="872"/>
                </a:lnTo>
                <a:lnTo>
                  <a:pt x="652" y="870"/>
                </a:lnTo>
                <a:lnTo>
                  <a:pt x="649" y="868"/>
                </a:lnTo>
                <a:lnTo>
                  <a:pt x="647" y="866"/>
                </a:lnTo>
                <a:lnTo>
                  <a:pt x="643" y="86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6" name="Freeform 42">
            <a:extLst>
              <a:ext uri="{FF2B5EF4-FFF2-40B4-BE49-F238E27FC236}">
                <a16:creationId xmlns:a16="http://schemas.microsoft.com/office/drawing/2014/main" id="{AD4CA202-405F-B8D5-6B3E-8A6EE0E66B6F}"/>
              </a:ext>
            </a:extLst>
          </p:cNvPr>
          <p:cNvSpPr>
            <a:spLocks/>
          </p:cNvSpPr>
          <p:nvPr/>
        </p:nvSpPr>
        <p:spPr bwMode="auto">
          <a:xfrm>
            <a:off x="9936294" y="2243221"/>
            <a:ext cx="128532" cy="257064"/>
          </a:xfrm>
          <a:custGeom>
            <a:avLst/>
            <a:gdLst>
              <a:gd name="T0" fmla="*/ 435 w 450"/>
              <a:gd name="T1" fmla="*/ 300 h 901"/>
              <a:gd name="T2" fmla="*/ 268 w 450"/>
              <a:gd name="T3" fmla="*/ 300 h 901"/>
              <a:gd name="T4" fmla="*/ 448 w 450"/>
              <a:gd name="T5" fmla="*/ 22 h 901"/>
              <a:gd name="T6" fmla="*/ 449 w 450"/>
              <a:gd name="T7" fmla="*/ 19 h 901"/>
              <a:gd name="T8" fmla="*/ 450 w 450"/>
              <a:gd name="T9" fmla="*/ 15 h 901"/>
              <a:gd name="T10" fmla="*/ 449 w 450"/>
              <a:gd name="T11" fmla="*/ 11 h 901"/>
              <a:gd name="T12" fmla="*/ 448 w 450"/>
              <a:gd name="T13" fmla="*/ 7 h 901"/>
              <a:gd name="T14" fmla="*/ 446 w 450"/>
              <a:gd name="T15" fmla="*/ 4 h 901"/>
              <a:gd name="T16" fmla="*/ 443 w 450"/>
              <a:gd name="T17" fmla="*/ 2 h 901"/>
              <a:gd name="T18" fmla="*/ 439 w 450"/>
              <a:gd name="T19" fmla="*/ 0 h 901"/>
              <a:gd name="T20" fmla="*/ 435 w 450"/>
              <a:gd name="T21" fmla="*/ 0 h 901"/>
              <a:gd name="T22" fmla="*/ 120 w 450"/>
              <a:gd name="T23" fmla="*/ 0 h 901"/>
              <a:gd name="T24" fmla="*/ 115 w 450"/>
              <a:gd name="T25" fmla="*/ 0 h 901"/>
              <a:gd name="T26" fmla="*/ 110 w 450"/>
              <a:gd name="T27" fmla="*/ 3 h 901"/>
              <a:gd name="T28" fmla="*/ 107 w 450"/>
              <a:gd name="T29" fmla="*/ 6 h 901"/>
              <a:gd name="T30" fmla="*/ 105 w 450"/>
              <a:gd name="T31" fmla="*/ 11 h 901"/>
              <a:gd name="T32" fmla="*/ 0 w 450"/>
              <a:gd name="T33" fmla="*/ 462 h 901"/>
              <a:gd name="T34" fmla="*/ 0 w 450"/>
              <a:gd name="T35" fmla="*/ 465 h 901"/>
              <a:gd name="T36" fmla="*/ 0 w 450"/>
              <a:gd name="T37" fmla="*/ 469 h 901"/>
              <a:gd name="T38" fmla="*/ 1 w 450"/>
              <a:gd name="T39" fmla="*/ 472 h 901"/>
              <a:gd name="T40" fmla="*/ 3 w 450"/>
              <a:gd name="T41" fmla="*/ 475 h 901"/>
              <a:gd name="T42" fmla="*/ 5 w 450"/>
              <a:gd name="T43" fmla="*/ 477 h 901"/>
              <a:gd name="T44" fmla="*/ 7 w 450"/>
              <a:gd name="T45" fmla="*/ 479 h 901"/>
              <a:gd name="T46" fmla="*/ 10 w 450"/>
              <a:gd name="T47" fmla="*/ 480 h 901"/>
              <a:gd name="T48" fmla="*/ 15 w 450"/>
              <a:gd name="T49" fmla="*/ 480 h 901"/>
              <a:gd name="T50" fmla="*/ 145 w 450"/>
              <a:gd name="T51" fmla="*/ 480 h 901"/>
              <a:gd name="T52" fmla="*/ 30 w 450"/>
              <a:gd name="T53" fmla="*/ 881 h 901"/>
              <a:gd name="T54" fmla="*/ 30 w 450"/>
              <a:gd name="T55" fmla="*/ 887 h 901"/>
              <a:gd name="T56" fmla="*/ 31 w 450"/>
              <a:gd name="T57" fmla="*/ 892 h 901"/>
              <a:gd name="T58" fmla="*/ 34 w 450"/>
              <a:gd name="T59" fmla="*/ 896 h 901"/>
              <a:gd name="T60" fmla="*/ 38 w 450"/>
              <a:gd name="T61" fmla="*/ 900 h 901"/>
              <a:gd name="T62" fmla="*/ 42 w 450"/>
              <a:gd name="T63" fmla="*/ 901 h 901"/>
              <a:gd name="T64" fmla="*/ 45 w 450"/>
              <a:gd name="T65" fmla="*/ 901 h 901"/>
              <a:gd name="T66" fmla="*/ 48 w 450"/>
              <a:gd name="T67" fmla="*/ 901 h 901"/>
              <a:gd name="T68" fmla="*/ 51 w 450"/>
              <a:gd name="T69" fmla="*/ 900 h 901"/>
              <a:gd name="T70" fmla="*/ 54 w 450"/>
              <a:gd name="T71" fmla="*/ 897 h 901"/>
              <a:gd name="T72" fmla="*/ 57 w 450"/>
              <a:gd name="T73" fmla="*/ 894 h 901"/>
              <a:gd name="T74" fmla="*/ 447 w 450"/>
              <a:gd name="T75" fmla="*/ 324 h 901"/>
              <a:gd name="T76" fmla="*/ 449 w 450"/>
              <a:gd name="T77" fmla="*/ 319 h 901"/>
              <a:gd name="T78" fmla="*/ 450 w 450"/>
              <a:gd name="T79" fmla="*/ 316 h 901"/>
              <a:gd name="T80" fmla="*/ 450 w 450"/>
              <a:gd name="T81" fmla="*/ 312 h 901"/>
              <a:gd name="T82" fmla="*/ 448 w 450"/>
              <a:gd name="T83" fmla="*/ 308 h 901"/>
              <a:gd name="T84" fmla="*/ 446 w 450"/>
              <a:gd name="T85" fmla="*/ 304 h 901"/>
              <a:gd name="T86" fmla="*/ 443 w 450"/>
              <a:gd name="T87" fmla="*/ 302 h 901"/>
              <a:gd name="T88" fmla="*/ 439 w 450"/>
              <a:gd name="T89" fmla="*/ 300 h 901"/>
              <a:gd name="T90" fmla="*/ 435 w 450"/>
              <a:gd name="T91" fmla="*/ 300 h 901"/>
              <a:gd name="T92" fmla="*/ 435 w 450"/>
              <a:gd name="T93" fmla="*/ 300 h 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50" h="901">
                <a:moveTo>
                  <a:pt x="435" y="300"/>
                </a:moveTo>
                <a:lnTo>
                  <a:pt x="268" y="300"/>
                </a:lnTo>
                <a:lnTo>
                  <a:pt x="448" y="22"/>
                </a:lnTo>
                <a:lnTo>
                  <a:pt x="449" y="19"/>
                </a:lnTo>
                <a:lnTo>
                  <a:pt x="450" y="15"/>
                </a:lnTo>
                <a:lnTo>
                  <a:pt x="449" y="11"/>
                </a:lnTo>
                <a:lnTo>
                  <a:pt x="448" y="7"/>
                </a:lnTo>
                <a:lnTo>
                  <a:pt x="446" y="4"/>
                </a:lnTo>
                <a:lnTo>
                  <a:pt x="443" y="2"/>
                </a:lnTo>
                <a:lnTo>
                  <a:pt x="439" y="0"/>
                </a:lnTo>
                <a:lnTo>
                  <a:pt x="435" y="0"/>
                </a:lnTo>
                <a:lnTo>
                  <a:pt x="120" y="0"/>
                </a:lnTo>
                <a:lnTo>
                  <a:pt x="115" y="0"/>
                </a:lnTo>
                <a:lnTo>
                  <a:pt x="110" y="3"/>
                </a:lnTo>
                <a:lnTo>
                  <a:pt x="107" y="6"/>
                </a:lnTo>
                <a:lnTo>
                  <a:pt x="105" y="11"/>
                </a:lnTo>
                <a:lnTo>
                  <a:pt x="0" y="462"/>
                </a:lnTo>
                <a:lnTo>
                  <a:pt x="0" y="465"/>
                </a:lnTo>
                <a:lnTo>
                  <a:pt x="0" y="469"/>
                </a:lnTo>
                <a:lnTo>
                  <a:pt x="1" y="472"/>
                </a:lnTo>
                <a:lnTo>
                  <a:pt x="3" y="475"/>
                </a:lnTo>
                <a:lnTo>
                  <a:pt x="5" y="477"/>
                </a:lnTo>
                <a:lnTo>
                  <a:pt x="7" y="479"/>
                </a:lnTo>
                <a:lnTo>
                  <a:pt x="10" y="480"/>
                </a:lnTo>
                <a:lnTo>
                  <a:pt x="15" y="480"/>
                </a:lnTo>
                <a:lnTo>
                  <a:pt x="145" y="480"/>
                </a:lnTo>
                <a:lnTo>
                  <a:pt x="30" y="881"/>
                </a:lnTo>
                <a:lnTo>
                  <a:pt x="30" y="887"/>
                </a:lnTo>
                <a:lnTo>
                  <a:pt x="31" y="892"/>
                </a:lnTo>
                <a:lnTo>
                  <a:pt x="34" y="896"/>
                </a:lnTo>
                <a:lnTo>
                  <a:pt x="38" y="900"/>
                </a:lnTo>
                <a:lnTo>
                  <a:pt x="42" y="901"/>
                </a:lnTo>
                <a:lnTo>
                  <a:pt x="45" y="901"/>
                </a:lnTo>
                <a:lnTo>
                  <a:pt x="48" y="901"/>
                </a:lnTo>
                <a:lnTo>
                  <a:pt x="51" y="900"/>
                </a:lnTo>
                <a:lnTo>
                  <a:pt x="54" y="897"/>
                </a:lnTo>
                <a:lnTo>
                  <a:pt x="57" y="894"/>
                </a:lnTo>
                <a:lnTo>
                  <a:pt x="447" y="324"/>
                </a:lnTo>
                <a:lnTo>
                  <a:pt x="449" y="319"/>
                </a:lnTo>
                <a:lnTo>
                  <a:pt x="450" y="316"/>
                </a:lnTo>
                <a:lnTo>
                  <a:pt x="450" y="312"/>
                </a:lnTo>
                <a:lnTo>
                  <a:pt x="448" y="308"/>
                </a:lnTo>
                <a:lnTo>
                  <a:pt x="446" y="304"/>
                </a:lnTo>
                <a:lnTo>
                  <a:pt x="443" y="302"/>
                </a:lnTo>
                <a:lnTo>
                  <a:pt x="439" y="300"/>
                </a:lnTo>
                <a:lnTo>
                  <a:pt x="435" y="300"/>
                </a:lnTo>
                <a:lnTo>
                  <a:pt x="435" y="30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7" name="TextBox 66">
            <a:extLst>
              <a:ext uri="{FF2B5EF4-FFF2-40B4-BE49-F238E27FC236}">
                <a16:creationId xmlns:a16="http://schemas.microsoft.com/office/drawing/2014/main" id="{FB6B0CC8-42A3-6F4C-0802-BA73FB25AFBE}"/>
              </a:ext>
            </a:extLst>
          </p:cNvPr>
          <p:cNvSpPr txBox="1"/>
          <p:nvPr/>
        </p:nvSpPr>
        <p:spPr>
          <a:xfrm flipH="1">
            <a:off x="8537535" y="1893346"/>
            <a:ext cx="880049" cy="246221"/>
          </a:xfrm>
          <a:prstGeom prst="rect">
            <a:avLst/>
          </a:prstGeom>
          <a:noFill/>
        </p:spPr>
        <p:txBody>
          <a:bodyPr wrap="none" lIns="0" tIns="0" rIns="0" bIns="0" rtlCol="0">
            <a:spAutoFit/>
          </a:bodyPr>
          <a:lstStyle/>
          <a:p>
            <a:pPr algn="ctr"/>
            <a:r>
              <a:rPr lang="ar-EG" sz="1600" b="1" dirty="0">
                <a:solidFill>
                  <a:schemeClr val="bg1"/>
                </a:solidFill>
                <a:latin typeface="+mj-lt"/>
              </a:rPr>
              <a:t>عوامل خارجية</a:t>
            </a:r>
            <a:endParaRPr lang="en-US" sz="1600" b="1" dirty="0">
              <a:solidFill>
                <a:schemeClr val="bg1"/>
              </a:solidFill>
              <a:latin typeface="+mj-lt"/>
            </a:endParaRPr>
          </a:p>
        </p:txBody>
      </p:sp>
      <p:sp>
        <p:nvSpPr>
          <p:cNvPr id="68" name="TextBox 67">
            <a:extLst>
              <a:ext uri="{FF2B5EF4-FFF2-40B4-BE49-F238E27FC236}">
                <a16:creationId xmlns:a16="http://schemas.microsoft.com/office/drawing/2014/main" id="{A0144815-2FEB-2709-479A-3EAA2D24C4FC}"/>
              </a:ext>
            </a:extLst>
          </p:cNvPr>
          <p:cNvSpPr txBox="1"/>
          <p:nvPr/>
        </p:nvSpPr>
        <p:spPr>
          <a:xfrm flipH="1">
            <a:off x="2786418" y="1898989"/>
            <a:ext cx="856005" cy="246221"/>
          </a:xfrm>
          <a:prstGeom prst="rect">
            <a:avLst/>
          </a:prstGeom>
          <a:noFill/>
        </p:spPr>
        <p:txBody>
          <a:bodyPr wrap="none" lIns="0" tIns="0" rIns="0" bIns="0" rtlCol="0">
            <a:spAutoFit/>
          </a:bodyPr>
          <a:lstStyle/>
          <a:p>
            <a:pPr algn="ctr"/>
            <a:r>
              <a:rPr lang="ar-EG" sz="1600" b="1" dirty="0">
                <a:solidFill>
                  <a:schemeClr val="bg1"/>
                </a:solidFill>
                <a:latin typeface="+mj-lt"/>
              </a:rPr>
              <a:t>عوامل داخلية</a:t>
            </a:r>
            <a:endParaRPr lang="en-US" sz="1600" b="1" dirty="0">
              <a:solidFill>
                <a:schemeClr val="bg1"/>
              </a:solidFill>
              <a:latin typeface="+mj-lt"/>
            </a:endParaRPr>
          </a:p>
        </p:txBody>
      </p:sp>
      <p:sp>
        <p:nvSpPr>
          <p:cNvPr id="72" name="Text Placeholder 2">
            <a:extLst>
              <a:ext uri="{FF2B5EF4-FFF2-40B4-BE49-F238E27FC236}">
                <a16:creationId xmlns:a16="http://schemas.microsoft.com/office/drawing/2014/main" id="{E9741B68-DF93-455A-A7F7-42E5FF633D11}"/>
              </a:ext>
            </a:extLst>
          </p:cNvPr>
          <p:cNvSpPr txBox="1">
            <a:spLocks/>
          </p:cNvSpPr>
          <p:nvPr/>
        </p:nvSpPr>
        <p:spPr>
          <a:xfrm>
            <a:off x="611359" y="3312978"/>
            <a:ext cx="2560320" cy="2520690"/>
          </a:xfrm>
          <a:prstGeom prst="rect">
            <a:avLst/>
          </a:prstGeom>
        </p:spPr>
        <p:txBody>
          <a:bodyPr vert="horz" wrap="square" lIns="0" tIns="0" rIns="0" bIns="0" rtlCol="0">
            <a:spAutoFit/>
          </a:bodyPr>
          <a:lstStyle>
            <a:defPPr>
              <a:defRPr lang="en-US"/>
            </a:defPPr>
            <a:lvl1pPr marL="342900" indent="-342900" algn="r" rtl="1">
              <a:lnSpc>
                <a:spcPct val="100000"/>
              </a:lnSpc>
              <a:spcBef>
                <a:spcPts val="0"/>
              </a:spcBef>
              <a:spcAft>
                <a:spcPts val="200"/>
              </a:spcAft>
              <a:buFont typeface="+mj-lt"/>
              <a:buAutoNum type="arabicPeriod"/>
              <a:defRPr sz="1100">
                <a:solidFill>
                  <a:schemeClr val="tx1">
                    <a:lumMod val="85000"/>
                    <a:lumOff val="15000"/>
                  </a:schemeClr>
                </a:solidFill>
              </a:defRPr>
            </a:lvl1pPr>
            <a:lvl2pPr marL="234000" indent="-234000">
              <a:lnSpc>
                <a:spcPct val="90000"/>
              </a:lnSpc>
              <a:spcBef>
                <a:spcPts val="600"/>
              </a:spcBef>
              <a:buFont typeface="Arial" panose="020B0604020202020204" pitchFamily="34" charset="0"/>
              <a:buChar char="•"/>
              <a:defRPr sz="1100"/>
            </a:lvl2pPr>
            <a:lvl3pPr marL="234000" indent="-234000">
              <a:lnSpc>
                <a:spcPct val="90000"/>
              </a:lnSpc>
              <a:spcBef>
                <a:spcPts val="600"/>
              </a:spcBef>
              <a:buFont typeface="Arial" panose="020B0604020202020204" pitchFamily="34" charset="0"/>
              <a:buChar char="•"/>
              <a:defRPr sz="1100"/>
            </a:lvl3pPr>
            <a:lvl4pPr marL="234000" indent="-234000">
              <a:lnSpc>
                <a:spcPct val="90000"/>
              </a:lnSpc>
              <a:spcBef>
                <a:spcPts val="600"/>
              </a:spcBef>
              <a:buFont typeface="Arial" panose="020B0604020202020204" pitchFamily="34" charset="0"/>
              <a:buChar char="•"/>
              <a:defRPr sz="1100"/>
            </a:lvl4pPr>
            <a:lvl5pPr marL="234000" indent="-234000">
              <a:lnSpc>
                <a:spcPct val="90000"/>
              </a:lnSpc>
              <a:spcBef>
                <a:spcPts val="600"/>
              </a:spcBef>
              <a:buFont typeface="Arial" panose="020B0604020202020204" pitchFamily="34" charset="0"/>
              <a:buChar char="•"/>
              <a:defRPr sz="11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37160" indent="-137160" algn="justLow">
              <a:spcAft>
                <a:spcPts val="0"/>
              </a:spcAft>
              <a:buClr>
                <a:schemeClr val="accent1"/>
              </a:buClr>
            </a:pPr>
            <a:r>
              <a:rPr lang="ar-EG" sz="1170" b="1" dirty="0"/>
              <a:t>وجود رؤية ورسالة مؤسسية واضحة تدعم التحول الرقمي</a:t>
            </a:r>
          </a:p>
          <a:p>
            <a:pPr marL="137160" indent="-137160" algn="justLow">
              <a:spcAft>
                <a:spcPts val="0"/>
              </a:spcAft>
              <a:buClr>
                <a:schemeClr val="accent1"/>
              </a:buClr>
            </a:pPr>
            <a:r>
              <a:rPr lang="ar-EG" sz="1170" b="1" dirty="0"/>
              <a:t>اعتماد أهداف استراتيجية للتحول الرقمي مرتبطة بخارطة طريق واضحة</a:t>
            </a:r>
          </a:p>
          <a:p>
            <a:pPr marL="137160" indent="-137160" algn="justLow">
              <a:spcAft>
                <a:spcPts val="0"/>
              </a:spcAft>
              <a:buClr>
                <a:schemeClr val="accent1"/>
              </a:buClr>
            </a:pPr>
            <a:r>
              <a:rPr lang="ar-EG" sz="1170" b="1" dirty="0"/>
              <a:t>.توفر معايير جودة ومؤشرات أداء داعمة لقياس النتائج.</a:t>
            </a:r>
          </a:p>
          <a:p>
            <a:pPr marL="137160" indent="-137160" algn="justLow">
              <a:spcAft>
                <a:spcPts val="0"/>
              </a:spcAft>
              <a:buClr>
                <a:schemeClr val="accent1"/>
              </a:buClr>
            </a:pPr>
            <a:r>
              <a:rPr lang="ar-EG" sz="1170" b="1" dirty="0"/>
              <a:t>تحويل غالبية أعمال الهيئة إلى مبادرات ومشاريع رقمية.</a:t>
            </a:r>
          </a:p>
          <a:p>
            <a:pPr marL="137160" indent="-137160" algn="justLow">
              <a:spcAft>
                <a:spcPts val="0"/>
              </a:spcAft>
              <a:buClr>
                <a:schemeClr val="accent1"/>
              </a:buClr>
            </a:pPr>
            <a:r>
              <a:rPr lang="ar-EG" sz="1170" b="1" dirty="0"/>
              <a:t>وجود نماذج موحدة لتوثيق الإجراءات والعمليات.</a:t>
            </a:r>
          </a:p>
          <a:p>
            <a:pPr marL="137160" indent="-137160" algn="justLow">
              <a:spcAft>
                <a:spcPts val="0"/>
              </a:spcAft>
              <a:buClr>
                <a:schemeClr val="accent1"/>
              </a:buClr>
            </a:pPr>
            <a:r>
              <a:rPr lang="ar-EG" sz="1170" b="1" dirty="0"/>
              <a:t>تفعيل دور الإدارة العامة لإدارة البيانات على المستوى المؤسسي.</a:t>
            </a:r>
          </a:p>
          <a:p>
            <a:pPr marL="137160" indent="-137160" algn="justLow">
              <a:spcAft>
                <a:spcPts val="0"/>
              </a:spcAft>
              <a:buClr>
                <a:schemeClr val="accent1"/>
              </a:buClr>
            </a:pPr>
            <a:r>
              <a:rPr lang="ar-EG" sz="1170" b="1" dirty="0"/>
              <a:t>وجود سياسات وضوابط لحماية البيانات والمعلومات الحساسة.</a:t>
            </a:r>
          </a:p>
          <a:p>
            <a:pPr marL="137160" indent="-137160" algn="justLow">
              <a:spcAft>
                <a:spcPts val="0"/>
              </a:spcAft>
              <a:buClr>
                <a:schemeClr val="accent1"/>
              </a:buClr>
            </a:pPr>
            <a:r>
              <a:rPr lang="ar-EG" sz="1170" b="1" dirty="0"/>
              <a:t>الاستفادة من تقنيات الحوسبة السحابية في دعم الخدمات الرقمية.</a:t>
            </a:r>
          </a:p>
          <a:p>
            <a:pPr marL="137160" indent="-137160" algn="justLow">
              <a:spcAft>
                <a:spcPts val="0"/>
              </a:spcAft>
              <a:buClr>
                <a:schemeClr val="accent1"/>
              </a:buClr>
            </a:pPr>
            <a:r>
              <a:rPr lang="ar-EG" sz="1170" b="1" dirty="0"/>
              <a:t>وجود مركز للتعافي من الكوارث يدعم استمرارية الأعمال</a:t>
            </a:r>
          </a:p>
          <a:p>
            <a:pPr marL="137160" indent="-137160" algn="justLow">
              <a:spcAft>
                <a:spcPts val="0"/>
              </a:spcAft>
              <a:buClr>
                <a:schemeClr val="accent1"/>
              </a:buClr>
            </a:pPr>
            <a:r>
              <a:rPr lang="ar-EG" sz="1170" b="1" dirty="0"/>
              <a:t>.إخضاع التطبيقات لاختبارات أمن سيبراني قبل الإطلاق.</a:t>
            </a:r>
          </a:p>
        </p:txBody>
      </p:sp>
      <p:sp>
        <p:nvSpPr>
          <p:cNvPr id="73" name="Text Placeholder 2">
            <a:extLst>
              <a:ext uri="{FF2B5EF4-FFF2-40B4-BE49-F238E27FC236}">
                <a16:creationId xmlns:a16="http://schemas.microsoft.com/office/drawing/2014/main" id="{3A09A7FD-8A54-8EC7-A240-DB81DA026575}"/>
              </a:ext>
            </a:extLst>
          </p:cNvPr>
          <p:cNvSpPr txBox="1">
            <a:spLocks/>
          </p:cNvSpPr>
          <p:nvPr/>
        </p:nvSpPr>
        <p:spPr>
          <a:xfrm>
            <a:off x="3414346" y="3312978"/>
            <a:ext cx="2560320" cy="2790508"/>
          </a:xfrm>
          <a:prstGeom prst="rect">
            <a:avLst/>
          </a:prstGeom>
        </p:spPr>
        <p:txBody>
          <a:bodyPr vert="horz" wrap="square" lIns="0" tIns="0" rIns="0" bIns="0" rtlCol="0">
            <a:spAutoFit/>
          </a:bodyPr>
          <a:lstStyle>
            <a:defPPr>
              <a:defRPr lang="en-US"/>
            </a:defPPr>
            <a:lvl1pPr marL="342900" indent="-342900" algn="r" rtl="1">
              <a:lnSpc>
                <a:spcPct val="100000"/>
              </a:lnSpc>
              <a:spcBef>
                <a:spcPts val="0"/>
              </a:spcBef>
              <a:spcAft>
                <a:spcPts val="200"/>
              </a:spcAft>
              <a:buFont typeface="+mj-lt"/>
              <a:buAutoNum type="arabicPeriod"/>
              <a:defRPr sz="1100">
                <a:solidFill>
                  <a:schemeClr val="tx1">
                    <a:lumMod val="85000"/>
                    <a:lumOff val="15000"/>
                  </a:schemeClr>
                </a:solidFill>
              </a:defRPr>
            </a:lvl1pPr>
            <a:lvl2pPr marL="234000" indent="-234000">
              <a:lnSpc>
                <a:spcPct val="90000"/>
              </a:lnSpc>
              <a:spcBef>
                <a:spcPts val="600"/>
              </a:spcBef>
              <a:buFont typeface="Arial" panose="020B0604020202020204" pitchFamily="34" charset="0"/>
              <a:buChar char="•"/>
              <a:defRPr sz="1100"/>
            </a:lvl2pPr>
            <a:lvl3pPr marL="234000" indent="-234000">
              <a:lnSpc>
                <a:spcPct val="90000"/>
              </a:lnSpc>
              <a:spcBef>
                <a:spcPts val="600"/>
              </a:spcBef>
              <a:buFont typeface="Arial" panose="020B0604020202020204" pitchFamily="34" charset="0"/>
              <a:buChar char="•"/>
              <a:defRPr sz="1100"/>
            </a:lvl3pPr>
            <a:lvl4pPr marL="234000" indent="-234000">
              <a:lnSpc>
                <a:spcPct val="90000"/>
              </a:lnSpc>
              <a:spcBef>
                <a:spcPts val="600"/>
              </a:spcBef>
              <a:buFont typeface="Arial" panose="020B0604020202020204" pitchFamily="34" charset="0"/>
              <a:buChar char="•"/>
              <a:defRPr sz="1100"/>
            </a:lvl4pPr>
            <a:lvl5pPr marL="234000" indent="-234000">
              <a:lnSpc>
                <a:spcPct val="90000"/>
              </a:lnSpc>
              <a:spcBef>
                <a:spcPts val="600"/>
              </a:spcBef>
              <a:buFont typeface="Arial" panose="020B0604020202020204" pitchFamily="34" charset="0"/>
              <a:buChar char="•"/>
              <a:defRPr sz="11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37160" indent="-137160" algn="justLow">
              <a:buClr>
                <a:schemeClr val="tx1">
                  <a:lumMod val="50000"/>
                  <a:lumOff val="50000"/>
                </a:schemeClr>
              </a:buClr>
            </a:pPr>
            <a:r>
              <a:rPr lang="ar-EG" sz="1200" dirty="0"/>
              <a:t>ضعف الحوكمة مؤسسية لإدارة الإجراءات المعمارية</a:t>
            </a:r>
          </a:p>
          <a:p>
            <a:pPr marL="137160" indent="-137160" algn="justLow">
              <a:buClr>
                <a:schemeClr val="tx1">
                  <a:lumMod val="50000"/>
                  <a:lumOff val="50000"/>
                </a:schemeClr>
              </a:buClr>
            </a:pPr>
            <a:r>
              <a:rPr lang="ar-EG" sz="1200" dirty="0"/>
              <a:t>ضعف التنسيق بين الإدارات في إدارة المبادرات والتغييرات</a:t>
            </a:r>
          </a:p>
          <a:p>
            <a:pPr marL="137160" indent="-137160" algn="justLow">
              <a:buClr>
                <a:schemeClr val="tx1">
                  <a:lumMod val="50000"/>
                  <a:lumOff val="50000"/>
                </a:schemeClr>
              </a:buClr>
            </a:pPr>
            <a:r>
              <a:rPr lang="ar-EG" sz="1200" dirty="0"/>
              <a:t>عدم وجود آلية مؤسسية للتحديث المستمر للإجراءات</a:t>
            </a:r>
          </a:p>
          <a:p>
            <a:pPr marL="137160" indent="-137160" algn="justLow">
              <a:buClr>
                <a:schemeClr val="tx1">
                  <a:lumMod val="50000"/>
                  <a:lumOff val="50000"/>
                </a:schemeClr>
              </a:buClr>
            </a:pPr>
            <a:r>
              <a:rPr lang="ar-EG" sz="1200" dirty="0"/>
              <a:t>نقص برامج التدريب التخصصي في مجالات البنية المؤسسية</a:t>
            </a:r>
          </a:p>
          <a:p>
            <a:pPr marL="137160" indent="-137160" algn="justLow">
              <a:buClr>
                <a:schemeClr val="tx1">
                  <a:lumMod val="50000"/>
                  <a:lumOff val="50000"/>
                </a:schemeClr>
              </a:buClr>
            </a:pPr>
            <a:r>
              <a:rPr lang="ar-EG" sz="1200" dirty="0"/>
              <a:t>غياب أدوات مؤسسية متقدمة للتحقق من جودة البيانات</a:t>
            </a:r>
          </a:p>
          <a:p>
            <a:pPr marL="137160" indent="-137160" algn="justLow">
              <a:buClr>
                <a:schemeClr val="tx1">
                  <a:lumMod val="50000"/>
                  <a:lumOff val="50000"/>
                </a:schemeClr>
              </a:buClr>
            </a:pPr>
            <a:r>
              <a:rPr lang="ar-EG" sz="1200" dirty="0"/>
              <a:t>عدم وضوح إجراءات الاستجابة لحوادث اختراق البيانات</a:t>
            </a:r>
          </a:p>
          <a:p>
            <a:pPr marL="137160" indent="-137160" algn="justLow">
              <a:buClr>
                <a:schemeClr val="tx1">
                  <a:lumMod val="50000"/>
                  <a:lumOff val="50000"/>
                </a:schemeClr>
              </a:buClr>
            </a:pPr>
            <a:r>
              <a:rPr lang="ar-EG" sz="1200" dirty="0"/>
              <a:t>الاعتماد على آليات مصادقة تقليدية في بعض الأنظمة.</a:t>
            </a:r>
          </a:p>
          <a:p>
            <a:pPr marL="137160" indent="-137160" algn="justLow">
              <a:buClr>
                <a:schemeClr val="tx1">
                  <a:lumMod val="50000"/>
                  <a:lumOff val="50000"/>
                </a:schemeClr>
              </a:buClr>
            </a:pPr>
            <a:r>
              <a:rPr lang="ar-EG" sz="1200" dirty="0"/>
              <a:t>ضعف أتمتة بعض الإجراءات الأساسية ذات الطابع المعماري</a:t>
            </a:r>
          </a:p>
          <a:p>
            <a:pPr marL="137160" indent="-137160" algn="justLow">
              <a:buClr>
                <a:schemeClr val="tx1">
                  <a:lumMod val="50000"/>
                  <a:lumOff val="50000"/>
                </a:schemeClr>
              </a:buClr>
            </a:pPr>
            <a:r>
              <a:rPr lang="ar-EG" sz="1200" dirty="0"/>
              <a:t>.عدم وجود آلية موحدة لإدارة الأصول التقنية على المستوى المؤسسي.</a:t>
            </a:r>
          </a:p>
          <a:p>
            <a:pPr marL="137160" indent="-137160" algn="justLow">
              <a:buClr>
                <a:schemeClr val="tx1">
                  <a:lumMod val="50000"/>
                  <a:lumOff val="50000"/>
                </a:schemeClr>
              </a:buClr>
            </a:pPr>
            <a:r>
              <a:rPr lang="ar-EG" sz="1200" dirty="0"/>
              <a:t>توجد بعض الإجراءات تعتمد على التواصل و التصعيد اليدوي</a:t>
            </a:r>
          </a:p>
        </p:txBody>
      </p:sp>
      <p:sp>
        <p:nvSpPr>
          <p:cNvPr id="74" name="Text Placeholder 2">
            <a:extLst>
              <a:ext uri="{FF2B5EF4-FFF2-40B4-BE49-F238E27FC236}">
                <a16:creationId xmlns:a16="http://schemas.microsoft.com/office/drawing/2014/main" id="{FE7DC390-51FD-C660-517C-719535362650}"/>
              </a:ext>
            </a:extLst>
          </p:cNvPr>
          <p:cNvSpPr txBox="1">
            <a:spLocks/>
          </p:cNvSpPr>
          <p:nvPr/>
        </p:nvSpPr>
        <p:spPr>
          <a:xfrm>
            <a:off x="6217333" y="3312978"/>
            <a:ext cx="2560320" cy="2723823"/>
          </a:xfrm>
          <a:prstGeom prst="rect">
            <a:avLst/>
          </a:prstGeom>
        </p:spPr>
        <p:txBody>
          <a:bodyPr vert="horz" wrap="square" lIns="0" tIns="0" rIns="0" bIns="0" rtlCol="0">
            <a:spAutoFit/>
          </a:bodyPr>
          <a:lstStyle>
            <a:defPPr>
              <a:defRPr lang="en-US"/>
            </a:defPPr>
            <a:lvl1pPr marL="342900" indent="-342900" algn="r" rtl="1">
              <a:lnSpc>
                <a:spcPct val="100000"/>
              </a:lnSpc>
              <a:spcBef>
                <a:spcPts val="0"/>
              </a:spcBef>
              <a:buFont typeface="+mj-lt"/>
              <a:buAutoNum type="arabicPeriod"/>
              <a:defRPr sz="1100">
                <a:solidFill>
                  <a:schemeClr val="tx1">
                    <a:lumMod val="85000"/>
                    <a:lumOff val="15000"/>
                  </a:schemeClr>
                </a:solidFill>
              </a:defRPr>
            </a:lvl1pPr>
            <a:lvl2pPr marL="234000" indent="-234000">
              <a:lnSpc>
                <a:spcPct val="90000"/>
              </a:lnSpc>
              <a:spcBef>
                <a:spcPts val="600"/>
              </a:spcBef>
              <a:buFont typeface="Arial" panose="020B0604020202020204" pitchFamily="34" charset="0"/>
              <a:buChar char="•"/>
              <a:defRPr sz="1100"/>
            </a:lvl2pPr>
            <a:lvl3pPr marL="234000" indent="-234000">
              <a:lnSpc>
                <a:spcPct val="90000"/>
              </a:lnSpc>
              <a:spcBef>
                <a:spcPts val="600"/>
              </a:spcBef>
              <a:buFont typeface="Arial" panose="020B0604020202020204" pitchFamily="34" charset="0"/>
              <a:buChar char="•"/>
              <a:defRPr sz="1100"/>
            </a:lvl3pPr>
            <a:lvl4pPr marL="234000" indent="-234000">
              <a:lnSpc>
                <a:spcPct val="90000"/>
              </a:lnSpc>
              <a:spcBef>
                <a:spcPts val="600"/>
              </a:spcBef>
              <a:buFont typeface="Arial" panose="020B0604020202020204" pitchFamily="34" charset="0"/>
              <a:buChar char="•"/>
              <a:defRPr sz="1100"/>
            </a:lvl4pPr>
            <a:lvl5pPr marL="234000" indent="-234000">
              <a:lnSpc>
                <a:spcPct val="90000"/>
              </a:lnSpc>
              <a:spcBef>
                <a:spcPts val="600"/>
              </a:spcBef>
              <a:buFont typeface="Arial" panose="020B0604020202020204" pitchFamily="34" charset="0"/>
              <a:buChar char="•"/>
              <a:defRPr sz="11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37160" indent="-137160" algn="justLow">
              <a:buClr>
                <a:schemeClr val="accent4"/>
              </a:buClr>
            </a:pPr>
            <a:r>
              <a:rPr lang="ar-EG" sz="1180" b="1" dirty="0"/>
              <a:t>التطور السريع في أدوات وتقنيات البنية المؤسسية والتحول الرقمي</a:t>
            </a:r>
          </a:p>
          <a:p>
            <a:pPr marL="137160" indent="-137160" algn="justLow">
              <a:buClr>
                <a:schemeClr val="accent4"/>
              </a:buClr>
            </a:pPr>
            <a:r>
              <a:rPr lang="ar-EG" sz="1180" b="1" dirty="0"/>
              <a:t>.الدعم الحكومي المتزايد لمبادرات التحول الرقمي الوطنية</a:t>
            </a:r>
          </a:p>
          <a:p>
            <a:pPr marL="137160" indent="-137160" algn="justLow">
              <a:buClr>
                <a:schemeClr val="accent4"/>
              </a:buClr>
            </a:pPr>
            <a:r>
              <a:rPr lang="ar-EG" sz="1180" b="1" dirty="0"/>
              <a:t>تنامي الاتجاهات الحديثة في تحليلات البيانات والذكاء الاصطناعي</a:t>
            </a:r>
          </a:p>
          <a:p>
            <a:pPr marL="137160" indent="-137160" algn="justLow">
              <a:buClr>
                <a:schemeClr val="accent4"/>
              </a:buClr>
            </a:pPr>
            <a:r>
              <a:rPr lang="ar-EG" sz="1180" b="1" dirty="0"/>
              <a:t>فرص التعاون مع جهات استشارية متخصصة في البنية المؤسسية</a:t>
            </a:r>
          </a:p>
          <a:p>
            <a:pPr marL="137160" indent="-137160" algn="justLow">
              <a:buClr>
                <a:schemeClr val="accent4"/>
              </a:buClr>
            </a:pPr>
            <a:r>
              <a:rPr lang="ar-EG" sz="1180" b="1" dirty="0"/>
              <a:t>الشراكات مع مؤسسات تعليمية وتدريبية لبناء القدرات</a:t>
            </a:r>
          </a:p>
          <a:p>
            <a:pPr marL="137160" indent="-137160" algn="justLow">
              <a:buClr>
                <a:schemeClr val="accent4"/>
              </a:buClr>
            </a:pPr>
            <a:r>
              <a:rPr lang="ar-EG" sz="1180" b="1" dirty="0"/>
              <a:t>زيادة التكامل مع الجهات الحكومية عبر المنصات الوطنية</a:t>
            </a:r>
          </a:p>
          <a:p>
            <a:pPr marL="137160" indent="-137160" algn="justLow">
              <a:buClr>
                <a:schemeClr val="accent4"/>
              </a:buClr>
            </a:pPr>
            <a:r>
              <a:rPr lang="ar-EG" sz="1180" b="1" dirty="0"/>
              <a:t>تحسن نضج تقنيات الأمن السيبراني وإدارة المخاطر</a:t>
            </a:r>
          </a:p>
          <a:p>
            <a:pPr marL="137160" indent="-137160" algn="justLow">
              <a:buClr>
                <a:schemeClr val="accent4"/>
              </a:buClr>
            </a:pPr>
            <a:r>
              <a:rPr lang="ar-EG" sz="1180" b="1" dirty="0"/>
              <a:t>الاستفادة من الحلول الرقمية المبتكرة لتعزيز المصداقية المؤسسية</a:t>
            </a:r>
          </a:p>
          <a:p>
            <a:pPr marL="137160" indent="-137160" algn="justLow">
              <a:buClr>
                <a:schemeClr val="accent4"/>
              </a:buClr>
            </a:pPr>
            <a:r>
              <a:rPr lang="ar-EG" sz="1180" b="1" dirty="0"/>
              <a:t>تعزيز ثقة أصحاب المصلحة الخارجيين من خلال الامتثال الوطني.</a:t>
            </a:r>
          </a:p>
        </p:txBody>
      </p:sp>
      <p:sp>
        <p:nvSpPr>
          <p:cNvPr id="75" name="Text Placeholder 2">
            <a:extLst>
              <a:ext uri="{FF2B5EF4-FFF2-40B4-BE49-F238E27FC236}">
                <a16:creationId xmlns:a16="http://schemas.microsoft.com/office/drawing/2014/main" id="{C84014DE-E01E-DDA0-B1E1-307927DEB1E7}"/>
              </a:ext>
            </a:extLst>
          </p:cNvPr>
          <p:cNvSpPr txBox="1">
            <a:spLocks/>
          </p:cNvSpPr>
          <p:nvPr/>
        </p:nvSpPr>
        <p:spPr>
          <a:xfrm>
            <a:off x="9020321" y="3312978"/>
            <a:ext cx="2560320" cy="2000548"/>
          </a:xfrm>
          <a:prstGeom prst="rect">
            <a:avLst/>
          </a:prstGeom>
        </p:spPr>
        <p:txBody>
          <a:bodyPr vert="horz" wrap="square" lIns="0" tIns="0" rIns="0" bIns="0" rtlCol="0">
            <a:sp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7160" indent="-137160" algn="justLow" rtl="1">
              <a:lnSpc>
                <a:spcPct val="100000"/>
              </a:lnSpc>
              <a:spcBef>
                <a:spcPts val="0"/>
              </a:spcBef>
              <a:spcAft>
                <a:spcPts val="200"/>
              </a:spcAft>
              <a:buClr>
                <a:srgbClr val="CA0D45"/>
              </a:buClr>
              <a:buFont typeface="+mj-lt"/>
              <a:buAutoNum type="arabicPeriod"/>
            </a:pPr>
            <a:r>
              <a:rPr lang="ar-EG" sz="1200" dirty="0">
                <a:solidFill>
                  <a:schemeClr val="tx1">
                    <a:lumMod val="85000"/>
                    <a:lumOff val="15000"/>
                  </a:schemeClr>
                </a:solidFill>
              </a:rPr>
              <a:t>تصاعد وتطور التهديدات السيبرانية بوتيرة عالية.</a:t>
            </a:r>
          </a:p>
          <a:p>
            <a:pPr marL="137160" indent="-137160" algn="justLow" rtl="1">
              <a:lnSpc>
                <a:spcPct val="100000"/>
              </a:lnSpc>
              <a:spcBef>
                <a:spcPts val="0"/>
              </a:spcBef>
              <a:spcAft>
                <a:spcPts val="200"/>
              </a:spcAft>
              <a:buClr>
                <a:srgbClr val="CA0D45"/>
              </a:buClr>
              <a:buFont typeface="+mj-lt"/>
              <a:buAutoNum type="arabicPeriod"/>
            </a:pPr>
            <a:r>
              <a:rPr lang="ar-EG" sz="1200" dirty="0">
                <a:solidFill>
                  <a:schemeClr val="tx1">
                    <a:lumMod val="85000"/>
                    <a:lumOff val="15000"/>
                  </a:schemeClr>
                </a:solidFill>
              </a:rPr>
              <a:t>التسارع التقني بما قد يتجاوز القدرة المؤسسية على التحديث.</a:t>
            </a:r>
          </a:p>
          <a:p>
            <a:pPr marL="137160" indent="-137160" algn="justLow" rtl="1">
              <a:lnSpc>
                <a:spcPct val="100000"/>
              </a:lnSpc>
              <a:spcBef>
                <a:spcPts val="0"/>
              </a:spcBef>
              <a:spcAft>
                <a:spcPts val="200"/>
              </a:spcAft>
              <a:buClr>
                <a:srgbClr val="CA0D45"/>
              </a:buClr>
              <a:buFont typeface="+mj-lt"/>
              <a:buAutoNum type="arabicPeriod"/>
            </a:pPr>
            <a:r>
              <a:rPr lang="ar-EG" sz="1200" dirty="0">
                <a:solidFill>
                  <a:schemeClr val="tx1">
                    <a:lumMod val="85000"/>
                    <a:lumOff val="15000"/>
                  </a:schemeClr>
                </a:solidFill>
              </a:rPr>
              <a:t>التغير المستمر في السياسات والمتطلبات التنظيمية الوطنية.</a:t>
            </a:r>
          </a:p>
          <a:p>
            <a:pPr marL="137160" indent="-137160" algn="justLow" rtl="1">
              <a:lnSpc>
                <a:spcPct val="100000"/>
              </a:lnSpc>
              <a:spcBef>
                <a:spcPts val="0"/>
              </a:spcBef>
              <a:spcAft>
                <a:spcPts val="200"/>
              </a:spcAft>
              <a:buClr>
                <a:srgbClr val="CA0D45"/>
              </a:buClr>
              <a:buFont typeface="+mj-lt"/>
              <a:buAutoNum type="arabicPeriod"/>
            </a:pPr>
            <a:r>
              <a:rPr lang="ar-EG" sz="1200" dirty="0">
                <a:solidFill>
                  <a:schemeClr val="tx1">
                    <a:lumMod val="85000"/>
                    <a:lumOff val="15000"/>
                  </a:schemeClr>
                </a:solidFill>
              </a:rPr>
              <a:t>الاعتماد المتزايد على مزودي خدمات خارجيين.</a:t>
            </a:r>
          </a:p>
          <a:p>
            <a:pPr marL="137160" indent="-137160" algn="justLow" rtl="1">
              <a:lnSpc>
                <a:spcPct val="100000"/>
              </a:lnSpc>
              <a:spcBef>
                <a:spcPts val="0"/>
              </a:spcBef>
              <a:spcAft>
                <a:spcPts val="200"/>
              </a:spcAft>
              <a:buClr>
                <a:srgbClr val="CA0D45"/>
              </a:buClr>
              <a:buFont typeface="+mj-lt"/>
              <a:buAutoNum type="arabicPeriod"/>
            </a:pPr>
            <a:r>
              <a:rPr lang="ar-EG" sz="1200" dirty="0">
                <a:solidFill>
                  <a:schemeClr val="tx1">
                    <a:lumMod val="85000"/>
                    <a:lumOff val="15000"/>
                  </a:schemeClr>
                </a:solidFill>
              </a:rPr>
              <a:t>مخاطر تكرار الحلول الرقمية عند غياب مرجعية معمارية موحدة.</a:t>
            </a:r>
          </a:p>
          <a:p>
            <a:pPr marL="137160" indent="-137160" algn="justLow" rtl="1">
              <a:lnSpc>
                <a:spcPct val="100000"/>
              </a:lnSpc>
              <a:spcBef>
                <a:spcPts val="0"/>
              </a:spcBef>
              <a:spcAft>
                <a:spcPts val="200"/>
              </a:spcAft>
              <a:buClr>
                <a:srgbClr val="CA0D45"/>
              </a:buClr>
              <a:buFont typeface="+mj-lt"/>
              <a:buAutoNum type="arabicPeriod"/>
            </a:pPr>
            <a:r>
              <a:rPr lang="ar-EG" sz="1200" dirty="0">
                <a:solidFill>
                  <a:schemeClr val="tx1">
                    <a:lumMod val="85000"/>
                    <a:lumOff val="15000"/>
                  </a:schemeClr>
                </a:solidFill>
              </a:rPr>
              <a:t>احتمالية تضارب المبادرات الرقمية بين القطاعات.</a:t>
            </a:r>
          </a:p>
          <a:p>
            <a:pPr marL="137160" indent="-137160" algn="justLow" rtl="1">
              <a:lnSpc>
                <a:spcPct val="100000"/>
              </a:lnSpc>
              <a:spcBef>
                <a:spcPts val="0"/>
              </a:spcBef>
              <a:spcAft>
                <a:spcPts val="200"/>
              </a:spcAft>
              <a:buClr>
                <a:srgbClr val="CA0D45"/>
              </a:buClr>
              <a:buFont typeface="+mj-lt"/>
              <a:buAutoNum type="arabicPeriod"/>
            </a:pPr>
            <a:r>
              <a:rPr lang="ar-EG" sz="1200" dirty="0">
                <a:solidFill>
                  <a:schemeClr val="tx1">
                    <a:lumMod val="85000"/>
                    <a:lumOff val="15000"/>
                  </a:schemeClr>
                </a:solidFill>
              </a:rPr>
              <a:t>ارتفاع تكلفة معالجة التغييرات المتأخرة معماريًا.</a:t>
            </a:r>
          </a:p>
        </p:txBody>
      </p:sp>
      <p:sp>
        <p:nvSpPr>
          <p:cNvPr id="2" name="Slide Number Placeholder 1">
            <a:extLst>
              <a:ext uri="{FF2B5EF4-FFF2-40B4-BE49-F238E27FC236}">
                <a16:creationId xmlns:a16="http://schemas.microsoft.com/office/drawing/2014/main" id="{2D670C5B-8E09-3701-AECA-D309C07272C1}"/>
              </a:ext>
            </a:extLst>
          </p:cNvPr>
          <p:cNvSpPr>
            <a:spLocks noGrp="1"/>
          </p:cNvSpPr>
          <p:nvPr>
            <p:ph type="sldNum" sz="quarter" idx="12"/>
          </p:nvPr>
        </p:nvSpPr>
        <p:spPr/>
        <p:txBody>
          <a:bodyPr/>
          <a:lstStyle/>
          <a:p>
            <a:fld id="{0BE4EC83-A869-464E-AE9F-881796FB085E}" type="slidenum">
              <a:rPr lang="en-US" smtClean="0"/>
              <a:t>39</a:t>
            </a:fld>
            <a:endParaRPr lang="en-US"/>
          </a:p>
        </p:txBody>
      </p:sp>
    </p:spTree>
    <p:extLst>
      <p:ext uri="{BB962C8B-B14F-4D97-AF65-F5344CB8AC3E}">
        <p14:creationId xmlns:p14="http://schemas.microsoft.com/office/powerpoint/2010/main" val="38141177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337544" y="3925452"/>
            <a:ext cx="6206756" cy="641639"/>
          </a:xfrm>
        </p:spPr>
        <p:txBody>
          <a:bodyPr/>
          <a:lstStyle/>
          <a:p>
            <a:r>
              <a:rPr lang="ar-EG" dirty="0"/>
              <a:t>مكونات استراتيجية ممارسة البنية المؤسسية</a:t>
            </a:r>
            <a:endParaRPr lang="en-US" dirty="0"/>
          </a:p>
        </p:txBody>
      </p:sp>
      <p:sp>
        <p:nvSpPr>
          <p:cNvPr id="4" name="Text Placeholder 3"/>
          <p:cNvSpPr>
            <a:spLocks noGrp="1"/>
          </p:cNvSpPr>
          <p:nvPr>
            <p:ph type="body" sz="quarter" idx="14"/>
          </p:nvPr>
        </p:nvSpPr>
        <p:spPr/>
        <p:txBody>
          <a:bodyPr/>
          <a:lstStyle/>
          <a:p>
            <a:r>
              <a:rPr lang="ar-EG" dirty="0"/>
              <a:t>05</a:t>
            </a:r>
            <a:endParaRPr lang="en-US" dirty="0"/>
          </a:p>
        </p:txBody>
      </p:sp>
    </p:spTree>
    <p:extLst>
      <p:ext uri="{BB962C8B-B14F-4D97-AF65-F5344CB8AC3E}">
        <p14:creationId xmlns:p14="http://schemas.microsoft.com/office/powerpoint/2010/main" val="3480486520"/>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3D126-D788-FF04-1C66-DB2C448CDE14}"/>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CA47E615-032A-71B8-604B-C18119BB71C7}"/>
              </a:ext>
            </a:extLst>
          </p:cNvPr>
          <p:cNvSpPr>
            <a:spLocks noGrp="1"/>
          </p:cNvSpPr>
          <p:nvPr>
            <p:ph type="title"/>
          </p:nvPr>
        </p:nvSpPr>
        <p:spPr>
          <a:xfrm>
            <a:off x="609601" y="561078"/>
            <a:ext cx="10972800" cy="666261"/>
          </a:xfrm>
        </p:spPr>
        <p:txBody>
          <a:bodyPr/>
          <a:lstStyle/>
          <a:p>
            <a:r>
              <a:rPr lang="ar-EG" dirty="0"/>
              <a:t>تعريف بمكونات الاستراتيجية</a:t>
            </a:r>
            <a:endParaRPr lang="en-GB" dirty="0"/>
          </a:p>
        </p:txBody>
      </p:sp>
      <p:sp>
        <p:nvSpPr>
          <p:cNvPr id="2" name="Freeform 144">
            <a:extLst>
              <a:ext uri="{FF2B5EF4-FFF2-40B4-BE49-F238E27FC236}">
                <a16:creationId xmlns:a16="http://schemas.microsoft.com/office/drawing/2014/main" id="{AEF58E2C-D8FC-8D49-073A-946912F426CF}"/>
              </a:ext>
            </a:extLst>
          </p:cNvPr>
          <p:cNvSpPr/>
          <p:nvPr/>
        </p:nvSpPr>
        <p:spPr>
          <a:xfrm>
            <a:off x="6074749" y="2323271"/>
            <a:ext cx="5313823" cy="777240"/>
          </a:xfrm>
          <a:custGeom>
            <a:avLst/>
            <a:gdLst>
              <a:gd name="connsiteX0" fmla="*/ 2354876 w 5313823"/>
              <a:gd name="connsiteY0" fmla="*/ 0 h 895113"/>
              <a:gd name="connsiteX1" fmla="*/ 2976413 w 5313823"/>
              <a:gd name="connsiteY1" fmla="*/ 0 h 895113"/>
              <a:gd name="connsiteX2" fmla="*/ 2976413 w 5313823"/>
              <a:gd name="connsiteY2" fmla="*/ 2 h 895113"/>
              <a:gd name="connsiteX3" fmla="*/ 5313823 w 5313823"/>
              <a:gd name="connsiteY3" fmla="*/ 2 h 895113"/>
              <a:gd name="connsiteX4" fmla="*/ 5313823 w 5313823"/>
              <a:gd name="connsiteY4" fmla="*/ 613858 h 895113"/>
              <a:gd name="connsiteX5" fmla="*/ 5313823 w 5313823"/>
              <a:gd name="connsiteY5" fmla="*/ 797327 h 895113"/>
              <a:gd name="connsiteX6" fmla="*/ 5313823 w 5313823"/>
              <a:gd name="connsiteY6" fmla="*/ 895113 h 895113"/>
              <a:gd name="connsiteX7" fmla="*/ 0 w 5313823"/>
              <a:gd name="connsiteY7" fmla="*/ 895113 h 895113"/>
              <a:gd name="connsiteX8" fmla="*/ 0 w 5313823"/>
              <a:gd name="connsiteY8" fmla="*/ 613858 h 895113"/>
              <a:gd name="connsiteX9" fmla="*/ 1 w 5313823"/>
              <a:gd name="connsiteY9" fmla="*/ 613849 h 895113"/>
              <a:gd name="connsiteX10" fmla="*/ 1 w 5313823"/>
              <a:gd name="connsiteY10" fmla="*/ 2 h 895113"/>
              <a:gd name="connsiteX11" fmla="*/ 2354876 w 5313823"/>
              <a:gd name="connsiteY11" fmla="*/ 2 h 895113"/>
              <a:gd name="connsiteX12" fmla="*/ 2354876 w 5313823"/>
              <a:gd name="connsiteY12" fmla="*/ 0 h 895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13823" h="895113">
                <a:moveTo>
                  <a:pt x="2354876" y="0"/>
                </a:moveTo>
                <a:lnTo>
                  <a:pt x="2976413" y="0"/>
                </a:lnTo>
                <a:lnTo>
                  <a:pt x="2976413" y="2"/>
                </a:lnTo>
                <a:lnTo>
                  <a:pt x="5313823" y="2"/>
                </a:lnTo>
                <a:lnTo>
                  <a:pt x="5313823" y="613858"/>
                </a:lnTo>
                <a:lnTo>
                  <a:pt x="5313823" y="797327"/>
                </a:lnTo>
                <a:lnTo>
                  <a:pt x="5313823" y="895113"/>
                </a:lnTo>
                <a:lnTo>
                  <a:pt x="0" y="895113"/>
                </a:lnTo>
                <a:lnTo>
                  <a:pt x="0" y="613858"/>
                </a:lnTo>
                <a:lnTo>
                  <a:pt x="1" y="613849"/>
                </a:lnTo>
                <a:lnTo>
                  <a:pt x="1" y="2"/>
                </a:lnTo>
                <a:lnTo>
                  <a:pt x="2354876" y="2"/>
                </a:lnTo>
                <a:lnTo>
                  <a:pt x="2354876" y="0"/>
                </a:lnTo>
                <a:close/>
              </a:path>
            </a:pathLst>
          </a:custGeom>
          <a:solidFill>
            <a:schemeClr val="accent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000" dirty="0"/>
          </a:p>
        </p:txBody>
      </p:sp>
      <p:sp>
        <p:nvSpPr>
          <p:cNvPr id="5" name="Freeform 141">
            <a:extLst>
              <a:ext uri="{FF2B5EF4-FFF2-40B4-BE49-F238E27FC236}">
                <a16:creationId xmlns:a16="http://schemas.microsoft.com/office/drawing/2014/main" id="{DDF182DE-2301-A26F-0FC3-0150F5E6AB09}"/>
              </a:ext>
            </a:extLst>
          </p:cNvPr>
          <p:cNvSpPr/>
          <p:nvPr/>
        </p:nvSpPr>
        <p:spPr>
          <a:xfrm>
            <a:off x="6074749" y="3114352"/>
            <a:ext cx="5313823" cy="777240"/>
          </a:xfrm>
          <a:custGeom>
            <a:avLst/>
            <a:gdLst>
              <a:gd name="connsiteX0" fmla="*/ 0 w 5313823"/>
              <a:gd name="connsiteY0" fmla="*/ 0 h 876825"/>
              <a:gd name="connsiteX1" fmla="*/ 5313823 w 5313823"/>
              <a:gd name="connsiteY1" fmla="*/ 0 h 876825"/>
              <a:gd name="connsiteX2" fmla="*/ 5313823 w 5313823"/>
              <a:gd name="connsiteY2" fmla="*/ 876825 h 876825"/>
              <a:gd name="connsiteX3" fmla="*/ 0 w 5313823"/>
              <a:gd name="connsiteY3" fmla="*/ 876825 h 876825"/>
              <a:gd name="connsiteX4" fmla="*/ 0 w 5313823"/>
              <a:gd name="connsiteY4" fmla="*/ 0 h 876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3823" h="876825">
                <a:moveTo>
                  <a:pt x="0" y="0"/>
                </a:moveTo>
                <a:lnTo>
                  <a:pt x="5313823" y="0"/>
                </a:lnTo>
                <a:lnTo>
                  <a:pt x="5313823" y="876825"/>
                </a:lnTo>
                <a:lnTo>
                  <a:pt x="0" y="876825"/>
                </a:lnTo>
                <a:lnTo>
                  <a:pt x="0" y="0"/>
                </a:lnTo>
                <a:close/>
              </a:path>
            </a:pathLst>
          </a:custGeom>
          <a:solidFill>
            <a:schemeClr val="accent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000" dirty="0"/>
          </a:p>
        </p:txBody>
      </p:sp>
      <p:sp>
        <p:nvSpPr>
          <p:cNvPr id="6" name="Freeform 138">
            <a:extLst>
              <a:ext uri="{FF2B5EF4-FFF2-40B4-BE49-F238E27FC236}">
                <a16:creationId xmlns:a16="http://schemas.microsoft.com/office/drawing/2014/main" id="{982A74DC-9A09-A6E5-891F-876EB298C511}"/>
              </a:ext>
            </a:extLst>
          </p:cNvPr>
          <p:cNvSpPr/>
          <p:nvPr/>
        </p:nvSpPr>
        <p:spPr>
          <a:xfrm>
            <a:off x="6074749" y="3905433"/>
            <a:ext cx="5313823" cy="777240"/>
          </a:xfrm>
          <a:custGeom>
            <a:avLst/>
            <a:gdLst>
              <a:gd name="connsiteX0" fmla="*/ 0 w 5313823"/>
              <a:gd name="connsiteY0" fmla="*/ 0 h 876825"/>
              <a:gd name="connsiteX1" fmla="*/ 5313823 w 5313823"/>
              <a:gd name="connsiteY1" fmla="*/ 0 h 876825"/>
              <a:gd name="connsiteX2" fmla="*/ 5313823 w 5313823"/>
              <a:gd name="connsiteY2" fmla="*/ 876825 h 876825"/>
              <a:gd name="connsiteX3" fmla="*/ 0 w 5313823"/>
              <a:gd name="connsiteY3" fmla="*/ 876825 h 876825"/>
              <a:gd name="connsiteX4" fmla="*/ 0 w 5313823"/>
              <a:gd name="connsiteY4" fmla="*/ 0 h 876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3823" h="876825">
                <a:moveTo>
                  <a:pt x="0" y="0"/>
                </a:moveTo>
                <a:lnTo>
                  <a:pt x="5313823" y="0"/>
                </a:lnTo>
                <a:lnTo>
                  <a:pt x="5313823" y="876825"/>
                </a:lnTo>
                <a:lnTo>
                  <a:pt x="0" y="876825"/>
                </a:lnTo>
                <a:lnTo>
                  <a:pt x="0" y="0"/>
                </a:lnTo>
                <a:close/>
              </a:path>
            </a:pathLst>
          </a:custGeom>
          <a:solidFill>
            <a:schemeClr val="accent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000" dirty="0"/>
          </a:p>
        </p:txBody>
      </p:sp>
      <p:sp>
        <p:nvSpPr>
          <p:cNvPr id="7" name="Freeform 76">
            <a:extLst>
              <a:ext uri="{FF2B5EF4-FFF2-40B4-BE49-F238E27FC236}">
                <a16:creationId xmlns:a16="http://schemas.microsoft.com/office/drawing/2014/main" id="{852F1035-0CA8-AD6E-C35D-98AB8A762C58}"/>
              </a:ext>
            </a:extLst>
          </p:cNvPr>
          <p:cNvSpPr/>
          <p:nvPr/>
        </p:nvSpPr>
        <p:spPr>
          <a:xfrm>
            <a:off x="6074749" y="4701414"/>
            <a:ext cx="5313823" cy="776444"/>
          </a:xfrm>
          <a:custGeom>
            <a:avLst/>
            <a:gdLst>
              <a:gd name="connsiteX0" fmla="*/ 0 w 5313823"/>
              <a:gd name="connsiteY0" fmla="*/ 0 h 776444"/>
              <a:gd name="connsiteX1" fmla="*/ 5313823 w 5313823"/>
              <a:gd name="connsiteY1" fmla="*/ 0 h 776444"/>
              <a:gd name="connsiteX2" fmla="*/ 5313823 w 5313823"/>
              <a:gd name="connsiteY2" fmla="*/ 179453 h 776444"/>
              <a:gd name="connsiteX3" fmla="*/ 4716832 w 5313823"/>
              <a:gd name="connsiteY3" fmla="*/ 776444 h 776444"/>
              <a:gd name="connsiteX4" fmla="*/ 2614229 w 5313823"/>
              <a:gd name="connsiteY4" fmla="*/ 776444 h 776444"/>
              <a:gd name="connsiteX5" fmla="*/ 2614229 w 5313823"/>
              <a:gd name="connsiteY5" fmla="*/ 769304 h 776444"/>
              <a:gd name="connsiteX6" fmla="*/ 2585708 w 5313823"/>
              <a:gd name="connsiteY6" fmla="*/ 769304 h 776444"/>
              <a:gd name="connsiteX7" fmla="*/ 2585708 w 5313823"/>
              <a:gd name="connsiteY7" fmla="*/ 776444 h 776444"/>
              <a:gd name="connsiteX8" fmla="*/ 596991 w 5313823"/>
              <a:gd name="connsiteY8" fmla="*/ 776444 h 776444"/>
              <a:gd name="connsiteX9" fmla="*/ 0 w 5313823"/>
              <a:gd name="connsiteY9" fmla="*/ 179453 h 77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13823" h="776444">
                <a:moveTo>
                  <a:pt x="0" y="0"/>
                </a:moveTo>
                <a:lnTo>
                  <a:pt x="5313823" y="0"/>
                </a:lnTo>
                <a:lnTo>
                  <a:pt x="5313823" y="179453"/>
                </a:lnTo>
                <a:cubicBezTo>
                  <a:pt x="5313823" y="509163"/>
                  <a:pt x="5046541" y="776444"/>
                  <a:pt x="4716832" y="776444"/>
                </a:cubicBezTo>
                <a:lnTo>
                  <a:pt x="2614229" y="776444"/>
                </a:lnTo>
                <a:lnTo>
                  <a:pt x="2614229" y="769304"/>
                </a:lnTo>
                <a:lnTo>
                  <a:pt x="2585708" y="769304"/>
                </a:lnTo>
                <a:lnTo>
                  <a:pt x="2585708" y="776444"/>
                </a:lnTo>
                <a:lnTo>
                  <a:pt x="596991" y="776444"/>
                </a:lnTo>
                <a:cubicBezTo>
                  <a:pt x="267282" y="776444"/>
                  <a:pt x="0" y="509163"/>
                  <a:pt x="0" y="179453"/>
                </a:cubicBezTo>
                <a:close/>
              </a:path>
            </a:pathLst>
          </a:custGeom>
          <a:solidFill>
            <a:schemeClr val="accent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000" dirty="0"/>
          </a:p>
        </p:txBody>
      </p:sp>
      <p:sp>
        <p:nvSpPr>
          <p:cNvPr id="8" name="Freeform 63">
            <a:extLst>
              <a:ext uri="{FF2B5EF4-FFF2-40B4-BE49-F238E27FC236}">
                <a16:creationId xmlns:a16="http://schemas.microsoft.com/office/drawing/2014/main" id="{1838F377-FC8C-691E-CB4F-1A3EE08E7EFB}"/>
              </a:ext>
            </a:extLst>
          </p:cNvPr>
          <p:cNvSpPr/>
          <p:nvPr/>
        </p:nvSpPr>
        <p:spPr>
          <a:xfrm flipV="1">
            <a:off x="6079277" y="1702352"/>
            <a:ext cx="5304767" cy="543212"/>
          </a:xfrm>
          <a:custGeom>
            <a:avLst/>
            <a:gdLst>
              <a:gd name="connsiteX0" fmla="*/ 583598 w 5304767"/>
              <a:gd name="connsiteY0" fmla="*/ 543212 h 543212"/>
              <a:gd name="connsiteX1" fmla="*/ 2652384 w 5304767"/>
              <a:gd name="connsiteY1" fmla="*/ 543212 h 543212"/>
              <a:gd name="connsiteX2" fmla="*/ 4721169 w 5304767"/>
              <a:gd name="connsiteY2" fmla="*/ 543212 h 543212"/>
              <a:gd name="connsiteX3" fmla="*/ 5297347 w 5304767"/>
              <a:gd name="connsiteY3" fmla="*/ 73613 h 543212"/>
              <a:gd name="connsiteX4" fmla="*/ 5304767 w 5304767"/>
              <a:gd name="connsiteY4" fmla="*/ 0 h 543212"/>
              <a:gd name="connsiteX5" fmla="*/ 2652384 w 5304767"/>
              <a:gd name="connsiteY5" fmla="*/ 0 h 543212"/>
              <a:gd name="connsiteX6" fmla="*/ 0 w 5304767"/>
              <a:gd name="connsiteY6" fmla="*/ 0 h 543212"/>
              <a:gd name="connsiteX7" fmla="*/ 7421 w 5304767"/>
              <a:gd name="connsiteY7" fmla="*/ 73613 h 543212"/>
              <a:gd name="connsiteX8" fmla="*/ 583598 w 5304767"/>
              <a:gd name="connsiteY8" fmla="*/ 543212 h 543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04767" h="543212">
                <a:moveTo>
                  <a:pt x="583598" y="543212"/>
                </a:moveTo>
                <a:lnTo>
                  <a:pt x="2652384" y="543212"/>
                </a:lnTo>
                <a:lnTo>
                  <a:pt x="4721169" y="543212"/>
                </a:lnTo>
                <a:cubicBezTo>
                  <a:pt x="5005380" y="543212"/>
                  <a:pt x="5242505" y="341613"/>
                  <a:pt x="5297347" y="73613"/>
                </a:cubicBezTo>
                <a:lnTo>
                  <a:pt x="5304767" y="0"/>
                </a:lnTo>
                <a:lnTo>
                  <a:pt x="2652384" y="0"/>
                </a:lnTo>
                <a:lnTo>
                  <a:pt x="0" y="0"/>
                </a:lnTo>
                <a:lnTo>
                  <a:pt x="7421" y="73613"/>
                </a:lnTo>
                <a:cubicBezTo>
                  <a:pt x="62262" y="341613"/>
                  <a:pt x="299387" y="543212"/>
                  <a:pt x="583598" y="543212"/>
                </a:cubicBezTo>
                <a:close/>
              </a:path>
            </a:pathLst>
          </a:custGeom>
          <a:gradFill>
            <a:gsLst>
              <a:gs pos="17000">
                <a:schemeClr val="accent1"/>
              </a:gs>
              <a:gs pos="100000">
                <a:schemeClr val="accent2"/>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000" dirty="0"/>
          </a:p>
        </p:txBody>
      </p:sp>
      <p:sp>
        <p:nvSpPr>
          <p:cNvPr id="9" name="Rounded Rectangle 67">
            <a:extLst>
              <a:ext uri="{FF2B5EF4-FFF2-40B4-BE49-F238E27FC236}">
                <a16:creationId xmlns:a16="http://schemas.microsoft.com/office/drawing/2014/main" id="{7768DE29-0E38-8387-7CDE-7D04E745A5A4}"/>
              </a:ext>
            </a:extLst>
          </p:cNvPr>
          <p:cNvSpPr/>
          <p:nvPr/>
        </p:nvSpPr>
        <p:spPr>
          <a:xfrm>
            <a:off x="8638954" y="2481059"/>
            <a:ext cx="1193703" cy="461665"/>
          </a:xfrm>
          <a:prstGeom prst="rect">
            <a:avLst/>
          </a:prstGeom>
          <a:noFill/>
          <a:ln w="9525" cap="flat" cmpd="sng" algn="ctr">
            <a:noFill/>
            <a:prstDash val="solid"/>
          </a:ln>
          <a:effectLst/>
        </p:spPr>
        <p:txBody>
          <a:bodyPr wrap="square" rtlCol="0" anchor="ctr">
            <a:spAutoFit/>
          </a:bodyPr>
          <a:lstStyle/>
          <a:p>
            <a:pPr algn="r" defTabSz="683717" rtl="1"/>
            <a:r>
              <a:rPr lang="ar-EG" sz="2400" b="1" kern="0" dirty="0">
                <a:solidFill>
                  <a:schemeClr val="accent1"/>
                </a:solidFill>
              </a:rPr>
              <a:t>الرسالة</a:t>
            </a:r>
          </a:p>
        </p:txBody>
      </p:sp>
      <p:sp>
        <p:nvSpPr>
          <p:cNvPr id="10" name="Rectangle 9">
            <a:extLst>
              <a:ext uri="{FF2B5EF4-FFF2-40B4-BE49-F238E27FC236}">
                <a16:creationId xmlns:a16="http://schemas.microsoft.com/office/drawing/2014/main" id="{3A2B97E5-8056-45DF-3D32-ED3E76A022DF}"/>
              </a:ext>
            </a:extLst>
          </p:cNvPr>
          <p:cNvSpPr/>
          <p:nvPr/>
        </p:nvSpPr>
        <p:spPr>
          <a:xfrm>
            <a:off x="7424257" y="4904970"/>
            <a:ext cx="2408400" cy="461665"/>
          </a:xfrm>
          <a:prstGeom prst="rect">
            <a:avLst/>
          </a:prstGeom>
        </p:spPr>
        <p:txBody>
          <a:bodyPr wrap="square">
            <a:spAutoFit/>
          </a:bodyPr>
          <a:lstStyle/>
          <a:p>
            <a:pPr algn="r" rtl="1"/>
            <a:r>
              <a:rPr lang="ar-EG" sz="2400" b="1" dirty="0">
                <a:solidFill>
                  <a:schemeClr val="accent1"/>
                </a:solidFill>
              </a:rPr>
              <a:t>عوامل النجاح</a:t>
            </a:r>
          </a:p>
        </p:txBody>
      </p:sp>
      <p:sp>
        <p:nvSpPr>
          <p:cNvPr id="11" name="Rectangle 10">
            <a:extLst>
              <a:ext uri="{FF2B5EF4-FFF2-40B4-BE49-F238E27FC236}">
                <a16:creationId xmlns:a16="http://schemas.microsoft.com/office/drawing/2014/main" id="{8012E173-76AA-3133-9C08-313F2F4CF7AC}"/>
              </a:ext>
            </a:extLst>
          </p:cNvPr>
          <p:cNvSpPr/>
          <p:nvPr/>
        </p:nvSpPr>
        <p:spPr>
          <a:xfrm>
            <a:off x="6832683" y="4109387"/>
            <a:ext cx="2999974" cy="461665"/>
          </a:xfrm>
          <a:prstGeom prst="rect">
            <a:avLst/>
          </a:prstGeom>
          <a:noFill/>
        </p:spPr>
        <p:txBody>
          <a:bodyPr wrap="square">
            <a:spAutoFit/>
          </a:bodyPr>
          <a:lstStyle/>
          <a:p>
            <a:pPr algn="r" rtl="1"/>
            <a:r>
              <a:rPr lang="ar-EG" sz="2400" b="1" dirty="0">
                <a:solidFill>
                  <a:schemeClr val="accent1"/>
                </a:solidFill>
              </a:rPr>
              <a:t>الأهداف الاستراتيجية</a:t>
            </a:r>
          </a:p>
        </p:txBody>
      </p:sp>
      <p:sp>
        <p:nvSpPr>
          <p:cNvPr id="13" name="TextBox 12">
            <a:extLst>
              <a:ext uri="{FF2B5EF4-FFF2-40B4-BE49-F238E27FC236}">
                <a16:creationId xmlns:a16="http://schemas.microsoft.com/office/drawing/2014/main" id="{F79DD88B-5587-3A80-09E3-7D019206E50D}"/>
              </a:ext>
            </a:extLst>
          </p:cNvPr>
          <p:cNvSpPr txBox="1"/>
          <p:nvPr/>
        </p:nvSpPr>
        <p:spPr>
          <a:xfrm flipH="1">
            <a:off x="8443446" y="1743126"/>
            <a:ext cx="1389211" cy="461665"/>
          </a:xfrm>
          <a:prstGeom prst="rect">
            <a:avLst/>
          </a:prstGeom>
          <a:noFill/>
          <a:ln w="9525" cap="flat" cmpd="sng" algn="ctr">
            <a:noFill/>
            <a:prstDash val="solid"/>
          </a:ln>
          <a:effectLst/>
        </p:spPr>
        <p:txBody>
          <a:bodyPr wrap="square" rtlCol="0" anchor="ctr">
            <a:spAutoFit/>
          </a:bodyPr>
          <a:lstStyle>
            <a:defPPr>
              <a:defRPr lang="en-US"/>
            </a:defPPr>
            <a:lvl1pPr marR="0" lvl="0" indent="0" algn="r" defTabSz="912535" rtl="1" fontAlgn="auto">
              <a:lnSpc>
                <a:spcPct val="100000"/>
              </a:lnSpc>
              <a:spcBef>
                <a:spcPts val="0"/>
              </a:spcBef>
              <a:spcAft>
                <a:spcPts val="0"/>
              </a:spcAft>
              <a:buClrTx/>
              <a:buSzTx/>
              <a:buFontTx/>
              <a:buNone/>
              <a:tabLst/>
              <a:defRPr kumimoji="0" sz="1400" b="0" i="0" u="none" strike="noStrike" kern="0" cap="none" spc="0" normalizeH="0" baseline="0">
                <a:ln>
                  <a:noFill/>
                </a:ln>
                <a:solidFill>
                  <a:prstClr val="white"/>
                </a:solidFill>
                <a:effectLst/>
                <a:uLnTx/>
                <a:uFillTx/>
                <a:latin typeface="DIN Next LT Arabic Medium" panose="020B0603020203050203" pitchFamily="34" charset="-78"/>
                <a:cs typeface="DIN Next LT Arabic Medium" panose="020B0603020203050203" pitchFamily="34" charset="-78"/>
              </a:defRPr>
            </a:lvl1pPr>
          </a:lstStyle>
          <a:p>
            <a:pPr defTabSz="683717">
              <a:defRPr/>
            </a:pPr>
            <a:r>
              <a:rPr lang="ar-SA" sz="2400" b="1" dirty="0">
                <a:solidFill>
                  <a:schemeClr val="bg1"/>
                </a:solidFill>
                <a:latin typeface="+mn-lt"/>
                <a:cs typeface="+mn-cs"/>
              </a:rPr>
              <a:t>الرؤية</a:t>
            </a:r>
            <a:endParaRPr lang="ar" sz="2400" b="1" dirty="0">
              <a:solidFill>
                <a:schemeClr val="bg1"/>
              </a:solidFill>
              <a:latin typeface="+mn-lt"/>
              <a:cs typeface="+mn-cs"/>
            </a:endParaRPr>
          </a:p>
        </p:txBody>
      </p:sp>
      <p:sp>
        <p:nvSpPr>
          <p:cNvPr id="14" name="Shape">
            <a:extLst>
              <a:ext uri="{FF2B5EF4-FFF2-40B4-BE49-F238E27FC236}">
                <a16:creationId xmlns:a16="http://schemas.microsoft.com/office/drawing/2014/main" id="{98F3DEA6-7832-D88F-DFDF-44F6841B88FD}"/>
              </a:ext>
            </a:extLst>
          </p:cNvPr>
          <p:cNvSpPr>
            <a:spLocks noChangeAspect="1"/>
          </p:cNvSpPr>
          <p:nvPr/>
        </p:nvSpPr>
        <p:spPr>
          <a:xfrm>
            <a:off x="10007980" y="1863782"/>
            <a:ext cx="320040" cy="220352"/>
          </a:xfrm>
          <a:custGeom>
            <a:avLst/>
            <a:gdLst/>
            <a:ahLst/>
            <a:cxnLst>
              <a:cxn ang="0">
                <a:pos x="wd2" y="hd2"/>
              </a:cxn>
              <a:cxn ang="5400000">
                <a:pos x="wd2" y="hd2"/>
              </a:cxn>
              <a:cxn ang="10800000">
                <a:pos x="wd2" y="hd2"/>
              </a:cxn>
              <a:cxn ang="16200000">
                <a:pos x="wd2" y="hd2"/>
              </a:cxn>
            </a:cxnLst>
            <a:rect l="0" t="0" r="r" b="b"/>
            <a:pathLst>
              <a:path w="21463" h="21600" extrusionOk="0">
                <a:moveTo>
                  <a:pt x="10730" y="0"/>
                </a:moveTo>
                <a:cubicBezTo>
                  <a:pt x="6781" y="1"/>
                  <a:pt x="3044" y="2207"/>
                  <a:pt x="205" y="6210"/>
                </a:cubicBezTo>
                <a:cubicBezTo>
                  <a:pt x="-61" y="6586"/>
                  <a:pt x="-70" y="7206"/>
                  <a:pt x="187" y="7595"/>
                </a:cubicBezTo>
                <a:cubicBezTo>
                  <a:pt x="319" y="7795"/>
                  <a:pt x="496" y="7894"/>
                  <a:pt x="672" y="7894"/>
                </a:cubicBezTo>
                <a:cubicBezTo>
                  <a:pt x="839" y="7894"/>
                  <a:pt x="1008" y="7805"/>
                  <a:pt x="1138" y="7621"/>
                </a:cubicBezTo>
                <a:cubicBezTo>
                  <a:pt x="3725" y="3973"/>
                  <a:pt x="7130" y="1962"/>
                  <a:pt x="10730" y="1962"/>
                </a:cubicBezTo>
                <a:cubicBezTo>
                  <a:pt x="14330" y="1962"/>
                  <a:pt x="17738" y="3973"/>
                  <a:pt x="20326" y="7621"/>
                </a:cubicBezTo>
                <a:cubicBezTo>
                  <a:pt x="20592" y="7998"/>
                  <a:pt x="21016" y="7985"/>
                  <a:pt x="21273" y="7595"/>
                </a:cubicBezTo>
                <a:cubicBezTo>
                  <a:pt x="21530" y="7206"/>
                  <a:pt x="21525" y="6586"/>
                  <a:pt x="21259" y="6210"/>
                </a:cubicBezTo>
                <a:cubicBezTo>
                  <a:pt x="18420" y="2207"/>
                  <a:pt x="14682" y="1"/>
                  <a:pt x="10734" y="0"/>
                </a:cubicBezTo>
                <a:cubicBezTo>
                  <a:pt x="10732" y="0"/>
                  <a:pt x="10730" y="0"/>
                  <a:pt x="10730" y="0"/>
                </a:cubicBezTo>
                <a:close/>
                <a:moveTo>
                  <a:pt x="10766" y="7050"/>
                </a:moveTo>
                <a:cubicBezTo>
                  <a:pt x="6107" y="7050"/>
                  <a:pt x="2616" y="11664"/>
                  <a:pt x="1332" y="13648"/>
                </a:cubicBezTo>
                <a:cubicBezTo>
                  <a:pt x="1087" y="14026"/>
                  <a:pt x="1087" y="14619"/>
                  <a:pt x="1332" y="14996"/>
                </a:cubicBezTo>
                <a:cubicBezTo>
                  <a:pt x="2616" y="16981"/>
                  <a:pt x="6106" y="21600"/>
                  <a:pt x="10766" y="21600"/>
                </a:cubicBezTo>
                <a:cubicBezTo>
                  <a:pt x="15425" y="21600"/>
                  <a:pt x="18916" y="16981"/>
                  <a:pt x="20200" y="14996"/>
                </a:cubicBezTo>
                <a:cubicBezTo>
                  <a:pt x="20444" y="14619"/>
                  <a:pt x="20444" y="14026"/>
                  <a:pt x="20200" y="13648"/>
                </a:cubicBezTo>
                <a:cubicBezTo>
                  <a:pt x="18916" y="11664"/>
                  <a:pt x="15425" y="7050"/>
                  <a:pt x="10766" y="7050"/>
                </a:cubicBezTo>
                <a:close/>
                <a:moveTo>
                  <a:pt x="10766" y="9011"/>
                </a:moveTo>
                <a:cubicBezTo>
                  <a:pt x="11079" y="9011"/>
                  <a:pt x="11386" y="9035"/>
                  <a:pt x="11688" y="9080"/>
                </a:cubicBezTo>
                <a:cubicBezTo>
                  <a:pt x="13193" y="9780"/>
                  <a:pt x="14243" y="11974"/>
                  <a:pt x="14243" y="14430"/>
                </a:cubicBezTo>
                <a:cubicBezTo>
                  <a:pt x="14243" y="16580"/>
                  <a:pt x="13444" y="18544"/>
                  <a:pt x="12201" y="19470"/>
                </a:cubicBezTo>
                <a:cubicBezTo>
                  <a:pt x="11737" y="19579"/>
                  <a:pt x="11259" y="19638"/>
                  <a:pt x="10766" y="19638"/>
                </a:cubicBezTo>
                <a:cubicBezTo>
                  <a:pt x="10171" y="19638"/>
                  <a:pt x="9598" y="19551"/>
                  <a:pt x="9047" y="19397"/>
                </a:cubicBezTo>
                <a:cubicBezTo>
                  <a:pt x="7843" y="18435"/>
                  <a:pt x="7095" y="16542"/>
                  <a:pt x="7095" y="14430"/>
                </a:cubicBezTo>
                <a:cubicBezTo>
                  <a:pt x="7095" y="12017"/>
                  <a:pt x="8076" y="9900"/>
                  <a:pt x="9539" y="9137"/>
                </a:cubicBezTo>
                <a:cubicBezTo>
                  <a:pt x="9937" y="9058"/>
                  <a:pt x="10346" y="9011"/>
                  <a:pt x="10766" y="9011"/>
                </a:cubicBezTo>
                <a:close/>
                <a:moveTo>
                  <a:pt x="14792" y="10323"/>
                </a:moveTo>
                <a:cubicBezTo>
                  <a:pt x="16548" y="11469"/>
                  <a:pt x="17922" y="13131"/>
                  <a:pt x="18768" y="14325"/>
                </a:cubicBezTo>
                <a:cubicBezTo>
                  <a:pt x="17940" y="15493"/>
                  <a:pt x="16606" y="17111"/>
                  <a:pt x="14903" y="18254"/>
                </a:cubicBezTo>
                <a:cubicBezTo>
                  <a:pt x="15341" y="17115"/>
                  <a:pt x="15585" y="15799"/>
                  <a:pt x="15585" y="14430"/>
                </a:cubicBezTo>
                <a:cubicBezTo>
                  <a:pt x="15585" y="12953"/>
                  <a:pt x="15311" y="11545"/>
                  <a:pt x="14792" y="10323"/>
                </a:cubicBezTo>
                <a:close/>
                <a:moveTo>
                  <a:pt x="6470" y="10506"/>
                </a:moveTo>
                <a:cubicBezTo>
                  <a:pt x="6013" y="11660"/>
                  <a:pt x="5753" y="13008"/>
                  <a:pt x="5753" y="14430"/>
                </a:cubicBezTo>
                <a:cubicBezTo>
                  <a:pt x="5753" y="15733"/>
                  <a:pt x="5969" y="16975"/>
                  <a:pt x="6359" y="18065"/>
                </a:cubicBezTo>
                <a:cubicBezTo>
                  <a:pt x="4786" y="16937"/>
                  <a:pt x="3547" y="15430"/>
                  <a:pt x="2764" y="14325"/>
                </a:cubicBezTo>
                <a:cubicBezTo>
                  <a:pt x="3565" y="13193"/>
                  <a:pt x="4845" y="11641"/>
                  <a:pt x="6470" y="10506"/>
                </a:cubicBezTo>
                <a:close/>
                <a:moveTo>
                  <a:pt x="10658" y="11917"/>
                </a:moveTo>
                <a:cubicBezTo>
                  <a:pt x="9720" y="11917"/>
                  <a:pt x="8957" y="13029"/>
                  <a:pt x="8957" y="14398"/>
                </a:cubicBezTo>
                <a:cubicBezTo>
                  <a:pt x="8957" y="15768"/>
                  <a:pt x="9720" y="16879"/>
                  <a:pt x="10658" y="16879"/>
                </a:cubicBezTo>
                <a:cubicBezTo>
                  <a:pt x="11597" y="16879"/>
                  <a:pt x="12359" y="15768"/>
                  <a:pt x="12359" y="14398"/>
                </a:cubicBezTo>
                <a:cubicBezTo>
                  <a:pt x="11421" y="14398"/>
                  <a:pt x="10658" y="13287"/>
                  <a:pt x="10658" y="11917"/>
                </a:cubicBezTo>
                <a:close/>
              </a:path>
            </a:pathLst>
          </a:custGeom>
          <a:solidFill>
            <a:schemeClr val="bg1"/>
          </a:solidFill>
          <a:ln w="12700">
            <a:miter lim="400000"/>
          </a:ln>
        </p:spPr>
        <p:txBody>
          <a:bodyPr lIns="38100" tIns="38100" rIns="38100" bIns="38100" anchor="ctr"/>
          <a:lstStyle/>
          <a:p>
            <a:pPr algn="r">
              <a:defRPr sz="3000">
                <a:solidFill>
                  <a:srgbClr val="FFFFFF"/>
                </a:solidFill>
                <a:effectLst>
                  <a:outerShdw blurRad="38100" dist="12700" dir="5400000" rotWithShape="0">
                    <a:srgbClr val="000000">
                      <a:alpha val="50000"/>
                    </a:srgbClr>
                  </a:outerShdw>
                </a:effectLst>
              </a:defRPr>
            </a:pPr>
            <a:endParaRPr sz="3200" dirty="0"/>
          </a:p>
        </p:txBody>
      </p:sp>
      <p:grpSp>
        <p:nvGrpSpPr>
          <p:cNvPr id="15" name="Group 14">
            <a:extLst>
              <a:ext uri="{FF2B5EF4-FFF2-40B4-BE49-F238E27FC236}">
                <a16:creationId xmlns:a16="http://schemas.microsoft.com/office/drawing/2014/main" id="{041D9BA8-EC65-CCAD-AF26-52CC824DEA4F}"/>
              </a:ext>
            </a:extLst>
          </p:cNvPr>
          <p:cNvGrpSpPr>
            <a:grpSpLocks noChangeAspect="1"/>
          </p:cNvGrpSpPr>
          <p:nvPr/>
        </p:nvGrpSpPr>
        <p:grpSpPr>
          <a:xfrm>
            <a:off x="10007980" y="2632346"/>
            <a:ext cx="320040" cy="265040"/>
            <a:chOff x="3198287" y="4593305"/>
            <a:chExt cx="1813318" cy="1501687"/>
          </a:xfrm>
          <a:gradFill>
            <a:gsLst>
              <a:gs pos="17000">
                <a:schemeClr val="accent1"/>
              </a:gs>
              <a:gs pos="100000">
                <a:schemeClr val="accent2"/>
              </a:gs>
            </a:gsLst>
            <a:lin ang="11400000" scaled="0"/>
          </a:gradFill>
        </p:grpSpPr>
        <p:sp>
          <p:nvSpPr>
            <p:cNvPr id="16" name="Freeform 5">
              <a:extLst>
                <a:ext uri="{FF2B5EF4-FFF2-40B4-BE49-F238E27FC236}">
                  <a16:creationId xmlns:a16="http://schemas.microsoft.com/office/drawing/2014/main" id="{7CFC8F73-02E6-F1AB-D8F2-514359985DDF}"/>
                </a:ext>
              </a:extLst>
            </p:cNvPr>
            <p:cNvSpPr>
              <a:spLocks/>
            </p:cNvSpPr>
            <p:nvPr/>
          </p:nvSpPr>
          <p:spPr bwMode="auto">
            <a:xfrm>
              <a:off x="3198287" y="4593305"/>
              <a:ext cx="1059652" cy="1060165"/>
            </a:xfrm>
            <a:custGeom>
              <a:avLst/>
              <a:gdLst>
                <a:gd name="T0" fmla="*/ 2720 w 5570"/>
                <a:gd name="T1" fmla="*/ 16 h 5579"/>
                <a:gd name="T2" fmla="*/ 2445 w 5570"/>
                <a:gd name="T3" fmla="*/ 64 h 5579"/>
                <a:gd name="T4" fmla="*/ 2194 w 5570"/>
                <a:gd name="T5" fmla="*/ 130 h 5579"/>
                <a:gd name="T6" fmla="*/ 1953 w 5570"/>
                <a:gd name="T7" fmla="*/ 220 h 5579"/>
                <a:gd name="T8" fmla="*/ 1768 w 5570"/>
                <a:gd name="T9" fmla="*/ 305 h 5579"/>
                <a:gd name="T10" fmla="*/ 1538 w 5570"/>
                <a:gd name="T11" fmla="*/ 436 h 5579"/>
                <a:gd name="T12" fmla="*/ 1251 w 5570"/>
                <a:gd name="T13" fmla="*/ 644 h 5579"/>
                <a:gd name="T14" fmla="*/ 993 w 5570"/>
                <a:gd name="T15" fmla="*/ 888 h 5579"/>
                <a:gd name="T16" fmla="*/ 767 w 5570"/>
                <a:gd name="T17" fmla="*/ 1163 h 5579"/>
                <a:gd name="T18" fmla="*/ 654 w 5570"/>
                <a:gd name="T19" fmla="*/ 1333 h 5579"/>
                <a:gd name="T20" fmla="*/ 451 w 5570"/>
                <a:gd name="T21" fmla="*/ 1736 h 5579"/>
                <a:gd name="T22" fmla="*/ 317 w 5570"/>
                <a:gd name="T23" fmla="*/ 2158 h 5579"/>
                <a:gd name="T24" fmla="*/ 252 w 5570"/>
                <a:gd name="T25" fmla="*/ 2591 h 5579"/>
                <a:gd name="T26" fmla="*/ 255 w 5570"/>
                <a:gd name="T27" fmla="*/ 3028 h 5579"/>
                <a:gd name="T28" fmla="*/ 327 w 5570"/>
                <a:gd name="T29" fmla="*/ 3460 h 5579"/>
                <a:gd name="T30" fmla="*/ 466 w 5570"/>
                <a:gd name="T31" fmla="*/ 3879 h 5579"/>
                <a:gd name="T32" fmla="*/ 672 w 5570"/>
                <a:gd name="T33" fmla="*/ 4277 h 5579"/>
                <a:gd name="T34" fmla="*/ 872 w 5570"/>
                <a:gd name="T35" fmla="*/ 4555 h 5579"/>
                <a:gd name="T36" fmla="*/ 490 w 5570"/>
                <a:gd name="T37" fmla="*/ 5130 h 5579"/>
                <a:gd name="T38" fmla="*/ 1320 w 5570"/>
                <a:gd name="T39" fmla="*/ 5577 h 5579"/>
                <a:gd name="T40" fmla="*/ 2645 w 5570"/>
                <a:gd name="T41" fmla="*/ 5577 h 5579"/>
                <a:gd name="T42" fmla="*/ 2610 w 5570"/>
                <a:gd name="T43" fmla="*/ 5380 h 5579"/>
                <a:gd name="T44" fmla="*/ 2567 w 5570"/>
                <a:gd name="T45" fmla="*/ 5119 h 5579"/>
                <a:gd name="T46" fmla="*/ 2545 w 5570"/>
                <a:gd name="T47" fmla="*/ 4771 h 5579"/>
                <a:gd name="T48" fmla="*/ 2561 w 5570"/>
                <a:gd name="T49" fmla="*/ 4426 h 5579"/>
                <a:gd name="T50" fmla="*/ 2616 w 5570"/>
                <a:gd name="T51" fmla="*/ 4087 h 5579"/>
                <a:gd name="T52" fmla="*/ 2708 w 5570"/>
                <a:gd name="T53" fmla="*/ 3755 h 5579"/>
                <a:gd name="T54" fmla="*/ 2837 w 5570"/>
                <a:gd name="T55" fmla="*/ 3433 h 5579"/>
                <a:gd name="T56" fmla="*/ 3002 w 5570"/>
                <a:gd name="T57" fmla="*/ 3122 h 5579"/>
                <a:gd name="T58" fmla="*/ 3204 w 5570"/>
                <a:gd name="T59" fmla="*/ 2825 h 5579"/>
                <a:gd name="T60" fmla="*/ 3308 w 5570"/>
                <a:gd name="T61" fmla="*/ 2695 h 5579"/>
                <a:gd name="T62" fmla="*/ 3521 w 5570"/>
                <a:gd name="T63" fmla="*/ 2471 h 5579"/>
                <a:gd name="T64" fmla="*/ 3759 w 5570"/>
                <a:gd name="T65" fmla="*/ 2268 h 5579"/>
                <a:gd name="T66" fmla="*/ 4019 w 5570"/>
                <a:gd name="T67" fmla="*/ 2088 h 5579"/>
                <a:gd name="T68" fmla="*/ 4295 w 5570"/>
                <a:gd name="T69" fmla="*/ 1934 h 5579"/>
                <a:gd name="T70" fmla="*/ 4584 w 5570"/>
                <a:gd name="T71" fmla="*/ 1807 h 5579"/>
                <a:gd name="T72" fmla="*/ 4881 w 5570"/>
                <a:gd name="T73" fmla="*/ 1710 h 5579"/>
                <a:gd name="T74" fmla="*/ 5183 w 5570"/>
                <a:gd name="T75" fmla="*/ 1646 h 5579"/>
                <a:gd name="T76" fmla="*/ 5408 w 5570"/>
                <a:gd name="T77" fmla="*/ 1620 h 5579"/>
                <a:gd name="T78" fmla="*/ 5561 w 5570"/>
                <a:gd name="T79" fmla="*/ 1605 h 5579"/>
                <a:gd name="T80" fmla="*/ 5566 w 5570"/>
                <a:gd name="T81" fmla="*/ 1588 h 5579"/>
                <a:gd name="T82" fmla="*/ 5429 w 5570"/>
                <a:gd name="T83" fmla="*/ 1341 h 5579"/>
                <a:gd name="T84" fmla="*/ 5319 w 5570"/>
                <a:gd name="T85" fmla="*/ 1172 h 5579"/>
                <a:gd name="T86" fmla="*/ 5155 w 5570"/>
                <a:gd name="T87" fmla="*/ 969 h 5579"/>
                <a:gd name="T88" fmla="*/ 4961 w 5570"/>
                <a:gd name="T89" fmla="*/ 767 h 5579"/>
                <a:gd name="T90" fmla="*/ 4754 w 5570"/>
                <a:gd name="T91" fmla="*/ 586 h 5579"/>
                <a:gd name="T92" fmla="*/ 4603 w 5570"/>
                <a:gd name="T93" fmla="*/ 475 h 5579"/>
                <a:gd name="T94" fmla="*/ 4325 w 5570"/>
                <a:gd name="T95" fmla="*/ 311 h 5579"/>
                <a:gd name="T96" fmla="*/ 3938 w 5570"/>
                <a:gd name="T97" fmla="*/ 145 h 5579"/>
                <a:gd name="T98" fmla="*/ 3537 w 5570"/>
                <a:gd name="T99" fmla="*/ 41 h 5579"/>
                <a:gd name="T100" fmla="*/ 3125 w 5570"/>
                <a:gd name="T101" fmla="*/ 0 h 5579"/>
                <a:gd name="T102" fmla="*/ 2873 w 5570"/>
                <a:gd name="T103" fmla="*/ 3 h 5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570" h="5579">
                  <a:moveTo>
                    <a:pt x="2795" y="7"/>
                  </a:moveTo>
                  <a:lnTo>
                    <a:pt x="2720" y="16"/>
                  </a:lnTo>
                  <a:lnTo>
                    <a:pt x="2578" y="38"/>
                  </a:lnTo>
                  <a:lnTo>
                    <a:pt x="2445" y="64"/>
                  </a:lnTo>
                  <a:lnTo>
                    <a:pt x="2317" y="94"/>
                  </a:lnTo>
                  <a:lnTo>
                    <a:pt x="2194" y="130"/>
                  </a:lnTo>
                  <a:lnTo>
                    <a:pt x="2073" y="172"/>
                  </a:lnTo>
                  <a:lnTo>
                    <a:pt x="1953" y="220"/>
                  </a:lnTo>
                  <a:lnTo>
                    <a:pt x="1831" y="275"/>
                  </a:lnTo>
                  <a:lnTo>
                    <a:pt x="1768" y="305"/>
                  </a:lnTo>
                  <a:lnTo>
                    <a:pt x="1690" y="346"/>
                  </a:lnTo>
                  <a:lnTo>
                    <a:pt x="1538" y="436"/>
                  </a:lnTo>
                  <a:lnTo>
                    <a:pt x="1391" y="535"/>
                  </a:lnTo>
                  <a:lnTo>
                    <a:pt x="1251" y="644"/>
                  </a:lnTo>
                  <a:lnTo>
                    <a:pt x="1118" y="762"/>
                  </a:lnTo>
                  <a:lnTo>
                    <a:pt x="993" y="888"/>
                  </a:lnTo>
                  <a:lnTo>
                    <a:pt x="876" y="1022"/>
                  </a:lnTo>
                  <a:lnTo>
                    <a:pt x="767" y="1163"/>
                  </a:lnTo>
                  <a:lnTo>
                    <a:pt x="717" y="1237"/>
                  </a:lnTo>
                  <a:lnTo>
                    <a:pt x="654" y="1333"/>
                  </a:lnTo>
                  <a:lnTo>
                    <a:pt x="544" y="1531"/>
                  </a:lnTo>
                  <a:lnTo>
                    <a:pt x="451" y="1736"/>
                  </a:lnTo>
                  <a:lnTo>
                    <a:pt x="375" y="1945"/>
                  </a:lnTo>
                  <a:lnTo>
                    <a:pt x="317" y="2158"/>
                  </a:lnTo>
                  <a:lnTo>
                    <a:pt x="276" y="2374"/>
                  </a:lnTo>
                  <a:lnTo>
                    <a:pt x="252" y="2591"/>
                  </a:lnTo>
                  <a:lnTo>
                    <a:pt x="245" y="2810"/>
                  </a:lnTo>
                  <a:lnTo>
                    <a:pt x="255" y="3028"/>
                  </a:lnTo>
                  <a:lnTo>
                    <a:pt x="282" y="3246"/>
                  </a:lnTo>
                  <a:lnTo>
                    <a:pt x="327" y="3460"/>
                  </a:lnTo>
                  <a:lnTo>
                    <a:pt x="388" y="3672"/>
                  </a:lnTo>
                  <a:lnTo>
                    <a:pt x="466" y="3879"/>
                  </a:lnTo>
                  <a:lnTo>
                    <a:pt x="561" y="4081"/>
                  </a:lnTo>
                  <a:lnTo>
                    <a:pt x="672" y="4277"/>
                  </a:lnTo>
                  <a:lnTo>
                    <a:pt x="801" y="4465"/>
                  </a:lnTo>
                  <a:lnTo>
                    <a:pt x="872" y="4555"/>
                  </a:lnTo>
                  <a:lnTo>
                    <a:pt x="980" y="4690"/>
                  </a:lnTo>
                  <a:lnTo>
                    <a:pt x="490" y="5130"/>
                  </a:lnTo>
                  <a:lnTo>
                    <a:pt x="0" y="5572"/>
                  </a:lnTo>
                  <a:lnTo>
                    <a:pt x="1320" y="5577"/>
                  </a:lnTo>
                  <a:lnTo>
                    <a:pt x="2345" y="5579"/>
                  </a:lnTo>
                  <a:lnTo>
                    <a:pt x="2645" y="5577"/>
                  </a:lnTo>
                  <a:lnTo>
                    <a:pt x="2639" y="5529"/>
                  </a:lnTo>
                  <a:lnTo>
                    <a:pt x="2610" y="5380"/>
                  </a:lnTo>
                  <a:lnTo>
                    <a:pt x="2593" y="5293"/>
                  </a:lnTo>
                  <a:lnTo>
                    <a:pt x="2567" y="5119"/>
                  </a:lnTo>
                  <a:lnTo>
                    <a:pt x="2551" y="4945"/>
                  </a:lnTo>
                  <a:lnTo>
                    <a:pt x="2545" y="4771"/>
                  </a:lnTo>
                  <a:lnTo>
                    <a:pt x="2548" y="4598"/>
                  </a:lnTo>
                  <a:lnTo>
                    <a:pt x="2561" y="4426"/>
                  </a:lnTo>
                  <a:lnTo>
                    <a:pt x="2584" y="4256"/>
                  </a:lnTo>
                  <a:lnTo>
                    <a:pt x="2616" y="4087"/>
                  </a:lnTo>
                  <a:lnTo>
                    <a:pt x="2657" y="3920"/>
                  </a:lnTo>
                  <a:lnTo>
                    <a:pt x="2708" y="3755"/>
                  </a:lnTo>
                  <a:lnTo>
                    <a:pt x="2768" y="3592"/>
                  </a:lnTo>
                  <a:lnTo>
                    <a:pt x="2837" y="3433"/>
                  </a:lnTo>
                  <a:lnTo>
                    <a:pt x="2915" y="3276"/>
                  </a:lnTo>
                  <a:lnTo>
                    <a:pt x="3002" y="3122"/>
                  </a:lnTo>
                  <a:lnTo>
                    <a:pt x="3099" y="2972"/>
                  </a:lnTo>
                  <a:lnTo>
                    <a:pt x="3204" y="2825"/>
                  </a:lnTo>
                  <a:lnTo>
                    <a:pt x="3260" y="2754"/>
                  </a:lnTo>
                  <a:lnTo>
                    <a:pt x="3308" y="2695"/>
                  </a:lnTo>
                  <a:lnTo>
                    <a:pt x="3411" y="2580"/>
                  </a:lnTo>
                  <a:lnTo>
                    <a:pt x="3521" y="2471"/>
                  </a:lnTo>
                  <a:lnTo>
                    <a:pt x="3637" y="2367"/>
                  </a:lnTo>
                  <a:lnTo>
                    <a:pt x="3759" y="2268"/>
                  </a:lnTo>
                  <a:lnTo>
                    <a:pt x="3886" y="2175"/>
                  </a:lnTo>
                  <a:lnTo>
                    <a:pt x="4019" y="2088"/>
                  </a:lnTo>
                  <a:lnTo>
                    <a:pt x="4155" y="2008"/>
                  </a:lnTo>
                  <a:lnTo>
                    <a:pt x="4295" y="1934"/>
                  </a:lnTo>
                  <a:lnTo>
                    <a:pt x="4438" y="1867"/>
                  </a:lnTo>
                  <a:lnTo>
                    <a:pt x="4584" y="1807"/>
                  </a:lnTo>
                  <a:lnTo>
                    <a:pt x="4732" y="1754"/>
                  </a:lnTo>
                  <a:lnTo>
                    <a:pt x="4881" y="1710"/>
                  </a:lnTo>
                  <a:lnTo>
                    <a:pt x="5032" y="1674"/>
                  </a:lnTo>
                  <a:lnTo>
                    <a:pt x="5183" y="1646"/>
                  </a:lnTo>
                  <a:lnTo>
                    <a:pt x="5333" y="1626"/>
                  </a:lnTo>
                  <a:lnTo>
                    <a:pt x="5408" y="1620"/>
                  </a:lnTo>
                  <a:lnTo>
                    <a:pt x="5473" y="1615"/>
                  </a:lnTo>
                  <a:lnTo>
                    <a:pt x="5561" y="1605"/>
                  </a:lnTo>
                  <a:lnTo>
                    <a:pt x="5570" y="1602"/>
                  </a:lnTo>
                  <a:lnTo>
                    <a:pt x="5566" y="1588"/>
                  </a:lnTo>
                  <a:lnTo>
                    <a:pt x="5528" y="1512"/>
                  </a:lnTo>
                  <a:lnTo>
                    <a:pt x="5429" y="1341"/>
                  </a:lnTo>
                  <a:lnTo>
                    <a:pt x="5352" y="1220"/>
                  </a:lnTo>
                  <a:lnTo>
                    <a:pt x="5319" y="1172"/>
                  </a:lnTo>
                  <a:lnTo>
                    <a:pt x="5242" y="1072"/>
                  </a:lnTo>
                  <a:lnTo>
                    <a:pt x="5155" y="969"/>
                  </a:lnTo>
                  <a:lnTo>
                    <a:pt x="5061" y="867"/>
                  </a:lnTo>
                  <a:lnTo>
                    <a:pt x="4961" y="767"/>
                  </a:lnTo>
                  <a:lnTo>
                    <a:pt x="4858" y="673"/>
                  </a:lnTo>
                  <a:lnTo>
                    <a:pt x="4754" y="586"/>
                  </a:lnTo>
                  <a:lnTo>
                    <a:pt x="4653" y="509"/>
                  </a:lnTo>
                  <a:lnTo>
                    <a:pt x="4603" y="475"/>
                  </a:lnTo>
                  <a:lnTo>
                    <a:pt x="4512" y="416"/>
                  </a:lnTo>
                  <a:lnTo>
                    <a:pt x="4325" y="311"/>
                  </a:lnTo>
                  <a:lnTo>
                    <a:pt x="4133" y="220"/>
                  </a:lnTo>
                  <a:lnTo>
                    <a:pt x="3938" y="145"/>
                  </a:lnTo>
                  <a:lnTo>
                    <a:pt x="3740" y="86"/>
                  </a:lnTo>
                  <a:lnTo>
                    <a:pt x="3537" y="41"/>
                  </a:lnTo>
                  <a:lnTo>
                    <a:pt x="3332" y="13"/>
                  </a:lnTo>
                  <a:lnTo>
                    <a:pt x="3125" y="0"/>
                  </a:lnTo>
                  <a:lnTo>
                    <a:pt x="3020" y="0"/>
                  </a:lnTo>
                  <a:lnTo>
                    <a:pt x="2873" y="3"/>
                  </a:lnTo>
                  <a:lnTo>
                    <a:pt x="2795"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endParaRPr lang="en-US" sz="2000" dirty="0"/>
            </a:p>
          </p:txBody>
        </p:sp>
        <p:sp>
          <p:nvSpPr>
            <p:cNvPr id="19" name="Freeform 6">
              <a:extLst>
                <a:ext uri="{FF2B5EF4-FFF2-40B4-BE49-F238E27FC236}">
                  <a16:creationId xmlns:a16="http://schemas.microsoft.com/office/drawing/2014/main" id="{0EBADC65-FEE8-35A3-D0B8-3AC124315A17}"/>
                </a:ext>
              </a:extLst>
            </p:cNvPr>
            <p:cNvSpPr>
              <a:spLocks noEditPoints="1"/>
            </p:cNvSpPr>
            <p:nvPr/>
          </p:nvSpPr>
          <p:spPr bwMode="auto">
            <a:xfrm>
              <a:off x="3784586" y="4980920"/>
              <a:ext cx="1227019" cy="1114072"/>
            </a:xfrm>
            <a:custGeom>
              <a:avLst/>
              <a:gdLst>
                <a:gd name="T0" fmla="*/ 2197 w 6449"/>
                <a:gd name="T1" fmla="*/ 87 h 5861"/>
                <a:gd name="T2" fmla="*/ 1506 w 6449"/>
                <a:gd name="T3" fmla="*/ 361 h 5861"/>
                <a:gd name="T4" fmla="*/ 911 w 6449"/>
                <a:gd name="T5" fmla="*/ 798 h 5861"/>
                <a:gd name="T6" fmla="*/ 441 w 6449"/>
                <a:gd name="T7" fmla="*/ 1381 h 5861"/>
                <a:gd name="T8" fmla="*/ 175 w 6449"/>
                <a:gd name="T9" fmla="*/ 1932 h 5861"/>
                <a:gd name="T10" fmla="*/ 5 w 6449"/>
                <a:gd name="T11" fmla="*/ 2758 h 5861"/>
                <a:gd name="T12" fmla="*/ 74 w 6449"/>
                <a:gd name="T13" fmla="*/ 3586 h 5861"/>
                <a:gd name="T14" fmla="*/ 376 w 6449"/>
                <a:gd name="T15" fmla="*/ 4367 h 5861"/>
                <a:gd name="T16" fmla="*/ 723 w 6449"/>
                <a:gd name="T17" fmla="*/ 4860 h 5861"/>
                <a:gd name="T18" fmla="*/ 1093 w 6449"/>
                <a:gd name="T19" fmla="*/ 5218 h 5861"/>
                <a:gd name="T20" fmla="*/ 1520 w 6449"/>
                <a:gd name="T21" fmla="*/ 5503 h 5861"/>
                <a:gd name="T22" fmla="*/ 1998 w 6449"/>
                <a:gd name="T23" fmla="*/ 5711 h 5861"/>
                <a:gd name="T24" fmla="*/ 2453 w 6449"/>
                <a:gd name="T25" fmla="*/ 5828 h 5861"/>
                <a:gd name="T26" fmla="*/ 3903 w 6449"/>
                <a:gd name="T27" fmla="*/ 5861 h 5861"/>
                <a:gd name="T28" fmla="*/ 6417 w 6449"/>
                <a:gd name="T29" fmla="*/ 5817 h 5861"/>
                <a:gd name="T30" fmla="*/ 5270 w 6449"/>
                <a:gd name="T31" fmla="*/ 4780 h 5861"/>
                <a:gd name="T32" fmla="*/ 5348 w 6449"/>
                <a:gd name="T33" fmla="*/ 4585 h 5861"/>
                <a:gd name="T34" fmla="*/ 5670 w 6449"/>
                <a:gd name="T35" fmla="*/ 3959 h 5861"/>
                <a:gd name="T36" fmla="*/ 5828 w 6449"/>
                <a:gd name="T37" fmla="*/ 3350 h 5861"/>
                <a:gd name="T38" fmla="*/ 5838 w 6449"/>
                <a:gd name="T39" fmla="*/ 2596 h 5861"/>
                <a:gd name="T40" fmla="*/ 5768 w 6449"/>
                <a:gd name="T41" fmla="*/ 2210 h 5861"/>
                <a:gd name="T42" fmla="*/ 5612 w 6449"/>
                <a:gd name="T43" fmla="*/ 1759 h 5861"/>
                <a:gd name="T44" fmla="*/ 5385 w 6449"/>
                <a:gd name="T45" fmla="*/ 1340 h 5861"/>
                <a:gd name="T46" fmla="*/ 5091 w 6449"/>
                <a:gd name="T47" fmla="*/ 961 h 5861"/>
                <a:gd name="T48" fmla="*/ 4767 w 6449"/>
                <a:gd name="T49" fmla="*/ 652 h 5861"/>
                <a:gd name="T50" fmla="*/ 4327 w 6449"/>
                <a:gd name="T51" fmla="*/ 358 h 5861"/>
                <a:gd name="T52" fmla="*/ 3464 w 6449"/>
                <a:gd name="T53" fmla="*/ 52 h 5861"/>
                <a:gd name="T54" fmla="*/ 2721 w 6449"/>
                <a:gd name="T55" fmla="*/ 5 h 5861"/>
                <a:gd name="T56" fmla="*/ 3609 w 6449"/>
                <a:gd name="T57" fmla="*/ 544 h 5861"/>
                <a:gd name="T58" fmla="*/ 4293 w 6449"/>
                <a:gd name="T59" fmla="*/ 861 h 5861"/>
                <a:gd name="T60" fmla="*/ 4848 w 6449"/>
                <a:gd name="T61" fmla="*/ 1368 h 5861"/>
                <a:gd name="T62" fmla="*/ 5231 w 6449"/>
                <a:gd name="T63" fmla="*/ 2024 h 5861"/>
                <a:gd name="T64" fmla="*/ 5371 w 6449"/>
                <a:gd name="T65" fmla="*/ 2534 h 5861"/>
                <a:gd name="T66" fmla="*/ 5382 w 6449"/>
                <a:gd name="T67" fmla="*/ 3232 h 5861"/>
                <a:gd name="T68" fmla="*/ 5305 w 6449"/>
                <a:gd name="T69" fmla="*/ 3623 h 5861"/>
                <a:gd name="T70" fmla="*/ 5016 w 6449"/>
                <a:gd name="T71" fmla="*/ 4252 h 5861"/>
                <a:gd name="T72" fmla="*/ 4596 w 6449"/>
                <a:gd name="T73" fmla="*/ 4780 h 5861"/>
                <a:gd name="T74" fmla="*/ 5283 w 6449"/>
                <a:gd name="T75" fmla="*/ 5401 h 5861"/>
                <a:gd name="T76" fmla="*/ 2992 w 6449"/>
                <a:gd name="T77" fmla="*/ 5409 h 5861"/>
                <a:gd name="T78" fmla="*/ 2349 w 6449"/>
                <a:gd name="T79" fmla="*/ 5349 h 5861"/>
                <a:gd name="T80" fmla="*/ 1933 w 6449"/>
                <a:gd name="T81" fmla="*/ 5202 h 5861"/>
                <a:gd name="T82" fmla="*/ 1378 w 6449"/>
                <a:gd name="T83" fmla="*/ 4865 h 5861"/>
                <a:gd name="T84" fmla="*/ 935 w 6449"/>
                <a:gd name="T85" fmla="*/ 4402 h 5861"/>
                <a:gd name="T86" fmla="*/ 621 w 6449"/>
                <a:gd name="T87" fmla="*/ 3832 h 5861"/>
                <a:gd name="T88" fmla="*/ 488 w 6449"/>
                <a:gd name="T89" fmla="*/ 3381 h 5861"/>
                <a:gd name="T90" fmla="*/ 460 w 6449"/>
                <a:gd name="T91" fmla="*/ 2861 h 5861"/>
                <a:gd name="T92" fmla="*/ 499 w 6449"/>
                <a:gd name="T93" fmla="*/ 2431 h 5861"/>
                <a:gd name="T94" fmla="*/ 704 w 6449"/>
                <a:gd name="T95" fmla="*/ 1827 h 5861"/>
                <a:gd name="T96" fmla="*/ 1109 w 6449"/>
                <a:gd name="T97" fmla="*/ 1250 h 5861"/>
                <a:gd name="T98" fmla="*/ 1453 w 6449"/>
                <a:gd name="T99" fmla="*/ 937 h 5861"/>
                <a:gd name="T100" fmla="*/ 1928 w 6449"/>
                <a:gd name="T101" fmla="*/ 657 h 5861"/>
                <a:gd name="T102" fmla="*/ 2350 w 6449"/>
                <a:gd name="T103" fmla="*/ 517 h 5861"/>
                <a:gd name="T104" fmla="*/ 2940 w 6449"/>
                <a:gd name="T105" fmla="*/ 450 h 58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449" h="5861">
                  <a:moveTo>
                    <a:pt x="2664" y="10"/>
                  </a:moveTo>
                  <a:lnTo>
                    <a:pt x="2569" y="19"/>
                  </a:lnTo>
                  <a:lnTo>
                    <a:pt x="2381" y="47"/>
                  </a:lnTo>
                  <a:lnTo>
                    <a:pt x="2197" y="87"/>
                  </a:lnTo>
                  <a:lnTo>
                    <a:pt x="2017" y="139"/>
                  </a:lnTo>
                  <a:lnTo>
                    <a:pt x="1841" y="202"/>
                  </a:lnTo>
                  <a:lnTo>
                    <a:pt x="1671" y="276"/>
                  </a:lnTo>
                  <a:lnTo>
                    <a:pt x="1506" y="361"/>
                  </a:lnTo>
                  <a:lnTo>
                    <a:pt x="1347" y="455"/>
                  </a:lnTo>
                  <a:lnTo>
                    <a:pt x="1195" y="560"/>
                  </a:lnTo>
                  <a:lnTo>
                    <a:pt x="1049" y="675"/>
                  </a:lnTo>
                  <a:lnTo>
                    <a:pt x="911" y="798"/>
                  </a:lnTo>
                  <a:lnTo>
                    <a:pt x="781" y="931"/>
                  </a:lnTo>
                  <a:lnTo>
                    <a:pt x="658" y="1073"/>
                  </a:lnTo>
                  <a:lnTo>
                    <a:pt x="545" y="1223"/>
                  </a:lnTo>
                  <a:lnTo>
                    <a:pt x="441" y="1381"/>
                  </a:lnTo>
                  <a:lnTo>
                    <a:pt x="346" y="1547"/>
                  </a:lnTo>
                  <a:lnTo>
                    <a:pt x="303" y="1633"/>
                  </a:lnTo>
                  <a:lnTo>
                    <a:pt x="256" y="1731"/>
                  </a:lnTo>
                  <a:lnTo>
                    <a:pt x="175" y="1932"/>
                  </a:lnTo>
                  <a:lnTo>
                    <a:pt x="110" y="2135"/>
                  </a:lnTo>
                  <a:lnTo>
                    <a:pt x="60" y="2341"/>
                  </a:lnTo>
                  <a:lnTo>
                    <a:pt x="25" y="2549"/>
                  </a:lnTo>
                  <a:lnTo>
                    <a:pt x="5" y="2758"/>
                  </a:lnTo>
                  <a:lnTo>
                    <a:pt x="0" y="2966"/>
                  </a:lnTo>
                  <a:lnTo>
                    <a:pt x="10" y="3175"/>
                  </a:lnTo>
                  <a:lnTo>
                    <a:pt x="35" y="3381"/>
                  </a:lnTo>
                  <a:lnTo>
                    <a:pt x="74" y="3586"/>
                  </a:lnTo>
                  <a:lnTo>
                    <a:pt x="128" y="3788"/>
                  </a:lnTo>
                  <a:lnTo>
                    <a:pt x="196" y="3986"/>
                  </a:lnTo>
                  <a:lnTo>
                    <a:pt x="279" y="4179"/>
                  </a:lnTo>
                  <a:lnTo>
                    <a:pt x="376" y="4367"/>
                  </a:lnTo>
                  <a:lnTo>
                    <a:pt x="487" y="4550"/>
                  </a:lnTo>
                  <a:lnTo>
                    <a:pt x="612" y="4725"/>
                  </a:lnTo>
                  <a:lnTo>
                    <a:pt x="681" y="4810"/>
                  </a:lnTo>
                  <a:lnTo>
                    <a:pt x="723" y="4860"/>
                  </a:lnTo>
                  <a:lnTo>
                    <a:pt x="810" y="4956"/>
                  </a:lnTo>
                  <a:lnTo>
                    <a:pt x="901" y="5048"/>
                  </a:lnTo>
                  <a:lnTo>
                    <a:pt x="995" y="5135"/>
                  </a:lnTo>
                  <a:lnTo>
                    <a:pt x="1093" y="5218"/>
                  </a:lnTo>
                  <a:lnTo>
                    <a:pt x="1195" y="5296"/>
                  </a:lnTo>
                  <a:lnTo>
                    <a:pt x="1300" y="5370"/>
                  </a:lnTo>
                  <a:lnTo>
                    <a:pt x="1409" y="5439"/>
                  </a:lnTo>
                  <a:lnTo>
                    <a:pt x="1520" y="5503"/>
                  </a:lnTo>
                  <a:lnTo>
                    <a:pt x="1635" y="5562"/>
                  </a:lnTo>
                  <a:lnTo>
                    <a:pt x="1753" y="5617"/>
                  </a:lnTo>
                  <a:lnTo>
                    <a:pt x="1874" y="5667"/>
                  </a:lnTo>
                  <a:lnTo>
                    <a:pt x="1998" y="5711"/>
                  </a:lnTo>
                  <a:lnTo>
                    <a:pt x="2125" y="5751"/>
                  </a:lnTo>
                  <a:lnTo>
                    <a:pt x="2254" y="5786"/>
                  </a:lnTo>
                  <a:lnTo>
                    <a:pt x="2386" y="5815"/>
                  </a:lnTo>
                  <a:lnTo>
                    <a:pt x="2453" y="5828"/>
                  </a:lnTo>
                  <a:lnTo>
                    <a:pt x="2519" y="5840"/>
                  </a:lnTo>
                  <a:lnTo>
                    <a:pt x="2697" y="5854"/>
                  </a:lnTo>
                  <a:lnTo>
                    <a:pt x="3096" y="5860"/>
                  </a:lnTo>
                  <a:lnTo>
                    <a:pt x="3903" y="5861"/>
                  </a:lnTo>
                  <a:lnTo>
                    <a:pt x="4544" y="5860"/>
                  </a:lnTo>
                  <a:lnTo>
                    <a:pt x="6018" y="5855"/>
                  </a:lnTo>
                  <a:lnTo>
                    <a:pt x="6449" y="5850"/>
                  </a:lnTo>
                  <a:lnTo>
                    <a:pt x="6417" y="5817"/>
                  </a:lnTo>
                  <a:lnTo>
                    <a:pt x="6089" y="5518"/>
                  </a:lnTo>
                  <a:lnTo>
                    <a:pt x="5846" y="5300"/>
                  </a:lnTo>
                  <a:lnTo>
                    <a:pt x="5602" y="5081"/>
                  </a:lnTo>
                  <a:lnTo>
                    <a:pt x="5270" y="4780"/>
                  </a:lnTo>
                  <a:lnTo>
                    <a:pt x="5236" y="4746"/>
                  </a:lnTo>
                  <a:lnTo>
                    <a:pt x="5250" y="4722"/>
                  </a:lnTo>
                  <a:lnTo>
                    <a:pt x="5299" y="4653"/>
                  </a:lnTo>
                  <a:lnTo>
                    <a:pt x="5348" y="4585"/>
                  </a:lnTo>
                  <a:lnTo>
                    <a:pt x="5441" y="4440"/>
                  </a:lnTo>
                  <a:lnTo>
                    <a:pt x="5526" y="4287"/>
                  </a:lnTo>
                  <a:lnTo>
                    <a:pt x="5602" y="4126"/>
                  </a:lnTo>
                  <a:lnTo>
                    <a:pt x="5670" y="3959"/>
                  </a:lnTo>
                  <a:lnTo>
                    <a:pt x="5728" y="3787"/>
                  </a:lnTo>
                  <a:lnTo>
                    <a:pt x="5776" y="3613"/>
                  </a:lnTo>
                  <a:lnTo>
                    <a:pt x="5814" y="3438"/>
                  </a:lnTo>
                  <a:lnTo>
                    <a:pt x="5828" y="3350"/>
                  </a:lnTo>
                  <a:lnTo>
                    <a:pt x="5839" y="3262"/>
                  </a:lnTo>
                  <a:lnTo>
                    <a:pt x="5851" y="3049"/>
                  </a:lnTo>
                  <a:lnTo>
                    <a:pt x="5850" y="2816"/>
                  </a:lnTo>
                  <a:lnTo>
                    <a:pt x="5838" y="2596"/>
                  </a:lnTo>
                  <a:lnTo>
                    <a:pt x="5826" y="2503"/>
                  </a:lnTo>
                  <a:lnTo>
                    <a:pt x="5817" y="2444"/>
                  </a:lnTo>
                  <a:lnTo>
                    <a:pt x="5795" y="2326"/>
                  </a:lnTo>
                  <a:lnTo>
                    <a:pt x="5768" y="2210"/>
                  </a:lnTo>
                  <a:lnTo>
                    <a:pt x="5736" y="2095"/>
                  </a:lnTo>
                  <a:lnTo>
                    <a:pt x="5699" y="1981"/>
                  </a:lnTo>
                  <a:lnTo>
                    <a:pt x="5658" y="1869"/>
                  </a:lnTo>
                  <a:lnTo>
                    <a:pt x="5612" y="1759"/>
                  </a:lnTo>
                  <a:lnTo>
                    <a:pt x="5562" y="1651"/>
                  </a:lnTo>
                  <a:lnTo>
                    <a:pt x="5507" y="1545"/>
                  </a:lnTo>
                  <a:lnTo>
                    <a:pt x="5448" y="1441"/>
                  </a:lnTo>
                  <a:lnTo>
                    <a:pt x="5385" y="1340"/>
                  </a:lnTo>
                  <a:lnTo>
                    <a:pt x="5318" y="1241"/>
                  </a:lnTo>
                  <a:lnTo>
                    <a:pt x="5246" y="1145"/>
                  </a:lnTo>
                  <a:lnTo>
                    <a:pt x="5171" y="1051"/>
                  </a:lnTo>
                  <a:lnTo>
                    <a:pt x="5091" y="961"/>
                  </a:lnTo>
                  <a:lnTo>
                    <a:pt x="5008" y="874"/>
                  </a:lnTo>
                  <a:lnTo>
                    <a:pt x="4964" y="831"/>
                  </a:lnTo>
                  <a:lnTo>
                    <a:pt x="4895" y="765"/>
                  </a:lnTo>
                  <a:lnTo>
                    <a:pt x="4767" y="652"/>
                  </a:lnTo>
                  <a:lnTo>
                    <a:pt x="4642" y="555"/>
                  </a:lnTo>
                  <a:lnTo>
                    <a:pt x="4503" y="463"/>
                  </a:lnTo>
                  <a:lnTo>
                    <a:pt x="4424" y="415"/>
                  </a:lnTo>
                  <a:lnTo>
                    <a:pt x="4327" y="358"/>
                  </a:lnTo>
                  <a:lnTo>
                    <a:pt x="4123" y="258"/>
                  </a:lnTo>
                  <a:lnTo>
                    <a:pt x="3910" y="173"/>
                  </a:lnTo>
                  <a:lnTo>
                    <a:pt x="3689" y="104"/>
                  </a:lnTo>
                  <a:lnTo>
                    <a:pt x="3464" y="52"/>
                  </a:lnTo>
                  <a:lnTo>
                    <a:pt x="3235" y="17"/>
                  </a:lnTo>
                  <a:lnTo>
                    <a:pt x="3006" y="0"/>
                  </a:lnTo>
                  <a:lnTo>
                    <a:pt x="2834" y="0"/>
                  </a:lnTo>
                  <a:lnTo>
                    <a:pt x="2721" y="5"/>
                  </a:lnTo>
                  <a:lnTo>
                    <a:pt x="2664" y="10"/>
                  </a:lnTo>
                  <a:close/>
                  <a:moveTo>
                    <a:pt x="3328" y="483"/>
                  </a:moveTo>
                  <a:lnTo>
                    <a:pt x="3423" y="499"/>
                  </a:lnTo>
                  <a:lnTo>
                    <a:pt x="3609" y="544"/>
                  </a:lnTo>
                  <a:lnTo>
                    <a:pt x="3790" y="603"/>
                  </a:lnTo>
                  <a:lnTo>
                    <a:pt x="3965" y="676"/>
                  </a:lnTo>
                  <a:lnTo>
                    <a:pt x="4133" y="762"/>
                  </a:lnTo>
                  <a:lnTo>
                    <a:pt x="4293" y="861"/>
                  </a:lnTo>
                  <a:lnTo>
                    <a:pt x="4446" y="972"/>
                  </a:lnTo>
                  <a:lnTo>
                    <a:pt x="4589" y="1094"/>
                  </a:lnTo>
                  <a:lnTo>
                    <a:pt x="4724" y="1226"/>
                  </a:lnTo>
                  <a:lnTo>
                    <a:pt x="4848" y="1368"/>
                  </a:lnTo>
                  <a:lnTo>
                    <a:pt x="4961" y="1520"/>
                  </a:lnTo>
                  <a:lnTo>
                    <a:pt x="5063" y="1680"/>
                  </a:lnTo>
                  <a:lnTo>
                    <a:pt x="5153" y="1849"/>
                  </a:lnTo>
                  <a:lnTo>
                    <a:pt x="5231" y="2024"/>
                  </a:lnTo>
                  <a:lnTo>
                    <a:pt x="5295" y="2207"/>
                  </a:lnTo>
                  <a:lnTo>
                    <a:pt x="5345" y="2395"/>
                  </a:lnTo>
                  <a:lnTo>
                    <a:pt x="5364" y="2491"/>
                  </a:lnTo>
                  <a:lnTo>
                    <a:pt x="5371" y="2534"/>
                  </a:lnTo>
                  <a:lnTo>
                    <a:pt x="5382" y="2634"/>
                  </a:lnTo>
                  <a:lnTo>
                    <a:pt x="5392" y="2808"/>
                  </a:lnTo>
                  <a:lnTo>
                    <a:pt x="5392" y="3058"/>
                  </a:lnTo>
                  <a:lnTo>
                    <a:pt x="5382" y="3232"/>
                  </a:lnTo>
                  <a:lnTo>
                    <a:pt x="5371" y="3332"/>
                  </a:lnTo>
                  <a:lnTo>
                    <a:pt x="5364" y="3375"/>
                  </a:lnTo>
                  <a:lnTo>
                    <a:pt x="5348" y="3458"/>
                  </a:lnTo>
                  <a:lnTo>
                    <a:pt x="5305" y="3623"/>
                  </a:lnTo>
                  <a:lnTo>
                    <a:pt x="5251" y="3785"/>
                  </a:lnTo>
                  <a:lnTo>
                    <a:pt x="5184" y="3944"/>
                  </a:lnTo>
                  <a:lnTo>
                    <a:pt x="5106" y="4100"/>
                  </a:lnTo>
                  <a:lnTo>
                    <a:pt x="5016" y="4252"/>
                  </a:lnTo>
                  <a:lnTo>
                    <a:pt x="4915" y="4400"/>
                  </a:lnTo>
                  <a:lnTo>
                    <a:pt x="4803" y="4544"/>
                  </a:lnTo>
                  <a:lnTo>
                    <a:pt x="4743" y="4615"/>
                  </a:lnTo>
                  <a:lnTo>
                    <a:pt x="4596" y="4780"/>
                  </a:lnTo>
                  <a:lnTo>
                    <a:pt x="4646" y="4821"/>
                  </a:lnTo>
                  <a:lnTo>
                    <a:pt x="4797" y="4954"/>
                  </a:lnTo>
                  <a:lnTo>
                    <a:pt x="5222" y="5342"/>
                  </a:lnTo>
                  <a:lnTo>
                    <a:pt x="5283" y="5401"/>
                  </a:lnTo>
                  <a:lnTo>
                    <a:pt x="4988" y="5405"/>
                  </a:lnTo>
                  <a:lnTo>
                    <a:pt x="3986" y="5410"/>
                  </a:lnTo>
                  <a:lnTo>
                    <a:pt x="3487" y="5411"/>
                  </a:lnTo>
                  <a:lnTo>
                    <a:pt x="2992" y="5409"/>
                  </a:lnTo>
                  <a:lnTo>
                    <a:pt x="2761" y="5404"/>
                  </a:lnTo>
                  <a:lnTo>
                    <a:pt x="2591" y="5393"/>
                  </a:lnTo>
                  <a:lnTo>
                    <a:pt x="2461" y="5375"/>
                  </a:lnTo>
                  <a:lnTo>
                    <a:pt x="2349" y="5349"/>
                  </a:lnTo>
                  <a:lnTo>
                    <a:pt x="2234" y="5313"/>
                  </a:lnTo>
                  <a:lnTo>
                    <a:pt x="2168" y="5291"/>
                  </a:lnTo>
                  <a:lnTo>
                    <a:pt x="2088" y="5264"/>
                  </a:lnTo>
                  <a:lnTo>
                    <a:pt x="1933" y="5202"/>
                  </a:lnTo>
                  <a:lnTo>
                    <a:pt x="1785" y="5130"/>
                  </a:lnTo>
                  <a:lnTo>
                    <a:pt x="1643" y="5050"/>
                  </a:lnTo>
                  <a:lnTo>
                    <a:pt x="1507" y="4962"/>
                  </a:lnTo>
                  <a:lnTo>
                    <a:pt x="1378" y="4865"/>
                  </a:lnTo>
                  <a:lnTo>
                    <a:pt x="1256" y="4760"/>
                  </a:lnTo>
                  <a:lnTo>
                    <a:pt x="1141" y="4648"/>
                  </a:lnTo>
                  <a:lnTo>
                    <a:pt x="1034" y="4529"/>
                  </a:lnTo>
                  <a:lnTo>
                    <a:pt x="935" y="4402"/>
                  </a:lnTo>
                  <a:lnTo>
                    <a:pt x="844" y="4269"/>
                  </a:lnTo>
                  <a:lnTo>
                    <a:pt x="761" y="4129"/>
                  </a:lnTo>
                  <a:lnTo>
                    <a:pt x="686" y="3983"/>
                  </a:lnTo>
                  <a:lnTo>
                    <a:pt x="621" y="3832"/>
                  </a:lnTo>
                  <a:lnTo>
                    <a:pt x="564" y="3674"/>
                  </a:lnTo>
                  <a:lnTo>
                    <a:pt x="517" y="3511"/>
                  </a:lnTo>
                  <a:lnTo>
                    <a:pt x="498" y="3428"/>
                  </a:lnTo>
                  <a:lnTo>
                    <a:pt x="488" y="3381"/>
                  </a:lnTo>
                  <a:lnTo>
                    <a:pt x="474" y="3270"/>
                  </a:lnTo>
                  <a:lnTo>
                    <a:pt x="464" y="3141"/>
                  </a:lnTo>
                  <a:lnTo>
                    <a:pt x="459" y="3003"/>
                  </a:lnTo>
                  <a:lnTo>
                    <a:pt x="460" y="2861"/>
                  </a:lnTo>
                  <a:lnTo>
                    <a:pt x="465" y="2722"/>
                  </a:lnTo>
                  <a:lnTo>
                    <a:pt x="475" y="2593"/>
                  </a:lnTo>
                  <a:lnTo>
                    <a:pt x="490" y="2479"/>
                  </a:lnTo>
                  <a:lnTo>
                    <a:pt x="499" y="2431"/>
                  </a:lnTo>
                  <a:lnTo>
                    <a:pt x="521" y="2336"/>
                  </a:lnTo>
                  <a:lnTo>
                    <a:pt x="572" y="2157"/>
                  </a:lnTo>
                  <a:lnTo>
                    <a:pt x="632" y="1987"/>
                  </a:lnTo>
                  <a:lnTo>
                    <a:pt x="704" y="1827"/>
                  </a:lnTo>
                  <a:lnTo>
                    <a:pt x="786" y="1675"/>
                  </a:lnTo>
                  <a:lnTo>
                    <a:pt x="881" y="1529"/>
                  </a:lnTo>
                  <a:lnTo>
                    <a:pt x="988" y="1388"/>
                  </a:lnTo>
                  <a:lnTo>
                    <a:pt x="1109" y="1250"/>
                  </a:lnTo>
                  <a:lnTo>
                    <a:pt x="1176" y="1181"/>
                  </a:lnTo>
                  <a:lnTo>
                    <a:pt x="1231" y="1127"/>
                  </a:lnTo>
                  <a:lnTo>
                    <a:pt x="1342" y="1027"/>
                  </a:lnTo>
                  <a:lnTo>
                    <a:pt x="1453" y="937"/>
                  </a:lnTo>
                  <a:lnTo>
                    <a:pt x="1567" y="855"/>
                  </a:lnTo>
                  <a:lnTo>
                    <a:pt x="1683" y="782"/>
                  </a:lnTo>
                  <a:lnTo>
                    <a:pt x="1803" y="716"/>
                  </a:lnTo>
                  <a:lnTo>
                    <a:pt x="1928" y="657"/>
                  </a:lnTo>
                  <a:lnTo>
                    <a:pt x="2058" y="605"/>
                  </a:lnTo>
                  <a:lnTo>
                    <a:pt x="2126" y="581"/>
                  </a:lnTo>
                  <a:lnTo>
                    <a:pt x="2201" y="557"/>
                  </a:lnTo>
                  <a:lnTo>
                    <a:pt x="2350" y="517"/>
                  </a:lnTo>
                  <a:lnTo>
                    <a:pt x="2497" y="486"/>
                  </a:lnTo>
                  <a:lnTo>
                    <a:pt x="2644" y="465"/>
                  </a:lnTo>
                  <a:lnTo>
                    <a:pt x="2791" y="453"/>
                  </a:lnTo>
                  <a:lnTo>
                    <a:pt x="2940" y="450"/>
                  </a:lnTo>
                  <a:lnTo>
                    <a:pt x="3092" y="456"/>
                  </a:lnTo>
                  <a:lnTo>
                    <a:pt x="3248" y="472"/>
                  </a:lnTo>
                  <a:lnTo>
                    <a:pt x="3328" y="4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endParaRPr lang="en-US" sz="2000" dirty="0"/>
            </a:p>
          </p:txBody>
        </p:sp>
        <p:sp>
          <p:nvSpPr>
            <p:cNvPr id="20" name="Freeform 7">
              <a:extLst>
                <a:ext uri="{FF2B5EF4-FFF2-40B4-BE49-F238E27FC236}">
                  <a16:creationId xmlns:a16="http://schemas.microsoft.com/office/drawing/2014/main" id="{CD5042A8-59A3-F623-E757-950A078634EF}"/>
                </a:ext>
              </a:extLst>
            </p:cNvPr>
            <p:cNvSpPr>
              <a:spLocks/>
            </p:cNvSpPr>
            <p:nvPr/>
          </p:nvSpPr>
          <p:spPr bwMode="auto">
            <a:xfrm>
              <a:off x="4089544" y="5340298"/>
              <a:ext cx="532906" cy="85224"/>
            </a:xfrm>
            <a:custGeom>
              <a:avLst/>
              <a:gdLst>
                <a:gd name="T0" fmla="*/ 0 w 2800"/>
                <a:gd name="T1" fmla="*/ 225 h 450"/>
                <a:gd name="T2" fmla="*/ 0 w 2800"/>
                <a:gd name="T3" fmla="*/ 450 h 450"/>
                <a:gd name="T4" fmla="*/ 1400 w 2800"/>
                <a:gd name="T5" fmla="*/ 450 h 450"/>
                <a:gd name="T6" fmla="*/ 2800 w 2800"/>
                <a:gd name="T7" fmla="*/ 450 h 450"/>
                <a:gd name="T8" fmla="*/ 2800 w 2800"/>
                <a:gd name="T9" fmla="*/ 225 h 450"/>
                <a:gd name="T10" fmla="*/ 2800 w 2800"/>
                <a:gd name="T11" fmla="*/ 0 h 450"/>
                <a:gd name="T12" fmla="*/ 1400 w 2800"/>
                <a:gd name="T13" fmla="*/ 0 h 450"/>
                <a:gd name="T14" fmla="*/ 0 w 2800"/>
                <a:gd name="T15" fmla="*/ 0 h 450"/>
                <a:gd name="T16" fmla="*/ 0 w 2800"/>
                <a:gd name="T17" fmla="*/ 225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00" h="450">
                  <a:moveTo>
                    <a:pt x="0" y="225"/>
                  </a:moveTo>
                  <a:lnTo>
                    <a:pt x="0" y="450"/>
                  </a:lnTo>
                  <a:lnTo>
                    <a:pt x="1400" y="450"/>
                  </a:lnTo>
                  <a:lnTo>
                    <a:pt x="2800" y="450"/>
                  </a:lnTo>
                  <a:lnTo>
                    <a:pt x="2800" y="225"/>
                  </a:lnTo>
                  <a:lnTo>
                    <a:pt x="2800" y="0"/>
                  </a:lnTo>
                  <a:lnTo>
                    <a:pt x="1400" y="0"/>
                  </a:lnTo>
                  <a:lnTo>
                    <a:pt x="0" y="0"/>
                  </a:lnTo>
                  <a:lnTo>
                    <a:pt x="0" y="2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endParaRPr lang="en-US" sz="2000" dirty="0"/>
            </a:p>
          </p:txBody>
        </p:sp>
        <p:sp>
          <p:nvSpPr>
            <p:cNvPr id="21" name="Freeform 8">
              <a:extLst>
                <a:ext uri="{FF2B5EF4-FFF2-40B4-BE49-F238E27FC236}">
                  <a16:creationId xmlns:a16="http://schemas.microsoft.com/office/drawing/2014/main" id="{EF672D56-F4AE-E3C8-EFC9-18655B8B07BE}"/>
                </a:ext>
              </a:extLst>
            </p:cNvPr>
            <p:cNvSpPr>
              <a:spLocks/>
            </p:cNvSpPr>
            <p:nvPr/>
          </p:nvSpPr>
          <p:spPr bwMode="auto">
            <a:xfrm>
              <a:off x="4089544" y="5492263"/>
              <a:ext cx="532906" cy="85737"/>
            </a:xfrm>
            <a:custGeom>
              <a:avLst/>
              <a:gdLst>
                <a:gd name="T0" fmla="*/ 0 w 2800"/>
                <a:gd name="T1" fmla="*/ 225 h 450"/>
                <a:gd name="T2" fmla="*/ 0 w 2800"/>
                <a:gd name="T3" fmla="*/ 450 h 450"/>
                <a:gd name="T4" fmla="*/ 1400 w 2800"/>
                <a:gd name="T5" fmla="*/ 450 h 450"/>
                <a:gd name="T6" fmla="*/ 2800 w 2800"/>
                <a:gd name="T7" fmla="*/ 450 h 450"/>
                <a:gd name="T8" fmla="*/ 2800 w 2800"/>
                <a:gd name="T9" fmla="*/ 225 h 450"/>
                <a:gd name="T10" fmla="*/ 2800 w 2800"/>
                <a:gd name="T11" fmla="*/ 0 h 450"/>
                <a:gd name="T12" fmla="*/ 1400 w 2800"/>
                <a:gd name="T13" fmla="*/ 0 h 450"/>
                <a:gd name="T14" fmla="*/ 0 w 2800"/>
                <a:gd name="T15" fmla="*/ 0 h 450"/>
                <a:gd name="T16" fmla="*/ 0 w 2800"/>
                <a:gd name="T17" fmla="*/ 225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00" h="450">
                  <a:moveTo>
                    <a:pt x="0" y="225"/>
                  </a:moveTo>
                  <a:lnTo>
                    <a:pt x="0" y="450"/>
                  </a:lnTo>
                  <a:lnTo>
                    <a:pt x="1400" y="450"/>
                  </a:lnTo>
                  <a:lnTo>
                    <a:pt x="2800" y="450"/>
                  </a:lnTo>
                  <a:lnTo>
                    <a:pt x="2800" y="225"/>
                  </a:lnTo>
                  <a:lnTo>
                    <a:pt x="2800" y="0"/>
                  </a:lnTo>
                  <a:lnTo>
                    <a:pt x="1400" y="0"/>
                  </a:lnTo>
                  <a:lnTo>
                    <a:pt x="0" y="0"/>
                  </a:lnTo>
                  <a:lnTo>
                    <a:pt x="0" y="2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endParaRPr lang="en-US" sz="2000" dirty="0"/>
            </a:p>
          </p:txBody>
        </p:sp>
        <p:sp>
          <p:nvSpPr>
            <p:cNvPr id="22" name="Freeform 9">
              <a:extLst>
                <a:ext uri="{FF2B5EF4-FFF2-40B4-BE49-F238E27FC236}">
                  <a16:creationId xmlns:a16="http://schemas.microsoft.com/office/drawing/2014/main" id="{9C903129-FABF-1E1C-19DF-9D8509D5BA65}"/>
                </a:ext>
              </a:extLst>
            </p:cNvPr>
            <p:cNvSpPr>
              <a:spLocks/>
            </p:cNvSpPr>
            <p:nvPr/>
          </p:nvSpPr>
          <p:spPr bwMode="auto">
            <a:xfrm>
              <a:off x="4333921" y="5647309"/>
              <a:ext cx="285449" cy="85737"/>
            </a:xfrm>
            <a:custGeom>
              <a:avLst/>
              <a:gdLst>
                <a:gd name="T0" fmla="*/ 0 w 1500"/>
                <a:gd name="T1" fmla="*/ 225 h 450"/>
                <a:gd name="T2" fmla="*/ 0 w 1500"/>
                <a:gd name="T3" fmla="*/ 450 h 450"/>
                <a:gd name="T4" fmla="*/ 750 w 1500"/>
                <a:gd name="T5" fmla="*/ 450 h 450"/>
                <a:gd name="T6" fmla="*/ 1500 w 1500"/>
                <a:gd name="T7" fmla="*/ 450 h 450"/>
                <a:gd name="T8" fmla="*/ 1500 w 1500"/>
                <a:gd name="T9" fmla="*/ 225 h 450"/>
                <a:gd name="T10" fmla="*/ 1500 w 1500"/>
                <a:gd name="T11" fmla="*/ 0 h 450"/>
                <a:gd name="T12" fmla="*/ 750 w 1500"/>
                <a:gd name="T13" fmla="*/ 0 h 450"/>
                <a:gd name="T14" fmla="*/ 0 w 1500"/>
                <a:gd name="T15" fmla="*/ 0 h 450"/>
                <a:gd name="T16" fmla="*/ 0 w 1500"/>
                <a:gd name="T17" fmla="*/ 225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00" h="450">
                  <a:moveTo>
                    <a:pt x="0" y="225"/>
                  </a:moveTo>
                  <a:lnTo>
                    <a:pt x="0" y="450"/>
                  </a:lnTo>
                  <a:lnTo>
                    <a:pt x="750" y="450"/>
                  </a:lnTo>
                  <a:lnTo>
                    <a:pt x="1500" y="450"/>
                  </a:lnTo>
                  <a:lnTo>
                    <a:pt x="1500" y="225"/>
                  </a:lnTo>
                  <a:lnTo>
                    <a:pt x="1500" y="0"/>
                  </a:lnTo>
                  <a:lnTo>
                    <a:pt x="750" y="0"/>
                  </a:lnTo>
                  <a:lnTo>
                    <a:pt x="0" y="0"/>
                  </a:lnTo>
                  <a:lnTo>
                    <a:pt x="0" y="2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endParaRPr lang="en-US" sz="2000" dirty="0"/>
            </a:p>
          </p:txBody>
        </p:sp>
      </p:grpSp>
      <p:grpSp>
        <p:nvGrpSpPr>
          <p:cNvPr id="38" name="Group 37">
            <a:extLst>
              <a:ext uri="{FF2B5EF4-FFF2-40B4-BE49-F238E27FC236}">
                <a16:creationId xmlns:a16="http://schemas.microsoft.com/office/drawing/2014/main" id="{30A140FA-9904-1248-9A5C-E6E14C4FB189}"/>
              </a:ext>
            </a:extLst>
          </p:cNvPr>
          <p:cNvGrpSpPr>
            <a:grpSpLocks noChangeAspect="1"/>
          </p:cNvGrpSpPr>
          <p:nvPr/>
        </p:nvGrpSpPr>
        <p:grpSpPr>
          <a:xfrm>
            <a:off x="10007980" y="4133330"/>
            <a:ext cx="320040" cy="321447"/>
            <a:chOff x="9999829" y="1879040"/>
            <a:chExt cx="291438" cy="292720"/>
          </a:xfrm>
          <a:gradFill>
            <a:gsLst>
              <a:gs pos="17000">
                <a:schemeClr val="accent1"/>
              </a:gs>
              <a:gs pos="100000">
                <a:schemeClr val="accent2"/>
              </a:gs>
            </a:gsLst>
            <a:lin ang="11400000" scaled="0"/>
          </a:gradFill>
        </p:grpSpPr>
        <p:sp>
          <p:nvSpPr>
            <p:cNvPr id="39" name="Freeform 94">
              <a:extLst>
                <a:ext uri="{FF2B5EF4-FFF2-40B4-BE49-F238E27FC236}">
                  <a16:creationId xmlns:a16="http://schemas.microsoft.com/office/drawing/2014/main" id="{820868A0-E491-A90E-4023-E612410B8CE9}"/>
                </a:ext>
              </a:extLst>
            </p:cNvPr>
            <p:cNvSpPr>
              <a:spLocks noEditPoints="1"/>
            </p:cNvSpPr>
            <p:nvPr/>
          </p:nvSpPr>
          <p:spPr bwMode="auto">
            <a:xfrm>
              <a:off x="9999829" y="1879040"/>
              <a:ext cx="291438" cy="292720"/>
            </a:xfrm>
            <a:custGeom>
              <a:avLst/>
              <a:gdLst>
                <a:gd name="T0" fmla="*/ 92 w 96"/>
                <a:gd name="T1" fmla="*/ 44 h 96"/>
                <a:gd name="T2" fmla="*/ 84 w 96"/>
                <a:gd name="T3" fmla="*/ 44 h 96"/>
                <a:gd name="T4" fmla="*/ 52 w 96"/>
                <a:gd name="T5" fmla="*/ 12 h 96"/>
                <a:gd name="T6" fmla="*/ 52 w 96"/>
                <a:gd name="T7" fmla="*/ 4 h 96"/>
                <a:gd name="T8" fmla="*/ 48 w 96"/>
                <a:gd name="T9" fmla="*/ 0 h 96"/>
                <a:gd name="T10" fmla="*/ 44 w 96"/>
                <a:gd name="T11" fmla="*/ 4 h 96"/>
                <a:gd name="T12" fmla="*/ 44 w 96"/>
                <a:gd name="T13" fmla="*/ 12 h 96"/>
                <a:gd name="T14" fmla="*/ 12 w 96"/>
                <a:gd name="T15" fmla="*/ 44 h 96"/>
                <a:gd name="T16" fmla="*/ 4 w 96"/>
                <a:gd name="T17" fmla="*/ 44 h 96"/>
                <a:gd name="T18" fmla="*/ 0 w 96"/>
                <a:gd name="T19" fmla="*/ 48 h 96"/>
                <a:gd name="T20" fmla="*/ 4 w 96"/>
                <a:gd name="T21" fmla="*/ 52 h 96"/>
                <a:gd name="T22" fmla="*/ 12 w 96"/>
                <a:gd name="T23" fmla="*/ 52 h 96"/>
                <a:gd name="T24" fmla="*/ 44 w 96"/>
                <a:gd name="T25" fmla="*/ 84 h 96"/>
                <a:gd name="T26" fmla="*/ 44 w 96"/>
                <a:gd name="T27" fmla="*/ 92 h 96"/>
                <a:gd name="T28" fmla="*/ 48 w 96"/>
                <a:gd name="T29" fmla="*/ 96 h 96"/>
                <a:gd name="T30" fmla="*/ 52 w 96"/>
                <a:gd name="T31" fmla="*/ 92 h 96"/>
                <a:gd name="T32" fmla="*/ 52 w 96"/>
                <a:gd name="T33" fmla="*/ 84 h 96"/>
                <a:gd name="T34" fmla="*/ 84 w 96"/>
                <a:gd name="T35" fmla="*/ 52 h 96"/>
                <a:gd name="T36" fmla="*/ 92 w 96"/>
                <a:gd name="T37" fmla="*/ 52 h 96"/>
                <a:gd name="T38" fmla="*/ 96 w 96"/>
                <a:gd name="T39" fmla="*/ 48 h 96"/>
                <a:gd name="T40" fmla="*/ 92 w 96"/>
                <a:gd name="T41" fmla="*/ 44 h 96"/>
                <a:gd name="T42" fmla="*/ 52 w 96"/>
                <a:gd name="T43" fmla="*/ 76 h 96"/>
                <a:gd name="T44" fmla="*/ 52 w 96"/>
                <a:gd name="T45" fmla="*/ 73 h 96"/>
                <a:gd name="T46" fmla="*/ 48 w 96"/>
                <a:gd name="T47" fmla="*/ 69 h 96"/>
                <a:gd name="T48" fmla="*/ 44 w 96"/>
                <a:gd name="T49" fmla="*/ 73 h 96"/>
                <a:gd name="T50" fmla="*/ 44 w 96"/>
                <a:gd name="T51" fmla="*/ 76 h 96"/>
                <a:gd name="T52" fmla="*/ 20 w 96"/>
                <a:gd name="T53" fmla="*/ 52 h 96"/>
                <a:gd name="T54" fmla="*/ 23 w 96"/>
                <a:gd name="T55" fmla="*/ 52 h 96"/>
                <a:gd name="T56" fmla="*/ 27 w 96"/>
                <a:gd name="T57" fmla="*/ 48 h 96"/>
                <a:gd name="T58" fmla="*/ 23 w 96"/>
                <a:gd name="T59" fmla="*/ 44 h 96"/>
                <a:gd name="T60" fmla="*/ 20 w 96"/>
                <a:gd name="T61" fmla="*/ 44 h 96"/>
                <a:gd name="T62" fmla="*/ 44 w 96"/>
                <a:gd name="T63" fmla="*/ 20 h 96"/>
                <a:gd name="T64" fmla="*/ 44 w 96"/>
                <a:gd name="T65" fmla="*/ 23 h 96"/>
                <a:gd name="T66" fmla="*/ 48 w 96"/>
                <a:gd name="T67" fmla="*/ 27 h 96"/>
                <a:gd name="T68" fmla="*/ 52 w 96"/>
                <a:gd name="T69" fmla="*/ 23 h 96"/>
                <a:gd name="T70" fmla="*/ 52 w 96"/>
                <a:gd name="T71" fmla="*/ 20 h 96"/>
                <a:gd name="T72" fmla="*/ 76 w 96"/>
                <a:gd name="T73" fmla="*/ 44 h 96"/>
                <a:gd name="T74" fmla="*/ 73 w 96"/>
                <a:gd name="T75" fmla="*/ 44 h 96"/>
                <a:gd name="T76" fmla="*/ 69 w 96"/>
                <a:gd name="T77" fmla="*/ 48 h 96"/>
                <a:gd name="T78" fmla="*/ 73 w 96"/>
                <a:gd name="T79" fmla="*/ 52 h 96"/>
                <a:gd name="T80" fmla="*/ 76 w 96"/>
                <a:gd name="T81" fmla="*/ 52 h 96"/>
                <a:gd name="T82" fmla="*/ 52 w 96"/>
                <a:gd name="T83" fmla="*/ 7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6" h="96">
                  <a:moveTo>
                    <a:pt x="92" y="44"/>
                  </a:moveTo>
                  <a:cubicBezTo>
                    <a:pt x="84" y="44"/>
                    <a:pt x="84" y="44"/>
                    <a:pt x="84" y="44"/>
                  </a:cubicBezTo>
                  <a:cubicBezTo>
                    <a:pt x="82" y="27"/>
                    <a:pt x="69" y="14"/>
                    <a:pt x="52" y="12"/>
                  </a:cubicBezTo>
                  <a:cubicBezTo>
                    <a:pt x="52" y="4"/>
                    <a:pt x="52" y="4"/>
                    <a:pt x="52" y="4"/>
                  </a:cubicBezTo>
                  <a:cubicBezTo>
                    <a:pt x="52" y="2"/>
                    <a:pt x="50" y="0"/>
                    <a:pt x="48" y="0"/>
                  </a:cubicBezTo>
                  <a:cubicBezTo>
                    <a:pt x="46" y="0"/>
                    <a:pt x="44" y="2"/>
                    <a:pt x="44" y="4"/>
                  </a:cubicBezTo>
                  <a:cubicBezTo>
                    <a:pt x="44" y="12"/>
                    <a:pt x="44" y="12"/>
                    <a:pt x="44" y="12"/>
                  </a:cubicBezTo>
                  <a:cubicBezTo>
                    <a:pt x="27" y="14"/>
                    <a:pt x="14" y="27"/>
                    <a:pt x="12" y="44"/>
                  </a:cubicBezTo>
                  <a:cubicBezTo>
                    <a:pt x="4" y="44"/>
                    <a:pt x="4" y="44"/>
                    <a:pt x="4" y="44"/>
                  </a:cubicBezTo>
                  <a:cubicBezTo>
                    <a:pt x="2" y="44"/>
                    <a:pt x="0" y="46"/>
                    <a:pt x="0" y="48"/>
                  </a:cubicBezTo>
                  <a:cubicBezTo>
                    <a:pt x="0" y="50"/>
                    <a:pt x="2" y="52"/>
                    <a:pt x="4" y="52"/>
                  </a:cubicBezTo>
                  <a:cubicBezTo>
                    <a:pt x="12" y="52"/>
                    <a:pt x="12" y="52"/>
                    <a:pt x="12" y="52"/>
                  </a:cubicBezTo>
                  <a:cubicBezTo>
                    <a:pt x="14" y="69"/>
                    <a:pt x="27" y="82"/>
                    <a:pt x="44" y="84"/>
                  </a:cubicBezTo>
                  <a:cubicBezTo>
                    <a:pt x="44" y="92"/>
                    <a:pt x="44" y="92"/>
                    <a:pt x="44" y="92"/>
                  </a:cubicBezTo>
                  <a:cubicBezTo>
                    <a:pt x="44" y="94"/>
                    <a:pt x="46" y="96"/>
                    <a:pt x="48" y="96"/>
                  </a:cubicBezTo>
                  <a:cubicBezTo>
                    <a:pt x="50" y="96"/>
                    <a:pt x="52" y="94"/>
                    <a:pt x="52" y="92"/>
                  </a:cubicBezTo>
                  <a:cubicBezTo>
                    <a:pt x="52" y="84"/>
                    <a:pt x="52" y="84"/>
                    <a:pt x="52" y="84"/>
                  </a:cubicBezTo>
                  <a:cubicBezTo>
                    <a:pt x="69" y="82"/>
                    <a:pt x="82" y="69"/>
                    <a:pt x="84" y="52"/>
                  </a:cubicBezTo>
                  <a:cubicBezTo>
                    <a:pt x="92" y="52"/>
                    <a:pt x="92" y="52"/>
                    <a:pt x="92" y="52"/>
                  </a:cubicBezTo>
                  <a:cubicBezTo>
                    <a:pt x="94" y="52"/>
                    <a:pt x="96" y="50"/>
                    <a:pt x="96" y="48"/>
                  </a:cubicBezTo>
                  <a:cubicBezTo>
                    <a:pt x="96" y="46"/>
                    <a:pt x="94" y="44"/>
                    <a:pt x="92" y="44"/>
                  </a:cubicBezTo>
                  <a:close/>
                  <a:moveTo>
                    <a:pt x="52" y="76"/>
                  </a:moveTo>
                  <a:cubicBezTo>
                    <a:pt x="52" y="73"/>
                    <a:pt x="52" y="73"/>
                    <a:pt x="52" y="73"/>
                  </a:cubicBezTo>
                  <a:cubicBezTo>
                    <a:pt x="52" y="71"/>
                    <a:pt x="50" y="69"/>
                    <a:pt x="48" y="69"/>
                  </a:cubicBezTo>
                  <a:cubicBezTo>
                    <a:pt x="46" y="69"/>
                    <a:pt x="44" y="71"/>
                    <a:pt x="44" y="73"/>
                  </a:cubicBezTo>
                  <a:cubicBezTo>
                    <a:pt x="44" y="76"/>
                    <a:pt x="44" y="76"/>
                    <a:pt x="44" y="76"/>
                  </a:cubicBezTo>
                  <a:cubicBezTo>
                    <a:pt x="31" y="74"/>
                    <a:pt x="22" y="65"/>
                    <a:pt x="20" y="52"/>
                  </a:cubicBezTo>
                  <a:cubicBezTo>
                    <a:pt x="23" y="52"/>
                    <a:pt x="23" y="52"/>
                    <a:pt x="23" y="52"/>
                  </a:cubicBezTo>
                  <a:cubicBezTo>
                    <a:pt x="25" y="52"/>
                    <a:pt x="27" y="50"/>
                    <a:pt x="27" y="48"/>
                  </a:cubicBezTo>
                  <a:cubicBezTo>
                    <a:pt x="27" y="46"/>
                    <a:pt x="25" y="44"/>
                    <a:pt x="23" y="44"/>
                  </a:cubicBezTo>
                  <a:cubicBezTo>
                    <a:pt x="20" y="44"/>
                    <a:pt x="20" y="44"/>
                    <a:pt x="20" y="44"/>
                  </a:cubicBezTo>
                  <a:cubicBezTo>
                    <a:pt x="22" y="31"/>
                    <a:pt x="31" y="22"/>
                    <a:pt x="44" y="20"/>
                  </a:cubicBezTo>
                  <a:cubicBezTo>
                    <a:pt x="44" y="23"/>
                    <a:pt x="44" y="23"/>
                    <a:pt x="44" y="23"/>
                  </a:cubicBezTo>
                  <a:cubicBezTo>
                    <a:pt x="44" y="25"/>
                    <a:pt x="46" y="27"/>
                    <a:pt x="48" y="27"/>
                  </a:cubicBezTo>
                  <a:cubicBezTo>
                    <a:pt x="50" y="27"/>
                    <a:pt x="52" y="25"/>
                    <a:pt x="52" y="23"/>
                  </a:cubicBezTo>
                  <a:cubicBezTo>
                    <a:pt x="52" y="20"/>
                    <a:pt x="52" y="20"/>
                    <a:pt x="52" y="20"/>
                  </a:cubicBezTo>
                  <a:cubicBezTo>
                    <a:pt x="65" y="22"/>
                    <a:pt x="74" y="31"/>
                    <a:pt x="76" y="44"/>
                  </a:cubicBezTo>
                  <a:cubicBezTo>
                    <a:pt x="73" y="44"/>
                    <a:pt x="73" y="44"/>
                    <a:pt x="73" y="44"/>
                  </a:cubicBezTo>
                  <a:cubicBezTo>
                    <a:pt x="71" y="44"/>
                    <a:pt x="69" y="46"/>
                    <a:pt x="69" y="48"/>
                  </a:cubicBezTo>
                  <a:cubicBezTo>
                    <a:pt x="69" y="50"/>
                    <a:pt x="71" y="52"/>
                    <a:pt x="73" y="52"/>
                  </a:cubicBezTo>
                  <a:cubicBezTo>
                    <a:pt x="76" y="52"/>
                    <a:pt x="76" y="52"/>
                    <a:pt x="76" y="52"/>
                  </a:cubicBezTo>
                  <a:cubicBezTo>
                    <a:pt x="74" y="65"/>
                    <a:pt x="65" y="74"/>
                    <a:pt x="52"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sz="2000"/>
            </a:p>
          </p:txBody>
        </p:sp>
        <p:sp>
          <p:nvSpPr>
            <p:cNvPr id="40" name="Oval 39">
              <a:extLst>
                <a:ext uri="{FF2B5EF4-FFF2-40B4-BE49-F238E27FC236}">
                  <a16:creationId xmlns:a16="http://schemas.microsoft.com/office/drawing/2014/main" id="{38376D8B-8E34-782D-1E30-4330EBEBC502}"/>
                </a:ext>
              </a:extLst>
            </p:cNvPr>
            <p:cNvSpPr>
              <a:spLocks/>
            </p:cNvSpPr>
            <p:nvPr/>
          </p:nvSpPr>
          <p:spPr bwMode="auto">
            <a:xfrm>
              <a:off x="10099828" y="1979680"/>
              <a:ext cx="91440" cy="914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sz="2000"/>
            </a:p>
          </p:txBody>
        </p:sp>
      </p:grpSp>
      <p:grpSp>
        <p:nvGrpSpPr>
          <p:cNvPr id="41" name="Group 40">
            <a:extLst>
              <a:ext uri="{FF2B5EF4-FFF2-40B4-BE49-F238E27FC236}">
                <a16:creationId xmlns:a16="http://schemas.microsoft.com/office/drawing/2014/main" id="{1C4F20DD-0139-D166-873E-9410DCBA747A}"/>
              </a:ext>
            </a:extLst>
          </p:cNvPr>
          <p:cNvGrpSpPr>
            <a:grpSpLocks noChangeAspect="1"/>
          </p:cNvGrpSpPr>
          <p:nvPr/>
        </p:nvGrpSpPr>
        <p:grpSpPr>
          <a:xfrm>
            <a:off x="10007980" y="4926438"/>
            <a:ext cx="320040" cy="326397"/>
            <a:chOff x="1058859" y="4671214"/>
            <a:chExt cx="195523" cy="199407"/>
          </a:xfrm>
          <a:gradFill>
            <a:gsLst>
              <a:gs pos="17000">
                <a:schemeClr val="accent1"/>
              </a:gs>
              <a:gs pos="100000">
                <a:schemeClr val="accent2"/>
              </a:gs>
            </a:gsLst>
            <a:lin ang="11400000" scaled="0"/>
          </a:gradFill>
        </p:grpSpPr>
        <p:sp>
          <p:nvSpPr>
            <p:cNvPr id="42" name="Freeform 193">
              <a:extLst>
                <a:ext uri="{FF2B5EF4-FFF2-40B4-BE49-F238E27FC236}">
                  <a16:creationId xmlns:a16="http://schemas.microsoft.com/office/drawing/2014/main" id="{53FFDE6B-2E89-DC1A-75F4-29247A1305F5}"/>
                </a:ext>
              </a:extLst>
            </p:cNvPr>
            <p:cNvSpPr>
              <a:spLocks/>
            </p:cNvSpPr>
            <p:nvPr/>
          </p:nvSpPr>
          <p:spPr bwMode="auto">
            <a:xfrm>
              <a:off x="1058859" y="4671214"/>
              <a:ext cx="186459" cy="199407"/>
            </a:xfrm>
            <a:custGeom>
              <a:avLst/>
              <a:gdLst>
                <a:gd name="T0" fmla="*/ 425 w 1244"/>
                <a:gd name="T1" fmla="*/ 49 h 1331"/>
                <a:gd name="T2" fmla="*/ 302 w 1244"/>
                <a:gd name="T3" fmla="*/ 110 h 1331"/>
                <a:gd name="T4" fmla="*/ 201 w 1244"/>
                <a:gd name="T5" fmla="*/ 187 h 1331"/>
                <a:gd name="T6" fmla="*/ 119 w 1244"/>
                <a:gd name="T7" fmla="*/ 286 h 1331"/>
                <a:gd name="T8" fmla="*/ 68 w 1244"/>
                <a:gd name="T9" fmla="*/ 375 h 1331"/>
                <a:gd name="T10" fmla="*/ 14 w 1244"/>
                <a:gd name="T11" fmla="*/ 523 h 1331"/>
                <a:gd name="T12" fmla="*/ 2 w 1244"/>
                <a:gd name="T13" fmla="*/ 725 h 1331"/>
                <a:gd name="T14" fmla="*/ 19 w 1244"/>
                <a:gd name="T15" fmla="*/ 823 h 1331"/>
                <a:gd name="T16" fmla="*/ 85 w 1244"/>
                <a:gd name="T17" fmla="*/ 995 h 1331"/>
                <a:gd name="T18" fmla="*/ 189 w 1244"/>
                <a:gd name="T19" fmla="*/ 1135 h 1331"/>
                <a:gd name="T20" fmla="*/ 332 w 1244"/>
                <a:gd name="T21" fmla="*/ 1242 h 1331"/>
                <a:gd name="T22" fmla="*/ 463 w 1244"/>
                <a:gd name="T23" fmla="*/ 1299 h 1331"/>
                <a:gd name="T24" fmla="*/ 587 w 1244"/>
                <a:gd name="T25" fmla="*/ 1327 h 1331"/>
                <a:gd name="T26" fmla="*/ 762 w 1244"/>
                <a:gd name="T27" fmla="*/ 1324 h 1331"/>
                <a:gd name="T28" fmla="*/ 931 w 1244"/>
                <a:gd name="T29" fmla="*/ 1278 h 1331"/>
                <a:gd name="T30" fmla="*/ 1076 w 1244"/>
                <a:gd name="T31" fmla="*/ 1193 h 1331"/>
                <a:gd name="T32" fmla="*/ 1131 w 1244"/>
                <a:gd name="T33" fmla="*/ 1142 h 1331"/>
                <a:gd name="T34" fmla="*/ 1222 w 1244"/>
                <a:gd name="T35" fmla="*/ 1034 h 1331"/>
                <a:gd name="T36" fmla="*/ 1243 w 1244"/>
                <a:gd name="T37" fmla="*/ 992 h 1331"/>
                <a:gd name="T38" fmla="*/ 1180 w 1244"/>
                <a:gd name="T39" fmla="*/ 957 h 1331"/>
                <a:gd name="T40" fmla="*/ 1137 w 1244"/>
                <a:gd name="T41" fmla="*/ 938 h 1331"/>
                <a:gd name="T42" fmla="*/ 1107 w 1244"/>
                <a:gd name="T43" fmla="*/ 955 h 1331"/>
                <a:gd name="T44" fmla="*/ 1083 w 1244"/>
                <a:gd name="T45" fmla="*/ 989 h 1331"/>
                <a:gd name="T46" fmla="*/ 1007 w 1244"/>
                <a:gd name="T47" fmla="*/ 1066 h 1331"/>
                <a:gd name="T48" fmla="*/ 913 w 1244"/>
                <a:gd name="T49" fmla="*/ 1128 h 1331"/>
                <a:gd name="T50" fmla="*/ 808 w 1244"/>
                <a:gd name="T51" fmla="*/ 1172 h 1331"/>
                <a:gd name="T52" fmla="*/ 726 w 1244"/>
                <a:gd name="T53" fmla="*/ 1190 h 1331"/>
                <a:gd name="T54" fmla="*/ 637 w 1244"/>
                <a:gd name="T55" fmla="*/ 1193 h 1331"/>
                <a:gd name="T56" fmla="*/ 511 w 1244"/>
                <a:gd name="T57" fmla="*/ 1166 h 1331"/>
                <a:gd name="T58" fmla="*/ 391 w 1244"/>
                <a:gd name="T59" fmla="*/ 1112 h 1331"/>
                <a:gd name="T60" fmla="*/ 291 w 1244"/>
                <a:gd name="T61" fmla="*/ 1037 h 1331"/>
                <a:gd name="T62" fmla="*/ 237 w 1244"/>
                <a:gd name="T63" fmla="*/ 973 h 1331"/>
                <a:gd name="T64" fmla="*/ 183 w 1244"/>
                <a:gd name="T65" fmla="*/ 879 h 1331"/>
                <a:gd name="T66" fmla="*/ 161 w 1244"/>
                <a:gd name="T67" fmla="*/ 799 h 1331"/>
                <a:gd name="T68" fmla="*/ 153 w 1244"/>
                <a:gd name="T69" fmla="*/ 665 h 1331"/>
                <a:gd name="T70" fmla="*/ 157 w 1244"/>
                <a:gd name="T71" fmla="*/ 545 h 1331"/>
                <a:gd name="T72" fmla="*/ 186 w 1244"/>
                <a:gd name="T73" fmla="*/ 447 h 1331"/>
                <a:gd name="T74" fmla="*/ 220 w 1244"/>
                <a:gd name="T75" fmla="*/ 387 h 1331"/>
                <a:gd name="T76" fmla="*/ 311 w 1244"/>
                <a:gd name="T77" fmla="*/ 279 h 1331"/>
                <a:gd name="T78" fmla="*/ 422 w 1244"/>
                <a:gd name="T79" fmla="*/ 201 h 1331"/>
                <a:gd name="T80" fmla="*/ 551 w 1244"/>
                <a:gd name="T81" fmla="*/ 157 h 1331"/>
                <a:gd name="T82" fmla="*/ 656 w 1244"/>
                <a:gd name="T83" fmla="*/ 147 h 1331"/>
                <a:gd name="T84" fmla="*/ 808 w 1244"/>
                <a:gd name="T85" fmla="*/ 163 h 1331"/>
                <a:gd name="T86" fmla="*/ 869 w 1244"/>
                <a:gd name="T87" fmla="*/ 182 h 1331"/>
                <a:gd name="T88" fmla="*/ 921 w 1244"/>
                <a:gd name="T89" fmla="*/ 191 h 1331"/>
                <a:gd name="T90" fmla="*/ 941 w 1244"/>
                <a:gd name="T91" fmla="*/ 170 h 1331"/>
                <a:gd name="T92" fmla="*/ 982 w 1244"/>
                <a:gd name="T93" fmla="*/ 107 h 1331"/>
                <a:gd name="T94" fmla="*/ 976 w 1244"/>
                <a:gd name="T95" fmla="*/ 80 h 1331"/>
                <a:gd name="T96" fmla="*/ 933 w 1244"/>
                <a:gd name="T97" fmla="*/ 57 h 1331"/>
                <a:gd name="T98" fmla="*/ 843 w 1244"/>
                <a:gd name="T99" fmla="*/ 25 h 1331"/>
                <a:gd name="T100" fmla="*/ 725 w 1244"/>
                <a:gd name="T101" fmla="*/ 2 h 1331"/>
                <a:gd name="T102" fmla="*/ 608 w 1244"/>
                <a:gd name="T103" fmla="*/ 3 h 1331"/>
                <a:gd name="T104" fmla="*/ 490 w 1244"/>
                <a:gd name="T105" fmla="*/ 27 h 1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44" h="1331">
                  <a:moveTo>
                    <a:pt x="460" y="37"/>
                  </a:moveTo>
                  <a:lnTo>
                    <a:pt x="425" y="49"/>
                  </a:lnTo>
                  <a:lnTo>
                    <a:pt x="360" y="77"/>
                  </a:lnTo>
                  <a:lnTo>
                    <a:pt x="302" y="110"/>
                  </a:lnTo>
                  <a:lnTo>
                    <a:pt x="249" y="146"/>
                  </a:lnTo>
                  <a:lnTo>
                    <a:pt x="201" y="187"/>
                  </a:lnTo>
                  <a:lnTo>
                    <a:pt x="158" y="234"/>
                  </a:lnTo>
                  <a:lnTo>
                    <a:pt x="119" y="286"/>
                  </a:lnTo>
                  <a:lnTo>
                    <a:pt x="84" y="344"/>
                  </a:lnTo>
                  <a:lnTo>
                    <a:pt x="68" y="375"/>
                  </a:lnTo>
                  <a:lnTo>
                    <a:pt x="46" y="424"/>
                  </a:lnTo>
                  <a:lnTo>
                    <a:pt x="14" y="523"/>
                  </a:lnTo>
                  <a:lnTo>
                    <a:pt x="0" y="624"/>
                  </a:lnTo>
                  <a:lnTo>
                    <a:pt x="2" y="725"/>
                  </a:lnTo>
                  <a:lnTo>
                    <a:pt x="10" y="775"/>
                  </a:lnTo>
                  <a:lnTo>
                    <a:pt x="19" y="823"/>
                  </a:lnTo>
                  <a:lnTo>
                    <a:pt x="47" y="913"/>
                  </a:lnTo>
                  <a:lnTo>
                    <a:pt x="85" y="995"/>
                  </a:lnTo>
                  <a:lnTo>
                    <a:pt x="132" y="1069"/>
                  </a:lnTo>
                  <a:lnTo>
                    <a:pt x="189" y="1135"/>
                  </a:lnTo>
                  <a:lnTo>
                    <a:pt x="256" y="1193"/>
                  </a:lnTo>
                  <a:lnTo>
                    <a:pt x="332" y="1242"/>
                  </a:lnTo>
                  <a:lnTo>
                    <a:pt x="417" y="1282"/>
                  </a:lnTo>
                  <a:lnTo>
                    <a:pt x="463" y="1299"/>
                  </a:lnTo>
                  <a:lnTo>
                    <a:pt x="503" y="1311"/>
                  </a:lnTo>
                  <a:lnTo>
                    <a:pt x="587" y="1327"/>
                  </a:lnTo>
                  <a:lnTo>
                    <a:pt x="674" y="1331"/>
                  </a:lnTo>
                  <a:lnTo>
                    <a:pt x="762" y="1324"/>
                  </a:lnTo>
                  <a:lnTo>
                    <a:pt x="848" y="1306"/>
                  </a:lnTo>
                  <a:lnTo>
                    <a:pt x="931" y="1278"/>
                  </a:lnTo>
                  <a:lnTo>
                    <a:pt x="1007" y="1240"/>
                  </a:lnTo>
                  <a:lnTo>
                    <a:pt x="1076" y="1193"/>
                  </a:lnTo>
                  <a:lnTo>
                    <a:pt x="1106" y="1165"/>
                  </a:lnTo>
                  <a:lnTo>
                    <a:pt x="1131" y="1142"/>
                  </a:lnTo>
                  <a:lnTo>
                    <a:pt x="1180" y="1087"/>
                  </a:lnTo>
                  <a:lnTo>
                    <a:pt x="1222" y="1034"/>
                  </a:lnTo>
                  <a:lnTo>
                    <a:pt x="1244" y="998"/>
                  </a:lnTo>
                  <a:lnTo>
                    <a:pt x="1243" y="992"/>
                  </a:lnTo>
                  <a:lnTo>
                    <a:pt x="1226" y="981"/>
                  </a:lnTo>
                  <a:lnTo>
                    <a:pt x="1180" y="957"/>
                  </a:lnTo>
                  <a:lnTo>
                    <a:pt x="1161" y="948"/>
                  </a:lnTo>
                  <a:lnTo>
                    <a:pt x="1137" y="938"/>
                  </a:lnTo>
                  <a:lnTo>
                    <a:pt x="1121" y="941"/>
                  </a:lnTo>
                  <a:lnTo>
                    <a:pt x="1107" y="955"/>
                  </a:lnTo>
                  <a:lnTo>
                    <a:pt x="1098" y="969"/>
                  </a:lnTo>
                  <a:lnTo>
                    <a:pt x="1083" y="989"/>
                  </a:lnTo>
                  <a:lnTo>
                    <a:pt x="1047" y="1029"/>
                  </a:lnTo>
                  <a:lnTo>
                    <a:pt x="1007" y="1066"/>
                  </a:lnTo>
                  <a:lnTo>
                    <a:pt x="962" y="1099"/>
                  </a:lnTo>
                  <a:lnTo>
                    <a:pt x="913" y="1128"/>
                  </a:lnTo>
                  <a:lnTo>
                    <a:pt x="862" y="1153"/>
                  </a:lnTo>
                  <a:lnTo>
                    <a:pt x="808" y="1172"/>
                  </a:lnTo>
                  <a:lnTo>
                    <a:pt x="754" y="1186"/>
                  </a:lnTo>
                  <a:lnTo>
                    <a:pt x="726" y="1190"/>
                  </a:lnTo>
                  <a:lnTo>
                    <a:pt x="698" y="1194"/>
                  </a:lnTo>
                  <a:lnTo>
                    <a:pt x="637" y="1193"/>
                  </a:lnTo>
                  <a:lnTo>
                    <a:pt x="574" y="1183"/>
                  </a:lnTo>
                  <a:lnTo>
                    <a:pt x="511" y="1166"/>
                  </a:lnTo>
                  <a:lnTo>
                    <a:pt x="449" y="1142"/>
                  </a:lnTo>
                  <a:lnTo>
                    <a:pt x="391" y="1112"/>
                  </a:lnTo>
                  <a:lnTo>
                    <a:pt x="337" y="1077"/>
                  </a:lnTo>
                  <a:lnTo>
                    <a:pt x="291" y="1037"/>
                  </a:lnTo>
                  <a:lnTo>
                    <a:pt x="271" y="1015"/>
                  </a:lnTo>
                  <a:lnTo>
                    <a:pt x="237" y="973"/>
                  </a:lnTo>
                  <a:lnTo>
                    <a:pt x="201" y="917"/>
                  </a:lnTo>
                  <a:lnTo>
                    <a:pt x="183" y="879"/>
                  </a:lnTo>
                  <a:lnTo>
                    <a:pt x="170" y="841"/>
                  </a:lnTo>
                  <a:lnTo>
                    <a:pt x="161" y="799"/>
                  </a:lnTo>
                  <a:lnTo>
                    <a:pt x="154" y="726"/>
                  </a:lnTo>
                  <a:lnTo>
                    <a:pt x="153" y="665"/>
                  </a:lnTo>
                  <a:lnTo>
                    <a:pt x="153" y="615"/>
                  </a:lnTo>
                  <a:lnTo>
                    <a:pt x="157" y="545"/>
                  </a:lnTo>
                  <a:lnTo>
                    <a:pt x="167" y="494"/>
                  </a:lnTo>
                  <a:lnTo>
                    <a:pt x="186" y="447"/>
                  </a:lnTo>
                  <a:lnTo>
                    <a:pt x="201" y="419"/>
                  </a:lnTo>
                  <a:lnTo>
                    <a:pt x="220" y="387"/>
                  </a:lnTo>
                  <a:lnTo>
                    <a:pt x="262" y="329"/>
                  </a:lnTo>
                  <a:lnTo>
                    <a:pt x="311" y="279"/>
                  </a:lnTo>
                  <a:lnTo>
                    <a:pt x="364" y="236"/>
                  </a:lnTo>
                  <a:lnTo>
                    <a:pt x="422" y="201"/>
                  </a:lnTo>
                  <a:lnTo>
                    <a:pt x="484" y="175"/>
                  </a:lnTo>
                  <a:lnTo>
                    <a:pt x="551" y="157"/>
                  </a:lnTo>
                  <a:lnTo>
                    <a:pt x="620" y="148"/>
                  </a:lnTo>
                  <a:lnTo>
                    <a:pt x="656" y="147"/>
                  </a:lnTo>
                  <a:lnTo>
                    <a:pt x="705" y="148"/>
                  </a:lnTo>
                  <a:lnTo>
                    <a:pt x="808" y="163"/>
                  </a:lnTo>
                  <a:lnTo>
                    <a:pt x="845" y="174"/>
                  </a:lnTo>
                  <a:lnTo>
                    <a:pt x="869" y="182"/>
                  </a:lnTo>
                  <a:lnTo>
                    <a:pt x="901" y="191"/>
                  </a:lnTo>
                  <a:lnTo>
                    <a:pt x="921" y="191"/>
                  </a:lnTo>
                  <a:lnTo>
                    <a:pt x="934" y="180"/>
                  </a:lnTo>
                  <a:lnTo>
                    <a:pt x="941" y="170"/>
                  </a:lnTo>
                  <a:lnTo>
                    <a:pt x="961" y="144"/>
                  </a:lnTo>
                  <a:lnTo>
                    <a:pt x="982" y="107"/>
                  </a:lnTo>
                  <a:lnTo>
                    <a:pt x="982" y="89"/>
                  </a:lnTo>
                  <a:lnTo>
                    <a:pt x="976" y="80"/>
                  </a:lnTo>
                  <a:lnTo>
                    <a:pt x="955" y="66"/>
                  </a:lnTo>
                  <a:lnTo>
                    <a:pt x="933" y="57"/>
                  </a:lnTo>
                  <a:lnTo>
                    <a:pt x="903" y="45"/>
                  </a:lnTo>
                  <a:lnTo>
                    <a:pt x="843" y="25"/>
                  </a:lnTo>
                  <a:lnTo>
                    <a:pt x="784" y="11"/>
                  </a:lnTo>
                  <a:lnTo>
                    <a:pt x="725" y="2"/>
                  </a:lnTo>
                  <a:lnTo>
                    <a:pt x="666" y="0"/>
                  </a:lnTo>
                  <a:lnTo>
                    <a:pt x="608" y="3"/>
                  </a:lnTo>
                  <a:lnTo>
                    <a:pt x="549" y="12"/>
                  </a:lnTo>
                  <a:lnTo>
                    <a:pt x="490" y="27"/>
                  </a:lnTo>
                  <a:lnTo>
                    <a:pt x="46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00" dirty="0"/>
            </a:p>
          </p:txBody>
        </p:sp>
        <p:sp>
          <p:nvSpPr>
            <p:cNvPr id="43" name="Freeform 197">
              <a:extLst>
                <a:ext uri="{FF2B5EF4-FFF2-40B4-BE49-F238E27FC236}">
                  <a16:creationId xmlns:a16="http://schemas.microsoft.com/office/drawing/2014/main" id="{0FB8BD11-F08F-ED9F-16FC-9EBC5E3BF3B9}"/>
                </a:ext>
              </a:extLst>
            </p:cNvPr>
            <p:cNvSpPr>
              <a:spLocks/>
            </p:cNvSpPr>
            <p:nvPr/>
          </p:nvSpPr>
          <p:spPr bwMode="auto">
            <a:xfrm>
              <a:off x="1122954" y="4713944"/>
              <a:ext cx="131428" cy="100998"/>
            </a:xfrm>
            <a:custGeom>
              <a:avLst/>
              <a:gdLst>
                <a:gd name="T0" fmla="*/ 538 w 875"/>
                <a:gd name="T1" fmla="*/ 237 h 675"/>
                <a:gd name="T2" fmla="*/ 300 w 875"/>
                <a:gd name="T3" fmla="*/ 475 h 675"/>
                <a:gd name="T4" fmla="*/ 200 w 875"/>
                <a:gd name="T5" fmla="*/ 375 h 675"/>
                <a:gd name="T6" fmla="*/ 100 w 875"/>
                <a:gd name="T7" fmla="*/ 277 h 675"/>
                <a:gd name="T8" fmla="*/ 50 w 875"/>
                <a:gd name="T9" fmla="*/ 325 h 675"/>
                <a:gd name="T10" fmla="*/ 0 w 875"/>
                <a:gd name="T11" fmla="*/ 375 h 675"/>
                <a:gd name="T12" fmla="*/ 150 w 875"/>
                <a:gd name="T13" fmla="*/ 525 h 675"/>
                <a:gd name="T14" fmla="*/ 300 w 875"/>
                <a:gd name="T15" fmla="*/ 675 h 675"/>
                <a:gd name="T16" fmla="*/ 587 w 875"/>
                <a:gd name="T17" fmla="*/ 387 h 675"/>
                <a:gd name="T18" fmla="*/ 875 w 875"/>
                <a:gd name="T19" fmla="*/ 100 h 675"/>
                <a:gd name="T20" fmla="*/ 825 w 875"/>
                <a:gd name="T21" fmla="*/ 50 h 675"/>
                <a:gd name="T22" fmla="*/ 775 w 875"/>
                <a:gd name="T23" fmla="*/ 0 h 675"/>
                <a:gd name="T24" fmla="*/ 538 w 875"/>
                <a:gd name="T25" fmla="*/ 237 h 6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5" h="675">
                  <a:moveTo>
                    <a:pt x="538" y="237"/>
                  </a:moveTo>
                  <a:lnTo>
                    <a:pt x="300" y="475"/>
                  </a:lnTo>
                  <a:lnTo>
                    <a:pt x="200" y="375"/>
                  </a:lnTo>
                  <a:lnTo>
                    <a:pt x="100" y="277"/>
                  </a:lnTo>
                  <a:lnTo>
                    <a:pt x="50" y="325"/>
                  </a:lnTo>
                  <a:lnTo>
                    <a:pt x="0" y="375"/>
                  </a:lnTo>
                  <a:lnTo>
                    <a:pt x="150" y="525"/>
                  </a:lnTo>
                  <a:lnTo>
                    <a:pt x="300" y="675"/>
                  </a:lnTo>
                  <a:lnTo>
                    <a:pt x="587" y="387"/>
                  </a:lnTo>
                  <a:lnTo>
                    <a:pt x="875" y="100"/>
                  </a:lnTo>
                  <a:lnTo>
                    <a:pt x="825" y="50"/>
                  </a:lnTo>
                  <a:lnTo>
                    <a:pt x="775" y="0"/>
                  </a:lnTo>
                  <a:lnTo>
                    <a:pt x="538" y="2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00" dirty="0"/>
            </a:p>
          </p:txBody>
        </p:sp>
      </p:grpSp>
      <p:sp>
        <p:nvSpPr>
          <p:cNvPr id="44" name="Oval 43">
            <a:extLst>
              <a:ext uri="{FF2B5EF4-FFF2-40B4-BE49-F238E27FC236}">
                <a16:creationId xmlns:a16="http://schemas.microsoft.com/office/drawing/2014/main" id="{40666571-B7C5-028A-1D10-544B37C21D20}"/>
              </a:ext>
            </a:extLst>
          </p:cNvPr>
          <p:cNvSpPr/>
          <p:nvPr/>
        </p:nvSpPr>
        <p:spPr>
          <a:xfrm>
            <a:off x="6436055" y="1846637"/>
            <a:ext cx="254643" cy="254643"/>
          </a:xfrm>
          <a:prstGeom prst="ellipse">
            <a:avLst/>
          </a:prstGeom>
          <a:solidFill>
            <a:schemeClr val="bg1"/>
          </a:solidFill>
          <a:ln>
            <a:noFill/>
            <a:prstDash val="dash"/>
          </a:ln>
          <a:effectLst>
            <a:outerShdw blurRad="50800" dist="12700" dir="5400000" algn="t" rotWithShape="0">
              <a:prstClr val="black">
                <a:alpha val="20000"/>
              </a:prstClr>
            </a:outerShdw>
          </a:effectLst>
        </p:spPr>
        <p:txBody>
          <a:bodyPr wrap="square" rtlCol="0" anchor="ctr" anchorCtr="0">
            <a:noAutofit/>
          </a:bodyPr>
          <a:lstStyle/>
          <a:p>
            <a:pPr algn="ctr">
              <a:spcBef>
                <a:spcPts val="400"/>
              </a:spcBef>
              <a:buFont typeface="Arial" panose="020B0604020202020204" pitchFamily="34" charset="0"/>
              <a:buNone/>
            </a:pPr>
            <a:endParaRPr lang="en-US" sz="1600" dirty="0">
              <a:solidFill>
                <a:schemeClr val="tx1">
                  <a:lumMod val="85000"/>
                  <a:lumOff val="15000"/>
                </a:schemeClr>
              </a:solidFill>
            </a:endParaRPr>
          </a:p>
        </p:txBody>
      </p:sp>
      <p:sp>
        <p:nvSpPr>
          <p:cNvPr id="45" name="Oval 44">
            <a:extLst>
              <a:ext uri="{FF2B5EF4-FFF2-40B4-BE49-F238E27FC236}">
                <a16:creationId xmlns:a16="http://schemas.microsoft.com/office/drawing/2014/main" id="{148F9850-1EC6-7055-D5F1-EF7478466DFE}"/>
              </a:ext>
            </a:extLst>
          </p:cNvPr>
          <p:cNvSpPr/>
          <p:nvPr/>
        </p:nvSpPr>
        <p:spPr>
          <a:xfrm>
            <a:off x="6436055" y="2584570"/>
            <a:ext cx="254643" cy="254643"/>
          </a:xfrm>
          <a:prstGeom prst="ellipse">
            <a:avLst/>
          </a:prstGeom>
          <a:solidFill>
            <a:schemeClr val="bg1"/>
          </a:solidFill>
          <a:ln>
            <a:noFill/>
            <a:prstDash val="dash"/>
          </a:ln>
          <a:effectLst>
            <a:outerShdw blurRad="50800" dist="12700" dir="5400000" algn="t" rotWithShape="0">
              <a:prstClr val="black">
                <a:alpha val="20000"/>
              </a:prstClr>
            </a:outerShdw>
          </a:effectLst>
        </p:spPr>
        <p:txBody>
          <a:bodyPr wrap="square" rtlCol="0" anchor="ctr" anchorCtr="0">
            <a:noAutofit/>
          </a:bodyPr>
          <a:lstStyle/>
          <a:p>
            <a:pPr algn="ctr">
              <a:spcBef>
                <a:spcPts val="400"/>
              </a:spcBef>
              <a:buFont typeface="Arial" panose="020B0604020202020204" pitchFamily="34" charset="0"/>
              <a:buNone/>
            </a:pPr>
            <a:endParaRPr lang="en-US" sz="1600" dirty="0">
              <a:solidFill>
                <a:schemeClr val="tx1">
                  <a:lumMod val="85000"/>
                  <a:lumOff val="15000"/>
                </a:schemeClr>
              </a:solidFill>
            </a:endParaRPr>
          </a:p>
        </p:txBody>
      </p:sp>
      <p:sp>
        <p:nvSpPr>
          <p:cNvPr id="46" name="Oval 45">
            <a:extLst>
              <a:ext uri="{FF2B5EF4-FFF2-40B4-BE49-F238E27FC236}">
                <a16:creationId xmlns:a16="http://schemas.microsoft.com/office/drawing/2014/main" id="{3A34A851-FFB3-0F40-800D-13753BFEB1B1}"/>
              </a:ext>
            </a:extLst>
          </p:cNvPr>
          <p:cNvSpPr/>
          <p:nvPr/>
        </p:nvSpPr>
        <p:spPr>
          <a:xfrm>
            <a:off x="6436055" y="4166732"/>
            <a:ext cx="254643" cy="254643"/>
          </a:xfrm>
          <a:prstGeom prst="ellipse">
            <a:avLst/>
          </a:prstGeom>
          <a:solidFill>
            <a:schemeClr val="bg1"/>
          </a:solidFill>
          <a:ln>
            <a:noFill/>
            <a:prstDash val="dash"/>
          </a:ln>
          <a:effectLst>
            <a:outerShdw blurRad="50800" dist="12700" dir="5400000" algn="t" rotWithShape="0">
              <a:prstClr val="black">
                <a:alpha val="20000"/>
              </a:prstClr>
            </a:outerShdw>
          </a:effectLst>
        </p:spPr>
        <p:txBody>
          <a:bodyPr wrap="square" rtlCol="0" anchor="ctr" anchorCtr="0">
            <a:noAutofit/>
          </a:bodyPr>
          <a:lstStyle/>
          <a:p>
            <a:pPr algn="ctr">
              <a:spcBef>
                <a:spcPts val="400"/>
              </a:spcBef>
              <a:buFont typeface="Arial" panose="020B0604020202020204" pitchFamily="34" charset="0"/>
              <a:buNone/>
            </a:pPr>
            <a:endParaRPr lang="en-US" sz="1600" dirty="0">
              <a:solidFill>
                <a:schemeClr val="tx1">
                  <a:lumMod val="85000"/>
                  <a:lumOff val="15000"/>
                </a:schemeClr>
              </a:solidFill>
            </a:endParaRPr>
          </a:p>
        </p:txBody>
      </p:sp>
      <p:sp>
        <p:nvSpPr>
          <p:cNvPr id="47" name="Oval 46">
            <a:extLst>
              <a:ext uri="{FF2B5EF4-FFF2-40B4-BE49-F238E27FC236}">
                <a16:creationId xmlns:a16="http://schemas.microsoft.com/office/drawing/2014/main" id="{CC095920-322B-6110-AAF3-5E33CCB4A5C1}"/>
              </a:ext>
            </a:extLst>
          </p:cNvPr>
          <p:cNvSpPr/>
          <p:nvPr/>
        </p:nvSpPr>
        <p:spPr>
          <a:xfrm>
            <a:off x="6436055" y="4962315"/>
            <a:ext cx="254643" cy="254643"/>
          </a:xfrm>
          <a:prstGeom prst="ellipse">
            <a:avLst/>
          </a:prstGeom>
          <a:solidFill>
            <a:schemeClr val="bg1"/>
          </a:solidFill>
          <a:ln>
            <a:noFill/>
            <a:prstDash val="dash"/>
          </a:ln>
          <a:effectLst>
            <a:outerShdw blurRad="50800" dist="12700" dir="5400000" algn="t" rotWithShape="0">
              <a:prstClr val="black">
                <a:alpha val="20000"/>
              </a:prstClr>
            </a:outerShdw>
          </a:effectLst>
        </p:spPr>
        <p:txBody>
          <a:bodyPr wrap="square" rtlCol="0" anchor="ctr" anchorCtr="0">
            <a:noAutofit/>
          </a:bodyPr>
          <a:lstStyle/>
          <a:p>
            <a:pPr algn="ctr">
              <a:spcBef>
                <a:spcPts val="400"/>
              </a:spcBef>
              <a:buFont typeface="Arial" panose="020B0604020202020204" pitchFamily="34" charset="0"/>
              <a:buNone/>
            </a:pPr>
            <a:endParaRPr lang="en-US" sz="1600" dirty="0">
              <a:solidFill>
                <a:schemeClr val="tx1">
                  <a:lumMod val="85000"/>
                  <a:lumOff val="15000"/>
                </a:schemeClr>
              </a:solidFill>
            </a:endParaRPr>
          </a:p>
        </p:txBody>
      </p:sp>
      <p:cxnSp>
        <p:nvCxnSpPr>
          <p:cNvPr id="48" name="Straight Connector 47">
            <a:extLst>
              <a:ext uri="{FF2B5EF4-FFF2-40B4-BE49-F238E27FC236}">
                <a16:creationId xmlns:a16="http://schemas.microsoft.com/office/drawing/2014/main" id="{23C8E1E9-E3AA-82C2-63C4-C33B00C49FAC}"/>
              </a:ext>
            </a:extLst>
          </p:cNvPr>
          <p:cNvCxnSpPr/>
          <p:nvPr/>
        </p:nvCxnSpPr>
        <p:spPr>
          <a:xfrm flipH="1">
            <a:off x="4861901" y="1973959"/>
            <a:ext cx="1689904" cy="0"/>
          </a:xfrm>
          <a:prstGeom prst="line">
            <a:avLst/>
          </a:prstGeom>
          <a:ln>
            <a:gradFill>
              <a:gsLst>
                <a:gs pos="0">
                  <a:schemeClr val="accent1"/>
                </a:gs>
                <a:gs pos="100000">
                  <a:schemeClr val="accent2"/>
                </a:gs>
              </a:gsLst>
              <a:lin ang="4200000" scaled="0"/>
            </a:gradFill>
            <a:prstDash val="dash"/>
            <a:headEnd type="oval"/>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9F8CB9CE-B1DE-99A6-D649-A6422C37AED7}"/>
              </a:ext>
            </a:extLst>
          </p:cNvPr>
          <p:cNvSpPr/>
          <p:nvPr/>
        </p:nvSpPr>
        <p:spPr>
          <a:xfrm>
            <a:off x="803428" y="1653976"/>
            <a:ext cx="4048461" cy="646331"/>
          </a:xfrm>
          <a:prstGeom prst="rect">
            <a:avLst/>
          </a:prstGeom>
          <a:ln>
            <a:solidFill>
              <a:schemeClr val="accent1"/>
            </a:solidFill>
            <a:prstDash val="dash"/>
            <a:headEnd type="oval"/>
          </a:ln>
        </p:spPr>
        <p:style>
          <a:lnRef idx="1">
            <a:schemeClr val="accent1"/>
          </a:lnRef>
          <a:fillRef idx="0">
            <a:schemeClr val="accent1"/>
          </a:fillRef>
          <a:effectRef idx="0">
            <a:schemeClr val="accent1"/>
          </a:effectRef>
          <a:fontRef idx="minor">
            <a:schemeClr val="tx1"/>
          </a:fontRef>
        </p:style>
        <p:txBody>
          <a:bodyPr wrap="square" anchor="ctr" anchorCtr="0">
            <a:noAutofit/>
          </a:bodyPr>
          <a:lstStyle/>
          <a:p>
            <a:pPr algn="r" rtl="1"/>
            <a:r>
              <a:rPr lang="ar-SA" sz="1600" dirty="0"/>
              <a:t>الرؤية والرسالة لتوضيح الاتجاهات المستقبلية المرغوب الوصل إليها، وكيفية العمل لتحقيق الأهداف</a:t>
            </a:r>
          </a:p>
        </p:txBody>
      </p:sp>
      <p:cxnSp>
        <p:nvCxnSpPr>
          <p:cNvPr id="50" name="Straight Connector 49">
            <a:extLst>
              <a:ext uri="{FF2B5EF4-FFF2-40B4-BE49-F238E27FC236}">
                <a16:creationId xmlns:a16="http://schemas.microsoft.com/office/drawing/2014/main" id="{C5059229-CD6E-956C-DFA0-C2EF20700CC3}"/>
              </a:ext>
            </a:extLst>
          </p:cNvPr>
          <p:cNvCxnSpPr/>
          <p:nvPr/>
        </p:nvCxnSpPr>
        <p:spPr>
          <a:xfrm flipH="1">
            <a:off x="4861901" y="2711891"/>
            <a:ext cx="1689904" cy="0"/>
          </a:xfrm>
          <a:prstGeom prst="line">
            <a:avLst/>
          </a:prstGeom>
          <a:ln>
            <a:gradFill>
              <a:gsLst>
                <a:gs pos="0">
                  <a:schemeClr val="accent1"/>
                </a:gs>
                <a:gs pos="100000">
                  <a:schemeClr val="accent2"/>
                </a:gs>
              </a:gsLst>
              <a:lin ang="4200000" scaled="0"/>
            </a:gradFill>
            <a:prstDash val="dash"/>
            <a:headEnd type="oval"/>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27932343-599B-5265-64FD-A550A83257B3}"/>
              </a:ext>
            </a:extLst>
          </p:cNvPr>
          <p:cNvSpPr/>
          <p:nvPr/>
        </p:nvSpPr>
        <p:spPr>
          <a:xfrm>
            <a:off x="803428" y="2388726"/>
            <a:ext cx="4048461" cy="646331"/>
          </a:xfrm>
          <a:prstGeom prst="rect">
            <a:avLst/>
          </a:prstGeom>
          <a:ln>
            <a:solidFill>
              <a:schemeClr val="accent1"/>
            </a:solidFill>
            <a:prstDash val="dash"/>
            <a:headEnd type="oval"/>
          </a:ln>
        </p:spPr>
        <p:style>
          <a:lnRef idx="1">
            <a:schemeClr val="accent1"/>
          </a:lnRef>
          <a:fillRef idx="0">
            <a:schemeClr val="accent1"/>
          </a:fillRef>
          <a:effectRef idx="0">
            <a:schemeClr val="accent1"/>
          </a:effectRef>
          <a:fontRef idx="minor">
            <a:schemeClr val="tx1"/>
          </a:fontRef>
        </p:style>
        <p:txBody>
          <a:bodyPr wrap="square" anchor="ctr" anchorCtr="0">
            <a:noAutofit/>
          </a:bodyPr>
          <a:lstStyle/>
          <a:p>
            <a:pPr algn="r" rtl="1"/>
            <a:r>
              <a:rPr lang="ar-SA" sz="1600" dirty="0"/>
              <a:t>القيم والتي تمثل </a:t>
            </a:r>
            <a:r>
              <a:rPr lang="ar-EG" sz="1600" dirty="0"/>
              <a:t>أهم </a:t>
            </a:r>
            <a:r>
              <a:rPr lang="ar-AE" sz="1600" dirty="0">
                <a:solidFill>
                  <a:schemeClr val="tx1">
                    <a:lumMod val="85000"/>
                    <a:lumOff val="15000"/>
                  </a:schemeClr>
                </a:solidFill>
              </a:rPr>
              <a:t>المبادئ والمعتقدات </a:t>
            </a:r>
            <a:r>
              <a:rPr lang="ar-EG" sz="1600" dirty="0">
                <a:solidFill>
                  <a:schemeClr val="tx1">
                    <a:lumMod val="85000"/>
                    <a:lumOff val="15000"/>
                  </a:schemeClr>
                </a:solidFill>
              </a:rPr>
              <a:t>و</a:t>
            </a:r>
            <a:r>
              <a:rPr lang="ar-EG" sz="1600" dirty="0"/>
              <a:t>السلوكيات </a:t>
            </a:r>
            <a:r>
              <a:rPr lang="ar-SA" sz="1600" dirty="0"/>
              <a:t>التي يجب </a:t>
            </a:r>
            <a:r>
              <a:rPr lang="ar-EG" sz="1600" dirty="0"/>
              <a:t>ترسيخها </a:t>
            </a:r>
            <a:r>
              <a:rPr lang="ar-SA" sz="1600" dirty="0"/>
              <a:t>بين فريق العمل</a:t>
            </a:r>
          </a:p>
        </p:txBody>
      </p:sp>
      <p:cxnSp>
        <p:nvCxnSpPr>
          <p:cNvPr id="52" name="Straight Connector 51">
            <a:extLst>
              <a:ext uri="{FF2B5EF4-FFF2-40B4-BE49-F238E27FC236}">
                <a16:creationId xmlns:a16="http://schemas.microsoft.com/office/drawing/2014/main" id="{6B046A9B-2961-4704-7301-FFE2BB97E3F8}"/>
              </a:ext>
            </a:extLst>
          </p:cNvPr>
          <p:cNvCxnSpPr/>
          <p:nvPr/>
        </p:nvCxnSpPr>
        <p:spPr>
          <a:xfrm flipH="1">
            <a:off x="4861901" y="4294053"/>
            <a:ext cx="1689904" cy="0"/>
          </a:xfrm>
          <a:prstGeom prst="line">
            <a:avLst/>
          </a:prstGeom>
          <a:ln>
            <a:gradFill>
              <a:gsLst>
                <a:gs pos="0">
                  <a:schemeClr val="accent1"/>
                </a:gs>
                <a:gs pos="100000">
                  <a:schemeClr val="accent2"/>
                </a:gs>
              </a:gsLst>
              <a:lin ang="4200000" scaled="0"/>
            </a:gradFill>
            <a:prstDash val="dash"/>
            <a:headEnd type="oval"/>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5B1DE3D8-028F-99D2-417B-DAE55BB197E1}"/>
              </a:ext>
            </a:extLst>
          </p:cNvPr>
          <p:cNvSpPr/>
          <p:nvPr/>
        </p:nvSpPr>
        <p:spPr>
          <a:xfrm>
            <a:off x="803428" y="3970888"/>
            <a:ext cx="4048461" cy="646331"/>
          </a:xfrm>
          <a:prstGeom prst="rect">
            <a:avLst/>
          </a:prstGeom>
          <a:ln>
            <a:solidFill>
              <a:schemeClr val="accent1"/>
            </a:solidFill>
            <a:prstDash val="dash"/>
            <a:headEnd type="oval"/>
          </a:ln>
        </p:spPr>
        <p:style>
          <a:lnRef idx="1">
            <a:schemeClr val="accent1"/>
          </a:lnRef>
          <a:fillRef idx="0">
            <a:schemeClr val="accent1"/>
          </a:fillRef>
          <a:effectRef idx="0">
            <a:schemeClr val="accent1"/>
          </a:effectRef>
          <a:fontRef idx="minor">
            <a:schemeClr val="tx1"/>
          </a:fontRef>
        </p:style>
        <p:txBody>
          <a:bodyPr wrap="square" anchor="ctr" anchorCtr="0">
            <a:noAutofit/>
          </a:bodyPr>
          <a:lstStyle/>
          <a:p>
            <a:pPr algn="r" rtl="1"/>
            <a:r>
              <a:rPr lang="ar-SA" sz="1600" dirty="0"/>
              <a:t>الأهداف الاستراتيجية لتحديد المبادرات والمشاريع لقياس مدى التقدم في تحقيق أهداف الوزارة</a:t>
            </a:r>
          </a:p>
        </p:txBody>
      </p:sp>
      <p:cxnSp>
        <p:nvCxnSpPr>
          <p:cNvPr id="54" name="Straight Connector 53">
            <a:extLst>
              <a:ext uri="{FF2B5EF4-FFF2-40B4-BE49-F238E27FC236}">
                <a16:creationId xmlns:a16="http://schemas.microsoft.com/office/drawing/2014/main" id="{FDBF76F7-6BD0-F14E-3E65-71690F2A81C5}"/>
              </a:ext>
            </a:extLst>
          </p:cNvPr>
          <p:cNvCxnSpPr/>
          <p:nvPr/>
        </p:nvCxnSpPr>
        <p:spPr>
          <a:xfrm flipH="1">
            <a:off x="4861901" y="5089636"/>
            <a:ext cx="1689904" cy="0"/>
          </a:xfrm>
          <a:prstGeom prst="line">
            <a:avLst/>
          </a:prstGeom>
          <a:ln>
            <a:gradFill>
              <a:gsLst>
                <a:gs pos="0">
                  <a:schemeClr val="accent1"/>
                </a:gs>
                <a:gs pos="100000">
                  <a:schemeClr val="accent2"/>
                </a:gs>
              </a:gsLst>
              <a:lin ang="4200000" scaled="0"/>
            </a:gradFill>
            <a:prstDash val="dash"/>
            <a:headEnd type="oval"/>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248371D8-1F74-3A33-88E9-ABCF108C33DF}"/>
              </a:ext>
            </a:extLst>
          </p:cNvPr>
          <p:cNvSpPr/>
          <p:nvPr/>
        </p:nvSpPr>
        <p:spPr>
          <a:xfrm>
            <a:off x="740324" y="4766471"/>
            <a:ext cx="4111565" cy="757182"/>
          </a:xfrm>
          <a:prstGeom prst="rect">
            <a:avLst/>
          </a:prstGeom>
          <a:ln>
            <a:solidFill>
              <a:schemeClr val="accent1"/>
            </a:solidFill>
            <a:prstDash val="dash"/>
            <a:headEnd type="oval"/>
          </a:ln>
        </p:spPr>
        <p:style>
          <a:lnRef idx="1">
            <a:schemeClr val="accent1"/>
          </a:lnRef>
          <a:fillRef idx="0">
            <a:schemeClr val="accent1"/>
          </a:fillRef>
          <a:effectRef idx="0">
            <a:schemeClr val="accent1"/>
          </a:effectRef>
          <a:fontRef idx="minor">
            <a:schemeClr val="tx1"/>
          </a:fontRef>
        </p:style>
        <p:txBody>
          <a:bodyPr wrap="square" anchor="ctr" anchorCtr="0">
            <a:noAutofit/>
          </a:bodyPr>
          <a:lstStyle/>
          <a:p>
            <a:pPr algn="r" rtl="1"/>
            <a:endParaRPr lang="ar-SA" sz="1600" dirty="0"/>
          </a:p>
        </p:txBody>
      </p:sp>
      <p:sp>
        <p:nvSpPr>
          <p:cNvPr id="56" name="Rounded Rectangle 148">
            <a:extLst>
              <a:ext uri="{FF2B5EF4-FFF2-40B4-BE49-F238E27FC236}">
                <a16:creationId xmlns:a16="http://schemas.microsoft.com/office/drawing/2014/main" id="{C27667D3-B2D2-6EE4-80C7-94E4703F7321}"/>
              </a:ext>
            </a:extLst>
          </p:cNvPr>
          <p:cNvSpPr/>
          <p:nvPr/>
        </p:nvSpPr>
        <p:spPr>
          <a:xfrm>
            <a:off x="7055515" y="3272140"/>
            <a:ext cx="2777142" cy="461665"/>
          </a:xfrm>
          <a:prstGeom prst="rect">
            <a:avLst/>
          </a:prstGeom>
          <a:noFill/>
          <a:ln w="9525" cap="flat" cmpd="sng" algn="ctr">
            <a:noFill/>
            <a:prstDash val="solid"/>
          </a:ln>
          <a:effectLst/>
        </p:spPr>
        <p:txBody>
          <a:bodyPr wrap="square" rtlCol="0" anchor="ctr">
            <a:spAutoFit/>
          </a:bodyPr>
          <a:lstStyle/>
          <a:p>
            <a:pPr algn="r" defTabSz="683717" rtl="1"/>
            <a:r>
              <a:rPr lang="ar-EG" sz="2400" b="1" kern="0" dirty="0">
                <a:solidFill>
                  <a:schemeClr val="accent1"/>
                </a:solidFill>
              </a:rPr>
              <a:t>الركائز الاستراتيجية </a:t>
            </a:r>
          </a:p>
        </p:txBody>
      </p:sp>
      <p:sp>
        <p:nvSpPr>
          <p:cNvPr id="57" name="Oval 56">
            <a:extLst>
              <a:ext uri="{FF2B5EF4-FFF2-40B4-BE49-F238E27FC236}">
                <a16:creationId xmlns:a16="http://schemas.microsoft.com/office/drawing/2014/main" id="{43BD2E90-84FD-1786-0B57-BB784F970D87}"/>
              </a:ext>
            </a:extLst>
          </p:cNvPr>
          <p:cNvSpPr/>
          <p:nvPr/>
        </p:nvSpPr>
        <p:spPr>
          <a:xfrm>
            <a:off x="6436055" y="3375651"/>
            <a:ext cx="254643" cy="254643"/>
          </a:xfrm>
          <a:prstGeom prst="ellipse">
            <a:avLst/>
          </a:prstGeom>
          <a:solidFill>
            <a:schemeClr val="bg1"/>
          </a:solidFill>
          <a:ln>
            <a:noFill/>
            <a:prstDash val="dash"/>
          </a:ln>
          <a:effectLst>
            <a:outerShdw blurRad="50800" dist="12700" dir="5400000" algn="t" rotWithShape="0">
              <a:prstClr val="black">
                <a:alpha val="20000"/>
              </a:prstClr>
            </a:outerShdw>
          </a:effectLst>
        </p:spPr>
        <p:txBody>
          <a:bodyPr wrap="square" rtlCol="0" anchor="ctr" anchorCtr="0">
            <a:noAutofit/>
          </a:bodyPr>
          <a:lstStyle/>
          <a:p>
            <a:pPr algn="ctr">
              <a:spcBef>
                <a:spcPts val="400"/>
              </a:spcBef>
              <a:buFont typeface="Arial" panose="020B0604020202020204" pitchFamily="34" charset="0"/>
              <a:buNone/>
            </a:pPr>
            <a:endParaRPr lang="en-US" sz="1600" dirty="0">
              <a:solidFill>
                <a:schemeClr val="tx1">
                  <a:lumMod val="85000"/>
                  <a:lumOff val="15000"/>
                </a:schemeClr>
              </a:solidFill>
            </a:endParaRPr>
          </a:p>
        </p:txBody>
      </p:sp>
      <p:cxnSp>
        <p:nvCxnSpPr>
          <p:cNvPr id="58" name="Straight Connector 57">
            <a:extLst>
              <a:ext uri="{FF2B5EF4-FFF2-40B4-BE49-F238E27FC236}">
                <a16:creationId xmlns:a16="http://schemas.microsoft.com/office/drawing/2014/main" id="{9938E29E-D7C5-D196-C841-EE06234F1184}"/>
              </a:ext>
            </a:extLst>
          </p:cNvPr>
          <p:cNvCxnSpPr/>
          <p:nvPr/>
        </p:nvCxnSpPr>
        <p:spPr>
          <a:xfrm flipH="1">
            <a:off x="4861901" y="3502972"/>
            <a:ext cx="1689904" cy="0"/>
          </a:xfrm>
          <a:prstGeom prst="line">
            <a:avLst/>
          </a:prstGeom>
          <a:ln>
            <a:gradFill>
              <a:gsLst>
                <a:gs pos="0">
                  <a:schemeClr val="accent1"/>
                </a:gs>
                <a:gs pos="100000">
                  <a:schemeClr val="accent2"/>
                </a:gs>
              </a:gsLst>
              <a:lin ang="4200000" scaled="0"/>
            </a:gradFill>
            <a:prstDash val="dash"/>
            <a:headEnd type="oval"/>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CC4531F2-8C5C-32AA-CAD9-73167E26936B}"/>
              </a:ext>
            </a:extLst>
          </p:cNvPr>
          <p:cNvSpPr/>
          <p:nvPr/>
        </p:nvSpPr>
        <p:spPr>
          <a:xfrm>
            <a:off x="803428" y="3179807"/>
            <a:ext cx="4048461" cy="646331"/>
          </a:xfrm>
          <a:prstGeom prst="rect">
            <a:avLst/>
          </a:prstGeom>
          <a:ln>
            <a:solidFill>
              <a:schemeClr val="accent1"/>
            </a:solidFill>
            <a:prstDash val="dash"/>
            <a:headEnd type="oval"/>
          </a:ln>
        </p:spPr>
        <p:style>
          <a:lnRef idx="1">
            <a:schemeClr val="accent1"/>
          </a:lnRef>
          <a:fillRef idx="0">
            <a:schemeClr val="accent1"/>
          </a:fillRef>
          <a:effectRef idx="0">
            <a:schemeClr val="accent1"/>
          </a:effectRef>
          <a:fontRef idx="minor">
            <a:schemeClr val="tx1"/>
          </a:fontRef>
        </p:style>
        <p:txBody>
          <a:bodyPr wrap="square" anchor="ctr" anchorCtr="0">
            <a:noAutofit/>
          </a:bodyPr>
          <a:lstStyle/>
          <a:p>
            <a:pPr algn="r" rtl="1"/>
            <a:r>
              <a:rPr lang="ar-SA" sz="1600" dirty="0"/>
              <a:t>الركائز وهي التوجهات الأساسية والعليا </a:t>
            </a:r>
          </a:p>
        </p:txBody>
      </p:sp>
      <p:grpSp>
        <p:nvGrpSpPr>
          <p:cNvPr id="60" name="Group 59">
            <a:extLst>
              <a:ext uri="{FF2B5EF4-FFF2-40B4-BE49-F238E27FC236}">
                <a16:creationId xmlns:a16="http://schemas.microsoft.com/office/drawing/2014/main" id="{B696B6CA-0ACF-0435-2D0B-5A6EC0A80E38}"/>
              </a:ext>
            </a:extLst>
          </p:cNvPr>
          <p:cNvGrpSpPr>
            <a:grpSpLocks noChangeAspect="1"/>
          </p:cNvGrpSpPr>
          <p:nvPr/>
        </p:nvGrpSpPr>
        <p:grpSpPr>
          <a:xfrm>
            <a:off x="10007980" y="3347963"/>
            <a:ext cx="320040" cy="310018"/>
            <a:chOff x="338138" y="222251"/>
            <a:chExt cx="2281238" cy="2209800"/>
          </a:xfrm>
          <a:gradFill>
            <a:gsLst>
              <a:gs pos="17000">
                <a:schemeClr val="accent1"/>
              </a:gs>
              <a:gs pos="100000">
                <a:schemeClr val="accent2"/>
              </a:gs>
            </a:gsLst>
            <a:lin ang="11400000" scaled="0"/>
          </a:gradFill>
        </p:grpSpPr>
        <p:sp>
          <p:nvSpPr>
            <p:cNvPr id="61" name="Freeform 9">
              <a:extLst>
                <a:ext uri="{FF2B5EF4-FFF2-40B4-BE49-F238E27FC236}">
                  <a16:creationId xmlns:a16="http://schemas.microsoft.com/office/drawing/2014/main" id="{F8A2986C-92F1-A360-D387-1EAF087EEE82}"/>
                </a:ext>
              </a:extLst>
            </p:cNvPr>
            <p:cNvSpPr>
              <a:spLocks noEditPoints="1"/>
            </p:cNvSpPr>
            <p:nvPr/>
          </p:nvSpPr>
          <p:spPr bwMode="auto">
            <a:xfrm>
              <a:off x="338138" y="222251"/>
              <a:ext cx="2281238" cy="985838"/>
            </a:xfrm>
            <a:custGeom>
              <a:avLst/>
              <a:gdLst>
                <a:gd name="T0" fmla="*/ 563 w 6046"/>
                <a:gd name="T1" fmla="*/ 288 h 2614"/>
                <a:gd name="T2" fmla="*/ 69 w 6046"/>
                <a:gd name="T3" fmla="*/ 978 h 2614"/>
                <a:gd name="T4" fmla="*/ 29 w 6046"/>
                <a:gd name="T5" fmla="*/ 1717 h 2614"/>
                <a:gd name="T6" fmla="*/ 388 w 6046"/>
                <a:gd name="T7" fmla="*/ 2300 h 2614"/>
                <a:gd name="T8" fmla="*/ 1051 w 6046"/>
                <a:gd name="T9" fmla="*/ 2607 h 2614"/>
                <a:gd name="T10" fmla="*/ 1576 w 6046"/>
                <a:gd name="T11" fmla="*/ 2526 h 2614"/>
                <a:gd name="T12" fmla="*/ 2023 w 6046"/>
                <a:gd name="T13" fmla="*/ 2133 h 2614"/>
                <a:gd name="T14" fmla="*/ 2162 w 6046"/>
                <a:gd name="T15" fmla="*/ 1637 h 2614"/>
                <a:gd name="T16" fmla="*/ 2015 w 6046"/>
                <a:gd name="T17" fmla="*/ 1151 h 2614"/>
                <a:gd name="T18" fmla="*/ 1405 w 6046"/>
                <a:gd name="T19" fmla="*/ 798 h 2614"/>
                <a:gd name="T20" fmla="*/ 909 w 6046"/>
                <a:gd name="T21" fmla="*/ 1011 h 2614"/>
                <a:gd name="T22" fmla="*/ 840 w 6046"/>
                <a:gd name="T23" fmla="*/ 1475 h 2614"/>
                <a:gd name="T24" fmla="*/ 1145 w 6046"/>
                <a:gd name="T25" fmla="*/ 1798 h 2614"/>
                <a:gd name="T26" fmla="*/ 1687 w 6046"/>
                <a:gd name="T27" fmla="*/ 1693 h 2614"/>
                <a:gd name="T28" fmla="*/ 1575 w 6046"/>
                <a:gd name="T29" fmla="*/ 2029 h 2614"/>
                <a:gd name="T30" fmla="*/ 1025 w 6046"/>
                <a:gd name="T31" fmla="*/ 2180 h 2614"/>
                <a:gd name="T32" fmla="*/ 503 w 6046"/>
                <a:gd name="T33" fmla="*/ 1786 h 2614"/>
                <a:gd name="T34" fmla="*/ 453 w 6046"/>
                <a:gd name="T35" fmla="*/ 1144 h 2614"/>
                <a:gd name="T36" fmla="*/ 918 w 6046"/>
                <a:gd name="T37" fmla="*/ 558 h 2614"/>
                <a:gd name="T38" fmla="*/ 2376 w 6046"/>
                <a:gd name="T39" fmla="*/ 415 h 2614"/>
                <a:gd name="T40" fmla="*/ 4949 w 6046"/>
                <a:gd name="T41" fmla="*/ 473 h 2614"/>
                <a:gd name="T42" fmla="*/ 5402 w 6046"/>
                <a:gd name="T43" fmla="*/ 789 h 2614"/>
                <a:gd name="T44" fmla="*/ 5625 w 6046"/>
                <a:gd name="T45" fmla="*/ 1301 h 2614"/>
                <a:gd name="T46" fmla="*/ 5567 w 6046"/>
                <a:gd name="T47" fmla="*/ 1735 h 2614"/>
                <a:gd name="T48" fmla="*/ 5238 w 6046"/>
                <a:gd name="T49" fmla="*/ 2098 h 2614"/>
                <a:gd name="T50" fmla="*/ 4845 w 6046"/>
                <a:gd name="T51" fmla="*/ 2193 h 2614"/>
                <a:gd name="T52" fmla="*/ 4480 w 6046"/>
                <a:gd name="T53" fmla="*/ 2038 h 2614"/>
                <a:gd name="T54" fmla="*/ 4310 w 6046"/>
                <a:gd name="T55" fmla="*/ 1719 h 2614"/>
                <a:gd name="T56" fmla="*/ 4582 w 6046"/>
                <a:gd name="T57" fmla="*/ 1815 h 2614"/>
                <a:gd name="T58" fmla="*/ 4948 w 6046"/>
                <a:gd name="T59" fmla="*/ 1779 h 2614"/>
                <a:gd name="T60" fmla="*/ 5217 w 6046"/>
                <a:gd name="T61" fmla="*/ 1447 h 2614"/>
                <a:gd name="T62" fmla="*/ 5187 w 6046"/>
                <a:gd name="T63" fmla="*/ 1099 h 2614"/>
                <a:gd name="T64" fmla="*/ 4854 w 6046"/>
                <a:gd name="T65" fmla="*/ 811 h 2614"/>
                <a:gd name="T66" fmla="*/ 4228 w 6046"/>
                <a:gd name="T67" fmla="*/ 951 h 2614"/>
                <a:gd name="T68" fmla="*/ 3950 w 6046"/>
                <a:gd name="T69" fmla="*/ 1296 h 2614"/>
                <a:gd name="T70" fmla="*/ 3900 w 6046"/>
                <a:gd name="T71" fmla="*/ 1801 h 2614"/>
                <a:gd name="T72" fmla="*/ 4210 w 6046"/>
                <a:gd name="T73" fmla="*/ 2359 h 2614"/>
                <a:gd name="T74" fmla="*/ 4646 w 6046"/>
                <a:gd name="T75" fmla="*/ 2588 h 2614"/>
                <a:gd name="T76" fmla="*/ 5186 w 6046"/>
                <a:gd name="T77" fmla="*/ 2567 h 2614"/>
                <a:gd name="T78" fmla="*/ 5732 w 6046"/>
                <a:gd name="T79" fmla="*/ 2237 h 2614"/>
                <a:gd name="T80" fmla="*/ 6031 w 6046"/>
                <a:gd name="T81" fmla="*/ 1641 h 2614"/>
                <a:gd name="T82" fmla="*/ 6007 w 6046"/>
                <a:gd name="T83" fmla="*/ 1074 h 2614"/>
                <a:gd name="T84" fmla="*/ 5696 w 6046"/>
                <a:gd name="T85" fmla="*/ 490 h 2614"/>
                <a:gd name="T86" fmla="*/ 5125 w 6046"/>
                <a:gd name="T87" fmla="*/ 91 h 2614"/>
                <a:gd name="T88" fmla="*/ 3007 w 6046"/>
                <a:gd name="T89" fmla="*/ 1 h 2614"/>
                <a:gd name="T90" fmla="*/ 1644 w 6046"/>
                <a:gd name="T91" fmla="*/ 1252 h 2614"/>
                <a:gd name="T92" fmla="*/ 1547 w 6046"/>
                <a:gd name="T93" fmla="*/ 1596 h 2614"/>
                <a:gd name="T94" fmla="*/ 1235 w 6046"/>
                <a:gd name="T95" fmla="*/ 1646 h 2614"/>
                <a:gd name="T96" fmla="*/ 1043 w 6046"/>
                <a:gd name="T97" fmla="*/ 1392 h 2614"/>
                <a:gd name="T98" fmla="*/ 1184 w 6046"/>
                <a:gd name="T99" fmla="*/ 1098 h 2614"/>
                <a:gd name="T100" fmla="*/ 1442 w 6046"/>
                <a:gd name="T101" fmla="*/ 1063 h 2614"/>
                <a:gd name="T102" fmla="*/ 4940 w 6046"/>
                <a:gd name="T103" fmla="*/ 1163 h 2614"/>
                <a:gd name="T104" fmla="*/ 4967 w 6046"/>
                <a:gd name="T105" fmla="*/ 1508 h 2614"/>
                <a:gd name="T106" fmla="*/ 4645 w 6046"/>
                <a:gd name="T107" fmla="*/ 1664 h 2614"/>
                <a:gd name="T108" fmla="*/ 4421 w 6046"/>
                <a:gd name="T109" fmla="*/ 1505 h 2614"/>
                <a:gd name="T110" fmla="*/ 4419 w 6046"/>
                <a:gd name="T111" fmla="*/ 1222 h 2614"/>
                <a:gd name="T112" fmla="*/ 4655 w 6046"/>
                <a:gd name="T113" fmla="*/ 1052 h 2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046" h="2614">
                  <a:moveTo>
                    <a:pt x="1200" y="16"/>
                  </a:moveTo>
                  <a:lnTo>
                    <a:pt x="1135" y="28"/>
                  </a:lnTo>
                  <a:lnTo>
                    <a:pt x="1009" y="61"/>
                  </a:lnTo>
                  <a:lnTo>
                    <a:pt x="889" y="104"/>
                  </a:lnTo>
                  <a:lnTo>
                    <a:pt x="774" y="156"/>
                  </a:lnTo>
                  <a:lnTo>
                    <a:pt x="665" y="218"/>
                  </a:lnTo>
                  <a:lnTo>
                    <a:pt x="563" y="288"/>
                  </a:lnTo>
                  <a:lnTo>
                    <a:pt x="468" y="367"/>
                  </a:lnTo>
                  <a:lnTo>
                    <a:pt x="380" y="453"/>
                  </a:lnTo>
                  <a:lnTo>
                    <a:pt x="300" y="546"/>
                  </a:lnTo>
                  <a:lnTo>
                    <a:pt x="229" y="645"/>
                  </a:lnTo>
                  <a:lnTo>
                    <a:pt x="166" y="751"/>
                  </a:lnTo>
                  <a:lnTo>
                    <a:pt x="113" y="862"/>
                  </a:lnTo>
                  <a:lnTo>
                    <a:pt x="69" y="978"/>
                  </a:lnTo>
                  <a:lnTo>
                    <a:pt x="36" y="1098"/>
                  </a:lnTo>
                  <a:lnTo>
                    <a:pt x="13" y="1223"/>
                  </a:lnTo>
                  <a:lnTo>
                    <a:pt x="1" y="1351"/>
                  </a:lnTo>
                  <a:lnTo>
                    <a:pt x="0" y="1416"/>
                  </a:lnTo>
                  <a:lnTo>
                    <a:pt x="0" y="1481"/>
                  </a:lnTo>
                  <a:lnTo>
                    <a:pt x="10" y="1603"/>
                  </a:lnTo>
                  <a:lnTo>
                    <a:pt x="29" y="1717"/>
                  </a:lnTo>
                  <a:lnTo>
                    <a:pt x="59" y="1824"/>
                  </a:lnTo>
                  <a:lnTo>
                    <a:pt x="101" y="1926"/>
                  </a:lnTo>
                  <a:lnTo>
                    <a:pt x="155" y="2023"/>
                  </a:lnTo>
                  <a:lnTo>
                    <a:pt x="221" y="2118"/>
                  </a:lnTo>
                  <a:lnTo>
                    <a:pt x="301" y="2212"/>
                  </a:lnTo>
                  <a:lnTo>
                    <a:pt x="347" y="2259"/>
                  </a:lnTo>
                  <a:lnTo>
                    <a:pt x="388" y="2300"/>
                  </a:lnTo>
                  <a:lnTo>
                    <a:pt x="473" y="2373"/>
                  </a:lnTo>
                  <a:lnTo>
                    <a:pt x="560" y="2436"/>
                  </a:lnTo>
                  <a:lnTo>
                    <a:pt x="650" y="2488"/>
                  </a:lnTo>
                  <a:lnTo>
                    <a:pt x="744" y="2532"/>
                  </a:lnTo>
                  <a:lnTo>
                    <a:pt x="841" y="2566"/>
                  </a:lnTo>
                  <a:lnTo>
                    <a:pt x="943" y="2590"/>
                  </a:lnTo>
                  <a:lnTo>
                    <a:pt x="1051" y="2607"/>
                  </a:lnTo>
                  <a:lnTo>
                    <a:pt x="1107" y="2611"/>
                  </a:lnTo>
                  <a:lnTo>
                    <a:pt x="1151" y="2613"/>
                  </a:lnTo>
                  <a:lnTo>
                    <a:pt x="1240" y="2611"/>
                  </a:lnTo>
                  <a:lnTo>
                    <a:pt x="1327" y="2601"/>
                  </a:lnTo>
                  <a:lnTo>
                    <a:pt x="1413" y="2583"/>
                  </a:lnTo>
                  <a:lnTo>
                    <a:pt x="1496" y="2558"/>
                  </a:lnTo>
                  <a:lnTo>
                    <a:pt x="1576" y="2526"/>
                  </a:lnTo>
                  <a:lnTo>
                    <a:pt x="1653" y="2487"/>
                  </a:lnTo>
                  <a:lnTo>
                    <a:pt x="1726" y="2442"/>
                  </a:lnTo>
                  <a:lnTo>
                    <a:pt x="1796" y="2391"/>
                  </a:lnTo>
                  <a:lnTo>
                    <a:pt x="1861" y="2334"/>
                  </a:lnTo>
                  <a:lnTo>
                    <a:pt x="1920" y="2272"/>
                  </a:lnTo>
                  <a:lnTo>
                    <a:pt x="1975" y="2205"/>
                  </a:lnTo>
                  <a:lnTo>
                    <a:pt x="2023" y="2133"/>
                  </a:lnTo>
                  <a:lnTo>
                    <a:pt x="2065" y="2057"/>
                  </a:lnTo>
                  <a:lnTo>
                    <a:pt x="2101" y="1977"/>
                  </a:lnTo>
                  <a:lnTo>
                    <a:pt x="2129" y="1893"/>
                  </a:lnTo>
                  <a:lnTo>
                    <a:pt x="2140" y="1849"/>
                  </a:lnTo>
                  <a:lnTo>
                    <a:pt x="2149" y="1808"/>
                  </a:lnTo>
                  <a:lnTo>
                    <a:pt x="2159" y="1724"/>
                  </a:lnTo>
                  <a:lnTo>
                    <a:pt x="2162" y="1637"/>
                  </a:lnTo>
                  <a:lnTo>
                    <a:pt x="2157" y="1549"/>
                  </a:lnTo>
                  <a:lnTo>
                    <a:pt x="2144" y="1463"/>
                  </a:lnTo>
                  <a:lnTo>
                    <a:pt x="2124" y="1380"/>
                  </a:lnTo>
                  <a:lnTo>
                    <a:pt x="2097" y="1301"/>
                  </a:lnTo>
                  <a:lnTo>
                    <a:pt x="2063" y="1228"/>
                  </a:lnTo>
                  <a:lnTo>
                    <a:pt x="2043" y="1194"/>
                  </a:lnTo>
                  <a:lnTo>
                    <a:pt x="2015" y="1151"/>
                  </a:lnTo>
                  <a:lnTo>
                    <a:pt x="1950" y="1071"/>
                  </a:lnTo>
                  <a:lnTo>
                    <a:pt x="1874" y="999"/>
                  </a:lnTo>
                  <a:lnTo>
                    <a:pt x="1790" y="937"/>
                  </a:lnTo>
                  <a:lnTo>
                    <a:pt x="1700" y="884"/>
                  </a:lnTo>
                  <a:lnTo>
                    <a:pt x="1604" y="843"/>
                  </a:lnTo>
                  <a:lnTo>
                    <a:pt x="1505" y="814"/>
                  </a:lnTo>
                  <a:lnTo>
                    <a:pt x="1405" y="798"/>
                  </a:lnTo>
                  <a:lnTo>
                    <a:pt x="1355" y="796"/>
                  </a:lnTo>
                  <a:lnTo>
                    <a:pt x="1305" y="796"/>
                  </a:lnTo>
                  <a:lnTo>
                    <a:pt x="1209" y="811"/>
                  </a:lnTo>
                  <a:lnTo>
                    <a:pt x="1120" y="841"/>
                  </a:lnTo>
                  <a:lnTo>
                    <a:pt x="1039" y="885"/>
                  </a:lnTo>
                  <a:lnTo>
                    <a:pt x="969" y="942"/>
                  </a:lnTo>
                  <a:lnTo>
                    <a:pt x="909" y="1011"/>
                  </a:lnTo>
                  <a:lnTo>
                    <a:pt x="862" y="1091"/>
                  </a:lnTo>
                  <a:lnTo>
                    <a:pt x="830" y="1181"/>
                  </a:lnTo>
                  <a:lnTo>
                    <a:pt x="820" y="1229"/>
                  </a:lnTo>
                  <a:lnTo>
                    <a:pt x="815" y="1264"/>
                  </a:lnTo>
                  <a:lnTo>
                    <a:pt x="813" y="1334"/>
                  </a:lnTo>
                  <a:lnTo>
                    <a:pt x="822" y="1405"/>
                  </a:lnTo>
                  <a:lnTo>
                    <a:pt x="840" y="1475"/>
                  </a:lnTo>
                  <a:lnTo>
                    <a:pt x="868" y="1542"/>
                  </a:lnTo>
                  <a:lnTo>
                    <a:pt x="903" y="1604"/>
                  </a:lnTo>
                  <a:lnTo>
                    <a:pt x="947" y="1661"/>
                  </a:lnTo>
                  <a:lnTo>
                    <a:pt x="997" y="1711"/>
                  </a:lnTo>
                  <a:lnTo>
                    <a:pt x="1025" y="1733"/>
                  </a:lnTo>
                  <a:lnTo>
                    <a:pt x="1063" y="1759"/>
                  </a:lnTo>
                  <a:lnTo>
                    <a:pt x="1145" y="1798"/>
                  </a:lnTo>
                  <a:lnTo>
                    <a:pt x="1231" y="1822"/>
                  </a:lnTo>
                  <a:lnTo>
                    <a:pt x="1319" y="1832"/>
                  </a:lnTo>
                  <a:lnTo>
                    <a:pt x="1407" y="1826"/>
                  </a:lnTo>
                  <a:lnTo>
                    <a:pt x="1494" y="1806"/>
                  </a:lnTo>
                  <a:lnTo>
                    <a:pt x="1576" y="1772"/>
                  </a:lnTo>
                  <a:lnTo>
                    <a:pt x="1652" y="1723"/>
                  </a:lnTo>
                  <a:lnTo>
                    <a:pt x="1687" y="1693"/>
                  </a:lnTo>
                  <a:lnTo>
                    <a:pt x="1742" y="1641"/>
                  </a:lnTo>
                  <a:lnTo>
                    <a:pt x="1735" y="1719"/>
                  </a:lnTo>
                  <a:lnTo>
                    <a:pt x="1729" y="1759"/>
                  </a:lnTo>
                  <a:lnTo>
                    <a:pt x="1703" y="1841"/>
                  </a:lnTo>
                  <a:lnTo>
                    <a:pt x="1662" y="1921"/>
                  </a:lnTo>
                  <a:lnTo>
                    <a:pt x="1607" y="1996"/>
                  </a:lnTo>
                  <a:lnTo>
                    <a:pt x="1575" y="2029"/>
                  </a:lnTo>
                  <a:lnTo>
                    <a:pt x="1540" y="2063"/>
                  </a:lnTo>
                  <a:lnTo>
                    <a:pt x="1463" y="2117"/>
                  </a:lnTo>
                  <a:lnTo>
                    <a:pt x="1381" y="2157"/>
                  </a:lnTo>
                  <a:lnTo>
                    <a:pt x="1295" y="2182"/>
                  </a:lnTo>
                  <a:lnTo>
                    <a:pt x="1206" y="2194"/>
                  </a:lnTo>
                  <a:lnTo>
                    <a:pt x="1116" y="2193"/>
                  </a:lnTo>
                  <a:lnTo>
                    <a:pt x="1025" y="2180"/>
                  </a:lnTo>
                  <a:lnTo>
                    <a:pt x="936" y="2155"/>
                  </a:lnTo>
                  <a:lnTo>
                    <a:pt x="849" y="2118"/>
                  </a:lnTo>
                  <a:lnTo>
                    <a:pt x="766" y="2071"/>
                  </a:lnTo>
                  <a:lnTo>
                    <a:pt x="689" y="2013"/>
                  </a:lnTo>
                  <a:lnTo>
                    <a:pt x="618" y="1947"/>
                  </a:lnTo>
                  <a:lnTo>
                    <a:pt x="556" y="1871"/>
                  </a:lnTo>
                  <a:lnTo>
                    <a:pt x="503" y="1786"/>
                  </a:lnTo>
                  <a:lnTo>
                    <a:pt x="461" y="1694"/>
                  </a:lnTo>
                  <a:lnTo>
                    <a:pt x="431" y="1595"/>
                  </a:lnTo>
                  <a:lnTo>
                    <a:pt x="422" y="1543"/>
                  </a:lnTo>
                  <a:lnTo>
                    <a:pt x="415" y="1491"/>
                  </a:lnTo>
                  <a:lnTo>
                    <a:pt x="414" y="1379"/>
                  </a:lnTo>
                  <a:lnTo>
                    <a:pt x="427" y="1261"/>
                  </a:lnTo>
                  <a:lnTo>
                    <a:pt x="453" y="1144"/>
                  </a:lnTo>
                  <a:lnTo>
                    <a:pt x="472" y="1088"/>
                  </a:lnTo>
                  <a:lnTo>
                    <a:pt x="494" y="1029"/>
                  </a:lnTo>
                  <a:lnTo>
                    <a:pt x="552" y="917"/>
                  </a:lnTo>
                  <a:lnTo>
                    <a:pt x="626" y="812"/>
                  </a:lnTo>
                  <a:lnTo>
                    <a:pt x="712" y="716"/>
                  </a:lnTo>
                  <a:lnTo>
                    <a:pt x="810" y="631"/>
                  </a:lnTo>
                  <a:lnTo>
                    <a:pt x="918" y="558"/>
                  </a:lnTo>
                  <a:lnTo>
                    <a:pt x="1032" y="499"/>
                  </a:lnTo>
                  <a:lnTo>
                    <a:pt x="1152" y="455"/>
                  </a:lnTo>
                  <a:lnTo>
                    <a:pt x="1213" y="441"/>
                  </a:lnTo>
                  <a:lnTo>
                    <a:pt x="1236" y="438"/>
                  </a:lnTo>
                  <a:lnTo>
                    <a:pt x="1336" y="432"/>
                  </a:lnTo>
                  <a:lnTo>
                    <a:pt x="1589" y="424"/>
                  </a:lnTo>
                  <a:lnTo>
                    <a:pt x="2376" y="415"/>
                  </a:lnTo>
                  <a:lnTo>
                    <a:pt x="3667" y="415"/>
                  </a:lnTo>
                  <a:lnTo>
                    <a:pt x="4454" y="424"/>
                  </a:lnTo>
                  <a:lnTo>
                    <a:pt x="4707" y="432"/>
                  </a:lnTo>
                  <a:lnTo>
                    <a:pt x="4808" y="438"/>
                  </a:lnTo>
                  <a:lnTo>
                    <a:pt x="4830" y="441"/>
                  </a:lnTo>
                  <a:lnTo>
                    <a:pt x="4870" y="450"/>
                  </a:lnTo>
                  <a:lnTo>
                    <a:pt x="4949" y="473"/>
                  </a:lnTo>
                  <a:lnTo>
                    <a:pt x="5024" y="502"/>
                  </a:lnTo>
                  <a:lnTo>
                    <a:pt x="5096" y="537"/>
                  </a:lnTo>
                  <a:lnTo>
                    <a:pt x="5165" y="578"/>
                  </a:lnTo>
                  <a:lnTo>
                    <a:pt x="5230" y="624"/>
                  </a:lnTo>
                  <a:lnTo>
                    <a:pt x="5292" y="674"/>
                  </a:lnTo>
                  <a:lnTo>
                    <a:pt x="5349" y="729"/>
                  </a:lnTo>
                  <a:lnTo>
                    <a:pt x="5402" y="789"/>
                  </a:lnTo>
                  <a:lnTo>
                    <a:pt x="5450" y="852"/>
                  </a:lnTo>
                  <a:lnTo>
                    <a:pt x="5493" y="919"/>
                  </a:lnTo>
                  <a:lnTo>
                    <a:pt x="5531" y="990"/>
                  </a:lnTo>
                  <a:lnTo>
                    <a:pt x="5563" y="1064"/>
                  </a:lnTo>
                  <a:lnTo>
                    <a:pt x="5590" y="1140"/>
                  </a:lnTo>
                  <a:lnTo>
                    <a:pt x="5611" y="1220"/>
                  </a:lnTo>
                  <a:lnTo>
                    <a:pt x="5625" y="1301"/>
                  </a:lnTo>
                  <a:lnTo>
                    <a:pt x="5630" y="1343"/>
                  </a:lnTo>
                  <a:lnTo>
                    <a:pt x="5633" y="1380"/>
                  </a:lnTo>
                  <a:lnTo>
                    <a:pt x="5633" y="1455"/>
                  </a:lnTo>
                  <a:lnTo>
                    <a:pt x="5627" y="1528"/>
                  </a:lnTo>
                  <a:lnTo>
                    <a:pt x="5613" y="1599"/>
                  </a:lnTo>
                  <a:lnTo>
                    <a:pt x="5593" y="1669"/>
                  </a:lnTo>
                  <a:lnTo>
                    <a:pt x="5567" y="1735"/>
                  </a:lnTo>
                  <a:lnTo>
                    <a:pt x="5535" y="1799"/>
                  </a:lnTo>
                  <a:lnTo>
                    <a:pt x="5498" y="1859"/>
                  </a:lnTo>
                  <a:lnTo>
                    <a:pt x="5455" y="1916"/>
                  </a:lnTo>
                  <a:lnTo>
                    <a:pt x="5408" y="1968"/>
                  </a:lnTo>
                  <a:lnTo>
                    <a:pt x="5355" y="2017"/>
                  </a:lnTo>
                  <a:lnTo>
                    <a:pt x="5299" y="2060"/>
                  </a:lnTo>
                  <a:lnTo>
                    <a:pt x="5238" y="2098"/>
                  </a:lnTo>
                  <a:lnTo>
                    <a:pt x="5173" y="2130"/>
                  </a:lnTo>
                  <a:lnTo>
                    <a:pt x="5105" y="2157"/>
                  </a:lnTo>
                  <a:lnTo>
                    <a:pt x="5034" y="2177"/>
                  </a:lnTo>
                  <a:lnTo>
                    <a:pt x="4997" y="2184"/>
                  </a:lnTo>
                  <a:lnTo>
                    <a:pt x="4966" y="2189"/>
                  </a:lnTo>
                  <a:lnTo>
                    <a:pt x="4905" y="2194"/>
                  </a:lnTo>
                  <a:lnTo>
                    <a:pt x="4845" y="2193"/>
                  </a:lnTo>
                  <a:lnTo>
                    <a:pt x="4786" y="2186"/>
                  </a:lnTo>
                  <a:lnTo>
                    <a:pt x="4729" y="2174"/>
                  </a:lnTo>
                  <a:lnTo>
                    <a:pt x="4674" y="2156"/>
                  </a:lnTo>
                  <a:lnTo>
                    <a:pt x="4621" y="2134"/>
                  </a:lnTo>
                  <a:lnTo>
                    <a:pt x="4571" y="2106"/>
                  </a:lnTo>
                  <a:lnTo>
                    <a:pt x="4524" y="2074"/>
                  </a:lnTo>
                  <a:lnTo>
                    <a:pt x="4480" y="2038"/>
                  </a:lnTo>
                  <a:lnTo>
                    <a:pt x="4441" y="1998"/>
                  </a:lnTo>
                  <a:lnTo>
                    <a:pt x="4405" y="1954"/>
                  </a:lnTo>
                  <a:lnTo>
                    <a:pt x="4375" y="1907"/>
                  </a:lnTo>
                  <a:lnTo>
                    <a:pt x="4349" y="1857"/>
                  </a:lnTo>
                  <a:lnTo>
                    <a:pt x="4329" y="1804"/>
                  </a:lnTo>
                  <a:lnTo>
                    <a:pt x="4315" y="1748"/>
                  </a:lnTo>
                  <a:lnTo>
                    <a:pt x="4310" y="1719"/>
                  </a:lnTo>
                  <a:lnTo>
                    <a:pt x="4300" y="1641"/>
                  </a:lnTo>
                  <a:lnTo>
                    <a:pt x="4362" y="1694"/>
                  </a:lnTo>
                  <a:lnTo>
                    <a:pt x="4404" y="1731"/>
                  </a:lnTo>
                  <a:lnTo>
                    <a:pt x="4462" y="1771"/>
                  </a:lnTo>
                  <a:lnTo>
                    <a:pt x="4500" y="1791"/>
                  </a:lnTo>
                  <a:lnTo>
                    <a:pt x="4539" y="1806"/>
                  </a:lnTo>
                  <a:lnTo>
                    <a:pt x="4582" y="1815"/>
                  </a:lnTo>
                  <a:lnTo>
                    <a:pt x="4654" y="1824"/>
                  </a:lnTo>
                  <a:lnTo>
                    <a:pt x="4713" y="1824"/>
                  </a:lnTo>
                  <a:lnTo>
                    <a:pt x="4759" y="1824"/>
                  </a:lnTo>
                  <a:lnTo>
                    <a:pt x="4826" y="1820"/>
                  </a:lnTo>
                  <a:lnTo>
                    <a:pt x="4876" y="1811"/>
                  </a:lnTo>
                  <a:lnTo>
                    <a:pt x="4922" y="1793"/>
                  </a:lnTo>
                  <a:lnTo>
                    <a:pt x="4948" y="1779"/>
                  </a:lnTo>
                  <a:lnTo>
                    <a:pt x="4986" y="1758"/>
                  </a:lnTo>
                  <a:lnTo>
                    <a:pt x="5058" y="1701"/>
                  </a:lnTo>
                  <a:lnTo>
                    <a:pt x="5122" y="1633"/>
                  </a:lnTo>
                  <a:lnTo>
                    <a:pt x="5174" y="1557"/>
                  </a:lnTo>
                  <a:lnTo>
                    <a:pt x="5193" y="1518"/>
                  </a:lnTo>
                  <a:lnTo>
                    <a:pt x="5203" y="1496"/>
                  </a:lnTo>
                  <a:lnTo>
                    <a:pt x="5217" y="1447"/>
                  </a:lnTo>
                  <a:lnTo>
                    <a:pt x="5226" y="1394"/>
                  </a:lnTo>
                  <a:lnTo>
                    <a:pt x="5230" y="1339"/>
                  </a:lnTo>
                  <a:lnTo>
                    <a:pt x="5229" y="1282"/>
                  </a:lnTo>
                  <a:lnTo>
                    <a:pt x="5223" y="1226"/>
                  </a:lnTo>
                  <a:lnTo>
                    <a:pt x="5212" y="1172"/>
                  </a:lnTo>
                  <a:lnTo>
                    <a:pt x="5197" y="1122"/>
                  </a:lnTo>
                  <a:lnTo>
                    <a:pt x="5187" y="1099"/>
                  </a:lnTo>
                  <a:lnTo>
                    <a:pt x="5165" y="1056"/>
                  </a:lnTo>
                  <a:lnTo>
                    <a:pt x="5110" y="978"/>
                  </a:lnTo>
                  <a:lnTo>
                    <a:pt x="5043" y="911"/>
                  </a:lnTo>
                  <a:lnTo>
                    <a:pt x="4966" y="857"/>
                  </a:lnTo>
                  <a:lnTo>
                    <a:pt x="4923" y="836"/>
                  </a:lnTo>
                  <a:lnTo>
                    <a:pt x="4901" y="826"/>
                  </a:lnTo>
                  <a:lnTo>
                    <a:pt x="4854" y="811"/>
                  </a:lnTo>
                  <a:lnTo>
                    <a:pt x="4803" y="801"/>
                  </a:lnTo>
                  <a:lnTo>
                    <a:pt x="4751" y="795"/>
                  </a:lnTo>
                  <a:lnTo>
                    <a:pt x="4669" y="794"/>
                  </a:lnTo>
                  <a:lnTo>
                    <a:pt x="4556" y="810"/>
                  </a:lnTo>
                  <a:lnTo>
                    <a:pt x="4442" y="842"/>
                  </a:lnTo>
                  <a:lnTo>
                    <a:pt x="4332" y="889"/>
                  </a:lnTo>
                  <a:lnTo>
                    <a:pt x="4228" y="951"/>
                  </a:lnTo>
                  <a:lnTo>
                    <a:pt x="4159" y="1007"/>
                  </a:lnTo>
                  <a:lnTo>
                    <a:pt x="4116" y="1048"/>
                  </a:lnTo>
                  <a:lnTo>
                    <a:pt x="4097" y="1069"/>
                  </a:lnTo>
                  <a:lnTo>
                    <a:pt x="4070" y="1101"/>
                  </a:lnTo>
                  <a:lnTo>
                    <a:pt x="4022" y="1164"/>
                  </a:lnTo>
                  <a:lnTo>
                    <a:pt x="3982" y="1229"/>
                  </a:lnTo>
                  <a:lnTo>
                    <a:pt x="3950" y="1296"/>
                  </a:lnTo>
                  <a:lnTo>
                    <a:pt x="3925" y="1366"/>
                  </a:lnTo>
                  <a:lnTo>
                    <a:pt x="3907" y="1440"/>
                  </a:lnTo>
                  <a:lnTo>
                    <a:pt x="3895" y="1519"/>
                  </a:lnTo>
                  <a:lnTo>
                    <a:pt x="3889" y="1604"/>
                  </a:lnTo>
                  <a:lnTo>
                    <a:pt x="3888" y="1649"/>
                  </a:lnTo>
                  <a:lnTo>
                    <a:pt x="3889" y="1701"/>
                  </a:lnTo>
                  <a:lnTo>
                    <a:pt x="3900" y="1801"/>
                  </a:lnTo>
                  <a:lnTo>
                    <a:pt x="3920" y="1897"/>
                  </a:lnTo>
                  <a:lnTo>
                    <a:pt x="3951" y="1991"/>
                  </a:lnTo>
                  <a:lnTo>
                    <a:pt x="3992" y="2080"/>
                  </a:lnTo>
                  <a:lnTo>
                    <a:pt x="4042" y="2165"/>
                  </a:lnTo>
                  <a:lnTo>
                    <a:pt x="4102" y="2246"/>
                  </a:lnTo>
                  <a:lnTo>
                    <a:pt x="4171" y="2323"/>
                  </a:lnTo>
                  <a:lnTo>
                    <a:pt x="4210" y="2359"/>
                  </a:lnTo>
                  <a:lnTo>
                    <a:pt x="4240" y="2385"/>
                  </a:lnTo>
                  <a:lnTo>
                    <a:pt x="4301" y="2433"/>
                  </a:lnTo>
                  <a:lnTo>
                    <a:pt x="4366" y="2475"/>
                  </a:lnTo>
                  <a:lnTo>
                    <a:pt x="4433" y="2512"/>
                  </a:lnTo>
                  <a:lnTo>
                    <a:pt x="4502" y="2543"/>
                  </a:lnTo>
                  <a:lnTo>
                    <a:pt x="4573" y="2568"/>
                  </a:lnTo>
                  <a:lnTo>
                    <a:pt x="4646" y="2588"/>
                  </a:lnTo>
                  <a:lnTo>
                    <a:pt x="4721" y="2602"/>
                  </a:lnTo>
                  <a:lnTo>
                    <a:pt x="4797" y="2611"/>
                  </a:lnTo>
                  <a:lnTo>
                    <a:pt x="4874" y="2614"/>
                  </a:lnTo>
                  <a:lnTo>
                    <a:pt x="4951" y="2611"/>
                  </a:lnTo>
                  <a:lnTo>
                    <a:pt x="5029" y="2602"/>
                  </a:lnTo>
                  <a:lnTo>
                    <a:pt x="5107" y="2588"/>
                  </a:lnTo>
                  <a:lnTo>
                    <a:pt x="5186" y="2567"/>
                  </a:lnTo>
                  <a:lnTo>
                    <a:pt x="5264" y="2541"/>
                  </a:lnTo>
                  <a:lnTo>
                    <a:pt x="5341" y="2509"/>
                  </a:lnTo>
                  <a:lnTo>
                    <a:pt x="5380" y="2491"/>
                  </a:lnTo>
                  <a:lnTo>
                    <a:pt x="5438" y="2461"/>
                  </a:lnTo>
                  <a:lnTo>
                    <a:pt x="5547" y="2395"/>
                  </a:lnTo>
                  <a:lnTo>
                    <a:pt x="5645" y="2320"/>
                  </a:lnTo>
                  <a:lnTo>
                    <a:pt x="5732" y="2237"/>
                  </a:lnTo>
                  <a:lnTo>
                    <a:pt x="5810" y="2145"/>
                  </a:lnTo>
                  <a:lnTo>
                    <a:pt x="5878" y="2044"/>
                  </a:lnTo>
                  <a:lnTo>
                    <a:pt x="5937" y="1934"/>
                  </a:lnTo>
                  <a:lnTo>
                    <a:pt x="5986" y="1814"/>
                  </a:lnTo>
                  <a:lnTo>
                    <a:pt x="6007" y="1749"/>
                  </a:lnTo>
                  <a:lnTo>
                    <a:pt x="6016" y="1716"/>
                  </a:lnTo>
                  <a:lnTo>
                    <a:pt x="6031" y="1641"/>
                  </a:lnTo>
                  <a:lnTo>
                    <a:pt x="6041" y="1558"/>
                  </a:lnTo>
                  <a:lnTo>
                    <a:pt x="6046" y="1468"/>
                  </a:lnTo>
                  <a:lnTo>
                    <a:pt x="6046" y="1376"/>
                  </a:lnTo>
                  <a:lnTo>
                    <a:pt x="6041" y="1284"/>
                  </a:lnTo>
                  <a:lnTo>
                    <a:pt x="6031" y="1195"/>
                  </a:lnTo>
                  <a:lnTo>
                    <a:pt x="6016" y="1112"/>
                  </a:lnTo>
                  <a:lnTo>
                    <a:pt x="6007" y="1074"/>
                  </a:lnTo>
                  <a:lnTo>
                    <a:pt x="5992" y="1024"/>
                  </a:lnTo>
                  <a:lnTo>
                    <a:pt x="5958" y="925"/>
                  </a:lnTo>
                  <a:lnTo>
                    <a:pt x="5918" y="830"/>
                  </a:lnTo>
                  <a:lnTo>
                    <a:pt x="5871" y="739"/>
                  </a:lnTo>
                  <a:lnTo>
                    <a:pt x="5818" y="652"/>
                  </a:lnTo>
                  <a:lnTo>
                    <a:pt x="5760" y="568"/>
                  </a:lnTo>
                  <a:lnTo>
                    <a:pt x="5696" y="490"/>
                  </a:lnTo>
                  <a:lnTo>
                    <a:pt x="5627" y="416"/>
                  </a:lnTo>
                  <a:lnTo>
                    <a:pt x="5553" y="347"/>
                  </a:lnTo>
                  <a:lnTo>
                    <a:pt x="5475" y="284"/>
                  </a:lnTo>
                  <a:lnTo>
                    <a:pt x="5393" y="226"/>
                  </a:lnTo>
                  <a:lnTo>
                    <a:pt x="5307" y="175"/>
                  </a:lnTo>
                  <a:lnTo>
                    <a:pt x="5218" y="129"/>
                  </a:lnTo>
                  <a:lnTo>
                    <a:pt x="5125" y="91"/>
                  </a:lnTo>
                  <a:lnTo>
                    <a:pt x="5030" y="59"/>
                  </a:lnTo>
                  <a:lnTo>
                    <a:pt x="4932" y="34"/>
                  </a:lnTo>
                  <a:lnTo>
                    <a:pt x="4882" y="24"/>
                  </a:lnTo>
                  <a:lnTo>
                    <a:pt x="4830" y="17"/>
                  </a:lnTo>
                  <a:lnTo>
                    <a:pt x="4634" y="7"/>
                  </a:lnTo>
                  <a:lnTo>
                    <a:pt x="3969" y="0"/>
                  </a:lnTo>
                  <a:lnTo>
                    <a:pt x="3007" y="1"/>
                  </a:lnTo>
                  <a:lnTo>
                    <a:pt x="2311" y="3"/>
                  </a:lnTo>
                  <a:lnTo>
                    <a:pt x="1329" y="11"/>
                  </a:lnTo>
                  <a:lnTo>
                    <a:pt x="1200" y="16"/>
                  </a:lnTo>
                  <a:close/>
                  <a:moveTo>
                    <a:pt x="1533" y="1111"/>
                  </a:moveTo>
                  <a:lnTo>
                    <a:pt x="1565" y="1138"/>
                  </a:lnTo>
                  <a:lnTo>
                    <a:pt x="1614" y="1193"/>
                  </a:lnTo>
                  <a:lnTo>
                    <a:pt x="1644" y="1252"/>
                  </a:lnTo>
                  <a:lnTo>
                    <a:pt x="1659" y="1318"/>
                  </a:lnTo>
                  <a:lnTo>
                    <a:pt x="1660" y="1356"/>
                  </a:lnTo>
                  <a:lnTo>
                    <a:pt x="1659" y="1393"/>
                  </a:lnTo>
                  <a:lnTo>
                    <a:pt x="1646" y="1458"/>
                  </a:lnTo>
                  <a:lnTo>
                    <a:pt x="1619" y="1516"/>
                  </a:lnTo>
                  <a:lnTo>
                    <a:pt x="1576" y="1570"/>
                  </a:lnTo>
                  <a:lnTo>
                    <a:pt x="1547" y="1596"/>
                  </a:lnTo>
                  <a:lnTo>
                    <a:pt x="1521" y="1618"/>
                  </a:lnTo>
                  <a:lnTo>
                    <a:pt x="1473" y="1648"/>
                  </a:lnTo>
                  <a:lnTo>
                    <a:pt x="1421" y="1663"/>
                  </a:lnTo>
                  <a:lnTo>
                    <a:pt x="1355" y="1666"/>
                  </a:lnTo>
                  <a:lnTo>
                    <a:pt x="1313" y="1663"/>
                  </a:lnTo>
                  <a:lnTo>
                    <a:pt x="1286" y="1660"/>
                  </a:lnTo>
                  <a:lnTo>
                    <a:pt x="1235" y="1646"/>
                  </a:lnTo>
                  <a:lnTo>
                    <a:pt x="1189" y="1625"/>
                  </a:lnTo>
                  <a:lnTo>
                    <a:pt x="1150" y="1597"/>
                  </a:lnTo>
                  <a:lnTo>
                    <a:pt x="1116" y="1564"/>
                  </a:lnTo>
                  <a:lnTo>
                    <a:pt x="1088" y="1525"/>
                  </a:lnTo>
                  <a:lnTo>
                    <a:pt x="1066" y="1483"/>
                  </a:lnTo>
                  <a:lnTo>
                    <a:pt x="1051" y="1439"/>
                  </a:lnTo>
                  <a:lnTo>
                    <a:pt x="1043" y="1392"/>
                  </a:lnTo>
                  <a:lnTo>
                    <a:pt x="1041" y="1344"/>
                  </a:lnTo>
                  <a:lnTo>
                    <a:pt x="1046" y="1297"/>
                  </a:lnTo>
                  <a:lnTo>
                    <a:pt x="1059" y="1251"/>
                  </a:lnTo>
                  <a:lnTo>
                    <a:pt x="1078" y="1207"/>
                  </a:lnTo>
                  <a:lnTo>
                    <a:pt x="1106" y="1166"/>
                  </a:lnTo>
                  <a:lnTo>
                    <a:pt x="1141" y="1129"/>
                  </a:lnTo>
                  <a:lnTo>
                    <a:pt x="1184" y="1098"/>
                  </a:lnTo>
                  <a:lnTo>
                    <a:pt x="1208" y="1084"/>
                  </a:lnTo>
                  <a:lnTo>
                    <a:pt x="1228" y="1075"/>
                  </a:lnTo>
                  <a:lnTo>
                    <a:pt x="1270" y="1061"/>
                  </a:lnTo>
                  <a:lnTo>
                    <a:pt x="1313" y="1053"/>
                  </a:lnTo>
                  <a:lnTo>
                    <a:pt x="1357" y="1050"/>
                  </a:lnTo>
                  <a:lnTo>
                    <a:pt x="1400" y="1054"/>
                  </a:lnTo>
                  <a:lnTo>
                    <a:pt x="1442" y="1063"/>
                  </a:lnTo>
                  <a:lnTo>
                    <a:pt x="1481" y="1078"/>
                  </a:lnTo>
                  <a:lnTo>
                    <a:pt x="1517" y="1098"/>
                  </a:lnTo>
                  <a:lnTo>
                    <a:pt x="1533" y="1111"/>
                  </a:lnTo>
                  <a:close/>
                  <a:moveTo>
                    <a:pt x="4835" y="1081"/>
                  </a:moveTo>
                  <a:lnTo>
                    <a:pt x="4862" y="1095"/>
                  </a:lnTo>
                  <a:lnTo>
                    <a:pt x="4906" y="1126"/>
                  </a:lnTo>
                  <a:lnTo>
                    <a:pt x="4940" y="1163"/>
                  </a:lnTo>
                  <a:lnTo>
                    <a:pt x="4967" y="1209"/>
                  </a:lnTo>
                  <a:lnTo>
                    <a:pt x="4980" y="1238"/>
                  </a:lnTo>
                  <a:lnTo>
                    <a:pt x="4991" y="1267"/>
                  </a:lnTo>
                  <a:lnTo>
                    <a:pt x="5003" y="1329"/>
                  </a:lnTo>
                  <a:lnTo>
                    <a:pt x="5002" y="1391"/>
                  </a:lnTo>
                  <a:lnTo>
                    <a:pt x="4990" y="1451"/>
                  </a:lnTo>
                  <a:lnTo>
                    <a:pt x="4967" y="1508"/>
                  </a:lnTo>
                  <a:lnTo>
                    <a:pt x="4935" y="1559"/>
                  </a:lnTo>
                  <a:lnTo>
                    <a:pt x="4894" y="1603"/>
                  </a:lnTo>
                  <a:lnTo>
                    <a:pt x="4845" y="1636"/>
                  </a:lnTo>
                  <a:lnTo>
                    <a:pt x="4817" y="1648"/>
                  </a:lnTo>
                  <a:lnTo>
                    <a:pt x="4789" y="1657"/>
                  </a:lnTo>
                  <a:lnTo>
                    <a:pt x="4720" y="1666"/>
                  </a:lnTo>
                  <a:lnTo>
                    <a:pt x="4645" y="1664"/>
                  </a:lnTo>
                  <a:lnTo>
                    <a:pt x="4580" y="1653"/>
                  </a:lnTo>
                  <a:lnTo>
                    <a:pt x="4557" y="1643"/>
                  </a:lnTo>
                  <a:lnTo>
                    <a:pt x="4536" y="1631"/>
                  </a:lnTo>
                  <a:lnTo>
                    <a:pt x="4500" y="1605"/>
                  </a:lnTo>
                  <a:lnTo>
                    <a:pt x="4469" y="1575"/>
                  </a:lnTo>
                  <a:lnTo>
                    <a:pt x="4442" y="1541"/>
                  </a:lnTo>
                  <a:lnTo>
                    <a:pt x="4421" y="1505"/>
                  </a:lnTo>
                  <a:lnTo>
                    <a:pt x="4405" y="1466"/>
                  </a:lnTo>
                  <a:lnTo>
                    <a:pt x="4395" y="1425"/>
                  </a:lnTo>
                  <a:lnTo>
                    <a:pt x="4389" y="1384"/>
                  </a:lnTo>
                  <a:lnTo>
                    <a:pt x="4389" y="1342"/>
                  </a:lnTo>
                  <a:lnTo>
                    <a:pt x="4394" y="1301"/>
                  </a:lnTo>
                  <a:lnTo>
                    <a:pt x="4404" y="1261"/>
                  </a:lnTo>
                  <a:lnTo>
                    <a:pt x="4419" y="1222"/>
                  </a:lnTo>
                  <a:lnTo>
                    <a:pt x="4439" y="1185"/>
                  </a:lnTo>
                  <a:lnTo>
                    <a:pt x="4465" y="1151"/>
                  </a:lnTo>
                  <a:lnTo>
                    <a:pt x="4495" y="1121"/>
                  </a:lnTo>
                  <a:lnTo>
                    <a:pt x="4531" y="1094"/>
                  </a:lnTo>
                  <a:lnTo>
                    <a:pt x="4552" y="1083"/>
                  </a:lnTo>
                  <a:lnTo>
                    <a:pt x="4583" y="1068"/>
                  </a:lnTo>
                  <a:lnTo>
                    <a:pt x="4655" y="1052"/>
                  </a:lnTo>
                  <a:lnTo>
                    <a:pt x="4731" y="1052"/>
                  </a:lnTo>
                  <a:lnTo>
                    <a:pt x="4786" y="1062"/>
                  </a:lnTo>
                  <a:lnTo>
                    <a:pt x="4820" y="1074"/>
                  </a:lnTo>
                  <a:lnTo>
                    <a:pt x="4835" y="10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00" dirty="0"/>
            </a:p>
          </p:txBody>
        </p:sp>
        <p:sp>
          <p:nvSpPr>
            <p:cNvPr id="62" name="Freeform 35">
              <a:extLst>
                <a:ext uri="{FF2B5EF4-FFF2-40B4-BE49-F238E27FC236}">
                  <a16:creationId xmlns:a16="http://schemas.microsoft.com/office/drawing/2014/main" id="{34633ADB-C9BE-F5F2-C2A5-06B79F523857}"/>
                </a:ext>
              </a:extLst>
            </p:cNvPr>
            <p:cNvSpPr>
              <a:spLocks/>
            </p:cNvSpPr>
            <p:nvPr/>
          </p:nvSpPr>
          <p:spPr bwMode="auto">
            <a:xfrm>
              <a:off x="573088" y="933451"/>
              <a:ext cx="1809750" cy="552450"/>
            </a:xfrm>
            <a:custGeom>
              <a:avLst/>
              <a:gdLst>
                <a:gd name="T0" fmla="*/ 1883 w 4800"/>
                <a:gd name="T1" fmla="*/ 525 h 1466"/>
                <a:gd name="T2" fmla="*/ 1883 w 4800"/>
                <a:gd name="T3" fmla="*/ 1050 h 1466"/>
                <a:gd name="T4" fmla="*/ 941 w 4800"/>
                <a:gd name="T5" fmla="*/ 1050 h 1466"/>
                <a:gd name="T6" fmla="*/ 0 w 4800"/>
                <a:gd name="T7" fmla="*/ 1050 h 1466"/>
                <a:gd name="T8" fmla="*/ 0 w 4800"/>
                <a:gd name="T9" fmla="*/ 1258 h 1466"/>
                <a:gd name="T10" fmla="*/ 0 w 4800"/>
                <a:gd name="T11" fmla="*/ 1466 h 1466"/>
                <a:gd name="T12" fmla="*/ 2400 w 4800"/>
                <a:gd name="T13" fmla="*/ 1466 h 1466"/>
                <a:gd name="T14" fmla="*/ 4800 w 4800"/>
                <a:gd name="T15" fmla="*/ 1466 h 1466"/>
                <a:gd name="T16" fmla="*/ 4800 w 4800"/>
                <a:gd name="T17" fmla="*/ 1258 h 1466"/>
                <a:gd name="T18" fmla="*/ 4800 w 4800"/>
                <a:gd name="T19" fmla="*/ 1050 h 1466"/>
                <a:gd name="T20" fmla="*/ 3863 w 4800"/>
                <a:gd name="T21" fmla="*/ 1046 h 1466"/>
                <a:gd name="T22" fmla="*/ 2925 w 4800"/>
                <a:gd name="T23" fmla="*/ 1041 h 1466"/>
                <a:gd name="T24" fmla="*/ 2920 w 4800"/>
                <a:gd name="T25" fmla="*/ 520 h 1466"/>
                <a:gd name="T26" fmla="*/ 2916 w 4800"/>
                <a:gd name="T27" fmla="*/ 0 h 1466"/>
                <a:gd name="T28" fmla="*/ 2816 w 4800"/>
                <a:gd name="T29" fmla="*/ 0 h 1466"/>
                <a:gd name="T30" fmla="*/ 2716 w 4800"/>
                <a:gd name="T31" fmla="*/ 0 h 1466"/>
                <a:gd name="T32" fmla="*/ 2716 w 4800"/>
                <a:gd name="T33" fmla="*/ 525 h 1466"/>
                <a:gd name="T34" fmla="*/ 2716 w 4800"/>
                <a:gd name="T35" fmla="*/ 1051 h 1466"/>
                <a:gd name="T36" fmla="*/ 2613 w 4800"/>
                <a:gd name="T37" fmla="*/ 1046 h 1466"/>
                <a:gd name="T38" fmla="*/ 2508 w 4800"/>
                <a:gd name="T39" fmla="*/ 1041 h 1466"/>
                <a:gd name="T40" fmla="*/ 2503 w 4800"/>
                <a:gd name="T41" fmla="*/ 520 h 1466"/>
                <a:gd name="T42" fmla="*/ 2500 w 4800"/>
                <a:gd name="T43" fmla="*/ 0 h 1466"/>
                <a:gd name="T44" fmla="*/ 2400 w 4800"/>
                <a:gd name="T45" fmla="*/ 0 h 1466"/>
                <a:gd name="T46" fmla="*/ 2300 w 4800"/>
                <a:gd name="T47" fmla="*/ 0 h 1466"/>
                <a:gd name="T48" fmla="*/ 2300 w 4800"/>
                <a:gd name="T49" fmla="*/ 525 h 1466"/>
                <a:gd name="T50" fmla="*/ 2300 w 4800"/>
                <a:gd name="T51" fmla="*/ 1050 h 1466"/>
                <a:gd name="T52" fmla="*/ 2191 w 4800"/>
                <a:gd name="T53" fmla="*/ 1050 h 1466"/>
                <a:gd name="T54" fmla="*/ 2083 w 4800"/>
                <a:gd name="T55" fmla="*/ 1050 h 1466"/>
                <a:gd name="T56" fmla="*/ 2083 w 4800"/>
                <a:gd name="T57" fmla="*/ 525 h 1466"/>
                <a:gd name="T58" fmla="*/ 2083 w 4800"/>
                <a:gd name="T59" fmla="*/ 0 h 1466"/>
                <a:gd name="T60" fmla="*/ 1983 w 4800"/>
                <a:gd name="T61" fmla="*/ 0 h 1466"/>
                <a:gd name="T62" fmla="*/ 1883 w 4800"/>
                <a:gd name="T63" fmla="*/ 0 h 1466"/>
                <a:gd name="T64" fmla="*/ 1883 w 4800"/>
                <a:gd name="T65" fmla="*/ 525 h 1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0" h="1466">
                  <a:moveTo>
                    <a:pt x="1883" y="525"/>
                  </a:moveTo>
                  <a:lnTo>
                    <a:pt x="1883" y="1050"/>
                  </a:lnTo>
                  <a:lnTo>
                    <a:pt x="941" y="1050"/>
                  </a:lnTo>
                  <a:lnTo>
                    <a:pt x="0" y="1050"/>
                  </a:lnTo>
                  <a:lnTo>
                    <a:pt x="0" y="1258"/>
                  </a:lnTo>
                  <a:lnTo>
                    <a:pt x="0" y="1466"/>
                  </a:lnTo>
                  <a:lnTo>
                    <a:pt x="2400" y="1466"/>
                  </a:lnTo>
                  <a:lnTo>
                    <a:pt x="4800" y="1466"/>
                  </a:lnTo>
                  <a:lnTo>
                    <a:pt x="4800" y="1258"/>
                  </a:lnTo>
                  <a:lnTo>
                    <a:pt x="4800" y="1050"/>
                  </a:lnTo>
                  <a:lnTo>
                    <a:pt x="3863" y="1046"/>
                  </a:lnTo>
                  <a:lnTo>
                    <a:pt x="2925" y="1041"/>
                  </a:lnTo>
                  <a:lnTo>
                    <a:pt x="2920" y="520"/>
                  </a:lnTo>
                  <a:lnTo>
                    <a:pt x="2916" y="0"/>
                  </a:lnTo>
                  <a:lnTo>
                    <a:pt x="2816" y="0"/>
                  </a:lnTo>
                  <a:lnTo>
                    <a:pt x="2716" y="0"/>
                  </a:lnTo>
                  <a:lnTo>
                    <a:pt x="2716" y="525"/>
                  </a:lnTo>
                  <a:lnTo>
                    <a:pt x="2716" y="1051"/>
                  </a:lnTo>
                  <a:lnTo>
                    <a:pt x="2613" y="1046"/>
                  </a:lnTo>
                  <a:lnTo>
                    <a:pt x="2508" y="1041"/>
                  </a:lnTo>
                  <a:lnTo>
                    <a:pt x="2503" y="520"/>
                  </a:lnTo>
                  <a:lnTo>
                    <a:pt x="2500" y="0"/>
                  </a:lnTo>
                  <a:lnTo>
                    <a:pt x="2400" y="0"/>
                  </a:lnTo>
                  <a:lnTo>
                    <a:pt x="2300" y="0"/>
                  </a:lnTo>
                  <a:lnTo>
                    <a:pt x="2300" y="525"/>
                  </a:lnTo>
                  <a:lnTo>
                    <a:pt x="2300" y="1050"/>
                  </a:lnTo>
                  <a:lnTo>
                    <a:pt x="2191" y="1050"/>
                  </a:lnTo>
                  <a:lnTo>
                    <a:pt x="2083" y="1050"/>
                  </a:lnTo>
                  <a:lnTo>
                    <a:pt x="2083" y="525"/>
                  </a:lnTo>
                  <a:lnTo>
                    <a:pt x="2083" y="0"/>
                  </a:lnTo>
                  <a:lnTo>
                    <a:pt x="1983" y="0"/>
                  </a:lnTo>
                  <a:lnTo>
                    <a:pt x="1883" y="0"/>
                  </a:lnTo>
                  <a:lnTo>
                    <a:pt x="1883" y="5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00" dirty="0"/>
            </a:p>
          </p:txBody>
        </p:sp>
        <p:sp>
          <p:nvSpPr>
            <p:cNvPr id="63" name="Freeform 49">
              <a:extLst>
                <a:ext uri="{FF2B5EF4-FFF2-40B4-BE49-F238E27FC236}">
                  <a16:creationId xmlns:a16="http://schemas.microsoft.com/office/drawing/2014/main" id="{2BD41928-79C0-4EF8-F6EF-D323B8712290}"/>
                </a:ext>
              </a:extLst>
            </p:cNvPr>
            <p:cNvSpPr>
              <a:spLocks/>
            </p:cNvSpPr>
            <p:nvPr/>
          </p:nvSpPr>
          <p:spPr bwMode="auto">
            <a:xfrm>
              <a:off x="728663" y="1562101"/>
              <a:ext cx="315913" cy="552450"/>
            </a:xfrm>
            <a:custGeom>
              <a:avLst/>
              <a:gdLst>
                <a:gd name="T0" fmla="*/ 12 w 834"/>
                <a:gd name="T1" fmla="*/ 7 h 1464"/>
                <a:gd name="T2" fmla="*/ 7 w 834"/>
                <a:gd name="T3" fmla="*/ 53 h 1464"/>
                <a:gd name="T4" fmla="*/ 1 w 834"/>
                <a:gd name="T5" fmla="*/ 452 h 1464"/>
                <a:gd name="T6" fmla="*/ 0 w 834"/>
                <a:gd name="T7" fmla="*/ 742 h 1464"/>
                <a:gd name="T8" fmla="*/ 0 w 834"/>
                <a:gd name="T9" fmla="*/ 1464 h 1464"/>
                <a:gd name="T10" fmla="*/ 417 w 834"/>
                <a:gd name="T11" fmla="*/ 1464 h 1464"/>
                <a:gd name="T12" fmla="*/ 834 w 834"/>
                <a:gd name="T13" fmla="*/ 1464 h 1464"/>
                <a:gd name="T14" fmla="*/ 830 w 834"/>
                <a:gd name="T15" fmla="*/ 734 h 1464"/>
                <a:gd name="T16" fmla="*/ 825 w 834"/>
                <a:gd name="T17" fmla="*/ 6 h 1464"/>
                <a:gd name="T18" fmla="*/ 424 w 834"/>
                <a:gd name="T19" fmla="*/ 1 h 1464"/>
                <a:gd name="T20" fmla="*/ 263 w 834"/>
                <a:gd name="T21" fmla="*/ 0 h 1464"/>
                <a:gd name="T22" fmla="*/ 39 w 834"/>
                <a:gd name="T23" fmla="*/ 4 h 1464"/>
                <a:gd name="T24" fmla="*/ 12 w 834"/>
                <a:gd name="T25" fmla="*/ 7 h 1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34" h="1464">
                  <a:moveTo>
                    <a:pt x="12" y="7"/>
                  </a:moveTo>
                  <a:lnTo>
                    <a:pt x="7" y="53"/>
                  </a:lnTo>
                  <a:lnTo>
                    <a:pt x="1" y="452"/>
                  </a:lnTo>
                  <a:lnTo>
                    <a:pt x="0" y="742"/>
                  </a:lnTo>
                  <a:lnTo>
                    <a:pt x="0" y="1464"/>
                  </a:lnTo>
                  <a:lnTo>
                    <a:pt x="417" y="1464"/>
                  </a:lnTo>
                  <a:lnTo>
                    <a:pt x="834" y="1464"/>
                  </a:lnTo>
                  <a:lnTo>
                    <a:pt x="830" y="734"/>
                  </a:lnTo>
                  <a:lnTo>
                    <a:pt x="825" y="6"/>
                  </a:lnTo>
                  <a:lnTo>
                    <a:pt x="424" y="1"/>
                  </a:lnTo>
                  <a:lnTo>
                    <a:pt x="263" y="0"/>
                  </a:lnTo>
                  <a:lnTo>
                    <a:pt x="39" y="4"/>
                  </a:lnTo>
                  <a:lnTo>
                    <a:pt x="1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00" dirty="0"/>
            </a:p>
          </p:txBody>
        </p:sp>
        <p:sp>
          <p:nvSpPr>
            <p:cNvPr id="65" name="Freeform 50">
              <a:extLst>
                <a:ext uri="{FF2B5EF4-FFF2-40B4-BE49-F238E27FC236}">
                  <a16:creationId xmlns:a16="http://schemas.microsoft.com/office/drawing/2014/main" id="{63B4563F-0FDC-807F-255E-148A5B35AA6A}"/>
                </a:ext>
              </a:extLst>
            </p:cNvPr>
            <p:cNvSpPr>
              <a:spLocks/>
            </p:cNvSpPr>
            <p:nvPr/>
          </p:nvSpPr>
          <p:spPr bwMode="auto">
            <a:xfrm>
              <a:off x="1125538" y="1560513"/>
              <a:ext cx="314325" cy="554038"/>
            </a:xfrm>
            <a:custGeom>
              <a:avLst/>
              <a:gdLst>
                <a:gd name="T0" fmla="*/ 0 w 834"/>
                <a:gd name="T1" fmla="*/ 734 h 1467"/>
                <a:gd name="T2" fmla="*/ 0 w 834"/>
                <a:gd name="T3" fmla="*/ 1467 h 1467"/>
                <a:gd name="T4" fmla="*/ 417 w 834"/>
                <a:gd name="T5" fmla="*/ 1467 h 1467"/>
                <a:gd name="T6" fmla="*/ 834 w 834"/>
                <a:gd name="T7" fmla="*/ 1467 h 1467"/>
                <a:gd name="T8" fmla="*/ 830 w 834"/>
                <a:gd name="T9" fmla="*/ 737 h 1467"/>
                <a:gd name="T10" fmla="*/ 825 w 834"/>
                <a:gd name="T11" fmla="*/ 9 h 1467"/>
                <a:gd name="T12" fmla="*/ 414 w 834"/>
                <a:gd name="T13" fmla="*/ 4 h 1467"/>
                <a:gd name="T14" fmla="*/ 0 w 834"/>
                <a:gd name="T15" fmla="*/ 0 h 1467"/>
                <a:gd name="T16" fmla="*/ 0 w 834"/>
                <a:gd name="T17" fmla="*/ 734 h 1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34" h="1467">
                  <a:moveTo>
                    <a:pt x="0" y="734"/>
                  </a:moveTo>
                  <a:lnTo>
                    <a:pt x="0" y="1467"/>
                  </a:lnTo>
                  <a:lnTo>
                    <a:pt x="417" y="1467"/>
                  </a:lnTo>
                  <a:lnTo>
                    <a:pt x="834" y="1467"/>
                  </a:lnTo>
                  <a:lnTo>
                    <a:pt x="830" y="737"/>
                  </a:lnTo>
                  <a:lnTo>
                    <a:pt x="825" y="9"/>
                  </a:lnTo>
                  <a:lnTo>
                    <a:pt x="414" y="4"/>
                  </a:lnTo>
                  <a:lnTo>
                    <a:pt x="0" y="0"/>
                  </a:lnTo>
                  <a:lnTo>
                    <a:pt x="0" y="7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00" dirty="0"/>
            </a:p>
          </p:txBody>
        </p:sp>
        <p:sp>
          <p:nvSpPr>
            <p:cNvPr id="66" name="Freeform 51">
              <a:extLst>
                <a:ext uri="{FF2B5EF4-FFF2-40B4-BE49-F238E27FC236}">
                  <a16:creationId xmlns:a16="http://schemas.microsoft.com/office/drawing/2014/main" id="{ED0566AF-9070-4567-D8CB-091271FA5F8B}"/>
                </a:ext>
              </a:extLst>
            </p:cNvPr>
            <p:cNvSpPr>
              <a:spLocks/>
            </p:cNvSpPr>
            <p:nvPr/>
          </p:nvSpPr>
          <p:spPr bwMode="auto">
            <a:xfrm>
              <a:off x="1516063" y="1562101"/>
              <a:ext cx="317500" cy="552450"/>
            </a:xfrm>
            <a:custGeom>
              <a:avLst/>
              <a:gdLst>
                <a:gd name="T0" fmla="*/ 11 w 841"/>
                <a:gd name="T1" fmla="*/ 7 h 1464"/>
                <a:gd name="T2" fmla="*/ 7 w 841"/>
                <a:gd name="T3" fmla="*/ 53 h 1464"/>
                <a:gd name="T4" fmla="*/ 0 w 841"/>
                <a:gd name="T5" fmla="*/ 452 h 1464"/>
                <a:gd name="T6" fmla="*/ 0 w 841"/>
                <a:gd name="T7" fmla="*/ 742 h 1464"/>
                <a:gd name="T8" fmla="*/ 0 w 841"/>
                <a:gd name="T9" fmla="*/ 1464 h 1464"/>
                <a:gd name="T10" fmla="*/ 421 w 841"/>
                <a:gd name="T11" fmla="*/ 1464 h 1464"/>
                <a:gd name="T12" fmla="*/ 841 w 841"/>
                <a:gd name="T13" fmla="*/ 1464 h 1464"/>
                <a:gd name="T14" fmla="*/ 838 w 841"/>
                <a:gd name="T15" fmla="*/ 736 h 1464"/>
                <a:gd name="T16" fmla="*/ 833 w 841"/>
                <a:gd name="T17" fmla="*/ 6 h 1464"/>
                <a:gd name="T18" fmla="*/ 428 w 841"/>
                <a:gd name="T19" fmla="*/ 1 h 1464"/>
                <a:gd name="T20" fmla="*/ 265 w 841"/>
                <a:gd name="T21" fmla="*/ 0 h 1464"/>
                <a:gd name="T22" fmla="*/ 39 w 841"/>
                <a:gd name="T23" fmla="*/ 4 h 1464"/>
                <a:gd name="T24" fmla="*/ 11 w 841"/>
                <a:gd name="T25" fmla="*/ 7 h 1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1" h="1464">
                  <a:moveTo>
                    <a:pt x="11" y="7"/>
                  </a:moveTo>
                  <a:lnTo>
                    <a:pt x="7" y="53"/>
                  </a:lnTo>
                  <a:lnTo>
                    <a:pt x="0" y="452"/>
                  </a:lnTo>
                  <a:lnTo>
                    <a:pt x="0" y="742"/>
                  </a:lnTo>
                  <a:lnTo>
                    <a:pt x="0" y="1464"/>
                  </a:lnTo>
                  <a:lnTo>
                    <a:pt x="421" y="1464"/>
                  </a:lnTo>
                  <a:lnTo>
                    <a:pt x="841" y="1464"/>
                  </a:lnTo>
                  <a:lnTo>
                    <a:pt x="838" y="736"/>
                  </a:lnTo>
                  <a:lnTo>
                    <a:pt x="833" y="6"/>
                  </a:lnTo>
                  <a:lnTo>
                    <a:pt x="428" y="1"/>
                  </a:lnTo>
                  <a:lnTo>
                    <a:pt x="265" y="0"/>
                  </a:lnTo>
                  <a:lnTo>
                    <a:pt x="39" y="4"/>
                  </a:lnTo>
                  <a:lnTo>
                    <a:pt x="11"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00" dirty="0"/>
            </a:p>
          </p:txBody>
        </p:sp>
        <p:sp>
          <p:nvSpPr>
            <p:cNvPr id="67" name="Freeform 52">
              <a:extLst>
                <a:ext uri="{FF2B5EF4-FFF2-40B4-BE49-F238E27FC236}">
                  <a16:creationId xmlns:a16="http://schemas.microsoft.com/office/drawing/2014/main" id="{26DB9AE4-9F28-7607-A3A1-9D5958BE06C8}"/>
                </a:ext>
              </a:extLst>
            </p:cNvPr>
            <p:cNvSpPr>
              <a:spLocks/>
            </p:cNvSpPr>
            <p:nvPr/>
          </p:nvSpPr>
          <p:spPr bwMode="auto">
            <a:xfrm>
              <a:off x="1911350" y="1562101"/>
              <a:ext cx="314325" cy="552450"/>
            </a:xfrm>
            <a:custGeom>
              <a:avLst/>
              <a:gdLst>
                <a:gd name="T0" fmla="*/ 11 w 833"/>
                <a:gd name="T1" fmla="*/ 7 h 1464"/>
                <a:gd name="T2" fmla="*/ 7 w 833"/>
                <a:gd name="T3" fmla="*/ 53 h 1464"/>
                <a:gd name="T4" fmla="*/ 0 w 833"/>
                <a:gd name="T5" fmla="*/ 452 h 1464"/>
                <a:gd name="T6" fmla="*/ 0 w 833"/>
                <a:gd name="T7" fmla="*/ 742 h 1464"/>
                <a:gd name="T8" fmla="*/ 0 w 833"/>
                <a:gd name="T9" fmla="*/ 1464 h 1464"/>
                <a:gd name="T10" fmla="*/ 416 w 833"/>
                <a:gd name="T11" fmla="*/ 1464 h 1464"/>
                <a:gd name="T12" fmla="*/ 833 w 833"/>
                <a:gd name="T13" fmla="*/ 1464 h 1464"/>
                <a:gd name="T14" fmla="*/ 830 w 833"/>
                <a:gd name="T15" fmla="*/ 734 h 1464"/>
                <a:gd name="T16" fmla="*/ 825 w 833"/>
                <a:gd name="T17" fmla="*/ 6 h 1464"/>
                <a:gd name="T18" fmla="*/ 423 w 833"/>
                <a:gd name="T19" fmla="*/ 1 h 1464"/>
                <a:gd name="T20" fmla="*/ 262 w 833"/>
                <a:gd name="T21" fmla="*/ 0 h 1464"/>
                <a:gd name="T22" fmla="*/ 39 w 833"/>
                <a:gd name="T23" fmla="*/ 4 h 1464"/>
                <a:gd name="T24" fmla="*/ 11 w 833"/>
                <a:gd name="T25" fmla="*/ 7 h 1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33" h="1464">
                  <a:moveTo>
                    <a:pt x="11" y="7"/>
                  </a:moveTo>
                  <a:lnTo>
                    <a:pt x="7" y="53"/>
                  </a:lnTo>
                  <a:lnTo>
                    <a:pt x="0" y="452"/>
                  </a:lnTo>
                  <a:lnTo>
                    <a:pt x="0" y="742"/>
                  </a:lnTo>
                  <a:lnTo>
                    <a:pt x="0" y="1464"/>
                  </a:lnTo>
                  <a:lnTo>
                    <a:pt x="416" y="1464"/>
                  </a:lnTo>
                  <a:lnTo>
                    <a:pt x="833" y="1464"/>
                  </a:lnTo>
                  <a:lnTo>
                    <a:pt x="830" y="734"/>
                  </a:lnTo>
                  <a:lnTo>
                    <a:pt x="825" y="6"/>
                  </a:lnTo>
                  <a:lnTo>
                    <a:pt x="423" y="1"/>
                  </a:lnTo>
                  <a:lnTo>
                    <a:pt x="262" y="0"/>
                  </a:lnTo>
                  <a:lnTo>
                    <a:pt x="39" y="4"/>
                  </a:lnTo>
                  <a:lnTo>
                    <a:pt x="11"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00" dirty="0"/>
            </a:p>
          </p:txBody>
        </p:sp>
        <p:sp>
          <p:nvSpPr>
            <p:cNvPr id="70" name="Freeform 54">
              <a:extLst>
                <a:ext uri="{FF2B5EF4-FFF2-40B4-BE49-F238E27FC236}">
                  <a16:creationId xmlns:a16="http://schemas.microsoft.com/office/drawing/2014/main" id="{FDF11F5E-B71F-ACF6-6A3C-79D4E837A1A1}"/>
                </a:ext>
              </a:extLst>
            </p:cNvPr>
            <p:cNvSpPr>
              <a:spLocks/>
            </p:cNvSpPr>
            <p:nvPr/>
          </p:nvSpPr>
          <p:spPr bwMode="auto">
            <a:xfrm>
              <a:off x="488950" y="2195513"/>
              <a:ext cx="1976438" cy="236538"/>
            </a:xfrm>
            <a:custGeom>
              <a:avLst/>
              <a:gdLst>
                <a:gd name="T0" fmla="*/ 219 w 5237"/>
                <a:gd name="T1" fmla="*/ 208 h 625"/>
                <a:gd name="T2" fmla="*/ 219 w 5237"/>
                <a:gd name="T3" fmla="*/ 416 h 625"/>
                <a:gd name="T4" fmla="*/ 110 w 5237"/>
                <a:gd name="T5" fmla="*/ 416 h 625"/>
                <a:gd name="T6" fmla="*/ 0 w 5237"/>
                <a:gd name="T7" fmla="*/ 416 h 625"/>
                <a:gd name="T8" fmla="*/ 5 w 5237"/>
                <a:gd name="T9" fmla="*/ 520 h 625"/>
                <a:gd name="T10" fmla="*/ 10 w 5237"/>
                <a:gd name="T11" fmla="*/ 625 h 625"/>
                <a:gd name="T12" fmla="*/ 2619 w 5237"/>
                <a:gd name="T13" fmla="*/ 625 h 625"/>
                <a:gd name="T14" fmla="*/ 5227 w 5237"/>
                <a:gd name="T15" fmla="*/ 625 h 625"/>
                <a:gd name="T16" fmla="*/ 5232 w 5237"/>
                <a:gd name="T17" fmla="*/ 520 h 625"/>
                <a:gd name="T18" fmla="*/ 5237 w 5237"/>
                <a:gd name="T19" fmla="*/ 416 h 625"/>
                <a:gd name="T20" fmla="*/ 5127 w 5237"/>
                <a:gd name="T21" fmla="*/ 416 h 625"/>
                <a:gd name="T22" fmla="*/ 5019 w 5237"/>
                <a:gd name="T23" fmla="*/ 416 h 625"/>
                <a:gd name="T24" fmla="*/ 5019 w 5237"/>
                <a:gd name="T25" fmla="*/ 208 h 625"/>
                <a:gd name="T26" fmla="*/ 5019 w 5237"/>
                <a:gd name="T27" fmla="*/ 0 h 625"/>
                <a:gd name="T28" fmla="*/ 2619 w 5237"/>
                <a:gd name="T29" fmla="*/ 0 h 625"/>
                <a:gd name="T30" fmla="*/ 219 w 5237"/>
                <a:gd name="T31" fmla="*/ 0 h 625"/>
                <a:gd name="T32" fmla="*/ 219 w 5237"/>
                <a:gd name="T33" fmla="*/ 208 h 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37" h="625">
                  <a:moveTo>
                    <a:pt x="219" y="208"/>
                  </a:moveTo>
                  <a:lnTo>
                    <a:pt x="219" y="416"/>
                  </a:lnTo>
                  <a:lnTo>
                    <a:pt x="110" y="416"/>
                  </a:lnTo>
                  <a:lnTo>
                    <a:pt x="0" y="416"/>
                  </a:lnTo>
                  <a:lnTo>
                    <a:pt x="5" y="520"/>
                  </a:lnTo>
                  <a:lnTo>
                    <a:pt x="10" y="625"/>
                  </a:lnTo>
                  <a:lnTo>
                    <a:pt x="2619" y="625"/>
                  </a:lnTo>
                  <a:lnTo>
                    <a:pt x="5227" y="625"/>
                  </a:lnTo>
                  <a:lnTo>
                    <a:pt x="5232" y="520"/>
                  </a:lnTo>
                  <a:lnTo>
                    <a:pt x="5237" y="416"/>
                  </a:lnTo>
                  <a:lnTo>
                    <a:pt x="5127" y="416"/>
                  </a:lnTo>
                  <a:lnTo>
                    <a:pt x="5019" y="416"/>
                  </a:lnTo>
                  <a:lnTo>
                    <a:pt x="5019" y="208"/>
                  </a:lnTo>
                  <a:lnTo>
                    <a:pt x="5019" y="0"/>
                  </a:lnTo>
                  <a:lnTo>
                    <a:pt x="2619" y="0"/>
                  </a:lnTo>
                  <a:lnTo>
                    <a:pt x="219" y="0"/>
                  </a:lnTo>
                  <a:lnTo>
                    <a:pt x="219" y="2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00" dirty="0"/>
            </a:p>
          </p:txBody>
        </p:sp>
      </p:grpSp>
      <p:sp>
        <p:nvSpPr>
          <p:cNvPr id="4" name="Slide Number Placeholder 3">
            <a:extLst>
              <a:ext uri="{FF2B5EF4-FFF2-40B4-BE49-F238E27FC236}">
                <a16:creationId xmlns:a16="http://schemas.microsoft.com/office/drawing/2014/main" id="{5C703B90-E809-1B52-83B3-00A90C0706AD}"/>
              </a:ext>
            </a:extLst>
          </p:cNvPr>
          <p:cNvSpPr>
            <a:spLocks noGrp="1"/>
          </p:cNvSpPr>
          <p:nvPr>
            <p:ph type="sldNum" sz="quarter" idx="12"/>
          </p:nvPr>
        </p:nvSpPr>
        <p:spPr/>
        <p:txBody>
          <a:bodyPr/>
          <a:lstStyle/>
          <a:p>
            <a:fld id="{0BE4EC83-A869-464E-AE9F-881796FB085E}" type="slidenum">
              <a:rPr lang="en-US" smtClean="0"/>
              <a:t>41</a:t>
            </a:fld>
            <a:endParaRPr lang="en-US"/>
          </a:p>
        </p:txBody>
      </p:sp>
      <p:sp>
        <p:nvSpPr>
          <p:cNvPr id="12" name="TextBox 11">
            <a:extLst>
              <a:ext uri="{FF2B5EF4-FFF2-40B4-BE49-F238E27FC236}">
                <a16:creationId xmlns:a16="http://schemas.microsoft.com/office/drawing/2014/main" id="{C928B058-FAEB-4A6B-7464-88EF0F0E7CB2}"/>
              </a:ext>
            </a:extLst>
          </p:cNvPr>
          <p:cNvSpPr txBox="1"/>
          <p:nvPr/>
        </p:nvSpPr>
        <p:spPr>
          <a:xfrm>
            <a:off x="672397" y="4877322"/>
            <a:ext cx="4174668" cy="646331"/>
          </a:xfrm>
          <a:prstGeom prst="rect">
            <a:avLst/>
          </a:prstGeom>
          <a:noFill/>
        </p:spPr>
        <p:txBody>
          <a:bodyPr wrap="square">
            <a:spAutoFit/>
          </a:bodyPr>
          <a:lstStyle/>
          <a:p>
            <a:pPr algn="r" rtl="1"/>
            <a:r>
              <a:rPr lang="ar-SA" dirty="0"/>
              <a:t>العوامل والمتطلبات الممكنة لتنفيذ الاستراتيجية بفاعلية بما يضمن تحقيق الأهداف والاستدامة.</a:t>
            </a:r>
            <a:endParaRPr lang="en-US" dirty="0"/>
          </a:p>
        </p:txBody>
      </p:sp>
    </p:spTree>
    <p:extLst>
      <p:ext uri="{BB962C8B-B14F-4D97-AF65-F5344CB8AC3E}">
        <p14:creationId xmlns:p14="http://schemas.microsoft.com/office/powerpoint/2010/main" val="352241749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DE506-F1D9-FD4B-0060-49772509C0E6}"/>
            </a:ext>
          </a:extLst>
        </p:cNvPr>
        <p:cNvGrpSpPr/>
        <p:nvPr/>
      </p:nvGrpSpPr>
      <p:grpSpPr>
        <a:xfrm>
          <a:off x="0" y="0"/>
          <a:ext cx="0" cy="0"/>
          <a:chOff x="0" y="0"/>
          <a:chExt cx="0" cy="0"/>
        </a:xfrm>
      </p:grpSpPr>
      <p:sp>
        <p:nvSpPr>
          <p:cNvPr id="44" name="Title 43">
            <a:extLst>
              <a:ext uri="{FF2B5EF4-FFF2-40B4-BE49-F238E27FC236}">
                <a16:creationId xmlns:a16="http://schemas.microsoft.com/office/drawing/2014/main" id="{D8F0D927-46F8-A216-4BD8-FC288BE11B9C}"/>
              </a:ext>
            </a:extLst>
          </p:cNvPr>
          <p:cNvSpPr>
            <a:spLocks noGrp="1"/>
          </p:cNvSpPr>
          <p:nvPr>
            <p:ph type="title"/>
          </p:nvPr>
        </p:nvSpPr>
        <p:spPr>
          <a:xfrm>
            <a:off x="609601" y="561078"/>
            <a:ext cx="10972800" cy="666261"/>
          </a:xfrm>
        </p:spPr>
        <p:txBody>
          <a:bodyPr/>
          <a:lstStyle/>
          <a:p>
            <a:r>
              <a:rPr lang="ar-EG" dirty="0"/>
              <a:t>تعريف الرؤية والرسالة</a:t>
            </a:r>
            <a:endParaRPr lang="en-GB" dirty="0"/>
          </a:p>
        </p:txBody>
      </p:sp>
      <p:sp>
        <p:nvSpPr>
          <p:cNvPr id="6" name="TextBox 5">
            <a:extLst>
              <a:ext uri="{FF2B5EF4-FFF2-40B4-BE49-F238E27FC236}">
                <a16:creationId xmlns:a16="http://schemas.microsoft.com/office/drawing/2014/main" id="{0CC865BE-70B2-68C5-6630-B99DE89A4333}"/>
              </a:ext>
            </a:extLst>
          </p:cNvPr>
          <p:cNvSpPr txBox="1"/>
          <p:nvPr/>
        </p:nvSpPr>
        <p:spPr>
          <a:xfrm>
            <a:off x="609600" y="1182759"/>
            <a:ext cx="10972800" cy="707886"/>
          </a:xfrm>
          <a:prstGeom prst="rect">
            <a:avLst/>
          </a:prstGeom>
          <a:noFill/>
        </p:spPr>
        <p:txBody>
          <a:bodyPr wrap="square" lIns="0" rIns="0" rtlCol="0">
            <a:spAutoFit/>
          </a:bodyPr>
          <a:lstStyle/>
          <a:p>
            <a:pPr algn="just" rtl="1">
              <a:spcAft>
                <a:spcPts val="1200"/>
              </a:spcAft>
            </a:pPr>
            <a:r>
              <a:rPr lang="ar-EG" sz="2000" dirty="0">
                <a:latin typeface="Sakkal Majalla" panose="02000000000000000000" pitchFamily="2" charset="-78"/>
                <a:cs typeface="Sakkal Majalla" panose="02000000000000000000" pitchFamily="2" charset="-78"/>
              </a:rPr>
              <a:t>تم تحديد الرؤية والرسالة المناسبين بناءً على نتائج تحليل نقاط القوة والضعف وبالمواءمة مع كل من استراتيجية الأعمال واستراتيجية التحول الرقمي للهيئة، بالإضافة الى طبيعة متطلبات البنية المؤسسية التي تم جمعها من مختلف أصحاب المصلحة ومن تحليل التقييمات المختلفة التي تمت خلال تحليل الوضع الحالي.</a:t>
            </a:r>
            <a:endParaRPr lang="en-US" sz="2000" dirty="0">
              <a:latin typeface="Sakkal Majalla" panose="02000000000000000000" pitchFamily="2" charset="-78"/>
              <a:cs typeface="Sakkal Majalla" panose="02000000000000000000" pitchFamily="2" charset="-78"/>
            </a:endParaRPr>
          </a:p>
        </p:txBody>
      </p:sp>
      <p:cxnSp>
        <p:nvCxnSpPr>
          <p:cNvPr id="19" name="Straight Connector 18">
            <a:extLst>
              <a:ext uri="{FF2B5EF4-FFF2-40B4-BE49-F238E27FC236}">
                <a16:creationId xmlns:a16="http://schemas.microsoft.com/office/drawing/2014/main" id="{56C7B40C-2CDF-70C8-C8A6-F4E0CE1C132F}"/>
              </a:ext>
            </a:extLst>
          </p:cNvPr>
          <p:cNvCxnSpPr>
            <a:cxnSpLocks/>
          </p:cNvCxnSpPr>
          <p:nvPr/>
        </p:nvCxnSpPr>
        <p:spPr>
          <a:xfrm>
            <a:off x="6280299" y="3538549"/>
            <a:ext cx="5120640"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Rectangle: Rounded Corners 19">
            <a:extLst>
              <a:ext uri="{FF2B5EF4-FFF2-40B4-BE49-F238E27FC236}">
                <a16:creationId xmlns:a16="http://schemas.microsoft.com/office/drawing/2014/main" id="{E1CC205E-D773-5309-617B-87C7503F8E53}"/>
              </a:ext>
            </a:extLst>
          </p:cNvPr>
          <p:cNvSpPr/>
          <p:nvPr/>
        </p:nvSpPr>
        <p:spPr>
          <a:xfrm>
            <a:off x="8069685" y="3343793"/>
            <a:ext cx="1541869" cy="389513"/>
          </a:xfrm>
          <a:prstGeom prst="roundRect">
            <a:avLst>
              <a:gd name="adj" fmla="val 50000"/>
            </a:avLst>
          </a:prstGeom>
          <a:solidFill>
            <a:schemeClr val="accent2"/>
          </a:solidFill>
        </p:spPr>
        <p:txBody>
          <a:bodyPr wrap="square" tIns="0" bIns="0" anchor="ctr" anchorCtr="0">
            <a:spAutoFit/>
          </a:bodyPr>
          <a:lstStyle/>
          <a:p>
            <a:pPr algn="ctr" rtl="1"/>
            <a:r>
              <a:rPr lang="ar-EG" b="1" dirty="0">
                <a:solidFill>
                  <a:schemeClr val="bg1"/>
                </a:solidFill>
              </a:rPr>
              <a:t>الرؤية</a:t>
            </a:r>
            <a:endParaRPr lang="ar-EG" dirty="0">
              <a:solidFill>
                <a:schemeClr val="bg1"/>
              </a:solidFill>
            </a:endParaRPr>
          </a:p>
        </p:txBody>
      </p:sp>
      <p:sp>
        <p:nvSpPr>
          <p:cNvPr id="23" name="Rectangle: Top Corners Rounded 22">
            <a:extLst>
              <a:ext uri="{FF2B5EF4-FFF2-40B4-BE49-F238E27FC236}">
                <a16:creationId xmlns:a16="http://schemas.microsoft.com/office/drawing/2014/main" id="{47857C7F-E233-5385-4083-E29FA8F48F3F}"/>
              </a:ext>
            </a:extLst>
          </p:cNvPr>
          <p:cNvSpPr/>
          <p:nvPr/>
        </p:nvSpPr>
        <p:spPr>
          <a:xfrm>
            <a:off x="798226" y="3867230"/>
            <a:ext cx="5115864" cy="1463040"/>
          </a:xfrm>
          <a:prstGeom prst="round2SameRect">
            <a:avLst>
              <a:gd name="adj1" fmla="val 0"/>
              <a:gd name="adj2" fmla="val 6541"/>
            </a:avLst>
          </a:prstGeom>
          <a:solidFill>
            <a:schemeClr val="bg1"/>
          </a:solidFill>
        </p:spPr>
        <p:txBody>
          <a:bodyPr wrap="square" lIns="91440" rIns="91440" anchor="t" anchorCtr="0">
            <a:noAutofit/>
          </a:bodyPr>
          <a:lstStyle/>
          <a:p>
            <a:pPr algn="ctr" defTabSz="756300" rtl="1">
              <a:lnSpc>
                <a:spcPct val="115000"/>
              </a:lnSpc>
            </a:pPr>
            <a:r>
              <a:rPr lang="ar-EG" b="1" dirty="0">
                <a:solidFill>
                  <a:schemeClr val="accent1">
                    <a:lumMod val="75000"/>
                  </a:schemeClr>
                </a:solidFill>
                <a:ea typeface="Sakkal Majalla" panose="02000000000000000000" pitchFamily="2" charset="-78"/>
              </a:rPr>
              <a:t>تمكين الهيئة من تحقيق أهدافها الاستراتيجية من خلال تبني أفضل ممارسات البنية المؤسسية، وتحسين تجربة المستفيد، وتعزيز الكفاءة التشغيلية، وتطوير المهارات المؤسسية، ورفع كفاءة الإنفاق والقيمة المضافة عبر تفعيل الابتكار، مما يعزز التحول الرقمي والاستخدام الأمثل للبيانات</a:t>
            </a:r>
          </a:p>
        </p:txBody>
      </p:sp>
      <p:grpSp>
        <p:nvGrpSpPr>
          <p:cNvPr id="24" name="Group 23">
            <a:extLst>
              <a:ext uri="{FF2B5EF4-FFF2-40B4-BE49-F238E27FC236}">
                <a16:creationId xmlns:a16="http://schemas.microsoft.com/office/drawing/2014/main" id="{E6A9BFDC-F954-2065-5A1D-BAB9BE58E3F4}"/>
              </a:ext>
            </a:extLst>
          </p:cNvPr>
          <p:cNvGrpSpPr>
            <a:grpSpLocks noChangeAspect="1"/>
          </p:cNvGrpSpPr>
          <p:nvPr/>
        </p:nvGrpSpPr>
        <p:grpSpPr>
          <a:xfrm>
            <a:off x="2927360" y="2498726"/>
            <a:ext cx="857597" cy="710214"/>
            <a:chOff x="3198287" y="4593305"/>
            <a:chExt cx="1813318" cy="1501687"/>
          </a:xfrm>
          <a:solidFill>
            <a:schemeClr val="accent1"/>
          </a:solidFill>
        </p:grpSpPr>
        <p:sp>
          <p:nvSpPr>
            <p:cNvPr id="35" name="Freeform 5">
              <a:extLst>
                <a:ext uri="{FF2B5EF4-FFF2-40B4-BE49-F238E27FC236}">
                  <a16:creationId xmlns:a16="http://schemas.microsoft.com/office/drawing/2014/main" id="{88661BD8-3874-F6A0-8F1A-83DAFFE1EF7A}"/>
                </a:ext>
              </a:extLst>
            </p:cNvPr>
            <p:cNvSpPr>
              <a:spLocks/>
            </p:cNvSpPr>
            <p:nvPr/>
          </p:nvSpPr>
          <p:spPr bwMode="auto">
            <a:xfrm>
              <a:off x="3198287" y="4593305"/>
              <a:ext cx="1059652" cy="1060165"/>
            </a:xfrm>
            <a:custGeom>
              <a:avLst/>
              <a:gdLst>
                <a:gd name="T0" fmla="*/ 2720 w 5570"/>
                <a:gd name="T1" fmla="*/ 16 h 5579"/>
                <a:gd name="T2" fmla="*/ 2445 w 5570"/>
                <a:gd name="T3" fmla="*/ 64 h 5579"/>
                <a:gd name="T4" fmla="*/ 2194 w 5570"/>
                <a:gd name="T5" fmla="*/ 130 h 5579"/>
                <a:gd name="T6" fmla="*/ 1953 w 5570"/>
                <a:gd name="T7" fmla="*/ 220 h 5579"/>
                <a:gd name="T8" fmla="*/ 1768 w 5570"/>
                <a:gd name="T9" fmla="*/ 305 h 5579"/>
                <a:gd name="T10" fmla="*/ 1538 w 5570"/>
                <a:gd name="T11" fmla="*/ 436 h 5579"/>
                <a:gd name="T12" fmla="*/ 1251 w 5570"/>
                <a:gd name="T13" fmla="*/ 644 h 5579"/>
                <a:gd name="T14" fmla="*/ 993 w 5570"/>
                <a:gd name="T15" fmla="*/ 888 h 5579"/>
                <a:gd name="T16" fmla="*/ 767 w 5570"/>
                <a:gd name="T17" fmla="*/ 1163 h 5579"/>
                <a:gd name="T18" fmla="*/ 654 w 5570"/>
                <a:gd name="T19" fmla="*/ 1333 h 5579"/>
                <a:gd name="T20" fmla="*/ 451 w 5570"/>
                <a:gd name="T21" fmla="*/ 1736 h 5579"/>
                <a:gd name="T22" fmla="*/ 317 w 5570"/>
                <a:gd name="T23" fmla="*/ 2158 h 5579"/>
                <a:gd name="T24" fmla="*/ 252 w 5570"/>
                <a:gd name="T25" fmla="*/ 2591 h 5579"/>
                <a:gd name="T26" fmla="*/ 255 w 5570"/>
                <a:gd name="T27" fmla="*/ 3028 h 5579"/>
                <a:gd name="T28" fmla="*/ 327 w 5570"/>
                <a:gd name="T29" fmla="*/ 3460 h 5579"/>
                <a:gd name="T30" fmla="*/ 466 w 5570"/>
                <a:gd name="T31" fmla="*/ 3879 h 5579"/>
                <a:gd name="T32" fmla="*/ 672 w 5570"/>
                <a:gd name="T33" fmla="*/ 4277 h 5579"/>
                <a:gd name="T34" fmla="*/ 872 w 5570"/>
                <a:gd name="T35" fmla="*/ 4555 h 5579"/>
                <a:gd name="T36" fmla="*/ 490 w 5570"/>
                <a:gd name="T37" fmla="*/ 5130 h 5579"/>
                <a:gd name="T38" fmla="*/ 1320 w 5570"/>
                <a:gd name="T39" fmla="*/ 5577 h 5579"/>
                <a:gd name="T40" fmla="*/ 2645 w 5570"/>
                <a:gd name="T41" fmla="*/ 5577 h 5579"/>
                <a:gd name="T42" fmla="*/ 2610 w 5570"/>
                <a:gd name="T43" fmla="*/ 5380 h 5579"/>
                <a:gd name="T44" fmla="*/ 2567 w 5570"/>
                <a:gd name="T45" fmla="*/ 5119 h 5579"/>
                <a:gd name="T46" fmla="*/ 2545 w 5570"/>
                <a:gd name="T47" fmla="*/ 4771 h 5579"/>
                <a:gd name="T48" fmla="*/ 2561 w 5570"/>
                <a:gd name="T49" fmla="*/ 4426 h 5579"/>
                <a:gd name="T50" fmla="*/ 2616 w 5570"/>
                <a:gd name="T51" fmla="*/ 4087 h 5579"/>
                <a:gd name="T52" fmla="*/ 2708 w 5570"/>
                <a:gd name="T53" fmla="*/ 3755 h 5579"/>
                <a:gd name="T54" fmla="*/ 2837 w 5570"/>
                <a:gd name="T55" fmla="*/ 3433 h 5579"/>
                <a:gd name="T56" fmla="*/ 3002 w 5570"/>
                <a:gd name="T57" fmla="*/ 3122 h 5579"/>
                <a:gd name="T58" fmla="*/ 3204 w 5570"/>
                <a:gd name="T59" fmla="*/ 2825 h 5579"/>
                <a:gd name="T60" fmla="*/ 3308 w 5570"/>
                <a:gd name="T61" fmla="*/ 2695 h 5579"/>
                <a:gd name="T62" fmla="*/ 3521 w 5570"/>
                <a:gd name="T63" fmla="*/ 2471 h 5579"/>
                <a:gd name="T64" fmla="*/ 3759 w 5570"/>
                <a:gd name="T65" fmla="*/ 2268 h 5579"/>
                <a:gd name="T66" fmla="*/ 4019 w 5570"/>
                <a:gd name="T67" fmla="*/ 2088 h 5579"/>
                <a:gd name="T68" fmla="*/ 4295 w 5570"/>
                <a:gd name="T69" fmla="*/ 1934 h 5579"/>
                <a:gd name="T70" fmla="*/ 4584 w 5570"/>
                <a:gd name="T71" fmla="*/ 1807 h 5579"/>
                <a:gd name="T72" fmla="*/ 4881 w 5570"/>
                <a:gd name="T73" fmla="*/ 1710 h 5579"/>
                <a:gd name="T74" fmla="*/ 5183 w 5570"/>
                <a:gd name="T75" fmla="*/ 1646 h 5579"/>
                <a:gd name="T76" fmla="*/ 5408 w 5570"/>
                <a:gd name="T77" fmla="*/ 1620 h 5579"/>
                <a:gd name="T78" fmla="*/ 5561 w 5570"/>
                <a:gd name="T79" fmla="*/ 1605 h 5579"/>
                <a:gd name="T80" fmla="*/ 5566 w 5570"/>
                <a:gd name="T81" fmla="*/ 1588 h 5579"/>
                <a:gd name="T82" fmla="*/ 5429 w 5570"/>
                <a:gd name="T83" fmla="*/ 1341 h 5579"/>
                <a:gd name="T84" fmla="*/ 5319 w 5570"/>
                <a:gd name="T85" fmla="*/ 1172 h 5579"/>
                <a:gd name="T86" fmla="*/ 5155 w 5570"/>
                <a:gd name="T87" fmla="*/ 969 h 5579"/>
                <a:gd name="T88" fmla="*/ 4961 w 5570"/>
                <a:gd name="T89" fmla="*/ 767 h 5579"/>
                <a:gd name="T90" fmla="*/ 4754 w 5570"/>
                <a:gd name="T91" fmla="*/ 586 h 5579"/>
                <a:gd name="T92" fmla="*/ 4603 w 5570"/>
                <a:gd name="T93" fmla="*/ 475 h 5579"/>
                <a:gd name="T94" fmla="*/ 4325 w 5570"/>
                <a:gd name="T95" fmla="*/ 311 h 5579"/>
                <a:gd name="T96" fmla="*/ 3938 w 5570"/>
                <a:gd name="T97" fmla="*/ 145 h 5579"/>
                <a:gd name="T98" fmla="*/ 3537 w 5570"/>
                <a:gd name="T99" fmla="*/ 41 h 5579"/>
                <a:gd name="T100" fmla="*/ 3125 w 5570"/>
                <a:gd name="T101" fmla="*/ 0 h 5579"/>
                <a:gd name="T102" fmla="*/ 2873 w 5570"/>
                <a:gd name="T103" fmla="*/ 3 h 5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570" h="5579">
                  <a:moveTo>
                    <a:pt x="2795" y="7"/>
                  </a:moveTo>
                  <a:lnTo>
                    <a:pt x="2720" y="16"/>
                  </a:lnTo>
                  <a:lnTo>
                    <a:pt x="2578" y="38"/>
                  </a:lnTo>
                  <a:lnTo>
                    <a:pt x="2445" y="64"/>
                  </a:lnTo>
                  <a:lnTo>
                    <a:pt x="2317" y="94"/>
                  </a:lnTo>
                  <a:lnTo>
                    <a:pt x="2194" y="130"/>
                  </a:lnTo>
                  <a:lnTo>
                    <a:pt x="2073" y="172"/>
                  </a:lnTo>
                  <a:lnTo>
                    <a:pt x="1953" y="220"/>
                  </a:lnTo>
                  <a:lnTo>
                    <a:pt x="1831" y="275"/>
                  </a:lnTo>
                  <a:lnTo>
                    <a:pt x="1768" y="305"/>
                  </a:lnTo>
                  <a:lnTo>
                    <a:pt x="1690" y="346"/>
                  </a:lnTo>
                  <a:lnTo>
                    <a:pt x="1538" y="436"/>
                  </a:lnTo>
                  <a:lnTo>
                    <a:pt x="1391" y="535"/>
                  </a:lnTo>
                  <a:lnTo>
                    <a:pt x="1251" y="644"/>
                  </a:lnTo>
                  <a:lnTo>
                    <a:pt x="1118" y="762"/>
                  </a:lnTo>
                  <a:lnTo>
                    <a:pt x="993" y="888"/>
                  </a:lnTo>
                  <a:lnTo>
                    <a:pt x="876" y="1022"/>
                  </a:lnTo>
                  <a:lnTo>
                    <a:pt x="767" y="1163"/>
                  </a:lnTo>
                  <a:lnTo>
                    <a:pt x="717" y="1237"/>
                  </a:lnTo>
                  <a:lnTo>
                    <a:pt x="654" y="1333"/>
                  </a:lnTo>
                  <a:lnTo>
                    <a:pt x="544" y="1531"/>
                  </a:lnTo>
                  <a:lnTo>
                    <a:pt x="451" y="1736"/>
                  </a:lnTo>
                  <a:lnTo>
                    <a:pt x="375" y="1945"/>
                  </a:lnTo>
                  <a:lnTo>
                    <a:pt x="317" y="2158"/>
                  </a:lnTo>
                  <a:lnTo>
                    <a:pt x="276" y="2374"/>
                  </a:lnTo>
                  <a:lnTo>
                    <a:pt x="252" y="2591"/>
                  </a:lnTo>
                  <a:lnTo>
                    <a:pt x="245" y="2810"/>
                  </a:lnTo>
                  <a:lnTo>
                    <a:pt x="255" y="3028"/>
                  </a:lnTo>
                  <a:lnTo>
                    <a:pt x="282" y="3246"/>
                  </a:lnTo>
                  <a:lnTo>
                    <a:pt x="327" y="3460"/>
                  </a:lnTo>
                  <a:lnTo>
                    <a:pt x="388" y="3672"/>
                  </a:lnTo>
                  <a:lnTo>
                    <a:pt x="466" y="3879"/>
                  </a:lnTo>
                  <a:lnTo>
                    <a:pt x="561" y="4081"/>
                  </a:lnTo>
                  <a:lnTo>
                    <a:pt x="672" y="4277"/>
                  </a:lnTo>
                  <a:lnTo>
                    <a:pt x="801" y="4465"/>
                  </a:lnTo>
                  <a:lnTo>
                    <a:pt x="872" y="4555"/>
                  </a:lnTo>
                  <a:lnTo>
                    <a:pt x="980" y="4690"/>
                  </a:lnTo>
                  <a:lnTo>
                    <a:pt x="490" y="5130"/>
                  </a:lnTo>
                  <a:lnTo>
                    <a:pt x="0" y="5572"/>
                  </a:lnTo>
                  <a:lnTo>
                    <a:pt x="1320" y="5577"/>
                  </a:lnTo>
                  <a:lnTo>
                    <a:pt x="2345" y="5579"/>
                  </a:lnTo>
                  <a:lnTo>
                    <a:pt x="2645" y="5577"/>
                  </a:lnTo>
                  <a:lnTo>
                    <a:pt x="2639" y="5529"/>
                  </a:lnTo>
                  <a:lnTo>
                    <a:pt x="2610" y="5380"/>
                  </a:lnTo>
                  <a:lnTo>
                    <a:pt x="2593" y="5293"/>
                  </a:lnTo>
                  <a:lnTo>
                    <a:pt x="2567" y="5119"/>
                  </a:lnTo>
                  <a:lnTo>
                    <a:pt x="2551" y="4945"/>
                  </a:lnTo>
                  <a:lnTo>
                    <a:pt x="2545" y="4771"/>
                  </a:lnTo>
                  <a:lnTo>
                    <a:pt x="2548" y="4598"/>
                  </a:lnTo>
                  <a:lnTo>
                    <a:pt x="2561" y="4426"/>
                  </a:lnTo>
                  <a:lnTo>
                    <a:pt x="2584" y="4256"/>
                  </a:lnTo>
                  <a:lnTo>
                    <a:pt x="2616" y="4087"/>
                  </a:lnTo>
                  <a:lnTo>
                    <a:pt x="2657" y="3920"/>
                  </a:lnTo>
                  <a:lnTo>
                    <a:pt x="2708" y="3755"/>
                  </a:lnTo>
                  <a:lnTo>
                    <a:pt x="2768" y="3592"/>
                  </a:lnTo>
                  <a:lnTo>
                    <a:pt x="2837" y="3433"/>
                  </a:lnTo>
                  <a:lnTo>
                    <a:pt x="2915" y="3276"/>
                  </a:lnTo>
                  <a:lnTo>
                    <a:pt x="3002" y="3122"/>
                  </a:lnTo>
                  <a:lnTo>
                    <a:pt x="3099" y="2972"/>
                  </a:lnTo>
                  <a:lnTo>
                    <a:pt x="3204" y="2825"/>
                  </a:lnTo>
                  <a:lnTo>
                    <a:pt x="3260" y="2754"/>
                  </a:lnTo>
                  <a:lnTo>
                    <a:pt x="3308" y="2695"/>
                  </a:lnTo>
                  <a:lnTo>
                    <a:pt x="3411" y="2580"/>
                  </a:lnTo>
                  <a:lnTo>
                    <a:pt x="3521" y="2471"/>
                  </a:lnTo>
                  <a:lnTo>
                    <a:pt x="3637" y="2367"/>
                  </a:lnTo>
                  <a:lnTo>
                    <a:pt x="3759" y="2268"/>
                  </a:lnTo>
                  <a:lnTo>
                    <a:pt x="3886" y="2175"/>
                  </a:lnTo>
                  <a:lnTo>
                    <a:pt x="4019" y="2088"/>
                  </a:lnTo>
                  <a:lnTo>
                    <a:pt x="4155" y="2008"/>
                  </a:lnTo>
                  <a:lnTo>
                    <a:pt x="4295" y="1934"/>
                  </a:lnTo>
                  <a:lnTo>
                    <a:pt x="4438" y="1867"/>
                  </a:lnTo>
                  <a:lnTo>
                    <a:pt x="4584" y="1807"/>
                  </a:lnTo>
                  <a:lnTo>
                    <a:pt x="4732" y="1754"/>
                  </a:lnTo>
                  <a:lnTo>
                    <a:pt x="4881" y="1710"/>
                  </a:lnTo>
                  <a:lnTo>
                    <a:pt x="5032" y="1674"/>
                  </a:lnTo>
                  <a:lnTo>
                    <a:pt x="5183" y="1646"/>
                  </a:lnTo>
                  <a:lnTo>
                    <a:pt x="5333" y="1626"/>
                  </a:lnTo>
                  <a:lnTo>
                    <a:pt x="5408" y="1620"/>
                  </a:lnTo>
                  <a:lnTo>
                    <a:pt x="5473" y="1615"/>
                  </a:lnTo>
                  <a:lnTo>
                    <a:pt x="5561" y="1605"/>
                  </a:lnTo>
                  <a:lnTo>
                    <a:pt x="5570" y="1602"/>
                  </a:lnTo>
                  <a:lnTo>
                    <a:pt x="5566" y="1588"/>
                  </a:lnTo>
                  <a:lnTo>
                    <a:pt x="5528" y="1512"/>
                  </a:lnTo>
                  <a:lnTo>
                    <a:pt x="5429" y="1341"/>
                  </a:lnTo>
                  <a:lnTo>
                    <a:pt x="5352" y="1220"/>
                  </a:lnTo>
                  <a:lnTo>
                    <a:pt x="5319" y="1172"/>
                  </a:lnTo>
                  <a:lnTo>
                    <a:pt x="5242" y="1072"/>
                  </a:lnTo>
                  <a:lnTo>
                    <a:pt x="5155" y="969"/>
                  </a:lnTo>
                  <a:lnTo>
                    <a:pt x="5061" y="867"/>
                  </a:lnTo>
                  <a:lnTo>
                    <a:pt x="4961" y="767"/>
                  </a:lnTo>
                  <a:lnTo>
                    <a:pt x="4858" y="673"/>
                  </a:lnTo>
                  <a:lnTo>
                    <a:pt x="4754" y="586"/>
                  </a:lnTo>
                  <a:lnTo>
                    <a:pt x="4653" y="509"/>
                  </a:lnTo>
                  <a:lnTo>
                    <a:pt x="4603" y="475"/>
                  </a:lnTo>
                  <a:lnTo>
                    <a:pt x="4512" y="416"/>
                  </a:lnTo>
                  <a:lnTo>
                    <a:pt x="4325" y="311"/>
                  </a:lnTo>
                  <a:lnTo>
                    <a:pt x="4133" y="220"/>
                  </a:lnTo>
                  <a:lnTo>
                    <a:pt x="3938" y="145"/>
                  </a:lnTo>
                  <a:lnTo>
                    <a:pt x="3740" y="86"/>
                  </a:lnTo>
                  <a:lnTo>
                    <a:pt x="3537" y="41"/>
                  </a:lnTo>
                  <a:lnTo>
                    <a:pt x="3332" y="13"/>
                  </a:lnTo>
                  <a:lnTo>
                    <a:pt x="3125" y="0"/>
                  </a:lnTo>
                  <a:lnTo>
                    <a:pt x="3020" y="0"/>
                  </a:lnTo>
                  <a:lnTo>
                    <a:pt x="2873" y="3"/>
                  </a:lnTo>
                  <a:lnTo>
                    <a:pt x="2795"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6">
              <a:extLst>
                <a:ext uri="{FF2B5EF4-FFF2-40B4-BE49-F238E27FC236}">
                  <a16:creationId xmlns:a16="http://schemas.microsoft.com/office/drawing/2014/main" id="{BACF9027-97FB-B068-3DEB-6C30C4EF91C6}"/>
                </a:ext>
              </a:extLst>
            </p:cNvPr>
            <p:cNvSpPr>
              <a:spLocks noEditPoints="1"/>
            </p:cNvSpPr>
            <p:nvPr/>
          </p:nvSpPr>
          <p:spPr bwMode="auto">
            <a:xfrm>
              <a:off x="3784586" y="4980920"/>
              <a:ext cx="1227019" cy="1114072"/>
            </a:xfrm>
            <a:custGeom>
              <a:avLst/>
              <a:gdLst>
                <a:gd name="T0" fmla="*/ 2197 w 6449"/>
                <a:gd name="T1" fmla="*/ 87 h 5861"/>
                <a:gd name="T2" fmla="*/ 1506 w 6449"/>
                <a:gd name="T3" fmla="*/ 361 h 5861"/>
                <a:gd name="T4" fmla="*/ 911 w 6449"/>
                <a:gd name="T5" fmla="*/ 798 h 5861"/>
                <a:gd name="T6" fmla="*/ 441 w 6449"/>
                <a:gd name="T7" fmla="*/ 1381 h 5861"/>
                <a:gd name="T8" fmla="*/ 175 w 6449"/>
                <a:gd name="T9" fmla="*/ 1932 h 5861"/>
                <a:gd name="T10" fmla="*/ 5 w 6449"/>
                <a:gd name="T11" fmla="*/ 2758 h 5861"/>
                <a:gd name="T12" fmla="*/ 74 w 6449"/>
                <a:gd name="T13" fmla="*/ 3586 h 5861"/>
                <a:gd name="T14" fmla="*/ 376 w 6449"/>
                <a:gd name="T15" fmla="*/ 4367 h 5861"/>
                <a:gd name="T16" fmla="*/ 723 w 6449"/>
                <a:gd name="T17" fmla="*/ 4860 h 5861"/>
                <a:gd name="T18" fmla="*/ 1093 w 6449"/>
                <a:gd name="T19" fmla="*/ 5218 h 5861"/>
                <a:gd name="T20" fmla="*/ 1520 w 6449"/>
                <a:gd name="T21" fmla="*/ 5503 h 5861"/>
                <a:gd name="T22" fmla="*/ 1998 w 6449"/>
                <a:gd name="T23" fmla="*/ 5711 h 5861"/>
                <a:gd name="T24" fmla="*/ 2453 w 6449"/>
                <a:gd name="T25" fmla="*/ 5828 h 5861"/>
                <a:gd name="T26" fmla="*/ 3903 w 6449"/>
                <a:gd name="T27" fmla="*/ 5861 h 5861"/>
                <a:gd name="T28" fmla="*/ 6417 w 6449"/>
                <a:gd name="T29" fmla="*/ 5817 h 5861"/>
                <a:gd name="T30" fmla="*/ 5270 w 6449"/>
                <a:gd name="T31" fmla="*/ 4780 h 5861"/>
                <a:gd name="T32" fmla="*/ 5348 w 6449"/>
                <a:gd name="T33" fmla="*/ 4585 h 5861"/>
                <a:gd name="T34" fmla="*/ 5670 w 6449"/>
                <a:gd name="T35" fmla="*/ 3959 h 5861"/>
                <a:gd name="T36" fmla="*/ 5828 w 6449"/>
                <a:gd name="T37" fmla="*/ 3350 h 5861"/>
                <a:gd name="T38" fmla="*/ 5838 w 6449"/>
                <a:gd name="T39" fmla="*/ 2596 h 5861"/>
                <a:gd name="T40" fmla="*/ 5768 w 6449"/>
                <a:gd name="T41" fmla="*/ 2210 h 5861"/>
                <a:gd name="T42" fmla="*/ 5612 w 6449"/>
                <a:gd name="T43" fmla="*/ 1759 h 5861"/>
                <a:gd name="T44" fmla="*/ 5385 w 6449"/>
                <a:gd name="T45" fmla="*/ 1340 h 5861"/>
                <a:gd name="T46" fmla="*/ 5091 w 6449"/>
                <a:gd name="T47" fmla="*/ 961 h 5861"/>
                <a:gd name="T48" fmla="*/ 4767 w 6449"/>
                <a:gd name="T49" fmla="*/ 652 h 5861"/>
                <a:gd name="T50" fmla="*/ 4327 w 6449"/>
                <a:gd name="T51" fmla="*/ 358 h 5861"/>
                <a:gd name="T52" fmla="*/ 3464 w 6449"/>
                <a:gd name="T53" fmla="*/ 52 h 5861"/>
                <a:gd name="T54" fmla="*/ 2721 w 6449"/>
                <a:gd name="T55" fmla="*/ 5 h 5861"/>
                <a:gd name="T56" fmla="*/ 3609 w 6449"/>
                <a:gd name="T57" fmla="*/ 544 h 5861"/>
                <a:gd name="T58" fmla="*/ 4293 w 6449"/>
                <a:gd name="T59" fmla="*/ 861 h 5861"/>
                <a:gd name="T60" fmla="*/ 4848 w 6449"/>
                <a:gd name="T61" fmla="*/ 1368 h 5861"/>
                <a:gd name="T62" fmla="*/ 5231 w 6449"/>
                <a:gd name="T63" fmla="*/ 2024 h 5861"/>
                <a:gd name="T64" fmla="*/ 5371 w 6449"/>
                <a:gd name="T65" fmla="*/ 2534 h 5861"/>
                <a:gd name="T66" fmla="*/ 5382 w 6449"/>
                <a:gd name="T67" fmla="*/ 3232 h 5861"/>
                <a:gd name="T68" fmla="*/ 5305 w 6449"/>
                <a:gd name="T69" fmla="*/ 3623 h 5861"/>
                <a:gd name="T70" fmla="*/ 5016 w 6449"/>
                <a:gd name="T71" fmla="*/ 4252 h 5861"/>
                <a:gd name="T72" fmla="*/ 4596 w 6449"/>
                <a:gd name="T73" fmla="*/ 4780 h 5861"/>
                <a:gd name="T74" fmla="*/ 5283 w 6449"/>
                <a:gd name="T75" fmla="*/ 5401 h 5861"/>
                <a:gd name="T76" fmla="*/ 2992 w 6449"/>
                <a:gd name="T77" fmla="*/ 5409 h 5861"/>
                <a:gd name="T78" fmla="*/ 2349 w 6449"/>
                <a:gd name="T79" fmla="*/ 5349 h 5861"/>
                <a:gd name="T80" fmla="*/ 1933 w 6449"/>
                <a:gd name="T81" fmla="*/ 5202 h 5861"/>
                <a:gd name="T82" fmla="*/ 1378 w 6449"/>
                <a:gd name="T83" fmla="*/ 4865 h 5861"/>
                <a:gd name="T84" fmla="*/ 935 w 6449"/>
                <a:gd name="T85" fmla="*/ 4402 h 5861"/>
                <a:gd name="T86" fmla="*/ 621 w 6449"/>
                <a:gd name="T87" fmla="*/ 3832 h 5861"/>
                <a:gd name="T88" fmla="*/ 488 w 6449"/>
                <a:gd name="T89" fmla="*/ 3381 h 5861"/>
                <a:gd name="T90" fmla="*/ 460 w 6449"/>
                <a:gd name="T91" fmla="*/ 2861 h 5861"/>
                <a:gd name="T92" fmla="*/ 499 w 6449"/>
                <a:gd name="T93" fmla="*/ 2431 h 5861"/>
                <a:gd name="T94" fmla="*/ 704 w 6449"/>
                <a:gd name="T95" fmla="*/ 1827 h 5861"/>
                <a:gd name="T96" fmla="*/ 1109 w 6449"/>
                <a:gd name="T97" fmla="*/ 1250 h 5861"/>
                <a:gd name="T98" fmla="*/ 1453 w 6449"/>
                <a:gd name="T99" fmla="*/ 937 h 5861"/>
                <a:gd name="T100" fmla="*/ 1928 w 6449"/>
                <a:gd name="T101" fmla="*/ 657 h 5861"/>
                <a:gd name="T102" fmla="*/ 2350 w 6449"/>
                <a:gd name="T103" fmla="*/ 517 h 5861"/>
                <a:gd name="T104" fmla="*/ 2940 w 6449"/>
                <a:gd name="T105" fmla="*/ 450 h 58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449" h="5861">
                  <a:moveTo>
                    <a:pt x="2664" y="10"/>
                  </a:moveTo>
                  <a:lnTo>
                    <a:pt x="2569" y="19"/>
                  </a:lnTo>
                  <a:lnTo>
                    <a:pt x="2381" y="47"/>
                  </a:lnTo>
                  <a:lnTo>
                    <a:pt x="2197" y="87"/>
                  </a:lnTo>
                  <a:lnTo>
                    <a:pt x="2017" y="139"/>
                  </a:lnTo>
                  <a:lnTo>
                    <a:pt x="1841" y="202"/>
                  </a:lnTo>
                  <a:lnTo>
                    <a:pt x="1671" y="276"/>
                  </a:lnTo>
                  <a:lnTo>
                    <a:pt x="1506" y="361"/>
                  </a:lnTo>
                  <a:lnTo>
                    <a:pt x="1347" y="455"/>
                  </a:lnTo>
                  <a:lnTo>
                    <a:pt x="1195" y="560"/>
                  </a:lnTo>
                  <a:lnTo>
                    <a:pt x="1049" y="675"/>
                  </a:lnTo>
                  <a:lnTo>
                    <a:pt x="911" y="798"/>
                  </a:lnTo>
                  <a:lnTo>
                    <a:pt x="781" y="931"/>
                  </a:lnTo>
                  <a:lnTo>
                    <a:pt x="658" y="1073"/>
                  </a:lnTo>
                  <a:lnTo>
                    <a:pt x="545" y="1223"/>
                  </a:lnTo>
                  <a:lnTo>
                    <a:pt x="441" y="1381"/>
                  </a:lnTo>
                  <a:lnTo>
                    <a:pt x="346" y="1547"/>
                  </a:lnTo>
                  <a:lnTo>
                    <a:pt x="303" y="1633"/>
                  </a:lnTo>
                  <a:lnTo>
                    <a:pt x="256" y="1731"/>
                  </a:lnTo>
                  <a:lnTo>
                    <a:pt x="175" y="1932"/>
                  </a:lnTo>
                  <a:lnTo>
                    <a:pt x="110" y="2135"/>
                  </a:lnTo>
                  <a:lnTo>
                    <a:pt x="60" y="2341"/>
                  </a:lnTo>
                  <a:lnTo>
                    <a:pt x="25" y="2549"/>
                  </a:lnTo>
                  <a:lnTo>
                    <a:pt x="5" y="2758"/>
                  </a:lnTo>
                  <a:lnTo>
                    <a:pt x="0" y="2966"/>
                  </a:lnTo>
                  <a:lnTo>
                    <a:pt x="10" y="3175"/>
                  </a:lnTo>
                  <a:lnTo>
                    <a:pt x="35" y="3381"/>
                  </a:lnTo>
                  <a:lnTo>
                    <a:pt x="74" y="3586"/>
                  </a:lnTo>
                  <a:lnTo>
                    <a:pt x="128" y="3788"/>
                  </a:lnTo>
                  <a:lnTo>
                    <a:pt x="196" y="3986"/>
                  </a:lnTo>
                  <a:lnTo>
                    <a:pt x="279" y="4179"/>
                  </a:lnTo>
                  <a:lnTo>
                    <a:pt x="376" y="4367"/>
                  </a:lnTo>
                  <a:lnTo>
                    <a:pt x="487" y="4550"/>
                  </a:lnTo>
                  <a:lnTo>
                    <a:pt x="612" y="4725"/>
                  </a:lnTo>
                  <a:lnTo>
                    <a:pt x="681" y="4810"/>
                  </a:lnTo>
                  <a:lnTo>
                    <a:pt x="723" y="4860"/>
                  </a:lnTo>
                  <a:lnTo>
                    <a:pt x="810" y="4956"/>
                  </a:lnTo>
                  <a:lnTo>
                    <a:pt x="901" y="5048"/>
                  </a:lnTo>
                  <a:lnTo>
                    <a:pt x="995" y="5135"/>
                  </a:lnTo>
                  <a:lnTo>
                    <a:pt x="1093" y="5218"/>
                  </a:lnTo>
                  <a:lnTo>
                    <a:pt x="1195" y="5296"/>
                  </a:lnTo>
                  <a:lnTo>
                    <a:pt x="1300" y="5370"/>
                  </a:lnTo>
                  <a:lnTo>
                    <a:pt x="1409" y="5439"/>
                  </a:lnTo>
                  <a:lnTo>
                    <a:pt x="1520" y="5503"/>
                  </a:lnTo>
                  <a:lnTo>
                    <a:pt x="1635" y="5562"/>
                  </a:lnTo>
                  <a:lnTo>
                    <a:pt x="1753" y="5617"/>
                  </a:lnTo>
                  <a:lnTo>
                    <a:pt x="1874" y="5667"/>
                  </a:lnTo>
                  <a:lnTo>
                    <a:pt x="1998" y="5711"/>
                  </a:lnTo>
                  <a:lnTo>
                    <a:pt x="2125" y="5751"/>
                  </a:lnTo>
                  <a:lnTo>
                    <a:pt x="2254" y="5786"/>
                  </a:lnTo>
                  <a:lnTo>
                    <a:pt x="2386" y="5815"/>
                  </a:lnTo>
                  <a:lnTo>
                    <a:pt x="2453" y="5828"/>
                  </a:lnTo>
                  <a:lnTo>
                    <a:pt x="2519" y="5840"/>
                  </a:lnTo>
                  <a:lnTo>
                    <a:pt x="2697" y="5854"/>
                  </a:lnTo>
                  <a:lnTo>
                    <a:pt x="3096" y="5860"/>
                  </a:lnTo>
                  <a:lnTo>
                    <a:pt x="3903" y="5861"/>
                  </a:lnTo>
                  <a:lnTo>
                    <a:pt x="4544" y="5860"/>
                  </a:lnTo>
                  <a:lnTo>
                    <a:pt x="6018" y="5855"/>
                  </a:lnTo>
                  <a:lnTo>
                    <a:pt x="6449" y="5850"/>
                  </a:lnTo>
                  <a:lnTo>
                    <a:pt x="6417" y="5817"/>
                  </a:lnTo>
                  <a:lnTo>
                    <a:pt x="6089" y="5518"/>
                  </a:lnTo>
                  <a:lnTo>
                    <a:pt x="5846" y="5300"/>
                  </a:lnTo>
                  <a:lnTo>
                    <a:pt x="5602" y="5081"/>
                  </a:lnTo>
                  <a:lnTo>
                    <a:pt x="5270" y="4780"/>
                  </a:lnTo>
                  <a:lnTo>
                    <a:pt x="5236" y="4746"/>
                  </a:lnTo>
                  <a:lnTo>
                    <a:pt x="5250" y="4722"/>
                  </a:lnTo>
                  <a:lnTo>
                    <a:pt x="5299" y="4653"/>
                  </a:lnTo>
                  <a:lnTo>
                    <a:pt x="5348" y="4585"/>
                  </a:lnTo>
                  <a:lnTo>
                    <a:pt x="5441" y="4440"/>
                  </a:lnTo>
                  <a:lnTo>
                    <a:pt x="5526" y="4287"/>
                  </a:lnTo>
                  <a:lnTo>
                    <a:pt x="5602" y="4126"/>
                  </a:lnTo>
                  <a:lnTo>
                    <a:pt x="5670" y="3959"/>
                  </a:lnTo>
                  <a:lnTo>
                    <a:pt x="5728" y="3787"/>
                  </a:lnTo>
                  <a:lnTo>
                    <a:pt x="5776" y="3613"/>
                  </a:lnTo>
                  <a:lnTo>
                    <a:pt x="5814" y="3438"/>
                  </a:lnTo>
                  <a:lnTo>
                    <a:pt x="5828" y="3350"/>
                  </a:lnTo>
                  <a:lnTo>
                    <a:pt x="5839" y="3262"/>
                  </a:lnTo>
                  <a:lnTo>
                    <a:pt x="5851" y="3049"/>
                  </a:lnTo>
                  <a:lnTo>
                    <a:pt x="5850" y="2816"/>
                  </a:lnTo>
                  <a:lnTo>
                    <a:pt x="5838" y="2596"/>
                  </a:lnTo>
                  <a:lnTo>
                    <a:pt x="5826" y="2503"/>
                  </a:lnTo>
                  <a:lnTo>
                    <a:pt x="5817" y="2444"/>
                  </a:lnTo>
                  <a:lnTo>
                    <a:pt x="5795" y="2326"/>
                  </a:lnTo>
                  <a:lnTo>
                    <a:pt x="5768" y="2210"/>
                  </a:lnTo>
                  <a:lnTo>
                    <a:pt x="5736" y="2095"/>
                  </a:lnTo>
                  <a:lnTo>
                    <a:pt x="5699" y="1981"/>
                  </a:lnTo>
                  <a:lnTo>
                    <a:pt x="5658" y="1869"/>
                  </a:lnTo>
                  <a:lnTo>
                    <a:pt x="5612" y="1759"/>
                  </a:lnTo>
                  <a:lnTo>
                    <a:pt x="5562" y="1651"/>
                  </a:lnTo>
                  <a:lnTo>
                    <a:pt x="5507" y="1545"/>
                  </a:lnTo>
                  <a:lnTo>
                    <a:pt x="5448" y="1441"/>
                  </a:lnTo>
                  <a:lnTo>
                    <a:pt x="5385" y="1340"/>
                  </a:lnTo>
                  <a:lnTo>
                    <a:pt x="5318" y="1241"/>
                  </a:lnTo>
                  <a:lnTo>
                    <a:pt x="5246" y="1145"/>
                  </a:lnTo>
                  <a:lnTo>
                    <a:pt x="5171" y="1051"/>
                  </a:lnTo>
                  <a:lnTo>
                    <a:pt x="5091" y="961"/>
                  </a:lnTo>
                  <a:lnTo>
                    <a:pt x="5008" y="874"/>
                  </a:lnTo>
                  <a:lnTo>
                    <a:pt x="4964" y="831"/>
                  </a:lnTo>
                  <a:lnTo>
                    <a:pt x="4895" y="765"/>
                  </a:lnTo>
                  <a:lnTo>
                    <a:pt x="4767" y="652"/>
                  </a:lnTo>
                  <a:lnTo>
                    <a:pt x="4642" y="555"/>
                  </a:lnTo>
                  <a:lnTo>
                    <a:pt x="4503" y="463"/>
                  </a:lnTo>
                  <a:lnTo>
                    <a:pt x="4424" y="415"/>
                  </a:lnTo>
                  <a:lnTo>
                    <a:pt x="4327" y="358"/>
                  </a:lnTo>
                  <a:lnTo>
                    <a:pt x="4123" y="258"/>
                  </a:lnTo>
                  <a:lnTo>
                    <a:pt x="3910" y="173"/>
                  </a:lnTo>
                  <a:lnTo>
                    <a:pt x="3689" y="104"/>
                  </a:lnTo>
                  <a:lnTo>
                    <a:pt x="3464" y="52"/>
                  </a:lnTo>
                  <a:lnTo>
                    <a:pt x="3235" y="17"/>
                  </a:lnTo>
                  <a:lnTo>
                    <a:pt x="3006" y="0"/>
                  </a:lnTo>
                  <a:lnTo>
                    <a:pt x="2834" y="0"/>
                  </a:lnTo>
                  <a:lnTo>
                    <a:pt x="2721" y="5"/>
                  </a:lnTo>
                  <a:lnTo>
                    <a:pt x="2664" y="10"/>
                  </a:lnTo>
                  <a:close/>
                  <a:moveTo>
                    <a:pt x="3328" y="483"/>
                  </a:moveTo>
                  <a:lnTo>
                    <a:pt x="3423" y="499"/>
                  </a:lnTo>
                  <a:lnTo>
                    <a:pt x="3609" y="544"/>
                  </a:lnTo>
                  <a:lnTo>
                    <a:pt x="3790" y="603"/>
                  </a:lnTo>
                  <a:lnTo>
                    <a:pt x="3965" y="676"/>
                  </a:lnTo>
                  <a:lnTo>
                    <a:pt x="4133" y="762"/>
                  </a:lnTo>
                  <a:lnTo>
                    <a:pt x="4293" y="861"/>
                  </a:lnTo>
                  <a:lnTo>
                    <a:pt x="4446" y="972"/>
                  </a:lnTo>
                  <a:lnTo>
                    <a:pt x="4589" y="1094"/>
                  </a:lnTo>
                  <a:lnTo>
                    <a:pt x="4724" y="1226"/>
                  </a:lnTo>
                  <a:lnTo>
                    <a:pt x="4848" y="1368"/>
                  </a:lnTo>
                  <a:lnTo>
                    <a:pt x="4961" y="1520"/>
                  </a:lnTo>
                  <a:lnTo>
                    <a:pt x="5063" y="1680"/>
                  </a:lnTo>
                  <a:lnTo>
                    <a:pt x="5153" y="1849"/>
                  </a:lnTo>
                  <a:lnTo>
                    <a:pt x="5231" y="2024"/>
                  </a:lnTo>
                  <a:lnTo>
                    <a:pt x="5295" y="2207"/>
                  </a:lnTo>
                  <a:lnTo>
                    <a:pt x="5345" y="2395"/>
                  </a:lnTo>
                  <a:lnTo>
                    <a:pt x="5364" y="2491"/>
                  </a:lnTo>
                  <a:lnTo>
                    <a:pt x="5371" y="2534"/>
                  </a:lnTo>
                  <a:lnTo>
                    <a:pt x="5382" y="2634"/>
                  </a:lnTo>
                  <a:lnTo>
                    <a:pt x="5392" y="2808"/>
                  </a:lnTo>
                  <a:lnTo>
                    <a:pt x="5392" y="3058"/>
                  </a:lnTo>
                  <a:lnTo>
                    <a:pt x="5382" y="3232"/>
                  </a:lnTo>
                  <a:lnTo>
                    <a:pt x="5371" y="3332"/>
                  </a:lnTo>
                  <a:lnTo>
                    <a:pt x="5364" y="3375"/>
                  </a:lnTo>
                  <a:lnTo>
                    <a:pt x="5348" y="3458"/>
                  </a:lnTo>
                  <a:lnTo>
                    <a:pt x="5305" y="3623"/>
                  </a:lnTo>
                  <a:lnTo>
                    <a:pt x="5251" y="3785"/>
                  </a:lnTo>
                  <a:lnTo>
                    <a:pt x="5184" y="3944"/>
                  </a:lnTo>
                  <a:lnTo>
                    <a:pt x="5106" y="4100"/>
                  </a:lnTo>
                  <a:lnTo>
                    <a:pt x="5016" y="4252"/>
                  </a:lnTo>
                  <a:lnTo>
                    <a:pt x="4915" y="4400"/>
                  </a:lnTo>
                  <a:lnTo>
                    <a:pt x="4803" y="4544"/>
                  </a:lnTo>
                  <a:lnTo>
                    <a:pt x="4743" y="4615"/>
                  </a:lnTo>
                  <a:lnTo>
                    <a:pt x="4596" y="4780"/>
                  </a:lnTo>
                  <a:lnTo>
                    <a:pt x="4646" y="4821"/>
                  </a:lnTo>
                  <a:lnTo>
                    <a:pt x="4797" y="4954"/>
                  </a:lnTo>
                  <a:lnTo>
                    <a:pt x="5222" y="5342"/>
                  </a:lnTo>
                  <a:lnTo>
                    <a:pt x="5283" y="5401"/>
                  </a:lnTo>
                  <a:lnTo>
                    <a:pt x="4988" y="5405"/>
                  </a:lnTo>
                  <a:lnTo>
                    <a:pt x="3986" y="5410"/>
                  </a:lnTo>
                  <a:lnTo>
                    <a:pt x="3487" y="5411"/>
                  </a:lnTo>
                  <a:lnTo>
                    <a:pt x="2992" y="5409"/>
                  </a:lnTo>
                  <a:lnTo>
                    <a:pt x="2761" y="5404"/>
                  </a:lnTo>
                  <a:lnTo>
                    <a:pt x="2591" y="5393"/>
                  </a:lnTo>
                  <a:lnTo>
                    <a:pt x="2461" y="5375"/>
                  </a:lnTo>
                  <a:lnTo>
                    <a:pt x="2349" y="5349"/>
                  </a:lnTo>
                  <a:lnTo>
                    <a:pt x="2234" y="5313"/>
                  </a:lnTo>
                  <a:lnTo>
                    <a:pt x="2168" y="5291"/>
                  </a:lnTo>
                  <a:lnTo>
                    <a:pt x="2088" y="5264"/>
                  </a:lnTo>
                  <a:lnTo>
                    <a:pt x="1933" y="5202"/>
                  </a:lnTo>
                  <a:lnTo>
                    <a:pt x="1785" y="5130"/>
                  </a:lnTo>
                  <a:lnTo>
                    <a:pt x="1643" y="5050"/>
                  </a:lnTo>
                  <a:lnTo>
                    <a:pt x="1507" y="4962"/>
                  </a:lnTo>
                  <a:lnTo>
                    <a:pt x="1378" y="4865"/>
                  </a:lnTo>
                  <a:lnTo>
                    <a:pt x="1256" y="4760"/>
                  </a:lnTo>
                  <a:lnTo>
                    <a:pt x="1141" y="4648"/>
                  </a:lnTo>
                  <a:lnTo>
                    <a:pt x="1034" y="4529"/>
                  </a:lnTo>
                  <a:lnTo>
                    <a:pt x="935" y="4402"/>
                  </a:lnTo>
                  <a:lnTo>
                    <a:pt x="844" y="4269"/>
                  </a:lnTo>
                  <a:lnTo>
                    <a:pt x="761" y="4129"/>
                  </a:lnTo>
                  <a:lnTo>
                    <a:pt x="686" y="3983"/>
                  </a:lnTo>
                  <a:lnTo>
                    <a:pt x="621" y="3832"/>
                  </a:lnTo>
                  <a:lnTo>
                    <a:pt x="564" y="3674"/>
                  </a:lnTo>
                  <a:lnTo>
                    <a:pt x="517" y="3511"/>
                  </a:lnTo>
                  <a:lnTo>
                    <a:pt x="498" y="3428"/>
                  </a:lnTo>
                  <a:lnTo>
                    <a:pt x="488" y="3381"/>
                  </a:lnTo>
                  <a:lnTo>
                    <a:pt x="474" y="3270"/>
                  </a:lnTo>
                  <a:lnTo>
                    <a:pt x="464" y="3141"/>
                  </a:lnTo>
                  <a:lnTo>
                    <a:pt x="459" y="3003"/>
                  </a:lnTo>
                  <a:lnTo>
                    <a:pt x="460" y="2861"/>
                  </a:lnTo>
                  <a:lnTo>
                    <a:pt x="465" y="2722"/>
                  </a:lnTo>
                  <a:lnTo>
                    <a:pt x="475" y="2593"/>
                  </a:lnTo>
                  <a:lnTo>
                    <a:pt x="490" y="2479"/>
                  </a:lnTo>
                  <a:lnTo>
                    <a:pt x="499" y="2431"/>
                  </a:lnTo>
                  <a:lnTo>
                    <a:pt x="521" y="2336"/>
                  </a:lnTo>
                  <a:lnTo>
                    <a:pt x="572" y="2157"/>
                  </a:lnTo>
                  <a:lnTo>
                    <a:pt x="632" y="1987"/>
                  </a:lnTo>
                  <a:lnTo>
                    <a:pt x="704" y="1827"/>
                  </a:lnTo>
                  <a:lnTo>
                    <a:pt x="786" y="1675"/>
                  </a:lnTo>
                  <a:lnTo>
                    <a:pt x="881" y="1529"/>
                  </a:lnTo>
                  <a:lnTo>
                    <a:pt x="988" y="1388"/>
                  </a:lnTo>
                  <a:lnTo>
                    <a:pt x="1109" y="1250"/>
                  </a:lnTo>
                  <a:lnTo>
                    <a:pt x="1176" y="1181"/>
                  </a:lnTo>
                  <a:lnTo>
                    <a:pt x="1231" y="1127"/>
                  </a:lnTo>
                  <a:lnTo>
                    <a:pt x="1342" y="1027"/>
                  </a:lnTo>
                  <a:lnTo>
                    <a:pt x="1453" y="937"/>
                  </a:lnTo>
                  <a:lnTo>
                    <a:pt x="1567" y="855"/>
                  </a:lnTo>
                  <a:lnTo>
                    <a:pt x="1683" y="782"/>
                  </a:lnTo>
                  <a:lnTo>
                    <a:pt x="1803" y="716"/>
                  </a:lnTo>
                  <a:lnTo>
                    <a:pt x="1928" y="657"/>
                  </a:lnTo>
                  <a:lnTo>
                    <a:pt x="2058" y="605"/>
                  </a:lnTo>
                  <a:lnTo>
                    <a:pt x="2126" y="581"/>
                  </a:lnTo>
                  <a:lnTo>
                    <a:pt x="2201" y="557"/>
                  </a:lnTo>
                  <a:lnTo>
                    <a:pt x="2350" y="517"/>
                  </a:lnTo>
                  <a:lnTo>
                    <a:pt x="2497" y="486"/>
                  </a:lnTo>
                  <a:lnTo>
                    <a:pt x="2644" y="465"/>
                  </a:lnTo>
                  <a:lnTo>
                    <a:pt x="2791" y="453"/>
                  </a:lnTo>
                  <a:lnTo>
                    <a:pt x="2940" y="450"/>
                  </a:lnTo>
                  <a:lnTo>
                    <a:pt x="3092" y="456"/>
                  </a:lnTo>
                  <a:lnTo>
                    <a:pt x="3248" y="472"/>
                  </a:lnTo>
                  <a:lnTo>
                    <a:pt x="3328" y="4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7">
              <a:extLst>
                <a:ext uri="{FF2B5EF4-FFF2-40B4-BE49-F238E27FC236}">
                  <a16:creationId xmlns:a16="http://schemas.microsoft.com/office/drawing/2014/main" id="{60F0F741-CFCC-25D0-71C3-E40FC8A976D7}"/>
                </a:ext>
              </a:extLst>
            </p:cNvPr>
            <p:cNvSpPr>
              <a:spLocks/>
            </p:cNvSpPr>
            <p:nvPr/>
          </p:nvSpPr>
          <p:spPr bwMode="auto">
            <a:xfrm>
              <a:off x="4089544" y="5340298"/>
              <a:ext cx="532906" cy="85224"/>
            </a:xfrm>
            <a:custGeom>
              <a:avLst/>
              <a:gdLst>
                <a:gd name="T0" fmla="*/ 0 w 2800"/>
                <a:gd name="T1" fmla="*/ 225 h 450"/>
                <a:gd name="T2" fmla="*/ 0 w 2800"/>
                <a:gd name="T3" fmla="*/ 450 h 450"/>
                <a:gd name="T4" fmla="*/ 1400 w 2800"/>
                <a:gd name="T5" fmla="*/ 450 h 450"/>
                <a:gd name="T6" fmla="*/ 2800 w 2800"/>
                <a:gd name="T7" fmla="*/ 450 h 450"/>
                <a:gd name="T8" fmla="*/ 2800 w 2800"/>
                <a:gd name="T9" fmla="*/ 225 h 450"/>
                <a:gd name="T10" fmla="*/ 2800 w 2800"/>
                <a:gd name="T11" fmla="*/ 0 h 450"/>
                <a:gd name="T12" fmla="*/ 1400 w 2800"/>
                <a:gd name="T13" fmla="*/ 0 h 450"/>
                <a:gd name="T14" fmla="*/ 0 w 2800"/>
                <a:gd name="T15" fmla="*/ 0 h 450"/>
                <a:gd name="T16" fmla="*/ 0 w 2800"/>
                <a:gd name="T17" fmla="*/ 225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00" h="450">
                  <a:moveTo>
                    <a:pt x="0" y="225"/>
                  </a:moveTo>
                  <a:lnTo>
                    <a:pt x="0" y="450"/>
                  </a:lnTo>
                  <a:lnTo>
                    <a:pt x="1400" y="450"/>
                  </a:lnTo>
                  <a:lnTo>
                    <a:pt x="2800" y="450"/>
                  </a:lnTo>
                  <a:lnTo>
                    <a:pt x="2800" y="225"/>
                  </a:lnTo>
                  <a:lnTo>
                    <a:pt x="2800" y="0"/>
                  </a:lnTo>
                  <a:lnTo>
                    <a:pt x="1400" y="0"/>
                  </a:lnTo>
                  <a:lnTo>
                    <a:pt x="0" y="0"/>
                  </a:lnTo>
                  <a:lnTo>
                    <a:pt x="0" y="225"/>
                  </a:lnTo>
                  <a:close/>
                </a:path>
              </a:pathLst>
            </a:custGeom>
            <a:solidFill>
              <a:schemeClr val="accent1">
                <a:alpha val="76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8">
              <a:extLst>
                <a:ext uri="{FF2B5EF4-FFF2-40B4-BE49-F238E27FC236}">
                  <a16:creationId xmlns:a16="http://schemas.microsoft.com/office/drawing/2014/main" id="{8EABC0B2-7D65-EB34-8185-46ACD0B1D93D}"/>
                </a:ext>
              </a:extLst>
            </p:cNvPr>
            <p:cNvSpPr>
              <a:spLocks/>
            </p:cNvSpPr>
            <p:nvPr/>
          </p:nvSpPr>
          <p:spPr bwMode="auto">
            <a:xfrm>
              <a:off x="4089544" y="5492263"/>
              <a:ext cx="532906" cy="85737"/>
            </a:xfrm>
            <a:custGeom>
              <a:avLst/>
              <a:gdLst>
                <a:gd name="T0" fmla="*/ 0 w 2800"/>
                <a:gd name="T1" fmla="*/ 225 h 450"/>
                <a:gd name="T2" fmla="*/ 0 w 2800"/>
                <a:gd name="T3" fmla="*/ 450 h 450"/>
                <a:gd name="T4" fmla="*/ 1400 w 2800"/>
                <a:gd name="T5" fmla="*/ 450 h 450"/>
                <a:gd name="T6" fmla="*/ 2800 w 2800"/>
                <a:gd name="T7" fmla="*/ 450 h 450"/>
                <a:gd name="T8" fmla="*/ 2800 w 2800"/>
                <a:gd name="T9" fmla="*/ 225 h 450"/>
                <a:gd name="T10" fmla="*/ 2800 w 2800"/>
                <a:gd name="T11" fmla="*/ 0 h 450"/>
                <a:gd name="T12" fmla="*/ 1400 w 2800"/>
                <a:gd name="T13" fmla="*/ 0 h 450"/>
                <a:gd name="T14" fmla="*/ 0 w 2800"/>
                <a:gd name="T15" fmla="*/ 0 h 450"/>
                <a:gd name="T16" fmla="*/ 0 w 2800"/>
                <a:gd name="T17" fmla="*/ 225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00" h="450">
                  <a:moveTo>
                    <a:pt x="0" y="225"/>
                  </a:moveTo>
                  <a:lnTo>
                    <a:pt x="0" y="450"/>
                  </a:lnTo>
                  <a:lnTo>
                    <a:pt x="1400" y="450"/>
                  </a:lnTo>
                  <a:lnTo>
                    <a:pt x="2800" y="450"/>
                  </a:lnTo>
                  <a:lnTo>
                    <a:pt x="2800" y="225"/>
                  </a:lnTo>
                  <a:lnTo>
                    <a:pt x="2800" y="0"/>
                  </a:lnTo>
                  <a:lnTo>
                    <a:pt x="1400" y="0"/>
                  </a:lnTo>
                  <a:lnTo>
                    <a:pt x="0" y="0"/>
                  </a:lnTo>
                  <a:lnTo>
                    <a:pt x="0" y="225"/>
                  </a:lnTo>
                  <a:close/>
                </a:path>
              </a:pathLst>
            </a:custGeom>
            <a:solidFill>
              <a:schemeClr val="accent1">
                <a:alpha val="76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9">
              <a:extLst>
                <a:ext uri="{FF2B5EF4-FFF2-40B4-BE49-F238E27FC236}">
                  <a16:creationId xmlns:a16="http://schemas.microsoft.com/office/drawing/2014/main" id="{4A07E5DA-4357-B518-E878-E00B991F2D31}"/>
                </a:ext>
              </a:extLst>
            </p:cNvPr>
            <p:cNvSpPr>
              <a:spLocks/>
            </p:cNvSpPr>
            <p:nvPr/>
          </p:nvSpPr>
          <p:spPr bwMode="auto">
            <a:xfrm>
              <a:off x="4333921" y="5647309"/>
              <a:ext cx="285449" cy="85737"/>
            </a:xfrm>
            <a:custGeom>
              <a:avLst/>
              <a:gdLst>
                <a:gd name="T0" fmla="*/ 0 w 1500"/>
                <a:gd name="T1" fmla="*/ 225 h 450"/>
                <a:gd name="T2" fmla="*/ 0 w 1500"/>
                <a:gd name="T3" fmla="*/ 450 h 450"/>
                <a:gd name="T4" fmla="*/ 750 w 1500"/>
                <a:gd name="T5" fmla="*/ 450 h 450"/>
                <a:gd name="T6" fmla="*/ 1500 w 1500"/>
                <a:gd name="T7" fmla="*/ 450 h 450"/>
                <a:gd name="T8" fmla="*/ 1500 w 1500"/>
                <a:gd name="T9" fmla="*/ 225 h 450"/>
                <a:gd name="T10" fmla="*/ 1500 w 1500"/>
                <a:gd name="T11" fmla="*/ 0 h 450"/>
                <a:gd name="T12" fmla="*/ 750 w 1500"/>
                <a:gd name="T13" fmla="*/ 0 h 450"/>
                <a:gd name="T14" fmla="*/ 0 w 1500"/>
                <a:gd name="T15" fmla="*/ 0 h 450"/>
                <a:gd name="T16" fmla="*/ 0 w 1500"/>
                <a:gd name="T17" fmla="*/ 225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00" h="450">
                  <a:moveTo>
                    <a:pt x="0" y="225"/>
                  </a:moveTo>
                  <a:lnTo>
                    <a:pt x="0" y="450"/>
                  </a:lnTo>
                  <a:lnTo>
                    <a:pt x="750" y="450"/>
                  </a:lnTo>
                  <a:lnTo>
                    <a:pt x="1500" y="450"/>
                  </a:lnTo>
                  <a:lnTo>
                    <a:pt x="1500" y="225"/>
                  </a:lnTo>
                  <a:lnTo>
                    <a:pt x="1500" y="0"/>
                  </a:lnTo>
                  <a:lnTo>
                    <a:pt x="750" y="0"/>
                  </a:lnTo>
                  <a:lnTo>
                    <a:pt x="0" y="0"/>
                  </a:lnTo>
                  <a:lnTo>
                    <a:pt x="0" y="225"/>
                  </a:lnTo>
                  <a:close/>
                </a:path>
              </a:pathLst>
            </a:custGeom>
            <a:solidFill>
              <a:schemeClr val="accent1">
                <a:alpha val="76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cxnSp>
        <p:nvCxnSpPr>
          <p:cNvPr id="33" name="Straight Connector 32">
            <a:extLst>
              <a:ext uri="{FF2B5EF4-FFF2-40B4-BE49-F238E27FC236}">
                <a16:creationId xmlns:a16="http://schemas.microsoft.com/office/drawing/2014/main" id="{8B7A272E-EDD8-E275-06AD-478834A7CB84}"/>
              </a:ext>
            </a:extLst>
          </p:cNvPr>
          <p:cNvCxnSpPr>
            <a:cxnSpLocks/>
          </p:cNvCxnSpPr>
          <p:nvPr/>
        </p:nvCxnSpPr>
        <p:spPr>
          <a:xfrm>
            <a:off x="795838" y="3538549"/>
            <a:ext cx="5120640" cy="0"/>
          </a:xfrm>
          <a:prstGeom prst="line">
            <a:avLst/>
          </a:prstGeom>
        </p:spPr>
        <p:style>
          <a:lnRef idx="1">
            <a:schemeClr val="accent1"/>
          </a:lnRef>
          <a:fillRef idx="0">
            <a:schemeClr val="accent1"/>
          </a:fillRef>
          <a:effectRef idx="0">
            <a:schemeClr val="accent1"/>
          </a:effectRef>
          <a:fontRef idx="minor">
            <a:schemeClr val="tx1"/>
          </a:fontRef>
        </p:style>
      </p:cxnSp>
      <p:sp>
        <p:nvSpPr>
          <p:cNvPr id="34" name="Rectangle: Rounded Corners 33">
            <a:extLst>
              <a:ext uri="{FF2B5EF4-FFF2-40B4-BE49-F238E27FC236}">
                <a16:creationId xmlns:a16="http://schemas.microsoft.com/office/drawing/2014/main" id="{79771FD4-8A68-F33F-5D53-4C2601AB4393}"/>
              </a:ext>
            </a:extLst>
          </p:cNvPr>
          <p:cNvSpPr/>
          <p:nvPr/>
        </p:nvSpPr>
        <p:spPr>
          <a:xfrm>
            <a:off x="2585224" y="3343793"/>
            <a:ext cx="1541869" cy="389513"/>
          </a:xfrm>
          <a:prstGeom prst="roundRect">
            <a:avLst>
              <a:gd name="adj" fmla="val 50000"/>
            </a:avLst>
          </a:prstGeom>
          <a:solidFill>
            <a:schemeClr val="accent2"/>
          </a:solidFill>
        </p:spPr>
        <p:txBody>
          <a:bodyPr wrap="square" tIns="0" bIns="0" anchor="ctr" anchorCtr="0">
            <a:spAutoFit/>
          </a:bodyPr>
          <a:lstStyle/>
          <a:p>
            <a:pPr algn="ctr" rtl="1"/>
            <a:r>
              <a:rPr lang="ar-EG" b="1" dirty="0">
                <a:solidFill>
                  <a:schemeClr val="bg1"/>
                </a:solidFill>
              </a:rPr>
              <a:t>الرسالة</a:t>
            </a:r>
            <a:endParaRPr lang="ar-EG" dirty="0">
              <a:solidFill>
                <a:schemeClr val="bg1"/>
              </a:solidFill>
            </a:endParaRPr>
          </a:p>
        </p:txBody>
      </p:sp>
      <p:sp>
        <p:nvSpPr>
          <p:cNvPr id="41" name="Shape">
            <a:extLst>
              <a:ext uri="{FF2B5EF4-FFF2-40B4-BE49-F238E27FC236}">
                <a16:creationId xmlns:a16="http://schemas.microsoft.com/office/drawing/2014/main" id="{ECFB1A82-091D-C3A3-AA1D-A051AF25FE40}"/>
              </a:ext>
            </a:extLst>
          </p:cNvPr>
          <p:cNvSpPr>
            <a:spLocks noChangeAspect="1"/>
          </p:cNvSpPr>
          <p:nvPr/>
        </p:nvSpPr>
        <p:spPr>
          <a:xfrm>
            <a:off x="8322668" y="2498726"/>
            <a:ext cx="1035902" cy="713232"/>
          </a:xfrm>
          <a:custGeom>
            <a:avLst/>
            <a:gdLst/>
            <a:ahLst/>
            <a:cxnLst>
              <a:cxn ang="0">
                <a:pos x="wd2" y="hd2"/>
              </a:cxn>
              <a:cxn ang="5400000">
                <a:pos x="wd2" y="hd2"/>
              </a:cxn>
              <a:cxn ang="10800000">
                <a:pos x="wd2" y="hd2"/>
              </a:cxn>
              <a:cxn ang="16200000">
                <a:pos x="wd2" y="hd2"/>
              </a:cxn>
            </a:cxnLst>
            <a:rect l="0" t="0" r="r" b="b"/>
            <a:pathLst>
              <a:path w="21463" h="21600" extrusionOk="0">
                <a:moveTo>
                  <a:pt x="10730" y="0"/>
                </a:moveTo>
                <a:cubicBezTo>
                  <a:pt x="6781" y="1"/>
                  <a:pt x="3044" y="2207"/>
                  <a:pt x="205" y="6210"/>
                </a:cubicBezTo>
                <a:cubicBezTo>
                  <a:pt x="-61" y="6586"/>
                  <a:pt x="-70" y="7206"/>
                  <a:pt x="187" y="7595"/>
                </a:cubicBezTo>
                <a:cubicBezTo>
                  <a:pt x="319" y="7795"/>
                  <a:pt x="496" y="7894"/>
                  <a:pt x="672" y="7894"/>
                </a:cubicBezTo>
                <a:cubicBezTo>
                  <a:pt x="839" y="7894"/>
                  <a:pt x="1008" y="7805"/>
                  <a:pt x="1138" y="7621"/>
                </a:cubicBezTo>
                <a:cubicBezTo>
                  <a:pt x="3725" y="3973"/>
                  <a:pt x="7130" y="1962"/>
                  <a:pt x="10730" y="1962"/>
                </a:cubicBezTo>
                <a:cubicBezTo>
                  <a:pt x="14330" y="1962"/>
                  <a:pt x="17738" y="3973"/>
                  <a:pt x="20326" y="7621"/>
                </a:cubicBezTo>
                <a:cubicBezTo>
                  <a:pt x="20592" y="7998"/>
                  <a:pt x="21016" y="7985"/>
                  <a:pt x="21273" y="7595"/>
                </a:cubicBezTo>
                <a:cubicBezTo>
                  <a:pt x="21530" y="7206"/>
                  <a:pt x="21525" y="6586"/>
                  <a:pt x="21259" y="6210"/>
                </a:cubicBezTo>
                <a:cubicBezTo>
                  <a:pt x="18420" y="2207"/>
                  <a:pt x="14682" y="1"/>
                  <a:pt x="10734" y="0"/>
                </a:cubicBezTo>
                <a:cubicBezTo>
                  <a:pt x="10732" y="0"/>
                  <a:pt x="10730" y="0"/>
                  <a:pt x="10730" y="0"/>
                </a:cubicBezTo>
                <a:close/>
                <a:moveTo>
                  <a:pt x="10766" y="7050"/>
                </a:moveTo>
                <a:cubicBezTo>
                  <a:pt x="6107" y="7050"/>
                  <a:pt x="2616" y="11664"/>
                  <a:pt x="1332" y="13648"/>
                </a:cubicBezTo>
                <a:cubicBezTo>
                  <a:pt x="1087" y="14026"/>
                  <a:pt x="1087" y="14619"/>
                  <a:pt x="1332" y="14996"/>
                </a:cubicBezTo>
                <a:cubicBezTo>
                  <a:pt x="2616" y="16981"/>
                  <a:pt x="6106" y="21600"/>
                  <a:pt x="10766" y="21600"/>
                </a:cubicBezTo>
                <a:cubicBezTo>
                  <a:pt x="15425" y="21600"/>
                  <a:pt x="18916" y="16981"/>
                  <a:pt x="20200" y="14996"/>
                </a:cubicBezTo>
                <a:cubicBezTo>
                  <a:pt x="20444" y="14619"/>
                  <a:pt x="20444" y="14026"/>
                  <a:pt x="20200" y="13648"/>
                </a:cubicBezTo>
                <a:cubicBezTo>
                  <a:pt x="18916" y="11664"/>
                  <a:pt x="15425" y="7050"/>
                  <a:pt x="10766" y="7050"/>
                </a:cubicBezTo>
                <a:close/>
                <a:moveTo>
                  <a:pt x="10766" y="9011"/>
                </a:moveTo>
                <a:cubicBezTo>
                  <a:pt x="11079" y="9011"/>
                  <a:pt x="11386" y="9035"/>
                  <a:pt x="11688" y="9080"/>
                </a:cubicBezTo>
                <a:cubicBezTo>
                  <a:pt x="13193" y="9780"/>
                  <a:pt x="14243" y="11974"/>
                  <a:pt x="14243" y="14430"/>
                </a:cubicBezTo>
                <a:cubicBezTo>
                  <a:pt x="14243" y="16580"/>
                  <a:pt x="13444" y="18544"/>
                  <a:pt x="12201" y="19470"/>
                </a:cubicBezTo>
                <a:cubicBezTo>
                  <a:pt x="11737" y="19579"/>
                  <a:pt x="11259" y="19638"/>
                  <a:pt x="10766" y="19638"/>
                </a:cubicBezTo>
                <a:cubicBezTo>
                  <a:pt x="10171" y="19638"/>
                  <a:pt x="9598" y="19551"/>
                  <a:pt x="9047" y="19397"/>
                </a:cubicBezTo>
                <a:cubicBezTo>
                  <a:pt x="7843" y="18435"/>
                  <a:pt x="7095" y="16542"/>
                  <a:pt x="7095" y="14430"/>
                </a:cubicBezTo>
                <a:cubicBezTo>
                  <a:pt x="7095" y="12017"/>
                  <a:pt x="8076" y="9900"/>
                  <a:pt x="9539" y="9137"/>
                </a:cubicBezTo>
                <a:cubicBezTo>
                  <a:pt x="9937" y="9058"/>
                  <a:pt x="10346" y="9011"/>
                  <a:pt x="10766" y="9011"/>
                </a:cubicBezTo>
                <a:close/>
                <a:moveTo>
                  <a:pt x="14792" y="10323"/>
                </a:moveTo>
                <a:cubicBezTo>
                  <a:pt x="16548" y="11469"/>
                  <a:pt x="17922" y="13131"/>
                  <a:pt x="18768" y="14325"/>
                </a:cubicBezTo>
                <a:cubicBezTo>
                  <a:pt x="17940" y="15493"/>
                  <a:pt x="16606" y="17111"/>
                  <a:pt x="14903" y="18254"/>
                </a:cubicBezTo>
                <a:cubicBezTo>
                  <a:pt x="15341" y="17115"/>
                  <a:pt x="15585" y="15799"/>
                  <a:pt x="15585" y="14430"/>
                </a:cubicBezTo>
                <a:cubicBezTo>
                  <a:pt x="15585" y="12953"/>
                  <a:pt x="15311" y="11545"/>
                  <a:pt x="14792" y="10323"/>
                </a:cubicBezTo>
                <a:close/>
                <a:moveTo>
                  <a:pt x="6470" y="10506"/>
                </a:moveTo>
                <a:cubicBezTo>
                  <a:pt x="6013" y="11660"/>
                  <a:pt x="5753" y="13008"/>
                  <a:pt x="5753" y="14430"/>
                </a:cubicBezTo>
                <a:cubicBezTo>
                  <a:pt x="5753" y="15733"/>
                  <a:pt x="5969" y="16975"/>
                  <a:pt x="6359" y="18065"/>
                </a:cubicBezTo>
                <a:cubicBezTo>
                  <a:pt x="4786" y="16937"/>
                  <a:pt x="3547" y="15430"/>
                  <a:pt x="2764" y="14325"/>
                </a:cubicBezTo>
                <a:cubicBezTo>
                  <a:pt x="3565" y="13193"/>
                  <a:pt x="4845" y="11641"/>
                  <a:pt x="6470" y="10506"/>
                </a:cubicBezTo>
                <a:close/>
                <a:moveTo>
                  <a:pt x="10658" y="11917"/>
                </a:moveTo>
                <a:cubicBezTo>
                  <a:pt x="9720" y="11917"/>
                  <a:pt x="8957" y="13029"/>
                  <a:pt x="8957" y="14398"/>
                </a:cubicBezTo>
                <a:cubicBezTo>
                  <a:pt x="8957" y="15768"/>
                  <a:pt x="9720" y="16879"/>
                  <a:pt x="10658" y="16879"/>
                </a:cubicBezTo>
                <a:cubicBezTo>
                  <a:pt x="11597" y="16879"/>
                  <a:pt x="12359" y="15768"/>
                  <a:pt x="12359" y="14398"/>
                </a:cubicBezTo>
                <a:cubicBezTo>
                  <a:pt x="11421" y="14398"/>
                  <a:pt x="10658" y="13287"/>
                  <a:pt x="10658" y="11917"/>
                </a:cubicBezTo>
                <a:close/>
              </a:path>
            </a:pathLst>
          </a:custGeom>
          <a:solidFill>
            <a:schemeClr val="accent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dirty="0"/>
          </a:p>
        </p:txBody>
      </p:sp>
      <p:sp>
        <p:nvSpPr>
          <p:cNvPr id="42" name="Rectangle: Top Corners Rounded 41">
            <a:extLst>
              <a:ext uri="{FF2B5EF4-FFF2-40B4-BE49-F238E27FC236}">
                <a16:creationId xmlns:a16="http://schemas.microsoft.com/office/drawing/2014/main" id="{7104D729-638F-084C-8A97-FB6DF3365E75}"/>
              </a:ext>
            </a:extLst>
          </p:cNvPr>
          <p:cNvSpPr/>
          <p:nvPr/>
        </p:nvSpPr>
        <p:spPr>
          <a:xfrm>
            <a:off x="6282687" y="3867230"/>
            <a:ext cx="5115864" cy="1463040"/>
          </a:xfrm>
          <a:prstGeom prst="round2SameRect">
            <a:avLst>
              <a:gd name="adj1" fmla="val 0"/>
              <a:gd name="adj2" fmla="val 6541"/>
            </a:avLst>
          </a:prstGeom>
          <a:solidFill>
            <a:schemeClr val="bg1"/>
          </a:solidFill>
        </p:spPr>
        <p:txBody>
          <a:bodyPr wrap="square" lIns="91440" rIns="91440" anchor="t" anchorCtr="0">
            <a:noAutofit/>
          </a:bodyPr>
          <a:lstStyle/>
          <a:p>
            <a:pPr algn="ctr" defTabSz="756300" rtl="1">
              <a:lnSpc>
                <a:spcPct val="115000"/>
              </a:lnSpc>
            </a:pPr>
            <a:r>
              <a:rPr lang="ar-EG" sz="2000" b="1" dirty="0">
                <a:solidFill>
                  <a:schemeClr val="accent1">
                    <a:lumMod val="75000"/>
                  </a:schemeClr>
                </a:solidFill>
                <a:ea typeface="Sakkal Majalla" panose="02000000000000000000" pitchFamily="2" charset="-78"/>
              </a:rPr>
              <a:t>الريادة في بنية مؤسسية مستدامة ومبتكرة تمكّن المواءمة بين الأعمال والتقنية، وتُسرّع التحول الرقمي، وتُعظّم القيمة المؤسسية، وتعزز الأثر المستدام</a:t>
            </a:r>
          </a:p>
        </p:txBody>
      </p:sp>
      <p:sp>
        <p:nvSpPr>
          <p:cNvPr id="2" name="Slide Number Placeholder 1">
            <a:extLst>
              <a:ext uri="{FF2B5EF4-FFF2-40B4-BE49-F238E27FC236}">
                <a16:creationId xmlns:a16="http://schemas.microsoft.com/office/drawing/2014/main" id="{19A231AA-6D1C-3CA5-4F77-E427E83FC4FE}"/>
              </a:ext>
            </a:extLst>
          </p:cNvPr>
          <p:cNvSpPr>
            <a:spLocks noGrp="1"/>
          </p:cNvSpPr>
          <p:nvPr>
            <p:ph type="sldNum" sz="quarter" idx="12"/>
          </p:nvPr>
        </p:nvSpPr>
        <p:spPr/>
        <p:txBody>
          <a:bodyPr/>
          <a:lstStyle/>
          <a:p>
            <a:fld id="{0BE4EC83-A869-464E-AE9F-881796FB085E}" type="slidenum">
              <a:rPr lang="en-US" smtClean="0"/>
              <a:t>42</a:t>
            </a:fld>
            <a:endParaRPr lang="en-US"/>
          </a:p>
        </p:txBody>
      </p:sp>
    </p:spTree>
    <p:extLst>
      <p:ext uri="{BB962C8B-B14F-4D97-AF65-F5344CB8AC3E}">
        <p14:creationId xmlns:p14="http://schemas.microsoft.com/office/powerpoint/2010/main" val="219231544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B1DD31F-989A-44E4-FEA6-DC6141933060}"/>
              </a:ext>
            </a:extLst>
          </p:cNvPr>
          <p:cNvSpPr>
            <a:spLocks noGrp="1"/>
          </p:cNvSpPr>
          <p:nvPr>
            <p:ph type="title"/>
          </p:nvPr>
        </p:nvSpPr>
        <p:spPr/>
        <p:txBody>
          <a:bodyPr/>
          <a:lstStyle/>
          <a:p>
            <a:r>
              <a:rPr lang="ar-EG" dirty="0"/>
              <a:t>آلية صياغة الأهداف الاستراتيجية</a:t>
            </a:r>
            <a:endParaRPr lang="en-GB" dirty="0"/>
          </a:p>
        </p:txBody>
      </p:sp>
      <p:sp>
        <p:nvSpPr>
          <p:cNvPr id="6" name="TextBox 5"/>
          <p:cNvSpPr txBox="1"/>
          <p:nvPr/>
        </p:nvSpPr>
        <p:spPr>
          <a:xfrm>
            <a:off x="622170" y="1182759"/>
            <a:ext cx="10957456" cy="954107"/>
          </a:xfrm>
          <a:prstGeom prst="rect">
            <a:avLst/>
          </a:prstGeom>
          <a:noFill/>
        </p:spPr>
        <p:txBody>
          <a:bodyPr wrap="square" lIns="0" rIns="0" rtlCol="0">
            <a:spAutoFit/>
          </a:bodyPr>
          <a:lstStyle>
            <a:defPPr>
              <a:defRPr lang="en-US"/>
            </a:defPPr>
            <a:lvl1pPr algn="just" rtl="1">
              <a:spcAft>
                <a:spcPts val="1200"/>
              </a:spcAft>
              <a:defRPr sz="2000">
                <a:latin typeface="Sakkal Majalla" panose="02000000000000000000" pitchFamily="2" charset="-78"/>
                <a:cs typeface="Sakkal Majalla" panose="02000000000000000000" pitchFamily="2" charset="-78"/>
              </a:defRPr>
            </a:lvl1pPr>
          </a:lstStyle>
          <a:p>
            <a:r>
              <a:rPr lang="ar-SA" dirty="0"/>
              <a:t>تم تحديد الأهداف </a:t>
            </a:r>
            <a:r>
              <a:rPr lang="ar-EG" dirty="0"/>
              <a:t>الاستراتيجية</a:t>
            </a:r>
            <a:r>
              <a:rPr lang="ar-SA" dirty="0"/>
              <a:t> عبر إتباع طريقة الأهداف الذكية (</a:t>
            </a:r>
            <a:r>
              <a:rPr lang="en-US" dirty="0"/>
              <a:t>SMART</a:t>
            </a:r>
            <a:r>
              <a:rPr lang="ar-SA" dirty="0"/>
              <a:t>) حيث تم إعطاء أولوية للأهداف التي تدعم </a:t>
            </a:r>
            <a:r>
              <a:rPr lang="ar-EG" dirty="0"/>
              <a:t>التوجهات</a:t>
            </a:r>
            <a:r>
              <a:rPr lang="ar-SA" dirty="0"/>
              <a:t> الاستراتيجية في </a:t>
            </a:r>
            <a:r>
              <a:rPr lang="ar-EG" dirty="0"/>
              <a:t>الهيئة </a:t>
            </a:r>
            <a:r>
              <a:rPr lang="ar-SA" dirty="0"/>
              <a:t>ورؤية المملكة 2030  والمصطلح (</a:t>
            </a:r>
            <a:r>
              <a:rPr lang="en-US" dirty="0"/>
              <a:t>SMART</a:t>
            </a:r>
            <a:r>
              <a:rPr lang="ar-SA" dirty="0"/>
              <a:t>)  هو اختصار للكلمات الإنجليزية التالية: </a:t>
            </a:r>
            <a:endParaRPr lang="en-US" dirty="0"/>
          </a:p>
        </p:txBody>
      </p:sp>
      <p:grpSp>
        <p:nvGrpSpPr>
          <p:cNvPr id="7" name="Group 6"/>
          <p:cNvGrpSpPr/>
          <p:nvPr/>
        </p:nvGrpSpPr>
        <p:grpSpPr>
          <a:xfrm>
            <a:off x="2151063" y="2370640"/>
            <a:ext cx="7889874" cy="3318945"/>
            <a:chOff x="2305283" y="2535445"/>
            <a:chExt cx="7889874" cy="3318945"/>
          </a:xfrm>
        </p:grpSpPr>
        <p:sp>
          <p:nvSpPr>
            <p:cNvPr id="75" name="Rounded Rectangle 74"/>
            <p:cNvSpPr/>
            <p:nvPr/>
          </p:nvSpPr>
          <p:spPr>
            <a:xfrm>
              <a:off x="2305283" y="2535445"/>
              <a:ext cx="1523598" cy="3318945"/>
            </a:xfrm>
            <a:prstGeom prst="roundRect">
              <a:avLst>
                <a:gd name="adj" fmla="val 455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95" name="Rounded Rectangle 94"/>
            <p:cNvSpPr/>
            <p:nvPr/>
          </p:nvSpPr>
          <p:spPr>
            <a:xfrm>
              <a:off x="3896852" y="2535445"/>
              <a:ext cx="1523598" cy="3318945"/>
            </a:xfrm>
            <a:prstGeom prst="roundRect">
              <a:avLst>
                <a:gd name="adj" fmla="val 455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96" name="Rounded Rectangle 95"/>
            <p:cNvSpPr/>
            <p:nvPr/>
          </p:nvSpPr>
          <p:spPr>
            <a:xfrm>
              <a:off x="5488421" y="2535445"/>
              <a:ext cx="1523598" cy="3318945"/>
            </a:xfrm>
            <a:prstGeom prst="roundRect">
              <a:avLst>
                <a:gd name="adj" fmla="val 455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97" name="Rounded Rectangle 96"/>
            <p:cNvSpPr/>
            <p:nvPr/>
          </p:nvSpPr>
          <p:spPr>
            <a:xfrm>
              <a:off x="7079990" y="2535445"/>
              <a:ext cx="1523598" cy="3318945"/>
            </a:xfrm>
            <a:prstGeom prst="roundRect">
              <a:avLst>
                <a:gd name="adj" fmla="val 455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98" name="Rounded Rectangle 97"/>
            <p:cNvSpPr/>
            <p:nvPr/>
          </p:nvSpPr>
          <p:spPr>
            <a:xfrm>
              <a:off x="8671559" y="2535445"/>
              <a:ext cx="1523598" cy="3318945"/>
            </a:xfrm>
            <a:prstGeom prst="roundRect">
              <a:avLst>
                <a:gd name="adj" fmla="val 455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4" name="TextBox 3"/>
            <p:cNvSpPr txBox="1"/>
            <p:nvPr/>
          </p:nvSpPr>
          <p:spPr>
            <a:xfrm>
              <a:off x="2370744" y="2604621"/>
              <a:ext cx="1392677" cy="1323439"/>
            </a:xfrm>
            <a:prstGeom prst="rect">
              <a:avLst/>
            </a:prstGeom>
            <a:noFill/>
          </p:spPr>
          <p:txBody>
            <a:bodyPr wrap="square" rtlCol="0">
              <a:spAutoFit/>
            </a:bodyPr>
            <a:lstStyle/>
            <a:p>
              <a:pPr algn="ctr"/>
              <a:r>
                <a:rPr lang="en-US" sz="8000" b="1" dirty="0">
                  <a:solidFill>
                    <a:schemeClr val="accent1"/>
                  </a:solidFill>
                  <a:latin typeface="Sakkal Majalla" panose="02000000000000000000" pitchFamily="2" charset="-78"/>
                  <a:cs typeface="Sakkal Majalla" panose="02000000000000000000" pitchFamily="2" charset="-78"/>
                </a:rPr>
                <a:t>S</a:t>
              </a:r>
            </a:p>
          </p:txBody>
        </p:sp>
        <p:sp>
          <p:nvSpPr>
            <p:cNvPr id="71" name="TextBox 70"/>
            <p:cNvSpPr txBox="1"/>
            <p:nvPr/>
          </p:nvSpPr>
          <p:spPr>
            <a:xfrm>
              <a:off x="3962313" y="2604621"/>
              <a:ext cx="1392677" cy="1323439"/>
            </a:xfrm>
            <a:prstGeom prst="rect">
              <a:avLst/>
            </a:prstGeom>
            <a:noFill/>
          </p:spPr>
          <p:txBody>
            <a:bodyPr wrap="square" rtlCol="0">
              <a:spAutoFit/>
            </a:bodyPr>
            <a:lstStyle/>
            <a:p>
              <a:pPr algn="ctr"/>
              <a:r>
                <a:rPr lang="en-US" sz="8000" b="1" dirty="0">
                  <a:solidFill>
                    <a:schemeClr val="accent5"/>
                  </a:solidFill>
                  <a:latin typeface="Sakkal Majalla" panose="02000000000000000000" pitchFamily="2" charset="-78"/>
                  <a:cs typeface="Sakkal Majalla" panose="02000000000000000000" pitchFamily="2" charset="-78"/>
                </a:rPr>
                <a:t>M</a:t>
              </a:r>
            </a:p>
          </p:txBody>
        </p:sp>
        <p:sp>
          <p:nvSpPr>
            <p:cNvPr id="72" name="TextBox 71"/>
            <p:cNvSpPr txBox="1"/>
            <p:nvPr/>
          </p:nvSpPr>
          <p:spPr>
            <a:xfrm>
              <a:off x="5553882" y="2604621"/>
              <a:ext cx="1392677" cy="1323439"/>
            </a:xfrm>
            <a:prstGeom prst="rect">
              <a:avLst/>
            </a:prstGeom>
            <a:noFill/>
          </p:spPr>
          <p:txBody>
            <a:bodyPr wrap="square" rtlCol="0">
              <a:spAutoFit/>
            </a:bodyPr>
            <a:lstStyle/>
            <a:p>
              <a:pPr algn="ctr"/>
              <a:r>
                <a:rPr lang="en-US" sz="8000" b="1" dirty="0">
                  <a:solidFill>
                    <a:schemeClr val="accent2"/>
                  </a:solidFill>
                  <a:latin typeface="Sakkal Majalla" panose="02000000000000000000" pitchFamily="2" charset="-78"/>
                  <a:cs typeface="Sakkal Majalla" panose="02000000000000000000" pitchFamily="2" charset="-78"/>
                </a:rPr>
                <a:t>A</a:t>
              </a:r>
            </a:p>
          </p:txBody>
        </p:sp>
        <p:sp>
          <p:nvSpPr>
            <p:cNvPr id="73" name="TextBox 72"/>
            <p:cNvSpPr txBox="1"/>
            <p:nvPr/>
          </p:nvSpPr>
          <p:spPr>
            <a:xfrm>
              <a:off x="7145451" y="2604621"/>
              <a:ext cx="1392677" cy="1323439"/>
            </a:xfrm>
            <a:prstGeom prst="rect">
              <a:avLst/>
            </a:prstGeom>
            <a:noFill/>
          </p:spPr>
          <p:txBody>
            <a:bodyPr wrap="square" rtlCol="0">
              <a:spAutoFit/>
            </a:bodyPr>
            <a:lstStyle/>
            <a:p>
              <a:pPr algn="ctr"/>
              <a:r>
                <a:rPr lang="en-US" sz="8000" b="1" dirty="0">
                  <a:solidFill>
                    <a:schemeClr val="accent4"/>
                  </a:solidFill>
                  <a:latin typeface="Sakkal Majalla" panose="02000000000000000000" pitchFamily="2" charset="-78"/>
                  <a:cs typeface="Sakkal Majalla" panose="02000000000000000000" pitchFamily="2" charset="-78"/>
                </a:rPr>
                <a:t>R</a:t>
              </a:r>
            </a:p>
          </p:txBody>
        </p:sp>
        <p:sp>
          <p:nvSpPr>
            <p:cNvPr id="74" name="TextBox 73"/>
            <p:cNvSpPr txBox="1"/>
            <p:nvPr/>
          </p:nvSpPr>
          <p:spPr>
            <a:xfrm>
              <a:off x="8737020" y="2604621"/>
              <a:ext cx="1392677" cy="1323439"/>
            </a:xfrm>
            <a:prstGeom prst="rect">
              <a:avLst/>
            </a:prstGeom>
            <a:noFill/>
          </p:spPr>
          <p:txBody>
            <a:bodyPr wrap="square" rtlCol="0">
              <a:spAutoFit/>
            </a:bodyPr>
            <a:lstStyle/>
            <a:p>
              <a:pPr algn="ctr"/>
              <a:r>
                <a:rPr lang="en-US" sz="8000" b="1" dirty="0">
                  <a:solidFill>
                    <a:schemeClr val="accent4">
                      <a:lumMod val="75000"/>
                    </a:schemeClr>
                  </a:solidFill>
                  <a:latin typeface="Sakkal Majalla" panose="02000000000000000000" pitchFamily="2" charset="-78"/>
                  <a:cs typeface="Sakkal Majalla" panose="02000000000000000000" pitchFamily="2" charset="-78"/>
                </a:rPr>
                <a:t>T</a:t>
              </a:r>
            </a:p>
          </p:txBody>
        </p:sp>
        <p:sp>
          <p:nvSpPr>
            <p:cNvPr id="5" name="Rounded Rectangle 4"/>
            <p:cNvSpPr/>
            <p:nvPr/>
          </p:nvSpPr>
          <p:spPr>
            <a:xfrm>
              <a:off x="2490298" y="4963794"/>
              <a:ext cx="1153569" cy="489827"/>
            </a:xfrm>
            <a:prstGeom prst="round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88" name="Rounded Rectangle 87"/>
            <p:cNvSpPr/>
            <p:nvPr/>
          </p:nvSpPr>
          <p:spPr>
            <a:xfrm>
              <a:off x="4081867" y="4963794"/>
              <a:ext cx="1153569" cy="489827"/>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90" name="Rounded Rectangle 89"/>
            <p:cNvSpPr/>
            <p:nvPr/>
          </p:nvSpPr>
          <p:spPr>
            <a:xfrm>
              <a:off x="5673436" y="4963794"/>
              <a:ext cx="1153569" cy="489827"/>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92" name="Rounded Rectangle 91"/>
            <p:cNvSpPr/>
            <p:nvPr/>
          </p:nvSpPr>
          <p:spPr>
            <a:xfrm>
              <a:off x="7265005" y="4963794"/>
              <a:ext cx="1153569" cy="48982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94" name="Rounded Rectangle 93"/>
            <p:cNvSpPr/>
            <p:nvPr/>
          </p:nvSpPr>
          <p:spPr>
            <a:xfrm>
              <a:off x="8856574" y="4963794"/>
              <a:ext cx="1153569" cy="489827"/>
            </a:xfrm>
            <a:prstGeom prst="round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grpSp>
          <p:nvGrpSpPr>
            <p:cNvPr id="46" name="Group 45">
              <a:extLst>
                <a:ext uri="{FF2B5EF4-FFF2-40B4-BE49-F238E27FC236}">
                  <a16:creationId xmlns:a16="http://schemas.microsoft.com/office/drawing/2014/main" id="{BA97E1EB-0D81-452D-B901-A28F3DCB745F}"/>
                </a:ext>
              </a:extLst>
            </p:cNvPr>
            <p:cNvGrpSpPr/>
            <p:nvPr/>
          </p:nvGrpSpPr>
          <p:grpSpPr>
            <a:xfrm>
              <a:off x="2922538" y="5064174"/>
              <a:ext cx="289089" cy="289067"/>
              <a:chOff x="535070" y="2025880"/>
              <a:chExt cx="419100" cy="419100"/>
            </a:xfrm>
          </p:grpSpPr>
          <p:sp>
            <p:nvSpPr>
              <p:cNvPr id="47" name="Oval 46">
                <a:extLst>
                  <a:ext uri="{FF2B5EF4-FFF2-40B4-BE49-F238E27FC236}">
                    <a16:creationId xmlns:a16="http://schemas.microsoft.com/office/drawing/2014/main" id="{8F70CDCE-FFF4-45AB-AA12-8F81D80EB6DC}"/>
                  </a:ext>
                </a:extLst>
              </p:cNvPr>
              <p:cNvSpPr/>
              <p:nvPr/>
            </p:nvSpPr>
            <p:spPr>
              <a:xfrm>
                <a:off x="535070" y="2025880"/>
                <a:ext cx="419100" cy="419100"/>
              </a:xfrm>
              <a:prstGeom prst="ellipse">
                <a:avLst/>
              </a:prstGeom>
              <a:noFill/>
              <a:ln w="476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b="1" dirty="0">
                  <a:latin typeface="Sakkal Majalla" panose="02000000000000000000" pitchFamily="2" charset="-78"/>
                  <a:cs typeface="Sakkal Majalla" panose="02000000000000000000" pitchFamily="2" charset="-78"/>
                </a:endParaRPr>
              </a:p>
            </p:txBody>
          </p:sp>
          <p:sp>
            <p:nvSpPr>
              <p:cNvPr id="48" name="Oval 47">
                <a:extLst>
                  <a:ext uri="{FF2B5EF4-FFF2-40B4-BE49-F238E27FC236}">
                    <a16:creationId xmlns:a16="http://schemas.microsoft.com/office/drawing/2014/main" id="{08664D79-DF57-44DB-A0BE-1B794A0D46DB}"/>
                  </a:ext>
                </a:extLst>
              </p:cNvPr>
              <p:cNvSpPr/>
              <p:nvPr/>
            </p:nvSpPr>
            <p:spPr>
              <a:xfrm>
                <a:off x="677946" y="2169105"/>
                <a:ext cx="133684" cy="13368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b="1" dirty="0">
                  <a:latin typeface="Sakkal Majalla" panose="02000000000000000000" pitchFamily="2" charset="-78"/>
                  <a:cs typeface="Sakkal Majalla" panose="02000000000000000000" pitchFamily="2" charset="-78"/>
                </a:endParaRPr>
              </a:p>
            </p:txBody>
          </p:sp>
        </p:grpSp>
        <p:grpSp>
          <p:nvGrpSpPr>
            <p:cNvPr id="49" name="Group 48">
              <a:extLst>
                <a:ext uri="{FF2B5EF4-FFF2-40B4-BE49-F238E27FC236}">
                  <a16:creationId xmlns:a16="http://schemas.microsoft.com/office/drawing/2014/main" id="{439AB2A1-C249-42C9-A7F0-88981BC41F61}"/>
                </a:ext>
              </a:extLst>
            </p:cNvPr>
            <p:cNvGrpSpPr/>
            <p:nvPr/>
          </p:nvGrpSpPr>
          <p:grpSpPr>
            <a:xfrm>
              <a:off x="4481428" y="5092200"/>
              <a:ext cx="354447" cy="233014"/>
              <a:chOff x="2224107" y="2095985"/>
              <a:chExt cx="608583" cy="400110"/>
            </a:xfrm>
            <a:solidFill>
              <a:schemeClr val="bg1"/>
            </a:solidFill>
          </p:grpSpPr>
          <p:sp>
            <p:nvSpPr>
              <p:cNvPr id="50" name="Rectangle 49">
                <a:extLst>
                  <a:ext uri="{FF2B5EF4-FFF2-40B4-BE49-F238E27FC236}">
                    <a16:creationId xmlns:a16="http://schemas.microsoft.com/office/drawing/2014/main" id="{F15DD18E-2648-4980-B4DF-3996C652E1E8}"/>
                  </a:ext>
                </a:extLst>
              </p:cNvPr>
              <p:cNvSpPr/>
              <p:nvPr/>
            </p:nvSpPr>
            <p:spPr>
              <a:xfrm flipH="1">
                <a:off x="2224107" y="2095985"/>
                <a:ext cx="46608" cy="4001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b="1" dirty="0">
                  <a:latin typeface="Sakkal Majalla" panose="02000000000000000000" pitchFamily="2" charset="-78"/>
                  <a:cs typeface="Sakkal Majalla" panose="02000000000000000000" pitchFamily="2" charset="-78"/>
                </a:endParaRPr>
              </a:p>
            </p:txBody>
          </p:sp>
          <p:sp>
            <p:nvSpPr>
              <p:cNvPr id="51" name="Rectangle 50">
                <a:extLst>
                  <a:ext uri="{FF2B5EF4-FFF2-40B4-BE49-F238E27FC236}">
                    <a16:creationId xmlns:a16="http://schemas.microsoft.com/office/drawing/2014/main" id="{14660B30-D23E-4E1D-A7B2-0389D06C5CBB}"/>
                  </a:ext>
                </a:extLst>
              </p:cNvPr>
              <p:cNvSpPr/>
              <p:nvPr/>
            </p:nvSpPr>
            <p:spPr>
              <a:xfrm rot="5400000">
                <a:off x="2507411" y="2169770"/>
                <a:ext cx="45719" cy="60483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b="1" dirty="0">
                  <a:latin typeface="Sakkal Majalla" panose="02000000000000000000" pitchFamily="2" charset="-78"/>
                  <a:cs typeface="Sakkal Majalla" panose="02000000000000000000" pitchFamily="2" charset="-78"/>
                </a:endParaRPr>
              </a:p>
            </p:txBody>
          </p:sp>
          <p:sp>
            <p:nvSpPr>
              <p:cNvPr id="52" name="Rectangle 51">
                <a:extLst>
                  <a:ext uri="{FF2B5EF4-FFF2-40B4-BE49-F238E27FC236}">
                    <a16:creationId xmlns:a16="http://schemas.microsoft.com/office/drawing/2014/main" id="{D777F3B2-FBC0-4498-AB49-FB2AA01CA78C}"/>
                  </a:ext>
                </a:extLst>
              </p:cNvPr>
              <p:cNvSpPr/>
              <p:nvPr/>
            </p:nvSpPr>
            <p:spPr>
              <a:xfrm>
                <a:off x="2320720" y="2229710"/>
                <a:ext cx="73820" cy="1878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b="1" dirty="0">
                  <a:latin typeface="Sakkal Majalla" panose="02000000000000000000" pitchFamily="2" charset="-78"/>
                  <a:cs typeface="Sakkal Majalla" panose="02000000000000000000" pitchFamily="2" charset="-78"/>
                </a:endParaRPr>
              </a:p>
            </p:txBody>
          </p:sp>
          <p:sp>
            <p:nvSpPr>
              <p:cNvPr id="53" name="Rectangle 52">
                <a:extLst>
                  <a:ext uri="{FF2B5EF4-FFF2-40B4-BE49-F238E27FC236}">
                    <a16:creationId xmlns:a16="http://schemas.microsoft.com/office/drawing/2014/main" id="{AA1B8DAC-09C3-43D4-9BB4-A86F58089019}"/>
                  </a:ext>
                </a:extLst>
              </p:cNvPr>
              <p:cNvSpPr/>
              <p:nvPr/>
            </p:nvSpPr>
            <p:spPr>
              <a:xfrm>
                <a:off x="2449310" y="2148373"/>
                <a:ext cx="73820" cy="26914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b="1" dirty="0">
                  <a:latin typeface="Sakkal Majalla" panose="02000000000000000000" pitchFamily="2" charset="-78"/>
                  <a:cs typeface="Sakkal Majalla" panose="02000000000000000000" pitchFamily="2" charset="-78"/>
                </a:endParaRPr>
              </a:p>
            </p:txBody>
          </p:sp>
          <p:sp>
            <p:nvSpPr>
              <p:cNvPr id="54" name="Rectangle 53">
                <a:extLst>
                  <a:ext uri="{FF2B5EF4-FFF2-40B4-BE49-F238E27FC236}">
                    <a16:creationId xmlns:a16="http://schemas.microsoft.com/office/drawing/2014/main" id="{48C3AFF2-B2B4-4D46-9B6B-710BD0114F0E}"/>
                  </a:ext>
                </a:extLst>
              </p:cNvPr>
              <p:cNvSpPr/>
              <p:nvPr/>
            </p:nvSpPr>
            <p:spPr>
              <a:xfrm>
                <a:off x="2583851" y="2273774"/>
                <a:ext cx="73820" cy="14374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b="1" dirty="0">
                  <a:latin typeface="Sakkal Majalla" panose="02000000000000000000" pitchFamily="2" charset="-78"/>
                  <a:cs typeface="Sakkal Majalla" panose="02000000000000000000" pitchFamily="2" charset="-78"/>
                </a:endParaRPr>
              </a:p>
            </p:txBody>
          </p:sp>
          <p:sp>
            <p:nvSpPr>
              <p:cNvPr id="55" name="Rectangle 54">
                <a:extLst>
                  <a:ext uri="{FF2B5EF4-FFF2-40B4-BE49-F238E27FC236}">
                    <a16:creationId xmlns:a16="http://schemas.microsoft.com/office/drawing/2014/main" id="{D96B99C2-7BF7-4E75-83E4-F0BA42CF63BF}"/>
                  </a:ext>
                </a:extLst>
              </p:cNvPr>
              <p:cNvSpPr/>
              <p:nvPr/>
            </p:nvSpPr>
            <p:spPr>
              <a:xfrm>
                <a:off x="2714569" y="2186473"/>
                <a:ext cx="67109" cy="23104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b="1" dirty="0">
                  <a:latin typeface="Sakkal Majalla" panose="02000000000000000000" pitchFamily="2" charset="-78"/>
                  <a:cs typeface="Sakkal Majalla" panose="02000000000000000000" pitchFamily="2" charset="-78"/>
                </a:endParaRPr>
              </a:p>
            </p:txBody>
          </p:sp>
        </p:grpSp>
        <p:grpSp>
          <p:nvGrpSpPr>
            <p:cNvPr id="56" name="Group 55">
              <a:extLst>
                <a:ext uri="{FF2B5EF4-FFF2-40B4-BE49-F238E27FC236}">
                  <a16:creationId xmlns:a16="http://schemas.microsoft.com/office/drawing/2014/main" id="{4340D703-40E3-4FBA-A5DF-4E21123F01A1}"/>
                </a:ext>
              </a:extLst>
            </p:cNvPr>
            <p:cNvGrpSpPr/>
            <p:nvPr/>
          </p:nvGrpSpPr>
          <p:grpSpPr>
            <a:xfrm>
              <a:off x="6072995" y="5092200"/>
              <a:ext cx="354451" cy="233014"/>
              <a:chOff x="3976707" y="2095985"/>
              <a:chExt cx="513856" cy="337832"/>
            </a:xfrm>
          </p:grpSpPr>
          <p:sp>
            <p:nvSpPr>
              <p:cNvPr id="57" name="Rectangle 56">
                <a:extLst>
                  <a:ext uri="{FF2B5EF4-FFF2-40B4-BE49-F238E27FC236}">
                    <a16:creationId xmlns:a16="http://schemas.microsoft.com/office/drawing/2014/main" id="{C2A0787C-C9EA-491C-A74B-44CB31E81B7E}"/>
                  </a:ext>
                </a:extLst>
              </p:cNvPr>
              <p:cNvSpPr/>
              <p:nvPr/>
            </p:nvSpPr>
            <p:spPr>
              <a:xfrm flipH="1">
                <a:off x="3976707" y="2095985"/>
                <a:ext cx="39353" cy="337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b="1" dirty="0">
                  <a:latin typeface="Sakkal Majalla" panose="02000000000000000000" pitchFamily="2" charset="-78"/>
                  <a:cs typeface="Sakkal Majalla" panose="02000000000000000000" pitchFamily="2" charset="-78"/>
                </a:endParaRPr>
              </a:p>
            </p:txBody>
          </p:sp>
          <p:sp>
            <p:nvSpPr>
              <p:cNvPr id="58" name="Rectangle 57">
                <a:extLst>
                  <a:ext uri="{FF2B5EF4-FFF2-40B4-BE49-F238E27FC236}">
                    <a16:creationId xmlns:a16="http://schemas.microsoft.com/office/drawing/2014/main" id="{A7D08D1C-6B03-4380-971A-8E02723BCFEA}"/>
                  </a:ext>
                </a:extLst>
              </p:cNvPr>
              <p:cNvSpPr/>
              <p:nvPr/>
            </p:nvSpPr>
            <p:spPr>
              <a:xfrm rot="5400000">
                <a:off x="4215914" y="2158285"/>
                <a:ext cx="38603" cy="5106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b="1" dirty="0">
                  <a:latin typeface="Sakkal Majalla" panose="02000000000000000000" pitchFamily="2" charset="-78"/>
                  <a:cs typeface="Sakkal Majalla" panose="02000000000000000000" pitchFamily="2" charset="-78"/>
                </a:endParaRPr>
              </a:p>
            </p:txBody>
          </p:sp>
          <p:grpSp>
            <p:nvGrpSpPr>
              <p:cNvPr id="59" name="Group 58">
                <a:extLst>
                  <a:ext uri="{FF2B5EF4-FFF2-40B4-BE49-F238E27FC236}">
                    <a16:creationId xmlns:a16="http://schemas.microsoft.com/office/drawing/2014/main" id="{1C351C88-6BBC-4262-8BA0-734CE3033349}"/>
                  </a:ext>
                </a:extLst>
              </p:cNvPr>
              <p:cNvGrpSpPr/>
              <p:nvPr/>
            </p:nvGrpSpPr>
            <p:grpSpPr>
              <a:xfrm>
                <a:off x="4124833" y="2151962"/>
                <a:ext cx="327587" cy="180770"/>
                <a:chOff x="4124871" y="2151962"/>
                <a:chExt cx="533026" cy="294131"/>
              </a:xfrm>
            </p:grpSpPr>
            <p:sp>
              <p:nvSpPr>
                <p:cNvPr id="60" name="Rectangle 59">
                  <a:extLst>
                    <a:ext uri="{FF2B5EF4-FFF2-40B4-BE49-F238E27FC236}">
                      <a16:creationId xmlns:a16="http://schemas.microsoft.com/office/drawing/2014/main" id="{BBC814BE-FF48-41F1-A925-2CB17A4A1FD1}"/>
                    </a:ext>
                  </a:extLst>
                </p:cNvPr>
                <p:cNvSpPr/>
                <p:nvPr/>
              </p:nvSpPr>
              <p:spPr>
                <a:xfrm rot="2598114" flipH="1">
                  <a:off x="4124871" y="2151962"/>
                  <a:ext cx="45719" cy="2941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b="1" dirty="0">
                    <a:latin typeface="Sakkal Majalla" panose="02000000000000000000" pitchFamily="2" charset="-78"/>
                    <a:cs typeface="Sakkal Majalla" panose="02000000000000000000" pitchFamily="2" charset="-78"/>
                  </a:endParaRPr>
                </a:p>
              </p:txBody>
            </p:sp>
            <p:sp>
              <p:nvSpPr>
                <p:cNvPr id="61" name="Rectangle 60">
                  <a:extLst>
                    <a:ext uri="{FF2B5EF4-FFF2-40B4-BE49-F238E27FC236}">
                      <a16:creationId xmlns:a16="http://schemas.microsoft.com/office/drawing/2014/main" id="{4D568098-E5CE-4544-BC48-79DA8F0C3DC7}"/>
                    </a:ext>
                  </a:extLst>
                </p:cNvPr>
                <p:cNvSpPr/>
                <p:nvPr/>
              </p:nvSpPr>
              <p:spPr>
                <a:xfrm rot="8080747" flipH="1">
                  <a:off x="4300649" y="2147198"/>
                  <a:ext cx="45719" cy="2941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b="1" dirty="0">
                    <a:latin typeface="Sakkal Majalla" panose="02000000000000000000" pitchFamily="2" charset="-78"/>
                    <a:cs typeface="Sakkal Majalla" panose="02000000000000000000" pitchFamily="2" charset="-78"/>
                  </a:endParaRPr>
                </a:p>
              </p:txBody>
            </p:sp>
            <p:sp>
              <p:nvSpPr>
                <p:cNvPr id="62" name="Rectangle 61">
                  <a:extLst>
                    <a:ext uri="{FF2B5EF4-FFF2-40B4-BE49-F238E27FC236}">
                      <a16:creationId xmlns:a16="http://schemas.microsoft.com/office/drawing/2014/main" id="{26E70821-A444-4E07-8310-9E22E826DBC7}"/>
                    </a:ext>
                  </a:extLst>
                </p:cNvPr>
                <p:cNvSpPr/>
                <p:nvPr/>
              </p:nvSpPr>
              <p:spPr>
                <a:xfrm rot="2753522" flipH="1">
                  <a:off x="4487972" y="2158275"/>
                  <a:ext cx="45719" cy="2941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b="1" dirty="0">
                    <a:latin typeface="Sakkal Majalla" panose="02000000000000000000" pitchFamily="2" charset="-78"/>
                    <a:cs typeface="Sakkal Majalla" panose="02000000000000000000" pitchFamily="2" charset="-78"/>
                  </a:endParaRPr>
                </a:p>
              </p:txBody>
            </p:sp>
            <p:sp>
              <p:nvSpPr>
                <p:cNvPr id="63" name="Rectangle 2">
                  <a:extLst>
                    <a:ext uri="{FF2B5EF4-FFF2-40B4-BE49-F238E27FC236}">
                      <a16:creationId xmlns:a16="http://schemas.microsoft.com/office/drawing/2014/main" id="{1BF264E3-6B5D-429E-95E0-B246D81FBE16}"/>
                    </a:ext>
                  </a:extLst>
                </p:cNvPr>
                <p:cNvSpPr/>
                <p:nvPr/>
              </p:nvSpPr>
              <p:spPr>
                <a:xfrm>
                  <a:off x="4510831" y="2165078"/>
                  <a:ext cx="144842" cy="154357"/>
                </a:xfrm>
                <a:custGeom>
                  <a:avLst/>
                  <a:gdLst>
                    <a:gd name="connsiteX0" fmla="*/ 0 w 144842"/>
                    <a:gd name="connsiteY0" fmla="*/ 0 h 154357"/>
                    <a:gd name="connsiteX1" fmla="*/ 144842 w 144842"/>
                    <a:gd name="connsiteY1" fmla="*/ 0 h 154357"/>
                    <a:gd name="connsiteX2" fmla="*/ 144842 w 144842"/>
                    <a:gd name="connsiteY2" fmla="*/ 154357 h 154357"/>
                    <a:gd name="connsiteX3" fmla="*/ 0 w 144842"/>
                    <a:gd name="connsiteY3" fmla="*/ 154357 h 154357"/>
                    <a:gd name="connsiteX4" fmla="*/ 0 w 144842"/>
                    <a:gd name="connsiteY4" fmla="*/ 0 h 154357"/>
                    <a:gd name="connsiteX0" fmla="*/ 0 w 144842"/>
                    <a:gd name="connsiteY0" fmla="*/ 0 h 154357"/>
                    <a:gd name="connsiteX1" fmla="*/ 144842 w 144842"/>
                    <a:gd name="connsiteY1" fmla="*/ 0 h 154357"/>
                    <a:gd name="connsiteX2" fmla="*/ 144842 w 144842"/>
                    <a:gd name="connsiteY2" fmla="*/ 154357 h 154357"/>
                    <a:gd name="connsiteX3" fmla="*/ 64294 w 144842"/>
                    <a:gd name="connsiteY3" fmla="*/ 71013 h 154357"/>
                    <a:gd name="connsiteX4" fmla="*/ 0 w 144842"/>
                    <a:gd name="connsiteY4" fmla="*/ 0 h 154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842" h="154357">
                      <a:moveTo>
                        <a:pt x="0" y="0"/>
                      </a:moveTo>
                      <a:lnTo>
                        <a:pt x="144842" y="0"/>
                      </a:lnTo>
                      <a:lnTo>
                        <a:pt x="144842" y="154357"/>
                      </a:lnTo>
                      <a:lnTo>
                        <a:pt x="64294" y="7101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b="1" dirty="0">
                    <a:latin typeface="Sakkal Majalla" panose="02000000000000000000" pitchFamily="2" charset="-78"/>
                    <a:cs typeface="Sakkal Majalla" panose="02000000000000000000" pitchFamily="2" charset="-78"/>
                  </a:endParaRPr>
                </a:p>
              </p:txBody>
            </p:sp>
          </p:grpSp>
        </p:grpSp>
        <p:grpSp>
          <p:nvGrpSpPr>
            <p:cNvPr id="64" name="Group 63">
              <a:extLst>
                <a:ext uri="{FF2B5EF4-FFF2-40B4-BE49-F238E27FC236}">
                  <a16:creationId xmlns:a16="http://schemas.microsoft.com/office/drawing/2014/main" id="{2B8C9F96-8FA1-48E6-ACD2-E7E7F8A22FA2}"/>
                </a:ext>
              </a:extLst>
            </p:cNvPr>
            <p:cNvGrpSpPr/>
            <p:nvPr/>
          </p:nvGrpSpPr>
          <p:grpSpPr>
            <a:xfrm>
              <a:off x="7598691" y="5064174"/>
              <a:ext cx="486196" cy="289067"/>
              <a:chOff x="5607264" y="2044293"/>
              <a:chExt cx="704850" cy="419100"/>
            </a:xfrm>
          </p:grpSpPr>
          <p:sp>
            <p:nvSpPr>
              <p:cNvPr id="65" name="Oval 64">
                <a:extLst>
                  <a:ext uri="{FF2B5EF4-FFF2-40B4-BE49-F238E27FC236}">
                    <a16:creationId xmlns:a16="http://schemas.microsoft.com/office/drawing/2014/main" id="{825F17CB-0ADE-48A7-953F-9590375CE994}"/>
                  </a:ext>
                </a:extLst>
              </p:cNvPr>
              <p:cNvSpPr/>
              <p:nvPr/>
            </p:nvSpPr>
            <p:spPr>
              <a:xfrm>
                <a:off x="5607264" y="2044293"/>
                <a:ext cx="419100" cy="419100"/>
              </a:xfrm>
              <a:prstGeom prst="ellipse">
                <a:avLst/>
              </a:prstGeom>
              <a:noFill/>
              <a:ln w="476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algn="ctr">
                  <a:spcBef>
                    <a:spcPts val="0"/>
                  </a:spcBef>
                  <a:spcAft>
                    <a:spcPts val="0"/>
                  </a:spcAft>
                </a:pPr>
                <a:r>
                  <a:rPr lang="en-US" sz="1200" b="1" kern="1200" dirty="0">
                    <a:solidFill>
                      <a:srgbClr val="FFFFFF"/>
                    </a:solidFill>
                    <a:effectLst/>
                    <a:latin typeface="Sakkal Majalla" panose="02000000000000000000" pitchFamily="2" charset="-78"/>
                    <a:ea typeface="Times New Roman" panose="02020603050405020304" pitchFamily="18" charset="0"/>
                    <a:cs typeface="Sakkal Majalla" panose="02000000000000000000" pitchFamily="2" charset="-78"/>
                  </a:rPr>
                  <a:t> </a:t>
                </a:r>
                <a:endParaRPr lang="en-US" sz="1000" b="1" dirty="0">
                  <a:effectLst/>
                  <a:latin typeface="Sakkal Majalla" panose="02000000000000000000" pitchFamily="2" charset="-78"/>
                  <a:ea typeface="Times New Roman" panose="02020603050405020304" pitchFamily="18" charset="0"/>
                  <a:cs typeface="Sakkal Majalla" panose="02000000000000000000" pitchFamily="2" charset="-78"/>
                </a:endParaRPr>
              </a:p>
            </p:txBody>
          </p:sp>
          <p:sp>
            <p:nvSpPr>
              <p:cNvPr id="66" name="Oval 65">
                <a:extLst>
                  <a:ext uri="{FF2B5EF4-FFF2-40B4-BE49-F238E27FC236}">
                    <a16:creationId xmlns:a16="http://schemas.microsoft.com/office/drawing/2014/main" id="{204C4B50-C582-468C-ADFB-3CD3BE9DB08C}"/>
                  </a:ext>
                </a:extLst>
              </p:cNvPr>
              <p:cNvSpPr/>
              <p:nvPr/>
            </p:nvSpPr>
            <p:spPr>
              <a:xfrm>
                <a:off x="5893014" y="2044293"/>
                <a:ext cx="419100" cy="419100"/>
              </a:xfrm>
              <a:prstGeom prst="ellipse">
                <a:avLst/>
              </a:prstGeom>
              <a:noFill/>
              <a:ln w="476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algn="ctr">
                  <a:spcBef>
                    <a:spcPts val="0"/>
                  </a:spcBef>
                  <a:spcAft>
                    <a:spcPts val="0"/>
                  </a:spcAft>
                </a:pPr>
                <a:r>
                  <a:rPr lang="en-US" sz="1200" b="1" kern="1200" dirty="0">
                    <a:solidFill>
                      <a:srgbClr val="FFFFFF"/>
                    </a:solidFill>
                    <a:effectLst/>
                    <a:latin typeface="Sakkal Majalla" panose="02000000000000000000" pitchFamily="2" charset="-78"/>
                    <a:ea typeface="Times New Roman" panose="02020603050405020304" pitchFamily="18" charset="0"/>
                    <a:cs typeface="Sakkal Majalla" panose="02000000000000000000" pitchFamily="2" charset="-78"/>
                  </a:rPr>
                  <a:t> </a:t>
                </a:r>
                <a:endParaRPr lang="en-US" sz="1000" b="1" dirty="0">
                  <a:effectLst/>
                  <a:latin typeface="Sakkal Majalla" panose="02000000000000000000" pitchFamily="2" charset="-78"/>
                  <a:ea typeface="Times New Roman" panose="02020603050405020304" pitchFamily="18" charset="0"/>
                  <a:cs typeface="Sakkal Majalla" panose="02000000000000000000" pitchFamily="2" charset="-78"/>
                </a:endParaRPr>
              </a:p>
            </p:txBody>
          </p:sp>
        </p:grpSp>
        <p:grpSp>
          <p:nvGrpSpPr>
            <p:cNvPr id="67" name="Group 66">
              <a:extLst>
                <a:ext uri="{FF2B5EF4-FFF2-40B4-BE49-F238E27FC236}">
                  <a16:creationId xmlns:a16="http://schemas.microsoft.com/office/drawing/2014/main" id="{507E1311-4A59-43BA-B34C-8A9BAD06B41D}"/>
                </a:ext>
              </a:extLst>
            </p:cNvPr>
            <p:cNvGrpSpPr/>
            <p:nvPr/>
          </p:nvGrpSpPr>
          <p:grpSpPr>
            <a:xfrm>
              <a:off x="9288813" y="5064174"/>
              <a:ext cx="289090" cy="289067"/>
              <a:chOff x="7509881" y="2037150"/>
              <a:chExt cx="419100" cy="419100"/>
            </a:xfrm>
          </p:grpSpPr>
          <p:sp>
            <p:nvSpPr>
              <p:cNvPr id="68" name="Oval 67">
                <a:extLst>
                  <a:ext uri="{FF2B5EF4-FFF2-40B4-BE49-F238E27FC236}">
                    <a16:creationId xmlns:a16="http://schemas.microsoft.com/office/drawing/2014/main" id="{AA41A883-12F7-4F1A-8656-AEAA190E345A}"/>
                  </a:ext>
                </a:extLst>
              </p:cNvPr>
              <p:cNvSpPr/>
              <p:nvPr/>
            </p:nvSpPr>
            <p:spPr>
              <a:xfrm>
                <a:off x="7509881" y="2037150"/>
                <a:ext cx="419100" cy="419100"/>
              </a:xfrm>
              <a:prstGeom prst="ellipse">
                <a:avLst/>
              </a:prstGeom>
              <a:noFill/>
              <a:ln w="476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algn="ctr">
                  <a:spcBef>
                    <a:spcPts val="0"/>
                  </a:spcBef>
                  <a:spcAft>
                    <a:spcPts val="0"/>
                  </a:spcAft>
                </a:pPr>
                <a:r>
                  <a:rPr lang="en-US" sz="1200" b="1" kern="1200" dirty="0">
                    <a:solidFill>
                      <a:srgbClr val="FFFFFF"/>
                    </a:solidFill>
                    <a:effectLst/>
                    <a:latin typeface="Sakkal Majalla" panose="02000000000000000000" pitchFamily="2" charset="-78"/>
                    <a:ea typeface="Times New Roman" panose="02020603050405020304" pitchFamily="18" charset="0"/>
                    <a:cs typeface="Sakkal Majalla" panose="02000000000000000000" pitchFamily="2" charset="-78"/>
                  </a:rPr>
                  <a:t> </a:t>
                </a:r>
                <a:endParaRPr lang="en-US" sz="1000" b="1" dirty="0">
                  <a:effectLst/>
                  <a:latin typeface="Sakkal Majalla" panose="02000000000000000000" pitchFamily="2" charset="-78"/>
                  <a:ea typeface="Times New Roman" panose="02020603050405020304" pitchFamily="18" charset="0"/>
                  <a:cs typeface="Sakkal Majalla" panose="02000000000000000000" pitchFamily="2" charset="-78"/>
                </a:endParaRPr>
              </a:p>
            </p:txBody>
          </p:sp>
          <p:sp>
            <p:nvSpPr>
              <p:cNvPr id="69" name="Rectangle 68">
                <a:extLst>
                  <a:ext uri="{FF2B5EF4-FFF2-40B4-BE49-F238E27FC236}">
                    <a16:creationId xmlns:a16="http://schemas.microsoft.com/office/drawing/2014/main" id="{D3C4C92C-C423-43B5-A527-23F3B7F82BE2}"/>
                  </a:ext>
                </a:extLst>
              </p:cNvPr>
              <p:cNvSpPr/>
              <p:nvPr/>
            </p:nvSpPr>
            <p:spPr>
              <a:xfrm>
                <a:off x="7679155" y="2095985"/>
                <a:ext cx="45719" cy="2068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b="1" dirty="0">
                  <a:latin typeface="Sakkal Majalla" panose="02000000000000000000" pitchFamily="2" charset="-78"/>
                  <a:cs typeface="Sakkal Majalla" panose="02000000000000000000" pitchFamily="2" charset="-78"/>
                </a:endParaRPr>
              </a:p>
            </p:txBody>
          </p:sp>
          <p:sp>
            <p:nvSpPr>
              <p:cNvPr id="70" name="Rectangle 69">
                <a:extLst>
                  <a:ext uri="{FF2B5EF4-FFF2-40B4-BE49-F238E27FC236}">
                    <a16:creationId xmlns:a16="http://schemas.microsoft.com/office/drawing/2014/main" id="{98F75D2C-72B6-47B9-A082-59108D0DC8E3}"/>
                  </a:ext>
                </a:extLst>
              </p:cNvPr>
              <p:cNvSpPr/>
              <p:nvPr/>
            </p:nvSpPr>
            <p:spPr>
              <a:xfrm rot="5400000">
                <a:off x="7732471" y="2203706"/>
                <a:ext cx="45719" cy="1524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b="1" dirty="0">
                  <a:latin typeface="Sakkal Majalla" panose="02000000000000000000" pitchFamily="2" charset="-78"/>
                  <a:cs typeface="Sakkal Majalla" panose="02000000000000000000" pitchFamily="2" charset="-78"/>
                </a:endParaRPr>
              </a:p>
            </p:txBody>
          </p:sp>
        </p:grpSp>
        <p:sp>
          <p:nvSpPr>
            <p:cNvPr id="77" name="TextBox 76"/>
            <p:cNvSpPr txBox="1"/>
            <p:nvPr/>
          </p:nvSpPr>
          <p:spPr>
            <a:xfrm>
              <a:off x="2518442" y="3824636"/>
              <a:ext cx="1097280" cy="276999"/>
            </a:xfrm>
            <a:prstGeom prst="rect">
              <a:avLst/>
            </a:prstGeom>
            <a:noFill/>
          </p:spPr>
          <p:txBody>
            <a:bodyPr wrap="square" lIns="0" tIns="0" rIns="0" bIns="0" rtlCol="0">
              <a:spAutoFit/>
            </a:bodyPr>
            <a:lstStyle/>
            <a:p>
              <a:pPr lvl="0" algn="ctr">
                <a:defRPr/>
              </a:pPr>
              <a:r>
                <a:rPr lang="en-US" b="1" dirty="0">
                  <a:latin typeface="Sakkal Majalla" panose="02000000000000000000" pitchFamily="2" charset="-78"/>
                  <a:cs typeface="Sakkal Majalla" panose="02000000000000000000" pitchFamily="2" charset="-78"/>
                </a:rPr>
                <a:t>Specific</a:t>
              </a:r>
            </a:p>
          </p:txBody>
        </p:sp>
        <p:sp>
          <p:nvSpPr>
            <p:cNvPr id="78" name="TextBox 77"/>
            <p:cNvSpPr txBox="1"/>
            <p:nvPr/>
          </p:nvSpPr>
          <p:spPr>
            <a:xfrm>
              <a:off x="2518442" y="4236126"/>
              <a:ext cx="1097280" cy="246221"/>
            </a:xfrm>
            <a:prstGeom prst="rect">
              <a:avLst/>
            </a:prstGeom>
            <a:noFill/>
          </p:spPr>
          <p:txBody>
            <a:bodyPr wrap="square" lIns="0" tIns="0" rIns="0" bIns="0" rtlCol="0">
              <a:spAutoFit/>
            </a:bodyPr>
            <a:lstStyle/>
            <a:p>
              <a:pPr lvl="0" algn="ctr" rtl="1">
                <a:defRPr/>
              </a:pPr>
              <a:r>
                <a:rPr lang="ar-EG" sz="1600" dirty="0">
                  <a:latin typeface="Sakkal Majalla" panose="02000000000000000000" pitchFamily="2" charset="-78"/>
                  <a:cs typeface="Sakkal Majalla" panose="02000000000000000000" pitchFamily="2" charset="-78"/>
                </a:rPr>
                <a:t>هدف محدد</a:t>
              </a:r>
              <a:endParaRPr kumimoji="0" lang="en-US" sz="1600" b="0" i="0" u="none" strike="noStrike" kern="1200" cap="none" spc="0" normalizeH="0" noProof="0" dirty="0">
                <a:ln>
                  <a:noFill/>
                </a:ln>
                <a:effectLst/>
                <a:uLnTx/>
                <a:uFillTx/>
                <a:latin typeface="Sakkal Majalla" panose="02000000000000000000" pitchFamily="2" charset="-78"/>
                <a:cs typeface="Sakkal Majalla" panose="02000000000000000000" pitchFamily="2" charset="-78"/>
              </a:endParaRPr>
            </a:p>
          </p:txBody>
        </p:sp>
        <p:sp>
          <p:nvSpPr>
            <p:cNvPr id="79" name="TextBox 78"/>
            <p:cNvSpPr txBox="1"/>
            <p:nvPr/>
          </p:nvSpPr>
          <p:spPr>
            <a:xfrm>
              <a:off x="4110011" y="3824636"/>
              <a:ext cx="1097280" cy="276999"/>
            </a:xfrm>
            <a:prstGeom prst="rect">
              <a:avLst/>
            </a:prstGeom>
            <a:noFill/>
          </p:spPr>
          <p:txBody>
            <a:bodyPr wrap="square" lIns="0" tIns="0" rIns="0" bIns="0" rtlCol="0">
              <a:spAutoFit/>
            </a:bodyPr>
            <a:lstStyle/>
            <a:p>
              <a:pPr lvl="0" algn="ctr">
                <a:defRPr/>
              </a:pPr>
              <a:r>
                <a:rPr lang="en-US" b="1" dirty="0">
                  <a:latin typeface="Sakkal Majalla" panose="02000000000000000000" pitchFamily="2" charset="-78"/>
                  <a:cs typeface="Sakkal Majalla" panose="02000000000000000000" pitchFamily="2" charset="-78"/>
                </a:rPr>
                <a:t>Measurable</a:t>
              </a:r>
            </a:p>
          </p:txBody>
        </p:sp>
        <p:sp>
          <p:nvSpPr>
            <p:cNvPr id="80" name="TextBox 79"/>
            <p:cNvSpPr txBox="1"/>
            <p:nvPr/>
          </p:nvSpPr>
          <p:spPr>
            <a:xfrm>
              <a:off x="4110011" y="4209535"/>
              <a:ext cx="1097280" cy="246221"/>
            </a:xfrm>
            <a:prstGeom prst="rect">
              <a:avLst/>
            </a:prstGeom>
            <a:noFill/>
          </p:spPr>
          <p:txBody>
            <a:bodyPr wrap="square" lIns="0" tIns="0" rIns="0" bIns="0" rtlCol="0">
              <a:spAutoFit/>
            </a:bodyPr>
            <a:lstStyle/>
            <a:p>
              <a:pPr lvl="0" algn="ctr" rtl="1">
                <a:defRPr/>
              </a:pPr>
              <a:r>
                <a:rPr lang="ar-EG" sz="1600" dirty="0">
                  <a:latin typeface="Sakkal Majalla" panose="02000000000000000000" pitchFamily="2" charset="-78"/>
                  <a:cs typeface="Sakkal Majalla" panose="02000000000000000000" pitchFamily="2" charset="-78"/>
                </a:rPr>
                <a:t>هدف قابل للقياس </a:t>
              </a:r>
              <a:endParaRPr kumimoji="0" lang="en-US" sz="1600" b="0" i="0" u="none" strike="noStrike" kern="1200" cap="none" spc="0" normalizeH="0" noProof="0" dirty="0">
                <a:ln>
                  <a:noFill/>
                </a:ln>
                <a:effectLst/>
                <a:uLnTx/>
                <a:uFillTx/>
                <a:latin typeface="Sakkal Majalla" panose="02000000000000000000" pitchFamily="2" charset="-78"/>
                <a:cs typeface="Sakkal Majalla" panose="02000000000000000000" pitchFamily="2" charset="-78"/>
              </a:endParaRPr>
            </a:p>
          </p:txBody>
        </p:sp>
        <p:sp>
          <p:nvSpPr>
            <p:cNvPr id="81" name="TextBox 80"/>
            <p:cNvSpPr txBox="1"/>
            <p:nvPr/>
          </p:nvSpPr>
          <p:spPr>
            <a:xfrm>
              <a:off x="5701580" y="3824636"/>
              <a:ext cx="1097280" cy="276999"/>
            </a:xfrm>
            <a:prstGeom prst="rect">
              <a:avLst/>
            </a:prstGeom>
            <a:noFill/>
          </p:spPr>
          <p:txBody>
            <a:bodyPr wrap="square" lIns="0" tIns="0" rIns="0" bIns="0" rtlCol="0">
              <a:spAutoFit/>
            </a:bodyPr>
            <a:lstStyle/>
            <a:p>
              <a:pPr lvl="0" algn="ctr">
                <a:defRPr/>
              </a:pPr>
              <a:r>
                <a:rPr lang="en-US" b="1" dirty="0">
                  <a:latin typeface="Sakkal Majalla" panose="02000000000000000000" pitchFamily="2" charset="-78"/>
                  <a:cs typeface="Sakkal Majalla" panose="02000000000000000000" pitchFamily="2" charset="-78"/>
                </a:rPr>
                <a:t>Attainable</a:t>
              </a:r>
            </a:p>
          </p:txBody>
        </p:sp>
        <p:sp>
          <p:nvSpPr>
            <p:cNvPr id="82" name="TextBox 81"/>
            <p:cNvSpPr txBox="1"/>
            <p:nvPr/>
          </p:nvSpPr>
          <p:spPr>
            <a:xfrm>
              <a:off x="5701580" y="4113015"/>
              <a:ext cx="1097280" cy="492443"/>
            </a:xfrm>
            <a:prstGeom prst="rect">
              <a:avLst/>
            </a:prstGeom>
            <a:noFill/>
          </p:spPr>
          <p:txBody>
            <a:bodyPr wrap="square" lIns="0" tIns="0" rIns="0" bIns="0" rtlCol="0">
              <a:spAutoFit/>
            </a:bodyPr>
            <a:lstStyle/>
            <a:p>
              <a:pPr lvl="0" algn="ctr" rtl="1">
                <a:defRPr/>
              </a:pPr>
              <a:r>
                <a:rPr lang="ar-EG" sz="1600" dirty="0">
                  <a:latin typeface="Sakkal Majalla" panose="02000000000000000000" pitchFamily="2" charset="-78"/>
                  <a:cs typeface="Sakkal Majalla" panose="02000000000000000000" pitchFamily="2" charset="-78"/>
                </a:rPr>
                <a:t>هدف يمكن تحقيقه </a:t>
              </a:r>
              <a:endParaRPr kumimoji="0" lang="en-US" sz="1600" b="0" i="0" u="none" strike="noStrike" kern="1200" cap="none" spc="0" normalizeH="0" noProof="0" dirty="0">
                <a:ln>
                  <a:noFill/>
                </a:ln>
                <a:effectLst/>
                <a:uLnTx/>
                <a:uFillTx/>
                <a:latin typeface="Sakkal Majalla" panose="02000000000000000000" pitchFamily="2" charset="-78"/>
                <a:cs typeface="Sakkal Majalla" panose="02000000000000000000" pitchFamily="2" charset="-78"/>
              </a:endParaRPr>
            </a:p>
          </p:txBody>
        </p:sp>
        <p:sp>
          <p:nvSpPr>
            <p:cNvPr id="83" name="TextBox 82"/>
            <p:cNvSpPr txBox="1"/>
            <p:nvPr/>
          </p:nvSpPr>
          <p:spPr>
            <a:xfrm>
              <a:off x="7293149" y="3824636"/>
              <a:ext cx="1097280" cy="276999"/>
            </a:xfrm>
            <a:prstGeom prst="rect">
              <a:avLst/>
            </a:prstGeom>
            <a:noFill/>
          </p:spPr>
          <p:txBody>
            <a:bodyPr wrap="square" lIns="0" tIns="0" rIns="0" bIns="0" rtlCol="0">
              <a:spAutoFit/>
            </a:bodyPr>
            <a:lstStyle/>
            <a:p>
              <a:pPr lvl="0" algn="ctr">
                <a:defRPr/>
              </a:pPr>
              <a:r>
                <a:rPr lang="en-US" b="1" dirty="0">
                  <a:latin typeface="Sakkal Majalla" panose="02000000000000000000" pitchFamily="2" charset="-78"/>
                  <a:cs typeface="Sakkal Majalla" panose="02000000000000000000" pitchFamily="2" charset="-78"/>
                </a:rPr>
                <a:t>Relevant</a:t>
              </a:r>
            </a:p>
          </p:txBody>
        </p:sp>
        <p:sp>
          <p:nvSpPr>
            <p:cNvPr id="84" name="TextBox 83"/>
            <p:cNvSpPr txBox="1"/>
            <p:nvPr/>
          </p:nvSpPr>
          <p:spPr>
            <a:xfrm>
              <a:off x="7293149" y="4143793"/>
              <a:ext cx="1097280" cy="430887"/>
            </a:xfrm>
            <a:prstGeom prst="rect">
              <a:avLst/>
            </a:prstGeom>
            <a:noFill/>
          </p:spPr>
          <p:txBody>
            <a:bodyPr wrap="square" lIns="0" tIns="0" rIns="0" bIns="0" rtlCol="0">
              <a:spAutoFit/>
            </a:bodyPr>
            <a:lstStyle/>
            <a:p>
              <a:pPr lvl="0" algn="ctr" rtl="1">
                <a:defRPr/>
              </a:pPr>
              <a:r>
                <a:rPr lang="ar-EG" sz="1400" dirty="0">
                  <a:latin typeface="Sakkal Majalla" panose="02000000000000000000" pitchFamily="2" charset="-78"/>
                  <a:cs typeface="Sakkal Majalla" panose="02000000000000000000" pitchFamily="2" charset="-78"/>
                </a:rPr>
                <a:t>هدف واقعي أو وثيق الصلة</a:t>
              </a:r>
              <a:endParaRPr kumimoji="0" lang="en-US" sz="1400" b="0" i="0" u="none" strike="noStrike" kern="1200" cap="none" spc="0" normalizeH="0" noProof="0" dirty="0">
                <a:ln>
                  <a:noFill/>
                </a:ln>
                <a:effectLst/>
                <a:uLnTx/>
                <a:uFillTx/>
                <a:latin typeface="Sakkal Majalla" panose="02000000000000000000" pitchFamily="2" charset="-78"/>
                <a:cs typeface="Sakkal Majalla" panose="02000000000000000000" pitchFamily="2" charset="-78"/>
              </a:endParaRPr>
            </a:p>
          </p:txBody>
        </p:sp>
        <p:sp>
          <p:nvSpPr>
            <p:cNvPr id="85" name="TextBox 84"/>
            <p:cNvSpPr txBox="1"/>
            <p:nvPr/>
          </p:nvSpPr>
          <p:spPr>
            <a:xfrm>
              <a:off x="8884718" y="3824636"/>
              <a:ext cx="1097280" cy="276999"/>
            </a:xfrm>
            <a:prstGeom prst="rect">
              <a:avLst/>
            </a:prstGeom>
            <a:noFill/>
          </p:spPr>
          <p:txBody>
            <a:bodyPr wrap="square" lIns="0" tIns="0" rIns="0" bIns="0" rtlCol="0">
              <a:spAutoFit/>
            </a:bodyPr>
            <a:lstStyle/>
            <a:p>
              <a:pPr lvl="0" algn="ctr">
                <a:defRPr/>
              </a:pPr>
              <a:r>
                <a:rPr lang="en-US" b="1" dirty="0">
                  <a:latin typeface="Sakkal Majalla" panose="02000000000000000000" pitchFamily="2" charset="-78"/>
                  <a:cs typeface="Sakkal Majalla" panose="02000000000000000000" pitchFamily="2" charset="-78"/>
                </a:rPr>
                <a:t>Time Based</a:t>
              </a:r>
            </a:p>
          </p:txBody>
        </p:sp>
        <p:sp>
          <p:nvSpPr>
            <p:cNvPr id="86" name="TextBox 85"/>
            <p:cNvSpPr txBox="1"/>
            <p:nvPr/>
          </p:nvSpPr>
          <p:spPr>
            <a:xfrm>
              <a:off x="8884718" y="4113015"/>
              <a:ext cx="1097280" cy="492443"/>
            </a:xfrm>
            <a:prstGeom prst="rect">
              <a:avLst/>
            </a:prstGeom>
            <a:noFill/>
          </p:spPr>
          <p:txBody>
            <a:bodyPr wrap="square" lIns="0" tIns="0" rIns="0" bIns="0" rtlCol="0">
              <a:spAutoFit/>
            </a:bodyPr>
            <a:lstStyle/>
            <a:p>
              <a:pPr lvl="0" algn="ctr" rtl="1">
                <a:defRPr/>
              </a:pPr>
              <a:r>
                <a:rPr lang="ar-EG" sz="1600" dirty="0">
                  <a:latin typeface="Sakkal Majalla" panose="02000000000000000000" pitchFamily="2" charset="-78"/>
                  <a:cs typeface="Sakkal Majalla" panose="02000000000000000000" pitchFamily="2" charset="-78"/>
                </a:rPr>
                <a:t>هدف محدود بإطار زمني </a:t>
              </a:r>
              <a:endParaRPr kumimoji="0" lang="en-US" sz="1600" b="0" i="0" u="none" strike="noStrike" kern="1200" cap="none" spc="0" normalizeH="0" noProof="0" dirty="0">
                <a:ln>
                  <a:noFill/>
                </a:ln>
                <a:effectLst/>
                <a:uLnTx/>
                <a:uFillTx/>
                <a:latin typeface="Sakkal Majalla" panose="02000000000000000000" pitchFamily="2" charset="-78"/>
                <a:cs typeface="Sakkal Majalla" panose="02000000000000000000" pitchFamily="2" charset="-78"/>
              </a:endParaRPr>
            </a:p>
          </p:txBody>
        </p:sp>
      </p:grpSp>
      <p:sp>
        <p:nvSpPr>
          <p:cNvPr id="2" name="Slide Number Placeholder 1">
            <a:extLst>
              <a:ext uri="{FF2B5EF4-FFF2-40B4-BE49-F238E27FC236}">
                <a16:creationId xmlns:a16="http://schemas.microsoft.com/office/drawing/2014/main" id="{F891EFE0-D5D8-356C-AA52-3210017F124D}"/>
              </a:ext>
            </a:extLst>
          </p:cNvPr>
          <p:cNvSpPr>
            <a:spLocks noGrp="1"/>
          </p:cNvSpPr>
          <p:nvPr>
            <p:ph type="sldNum" sz="quarter" idx="12"/>
          </p:nvPr>
        </p:nvSpPr>
        <p:spPr/>
        <p:txBody>
          <a:bodyPr/>
          <a:lstStyle/>
          <a:p>
            <a:fld id="{0BE4EC83-A869-464E-AE9F-881796FB085E}" type="slidenum">
              <a:rPr lang="en-US" smtClean="0"/>
              <a:t>43</a:t>
            </a:fld>
            <a:endParaRPr lang="en-US"/>
          </a:p>
        </p:txBody>
      </p:sp>
    </p:spTree>
    <p:extLst>
      <p:ext uri="{BB962C8B-B14F-4D97-AF65-F5344CB8AC3E}">
        <p14:creationId xmlns:p14="http://schemas.microsoft.com/office/powerpoint/2010/main" val="4294556290"/>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ounded Rectangle 33">
            <a:extLst>
              <a:ext uri="{FF2B5EF4-FFF2-40B4-BE49-F238E27FC236}">
                <a16:creationId xmlns:a16="http://schemas.microsoft.com/office/drawing/2014/main" id="{39B2F122-C7A8-BD36-8C84-2388F68DB419}"/>
              </a:ext>
            </a:extLst>
          </p:cNvPr>
          <p:cNvSpPr/>
          <p:nvPr/>
        </p:nvSpPr>
        <p:spPr>
          <a:xfrm>
            <a:off x="609600" y="3459089"/>
            <a:ext cx="1554480" cy="2476983"/>
          </a:xfrm>
          <a:prstGeom prst="roundRect">
            <a:avLst/>
          </a:prstGeom>
          <a:solidFill>
            <a:schemeClr val="bg1"/>
          </a:solidFill>
          <a:ln>
            <a:no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76" name="Rounded Rectangle 33">
            <a:extLst>
              <a:ext uri="{FF2B5EF4-FFF2-40B4-BE49-F238E27FC236}">
                <a16:creationId xmlns:a16="http://schemas.microsoft.com/office/drawing/2014/main" id="{9A7A97D7-58BE-771C-1A1E-CE4F77DE0489}"/>
              </a:ext>
            </a:extLst>
          </p:cNvPr>
          <p:cNvSpPr/>
          <p:nvPr/>
        </p:nvSpPr>
        <p:spPr>
          <a:xfrm>
            <a:off x="2493264" y="3459089"/>
            <a:ext cx="1554480" cy="2476983"/>
          </a:xfrm>
          <a:prstGeom prst="roundRect">
            <a:avLst/>
          </a:prstGeom>
          <a:solidFill>
            <a:schemeClr val="bg1"/>
          </a:solidFill>
          <a:ln>
            <a:no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26" name="Rounded Rectangle 82">
            <a:extLst>
              <a:ext uri="{FF2B5EF4-FFF2-40B4-BE49-F238E27FC236}">
                <a16:creationId xmlns:a16="http://schemas.microsoft.com/office/drawing/2014/main" id="{9DCA34F0-8473-C55C-E7E8-622E8DCCF2CF}"/>
              </a:ext>
            </a:extLst>
          </p:cNvPr>
          <p:cNvSpPr/>
          <p:nvPr/>
        </p:nvSpPr>
        <p:spPr>
          <a:xfrm>
            <a:off x="10027920" y="3459089"/>
            <a:ext cx="1554480" cy="2476982"/>
          </a:xfrm>
          <a:prstGeom prst="roundRect">
            <a:avLst/>
          </a:prstGeom>
          <a:solidFill>
            <a:schemeClr val="bg1"/>
          </a:solidFill>
          <a:ln>
            <a:no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22" name="Rounded Rectangle 68">
            <a:extLst>
              <a:ext uri="{FF2B5EF4-FFF2-40B4-BE49-F238E27FC236}">
                <a16:creationId xmlns:a16="http://schemas.microsoft.com/office/drawing/2014/main" id="{9C3EE62B-F71A-85E2-2575-4ECADB19C74F}"/>
              </a:ext>
            </a:extLst>
          </p:cNvPr>
          <p:cNvSpPr/>
          <p:nvPr/>
        </p:nvSpPr>
        <p:spPr>
          <a:xfrm>
            <a:off x="8144256" y="3459089"/>
            <a:ext cx="1554480" cy="2476983"/>
          </a:xfrm>
          <a:prstGeom prst="roundRect">
            <a:avLst/>
          </a:prstGeom>
          <a:solidFill>
            <a:schemeClr val="bg1"/>
          </a:solidFill>
          <a:ln>
            <a:no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14" name="Rounded Rectangle 33">
            <a:extLst>
              <a:ext uri="{FF2B5EF4-FFF2-40B4-BE49-F238E27FC236}">
                <a16:creationId xmlns:a16="http://schemas.microsoft.com/office/drawing/2014/main" id="{72D153E2-8F11-08B7-1187-C9BB337809FE}"/>
              </a:ext>
            </a:extLst>
          </p:cNvPr>
          <p:cNvSpPr/>
          <p:nvPr/>
        </p:nvSpPr>
        <p:spPr>
          <a:xfrm>
            <a:off x="4376928" y="3459089"/>
            <a:ext cx="1554480" cy="2476983"/>
          </a:xfrm>
          <a:prstGeom prst="roundRect">
            <a:avLst/>
          </a:prstGeom>
          <a:solidFill>
            <a:schemeClr val="bg1"/>
          </a:solidFill>
          <a:ln>
            <a:no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18" name="Rounded Rectangle 54">
            <a:extLst>
              <a:ext uri="{FF2B5EF4-FFF2-40B4-BE49-F238E27FC236}">
                <a16:creationId xmlns:a16="http://schemas.microsoft.com/office/drawing/2014/main" id="{5D072520-053C-5F60-8E81-55FFC0E12AF9}"/>
              </a:ext>
            </a:extLst>
          </p:cNvPr>
          <p:cNvSpPr/>
          <p:nvPr/>
        </p:nvSpPr>
        <p:spPr>
          <a:xfrm>
            <a:off x="6260592" y="3459089"/>
            <a:ext cx="1554480" cy="2476983"/>
          </a:xfrm>
          <a:prstGeom prst="roundRect">
            <a:avLst/>
          </a:prstGeom>
          <a:solidFill>
            <a:schemeClr val="bg1"/>
          </a:solidFill>
          <a:ln>
            <a:no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141" name="Title 140">
            <a:extLst>
              <a:ext uri="{FF2B5EF4-FFF2-40B4-BE49-F238E27FC236}">
                <a16:creationId xmlns:a16="http://schemas.microsoft.com/office/drawing/2014/main" id="{1F7EA650-B747-D2E3-27D6-C965F3BC4285}"/>
              </a:ext>
            </a:extLst>
          </p:cNvPr>
          <p:cNvSpPr>
            <a:spLocks noGrp="1"/>
          </p:cNvSpPr>
          <p:nvPr>
            <p:ph type="title"/>
          </p:nvPr>
        </p:nvSpPr>
        <p:spPr/>
        <p:txBody>
          <a:bodyPr/>
          <a:lstStyle/>
          <a:p>
            <a:r>
              <a:rPr lang="ar-EG" dirty="0"/>
              <a:t>الأهداف الاستراتيجية للبنية المؤسسية</a:t>
            </a:r>
            <a:endParaRPr lang="en-GB" dirty="0"/>
          </a:p>
        </p:txBody>
      </p:sp>
      <p:sp>
        <p:nvSpPr>
          <p:cNvPr id="4" name="Rounded Rectangle 3">
            <a:extLst>
              <a:ext uri="{FF2B5EF4-FFF2-40B4-BE49-F238E27FC236}">
                <a16:creationId xmlns:a16="http://schemas.microsoft.com/office/drawing/2014/main" id="{04696BDF-364B-23B6-0A21-EF87AA447BC4}"/>
              </a:ext>
            </a:extLst>
          </p:cNvPr>
          <p:cNvSpPr/>
          <p:nvPr/>
        </p:nvSpPr>
        <p:spPr>
          <a:xfrm>
            <a:off x="3898025" y="2670789"/>
            <a:ext cx="4395950" cy="365760"/>
          </a:xfrm>
          <a:prstGeom prst="roundRect">
            <a:avLst/>
          </a:prstGeom>
          <a:gradFill>
            <a:gsLst>
              <a:gs pos="53000">
                <a:schemeClr val="accent1"/>
              </a:gs>
              <a:gs pos="100000">
                <a:schemeClr val="accent2"/>
              </a:gs>
            </a:gsLst>
            <a:lin ang="6600000" scaled="0"/>
          </a:gra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EG" sz="2400" b="1" dirty="0">
                <a:solidFill>
                  <a:schemeClr val="bg1"/>
                </a:solidFill>
                <a:latin typeface="Sakkal Majalla" panose="02000000000000000000" pitchFamily="2" charset="-78"/>
                <a:cs typeface="Sakkal Majalla" panose="02000000000000000000" pitchFamily="2" charset="-78"/>
              </a:rPr>
              <a:t>ستة أهداف استراتيجية</a:t>
            </a:r>
          </a:p>
        </p:txBody>
      </p:sp>
      <p:grpSp>
        <p:nvGrpSpPr>
          <p:cNvPr id="139" name="Group 138">
            <a:extLst>
              <a:ext uri="{FF2B5EF4-FFF2-40B4-BE49-F238E27FC236}">
                <a16:creationId xmlns:a16="http://schemas.microsoft.com/office/drawing/2014/main" id="{C7B60BFD-5A6E-971C-3D89-C5B32B207356}"/>
              </a:ext>
            </a:extLst>
          </p:cNvPr>
          <p:cNvGrpSpPr/>
          <p:nvPr/>
        </p:nvGrpSpPr>
        <p:grpSpPr>
          <a:xfrm>
            <a:off x="649092" y="2848056"/>
            <a:ext cx="10893816" cy="103909"/>
            <a:chOff x="751092" y="2848056"/>
            <a:chExt cx="10893816" cy="103909"/>
          </a:xfrm>
        </p:grpSpPr>
        <p:grpSp>
          <p:nvGrpSpPr>
            <p:cNvPr id="5" name="Group 4">
              <a:extLst>
                <a:ext uri="{FF2B5EF4-FFF2-40B4-BE49-F238E27FC236}">
                  <a16:creationId xmlns:a16="http://schemas.microsoft.com/office/drawing/2014/main" id="{BA8C1B03-F0AF-6ACD-6CB7-3A4DA1356955}"/>
                </a:ext>
              </a:extLst>
            </p:cNvPr>
            <p:cNvGrpSpPr/>
            <p:nvPr/>
          </p:nvGrpSpPr>
          <p:grpSpPr>
            <a:xfrm>
              <a:off x="8395975" y="2848056"/>
              <a:ext cx="3248933" cy="103909"/>
              <a:chOff x="9019309" y="3325091"/>
              <a:chExt cx="2560317" cy="103909"/>
            </a:xfrm>
          </p:grpSpPr>
          <p:cxnSp>
            <p:nvCxnSpPr>
              <p:cNvPr id="62" name="Straight Connector 61">
                <a:extLst>
                  <a:ext uri="{FF2B5EF4-FFF2-40B4-BE49-F238E27FC236}">
                    <a16:creationId xmlns:a16="http://schemas.microsoft.com/office/drawing/2014/main" id="{0AA0B59E-0A56-29B6-5E6F-C1F2823BC994}"/>
                  </a:ext>
                </a:extLst>
              </p:cNvPr>
              <p:cNvCxnSpPr/>
              <p:nvPr/>
            </p:nvCxnSpPr>
            <p:spPr>
              <a:xfrm>
                <a:off x="10681855" y="3429000"/>
                <a:ext cx="897771" cy="0"/>
              </a:xfrm>
              <a:prstGeom prst="line">
                <a:avLst/>
              </a:prstGeom>
              <a:ln>
                <a:headEnd type="none"/>
                <a:tailEnd type="ova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5D2AAE1A-98F1-BA5A-EB84-AB28E181456A}"/>
                  </a:ext>
                </a:extLst>
              </p:cNvPr>
              <p:cNvCxnSpPr/>
              <p:nvPr/>
            </p:nvCxnSpPr>
            <p:spPr>
              <a:xfrm flipH="1" flipV="1">
                <a:off x="10584873" y="3325091"/>
                <a:ext cx="96982" cy="103909"/>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68184030-36B6-74ED-FBB8-78BF12139D9D}"/>
                  </a:ext>
                </a:extLst>
              </p:cNvPr>
              <p:cNvCxnSpPr/>
              <p:nvPr/>
            </p:nvCxnSpPr>
            <p:spPr>
              <a:xfrm flipH="1">
                <a:off x="9019309" y="3325091"/>
                <a:ext cx="1565564"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7" name="Group 6">
              <a:extLst>
                <a:ext uri="{FF2B5EF4-FFF2-40B4-BE49-F238E27FC236}">
                  <a16:creationId xmlns:a16="http://schemas.microsoft.com/office/drawing/2014/main" id="{224C16EA-8810-3707-AFD6-D36C643E568C}"/>
                </a:ext>
              </a:extLst>
            </p:cNvPr>
            <p:cNvGrpSpPr/>
            <p:nvPr/>
          </p:nvGrpSpPr>
          <p:grpSpPr>
            <a:xfrm flipH="1">
              <a:off x="751092" y="2848056"/>
              <a:ext cx="3248933" cy="103909"/>
              <a:chOff x="9019309" y="3325091"/>
              <a:chExt cx="2560317" cy="103909"/>
            </a:xfrm>
          </p:grpSpPr>
          <p:cxnSp>
            <p:nvCxnSpPr>
              <p:cNvPr id="59" name="Straight Connector 58">
                <a:extLst>
                  <a:ext uri="{FF2B5EF4-FFF2-40B4-BE49-F238E27FC236}">
                    <a16:creationId xmlns:a16="http://schemas.microsoft.com/office/drawing/2014/main" id="{57E63FA2-9551-DA9A-8E17-07C029B604F7}"/>
                  </a:ext>
                </a:extLst>
              </p:cNvPr>
              <p:cNvCxnSpPr/>
              <p:nvPr/>
            </p:nvCxnSpPr>
            <p:spPr>
              <a:xfrm>
                <a:off x="10681855" y="3429000"/>
                <a:ext cx="897771" cy="0"/>
              </a:xfrm>
              <a:prstGeom prst="line">
                <a:avLst/>
              </a:prstGeom>
              <a:ln>
                <a:headEnd type="none"/>
                <a:tailEnd type="ova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4AE459B-721D-45A1-C77D-F5EB03DA5F4A}"/>
                  </a:ext>
                </a:extLst>
              </p:cNvPr>
              <p:cNvCxnSpPr/>
              <p:nvPr/>
            </p:nvCxnSpPr>
            <p:spPr>
              <a:xfrm flipH="1" flipV="1">
                <a:off x="10584873" y="3325091"/>
                <a:ext cx="96982" cy="103909"/>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8D0C5603-D4A1-13AF-F843-DAE59D912888}"/>
                  </a:ext>
                </a:extLst>
              </p:cNvPr>
              <p:cNvCxnSpPr/>
              <p:nvPr/>
            </p:nvCxnSpPr>
            <p:spPr>
              <a:xfrm flipH="1">
                <a:off x="9019309" y="3325091"/>
                <a:ext cx="1565564" cy="0"/>
              </a:xfrm>
              <a:prstGeom prst="line">
                <a:avLst/>
              </a:prstGeom>
            </p:spPr>
            <p:style>
              <a:lnRef idx="1">
                <a:schemeClr val="accent1"/>
              </a:lnRef>
              <a:fillRef idx="0">
                <a:schemeClr val="accent1"/>
              </a:fillRef>
              <a:effectRef idx="0">
                <a:schemeClr val="accent1"/>
              </a:effectRef>
              <a:fontRef idx="minor">
                <a:schemeClr val="tx1"/>
              </a:fontRef>
            </p:style>
          </p:cxnSp>
        </p:grpSp>
      </p:grpSp>
      <p:sp>
        <p:nvSpPr>
          <p:cNvPr id="2" name="TextBox 1">
            <a:extLst>
              <a:ext uri="{FF2B5EF4-FFF2-40B4-BE49-F238E27FC236}">
                <a16:creationId xmlns:a16="http://schemas.microsoft.com/office/drawing/2014/main" id="{9E3D6527-BEB9-15EC-2D04-9C587B078F4F}"/>
              </a:ext>
            </a:extLst>
          </p:cNvPr>
          <p:cNvSpPr txBox="1"/>
          <p:nvPr/>
        </p:nvSpPr>
        <p:spPr>
          <a:xfrm>
            <a:off x="609600" y="1107454"/>
            <a:ext cx="10972800" cy="1298817"/>
          </a:xfrm>
          <a:prstGeom prst="rect">
            <a:avLst/>
          </a:prstGeom>
          <a:noFill/>
        </p:spPr>
        <p:txBody>
          <a:bodyPr wrap="square" rtlCol="0">
            <a:spAutoFit/>
          </a:bodyPr>
          <a:lstStyle/>
          <a:p>
            <a:pPr algn="just" rtl="1">
              <a:lnSpc>
                <a:spcPct val="140000"/>
              </a:lnSpc>
              <a:spcAft>
                <a:spcPts val="1200"/>
              </a:spcAft>
            </a:pPr>
            <a:r>
              <a:rPr lang="ar-EG" sz="1400" dirty="0">
                <a:latin typeface="Sakkal Majalla" panose="02000000000000000000" pitchFamily="2" charset="-78"/>
                <a:cs typeface="Sakkal Majalla" panose="02000000000000000000" pitchFamily="2" charset="-78"/>
              </a:rPr>
              <a:t>يتم تحديد أهداف البنية المؤسسية استنادًا إلى تحليل شامل للتوجهات الاستراتيجية المعتمدة في الجهة، واستراتيجية التحول الرقمي، والتحديات المؤسسية الحالية والمستقبلية، مع مراعاة المتطلبات التنظيمية والتشريعية والداخلية ذات العلاقة. وتهدف هذه العملية إلى ضمان مواءمة ممارسة البنية المؤسسية مع الأهداف الاستراتيجية العامة للجهة ودورها </a:t>
            </a:r>
            <a:r>
              <a:rPr lang="ar-EG" sz="1400" dirty="0" err="1">
                <a:latin typeface="Sakkal Majalla" panose="02000000000000000000" pitchFamily="2" charset="-78"/>
                <a:cs typeface="Sakkal Majalla" panose="02000000000000000000" pitchFamily="2" charset="-78"/>
              </a:rPr>
              <a:t>التمكيني</a:t>
            </a:r>
            <a:r>
              <a:rPr lang="ar-EG" sz="1400" dirty="0">
                <a:latin typeface="Sakkal Majalla" panose="02000000000000000000" pitchFamily="2" charset="-78"/>
                <a:cs typeface="Sakkal Majalla" panose="02000000000000000000" pitchFamily="2" charset="-78"/>
              </a:rPr>
              <a:t> في دعم التحول الرقمي وتعزيز الحوكمة المؤسسية. وتم صياغة أهداف البنية المؤسسية بما يعكس القيمة المؤسسية المضافة لممارسة البنية المؤسسية، وبما يدعم اتخاذ القرار، ويرفع كفاءة استخدام الموارد، ويحقق الاتساق بين المبادرات والمشاريع الرقمية،. كما تم مراعاة أن تكون الأهداف شاملة لمناظير البنية المؤسسية المختلفة، وقابلة للقياس من خلال مؤشرات أداء استراتيجية واضحة، بما يتيح المتابعة والتقييم المستمر وتحقيق التحسين المستدام.</a:t>
            </a:r>
            <a:endParaRPr lang="en-US" sz="1400" dirty="0">
              <a:latin typeface="Sakkal Majalla" panose="02000000000000000000" pitchFamily="2" charset="-78"/>
              <a:cs typeface="Sakkal Majalla" panose="02000000000000000000" pitchFamily="2" charset="-78"/>
            </a:endParaRPr>
          </a:p>
        </p:txBody>
      </p:sp>
      <p:sp>
        <p:nvSpPr>
          <p:cNvPr id="6" name="Rounded Rectangle 36">
            <a:extLst>
              <a:ext uri="{FF2B5EF4-FFF2-40B4-BE49-F238E27FC236}">
                <a16:creationId xmlns:a16="http://schemas.microsoft.com/office/drawing/2014/main" id="{657F0B28-3783-7C95-C22C-21C59B4E3113}"/>
              </a:ext>
            </a:extLst>
          </p:cNvPr>
          <p:cNvSpPr/>
          <p:nvPr/>
        </p:nvSpPr>
        <p:spPr>
          <a:xfrm>
            <a:off x="609600" y="3754672"/>
            <a:ext cx="1554480" cy="27432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9" name="Rectangle 8">
            <a:extLst>
              <a:ext uri="{FF2B5EF4-FFF2-40B4-BE49-F238E27FC236}">
                <a16:creationId xmlns:a16="http://schemas.microsoft.com/office/drawing/2014/main" id="{B36A1A65-CA85-2A61-44EC-B97070DF866D}"/>
              </a:ext>
            </a:extLst>
          </p:cNvPr>
          <p:cNvSpPr/>
          <p:nvPr/>
        </p:nvSpPr>
        <p:spPr>
          <a:xfrm>
            <a:off x="609600" y="4966388"/>
            <a:ext cx="1554480" cy="707886"/>
          </a:xfrm>
          <a:prstGeom prst="rect">
            <a:avLst/>
          </a:prstGeom>
        </p:spPr>
        <p:txBody>
          <a:bodyPr wrap="square" anchor="t" anchorCtr="0">
            <a:noAutofit/>
          </a:bodyPr>
          <a:lstStyle/>
          <a:p>
            <a:pPr marL="0" lvl="1" algn="ctr" rtl="1"/>
            <a:r>
              <a:rPr lang="ar-EG" b="1" dirty="0">
                <a:solidFill>
                  <a:schemeClr val="accent1"/>
                </a:solidFill>
                <a:latin typeface="Sakkal Majalla" panose="02000000000000000000" pitchFamily="2" charset="-78"/>
                <a:cs typeface="Sakkal Majalla" panose="02000000000000000000" pitchFamily="2" charset="-78"/>
              </a:rPr>
              <a:t>المواءمة الاستراتيجية</a:t>
            </a:r>
          </a:p>
        </p:txBody>
      </p:sp>
      <p:sp>
        <p:nvSpPr>
          <p:cNvPr id="28" name="TextBox 27">
            <a:extLst>
              <a:ext uri="{FF2B5EF4-FFF2-40B4-BE49-F238E27FC236}">
                <a16:creationId xmlns:a16="http://schemas.microsoft.com/office/drawing/2014/main" id="{07955B5E-F646-9BE9-BFC8-8C2FE42E4E89}"/>
              </a:ext>
            </a:extLst>
          </p:cNvPr>
          <p:cNvSpPr txBox="1"/>
          <p:nvPr/>
        </p:nvSpPr>
        <p:spPr>
          <a:xfrm>
            <a:off x="609600" y="3544326"/>
            <a:ext cx="1554480" cy="769441"/>
          </a:xfrm>
          <a:prstGeom prst="rect">
            <a:avLst/>
          </a:prstGeom>
          <a:noFill/>
        </p:spPr>
        <p:txBody>
          <a:bodyPr wrap="square" rtlCol="0">
            <a:spAutoFit/>
          </a:bodyPr>
          <a:lstStyle/>
          <a:p>
            <a:pPr algn="ctr"/>
            <a:r>
              <a:rPr lang="en-US" sz="4400" dirty="0">
                <a:solidFill>
                  <a:schemeClr val="accent1"/>
                </a:solidFill>
                <a:latin typeface="Sakkal Majalla" panose="02000000000000000000" pitchFamily="2" charset="-78"/>
                <a:cs typeface="Sakkal Majalla" panose="02000000000000000000" pitchFamily="2" charset="-78"/>
              </a:rPr>
              <a:t>06</a:t>
            </a:r>
          </a:p>
        </p:txBody>
      </p:sp>
      <p:grpSp>
        <p:nvGrpSpPr>
          <p:cNvPr id="8" name="Group 7">
            <a:extLst>
              <a:ext uri="{FF2B5EF4-FFF2-40B4-BE49-F238E27FC236}">
                <a16:creationId xmlns:a16="http://schemas.microsoft.com/office/drawing/2014/main" id="{234BA38C-156F-4F44-A419-AA984657388A}"/>
              </a:ext>
            </a:extLst>
          </p:cNvPr>
          <p:cNvGrpSpPr>
            <a:grpSpLocks noChangeAspect="1"/>
          </p:cNvGrpSpPr>
          <p:nvPr/>
        </p:nvGrpSpPr>
        <p:grpSpPr>
          <a:xfrm>
            <a:off x="1156823" y="4320709"/>
            <a:ext cx="460034" cy="457200"/>
            <a:chOff x="2428876" y="2163763"/>
            <a:chExt cx="1546225" cy="1536700"/>
          </a:xfrm>
          <a:solidFill>
            <a:schemeClr val="accent2"/>
          </a:solidFill>
        </p:grpSpPr>
        <p:sp>
          <p:nvSpPr>
            <p:cNvPr id="32" name="Freeform 65">
              <a:extLst>
                <a:ext uri="{FF2B5EF4-FFF2-40B4-BE49-F238E27FC236}">
                  <a16:creationId xmlns:a16="http://schemas.microsoft.com/office/drawing/2014/main" id="{6B163E3D-3098-AA97-FDF2-9611BB7BAD30}"/>
                </a:ext>
              </a:extLst>
            </p:cNvPr>
            <p:cNvSpPr>
              <a:spLocks noEditPoints="1"/>
            </p:cNvSpPr>
            <p:nvPr/>
          </p:nvSpPr>
          <p:spPr bwMode="auto">
            <a:xfrm>
              <a:off x="2428876" y="2163763"/>
              <a:ext cx="1546225" cy="1536700"/>
            </a:xfrm>
            <a:custGeom>
              <a:avLst/>
              <a:gdLst>
                <a:gd name="T0" fmla="*/ 2676 w 4073"/>
                <a:gd name="T1" fmla="*/ 315 h 4058"/>
                <a:gd name="T2" fmla="*/ 1050 w 4073"/>
                <a:gd name="T3" fmla="*/ 280 h 4058"/>
                <a:gd name="T4" fmla="*/ 747 w 4073"/>
                <a:gd name="T5" fmla="*/ 29 h 4058"/>
                <a:gd name="T6" fmla="*/ 323 w 4073"/>
                <a:gd name="T7" fmla="*/ 60 h 4058"/>
                <a:gd name="T8" fmla="*/ 7 w 4073"/>
                <a:gd name="T9" fmla="*/ 497 h 4058"/>
                <a:gd name="T10" fmla="*/ 262 w 4073"/>
                <a:gd name="T11" fmla="*/ 1049 h 4058"/>
                <a:gd name="T12" fmla="*/ 491 w 4073"/>
                <a:gd name="T13" fmla="*/ 1235 h 4058"/>
                <a:gd name="T14" fmla="*/ 251 w 4073"/>
                <a:gd name="T15" fmla="*/ 2700 h 4058"/>
                <a:gd name="T16" fmla="*/ 1 w 4073"/>
                <a:gd name="T17" fmla="*/ 3157 h 4058"/>
                <a:gd name="T18" fmla="*/ 201 w 4073"/>
                <a:gd name="T19" fmla="*/ 3601 h 4058"/>
                <a:gd name="T20" fmla="*/ 720 w 4073"/>
                <a:gd name="T21" fmla="*/ 3716 h 4058"/>
                <a:gd name="T22" fmla="*/ 1133 w 4073"/>
                <a:gd name="T23" fmla="*/ 3260 h 4058"/>
                <a:gd name="T24" fmla="*/ 970 w 4073"/>
                <a:gd name="T25" fmla="*/ 2775 h 4058"/>
                <a:gd name="T26" fmla="*/ 656 w 4073"/>
                <a:gd name="T27" fmla="*/ 1141 h 4058"/>
                <a:gd name="T28" fmla="*/ 2124 w 4073"/>
                <a:gd name="T29" fmla="*/ 2238 h 4058"/>
                <a:gd name="T30" fmla="*/ 2069 w 4073"/>
                <a:gd name="T31" fmla="*/ 2538 h 4058"/>
                <a:gd name="T32" fmla="*/ 1977 w 4073"/>
                <a:gd name="T33" fmla="*/ 3200 h 4058"/>
                <a:gd name="T34" fmla="*/ 2264 w 4073"/>
                <a:gd name="T35" fmla="*/ 3746 h 4058"/>
                <a:gd name="T36" fmla="*/ 2823 w 4073"/>
                <a:gd name="T37" fmla="*/ 4044 h 4058"/>
                <a:gd name="T38" fmla="*/ 3575 w 4073"/>
                <a:gd name="T39" fmla="*/ 3900 h 4058"/>
                <a:gd name="T40" fmla="*/ 3956 w 4073"/>
                <a:gd name="T41" fmla="*/ 3489 h 4058"/>
                <a:gd name="T42" fmla="*/ 4068 w 4073"/>
                <a:gd name="T43" fmla="*/ 2906 h 4058"/>
                <a:gd name="T44" fmla="*/ 3846 w 4073"/>
                <a:gd name="T45" fmla="*/ 2354 h 4058"/>
                <a:gd name="T46" fmla="*/ 3277 w 4073"/>
                <a:gd name="T47" fmla="*/ 1985 h 4058"/>
                <a:gd name="T48" fmla="*/ 2622 w 4073"/>
                <a:gd name="T49" fmla="*/ 2028 h 4058"/>
                <a:gd name="T50" fmla="*/ 1441 w 4073"/>
                <a:gd name="T51" fmla="*/ 1325 h 4058"/>
                <a:gd name="T52" fmla="*/ 1106 w 4073"/>
                <a:gd name="T53" fmla="*/ 755 h 4058"/>
                <a:gd name="T54" fmla="*/ 2779 w 4073"/>
                <a:gd name="T55" fmla="*/ 965 h 4058"/>
                <a:gd name="T56" fmla="*/ 3313 w 4073"/>
                <a:gd name="T57" fmla="*/ 1119 h 4058"/>
                <a:gd name="T58" fmla="*/ 3724 w 4073"/>
                <a:gd name="T59" fmla="*/ 734 h 4058"/>
                <a:gd name="T60" fmla="*/ 3676 w 4073"/>
                <a:gd name="T61" fmla="*/ 287 h 4058"/>
                <a:gd name="T62" fmla="*/ 3220 w 4073"/>
                <a:gd name="T63" fmla="*/ 2 h 4058"/>
                <a:gd name="T64" fmla="*/ 897 w 4073"/>
                <a:gd name="T65" fmla="*/ 338 h 4058"/>
                <a:gd name="T66" fmla="*/ 918 w 4073"/>
                <a:gd name="T67" fmla="*/ 783 h 4058"/>
                <a:gd name="T68" fmla="*/ 421 w 4073"/>
                <a:gd name="T69" fmla="*/ 950 h 4058"/>
                <a:gd name="T70" fmla="*/ 173 w 4073"/>
                <a:gd name="T71" fmla="*/ 576 h 4058"/>
                <a:gd name="T72" fmla="*/ 351 w 4073"/>
                <a:gd name="T73" fmla="*/ 233 h 4058"/>
                <a:gd name="T74" fmla="*/ 3390 w 4073"/>
                <a:gd name="T75" fmla="*/ 224 h 4058"/>
                <a:gd name="T76" fmla="*/ 3570 w 4073"/>
                <a:gd name="T77" fmla="*/ 663 h 4058"/>
                <a:gd name="T78" fmla="*/ 3230 w 4073"/>
                <a:gd name="T79" fmla="*/ 968 h 4058"/>
                <a:gd name="T80" fmla="*/ 2840 w 4073"/>
                <a:gd name="T81" fmla="*/ 785 h 4058"/>
                <a:gd name="T82" fmla="*/ 2789 w 4073"/>
                <a:gd name="T83" fmla="*/ 454 h 4058"/>
                <a:gd name="T84" fmla="*/ 3061 w 4073"/>
                <a:gd name="T85" fmla="*/ 175 h 4058"/>
                <a:gd name="T86" fmla="*/ 3393 w 4073"/>
                <a:gd name="T87" fmla="*/ 2199 h 4058"/>
                <a:gd name="T88" fmla="*/ 3823 w 4073"/>
                <a:gd name="T89" fmla="*/ 2629 h 4058"/>
                <a:gd name="T90" fmla="*/ 3883 w 4073"/>
                <a:gd name="T91" fmla="*/ 3218 h 4058"/>
                <a:gd name="T92" fmla="*/ 3467 w 4073"/>
                <a:gd name="T93" fmla="*/ 3777 h 4058"/>
                <a:gd name="T94" fmla="*/ 2878 w 4073"/>
                <a:gd name="T95" fmla="*/ 3887 h 4058"/>
                <a:gd name="T96" fmla="*/ 2348 w 4073"/>
                <a:gd name="T97" fmla="*/ 3593 h 4058"/>
                <a:gd name="T98" fmla="*/ 2141 w 4073"/>
                <a:gd name="T99" fmla="*/ 2813 h 4058"/>
                <a:gd name="T100" fmla="*/ 2615 w 4073"/>
                <a:gd name="T101" fmla="*/ 2211 h 4058"/>
                <a:gd name="T102" fmla="*/ 3270 w 4073"/>
                <a:gd name="T103" fmla="*/ 2150 h 4058"/>
                <a:gd name="T104" fmla="*/ 974 w 4073"/>
                <a:gd name="T105" fmla="*/ 3120 h 4058"/>
                <a:gd name="T106" fmla="*/ 826 w 4073"/>
                <a:gd name="T107" fmla="*/ 3483 h 4058"/>
                <a:gd name="T108" fmla="*/ 430 w 4073"/>
                <a:gd name="T109" fmla="*/ 3549 h 4058"/>
                <a:gd name="T110" fmla="*/ 172 w 4073"/>
                <a:gd name="T111" fmla="*/ 3232 h 4058"/>
                <a:gd name="T112" fmla="*/ 353 w 4073"/>
                <a:gd name="T113" fmla="*/ 2827 h 40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073" h="4058">
                  <a:moveTo>
                    <a:pt x="3036" y="18"/>
                  </a:moveTo>
                  <a:lnTo>
                    <a:pt x="2998" y="29"/>
                  </a:lnTo>
                  <a:lnTo>
                    <a:pt x="2929" y="57"/>
                  </a:lnTo>
                  <a:lnTo>
                    <a:pt x="2868" y="91"/>
                  </a:lnTo>
                  <a:lnTo>
                    <a:pt x="2813" y="133"/>
                  </a:lnTo>
                  <a:lnTo>
                    <a:pt x="2763" y="183"/>
                  </a:lnTo>
                  <a:lnTo>
                    <a:pt x="2718" y="244"/>
                  </a:lnTo>
                  <a:lnTo>
                    <a:pt x="2676" y="315"/>
                  </a:lnTo>
                  <a:lnTo>
                    <a:pt x="2636" y="399"/>
                  </a:lnTo>
                  <a:lnTo>
                    <a:pt x="2616" y="446"/>
                  </a:lnTo>
                  <a:lnTo>
                    <a:pt x="2598" y="493"/>
                  </a:lnTo>
                  <a:lnTo>
                    <a:pt x="1873" y="493"/>
                  </a:lnTo>
                  <a:lnTo>
                    <a:pt x="1148" y="493"/>
                  </a:lnTo>
                  <a:lnTo>
                    <a:pt x="1130" y="446"/>
                  </a:lnTo>
                  <a:lnTo>
                    <a:pt x="1099" y="372"/>
                  </a:lnTo>
                  <a:lnTo>
                    <a:pt x="1050" y="280"/>
                  </a:lnTo>
                  <a:lnTo>
                    <a:pt x="1016" y="227"/>
                  </a:lnTo>
                  <a:lnTo>
                    <a:pt x="979" y="181"/>
                  </a:lnTo>
                  <a:lnTo>
                    <a:pt x="938" y="141"/>
                  </a:lnTo>
                  <a:lnTo>
                    <a:pt x="892" y="105"/>
                  </a:lnTo>
                  <a:lnTo>
                    <a:pt x="841" y="72"/>
                  </a:lnTo>
                  <a:lnTo>
                    <a:pt x="813" y="56"/>
                  </a:lnTo>
                  <a:lnTo>
                    <a:pt x="790" y="45"/>
                  </a:lnTo>
                  <a:lnTo>
                    <a:pt x="747" y="29"/>
                  </a:lnTo>
                  <a:lnTo>
                    <a:pt x="696" y="21"/>
                  </a:lnTo>
                  <a:lnTo>
                    <a:pt x="623" y="18"/>
                  </a:lnTo>
                  <a:lnTo>
                    <a:pt x="573" y="18"/>
                  </a:lnTo>
                  <a:lnTo>
                    <a:pt x="522" y="18"/>
                  </a:lnTo>
                  <a:lnTo>
                    <a:pt x="448" y="21"/>
                  </a:lnTo>
                  <a:lnTo>
                    <a:pt x="395" y="30"/>
                  </a:lnTo>
                  <a:lnTo>
                    <a:pt x="349" y="47"/>
                  </a:lnTo>
                  <a:lnTo>
                    <a:pt x="323" y="60"/>
                  </a:lnTo>
                  <a:lnTo>
                    <a:pt x="290" y="77"/>
                  </a:lnTo>
                  <a:lnTo>
                    <a:pt x="228" y="119"/>
                  </a:lnTo>
                  <a:lnTo>
                    <a:pt x="172" y="169"/>
                  </a:lnTo>
                  <a:lnTo>
                    <a:pt x="123" y="225"/>
                  </a:lnTo>
                  <a:lnTo>
                    <a:pt x="81" y="287"/>
                  </a:lnTo>
                  <a:lnTo>
                    <a:pt x="47" y="354"/>
                  </a:lnTo>
                  <a:lnTo>
                    <a:pt x="22" y="424"/>
                  </a:lnTo>
                  <a:lnTo>
                    <a:pt x="7" y="497"/>
                  </a:lnTo>
                  <a:lnTo>
                    <a:pt x="3" y="535"/>
                  </a:lnTo>
                  <a:lnTo>
                    <a:pt x="0" y="582"/>
                  </a:lnTo>
                  <a:lnTo>
                    <a:pt x="9" y="674"/>
                  </a:lnTo>
                  <a:lnTo>
                    <a:pt x="34" y="763"/>
                  </a:lnTo>
                  <a:lnTo>
                    <a:pt x="73" y="847"/>
                  </a:lnTo>
                  <a:lnTo>
                    <a:pt x="125" y="924"/>
                  </a:lnTo>
                  <a:lnTo>
                    <a:pt x="188" y="992"/>
                  </a:lnTo>
                  <a:lnTo>
                    <a:pt x="262" y="1049"/>
                  </a:lnTo>
                  <a:lnTo>
                    <a:pt x="345" y="1094"/>
                  </a:lnTo>
                  <a:lnTo>
                    <a:pt x="390" y="1110"/>
                  </a:lnTo>
                  <a:lnTo>
                    <a:pt x="418" y="1119"/>
                  </a:lnTo>
                  <a:lnTo>
                    <a:pt x="466" y="1140"/>
                  </a:lnTo>
                  <a:lnTo>
                    <a:pt x="478" y="1148"/>
                  </a:lnTo>
                  <a:lnTo>
                    <a:pt x="481" y="1151"/>
                  </a:lnTo>
                  <a:lnTo>
                    <a:pt x="485" y="1172"/>
                  </a:lnTo>
                  <a:lnTo>
                    <a:pt x="491" y="1235"/>
                  </a:lnTo>
                  <a:lnTo>
                    <a:pt x="497" y="1512"/>
                  </a:lnTo>
                  <a:lnTo>
                    <a:pt x="498" y="1878"/>
                  </a:lnTo>
                  <a:lnTo>
                    <a:pt x="498" y="2593"/>
                  </a:lnTo>
                  <a:lnTo>
                    <a:pt x="461" y="2608"/>
                  </a:lnTo>
                  <a:lnTo>
                    <a:pt x="413" y="2626"/>
                  </a:lnTo>
                  <a:lnTo>
                    <a:pt x="343" y="2651"/>
                  </a:lnTo>
                  <a:lnTo>
                    <a:pt x="312" y="2664"/>
                  </a:lnTo>
                  <a:lnTo>
                    <a:pt x="251" y="2700"/>
                  </a:lnTo>
                  <a:lnTo>
                    <a:pt x="193" y="2747"/>
                  </a:lnTo>
                  <a:lnTo>
                    <a:pt x="140" y="2804"/>
                  </a:lnTo>
                  <a:lnTo>
                    <a:pt x="94" y="2868"/>
                  </a:lnTo>
                  <a:lnTo>
                    <a:pt x="56" y="2938"/>
                  </a:lnTo>
                  <a:lnTo>
                    <a:pt x="26" y="3012"/>
                  </a:lnTo>
                  <a:lnTo>
                    <a:pt x="7" y="3087"/>
                  </a:lnTo>
                  <a:lnTo>
                    <a:pt x="3" y="3125"/>
                  </a:lnTo>
                  <a:lnTo>
                    <a:pt x="1" y="3157"/>
                  </a:lnTo>
                  <a:lnTo>
                    <a:pt x="3" y="3223"/>
                  </a:lnTo>
                  <a:lnTo>
                    <a:pt x="14" y="3289"/>
                  </a:lnTo>
                  <a:lnTo>
                    <a:pt x="33" y="3353"/>
                  </a:lnTo>
                  <a:lnTo>
                    <a:pt x="60" y="3416"/>
                  </a:lnTo>
                  <a:lnTo>
                    <a:pt x="93" y="3475"/>
                  </a:lnTo>
                  <a:lnTo>
                    <a:pt x="132" y="3530"/>
                  </a:lnTo>
                  <a:lnTo>
                    <a:pt x="177" y="3579"/>
                  </a:lnTo>
                  <a:lnTo>
                    <a:pt x="201" y="3601"/>
                  </a:lnTo>
                  <a:lnTo>
                    <a:pt x="242" y="3634"/>
                  </a:lnTo>
                  <a:lnTo>
                    <a:pt x="305" y="3673"/>
                  </a:lnTo>
                  <a:lnTo>
                    <a:pt x="349" y="3693"/>
                  </a:lnTo>
                  <a:lnTo>
                    <a:pt x="419" y="3716"/>
                  </a:lnTo>
                  <a:lnTo>
                    <a:pt x="519" y="3732"/>
                  </a:lnTo>
                  <a:lnTo>
                    <a:pt x="573" y="3733"/>
                  </a:lnTo>
                  <a:lnTo>
                    <a:pt x="624" y="3731"/>
                  </a:lnTo>
                  <a:lnTo>
                    <a:pt x="720" y="3716"/>
                  </a:lnTo>
                  <a:lnTo>
                    <a:pt x="809" y="3686"/>
                  </a:lnTo>
                  <a:lnTo>
                    <a:pt x="889" y="3643"/>
                  </a:lnTo>
                  <a:lnTo>
                    <a:pt x="960" y="3586"/>
                  </a:lnTo>
                  <a:lnTo>
                    <a:pt x="1022" y="3518"/>
                  </a:lnTo>
                  <a:lnTo>
                    <a:pt x="1072" y="3437"/>
                  </a:lnTo>
                  <a:lnTo>
                    <a:pt x="1110" y="3345"/>
                  </a:lnTo>
                  <a:lnTo>
                    <a:pt x="1125" y="3295"/>
                  </a:lnTo>
                  <a:lnTo>
                    <a:pt x="1133" y="3260"/>
                  </a:lnTo>
                  <a:lnTo>
                    <a:pt x="1141" y="3190"/>
                  </a:lnTo>
                  <a:lnTo>
                    <a:pt x="1140" y="3122"/>
                  </a:lnTo>
                  <a:lnTo>
                    <a:pt x="1129" y="3054"/>
                  </a:lnTo>
                  <a:lnTo>
                    <a:pt x="1110" y="2988"/>
                  </a:lnTo>
                  <a:lnTo>
                    <a:pt x="1081" y="2924"/>
                  </a:lnTo>
                  <a:lnTo>
                    <a:pt x="1043" y="2862"/>
                  </a:lnTo>
                  <a:lnTo>
                    <a:pt x="997" y="2803"/>
                  </a:lnTo>
                  <a:lnTo>
                    <a:pt x="970" y="2775"/>
                  </a:lnTo>
                  <a:lnTo>
                    <a:pt x="945" y="2750"/>
                  </a:lnTo>
                  <a:lnTo>
                    <a:pt x="894" y="2709"/>
                  </a:lnTo>
                  <a:lnTo>
                    <a:pt x="832" y="2672"/>
                  </a:lnTo>
                  <a:lnTo>
                    <a:pt x="748" y="2634"/>
                  </a:lnTo>
                  <a:lnTo>
                    <a:pt x="693" y="2611"/>
                  </a:lnTo>
                  <a:lnTo>
                    <a:pt x="648" y="2593"/>
                  </a:lnTo>
                  <a:lnTo>
                    <a:pt x="651" y="1866"/>
                  </a:lnTo>
                  <a:lnTo>
                    <a:pt x="656" y="1141"/>
                  </a:lnTo>
                  <a:lnTo>
                    <a:pt x="740" y="1111"/>
                  </a:lnTo>
                  <a:lnTo>
                    <a:pt x="817" y="1082"/>
                  </a:lnTo>
                  <a:lnTo>
                    <a:pt x="878" y="1058"/>
                  </a:lnTo>
                  <a:lnTo>
                    <a:pt x="931" y="1036"/>
                  </a:lnTo>
                  <a:lnTo>
                    <a:pt x="1568" y="1671"/>
                  </a:lnTo>
                  <a:lnTo>
                    <a:pt x="1813" y="1915"/>
                  </a:lnTo>
                  <a:lnTo>
                    <a:pt x="2036" y="2141"/>
                  </a:lnTo>
                  <a:lnTo>
                    <a:pt x="2124" y="2238"/>
                  </a:lnTo>
                  <a:lnTo>
                    <a:pt x="2160" y="2290"/>
                  </a:lnTo>
                  <a:lnTo>
                    <a:pt x="2173" y="2318"/>
                  </a:lnTo>
                  <a:lnTo>
                    <a:pt x="2178" y="2342"/>
                  </a:lnTo>
                  <a:lnTo>
                    <a:pt x="2175" y="2363"/>
                  </a:lnTo>
                  <a:lnTo>
                    <a:pt x="2162" y="2395"/>
                  </a:lnTo>
                  <a:lnTo>
                    <a:pt x="2128" y="2444"/>
                  </a:lnTo>
                  <a:lnTo>
                    <a:pt x="2106" y="2476"/>
                  </a:lnTo>
                  <a:lnTo>
                    <a:pt x="2069" y="2538"/>
                  </a:lnTo>
                  <a:lnTo>
                    <a:pt x="2028" y="2623"/>
                  </a:lnTo>
                  <a:lnTo>
                    <a:pt x="2008" y="2681"/>
                  </a:lnTo>
                  <a:lnTo>
                    <a:pt x="1993" y="2742"/>
                  </a:lnTo>
                  <a:lnTo>
                    <a:pt x="1982" y="2809"/>
                  </a:lnTo>
                  <a:lnTo>
                    <a:pt x="1974" y="2924"/>
                  </a:lnTo>
                  <a:lnTo>
                    <a:pt x="1973" y="3018"/>
                  </a:lnTo>
                  <a:lnTo>
                    <a:pt x="1974" y="3096"/>
                  </a:lnTo>
                  <a:lnTo>
                    <a:pt x="1977" y="3200"/>
                  </a:lnTo>
                  <a:lnTo>
                    <a:pt x="1988" y="3271"/>
                  </a:lnTo>
                  <a:lnTo>
                    <a:pt x="2010" y="3339"/>
                  </a:lnTo>
                  <a:lnTo>
                    <a:pt x="2028" y="3383"/>
                  </a:lnTo>
                  <a:lnTo>
                    <a:pt x="2048" y="3430"/>
                  </a:lnTo>
                  <a:lnTo>
                    <a:pt x="2093" y="3519"/>
                  </a:lnTo>
                  <a:lnTo>
                    <a:pt x="2144" y="3601"/>
                  </a:lnTo>
                  <a:lnTo>
                    <a:pt x="2201" y="3677"/>
                  </a:lnTo>
                  <a:lnTo>
                    <a:pt x="2264" y="3746"/>
                  </a:lnTo>
                  <a:lnTo>
                    <a:pt x="2333" y="3810"/>
                  </a:lnTo>
                  <a:lnTo>
                    <a:pt x="2408" y="3867"/>
                  </a:lnTo>
                  <a:lnTo>
                    <a:pt x="2488" y="3918"/>
                  </a:lnTo>
                  <a:lnTo>
                    <a:pt x="2531" y="3941"/>
                  </a:lnTo>
                  <a:lnTo>
                    <a:pt x="2598" y="3974"/>
                  </a:lnTo>
                  <a:lnTo>
                    <a:pt x="2695" y="4012"/>
                  </a:lnTo>
                  <a:lnTo>
                    <a:pt x="2758" y="4030"/>
                  </a:lnTo>
                  <a:lnTo>
                    <a:pt x="2823" y="4044"/>
                  </a:lnTo>
                  <a:lnTo>
                    <a:pt x="2889" y="4053"/>
                  </a:lnTo>
                  <a:lnTo>
                    <a:pt x="2993" y="4058"/>
                  </a:lnTo>
                  <a:lnTo>
                    <a:pt x="3070" y="4055"/>
                  </a:lnTo>
                  <a:lnTo>
                    <a:pt x="3144" y="4050"/>
                  </a:lnTo>
                  <a:lnTo>
                    <a:pt x="3276" y="4029"/>
                  </a:lnTo>
                  <a:lnTo>
                    <a:pt x="3396" y="3992"/>
                  </a:lnTo>
                  <a:lnTo>
                    <a:pt x="3513" y="3936"/>
                  </a:lnTo>
                  <a:lnTo>
                    <a:pt x="3575" y="3900"/>
                  </a:lnTo>
                  <a:lnTo>
                    <a:pt x="3607" y="3879"/>
                  </a:lnTo>
                  <a:lnTo>
                    <a:pt x="3670" y="3834"/>
                  </a:lnTo>
                  <a:lnTo>
                    <a:pt x="3728" y="3785"/>
                  </a:lnTo>
                  <a:lnTo>
                    <a:pt x="3783" y="3732"/>
                  </a:lnTo>
                  <a:lnTo>
                    <a:pt x="3833" y="3676"/>
                  </a:lnTo>
                  <a:lnTo>
                    <a:pt x="3878" y="3616"/>
                  </a:lnTo>
                  <a:lnTo>
                    <a:pt x="3920" y="3554"/>
                  </a:lnTo>
                  <a:lnTo>
                    <a:pt x="3956" y="3489"/>
                  </a:lnTo>
                  <a:lnTo>
                    <a:pt x="3988" y="3422"/>
                  </a:lnTo>
                  <a:lnTo>
                    <a:pt x="4015" y="3353"/>
                  </a:lnTo>
                  <a:lnTo>
                    <a:pt x="4037" y="3281"/>
                  </a:lnTo>
                  <a:lnTo>
                    <a:pt x="4054" y="3208"/>
                  </a:lnTo>
                  <a:lnTo>
                    <a:pt x="4066" y="3134"/>
                  </a:lnTo>
                  <a:lnTo>
                    <a:pt x="4072" y="3059"/>
                  </a:lnTo>
                  <a:lnTo>
                    <a:pt x="4073" y="2983"/>
                  </a:lnTo>
                  <a:lnTo>
                    <a:pt x="4068" y="2906"/>
                  </a:lnTo>
                  <a:lnTo>
                    <a:pt x="4063" y="2868"/>
                  </a:lnTo>
                  <a:lnTo>
                    <a:pt x="4056" y="2824"/>
                  </a:lnTo>
                  <a:lnTo>
                    <a:pt x="4037" y="2737"/>
                  </a:lnTo>
                  <a:lnTo>
                    <a:pt x="4012" y="2653"/>
                  </a:lnTo>
                  <a:lnTo>
                    <a:pt x="3979" y="2573"/>
                  </a:lnTo>
                  <a:lnTo>
                    <a:pt x="3941" y="2496"/>
                  </a:lnTo>
                  <a:lnTo>
                    <a:pt x="3896" y="2423"/>
                  </a:lnTo>
                  <a:lnTo>
                    <a:pt x="3846" y="2354"/>
                  </a:lnTo>
                  <a:lnTo>
                    <a:pt x="3791" y="2289"/>
                  </a:lnTo>
                  <a:lnTo>
                    <a:pt x="3730" y="2229"/>
                  </a:lnTo>
                  <a:lnTo>
                    <a:pt x="3665" y="2174"/>
                  </a:lnTo>
                  <a:lnTo>
                    <a:pt x="3595" y="2125"/>
                  </a:lnTo>
                  <a:lnTo>
                    <a:pt x="3521" y="2081"/>
                  </a:lnTo>
                  <a:lnTo>
                    <a:pt x="3443" y="2043"/>
                  </a:lnTo>
                  <a:lnTo>
                    <a:pt x="3362" y="2011"/>
                  </a:lnTo>
                  <a:lnTo>
                    <a:pt x="3277" y="1985"/>
                  </a:lnTo>
                  <a:lnTo>
                    <a:pt x="3190" y="1966"/>
                  </a:lnTo>
                  <a:lnTo>
                    <a:pt x="3145" y="1960"/>
                  </a:lnTo>
                  <a:lnTo>
                    <a:pt x="3098" y="1954"/>
                  </a:lnTo>
                  <a:lnTo>
                    <a:pt x="3003" y="1951"/>
                  </a:lnTo>
                  <a:lnTo>
                    <a:pt x="2907" y="1958"/>
                  </a:lnTo>
                  <a:lnTo>
                    <a:pt x="2811" y="1973"/>
                  </a:lnTo>
                  <a:lnTo>
                    <a:pt x="2715" y="1996"/>
                  </a:lnTo>
                  <a:lnTo>
                    <a:pt x="2622" y="2028"/>
                  </a:lnTo>
                  <a:lnTo>
                    <a:pt x="2532" y="2068"/>
                  </a:lnTo>
                  <a:lnTo>
                    <a:pt x="2447" y="2116"/>
                  </a:lnTo>
                  <a:lnTo>
                    <a:pt x="2406" y="2143"/>
                  </a:lnTo>
                  <a:lnTo>
                    <a:pt x="2328" y="2196"/>
                  </a:lnTo>
                  <a:lnTo>
                    <a:pt x="2276" y="2150"/>
                  </a:lnTo>
                  <a:lnTo>
                    <a:pt x="2101" y="1979"/>
                  </a:lnTo>
                  <a:lnTo>
                    <a:pt x="1625" y="1506"/>
                  </a:lnTo>
                  <a:lnTo>
                    <a:pt x="1441" y="1325"/>
                  </a:lnTo>
                  <a:lnTo>
                    <a:pt x="1200" y="1082"/>
                  </a:lnTo>
                  <a:lnTo>
                    <a:pt x="1079" y="952"/>
                  </a:lnTo>
                  <a:lnTo>
                    <a:pt x="1047" y="907"/>
                  </a:lnTo>
                  <a:lnTo>
                    <a:pt x="1044" y="891"/>
                  </a:lnTo>
                  <a:lnTo>
                    <a:pt x="1046" y="886"/>
                  </a:lnTo>
                  <a:lnTo>
                    <a:pt x="1058" y="870"/>
                  </a:lnTo>
                  <a:lnTo>
                    <a:pt x="1091" y="798"/>
                  </a:lnTo>
                  <a:lnTo>
                    <a:pt x="1106" y="755"/>
                  </a:lnTo>
                  <a:lnTo>
                    <a:pt x="1145" y="651"/>
                  </a:lnTo>
                  <a:lnTo>
                    <a:pt x="1871" y="646"/>
                  </a:lnTo>
                  <a:lnTo>
                    <a:pt x="2598" y="643"/>
                  </a:lnTo>
                  <a:lnTo>
                    <a:pt x="2616" y="688"/>
                  </a:lnTo>
                  <a:lnTo>
                    <a:pt x="2636" y="737"/>
                  </a:lnTo>
                  <a:lnTo>
                    <a:pt x="2679" y="825"/>
                  </a:lnTo>
                  <a:lnTo>
                    <a:pt x="2726" y="901"/>
                  </a:lnTo>
                  <a:lnTo>
                    <a:pt x="2779" y="965"/>
                  </a:lnTo>
                  <a:lnTo>
                    <a:pt x="2836" y="1019"/>
                  </a:lnTo>
                  <a:lnTo>
                    <a:pt x="2900" y="1062"/>
                  </a:lnTo>
                  <a:lnTo>
                    <a:pt x="2971" y="1095"/>
                  </a:lnTo>
                  <a:lnTo>
                    <a:pt x="3049" y="1119"/>
                  </a:lnTo>
                  <a:lnTo>
                    <a:pt x="3091" y="1128"/>
                  </a:lnTo>
                  <a:lnTo>
                    <a:pt x="3135" y="1135"/>
                  </a:lnTo>
                  <a:lnTo>
                    <a:pt x="3224" y="1135"/>
                  </a:lnTo>
                  <a:lnTo>
                    <a:pt x="3313" y="1119"/>
                  </a:lnTo>
                  <a:lnTo>
                    <a:pt x="3398" y="1090"/>
                  </a:lnTo>
                  <a:lnTo>
                    <a:pt x="3479" y="1047"/>
                  </a:lnTo>
                  <a:lnTo>
                    <a:pt x="3553" y="993"/>
                  </a:lnTo>
                  <a:lnTo>
                    <a:pt x="3618" y="928"/>
                  </a:lnTo>
                  <a:lnTo>
                    <a:pt x="3672" y="853"/>
                  </a:lnTo>
                  <a:lnTo>
                    <a:pt x="3693" y="811"/>
                  </a:lnTo>
                  <a:lnTo>
                    <a:pt x="3706" y="783"/>
                  </a:lnTo>
                  <a:lnTo>
                    <a:pt x="3724" y="734"/>
                  </a:lnTo>
                  <a:lnTo>
                    <a:pt x="3734" y="682"/>
                  </a:lnTo>
                  <a:lnTo>
                    <a:pt x="3738" y="614"/>
                  </a:lnTo>
                  <a:lnTo>
                    <a:pt x="3738" y="568"/>
                  </a:lnTo>
                  <a:lnTo>
                    <a:pt x="3737" y="503"/>
                  </a:lnTo>
                  <a:lnTo>
                    <a:pt x="3727" y="422"/>
                  </a:lnTo>
                  <a:lnTo>
                    <a:pt x="3716" y="374"/>
                  </a:lnTo>
                  <a:lnTo>
                    <a:pt x="3699" y="330"/>
                  </a:lnTo>
                  <a:lnTo>
                    <a:pt x="3676" y="287"/>
                  </a:lnTo>
                  <a:lnTo>
                    <a:pt x="3631" y="223"/>
                  </a:lnTo>
                  <a:lnTo>
                    <a:pt x="3590" y="178"/>
                  </a:lnTo>
                  <a:lnTo>
                    <a:pt x="3563" y="151"/>
                  </a:lnTo>
                  <a:lnTo>
                    <a:pt x="3504" y="104"/>
                  </a:lnTo>
                  <a:lnTo>
                    <a:pt x="3438" y="65"/>
                  </a:lnTo>
                  <a:lnTo>
                    <a:pt x="3368" y="34"/>
                  </a:lnTo>
                  <a:lnTo>
                    <a:pt x="3295" y="13"/>
                  </a:lnTo>
                  <a:lnTo>
                    <a:pt x="3220" y="2"/>
                  </a:lnTo>
                  <a:lnTo>
                    <a:pt x="3145" y="0"/>
                  </a:lnTo>
                  <a:lnTo>
                    <a:pt x="3072" y="9"/>
                  </a:lnTo>
                  <a:lnTo>
                    <a:pt x="3036" y="18"/>
                  </a:lnTo>
                  <a:close/>
                  <a:moveTo>
                    <a:pt x="748" y="211"/>
                  </a:moveTo>
                  <a:lnTo>
                    <a:pt x="774" y="225"/>
                  </a:lnTo>
                  <a:lnTo>
                    <a:pt x="821" y="257"/>
                  </a:lnTo>
                  <a:lnTo>
                    <a:pt x="862" y="295"/>
                  </a:lnTo>
                  <a:lnTo>
                    <a:pt x="897" y="338"/>
                  </a:lnTo>
                  <a:lnTo>
                    <a:pt x="926" y="385"/>
                  </a:lnTo>
                  <a:lnTo>
                    <a:pt x="948" y="435"/>
                  </a:lnTo>
                  <a:lnTo>
                    <a:pt x="963" y="490"/>
                  </a:lnTo>
                  <a:lnTo>
                    <a:pt x="971" y="547"/>
                  </a:lnTo>
                  <a:lnTo>
                    <a:pt x="971" y="576"/>
                  </a:lnTo>
                  <a:lnTo>
                    <a:pt x="970" y="622"/>
                  </a:lnTo>
                  <a:lnTo>
                    <a:pt x="952" y="707"/>
                  </a:lnTo>
                  <a:lnTo>
                    <a:pt x="918" y="783"/>
                  </a:lnTo>
                  <a:lnTo>
                    <a:pt x="870" y="849"/>
                  </a:lnTo>
                  <a:lnTo>
                    <a:pt x="810" y="902"/>
                  </a:lnTo>
                  <a:lnTo>
                    <a:pt x="739" y="942"/>
                  </a:lnTo>
                  <a:lnTo>
                    <a:pt x="658" y="967"/>
                  </a:lnTo>
                  <a:lnTo>
                    <a:pt x="571" y="975"/>
                  </a:lnTo>
                  <a:lnTo>
                    <a:pt x="525" y="971"/>
                  </a:lnTo>
                  <a:lnTo>
                    <a:pt x="487" y="967"/>
                  </a:lnTo>
                  <a:lnTo>
                    <a:pt x="421" y="950"/>
                  </a:lnTo>
                  <a:lnTo>
                    <a:pt x="363" y="923"/>
                  </a:lnTo>
                  <a:lnTo>
                    <a:pt x="310" y="884"/>
                  </a:lnTo>
                  <a:lnTo>
                    <a:pt x="283" y="858"/>
                  </a:lnTo>
                  <a:lnTo>
                    <a:pt x="252" y="826"/>
                  </a:lnTo>
                  <a:lnTo>
                    <a:pt x="209" y="767"/>
                  </a:lnTo>
                  <a:lnTo>
                    <a:pt x="184" y="704"/>
                  </a:lnTo>
                  <a:lnTo>
                    <a:pt x="174" y="626"/>
                  </a:lnTo>
                  <a:lnTo>
                    <a:pt x="173" y="576"/>
                  </a:lnTo>
                  <a:lnTo>
                    <a:pt x="173" y="539"/>
                  </a:lnTo>
                  <a:lnTo>
                    <a:pt x="177" y="482"/>
                  </a:lnTo>
                  <a:lnTo>
                    <a:pt x="187" y="439"/>
                  </a:lnTo>
                  <a:lnTo>
                    <a:pt x="205" y="398"/>
                  </a:lnTo>
                  <a:lnTo>
                    <a:pt x="218" y="375"/>
                  </a:lnTo>
                  <a:lnTo>
                    <a:pt x="240" y="340"/>
                  </a:lnTo>
                  <a:lnTo>
                    <a:pt x="291" y="281"/>
                  </a:lnTo>
                  <a:lnTo>
                    <a:pt x="351" y="233"/>
                  </a:lnTo>
                  <a:lnTo>
                    <a:pt x="418" y="198"/>
                  </a:lnTo>
                  <a:lnTo>
                    <a:pt x="490" y="176"/>
                  </a:lnTo>
                  <a:lnTo>
                    <a:pt x="564" y="168"/>
                  </a:lnTo>
                  <a:lnTo>
                    <a:pt x="639" y="174"/>
                  </a:lnTo>
                  <a:lnTo>
                    <a:pt x="712" y="195"/>
                  </a:lnTo>
                  <a:lnTo>
                    <a:pt x="748" y="211"/>
                  </a:lnTo>
                  <a:close/>
                  <a:moveTo>
                    <a:pt x="3358" y="206"/>
                  </a:moveTo>
                  <a:lnTo>
                    <a:pt x="3390" y="224"/>
                  </a:lnTo>
                  <a:lnTo>
                    <a:pt x="3447" y="266"/>
                  </a:lnTo>
                  <a:lnTo>
                    <a:pt x="3493" y="314"/>
                  </a:lnTo>
                  <a:lnTo>
                    <a:pt x="3529" y="366"/>
                  </a:lnTo>
                  <a:lnTo>
                    <a:pt x="3556" y="423"/>
                  </a:lnTo>
                  <a:lnTo>
                    <a:pt x="3573" y="482"/>
                  </a:lnTo>
                  <a:lnTo>
                    <a:pt x="3581" y="542"/>
                  </a:lnTo>
                  <a:lnTo>
                    <a:pt x="3580" y="603"/>
                  </a:lnTo>
                  <a:lnTo>
                    <a:pt x="3570" y="663"/>
                  </a:lnTo>
                  <a:lnTo>
                    <a:pt x="3551" y="721"/>
                  </a:lnTo>
                  <a:lnTo>
                    <a:pt x="3524" y="776"/>
                  </a:lnTo>
                  <a:lnTo>
                    <a:pt x="3488" y="826"/>
                  </a:lnTo>
                  <a:lnTo>
                    <a:pt x="3444" y="871"/>
                  </a:lnTo>
                  <a:lnTo>
                    <a:pt x="3393" y="910"/>
                  </a:lnTo>
                  <a:lnTo>
                    <a:pt x="3333" y="940"/>
                  </a:lnTo>
                  <a:lnTo>
                    <a:pt x="3266" y="961"/>
                  </a:lnTo>
                  <a:lnTo>
                    <a:pt x="3230" y="968"/>
                  </a:lnTo>
                  <a:lnTo>
                    <a:pt x="3200" y="972"/>
                  </a:lnTo>
                  <a:lnTo>
                    <a:pt x="3140" y="970"/>
                  </a:lnTo>
                  <a:lnTo>
                    <a:pt x="3082" y="960"/>
                  </a:lnTo>
                  <a:lnTo>
                    <a:pt x="3025" y="941"/>
                  </a:lnTo>
                  <a:lnTo>
                    <a:pt x="2971" y="913"/>
                  </a:lnTo>
                  <a:lnTo>
                    <a:pt x="2922" y="877"/>
                  </a:lnTo>
                  <a:lnTo>
                    <a:pt x="2878" y="835"/>
                  </a:lnTo>
                  <a:lnTo>
                    <a:pt x="2840" y="785"/>
                  </a:lnTo>
                  <a:lnTo>
                    <a:pt x="2825" y="758"/>
                  </a:lnTo>
                  <a:lnTo>
                    <a:pt x="2814" y="737"/>
                  </a:lnTo>
                  <a:lnTo>
                    <a:pt x="2796" y="694"/>
                  </a:lnTo>
                  <a:lnTo>
                    <a:pt x="2784" y="650"/>
                  </a:lnTo>
                  <a:lnTo>
                    <a:pt x="2776" y="606"/>
                  </a:lnTo>
                  <a:lnTo>
                    <a:pt x="2774" y="562"/>
                  </a:lnTo>
                  <a:lnTo>
                    <a:pt x="2777" y="518"/>
                  </a:lnTo>
                  <a:lnTo>
                    <a:pt x="2789" y="454"/>
                  </a:lnTo>
                  <a:lnTo>
                    <a:pt x="2822" y="373"/>
                  </a:lnTo>
                  <a:lnTo>
                    <a:pt x="2858" y="318"/>
                  </a:lnTo>
                  <a:lnTo>
                    <a:pt x="2887" y="284"/>
                  </a:lnTo>
                  <a:lnTo>
                    <a:pt x="2920" y="253"/>
                  </a:lnTo>
                  <a:lnTo>
                    <a:pt x="2956" y="226"/>
                  </a:lnTo>
                  <a:lnTo>
                    <a:pt x="2995" y="202"/>
                  </a:lnTo>
                  <a:lnTo>
                    <a:pt x="3038" y="183"/>
                  </a:lnTo>
                  <a:lnTo>
                    <a:pt x="3061" y="175"/>
                  </a:lnTo>
                  <a:lnTo>
                    <a:pt x="3090" y="168"/>
                  </a:lnTo>
                  <a:lnTo>
                    <a:pt x="3166" y="165"/>
                  </a:lnTo>
                  <a:lnTo>
                    <a:pt x="3251" y="173"/>
                  </a:lnTo>
                  <a:lnTo>
                    <a:pt x="3328" y="193"/>
                  </a:lnTo>
                  <a:lnTo>
                    <a:pt x="3358" y="206"/>
                  </a:lnTo>
                  <a:close/>
                  <a:moveTo>
                    <a:pt x="3270" y="2150"/>
                  </a:moveTo>
                  <a:lnTo>
                    <a:pt x="3312" y="2164"/>
                  </a:lnTo>
                  <a:lnTo>
                    <a:pt x="3393" y="2199"/>
                  </a:lnTo>
                  <a:lnTo>
                    <a:pt x="3472" y="2241"/>
                  </a:lnTo>
                  <a:lnTo>
                    <a:pt x="3546" y="2292"/>
                  </a:lnTo>
                  <a:lnTo>
                    <a:pt x="3615" y="2349"/>
                  </a:lnTo>
                  <a:lnTo>
                    <a:pt x="3678" y="2411"/>
                  </a:lnTo>
                  <a:lnTo>
                    <a:pt x="3734" y="2479"/>
                  </a:lnTo>
                  <a:lnTo>
                    <a:pt x="3782" y="2552"/>
                  </a:lnTo>
                  <a:lnTo>
                    <a:pt x="3803" y="2590"/>
                  </a:lnTo>
                  <a:lnTo>
                    <a:pt x="3823" y="2629"/>
                  </a:lnTo>
                  <a:lnTo>
                    <a:pt x="3856" y="2707"/>
                  </a:lnTo>
                  <a:lnTo>
                    <a:pt x="3882" y="2785"/>
                  </a:lnTo>
                  <a:lnTo>
                    <a:pt x="3900" y="2863"/>
                  </a:lnTo>
                  <a:lnTo>
                    <a:pt x="3910" y="2941"/>
                  </a:lnTo>
                  <a:lnTo>
                    <a:pt x="3912" y="3019"/>
                  </a:lnTo>
                  <a:lnTo>
                    <a:pt x="3906" y="3098"/>
                  </a:lnTo>
                  <a:lnTo>
                    <a:pt x="3893" y="3178"/>
                  </a:lnTo>
                  <a:lnTo>
                    <a:pt x="3883" y="3218"/>
                  </a:lnTo>
                  <a:lnTo>
                    <a:pt x="3866" y="3282"/>
                  </a:lnTo>
                  <a:lnTo>
                    <a:pt x="3822" y="3393"/>
                  </a:lnTo>
                  <a:lnTo>
                    <a:pt x="3765" y="3492"/>
                  </a:lnTo>
                  <a:lnTo>
                    <a:pt x="3689" y="3588"/>
                  </a:lnTo>
                  <a:lnTo>
                    <a:pt x="3641" y="3636"/>
                  </a:lnTo>
                  <a:lnTo>
                    <a:pt x="3607" y="3670"/>
                  </a:lnTo>
                  <a:lnTo>
                    <a:pt x="3538" y="3728"/>
                  </a:lnTo>
                  <a:lnTo>
                    <a:pt x="3467" y="3777"/>
                  </a:lnTo>
                  <a:lnTo>
                    <a:pt x="3394" y="3817"/>
                  </a:lnTo>
                  <a:lnTo>
                    <a:pt x="3318" y="3849"/>
                  </a:lnTo>
                  <a:lnTo>
                    <a:pt x="3237" y="3872"/>
                  </a:lnTo>
                  <a:lnTo>
                    <a:pt x="3152" y="3887"/>
                  </a:lnTo>
                  <a:lnTo>
                    <a:pt x="3062" y="3894"/>
                  </a:lnTo>
                  <a:lnTo>
                    <a:pt x="3015" y="3895"/>
                  </a:lnTo>
                  <a:lnTo>
                    <a:pt x="2967" y="3894"/>
                  </a:lnTo>
                  <a:lnTo>
                    <a:pt x="2878" y="3887"/>
                  </a:lnTo>
                  <a:lnTo>
                    <a:pt x="2793" y="3872"/>
                  </a:lnTo>
                  <a:lnTo>
                    <a:pt x="2713" y="3848"/>
                  </a:lnTo>
                  <a:lnTo>
                    <a:pt x="2637" y="3817"/>
                  </a:lnTo>
                  <a:lnTo>
                    <a:pt x="2563" y="3777"/>
                  </a:lnTo>
                  <a:lnTo>
                    <a:pt x="2492" y="3727"/>
                  </a:lnTo>
                  <a:lnTo>
                    <a:pt x="2422" y="3668"/>
                  </a:lnTo>
                  <a:lnTo>
                    <a:pt x="2388" y="3635"/>
                  </a:lnTo>
                  <a:lnTo>
                    <a:pt x="2348" y="3593"/>
                  </a:lnTo>
                  <a:lnTo>
                    <a:pt x="2279" y="3506"/>
                  </a:lnTo>
                  <a:lnTo>
                    <a:pt x="2223" y="3414"/>
                  </a:lnTo>
                  <a:lnTo>
                    <a:pt x="2179" y="3317"/>
                  </a:lnTo>
                  <a:lnTo>
                    <a:pt x="2147" y="3218"/>
                  </a:lnTo>
                  <a:lnTo>
                    <a:pt x="2128" y="3117"/>
                  </a:lnTo>
                  <a:lnTo>
                    <a:pt x="2121" y="3015"/>
                  </a:lnTo>
                  <a:lnTo>
                    <a:pt x="2125" y="2913"/>
                  </a:lnTo>
                  <a:lnTo>
                    <a:pt x="2141" y="2813"/>
                  </a:lnTo>
                  <a:lnTo>
                    <a:pt x="2168" y="2715"/>
                  </a:lnTo>
                  <a:lnTo>
                    <a:pt x="2207" y="2621"/>
                  </a:lnTo>
                  <a:lnTo>
                    <a:pt x="2257" y="2531"/>
                  </a:lnTo>
                  <a:lnTo>
                    <a:pt x="2318" y="2446"/>
                  </a:lnTo>
                  <a:lnTo>
                    <a:pt x="2389" y="2369"/>
                  </a:lnTo>
                  <a:lnTo>
                    <a:pt x="2472" y="2299"/>
                  </a:lnTo>
                  <a:lnTo>
                    <a:pt x="2564" y="2238"/>
                  </a:lnTo>
                  <a:lnTo>
                    <a:pt x="2615" y="2211"/>
                  </a:lnTo>
                  <a:lnTo>
                    <a:pt x="2671" y="2184"/>
                  </a:lnTo>
                  <a:lnTo>
                    <a:pt x="2792" y="2144"/>
                  </a:lnTo>
                  <a:lnTo>
                    <a:pt x="2890" y="2120"/>
                  </a:lnTo>
                  <a:lnTo>
                    <a:pt x="2917" y="2115"/>
                  </a:lnTo>
                  <a:lnTo>
                    <a:pt x="3013" y="2116"/>
                  </a:lnTo>
                  <a:lnTo>
                    <a:pt x="3129" y="2125"/>
                  </a:lnTo>
                  <a:lnTo>
                    <a:pt x="3234" y="2140"/>
                  </a:lnTo>
                  <a:lnTo>
                    <a:pt x="3270" y="2150"/>
                  </a:lnTo>
                  <a:close/>
                  <a:moveTo>
                    <a:pt x="698" y="2788"/>
                  </a:moveTo>
                  <a:lnTo>
                    <a:pt x="731" y="2800"/>
                  </a:lnTo>
                  <a:lnTo>
                    <a:pt x="793" y="2834"/>
                  </a:lnTo>
                  <a:lnTo>
                    <a:pt x="848" y="2877"/>
                  </a:lnTo>
                  <a:lnTo>
                    <a:pt x="894" y="2930"/>
                  </a:lnTo>
                  <a:lnTo>
                    <a:pt x="931" y="2989"/>
                  </a:lnTo>
                  <a:lnTo>
                    <a:pt x="959" y="3052"/>
                  </a:lnTo>
                  <a:lnTo>
                    <a:pt x="974" y="3120"/>
                  </a:lnTo>
                  <a:lnTo>
                    <a:pt x="977" y="3189"/>
                  </a:lnTo>
                  <a:lnTo>
                    <a:pt x="973" y="3223"/>
                  </a:lnTo>
                  <a:lnTo>
                    <a:pt x="968" y="3253"/>
                  </a:lnTo>
                  <a:lnTo>
                    <a:pt x="951" y="3308"/>
                  </a:lnTo>
                  <a:lnTo>
                    <a:pt x="928" y="3360"/>
                  </a:lnTo>
                  <a:lnTo>
                    <a:pt x="899" y="3406"/>
                  </a:lnTo>
                  <a:lnTo>
                    <a:pt x="865" y="3447"/>
                  </a:lnTo>
                  <a:lnTo>
                    <a:pt x="826" y="3483"/>
                  </a:lnTo>
                  <a:lnTo>
                    <a:pt x="783" y="3514"/>
                  </a:lnTo>
                  <a:lnTo>
                    <a:pt x="737" y="3538"/>
                  </a:lnTo>
                  <a:lnTo>
                    <a:pt x="688" y="3557"/>
                  </a:lnTo>
                  <a:lnTo>
                    <a:pt x="637" y="3569"/>
                  </a:lnTo>
                  <a:lnTo>
                    <a:pt x="586" y="3575"/>
                  </a:lnTo>
                  <a:lnTo>
                    <a:pt x="533" y="3573"/>
                  </a:lnTo>
                  <a:lnTo>
                    <a:pt x="481" y="3565"/>
                  </a:lnTo>
                  <a:lnTo>
                    <a:pt x="430" y="3549"/>
                  </a:lnTo>
                  <a:lnTo>
                    <a:pt x="380" y="3525"/>
                  </a:lnTo>
                  <a:lnTo>
                    <a:pt x="332" y="3494"/>
                  </a:lnTo>
                  <a:lnTo>
                    <a:pt x="310" y="3475"/>
                  </a:lnTo>
                  <a:lnTo>
                    <a:pt x="284" y="3451"/>
                  </a:lnTo>
                  <a:lnTo>
                    <a:pt x="242" y="3401"/>
                  </a:lnTo>
                  <a:lnTo>
                    <a:pt x="209" y="3347"/>
                  </a:lnTo>
                  <a:lnTo>
                    <a:pt x="186" y="3290"/>
                  </a:lnTo>
                  <a:lnTo>
                    <a:pt x="172" y="3232"/>
                  </a:lnTo>
                  <a:lnTo>
                    <a:pt x="167" y="3174"/>
                  </a:lnTo>
                  <a:lnTo>
                    <a:pt x="171" y="3116"/>
                  </a:lnTo>
                  <a:lnTo>
                    <a:pt x="183" y="3059"/>
                  </a:lnTo>
                  <a:lnTo>
                    <a:pt x="202" y="3004"/>
                  </a:lnTo>
                  <a:lnTo>
                    <a:pt x="229" y="2953"/>
                  </a:lnTo>
                  <a:lnTo>
                    <a:pt x="264" y="2905"/>
                  </a:lnTo>
                  <a:lnTo>
                    <a:pt x="305" y="2863"/>
                  </a:lnTo>
                  <a:lnTo>
                    <a:pt x="353" y="2827"/>
                  </a:lnTo>
                  <a:lnTo>
                    <a:pt x="407" y="2798"/>
                  </a:lnTo>
                  <a:lnTo>
                    <a:pt x="466" y="2776"/>
                  </a:lnTo>
                  <a:lnTo>
                    <a:pt x="532" y="2764"/>
                  </a:lnTo>
                  <a:lnTo>
                    <a:pt x="566" y="2761"/>
                  </a:lnTo>
                  <a:lnTo>
                    <a:pt x="589" y="2762"/>
                  </a:lnTo>
                  <a:lnTo>
                    <a:pt x="661" y="2777"/>
                  </a:lnTo>
                  <a:lnTo>
                    <a:pt x="698" y="27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66">
              <a:extLst>
                <a:ext uri="{FF2B5EF4-FFF2-40B4-BE49-F238E27FC236}">
                  <a16:creationId xmlns:a16="http://schemas.microsoft.com/office/drawing/2014/main" id="{5AEFCF19-588E-C988-DF7B-43206E452C27}"/>
                </a:ext>
              </a:extLst>
            </p:cNvPr>
            <p:cNvSpPr>
              <a:spLocks/>
            </p:cNvSpPr>
            <p:nvPr/>
          </p:nvSpPr>
          <p:spPr bwMode="auto">
            <a:xfrm>
              <a:off x="3389313" y="3189288"/>
              <a:ext cx="366713" cy="247650"/>
            </a:xfrm>
            <a:custGeom>
              <a:avLst/>
              <a:gdLst>
                <a:gd name="T0" fmla="*/ 621 w 964"/>
                <a:gd name="T1" fmla="*/ 222 h 652"/>
                <a:gd name="T2" fmla="*/ 399 w 964"/>
                <a:gd name="T3" fmla="*/ 442 h 652"/>
                <a:gd name="T4" fmla="*/ 251 w 964"/>
                <a:gd name="T5" fmla="*/ 297 h 652"/>
                <a:gd name="T6" fmla="*/ 192 w 964"/>
                <a:gd name="T7" fmla="*/ 239 h 652"/>
                <a:gd name="T8" fmla="*/ 103 w 964"/>
                <a:gd name="T9" fmla="*/ 160 h 652"/>
                <a:gd name="T10" fmla="*/ 89 w 964"/>
                <a:gd name="T11" fmla="*/ 152 h 652"/>
                <a:gd name="T12" fmla="*/ 81 w 964"/>
                <a:gd name="T13" fmla="*/ 153 h 652"/>
                <a:gd name="T14" fmla="*/ 52 w 964"/>
                <a:gd name="T15" fmla="*/ 168 h 652"/>
                <a:gd name="T16" fmla="*/ 36 w 964"/>
                <a:gd name="T17" fmla="*/ 178 h 652"/>
                <a:gd name="T18" fmla="*/ 24 w 964"/>
                <a:gd name="T19" fmla="*/ 187 h 652"/>
                <a:gd name="T20" fmla="*/ 7 w 964"/>
                <a:gd name="T21" fmla="*/ 206 h 652"/>
                <a:gd name="T22" fmla="*/ 0 w 964"/>
                <a:gd name="T23" fmla="*/ 226 h 652"/>
                <a:gd name="T24" fmla="*/ 4 w 964"/>
                <a:gd name="T25" fmla="*/ 251 h 652"/>
                <a:gd name="T26" fmla="*/ 20 w 964"/>
                <a:gd name="T27" fmla="*/ 282 h 652"/>
                <a:gd name="T28" fmla="*/ 50 w 964"/>
                <a:gd name="T29" fmla="*/ 321 h 652"/>
                <a:gd name="T30" fmla="*/ 119 w 964"/>
                <a:gd name="T31" fmla="*/ 396 h 652"/>
                <a:gd name="T32" fmla="*/ 188 w 964"/>
                <a:gd name="T33" fmla="*/ 465 h 652"/>
                <a:gd name="T34" fmla="*/ 265 w 964"/>
                <a:gd name="T35" fmla="*/ 540 h 652"/>
                <a:gd name="T36" fmla="*/ 356 w 964"/>
                <a:gd name="T37" fmla="*/ 621 h 652"/>
                <a:gd name="T38" fmla="*/ 392 w 964"/>
                <a:gd name="T39" fmla="*/ 649 h 652"/>
                <a:gd name="T40" fmla="*/ 399 w 964"/>
                <a:gd name="T41" fmla="*/ 652 h 652"/>
                <a:gd name="T42" fmla="*/ 408 w 964"/>
                <a:gd name="T43" fmla="*/ 648 h 652"/>
                <a:gd name="T44" fmla="*/ 458 w 964"/>
                <a:gd name="T45" fmla="*/ 607 h 652"/>
                <a:gd name="T46" fmla="*/ 584 w 964"/>
                <a:gd name="T47" fmla="*/ 490 h 652"/>
                <a:gd name="T48" fmla="*/ 694 w 964"/>
                <a:gd name="T49" fmla="*/ 382 h 652"/>
                <a:gd name="T50" fmla="*/ 788 w 964"/>
                <a:gd name="T51" fmla="*/ 288 h 652"/>
                <a:gd name="T52" fmla="*/ 908 w 964"/>
                <a:gd name="T53" fmla="*/ 160 h 652"/>
                <a:gd name="T54" fmla="*/ 952 w 964"/>
                <a:gd name="T55" fmla="*/ 101 h 652"/>
                <a:gd name="T56" fmla="*/ 964 w 964"/>
                <a:gd name="T57" fmla="*/ 72 h 652"/>
                <a:gd name="T58" fmla="*/ 964 w 964"/>
                <a:gd name="T59" fmla="*/ 50 h 652"/>
                <a:gd name="T60" fmla="*/ 954 w 964"/>
                <a:gd name="T61" fmla="*/ 31 h 652"/>
                <a:gd name="T62" fmla="*/ 946 w 964"/>
                <a:gd name="T63" fmla="*/ 22 h 652"/>
                <a:gd name="T64" fmla="*/ 936 w 964"/>
                <a:gd name="T65" fmla="*/ 13 h 652"/>
                <a:gd name="T66" fmla="*/ 916 w 964"/>
                <a:gd name="T67" fmla="*/ 1 h 652"/>
                <a:gd name="T68" fmla="*/ 893 w 964"/>
                <a:gd name="T69" fmla="*/ 0 h 652"/>
                <a:gd name="T70" fmla="*/ 865 w 964"/>
                <a:gd name="T71" fmla="*/ 9 h 652"/>
                <a:gd name="T72" fmla="*/ 830 w 964"/>
                <a:gd name="T73" fmla="*/ 30 h 652"/>
                <a:gd name="T74" fmla="*/ 786 w 964"/>
                <a:gd name="T75" fmla="*/ 65 h 652"/>
                <a:gd name="T76" fmla="*/ 700 w 964"/>
                <a:gd name="T77" fmla="*/ 144 h 652"/>
                <a:gd name="T78" fmla="*/ 621 w 964"/>
                <a:gd name="T79" fmla="*/ 22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64" h="652">
                  <a:moveTo>
                    <a:pt x="621" y="222"/>
                  </a:moveTo>
                  <a:lnTo>
                    <a:pt x="399" y="442"/>
                  </a:lnTo>
                  <a:lnTo>
                    <a:pt x="251" y="297"/>
                  </a:lnTo>
                  <a:lnTo>
                    <a:pt x="192" y="239"/>
                  </a:lnTo>
                  <a:lnTo>
                    <a:pt x="103" y="160"/>
                  </a:lnTo>
                  <a:lnTo>
                    <a:pt x="89" y="152"/>
                  </a:lnTo>
                  <a:lnTo>
                    <a:pt x="81" y="153"/>
                  </a:lnTo>
                  <a:lnTo>
                    <a:pt x="52" y="168"/>
                  </a:lnTo>
                  <a:lnTo>
                    <a:pt x="36" y="178"/>
                  </a:lnTo>
                  <a:lnTo>
                    <a:pt x="24" y="187"/>
                  </a:lnTo>
                  <a:lnTo>
                    <a:pt x="7" y="206"/>
                  </a:lnTo>
                  <a:lnTo>
                    <a:pt x="0" y="226"/>
                  </a:lnTo>
                  <a:lnTo>
                    <a:pt x="4" y="251"/>
                  </a:lnTo>
                  <a:lnTo>
                    <a:pt x="20" y="282"/>
                  </a:lnTo>
                  <a:lnTo>
                    <a:pt x="50" y="321"/>
                  </a:lnTo>
                  <a:lnTo>
                    <a:pt x="119" y="396"/>
                  </a:lnTo>
                  <a:lnTo>
                    <a:pt x="188" y="465"/>
                  </a:lnTo>
                  <a:lnTo>
                    <a:pt x="265" y="540"/>
                  </a:lnTo>
                  <a:lnTo>
                    <a:pt x="356" y="621"/>
                  </a:lnTo>
                  <a:lnTo>
                    <a:pt x="392" y="649"/>
                  </a:lnTo>
                  <a:lnTo>
                    <a:pt x="399" y="652"/>
                  </a:lnTo>
                  <a:lnTo>
                    <a:pt x="408" y="648"/>
                  </a:lnTo>
                  <a:lnTo>
                    <a:pt x="458" y="607"/>
                  </a:lnTo>
                  <a:lnTo>
                    <a:pt x="584" y="490"/>
                  </a:lnTo>
                  <a:lnTo>
                    <a:pt x="694" y="382"/>
                  </a:lnTo>
                  <a:lnTo>
                    <a:pt x="788" y="288"/>
                  </a:lnTo>
                  <a:lnTo>
                    <a:pt x="908" y="160"/>
                  </a:lnTo>
                  <a:lnTo>
                    <a:pt x="952" y="101"/>
                  </a:lnTo>
                  <a:lnTo>
                    <a:pt x="964" y="72"/>
                  </a:lnTo>
                  <a:lnTo>
                    <a:pt x="964" y="50"/>
                  </a:lnTo>
                  <a:lnTo>
                    <a:pt x="954" y="31"/>
                  </a:lnTo>
                  <a:lnTo>
                    <a:pt x="946" y="22"/>
                  </a:lnTo>
                  <a:lnTo>
                    <a:pt x="936" y="13"/>
                  </a:lnTo>
                  <a:lnTo>
                    <a:pt x="916" y="1"/>
                  </a:lnTo>
                  <a:lnTo>
                    <a:pt x="893" y="0"/>
                  </a:lnTo>
                  <a:lnTo>
                    <a:pt x="865" y="9"/>
                  </a:lnTo>
                  <a:lnTo>
                    <a:pt x="830" y="30"/>
                  </a:lnTo>
                  <a:lnTo>
                    <a:pt x="786" y="65"/>
                  </a:lnTo>
                  <a:lnTo>
                    <a:pt x="700" y="144"/>
                  </a:lnTo>
                  <a:lnTo>
                    <a:pt x="621" y="2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76">
              <a:extLst>
                <a:ext uri="{FF2B5EF4-FFF2-40B4-BE49-F238E27FC236}">
                  <a16:creationId xmlns:a16="http://schemas.microsoft.com/office/drawing/2014/main" id="{FCA6332B-E17B-1661-17AE-C8359663366F}"/>
                </a:ext>
              </a:extLst>
            </p:cNvPr>
            <p:cNvSpPr>
              <a:spLocks/>
            </p:cNvSpPr>
            <p:nvPr/>
          </p:nvSpPr>
          <p:spPr bwMode="auto">
            <a:xfrm>
              <a:off x="3389313" y="2578100"/>
              <a:ext cx="57150" cy="60325"/>
            </a:xfrm>
            <a:custGeom>
              <a:avLst/>
              <a:gdLst>
                <a:gd name="T0" fmla="*/ 29 w 149"/>
                <a:gd name="T1" fmla="*/ 15 h 159"/>
                <a:gd name="T2" fmla="*/ 22 w 149"/>
                <a:gd name="T3" fmla="*/ 20 h 159"/>
                <a:gd name="T4" fmla="*/ 10 w 149"/>
                <a:gd name="T5" fmla="*/ 35 h 159"/>
                <a:gd name="T6" fmla="*/ 0 w 149"/>
                <a:gd name="T7" fmla="*/ 62 h 159"/>
                <a:gd name="T8" fmla="*/ 2 w 149"/>
                <a:gd name="T9" fmla="*/ 102 h 159"/>
                <a:gd name="T10" fmla="*/ 14 w 149"/>
                <a:gd name="T11" fmla="*/ 129 h 159"/>
                <a:gd name="T12" fmla="*/ 27 w 149"/>
                <a:gd name="T13" fmla="*/ 144 h 159"/>
                <a:gd name="T14" fmla="*/ 34 w 149"/>
                <a:gd name="T15" fmla="*/ 149 h 159"/>
                <a:gd name="T16" fmla="*/ 45 w 149"/>
                <a:gd name="T17" fmla="*/ 154 h 159"/>
                <a:gd name="T18" fmla="*/ 66 w 149"/>
                <a:gd name="T19" fmla="*/ 159 h 159"/>
                <a:gd name="T20" fmla="*/ 86 w 149"/>
                <a:gd name="T21" fmla="*/ 159 h 159"/>
                <a:gd name="T22" fmla="*/ 105 w 149"/>
                <a:gd name="T23" fmla="*/ 154 h 159"/>
                <a:gd name="T24" fmla="*/ 121 w 149"/>
                <a:gd name="T25" fmla="*/ 145 h 159"/>
                <a:gd name="T26" fmla="*/ 134 w 149"/>
                <a:gd name="T27" fmla="*/ 131 h 159"/>
                <a:gd name="T28" fmla="*/ 144 w 149"/>
                <a:gd name="T29" fmla="*/ 114 h 159"/>
                <a:gd name="T30" fmla="*/ 149 w 149"/>
                <a:gd name="T31" fmla="*/ 93 h 159"/>
                <a:gd name="T32" fmla="*/ 149 w 149"/>
                <a:gd name="T33" fmla="*/ 82 h 159"/>
                <a:gd name="T34" fmla="*/ 149 w 149"/>
                <a:gd name="T35" fmla="*/ 69 h 159"/>
                <a:gd name="T36" fmla="*/ 144 w 149"/>
                <a:gd name="T37" fmla="*/ 47 h 159"/>
                <a:gd name="T38" fmla="*/ 134 w 149"/>
                <a:gd name="T39" fmla="*/ 28 h 159"/>
                <a:gd name="T40" fmla="*/ 120 w 149"/>
                <a:gd name="T41" fmla="*/ 14 h 159"/>
                <a:gd name="T42" fmla="*/ 103 w 149"/>
                <a:gd name="T43" fmla="*/ 4 h 159"/>
                <a:gd name="T44" fmla="*/ 84 w 149"/>
                <a:gd name="T45" fmla="*/ 0 h 159"/>
                <a:gd name="T46" fmla="*/ 63 w 149"/>
                <a:gd name="T47" fmla="*/ 2 h 159"/>
                <a:gd name="T48" fmla="*/ 41 w 149"/>
                <a:gd name="T49" fmla="*/ 9 h 159"/>
                <a:gd name="T50" fmla="*/ 29 w 149"/>
                <a:gd name="T51" fmla="*/ 15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9" h="159">
                  <a:moveTo>
                    <a:pt x="29" y="15"/>
                  </a:moveTo>
                  <a:lnTo>
                    <a:pt x="22" y="20"/>
                  </a:lnTo>
                  <a:lnTo>
                    <a:pt x="10" y="35"/>
                  </a:lnTo>
                  <a:lnTo>
                    <a:pt x="0" y="62"/>
                  </a:lnTo>
                  <a:lnTo>
                    <a:pt x="2" y="102"/>
                  </a:lnTo>
                  <a:lnTo>
                    <a:pt x="14" y="129"/>
                  </a:lnTo>
                  <a:lnTo>
                    <a:pt x="27" y="144"/>
                  </a:lnTo>
                  <a:lnTo>
                    <a:pt x="34" y="149"/>
                  </a:lnTo>
                  <a:lnTo>
                    <a:pt x="45" y="154"/>
                  </a:lnTo>
                  <a:lnTo>
                    <a:pt x="66" y="159"/>
                  </a:lnTo>
                  <a:lnTo>
                    <a:pt x="86" y="159"/>
                  </a:lnTo>
                  <a:lnTo>
                    <a:pt x="105" y="154"/>
                  </a:lnTo>
                  <a:lnTo>
                    <a:pt x="121" y="145"/>
                  </a:lnTo>
                  <a:lnTo>
                    <a:pt x="134" y="131"/>
                  </a:lnTo>
                  <a:lnTo>
                    <a:pt x="144" y="114"/>
                  </a:lnTo>
                  <a:lnTo>
                    <a:pt x="149" y="93"/>
                  </a:lnTo>
                  <a:lnTo>
                    <a:pt x="149" y="82"/>
                  </a:lnTo>
                  <a:lnTo>
                    <a:pt x="149" y="69"/>
                  </a:lnTo>
                  <a:lnTo>
                    <a:pt x="144" y="47"/>
                  </a:lnTo>
                  <a:lnTo>
                    <a:pt x="134" y="28"/>
                  </a:lnTo>
                  <a:lnTo>
                    <a:pt x="120" y="14"/>
                  </a:lnTo>
                  <a:lnTo>
                    <a:pt x="103" y="4"/>
                  </a:lnTo>
                  <a:lnTo>
                    <a:pt x="84" y="0"/>
                  </a:lnTo>
                  <a:lnTo>
                    <a:pt x="63" y="2"/>
                  </a:lnTo>
                  <a:lnTo>
                    <a:pt x="41" y="9"/>
                  </a:lnTo>
                  <a:lnTo>
                    <a:pt x="29"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80">
              <a:extLst>
                <a:ext uri="{FF2B5EF4-FFF2-40B4-BE49-F238E27FC236}">
                  <a16:creationId xmlns:a16="http://schemas.microsoft.com/office/drawing/2014/main" id="{EA0AC350-203C-FFC6-A0C5-0816EAAE516B}"/>
                </a:ext>
              </a:extLst>
            </p:cNvPr>
            <p:cNvSpPr>
              <a:spLocks/>
            </p:cNvSpPr>
            <p:nvPr/>
          </p:nvSpPr>
          <p:spPr bwMode="auto">
            <a:xfrm>
              <a:off x="3605213" y="2654300"/>
              <a:ext cx="61913" cy="60325"/>
            </a:xfrm>
            <a:custGeom>
              <a:avLst/>
              <a:gdLst>
                <a:gd name="T0" fmla="*/ 31 w 163"/>
                <a:gd name="T1" fmla="*/ 29 h 161"/>
                <a:gd name="T2" fmla="*/ 19 w 163"/>
                <a:gd name="T3" fmla="*/ 38 h 161"/>
                <a:gd name="T4" fmla="*/ 5 w 163"/>
                <a:gd name="T5" fmla="*/ 55 h 161"/>
                <a:gd name="T6" fmla="*/ 0 w 163"/>
                <a:gd name="T7" fmla="*/ 71 h 161"/>
                <a:gd name="T8" fmla="*/ 3 w 163"/>
                <a:gd name="T9" fmla="*/ 93 h 161"/>
                <a:gd name="T10" fmla="*/ 7 w 163"/>
                <a:gd name="T11" fmla="*/ 107 h 161"/>
                <a:gd name="T12" fmla="*/ 11 w 163"/>
                <a:gd name="T13" fmla="*/ 118 h 161"/>
                <a:gd name="T14" fmla="*/ 22 w 163"/>
                <a:gd name="T15" fmla="*/ 135 h 161"/>
                <a:gd name="T16" fmla="*/ 36 w 163"/>
                <a:gd name="T17" fmla="*/ 148 h 161"/>
                <a:gd name="T18" fmla="*/ 52 w 163"/>
                <a:gd name="T19" fmla="*/ 157 h 161"/>
                <a:gd name="T20" fmla="*/ 70 w 163"/>
                <a:gd name="T21" fmla="*/ 161 h 161"/>
                <a:gd name="T22" fmla="*/ 88 w 163"/>
                <a:gd name="T23" fmla="*/ 160 h 161"/>
                <a:gd name="T24" fmla="*/ 116 w 163"/>
                <a:gd name="T25" fmla="*/ 151 h 161"/>
                <a:gd name="T26" fmla="*/ 134 w 163"/>
                <a:gd name="T27" fmla="*/ 137 h 161"/>
                <a:gd name="T28" fmla="*/ 148 w 163"/>
                <a:gd name="T29" fmla="*/ 124 h 161"/>
                <a:gd name="T30" fmla="*/ 163 w 163"/>
                <a:gd name="T31" fmla="*/ 98 h 161"/>
                <a:gd name="T32" fmla="*/ 162 w 163"/>
                <a:gd name="T33" fmla="*/ 73 h 161"/>
                <a:gd name="T34" fmla="*/ 147 w 163"/>
                <a:gd name="T35" fmla="*/ 46 h 161"/>
                <a:gd name="T36" fmla="*/ 132 w 163"/>
                <a:gd name="T37" fmla="*/ 30 h 161"/>
                <a:gd name="T38" fmla="*/ 118 w 163"/>
                <a:gd name="T39" fmla="*/ 16 h 161"/>
                <a:gd name="T40" fmla="*/ 95 w 163"/>
                <a:gd name="T41" fmla="*/ 0 h 161"/>
                <a:gd name="T42" fmla="*/ 73 w 163"/>
                <a:gd name="T43" fmla="*/ 0 h 161"/>
                <a:gd name="T44" fmla="*/ 48 w 163"/>
                <a:gd name="T45" fmla="*/ 15 h 161"/>
                <a:gd name="T46" fmla="*/ 31 w 163"/>
                <a:gd name="T47" fmla="*/ 29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3" h="161">
                  <a:moveTo>
                    <a:pt x="31" y="29"/>
                  </a:moveTo>
                  <a:lnTo>
                    <a:pt x="19" y="38"/>
                  </a:lnTo>
                  <a:lnTo>
                    <a:pt x="5" y="55"/>
                  </a:lnTo>
                  <a:lnTo>
                    <a:pt x="0" y="71"/>
                  </a:lnTo>
                  <a:lnTo>
                    <a:pt x="3" y="93"/>
                  </a:lnTo>
                  <a:lnTo>
                    <a:pt x="7" y="107"/>
                  </a:lnTo>
                  <a:lnTo>
                    <a:pt x="11" y="118"/>
                  </a:lnTo>
                  <a:lnTo>
                    <a:pt x="22" y="135"/>
                  </a:lnTo>
                  <a:lnTo>
                    <a:pt x="36" y="148"/>
                  </a:lnTo>
                  <a:lnTo>
                    <a:pt x="52" y="157"/>
                  </a:lnTo>
                  <a:lnTo>
                    <a:pt x="70" y="161"/>
                  </a:lnTo>
                  <a:lnTo>
                    <a:pt x="88" y="160"/>
                  </a:lnTo>
                  <a:lnTo>
                    <a:pt x="116" y="151"/>
                  </a:lnTo>
                  <a:lnTo>
                    <a:pt x="134" y="137"/>
                  </a:lnTo>
                  <a:lnTo>
                    <a:pt x="148" y="124"/>
                  </a:lnTo>
                  <a:lnTo>
                    <a:pt x="163" y="98"/>
                  </a:lnTo>
                  <a:lnTo>
                    <a:pt x="162" y="73"/>
                  </a:lnTo>
                  <a:lnTo>
                    <a:pt x="147" y="46"/>
                  </a:lnTo>
                  <a:lnTo>
                    <a:pt x="132" y="30"/>
                  </a:lnTo>
                  <a:lnTo>
                    <a:pt x="118" y="16"/>
                  </a:lnTo>
                  <a:lnTo>
                    <a:pt x="95" y="0"/>
                  </a:lnTo>
                  <a:lnTo>
                    <a:pt x="73" y="0"/>
                  </a:lnTo>
                  <a:lnTo>
                    <a:pt x="48" y="15"/>
                  </a:lnTo>
                  <a:lnTo>
                    <a:pt x="31" y="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82">
              <a:extLst>
                <a:ext uri="{FF2B5EF4-FFF2-40B4-BE49-F238E27FC236}">
                  <a16:creationId xmlns:a16="http://schemas.microsoft.com/office/drawing/2014/main" id="{6AFFA85D-C6E9-AE07-D65A-39EDD441B25D}"/>
                </a:ext>
              </a:extLst>
            </p:cNvPr>
            <p:cNvSpPr>
              <a:spLocks/>
            </p:cNvSpPr>
            <p:nvPr/>
          </p:nvSpPr>
          <p:spPr bwMode="auto">
            <a:xfrm>
              <a:off x="3294063" y="2671763"/>
              <a:ext cx="63500" cy="63500"/>
            </a:xfrm>
            <a:custGeom>
              <a:avLst/>
              <a:gdLst>
                <a:gd name="T0" fmla="*/ 27 w 167"/>
                <a:gd name="T1" fmla="*/ 27 h 167"/>
                <a:gd name="T2" fmla="*/ 16 w 167"/>
                <a:gd name="T3" fmla="*/ 38 h 167"/>
                <a:gd name="T4" fmla="*/ 2 w 167"/>
                <a:gd name="T5" fmla="*/ 65 h 167"/>
                <a:gd name="T6" fmla="*/ 0 w 167"/>
                <a:gd name="T7" fmla="*/ 77 h 167"/>
                <a:gd name="T8" fmla="*/ 2 w 167"/>
                <a:gd name="T9" fmla="*/ 88 h 167"/>
                <a:gd name="T10" fmla="*/ 20 w 167"/>
                <a:gd name="T11" fmla="*/ 117 h 167"/>
                <a:gd name="T12" fmla="*/ 46 w 167"/>
                <a:gd name="T13" fmla="*/ 146 h 167"/>
                <a:gd name="T14" fmla="*/ 73 w 167"/>
                <a:gd name="T15" fmla="*/ 165 h 167"/>
                <a:gd name="T16" fmla="*/ 84 w 167"/>
                <a:gd name="T17" fmla="*/ 167 h 167"/>
                <a:gd name="T18" fmla="*/ 94 w 167"/>
                <a:gd name="T19" fmla="*/ 165 h 167"/>
                <a:gd name="T20" fmla="*/ 121 w 167"/>
                <a:gd name="T21" fmla="*/ 146 h 167"/>
                <a:gd name="T22" fmla="*/ 148 w 167"/>
                <a:gd name="T23" fmla="*/ 117 h 167"/>
                <a:gd name="T24" fmla="*/ 165 w 167"/>
                <a:gd name="T25" fmla="*/ 88 h 167"/>
                <a:gd name="T26" fmla="*/ 167 w 167"/>
                <a:gd name="T27" fmla="*/ 77 h 167"/>
                <a:gd name="T28" fmla="*/ 166 w 167"/>
                <a:gd name="T29" fmla="*/ 64 h 167"/>
                <a:gd name="T30" fmla="*/ 151 w 167"/>
                <a:gd name="T31" fmla="*/ 38 h 167"/>
                <a:gd name="T32" fmla="*/ 126 w 167"/>
                <a:gd name="T33" fmla="*/ 15 h 167"/>
                <a:gd name="T34" fmla="*/ 98 w 167"/>
                <a:gd name="T35" fmla="*/ 1 h 167"/>
                <a:gd name="T36" fmla="*/ 84 w 167"/>
                <a:gd name="T37" fmla="*/ 0 h 167"/>
                <a:gd name="T38" fmla="*/ 70 w 167"/>
                <a:gd name="T39" fmla="*/ 1 h 167"/>
                <a:gd name="T40" fmla="*/ 39 w 167"/>
                <a:gd name="T41" fmla="*/ 16 h 167"/>
                <a:gd name="T42" fmla="*/ 27 w 167"/>
                <a:gd name="T43" fmla="*/ 27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7" h="167">
                  <a:moveTo>
                    <a:pt x="27" y="27"/>
                  </a:moveTo>
                  <a:lnTo>
                    <a:pt x="16" y="38"/>
                  </a:lnTo>
                  <a:lnTo>
                    <a:pt x="2" y="65"/>
                  </a:lnTo>
                  <a:lnTo>
                    <a:pt x="0" y="77"/>
                  </a:lnTo>
                  <a:lnTo>
                    <a:pt x="2" y="88"/>
                  </a:lnTo>
                  <a:lnTo>
                    <a:pt x="20" y="117"/>
                  </a:lnTo>
                  <a:lnTo>
                    <a:pt x="46" y="146"/>
                  </a:lnTo>
                  <a:lnTo>
                    <a:pt x="73" y="165"/>
                  </a:lnTo>
                  <a:lnTo>
                    <a:pt x="84" y="167"/>
                  </a:lnTo>
                  <a:lnTo>
                    <a:pt x="94" y="165"/>
                  </a:lnTo>
                  <a:lnTo>
                    <a:pt x="121" y="146"/>
                  </a:lnTo>
                  <a:lnTo>
                    <a:pt x="148" y="117"/>
                  </a:lnTo>
                  <a:lnTo>
                    <a:pt x="165" y="88"/>
                  </a:lnTo>
                  <a:lnTo>
                    <a:pt x="167" y="77"/>
                  </a:lnTo>
                  <a:lnTo>
                    <a:pt x="166" y="64"/>
                  </a:lnTo>
                  <a:lnTo>
                    <a:pt x="151" y="38"/>
                  </a:lnTo>
                  <a:lnTo>
                    <a:pt x="126" y="15"/>
                  </a:lnTo>
                  <a:lnTo>
                    <a:pt x="98" y="1"/>
                  </a:lnTo>
                  <a:lnTo>
                    <a:pt x="84" y="0"/>
                  </a:lnTo>
                  <a:lnTo>
                    <a:pt x="70" y="1"/>
                  </a:lnTo>
                  <a:lnTo>
                    <a:pt x="39" y="16"/>
                  </a:lnTo>
                  <a:lnTo>
                    <a:pt x="27"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83">
              <a:extLst>
                <a:ext uri="{FF2B5EF4-FFF2-40B4-BE49-F238E27FC236}">
                  <a16:creationId xmlns:a16="http://schemas.microsoft.com/office/drawing/2014/main" id="{CBFBCC22-A9C8-037A-0537-06FF0C4C46C4}"/>
                </a:ext>
              </a:extLst>
            </p:cNvPr>
            <p:cNvSpPr>
              <a:spLocks/>
            </p:cNvSpPr>
            <p:nvPr/>
          </p:nvSpPr>
          <p:spPr bwMode="auto">
            <a:xfrm>
              <a:off x="3201988" y="2765425"/>
              <a:ext cx="61913" cy="57150"/>
            </a:xfrm>
            <a:custGeom>
              <a:avLst/>
              <a:gdLst>
                <a:gd name="T0" fmla="*/ 10 w 163"/>
                <a:gd name="T1" fmla="*/ 45 h 152"/>
                <a:gd name="T2" fmla="*/ 5 w 163"/>
                <a:gd name="T3" fmla="*/ 57 h 152"/>
                <a:gd name="T4" fmla="*/ 0 w 163"/>
                <a:gd name="T5" fmla="*/ 76 h 152"/>
                <a:gd name="T6" fmla="*/ 2 w 163"/>
                <a:gd name="T7" fmla="*/ 93 h 152"/>
                <a:gd name="T8" fmla="*/ 13 w 163"/>
                <a:gd name="T9" fmla="*/ 110 h 152"/>
                <a:gd name="T10" fmla="*/ 21 w 163"/>
                <a:gd name="T11" fmla="*/ 120 h 152"/>
                <a:gd name="T12" fmla="*/ 32 w 163"/>
                <a:gd name="T13" fmla="*/ 130 h 152"/>
                <a:gd name="T14" fmla="*/ 54 w 163"/>
                <a:gd name="T15" fmla="*/ 145 h 152"/>
                <a:gd name="T16" fmla="*/ 78 w 163"/>
                <a:gd name="T17" fmla="*/ 152 h 152"/>
                <a:gd name="T18" fmla="*/ 101 w 163"/>
                <a:gd name="T19" fmla="*/ 152 h 152"/>
                <a:gd name="T20" fmla="*/ 123 w 163"/>
                <a:gd name="T21" fmla="*/ 146 h 152"/>
                <a:gd name="T22" fmla="*/ 141 w 163"/>
                <a:gd name="T23" fmla="*/ 133 h 152"/>
                <a:gd name="T24" fmla="*/ 155 w 163"/>
                <a:gd name="T25" fmla="*/ 115 h 152"/>
                <a:gd name="T26" fmla="*/ 162 w 163"/>
                <a:gd name="T27" fmla="*/ 92 h 152"/>
                <a:gd name="T28" fmla="*/ 163 w 163"/>
                <a:gd name="T29" fmla="*/ 78 h 152"/>
                <a:gd name="T30" fmla="*/ 162 w 163"/>
                <a:gd name="T31" fmla="*/ 63 h 152"/>
                <a:gd name="T32" fmla="*/ 152 w 163"/>
                <a:gd name="T33" fmla="*/ 38 h 152"/>
                <a:gd name="T34" fmla="*/ 135 w 163"/>
                <a:gd name="T35" fmla="*/ 19 h 152"/>
                <a:gd name="T36" fmla="*/ 112 w 163"/>
                <a:gd name="T37" fmla="*/ 6 h 152"/>
                <a:gd name="T38" fmla="*/ 87 w 163"/>
                <a:gd name="T39" fmla="*/ 0 h 152"/>
                <a:gd name="T40" fmla="*/ 61 w 163"/>
                <a:gd name="T41" fmla="*/ 2 h 152"/>
                <a:gd name="T42" fmla="*/ 37 w 163"/>
                <a:gd name="T43" fmla="*/ 13 h 152"/>
                <a:gd name="T44" fmla="*/ 17 w 163"/>
                <a:gd name="T45" fmla="*/ 31 h 152"/>
                <a:gd name="T46" fmla="*/ 10 w 163"/>
                <a:gd name="T47" fmla="*/ 45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3" h="152">
                  <a:moveTo>
                    <a:pt x="10" y="45"/>
                  </a:moveTo>
                  <a:lnTo>
                    <a:pt x="5" y="57"/>
                  </a:lnTo>
                  <a:lnTo>
                    <a:pt x="0" y="76"/>
                  </a:lnTo>
                  <a:lnTo>
                    <a:pt x="2" y="93"/>
                  </a:lnTo>
                  <a:lnTo>
                    <a:pt x="13" y="110"/>
                  </a:lnTo>
                  <a:lnTo>
                    <a:pt x="21" y="120"/>
                  </a:lnTo>
                  <a:lnTo>
                    <a:pt x="32" y="130"/>
                  </a:lnTo>
                  <a:lnTo>
                    <a:pt x="54" y="145"/>
                  </a:lnTo>
                  <a:lnTo>
                    <a:pt x="78" y="152"/>
                  </a:lnTo>
                  <a:lnTo>
                    <a:pt x="101" y="152"/>
                  </a:lnTo>
                  <a:lnTo>
                    <a:pt x="123" y="146"/>
                  </a:lnTo>
                  <a:lnTo>
                    <a:pt x="141" y="133"/>
                  </a:lnTo>
                  <a:lnTo>
                    <a:pt x="155" y="115"/>
                  </a:lnTo>
                  <a:lnTo>
                    <a:pt x="162" y="92"/>
                  </a:lnTo>
                  <a:lnTo>
                    <a:pt x="163" y="78"/>
                  </a:lnTo>
                  <a:lnTo>
                    <a:pt x="162" y="63"/>
                  </a:lnTo>
                  <a:lnTo>
                    <a:pt x="152" y="38"/>
                  </a:lnTo>
                  <a:lnTo>
                    <a:pt x="135" y="19"/>
                  </a:lnTo>
                  <a:lnTo>
                    <a:pt x="112" y="6"/>
                  </a:lnTo>
                  <a:lnTo>
                    <a:pt x="87" y="0"/>
                  </a:lnTo>
                  <a:lnTo>
                    <a:pt x="61" y="2"/>
                  </a:lnTo>
                  <a:lnTo>
                    <a:pt x="37" y="13"/>
                  </a:lnTo>
                  <a:lnTo>
                    <a:pt x="17" y="31"/>
                  </a:lnTo>
                  <a:lnTo>
                    <a:pt x="10" y="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84">
              <a:extLst>
                <a:ext uri="{FF2B5EF4-FFF2-40B4-BE49-F238E27FC236}">
                  <a16:creationId xmlns:a16="http://schemas.microsoft.com/office/drawing/2014/main" id="{FE5CC90C-A300-AB43-E387-61FEB4FF254F}"/>
                </a:ext>
              </a:extLst>
            </p:cNvPr>
            <p:cNvSpPr>
              <a:spLocks/>
            </p:cNvSpPr>
            <p:nvPr/>
          </p:nvSpPr>
          <p:spPr bwMode="auto">
            <a:xfrm>
              <a:off x="3589338" y="2779713"/>
              <a:ext cx="58738" cy="60325"/>
            </a:xfrm>
            <a:custGeom>
              <a:avLst/>
              <a:gdLst>
                <a:gd name="T0" fmla="*/ 16 w 156"/>
                <a:gd name="T1" fmla="*/ 40 h 162"/>
                <a:gd name="T2" fmla="*/ 6 w 156"/>
                <a:gd name="T3" fmla="*/ 59 h 162"/>
                <a:gd name="T4" fmla="*/ 0 w 156"/>
                <a:gd name="T5" fmla="*/ 95 h 162"/>
                <a:gd name="T6" fmla="*/ 12 w 156"/>
                <a:gd name="T7" fmla="*/ 127 h 162"/>
                <a:gd name="T8" fmla="*/ 39 w 156"/>
                <a:gd name="T9" fmla="*/ 151 h 162"/>
                <a:gd name="T10" fmla="*/ 59 w 156"/>
                <a:gd name="T11" fmla="*/ 159 h 162"/>
                <a:gd name="T12" fmla="*/ 72 w 156"/>
                <a:gd name="T13" fmla="*/ 162 h 162"/>
                <a:gd name="T14" fmla="*/ 96 w 156"/>
                <a:gd name="T15" fmla="*/ 159 h 162"/>
                <a:gd name="T16" fmla="*/ 118 w 156"/>
                <a:gd name="T17" fmla="*/ 147 h 162"/>
                <a:gd name="T18" fmla="*/ 136 w 156"/>
                <a:gd name="T19" fmla="*/ 128 h 162"/>
                <a:gd name="T20" fmla="*/ 150 w 156"/>
                <a:gd name="T21" fmla="*/ 105 h 162"/>
                <a:gd name="T22" fmla="*/ 156 w 156"/>
                <a:gd name="T23" fmla="*/ 80 h 162"/>
                <a:gd name="T24" fmla="*/ 156 w 156"/>
                <a:gd name="T25" fmla="*/ 54 h 162"/>
                <a:gd name="T26" fmla="*/ 146 w 156"/>
                <a:gd name="T27" fmla="*/ 30 h 162"/>
                <a:gd name="T28" fmla="*/ 138 w 156"/>
                <a:gd name="T29" fmla="*/ 20 h 162"/>
                <a:gd name="T30" fmla="*/ 124 w 156"/>
                <a:gd name="T31" fmla="*/ 9 h 162"/>
                <a:gd name="T32" fmla="*/ 92 w 156"/>
                <a:gd name="T33" fmla="*/ 0 h 162"/>
                <a:gd name="T34" fmla="*/ 58 w 156"/>
                <a:gd name="T35" fmla="*/ 6 h 162"/>
                <a:gd name="T36" fmla="*/ 28 w 156"/>
                <a:gd name="T37" fmla="*/ 25 h 162"/>
                <a:gd name="T38" fmla="*/ 16 w 156"/>
                <a:gd name="T39" fmla="*/ 4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6" h="162">
                  <a:moveTo>
                    <a:pt x="16" y="40"/>
                  </a:moveTo>
                  <a:lnTo>
                    <a:pt x="6" y="59"/>
                  </a:lnTo>
                  <a:lnTo>
                    <a:pt x="0" y="95"/>
                  </a:lnTo>
                  <a:lnTo>
                    <a:pt x="12" y="127"/>
                  </a:lnTo>
                  <a:lnTo>
                    <a:pt x="39" y="151"/>
                  </a:lnTo>
                  <a:lnTo>
                    <a:pt x="59" y="159"/>
                  </a:lnTo>
                  <a:lnTo>
                    <a:pt x="72" y="162"/>
                  </a:lnTo>
                  <a:lnTo>
                    <a:pt x="96" y="159"/>
                  </a:lnTo>
                  <a:lnTo>
                    <a:pt x="118" y="147"/>
                  </a:lnTo>
                  <a:lnTo>
                    <a:pt x="136" y="128"/>
                  </a:lnTo>
                  <a:lnTo>
                    <a:pt x="150" y="105"/>
                  </a:lnTo>
                  <a:lnTo>
                    <a:pt x="156" y="80"/>
                  </a:lnTo>
                  <a:lnTo>
                    <a:pt x="156" y="54"/>
                  </a:lnTo>
                  <a:lnTo>
                    <a:pt x="146" y="30"/>
                  </a:lnTo>
                  <a:lnTo>
                    <a:pt x="138" y="20"/>
                  </a:lnTo>
                  <a:lnTo>
                    <a:pt x="124" y="9"/>
                  </a:lnTo>
                  <a:lnTo>
                    <a:pt x="92" y="0"/>
                  </a:lnTo>
                  <a:lnTo>
                    <a:pt x="58" y="6"/>
                  </a:lnTo>
                  <a:lnTo>
                    <a:pt x="28" y="25"/>
                  </a:lnTo>
                  <a:lnTo>
                    <a:pt x="16"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90">
              <a:extLst>
                <a:ext uri="{FF2B5EF4-FFF2-40B4-BE49-F238E27FC236}">
                  <a16:creationId xmlns:a16="http://schemas.microsoft.com/office/drawing/2014/main" id="{27DFA84C-6925-1C78-0CCA-85F2A5A7EC54}"/>
                </a:ext>
              </a:extLst>
            </p:cNvPr>
            <p:cNvSpPr>
              <a:spLocks/>
            </p:cNvSpPr>
            <p:nvPr/>
          </p:nvSpPr>
          <p:spPr bwMode="auto">
            <a:xfrm>
              <a:off x="3035301" y="2932113"/>
              <a:ext cx="57150" cy="61913"/>
            </a:xfrm>
            <a:custGeom>
              <a:avLst/>
              <a:gdLst>
                <a:gd name="T0" fmla="*/ 30 w 150"/>
                <a:gd name="T1" fmla="*/ 16 h 164"/>
                <a:gd name="T2" fmla="*/ 24 w 150"/>
                <a:gd name="T3" fmla="*/ 20 h 164"/>
                <a:gd name="T4" fmla="*/ 13 w 150"/>
                <a:gd name="T5" fmla="*/ 32 h 164"/>
                <a:gd name="T6" fmla="*/ 3 w 150"/>
                <a:gd name="T7" fmla="*/ 57 h 164"/>
                <a:gd name="T8" fmla="*/ 0 w 150"/>
                <a:gd name="T9" fmla="*/ 96 h 164"/>
                <a:gd name="T10" fmla="*/ 10 w 150"/>
                <a:gd name="T11" fmla="*/ 131 h 164"/>
                <a:gd name="T12" fmla="*/ 20 w 150"/>
                <a:gd name="T13" fmla="*/ 144 h 164"/>
                <a:gd name="T14" fmla="*/ 30 w 150"/>
                <a:gd name="T15" fmla="*/ 152 h 164"/>
                <a:gd name="T16" fmla="*/ 60 w 150"/>
                <a:gd name="T17" fmla="*/ 163 h 164"/>
                <a:gd name="T18" fmla="*/ 75 w 150"/>
                <a:gd name="T19" fmla="*/ 164 h 164"/>
                <a:gd name="T20" fmla="*/ 88 w 150"/>
                <a:gd name="T21" fmla="*/ 163 h 164"/>
                <a:gd name="T22" fmla="*/ 111 w 150"/>
                <a:gd name="T23" fmla="*/ 156 h 164"/>
                <a:gd name="T24" fmla="*/ 130 w 150"/>
                <a:gd name="T25" fmla="*/ 143 h 164"/>
                <a:gd name="T26" fmla="*/ 142 w 150"/>
                <a:gd name="T27" fmla="*/ 125 h 164"/>
                <a:gd name="T28" fmla="*/ 149 w 150"/>
                <a:gd name="T29" fmla="*/ 103 h 164"/>
                <a:gd name="T30" fmla="*/ 150 w 150"/>
                <a:gd name="T31" fmla="*/ 81 h 164"/>
                <a:gd name="T32" fmla="*/ 143 w 150"/>
                <a:gd name="T33" fmla="*/ 58 h 164"/>
                <a:gd name="T34" fmla="*/ 130 w 150"/>
                <a:gd name="T35" fmla="*/ 36 h 164"/>
                <a:gd name="T36" fmla="*/ 120 w 150"/>
                <a:gd name="T37" fmla="*/ 26 h 164"/>
                <a:gd name="T38" fmla="*/ 108 w 150"/>
                <a:gd name="T39" fmla="*/ 15 h 164"/>
                <a:gd name="T40" fmla="*/ 87 w 150"/>
                <a:gd name="T41" fmla="*/ 2 h 164"/>
                <a:gd name="T42" fmla="*/ 67 w 150"/>
                <a:gd name="T43" fmla="*/ 0 h 164"/>
                <a:gd name="T44" fmla="*/ 44 w 150"/>
                <a:gd name="T45" fmla="*/ 8 h 164"/>
                <a:gd name="T46" fmla="*/ 30 w 150"/>
                <a:gd name="T47" fmla="*/ 16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0" h="164">
                  <a:moveTo>
                    <a:pt x="30" y="16"/>
                  </a:moveTo>
                  <a:lnTo>
                    <a:pt x="24" y="20"/>
                  </a:lnTo>
                  <a:lnTo>
                    <a:pt x="13" y="32"/>
                  </a:lnTo>
                  <a:lnTo>
                    <a:pt x="3" y="57"/>
                  </a:lnTo>
                  <a:lnTo>
                    <a:pt x="0" y="96"/>
                  </a:lnTo>
                  <a:lnTo>
                    <a:pt x="10" y="131"/>
                  </a:lnTo>
                  <a:lnTo>
                    <a:pt x="20" y="144"/>
                  </a:lnTo>
                  <a:lnTo>
                    <a:pt x="30" y="152"/>
                  </a:lnTo>
                  <a:lnTo>
                    <a:pt x="60" y="163"/>
                  </a:lnTo>
                  <a:lnTo>
                    <a:pt x="75" y="164"/>
                  </a:lnTo>
                  <a:lnTo>
                    <a:pt x="88" y="163"/>
                  </a:lnTo>
                  <a:lnTo>
                    <a:pt x="111" y="156"/>
                  </a:lnTo>
                  <a:lnTo>
                    <a:pt x="130" y="143"/>
                  </a:lnTo>
                  <a:lnTo>
                    <a:pt x="142" y="125"/>
                  </a:lnTo>
                  <a:lnTo>
                    <a:pt x="149" y="103"/>
                  </a:lnTo>
                  <a:lnTo>
                    <a:pt x="150" y="81"/>
                  </a:lnTo>
                  <a:lnTo>
                    <a:pt x="143" y="58"/>
                  </a:lnTo>
                  <a:lnTo>
                    <a:pt x="130" y="36"/>
                  </a:lnTo>
                  <a:lnTo>
                    <a:pt x="120" y="26"/>
                  </a:lnTo>
                  <a:lnTo>
                    <a:pt x="108" y="15"/>
                  </a:lnTo>
                  <a:lnTo>
                    <a:pt x="87" y="2"/>
                  </a:lnTo>
                  <a:lnTo>
                    <a:pt x="67" y="0"/>
                  </a:lnTo>
                  <a:lnTo>
                    <a:pt x="44" y="8"/>
                  </a:lnTo>
                  <a:lnTo>
                    <a:pt x="30"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91">
              <a:extLst>
                <a:ext uri="{FF2B5EF4-FFF2-40B4-BE49-F238E27FC236}">
                  <a16:creationId xmlns:a16="http://schemas.microsoft.com/office/drawing/2014/main" id="{56BBB85C-CDA0-4CB8-6FFF-7AF03F1BAE96}"/>
                </a:ext>
              </a:extLst>
            </p:cNvPr>
            <p:cNvSpPr>
              <a:spLocks/>
            </p:cNvSpPr>
            <p:nvPr/>
          </p:nvSpPr>
          <p:spPr bwMode="auto">
            <a:xfrm>
              <a:off x="2941638" y="3025775"/>
              <a:ext cx="58738" cy="61913"/>
            </a:xfrm>
            <a:custGeom>
              <a:avLst/>
              <a:gdLst>
                <a:gd name="T0" fmla="*/ 29 w 157"/>
                <a:gd name="T1" fmla="*/ 17 h 160"/>
                <a:gd name="T2" fmla="*/ 18 w 157"/>
                <a:gd name="T3" fmla="*/ 25 h 160"/>
                <a:gd name="T4" fmla="*/ 4 w 157"/>
                <a:gd name="T5" fmla="*/ 46 h 160"/>
                <a:gd name="T6" fmla="*/ 0 w 157"/>
                <a:gd name="T7" fmla="*/ 71 h 160"/>
                <a:gd name="T8" fmla="*/ 5 w 157"/>
                <a:gd name="T9" fmla="*/ 97 h 160"/>
                <a:gd name="T10" fmla="*/ 17 w 157"/>
                <a:gd name="T11" fmla="*/ 122 h 160"/>
                <a:gd name="T12" fmla="*/ 35 w 157"/>
                <a:gd name="T13" fmla="*/ 143 h 160"/>
                <a:gd name="T14" fmla="*/ 58 w 157"/>
                <a:gd name="T15" fmla="*/ 156 h 160"/>
                <a:gd name="T16" fmla="*/ 84 w 157"/>
                <a:gd name="T17" fmla="*/ 160 h 160"/>
                <a:gd name="T18" fmla="*/ 97 w 157"/>
                <a:gd name="T19" fmla="*/ 157 h 160"/>
                <a:gd name="T20" fmla="*/ 117 w 157"/>
                <a:gd name="T21" fmla="*/ 149 h 160"/>
                <a:gd name="T22" fmla="*/ 145 w 157"/>
                <a:gd name="T23" fmla="*/ 125 h 160"/>
                <a:gd name="T24" fmla="*/ 157 w 157"/>
                <a:gd name="T25" fmla="*/ 93 h 160"/>
                <a:gd name="T26" fmla="*/ 151 w 157"/>
                <a:gd name="T27" fmla="*/ 57 h 160"/>
                <a:gd name="T28" fmla="*/ 141 w 157"/>
                <a:gd name="T29" fmla="*/ 38 h 160"/>
                <a:gd name="T30" fmla="*/ 130 w 157"/>
                <a:gd name="T31" fmla="*/ 24 h 160"/>
                <a:gd name="T32" fmla="*/ 106 w 157"/>
                <a:gd name="T33" fmla="*/ 5 h 160"/>
                <a:gd name="T34" fmla="*/ 78 w 157"/>
                <a:gd name="T35" fmla="*/ 0 h 160"/>
                <a:gd name="T36" fmla="*/ 46 w 157"/>
                <a:gd name="T37" fmla="*/ 7 h 160"/>
                <a:gd name="T38" fmla="*/ 29 w 157"/>
                <a:gd name="T39" fmla="*/ 17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7" h="160">
                  <a:moveTo>
                    <a:pt x="29" y="17"/>
                  </a:moveTo>
                  <a:lnTo>
                    <a:pt x="18" y="25"/>
                  </a:lnTo>
                  <a:lnTo>
                    <a:pt x="4" y="46"/>
                  </a:lnTo>
                  <a:lnTo>
                    <a:pt x="0" y="71"/>
                  </a:lnTo>
                  <a:lnTo>
                    <a:pt x="5" y="97"/>
                  </a:lnTo>
                  <a:lnTo>
                    <a:pt x="17" y="122"/>
                  </a:lnTo>
                  <a:lnTo>
                    <a:pt x="35" y="143"/>
                  </a:lnTo>
                  <a:lnTo>
                    <a:pt x="58" y="156"/>
                  </a:lnTo>
                  <a:lnTo>
                    <a:pt x="84" y="160"/>
                  </a:lnTo>
                  <a:lnTo>
                    <a:pt x="97" y="157"/>
                  </a:lnTo>
                  <a:lnTo>
                    <a:pt x="117" y="149"/>
                  </a:lnTo>
                  <a:lnTo>
                    <a:pt x="145" y="125"/>
                  </a:lnTo>
                  <a:lnTo>
                    <a:pt x="157" y="93"/>
                  </a:lnTo>
                  <a:lnTo>
                    <a:pt x="151" y="57"/>
                  </a:lnTo>
                  <a:lnTo>
                    <a:pt x="141" y="38"/>
                  </a:lnTo>
                  <a:lnTo>
                    <a:pt x="130" y="24"/>
                  </a:lnTo>
                  <a:lnTo>
                    <a:pt x="106" y="5"/>
                  </a:lnTo>
                  <a:lnTo>
                    <a:pt x="78" y="0"/>
                  </a:lnTo>
                  <a:lnTo>
                    <a:pt x="46" y="7"/>
                  </a:lnTo>
                  <a:lnTo>
                    <a:pt x="29"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93">
              <a:extLst>
                <a:ext uri="{FF2B5EF4-FFF2-40B4-BE49-F238E27FC236}">
                  <a16:creationId xmlns:a16="http://schemas.microsoft.com/office/drawing/2014/main" id="{8DFA5D14-2764-E0B0-F9FB-5FDEB6E85441}"/>
                </a:ext>
              </a:extLst>
            </p:cNvPr>
            <p:cNvSpPr>
              <a:spLocks/>
            </p:cNvSpPr>
            <p:nvPr/>
          </p:nvSpPr>
          <p:spPr bwMode="auto">
            <a:xfrm>
              <a:off x="2847976" y="3121025"/>
              <a:ext cx="58738" cy="55563"/>
            </a:xfrm>
            <a:custGeom>
              <a:avLst/>
              <a:gdLst>
                <a:gd name="T0" fmla="*/ 10 w 156"/>
                <a:gd name="T1" fmla="*/ 35 h 150"/>
                <a:gd name="T2" fmla="*/ 5 w 156"/>
                <a:gd name="T3" fmla="*/ 46 h 150"/>
                <a:gd name="T4" fmla="*/ 0 w 156"/>
                <a:gd name="T5" fmla="*/ 67 h 150"/>
                <a:gd name="T6" fmla="*/ 0 w 156"/>
                <a:gd name="T7" fmla="*/ 87 h 150"/>
                <a:gd name="T8" fmla="*/ 5 w 156"/>
                <a:gd name="T9" fmla="*/ 106 h 150"/>
                <a:gd name="T10" fmla="*/ 14 w 156"/>
                <a:gd name="T11" fmla="*/ 122 h 150"/>
                <a:gd name="T12" fmla="*/ 28 w 156"/>
                <a:gd name="T13" fmla="*/ 135 h 150"/>
                <a:gd name="T14" fmla="*/ 46 w 156"/>
                <a:gd name="T15" fmla="*/ 145 h 150"/>
                <a:gd name="T16" fmla="*/ 67 w 156"/>
                <a:gd name="T17" fmla="*/ 150 h 150"/>
                <a:gd name="T18" fmla="*/ 78 w 156"/>
                <a:gd name="T19" fmla="*/ 150 h 150"/>
                <a:gd name="T20" fmla="*/ 92 w 156"/>
                <a:gd name="T21" fmla="*/ 150 h 150"/>
                <a:gd name="T22" fmla="*/ 113 w 156"/>
                <a:gd name="T23" fmla="*/ 146 h 150"/>
                <a:gd name="T24" fmla="*/ 129 w 156"/>
                <a:gd name="T25" fmla="*/ 136 h 150"/>
                <a:gd name="T26" fmla="*/ 142 w 156"/>
                <a:gd name="T27" fmla="*/ 121 h 150"/>
                <a:gd name="T28" fmla="*/ 147 w 156"/>
                <a:gd name="T29" fmla="*/ 110 h 150"/>
                <a:gd name="T30" fmla="*/ 151 w 156"/>
                <a:gd name="T31" fmla="*/ 99 h 150"/>
                <a:gd name="T32" fmla="*/ 156 w 156"/>
                <a:gd name="T33" fmla="*/ 78 h 150"/>
                <a:gd name="T34" fmla="*/ 156 w 156"/>
                <a:gd name="T35" fmla="*/ 59 h 150"/>
                <a:gd name="T36" fmla="*/ 151 w 156"/>
                <a:gd name="T37" fmla="*/ 41 h 150"/>
                <a:gd name="T38" fmla="*/ 141 w 156"/>
                <a:gd name="T39" fmla="*/ 26 h 150"/>
                <a:gd name="T40" fmla="*/ 128 w 156"/>
                <a:gd name="T41" fmla="*/ 14 h 150"/>
                <a:gd name="T42" fmla="*/ 111 w 156"/>
                <a:gd name="T43" fmla="*/ 5 h 150"/>
                <a:gd name="T44" fmla="*/ 90 w 156"/>
                <a:gd name="T45" fmla="*/ 1 h 150"/>
                <a:gd name="T46" fmla="*/ 78 w 156"/>
                <a:gd name="T47" fmla="*/ 0 h 150"/>
                <a:gd name="T48" fmla="*/ 66 w 156"/>
                <a:gd name="T49" fmla="*/ 1 h 150"/>
                <a:gd name="T50" fmla="*/ 45 w 156"/>
                <a:gd name="T51" fmla="*/ 5 h 150"/>
                <a:gd name="T52" fmla="*/ 29 w 156"/>
                <a:gd name="T53" fmla="*/ 14 h 150"/>
                <a:gd name="T54" fmla="*/ 15 w 156"/>
                <a:gd name="T55" fmla="*/ 27 h 150"/>
                <a:gd name="T56" fmla="*/ 10 w 156"/>
                <a:gd name="T57" fmla="*/ 3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6" h="150">
                  <a:moveTo>
                    <a:pt x="10" y="35"/>
                  </a:moveTo>
                  <a:lnTo>
                    <a:pt x="5" y="46"/>
                  </a:lnTo>
                  <a:lnTo>
                    <a:pt x="0" y="67"/>
                  </a:lnTo>
                  <a:lnTo>
                    <a:pt x="0" y="87"/>
                  </a:lnTo>
                  <a:lnTo>
                    <a:pt x="5" y="106"/>
                  </a:lnTo>
                  <a:lnTo>
                    <a:pt x="14" y="122"/>
                  </a:lnTo>
                  <a:lnTo>
                    <a:pt x="28" y="135"/>
                  </a:lnTo>
                  <a:lnTo>
                    <a:pt x="46" y="145"/>
                  </a:lnTo>
                  <a:lnTo>
                    <a:pt x="67" y="150"/>
                  </a:lnTo>
                  <a:lnTo>
                    <a:pt x="78" y="150"/>
                  </a:lnTo>
                  <a:lnTo>
                    <a:pt x="92" y="150"/>
                  </a:lnTo>
                  <a:lnTo>
                    <a:pt x="113" y="146"/>
                  </a:lnTo>
                  <a:lnTo>
                    <a:pt x="129" y="136"/>
                  </a:lnTo>
                  <a:lnTo>
                    <a:pt x="142" y="121"/>
                  </a:lnTo>
                  <a:lnTo>
                    <a:pt x="147" y="110"/>
                  </a:lnTo>
                  <a:lnTo>
                    <a:pt x="151" y="99"/>
                  </a:lnTo>
                  <a:lnTo>
                    <a:pt x="156" y="78"/>
                  </a:lnTo>
                  <a:lnTo>
                    <a:pt x="156" y="59"/>
                  </a:lnTo>
                  <a:lnTo>
                    <a:pt x="151" y="41"/>
                  </a:lnTo>
                  <a:lnTo>
                    <a:pt x="141" y="26"/>
                  </a:lnTo>
                  <a:lnTo>
                    <a:pt x="128" y="14"/>
                  </a:lnTo>
                  <a:lnTo>
                    <a:pt x="111" y="5"/>
                  </a:lnTo>
                  <a:lnTo>
                    <a:pt x="90" y="1"/>
                  </a:lnTo>
                  <a:lnTo>
                    <a:pt x="78" y="0"/>
                  </a:lnTo>
                  <a:lnTo>
                    <a:pt x="66" y="1"/>
                  </a:lnTo>
                  <a:lnTo>
                    <a:pt x="45" y="5"/>
                  </a:lnTo>
                  <a:lnTo>
                    <a:pt x="29" y="14"/>
                  </a:lnTo>
                  <a:lnTo>
                    <a:pt x="15" y="27"/>
                  </a:lnTo>
                  <a:lnTo>
                    <a:pt x="10"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94">
              <a:extLst>
                <a:ext uri="{FF2B5EF4-FFF2-40B4-BE49-F238E27FC236}">
                  <a16:creationId xmlns:a16="http://schemas.microsoft.com/office/drawing/2014/main" id="{3801E8A6-BDAE-A9F9-A358-EB8A541F44C4}"/>
                </a:ext>
              </a:extLst>
            </p:cNvPr>
            <p:cNvSpPr>
              <a:spLocks/>
            </p:cNvSpPr>
            <p:nvPr/>
          </p:nvSpPr>
          <p:spPr bwMode="auto">
            <a:xfrm>
              <a:off x="3049588" y="3317875"/>
              <a:ext cx="60325" cy="60325"/>
            </a:xfrm>
            <a:custGeom>
              <a:avLst/>
              <a:gdLst>
                <a:gd name="T0" fmla="*/ 21 w 160"/>
                <a:gd name="T1" fmla="*/ 30 h 160"/>
                <a:gd name="T2" fmla="*/ 10 w 160"/>
                <a:gd name="T3" fmla="*/ 45 h 160"/>
                <a:gd name="T4" fmla="*/ 0 w 160"/>
                <a:gd name="T5" fmla="*/ 74 h 160"/>
                <a:gd name="T6" fmla="*/ 1 w 160"/>
                <a:gd name="T7" fmla="*/ 102 h 160"/>
                <a:gd name="T8" fmla="*/ 13 w 160"/>
                <a:gd name="T9" fmla="*/ 127 h 160"/>
                <a:gd name="T10" fmla="*/ 33 w 160"/>
                <a:gd name="T11" fmla="*/ 147 h 160"/>
                <a:gd name="T12" fmla="*/ 58 w 160"/>
                <a:gd name="T13" fmla="*/ 159 h 160"/>
                <a:gd name="T14" fmla="*/ 86 w 160"/>
                <a:gd name="T15" fmla="*/ 160 h 160"/>
                <a:gd name="T16" fmla="*/ 115 w 160"/>
                <a:gd name="T17" fmla="*/ 150 h 160"/>
                <a:gd name="T18" fmla="*/ 130 w 160"/>
                <a:gd name="T19" fmla="*/ 139 h 160"/>
                <a:gd name="T20" fmla="*/ 144 w 160"/>
                <a:gd name="T21" fmla="*/ 125 h 160"/>
                <a:gd name="T22" fmla="*/ 160 w 160"/>
                <a:gd name="T23" fmla="*/ 99 h 160"/>
                <a:gd name="T24" fmla="*/ 160 w 160"/>
                <a:gd name="T25" fmla="*/ 73 h 160"/>
                <a:gd name="T26" fmla="*/ 144 w 160"/>
                <a:gd name="T27" fmla="*/ 46 h 160"/>
                <a:gd name="T28" fmla="*/ 130 w 160"/>
                <a:gd name="T29" fmla="*/ 30 h 160"/>
                <a:gd name="T30" fmla="*/ 114 w 160"/>
                <a:gd name="T31" fmla="*/ 16 h 160"/>
                <a:gd name="T32" fmla="*/ 87 w 160"/>
                <a:gd name="T33" fmla="*/ 0 h 160"/>
                <a:gd name="T34" fmla="*/ 61 w 160"/>
                <a:gd name="T35" fmla="*/ 0 h 160"/>
                <a:gd name="T36" fmla="*/ 35 w 160"/>
                <a:gd name="T37" fmla="*/ 16 h 160"/>
                <a:gd name="T38" fmla="*/ 21 w 160"/>
                <a:gd name="T39" fmla="*/ 3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60" h="160">
                  <a:moveTo>
                    <a:pt x="21" y="30"/>
                  </a:moveTo>
                  <a:lnTo>
                    <a:pt x="10" y="45"/>
                  </a:lnTo>
                  <a:lnTo>
                    <a:pt x="0" y="74"/>
                  </a:lnTo>
                  <a:lnTo>
                    <a:pt x="1" y="102"/>
                  </a:lnTo>
                  <a:lnTo>
                    <a:pt x="13" y="127"/>
                  </a:lnTo>
                  <a:lnTo>
                    <a:pt x="33" y="147"/>
                  </a:lnTo>
                  <a:lnTo>
                    <a:pt x="58" y="159"/>
                  </a:lnTo>
                  <a:lnTo>
                    <a:pt x="86" y="160"/>
                  </a:lnTo>
                  <a:lnTo>
                    <a:pt x="115" y="150"/>
                  </a:lnTo>
                  <a:lnTo>
                    <a:pt x="130" y="139"/>
                  </a:lnTo>
                  <a:lnTo>
                    <a:pt x="144" y="125"/>
                  </a:lnTo>
                  <a:lnTo>
                    <a:pt x="160" y="99"/>
                  </a:lnTo>
                  <a:lnTo>
                    <a:pt x="160" y="73"/>
                  </a:lnTo>
                  <a:lnTo>
                    <a:pt x="144" y="46"/>
                  </a:lnTo>
                  <a:lnTo>
                    <a:pt x="130" y="30"/>
                  </a:lnTo>
                  <a:lnTo>
                    <a:pt x="114" y="16"/>
                  </a:lnTo>
                  <a:lnTo>
                    <a:pt x="87" y="0"/>
                  </a:lnTo>
                  <a:lnTo>
                    <a:pt x="61" y="0"/>
                  </a:lnTo>
                  <a:lnTo>
                    <a:pt x="35" y="16"/>
                  </a:lnTo>
                  <a:lnTo>
                    <a:pt x="21"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95">
              <a:extLst>
                <a:ext uri="{FF2B5EF4-FFF2-40B4-BE49-F238E27FC236}">
                  <a16:creationId xmlns:a16="http://schemas.microsoft.com/office/drawing/2014/main" id="{177FD2CD-EF02-791C-1C42-9A2BCD9D7E8E}"/>
                </a:ext>
              </a:extLst>
            </p:cNvPr>
            <p:cNvSpPr>
              <a:spLocks/>
            </p:cNvSpPr>
            <p:nvPr/>
          </p:nvSpPr>
          <p:spPr bwMode="auto">
            <a:xfrm>
              <a:off x="2924176" y="3335338"/>
              <a:ext cx="60325" cy="58738"/>
            </a:xfrm>
            <a:custGeom>
              <a:avLst/>
              <a:gdLst>
                <a:gd name="T0" fmla="*/ 21 w 163"/>
                <a:gd name="T1" fmla="*/ 32 h 152"/>
                <a:gd name="T2" fmla="*/ 12 w 163"/>
                <a:gd name="T3" fmla="*/ 42 h 152"/>
                <a:gd name="T4" fmla="*/ 2 w 163"/>
                <a:gd name="T5" fmla="*/ 59 h 152"/>
                <a:gd name="T6" fmla="*/ 0 w 163"/>
                <a:gd name="T7" fmla="*/ 76 h 152"/>
                <a:gd name="T8" fmla="*/ 4 w 163"/>
                <a:gd name="T9" fmla="*/ 95 h 152"/>
                <a:gd name="T10" fmla="*/ 9 w 163"/>
                <a:gd name="T11" fmla="*/ 107 h 152"/>
                <a:gd name="T12" fmla="*/ 17 w 163"/>
                <a:gd name="T13" fmla="*/ 121 h 152"/>
                <a:gd name="T14" fmla="*/ 36 w 163"/>
                <a:gd name="T15" fmla="*/ 139 h 152"/>
                <a:gd name="T16" fmla="*/ 60 w 163"/>
                <a:gd name="T17" fmla="*/ 150 h 152"/>
                <a:gd name="T18" fmla="*/ 86 w 163"/>
                <a:gd name="T19" fmla="*/ 152 h 152"/>
                <a:gd name="T20" fmla="*/ 112 w 163"/>
                <a:gd name="T21" fmla="*/ 146 h 152"/>
                <a:gd name="T22" fmla="*/ 134 w 163"/>
                <a:gd name="T23" fmla="*/ 133 h 152"/>
                <a:gd name="T24" fmla="*/ 152 w 163"/>
                <a:gd name="T25" fmla="*/ 114 h 152"/>
                <a:gd name="T26" fmla="*/ 162 w 163"/>
                <a:gd name="T27" fmla="*/ 89 h 152"/>
                <a:gd name="T28" fmla="*/ 163 w 163"/>
                <a:gd name="T29" fmla="*/ 74 h 152"/>
                <a:gd name="T30" fmla="*/ 162 w 163"/>
                <a:gd name="T31" fmla="*/ 60 h 152"/>
                <a:gd name="T32" fmla="*/ 154 w 163"/>
                <a:gd name="T33" fmla="*/ 37 h 152"/>
                <a:gd name="T34" fmla="*/ 141 w 163"/>
                <a:gd name="T35" fmla="*/ 19 h 152"/>
                <a:gd name="T36" fmla="*/ 122 w 163"/>
                <a:gd name="T37" fmla="*/ 6 h 152"/>
                <a:gd name="T38" fmla="*/ 101 w 163"/>
                <a:gd name="T39" fmla="*/ 0 h 152"/>
                <a:gd name="T40" fmla="*/ 78 w 163"/>
                <a:gd name="T41" fmla="*/ 0 h 152"/>
                <a:gd name="T42" fmla="*/ 54 w 163"/>
                <a:gd name="T43" fmla="*/ 7 h 152"/>
                <a:gd name="T44" fmla="*/ 31 w 163"/>
                <a:gd name="T45" fmla="*/ 22 h 152"/>
                <a:gd name="T46" fmla="*/ 21 w 163"/>
                <a:gd name="T47" fmla="*/ 3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3" h="152">
                  <a:moveTo>
                    <a:pt x="21" y="32"/>
                  </a:moveTo>
                  <a:lnTo>
                    <a:pt x="12" y="42"/>
                  </a:lnTo>
                  <a:lnTo>
                    <a:pt x="2" y="59"/>
                  </a:lnTo>
                  <a:lnTo>
                    <a:pt x="0" y="76"/>
                  </a:lnTo>
                  <a:lnTo>
                    <a:pt x="4" y="95"/>
                  </a:lnTo>
                  <a:lnTo>
                    <a:pt x="9" y="107"/>
                  </a:lnTo>
                  <a:lnTo>
                    <a:pt x="17" y="121"/>
                  </a:lnTo>
                  <a:lnTo>
                    <a:pt x="36" y="139"/>
                  </a:lnTo>
                  <a:lnTo>
                    <a:pt x="60" y="150"/>
                  </a:lnTo>
                  <a:lnTo>
                    <a:pt x="86" y="152"/>
                  </a:lnTo>
                  <a:lnTo>
                    <a:pt x="112" y="146"/>
                  </a:lnTo>
                  <a:lnTo>
                    <a:pt x="134" y="133"/>
                  </a:lnTo>
                  <a:lnTo>
                    <a:pt x="152" y="114"/>
                  </a:lnTo>
                  <a:lnTo>
                    <a:pt x="162" y="89"/>
                  </a:lnTo>
                  <a:lnTo>
                    <a:pt x="163" y="74"/>
                  </a:lnTo>
                  <a:lnTo>
                    <a:pt x="162" y="60"/>
                  </a:lnTo>
                  <a:lnTo>
                    <a:pt x="154" y="37"/>
                  </a:lnTo>
                  <a:lnTo>
                    <a:pt x="141" y="19"/>
                  </a:lnTo>
                  <a:lnTo>
                    <a:pt x="122" y="6"/>
                  </a:lnTo>
                  <a:lnTo>
                    <a:pt x="101" y="0"/>
                  </a:lnTo>
                  <a:lnTo>
                    <a:pt x="78" y="0"/>
                  </a:lnTo>
                  <a:lnTo>
                    <a:pt x="54" y="7"/>
                  </a:lnTo>
                  <a:lnTo>
                    <a:pt x="31" y="22"/>
                  </a:lnTo>
                  <a:lnTo>
                    <a:pt x="21"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65" name="Rounded Rectangle 36">
            <a:extLst>
              <a:ext uri="{FF2B5EF4-FFF2-40B4-BE49-F238E27FC236}">
                <a16:creationId xmlns:a16="http://schemas.microsoft.com/office/drawing/2014/main" id="{0ED41A32-1175-68C7-F39C-694F48970D1D}"/>
              </a:ext>
            </a:extLst>
          </p:cNvPr>
          <p:cNvSpPr/>
          <p:nvPr/>
        </p:nvSpPr>
        <p:spPr>
          <a:xfrm>
            <a:off x="2493264" y="3754672"/>
            <a:ext cx="1554480" cy="27432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75" name="Rectangle 74">
            <a:extLst>
              <a:ext uri="{FF2B5EF4-FFF2-40B4-BE49-F238E27FC236}">
                <a16:creationId xmlns:a16="http://schemas.microsoft.com/office/drawing/2014/main" id="{0A38A3FE-05F6-2E65-AB2F-6DE1F7D9A5D3}"/>
              </a:ext>
            </a:extLst>
          </p:cNvPr>
          <p:cNvSpPr/>
          <p:nvPr/>
        </p:nvSpPr>
        <p:spPr>
          <a:xfrm>
            <a:off x="2493264" y="4966388"/>
            <a:ext cx="1554480" cy="707886"/>
          </a:xfrm>
          <a:prstGeom prst="rect">
            <a:avLst/>
          </a:prstGeom>
        </p:spPr>
        <p:txBody>
          <a:bodyPr wrap="square" anchor="t" anchorCtr="0">
            <a:noAutofit/>
          </a:bodyPr>
          <a:lstStyle/>
          <a:p>
            <a:pPr marL="0" lvl="1" algn="ctr" rtl="1"/>
            <a:r>
              <a:rPr lang="ar-EG" b="1" dirty="0">
                <a:solidFill>
                  <a:schemeClr val="accent1"/>
                </a:solidFill>
                <a:latin typeface="Sakkal Majalla" panose="02000000000000000000" pitchFamily="2" charset="-78"/>
                <a:cs typeface="Sakkal Majalla" panose="02000000000000000000" pitchFamily="2" charset="-78"/>
              </a:rPr>
              <a:t>تعزيز الحوكمة المؤسسية</a:t>
            </a:r>
          </a:p>
        </p:txBody>
      </p:sp>
      <p:sp>
        <p:nvSpPr>
          <p:cNvPr id="77" name="TextBox 76">
            <a:extLst>
              <a:ext uri="{FF2B5EF4-FFF2-40B4-BE49-F238E27FC236}">
                <a16:creationId xmlns:a16="http://schemas.microsoft.com/office/drawing/2014/main" id="{E6F05FF7-BED4-069D-0E9C-3E15E653800B}"/>
              </a:ext>
            </a:extLst>
          </p:cNvPr>
          <p:cNvSpPr txBox="1"/>
          <p:nvPr/>
        </p:nvSpPr>
        <p:spPr>
          <a:xfrm>
            <a:off x="2493264" y="3544326"/>
            <a:ext cx="1554480" cy="769441"/>
          </a:xfrm>
          <a:prstGeom prst="rect">
            <a:avLst/>
          </a:prstGeom>
          <a:noFill/>
        </p:spPr>
        <p:txBody>
          <a:bodyPr wrap="square" rtlCol="0">
            <a:spAutoFit/>
          </a:bodyPr>
          <a:lstStyle/>
          <a:p>
            <a:pPr algn="ctr"/>
            <a:r>
              <a:rPr lang="en-US" sz="4400" dirty="0">
                <a:solidFill>
                  <a:schemeClr val="accent1"/>
                </a:solidFill>
                <a:latin typeface="Sakkal Majalla" panose="02000000000000000000" pitchFamily="2" charset="-78"/>
                <a:cs typeface="Sakkal Majalla" panose="02000000000000000000" pitchFamily="2" charset="-78"/>
              </a:rPr>
              <a:t>05</a:t>
            </a:r>
          </a:p>
        </p:txBody>
      </p:sp>
      <p:grpSp>
        <p:nvGrpSpPr>
          <p:cNvPr id="44" name="Group 43">
            <a:extLst>
              <a:ext uri="{FF2B5EF4-FFF2-40B4-BE49-F238E27FC236}">
                <a16:creationId xmlns:a16="http://schemas.microsoft.com/office/drawing/2014/main" id="{3857759C-9E65-08BF-4C4C-783D0F7D2CD5}"/>
              </a:ext>
            </a:extLst>
          </p:cNvPr>
          <p:cNvGrpSpPr>
            <a:grpSpLocks noChangeAspect="1"/>
          </p:cNvGrpSpPr>
          <p:nvPr/>
        </p:nvGrpSpPr>
        <p:grpSpPr>
          <a:xfrm>
            <a:off x="3040018" y="4320709"/>
            <a:ext cx="460972" cy="457200"/>
            <a:chOff x="6977063" y="2595563"/>
            <a:chExt cx="1746250" cy="1731963"/>
          </a:xfrm>
          <a:solidFill>
            <a:schemeClr val="accent2"/>
          </a:solidFill>
        </p:grpSpPr>
        <p:sp>
          <p:nvSpPr>
            <p:cNvPr id="45" name="Freeform 70">
              <a:extLst>
                <a:ext uri="{FF2B5EF4-FFF2-40B4-BE49-F238E27FC236}">
                  <a16:creationId xmlns:a16="http://schemas.microsoft.com/office/drawing/2014/main" id="{9BF4B636-85AF-C15E-60EE-518FCDE2E40B}"/>
                </a:ext>
              </a:extLst>
            </p:cNvPr>
            <p:cNvSpPr>
              <a:spLocks noEditPoints="1"/>
            </p:cNvSpPr>
            <p:nvPr/>
          </p:nvSpPr>
          <p:spPr bwMode="auto">
            <a:xfrm>
              <a:off x="8066088" y="2595563"/>
              <a:ext cx="657225" cy="779463"/>
            </a:xfrm>
            <a:custGeom>
              <a:avLst/>
              <a:gdLst>
                <a:gd name="T0" fmla="*/ 676 w 1491"/>
                <a:gd name="T1" fmla="*/ 94 h 1767"/>
                <a:gd name="T2" fmla="*/ 572 w 1491"/>
                <a:gd name="T3" fmla="*/ 150 h 1767"/>
                <a:gd name="T4" fmla="*/ 265 w 1491"/>
                <a:gd name="T5" fmla="*/ 302 h 1767"/>
                <a:gd name="T6" fmla="*/ 48 w 1491"/>
                <a:gd name="T7" fmla="*/ 602 h 1767"/>
                <a:gd name="T8" fmla="*/ 0 w 1491"/>
                <a:gd name="T9" fmla="*/ 805 h 1767"/>
                <a:gd name="T10" fmla="*/ 23 w 1491"/>
                <a:gd name="T11" fmla="*/ 1080 h 1767"/>
                <a:gd name="T12" fmla="*/ 165 w 1491"/>
                <a:gd name="T13" fmla="*/ 1357 h 1767"/>
                <a:gd name="T14" fmla="*/ 67 w 1491"/>
                <a:gd name="T15" fmla="*/ 1491 h 1767"/>
                <a:gd name="T16" fmla="*/ 106 w 1491"/>
                <a:gd name="T17" fmla="*/ 1545 h 1767"/>
                <a:gd name="T18" fmla="*/ 175 w 1491"/>
                <a:gd name="T19" fmla="*/ 1536 h 1767"/>
                <a:gd name="T20" fmla="*/ 253 w 1491"/>
                <a:gd name="T21" fmla="*/ 1474 h 1767"/>
                <a:gd name="T22" fmla="*/ 318 w 1491"/>
                <a:gd name="T23" fmla="*/ 1496 h 1767"/>
                <a:gd name="T24" fmla="*/ 578 w 1491"/>
                <a:gd name="T25" fmla="*/ 1607 h 1767"/>
                <a:gd name="T26" fmla="*/ 676 w 1491"/>
                <a:gd name="T27" fmla="*/ 1661 h 1767"/>
                <a:gd name="T28" fmla="*/ 709 w 1491"/>
                <a:gd name="T29" fmla="*/ 1753 h 1767"/>
                <a:gd name="T30" fmla="*/ 781 w 1491"/>
                <a:gd name="T31" fmla="*/ 1749 h 1767"/>
                <a:gd name="T32" fmla="*/ 815 w 1491"/>
                <a:gd name="T33" fmla="*/ 1653 h 1767"/>
                <a:gd name="T34" fmla="*/ 890 w 1491"/>
                <a:gd name="T35" fmla="*/ 1610 h 1767"/>
                <a:gd name="T36" fmla="*/ 1150 w 1491"/>
                <a:gd name="T37" fmla="*/ 1499 h 1767"/>
                <a:gd name="T38" fmla="*/ 1326 w 1491"/>
                <a:gd name="T39" fmla="*/ 1339 h 1767"/>
                <a:gd name="T40" fmla="*/ 1491 w 1491"/>
                <a:gd name="T41" fmla="*/ 938 h 1767"/>
                <a:gd name="T42" fmla="*/ 1418 w 1491"/>
                <a:gd name="T43" fmla="*/ 559 h 1767"/>
                <a:gd name="T44" fmla="*/ 1250 w 1491"/>
                <a:gd name="T45" fmla="*/ 330 h 1767"/>
                <a:gd name="T46" fmla="*/ 971 w 1491"/>
                <a:gd name="T47" fmla="*/ 166 h 1767"/>
                <a:gd name="T48" fmla="*/ 816 w 1491"/>
                <a:gd name="T49" fmla="*/ 104 h 1767"/>
                <a:gd name="T50" fmla="*/ 782 w 1491"/>
                <a:gd name="T51" fmla="*/ 16 h 1767"/>
                <a:gd name="T52" fmla="*/ 695 w 1491"/>
                <a:gd name="T53" fmla="*/ 13 h 1767"/>
                <a:gd name="T54" fmla="*/ 475 w 1491"/>
                <a:gd name="T55" fmla="*/ 1049 h 1767"/>
                <a:gd name="T56" fmla="*/ 253 w 1491"/>
                <a:gd name="T57" fmla="*/ 1245 h 1767"/>
                <a:gd name="T58" fmla="*/ 173 w 1491"/>
                <a:gd name="T59" fmla="*/ 1108 h 1767"/>
                <a:gd name="T60" fmla="*/ 140 w 1491"/>
                <a:gd name="T61" fmla="*/ 884 h 1767"/>
                <a:gd name="T62" fmla="*/ 171 w 1491"/>
                <a:gd name="T63" fmla="*/ 661 h 1767"/>
                <a:gd name="T64" fmla="*/ 321 w 1491"/>
                <a:gd name="T65" fmla="*/ 437 h 1767"/>
                <a:gd name="T66" fmla="*/ 526 w 1491"/>
                <a:gd name="T67" fmla="*/ 308 h 1767"/>
                <a:gd name="T68" fmla="*/ 660 w 1491"/>
                <a:gd name="T69" fmla="*/ 278 h 1767"/>
                <a:gd name="T70" fmla="*/ 1008 w 1491"/>
                <a:gd name="T71" fmla="*/ 329 h 1767"/>
                <a:gd name="T72" fmla="*/ 1209 w 1491"/>
                <a:gd name="T73" fmla="*/ 488 h 1767"/>
                <a:gd name="T74" fmla="*/ 1327 w 1491"/>
                <a:gd name="T75" fmla="*/ 696 h 1767"/>
                <a:gd name="T76" fmla="*/ 1340 w 1491"/>
                <a:gd name="T77" fmla="*/ 939 h 1767"/>
                <a:gd name="T78" fmla="*/ 1293 w 1491"/>
                <a:gd name="T79" fmla="*/ 1147 h 1767"/>
                <a:gd name="T80" fmla="*/ 1140 w 1491"/>
                <a:gd name="T81" fmla="*/ 1339 h 1767"/>
                <a:gd name="T82" fmla="*/ 906 w 1491"/>
                <a:gd name="T83" fmla="*/ 1469 h 1767"/>
                <a:gd name="T84" fmla="*/ 815 w 1491"/>
                <a:gd name="T85" fmla="*/ 264 h 1767"/>
                <a:gd name="T86" fmla="*/ 1008 w 1491"/>
                <a:gd name="T87" fmla="*/ 329 h 1767"/>
                <a:gd name="T88" fmla="*/ 669 w 1491"/>
                <a:gd name="T89" fmla="*/ 1470 h 1767"/>
                <a:gd name="T90" fmla="*/ 603 w 1491"/>
                <a:gd name="T91" fmla="*/ 1473 h 1767"/>
                <a:gd name="T92" fmla="*/ 362 w 1491"/>
                <a:gd name="T93" fmla="*/ 1364 h 1767"/>
                <a:gd name="T94" fmla="*/ 668 w 1491"/>
                <a:gd name="T95" fmla="*/ 1067 h 1767"/>
                <a:gd name="T96" fmla="*/ 682 w 1491"/>
                <a:gd name="T97" fmla="*/ 1265 h 17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491" h="1767">
                  <a:moveTo>
                    <a:pt x="690" y="20"/>
                  </a:moveTo>
                  <a:lnTo>
                    <a:pt x="684" y="46"/>
                  </a:lnTo>
                  <a:lnTo>
                    <a:pt x="678" y="82"/>
                  </a:lnTo>
                  <a:lnTo>
                    <a:pt x="676" y="94"/>
                  </a:lnTo>
                  <a:lnTo>
                    <a:pt x="665" y="112"/>
                  </a:lnTo>
                  <a:lnTo>
                    <a:pt x="642" y="127"/>
                  </a:lnTo>
                  <a:lnTo>
                    <a:pt x="601" y="142"/>
                  </a:lnTo>
                  <a:lnTo>
                    <a:pt x="572" y="150"/>
                  </a:lnTo>
                  <a:lnTo>
                    <a:pt x="521" y="165"/>
                  </a:lnTo>
                  <a:lnTo>
                    <a:pt x="428" y="202"/>
                  </a:lnTo>
                  <a:lnTo>
                    <a:pt x="342" y="247"/>
                  </a:lnTo>
                  <a:lnTo>
                    <a:pt x="265" y="302"/>
                  </a:lnTo>
                  <a:lnTo>
                    <a:pt x="197" y="365"/>
                  </a:lnTo>
                  <a:lnTo>
                    <a:pt x="138" y="436"/>
                  </a:lnTo>
                  <a:lnTo>
                    <a:pt x="88" y="515"/>
                  </a:lnTo>
                  <a:lnTo>
                    <a:pt x="48" y="602"/>
                  </a:lnTo>
                  <a:lnTo>
                    <a:pt x="32" y="649"/>
                  </a:lnTo>
                  <a:lnTo>
                    <a:pt x="21" y="685"/>
                  </a:lnTo>
                  <a:lnTo>
                    <a:pt x="6" y="746"/>
                  </a:lnTo>
                  <a:lnTo>
                    <a:pt x="0" y="805"/>
                  </a:lnTo>
                  <a:lnTo>
                    <a:pt x="0" y="876"/>
                  </a:lnTo>
                  <a:lnTo>
                    <a:pt x="2" y="922"/>
                  </a:lnTo>
                  <a:lnTo>
                    <a:pt x="6" y="980"/>
                  </a:lnTo>
                  <a:lnTo>
                    <a:pt x="23" y="1080"/>
                  </a:lnTo>
                  <a:lnTo>
                    <a:pt x="51" y="1168"/>
                  </a:lnTo>
                  <a:lnTo>
                    <a:pt x="94" y="1252"/>
                  </a:lnTo>
                  <a:lnTo>
                    <a:pt x="123" y="1295"/>
                  </a:lnTo>
                  <a:lnTo>
                    <a:pt x="165" y="1357"/>
                  </a:lnTo>
                  <a:lnTo>
                    <a:pt x="113" y="1410"/>
                  </a:lnTo>
                  <a:lnTo>
                    <a:pt x="91" y="1435"/>
                  </a:lnTo>
                  <a:lnTo>
                    <a:pt x="72" y="1470"/>
                  </a:lnTo>
                  <a:lnTo>
                    <a:pt x="67" y="1491"/>
                  </a:lnTo>
                  <a:lnTo>
                    <a:pt x="67" y="1510"/>
                  </a:lnTo>
                  <a:lnTo>
                    <a:pt x="74" y="1525"/>
                  </a:lnTo>
                  <a:lnTo>
                    <a:pt x="87" y="1537"/>
                  </a:lnTo>
                  <a:lnTo>
                    <a:pt x="106" y="1545"/>
                  </a:lnTo>
                  <a:lnTo>
                    <a:pt x="118" y="1547"/>
                  </a:lnTo>
                  <a:lnTo>
                    <a:pt x="130" y="1548"/>
                  </a:lnTo>
                  <a:lnTo>
                    <a:pt x="153" y="1545"/>
                  </a:lnTo>
                  <a:lnTo>
                    <a:pt x="175" y="1536"/>
                  </a:lnTo>
                  <a:lnTo>
                    <a:pt x="196" y="1520"/>
                  </a:lnTo>
                  <a:lnTo>
                    <a:pt x="207" y="1510"/>
                  </a:lnTo>
                  <a:lnTo>
                    <a:pt x="223" y="1495"/>
                  </a:lnTo>
                  <a:lnTo>
                    <a:pt x="253" y="1474"/>
                  </a:lnTo>
                  <a:lnTo>
                    <a:pt x="279" y="1467"/>
                  </a:lnTo>
                  <a:lnTo>
                    <a:pt x="299" y="1474"/>
                  </a:lnTo>
                  <a:lnTo>
                    <a:pt x="307" y="1484"/>
                  </a:lnTo>
                  <a:lnTo>
                    <a:pt x="318" y="1496"/>
                  </a:lnTo>
                  <a:lnTo>
                    <a:pt x="374" y="1530"/>
                  </a:lnTo>
                  <a:lnTo>
                    <a:pt x="454" y="1566"/>
                  </a:lnTo>
                  <a:lnTo>
                    <a:pt x="540" y="1597"/>
                  </a:lnTo>
                  <a:lnTo>
                    <a:pt x="578" y="1607"/>
                  </a:lnTo>
                  <a:lnTo>
                    <a:pt x="608" y="1614"/>
                  </a:lnTo>
                  <a:lnTo>
                    <a:pt x="648" y="1625"/>
                  </a:lnTo>
                  <a:lnTo>
                    <a:pt x="668" y="1640"/>
                  </a:lnTo>
                  <a:lnTo>
                    <a:pt x="676" y="1661"/>
                  </a:lnTo>
                  <a:lnTo>
                    <a:pt x="678" y="1677"/>
                  </a:lnTo>
                  <a:lnTo>
                    <a:pt x="681" y="1697"/>
                  </a:lnTo>
                  <a:lnTo>
                    <a:pt x="693" y="1730"/>
                  </a:lnTo>
                  <a:lnTo>
                    <a:pt x="709" y="1753"/>
                  </a:lnTo>
                  <a:lnTo>
                    <a:pt x="730" y="1766"/>
                  </a:lnTo>
                  <a:lnTo>
                    <a:pt x="742" y="1767"/>
                  </a:lnTo>
                  <a:lnTo>
                    <a:pt x="755" y="1765"/>
                  </a:lnTo>
                  <a:lnTo>
                    <a:pt x="781" y="1749"/>
                  </a:lnTo>
                  <a:lnTo>
                    <a:pt x="802" y="1721"/>
                  </a:lnTo>
                  <a:lnTo>
                    <a:pt x="814" y="1686"/>
                  </a:lnTo>
                  <a:lnTo>
                    <a:pt x="815" y="1667"/>
                  </a:lnTo>
                  <a:lnTo>
                    <a:pt x="815" y="1653"/>
                  </a:lnTo>
                  <a:lnTo>
                    <a:pt x="820" y="1633"/>
                  </a:lnTo>
                  <a:lnTo>
                    <a:pt x="836" y="1622"/>
                  </a:lnTo>
                  <a:lnTo>
                    <a:pt x="866" y="1614"/>
                  </a:lnTo>
                  <a:lnTo>
                    <a:pt x="890" y="1610"/>
                  </a:lnTo>
                  <a:lnTo>
                    <a:pt x="914" y="1606"/>
                  </a:lnTo>
                  <a:lnTo>
                    <a:pt x="964" y="1592"/>
                  </a:lnTo>
                  <a:lnTo>
                    <a:pt x="1044" y="1560"/>
                  </a:lnTo>
                  <a:lnTo>
                    <a:pt x="1150" y="1499"/>
                  </a:lnTo>
                  <a:lnTo>
                    <a:pt x="1223" y="1444"/>
                  </a:lnTo>
                  <a:lnTo>
                    <a:pt x="1267" y="1404"/>
                  </a:lnTo>
                  <a:lnTo>
                    <a:pt x="1287" y="1384"/>
                  </a:lnTo>
                  <a:lnTo>
                    <a:pt x="1326" y="1339"/>
                  </a:lnTo>
                  <a:lnTo>
                    <a:pt x="1391" y="1246"/>
                  </a:lnTo>
                  <a:lnTo>
                    <a:pt x="1441" y="1147"/>
                  </a:lnTo>
                  <a:lnTo>
                    <a:pt x="1474" y="1044"/>
                  </a:lnTo>
                  <a:lnTo>
                    <a:pt x="1491" y="938"/>
                  </a:lnTo>
                  <a:lnTo>
                    <a:pt x="1491" y="830"/>
                  </a:lnTo>
                  <a:lnTo>
                    <a:pt x="1475" y="721"/>
                  </a:lnTo>
                  <a:lnTo>
                    <a:pt x="1442" y="613"/>
                  </a:lnTo>
                  <a:lnTo>
                    <a:pt x="1418" y="559"/>
                  </a:lnTo>
                  <a:lnTo>
                    <a:pt x="1400" y="522"/>
                  </a:lnTo>
                  <a:lnTo>
                    <a:pt x="1357" y="452"/>
                  </a:lnTo>
                  <a:lnTo>
                    <a:pt x="1307" y="388"/>
                  </a:lnTo>
                  <a:lnTo>
                    <a:pt x="1250" y="330"/>
                  </a:lnTo>
                  <a:lnTo>
                    <a:pt x="1188" y="278"/>
                  </a:lnTo>
                  <a:lnTo>
                    <a:pt x="1120" y="233"/>
                  </a:lnTo>
                  <a:lnTo>
                    <a:pt x="1047" y="196"/>
                  </a:lnTo>
                  <a:lnTo>
                    <a:pt x="971" y="166"/>
                  </a:lnTo>
                  <a:lnTo>
                    <a:pt x="932" y="155"/>
                  </a:lnTo>
                  <a:lnTo>
                    <a:pt x="871" y="139"/>
                  </a:lnTo>
                  <a:lnTo>
                    <a:pt x="827" y="119"/>
                  </a:lnTo>
                  <a:lnTo>
                    <a:pt x="816" y="104"/>
                  </a:lnTo>
                  <a:lnTo>
                    <a:pt x="815" y="95"/>
                  </a:lnTo>
                  <a:lnTo>
                    <a:pt x="814" y="76"/>
                  </a:lnTo>
                  <a:lnTo>
                    <a:pt x="803" y="41"/>
                  </a:lnTo>
                  <a:lnTo>
                    <a:pt x="782" y="16"/>
                  </a:lnTo>
                  <a:lnTo>
                    <a:pt x="754" y="2"/>
                  </a:lnTo>
                  <a:lnTo>
                    <a:pt x="738" y="0"/>
                  </a:lnTo>
                  <a:lnTo>
                    <a:pt x="722" y="2"/>
                  </a:lnTo>
                  <a:lnTo>
                    <a:pt x="695" y="13"/>
                  </a:lnTo>
                  <a:lnTo>
                    <a:pt x="690" y="20"/>
                  </a:lnTo>
                  <a:close/>
                  <a:moveTo>
                    <a:pt x="678" y="560"/>
                  </a:moveTo>
                  <a:lnTo>
                    <a:pt x="682" y="842"/>
                  </a:lnTo>
                  <a:lnTo>
                    <a:pt x="475" y="1049"/>
                  </a:lnTo>
                  <a:lnTo>
                    <a:pt x="392" y="1131"/>
                  </a:lnTo>
                  <a:lnTo>
                    <a:pt x="296" y="1216"/>
                  </a:lnTo>
                  <a:lnTo>
                    <a:pt x="259" y="1244"/>
                  </a:lnTo>
                  <a:lnTo>
                    <a:pt x="253" y="1245"/>
                  </a:lnTo>
                  <a:lnTo>
                    <a:pt x="245" y="1236"/>
                  </a:lnTo>
                  <a:lnTo>
                    <a:pt x="210" y="1178"/>
                  </a:lnTo>
                  <a:lnTo>
                    <a:pt x="188" y="1139"/>
                  </a:lnTo>
                  <a:lnTo>
                    <a:pt x="173" y="1108"/>
                  </a:lnTo>
                  <a:lnTo>
                    <a:pt x="154" y="1057"/>
                  </a:lnTo>
                  <a:lnTo>
                    <a:pt x="144" y="1005"/>
                  </a:lnTo>
                  <a:lnTo>
                    <a:pt x="140" y="933"/>
                  </a:lnTo>
                  <a:lnTo>
                    <a:pt x="140" y="884"/>
                  </a:lnTo>
                  <a:lnTo>
                    <a:pt x="140" y="836"/>
                  </a:lnTo>
                  <a:lnTo>
                    <a:pt x="144" y="764"/>
                  </a:lnTo>
                  <a:lnTo>
                    <a:pt x="153" y="711"/>
                  </a:lnTo>
                  <a:lnTo>
                    <a:pt x="171" y="661"/>
                  </a:lnTo>
                  <a:lnTo>
                    <a:pt x="183" y="632"/>
                  </a:lnTo>
                  <a:lnTo>
                    <a:pt x="205" y="589"/>
                  </a:lnTo>
                  <a:lnTo>
                    <a:pt x="259" y="508"/>
                  </a:lnTo>
                  <a:lnTo>
                    <a:pt x="321" y="437"/>
                  </a:lnTo>
                  <a:lnTo>
                    <a:pt x="391" y="378"/>
                  </a:lnTo>
                  <a:lnTo>
                    <a:pt x="427" y="355"/>
                  </a:lnTo>
                  <a:lnTo>
                    <a:pt x="457" y="339"/>
                  </a:lnTo>
                  <a:lnTo>
                    <a:pt x="526" y="308"/>
                  </a:lnTo>
                  <a:lnTo>
                    <a:pt x="592" y="284"/>
                  </a:lnTo>
                  <a:lnTo>
                    <a:pt x="643" y="273"/>
                  </a:lnTo>
                  <a:lnTo>
                    <a:pt x="657" y="274"/>
                  </a:lnTo>
                  <a:lnTo>
                    <a:pt x="660" y="278"/>
                  </a:lnTo>
                  <a:lnTo>
                    <a:pt x="667" y="320"/>
                  </a:lnTo>
                  <a:lnTo>
                    <a:pt x="675" y="440"/>
                  </a:lnTo>
                  <a:lnTo>
                    <a:pt x="678" y="560"/>
                  </a:lnTo>
                  <a:close/>
                  <a:moveTo>
                    <a:pt x="1008" y="329"/>
                  </a:moveTo>
                  <a:lnTo>
                    <a:pt x="1029" y="339"/>
                  </a:lnTo>
                  <a:lnTo>
                    <a:pt x="1071" y="364"/>
                  </a:lnTo>
                  <a:lnTo>
                    <a:pt x="1133" y="411"/>
                  </a:lnTo>
                  <a:lnTo>
                    <a:pt x="1209" y="488"/>
                  </a:lnTo>
                  <a:lnTo>
                    <a:pt x="1272" y="573"/>
                  </a:lnTo>
                  <a:lnTo>
                    <a:pt x="1295" y="617"/>
                  </a:lnTo>
                  <a:lnTo>
                    <a:pt x="1309" y="646"/>
                  </a:lnTo>
                  <a:lnTo>
                    <a:pt x="1327" y="696"/>
                  </a:lnTo>
                  <a:lnTo>
                    <a:pt x="1337" y="751"/>
                  </a:lnTo>
                  <a:lnTo>
                    <a:pt x="1340" y="829"/>
                  </a:lnTo>
                  <a:lnTo>
                    <a:pt x="1340" y="884"/>
                  </a:lnTo>
                  <a:lnTo>
                    <a:pt x="1340" y="939"/>
                  </a:lnTo>
                  <a:lnTo>
                    <a:pt x="1336" y="1017"/>
                  </a:lnTo>
                  <a:lnTo>
                    <a:pt x="1327" y="1071"/>
                  </a:lnTo>
                  <a:lnTo>
                    <a:pt x="1308" y="1119"/>
                  </a:lnTo>
                  <a:lnTo>
                    <a:pt x="1293" y="1147"/>
                  </a:lnTo>
                  <a:lnTo>
                    <a:pt x="1277" y="1177"/>
                  </a:lnTo>
                  <a:lnTo>
                    <a:pt x="1237" y="1236"/>
                  </a:lnTo>
                  <a:lnTo>
                    <a:pt x="1191" y="1290"/>
                  </a:lnTo>
                  <a:lnTo>
                    <a:pt x="1140" y="1339"/>
                  </a:lnTo>
                  <a:lnTo>
                    <a:pt x="1085" y="1382"/>
                  </a:lnTo>
                  <a:lnTo>
                    <a:pt x="1026" y="1419"/>
                  </a:lnTo>
                  <a:lnTo>
                    <a:pt x="967" y="1448"/>
                  </a:lnTo>
                  <a:lnTo>
                    <a:pt x="906" y="1469"/>
                  </a:lnTo>
                  <a:lnTo>
                    <a:pt x="877" y="1475"/>
                  </a:lnTo>
                  <a:lnTo>
                    <a:pt x="815" y="1487"/>
                  </a:lnTo>
                  <a:lnTo>
                    <a:pt x="815" y="875"/>
                  </a:lnTo>
                  <a:lnTo>
                    <a:pt x="815" y="264"/>
                  </a:lnTo>
                  <a:lnTo>
                    <a:pt x="870" y="277"/>
                  </a:lnTo>
                  <a:lnTo>
                    <a:pt x="896" y="283"/>
                  </a:lnTo>
                  <a:lnTo>
                    <a:pt x="971" y="312"/>
                  </a:lnTo>
                  <a:lnTo>
                    <a:pt x="1008" y="329"/>
                  </a:lnTo>
                  <a:close/>
                  <a:moveTo>
                    <a:pt x="682" y="1265"/>
                  </a:moveTo>
                  <a:lnTo>
                    <a:pt x="681" y="1347"/>
                  </a:lnTo>
                  <a:lnTo>
                    <a:pt x="675" y="1436"/>
                  </a:lnTo>
                  <a:lnTo>
                    <a:pt x="669" y="1470"/>
                  </a:lnTo>
                  <a:lnTo>
                    <a:pt x="665" y="1475"/>
                  </a:lnTo>
                  <a:lnTo>
                    <a:pt x="660" y="1478"/>
                  </a:lnTo>
                  <a:lnTo>
                    <a:pt x="642" y="1479"/>
                  </a:lnTo>
                  <a:lnTo>
                    <a:pt x="603" y="1473"/>
                  </a:lnTo>
                  <a:lnTo>
                    <a:pt x="536" y="1452"/>
                  </a:lnTo>
                  <a:lnTo>
                    <a:pt x="465" y="1423"/>
                  </a:lnTo>
                  <a:lnTo>
                    <a:pt x="433" y="1405"/>
                  </a:lnTo>
                  <a:lnTo>
                    <a:pt x="362" y="1364"/>
                  </a:lnTo>
                  <a:lnTo>
                    <a:pt x="508" y="1215"/>
                  </a:lnTo>
                  <a:lnTo>
                    <a:pt x="568" y="1156"/>
                  </a:lnTo>
                  <a:lnTo>
                    <a:pt x="655" y="1075"/>
                  </a:lnTo>
                  <a:lnTo>
                    <a:pt x="668" y="1067"/>
                  </a:lnTo>
                  <a:lnTo>
                    <a:pt x="671" y="1070"/>
                  </a:lnTo>
                  <a:lnTo>
                    <a:pt x="676" y="1100"/>
                  </a:lnTo>
                  <a:lnTo>
                    <a:pt x="681" y="1186"/>
                  </a:lnTo>
                  <a:lnTo>
                    <a:pt x="682" y="126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75">
              <a:extLst>
                <a:ext uri="{FF2B5EF4-FFF2-40B4-BE49-F238E27FC236}">
                  <a16:creationId xmlns:a16="http://schemas.microsoft.com/office/drawing/2014/main" id="{9292B001-C2C4-4DDE-6522-08020DF940F1}"/>
                </a:ext>
              </a:extLst>
            </p:cNvPr>
            <p:cNvSpPr>
              <a:spLocks noEditPoints="1"/>
            </p:cNvSpPr>
            <p:nvPr/>
          </p:nvSpPr>
          <p:spPr bwMode="auto">
            <a:xfrm>
              <a:off x="6977063" y="2771776"/>
              <a:ext cx="1620838" cy="1555750"/>
            </a:xfrm>
            <a:custGeom>
              <a:avLst/>
              <a:gdLst>
                <a:gd name="T0" fmla="*/ 99 w 3674"/>
                <a:gd name="T1" fmla="*/ 76 h 3531"/>
                <a:gd name="T2" fmla="*/ 15 w 3674"/>
                <a:gd name="T3" fmla="*/ 202 h 3531"/>
                <a:gd name="T4" fmla="*/ 0 w 3674"/>
                <a:gd name="T5" fmla="*/ 1028 h 3531"/>
                <a:gd name="T6" fmla="*/ 11 w 3674"/>
                <a:gd name="T7" fmla="*/ 2766 h 3531"/>
                <a:gd name="T8" fmla="*/ 63 w 3674"/>
                <a:gd name="T9" fmla="*/ 2886 h 3531"/>
                <a:gd name="T10" fmla="*/ 185 w 3674"/>
                <a:gd name="T11" fmla="*/ 2979 h 3531"/>
                <a:gd name="T12" fmla="*/ 319 w 3674"/>
                <a:gd name="T13" fmla="*/ 2993 h 3531"/>
                <a:gd name="T14" fmla="*/ 1006 w 3674"/>
                <a:gd name="T15" fmla="*/ 3001 h 3531"/>
                <a:gd name="T16" fmla="*/ 1336 w 3674"/>
                <a:gd name="T17" fmla="*/ 3021 h 3531"/>
                <a:gd name="T18" fmla="*/ 1307 w 3674"/>
                <a:gd name="T19" fmla="*/ 3392 h 3531"/>
                <a:gd name="T20" fmla="*/ 1078 w 3674"/>
                <a:gd name="T21" fmla="*/ 3415 h 3531"/>
                <a:gd name="T22" fmla="*/ 1033 w 3674"/>
                <a:gd name="T23" fmla="*/ 3464 h 3531"/>
                <a:gd name="T24" fmla="*/ 1830 w 3674"/>
                <a:gd name="T25" fmla="*/ 3530 h 3531"/>
                <a:gd name="T26" fmla="*/ 2585 w 3674"/>
                <a:gd name="T27" fmla="*/ 3522 h 3531"/>
                <a:gd name="T28" fmla="*/ 2665 w 3674"/>
                <a:gd name="T29" fmla="*/ 3484 h 3531"/>
                <a:gd name="T30" fmla="*/ 2660 w 3674"/>
                <a:gd name="T31" fmla="*/ 3448 h 3531"/>
                <a:gd name="T32" fmla="*/ 2603 w 3674"/>
                <a:gd name="T33" fmla="*/ 3410 h 3531"/>
                <a:gd name="T34" fmla="*/ 2387 w 3674"/>
                <a:gd name="T35" fmla="*/ 3400 h 3531"/>
                <a:gd name="T36" fmla="*/ 2349 w 3674"/>
                <a:gd name="T37" fmla="*/ 3022 h 3531"/>
                <a:gd name="T38" fmla="*/ 2413 w 3674"/>
                <a:gd name="T39" fmla="*/ 3008 h 3531"/>
                <a:gd name="T40" fmla="*/ 3260 w 3674"/>
                <a:gd name="T41" fmla="*/ 2994 h 3531"/>
                <a:gd name="T42" fmla="*/ 3547 w 3674"/>
                <a:gd name="T43" fmla="*/ 2959 h 3531"/>
                <a:gd name="T44" fmla="*/ 3639 w 3674"/>
                <a:gd name="T45" fmla="*/ 2879 h 3531"/>
                <a:gd name="T46" fmla="*/ 3665 w 3674"/>
                <a:gd name="T47" fmla="*/ 2804 h 3531"/>
                <a:gd name="T48" fmla="*/ 3674 w 3674"/>
                <a:gd name="T49" fmla="*/ 1309 h 3531"/>
                <a:gd name="T50" fmla="*/ 3594 w 3674"/>
                <a:gd name="T51" fmla="*/ 1301 h 3531"/>
                <a:gd name="T52" fmla="*/ 3555 w 3674"/>
                <a:gd name="T53" fmla="*/ 1422 h 3531"/>
                <a:gd name="T54" fmla="*/ 3549 w 3674"/>
                <a:gd name="T55" fmla="*/ 2052 h 3531"/>
                <a:gd name="T56" fmla="*/ 3469 w 3674"/>
                <a:gd name="T57" fmla="*/ 2859 h 3531"/>
                <a:gd name="T58" fmla="*/ 693 w 3674"/>
                <a:gd name="T59" fmla="*/ 2865 h 3531"/>
                <a:gd name="T60" fmla="*/ 224 w 3674"/>
                <a:gd name="T61" fmla="*/ 2840 h 3531"/>
                <a:gd name="T62" fmla="*/ 166 w 3674"/>
                <a:gd name="T63" fmla="*/ 2806 h 3531"/>
                <a:gd name="T64" fmla="*/ 148 w 3674"/>
                <a:gd name="T65" fmla="*/ 2737 h 3531"/>
                <a:gd name="T66" fmla="*/ 144 w 3674"/>
                <a:gd name="T67" fmla="*/ 1715 h 3531"/>
                <a:gd name="T68" fmla="*/ 152 w 3674"/>
                <a:gd name="T69" fmla="*/ 701 h 3531"/>
                <a:gd name="T70" fmla="*/ 660 w 3674"/>
                <a:gd name="T71" fmla="*/ 684 h 3531"/>
                <a:gd name="T72" fmla="*/ 1984 w 3674"/>
                <a:gd name="T73" fmla="*/ 682 h 3531"/>
                <a:gd name="T74" fmla="*/ 2286 w 3674"/>
                <a:gd name="T75" fmla="*/ 661 h 3531"/>
                <a:gd name="T76" fmla="*/ 2316 w 3674"/>
                <a:gd name="T77" fmla="*/ 633 h 3531"/>
                <a:gd name="T78" fmla="*/ 2307 w 3674"/>
                <a:gd name="T79" fmla="*/ 559 h 3531"/>
                <a:gd name="T80" fmla="*/ 147 w 3674"/>
                <a:gd name="T81" fmla="*/ 375 h 3531"/>
                <a:gd name="T82" fmla="*/ 154 w 3674"/>
                <a:gd name="T83" fmla="*/ 217 h 3531"/>
                <a:gd name="T84" fmla="*/ 223 w 3674"/>
                <a:gd name="T85" fmla="*/ 166 h 3531"/>
                <a:gd name="T86" fmla="*/ 858 w 3674"/>
                <a:gd name="T87" fmla="*/ 138 h 3531"/>
                <a:gd name="T88" fmla="*/ 2110 w 3674"/>
                <a:gd name="T89" fmla="*/ 132 h 3531"/>
                <a:gd name="T90" fmla="*/ 2368 w 3674"/>
                <a:gd name="T91" fmla="*/ 114 h 3531"/>
                <a:gd name="T92" fmla="*/ 2388 w 3674"/>
                <a:gd name="T93" fmla="*/ 89 h 3531"/>
                <a:gd name="T94" fmla="*/ 2380 w 3674"/>
                <a:gd name="T95" fmla="*/ 41 h 3531"/>
                <a:gd name="T96" fmla="*/ 2349 w 3674"/>
                <a:gd name="T97" fmla="*/ 18 h 3531"/>
                <a:gd name="T98" fmla="*/ 1284 w 3674"/>
                <a:gd name="T99" fmla="*/ 0 h 3531"/>
                <a:gd name="T100" fmla="*/ 194 w 3674"/>
                <a:gd name="T101" fmla="*/ 17 h 3531"/>
                <a:gd name="T102" fmla="*/ 2232 w 3674"/>
                <a:gd name="T103" fmla="*/ 3232 h 3531"/>
                <a:gd name="T104" fmla="*/ 1849 w 3674"/>
                <a:gd name="T105" fmla="*/ 3400 h 3531"/>
                <a:gd name="T106" fmla="*/ 1465 w 3674"/>
                <a:gd name="T107" fmla="*/ 3155 h 3531"/>
                <a:gd name="T108" fmla="*/ 1849 w 3674"/>
                <a:gd name="T109" fmla="*/ 3000 h 3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674" h="3531">
                  <a:moveTo>
                    <a:pt x="174" y="24"/>
                  </a:moveTo>
                  <a:lnTo>
                    <a:pt x="148" y="37"/>
                  </a:lnTo>
                  <a:lnTo>
                    <a:pt x="99" y="76"/>
                  </a:lnTo>
                  <a:lnTo>
                    <a:pt x="56" y="124"/>
                  </a:lnTo>
                  <a:lnTo>
                    <a:pt x="24" y="176"/>
                  </a:lnTo>
                  <a:lnTo>
                    <a:pt x="15" y="202"/>
                  </a:lnTo>
                  <a:lnTo>
                    <a:pt x="11" y="235"/>
                  </a:lnTo>
                  <a:lnTo>
                    <a:pt x="5" y="458"/>
                  </a:lnTo>
                  <a:lnTo>
                    <a:pt x="0" y="1028"/>
                  </a:lnTo>
                  <a:lnTo>
                    <a:pt x="0" y="1973"/>
                  </a:lnTo>
                  <a:lnTo>
                    <a:pt x="5" y="2543"/>
                  </a:lnTo>
                  <a:lnTo>
                    <a:pt x="11" y="2766"/>
                  </a:lnTo>
                  <a:lnTo>
                    <a:pt x="15" y="2799"/>
                  </a:lnTo>
                  <a:lnTo>
                    <a:pt x="25" y="2828"/>
                  </a:lnTo>
                  <a:lnTo>
                    <a:pt x="63" y="2886"/>
                  </a:lnTo>
                  <a:lnTo>
                    <a:pt x="113" y="2937"/>
                  </a:lnTo>
                  <a:lnTo>
                    <a:pt x="156" y="2966"/>
                  </a:lnTo>
                  <a:lnTo>
                    <a:pt x="185" y="2979"/>
                  </a:lnTo>
                  <a:lnTo>
                    <a:pt x="199" y="2984"/>
                  </a:lnTo>
                  <a:lnTo>
                    <a:pt x="218" y="2987"/>
                  </a:lnTo>
                  <a:lnTo>
                    <a:pt x="319" y="2993"/>
                  </a:lnTo>
                  <a:lnTo>
                    <a:pt x="572" y="3000"/>
                  </a:lnTo>
                  <a:lnTo>
                    <a:pt x="792" y="3000"/>
                  </a:lnTo>
                  <a:lnTo>
                    <a:pt x="1006" y="3001"/>
                  </a:lnTo>
                  <a:lnTo>
                    <a:pt x="1301" y="3005"/>
                  </a:lnTo>
                  <a:lnTo>
                    <a:pt x="1334" y="3007"/>
                  </a:lnTo>
                  <a:lnTo>
                    <a:pt x="1336" y="3021"/>
                  </a:lnTo>
                  <a:lnTo>
                    <a:pt x="1331" y="3128"/>
                  </a:lnTo>
                  <a:lnTo>
                    <a:pt x="1324" y="3204"/>
                  </a:lnTo>
                  <a:lnTo>
                    <a:pt x="1307" y="3392"/>
                  </a:lnTo>
                  <a:lnTo>
                    <a:pt x="1187" y="3400"/>
                  </a:lnTo>
                  <a:lnTo>
                    <a:pt x="1141" y="3404"/>
                  </a:lnTo>
                  <a:lnTo>
                    <a:pt x="1078" y="3415"/>
                  </a:lnTo>
                  <a:lnTo>
                    <a:pt x="1051" y="3428"/>
                  </a:lnTo>
                  <a:lnTo>
                    <a:pt x="1040" y="3441"/>
                  </a:lnTo>
                  <a:lnTo>
                    <a:pt x="1033" y="3464"/>
                  </a:lnTo>
                  <a:lnTo>
                    <a:pt x="1035" y="3485"/>
                  </a:lnTo>
                  <a:lnTo>
                    <a:pt x="1040" y="3525"/>
                  </a:lnTo>
                  <a:lnTo>
                    <a:pt x="1830" y="3530"/>
                  </a:lnTo>
                  <a:lnTo>
                    <a:pt x="2106" y="3531"/>
                  </a:lnTo>
                  <a:lnTo>
                    <a:pt x="2453" y="3530"/>
                  </a:lnTo>
                  <a:lnTo>
                    <a:pt x="2585" y="3522"/>
                  </a:lnTo>
                  <a:lnTo>
                    <a:pt x="2633" y="3513"/>
                  </a:lnTo>
                  <a:lnTo>
                    <a:pt x="2657" y="3501"/>
                  </a:lnTo>
                  <a:lnTo>
                    <a:pt x="2665" y="3484"/>
                  </a:lnTo>
                  <a:lnTo>
                    <a:pt x="2665" y="3474"/>
                  </a:lnTo>
                  <a:lnTo>
                    <a:pt x="2665" y="3465"/>
                  </a:lnTo>
                  <a:lnTo>
                    <a:pt x="2660" y="3448"/>
                  </a:lnTo>
                  <a:lnTo>
                    <a:pt x="2650" y="3434"/>
                  </a:lnTo>
                  <a:lnTo>
                    <a:pt x="2635" y="3423"/>
                  </a:lnTo>
                  <a:lnTo>
                    <a:pt x="2603" y="3410"/>
                  </a:lnTo>
                  <a:lnTo>
                    <a:pt x="2541" y="3401"/>
                  </a:lnTo>
                  <a:lnTo>
                    <a:pt x="2500" y="3400"/>
                  </a:lnTo>
                  <a:lnTo>
                    <a:pt x="2387" y="3400"/>
                  </a:lnTo>
                  <a:lnTo>
                    <a:pt x="2369" y="3220"/>
                  </a:lnTo>
                  <a:lnTo>
                    <a:pt x="2353" y="3078"/>
                  </a:lnTo>
                  <a:lnTo>
                    <a:pt x="2349" y="3022"/>
                  </a:lnTo>
                  <a:lnTo>
                    <a:pt x="2350" y="3019"/>
                  </a:lnTo>
                  <a:lnTo>
                    <a:pt x="2364" y="3014"/>
                  </a:lnTo>
                  <a:lnTo>
                    <a:pt x="2413" y="3008"/>
                  </a:lnTo>
                  <a:lnTo>
                    <a:pt x="2633" y="3000"/>
                  </a:lnTo>
                  <a:lnTo>
                    <a:pt x="2920" y="2997"/>
                  </a:lnTo>
                  <a:lnTo>
                    <a:pt x="3260" y="2994"/>
                  </a:lnTo>
                  <a:lnTo>
                    <a:pt x="3469" y="2984"/>
                  </a:lnTo>
                  <a:lnTo>
                    <a:pt x="3527" y="2970"/>
                  </a:lnTo>
                  <a:lnTo>
                    <a:pt x="3547" y="2959"/>
                  </a:lnTo>
                  <a:lnTo>
                    <a:pt x="3572" y="2943"/>
                  </a:lnTo>
                  <a:lnTo>
                    <a:pt x="3621" y="2899"/>
                  </a:lnTo>
                  <a:lnTo>
                    <a:pt x="3639" y="2879"/>
                  </a:lnTo>
                  <a:lnTo>
                    <a:pt x="3645" y="2870"/>
                  </a:lnTo>
                  <a:lnTo>
                    <a:pt x="3655" y="2851"/>
                  </a:lnTo>
                  <a:lnTo>
                    <a:pt x="3665" y="2804"/>
                  </a:lnTo>
                  <a:lnTo>
                    <a:pt x="3674" y="2540"/>
                  </a:lnTo>
                  <a:lnTo>
                    <a:pt x="3674" y="2070"/>
                  </a:lnTo>
                  <a:lnTo>
                    <a:pt x="3674" y="1309"/>
                  </a:lnTo>
                  <a:lnTo>
                    <a:pt x="3635" y="1304"/>
                  </a:lnTo>
                  <a:lnTo>
                    <a:pt x="3619" y="1301"/>
                  </a:lnTo>
                  <a:lnTo>
                    <a:pt x="3594" y="1301"/>
                  </a:lnTo>
                  <a:lnTo>
                    <a:pt x="3576" y="1315"/>
                  </a:lnTo>
                  <a:lnTo>
                    <a:pt x="3563" y="1352"/>
                  </a:lnTo>
                  <a:lnTo>
                    <a:pt x="3555" y="1422"/>
                  </a:lnTo>
                  <a:lnTo>
                    <a:pt x="3551" y="1532"/>
                  </a:lnTo>
                  <a:lnTo>
                    <a:pt x="3549" y="1788"/>
                  </a:lnTo>
                  <a:lnTo>
                    <a:pt x="3549" y="2052"/>
                  </a:lnTo>
                  <a:lnTo>
                    <a:pt x="3549" y="2765"/>
                  </a:lnTo>
                  <a:lnTo>
                    <a:pt x="3509" y="2812"/>
                  </a:lnTo>
                  <a:lnTo>
                    <a:pt x="3469" y="2859"/>
                  </a:lnTo>
                  <a:lnTo>
                    <a:pt x="1875" y="2864"/>
                  </a:lnTo>
                  <a:lnTo>
                    <a:pt x="1269" y="2865"/>
                  </a:lnTo>
                  <a:lnTo>
                    <a:pt x="693" y="2865"/>
                  </a:lnTo>
                  <a:lnTo>
                    <a:pt x="445" y="2860"/>
                  </a:lnTo>
                  <a:lnTo>
                    <a:pt x="291" y="2851"/>
                  </a:lnTo>
                  <a:lnTo>
                    <a:pt x="224" y="2840"/>
                  </a:lnTo>
                  <a:lnTo>
                    <a:pt x="195" y="2830"/>
                  </a:lnTo>
                  <a:lnTo>
                    <a:pt x="177" y="2819"/>
                  </a:lnTo>
                  <a:lnTo>
                    <a:pt x="166" y="2806"/>
                  </a:lnTo>
                  <a:lnTo>
                    <a:pt x="157" y="2782"/>
                  </a:lnTo>
                  <a:lnTo>
                    <a:pt x="152" y="2762"/>
                  </a:lnTo>
                  <a:lnTo>
                    <a:pt x="148" y="2737"/>
                  </a:lnTo>
                  <a:lnTo>
                    <a:pt x="144" y="2579"/>
                  </a:lnTo>
                  <a:lnTo>
                    <a:pt x="141" y="2143"/>
                  </a:lnTo>
                  <a:lnTo>
                    <a:pt x="144" y="1715"/>
                  </a:lnTo>
                  <a:lnTo>
                    <a:pt x="149" y="943"/>
                  </a:lnTo>
                  <a:lnTo>
                    <a:pt x="150" y="704"/>
                  </a:lnTo>
                  <a:lnTo>
                    <a:pt x="152" y="701"/>
                  </a:lnTo>
                  <a:lnTo>
                    <a:pt x="175" y="696"/>
                  </a:lnTo>
                  <a:lnTo>
                    <a:pt x="258" y="691"/>
                  </a:lnTo>
                  <a:lnTo>
                    <a:pt x="660" y="684"/>
                  </a:lnTo>
                  <a:lnTo>
                    <a:pt x="1214" y="684"/>
                  </a:lnTo>
                  <a:lnTo>
                    <a:pt x="1608" y="684"/>
                  </a:lnTo>
                  <a:lnTo>
                    <a:pt x="1984" y="682"/>
                  </a:lnTo>
                  <a:lnTo>
                    <a:pt x="2145" y="678"/>
                  </a:lnTo>
                  <a:lnTo>
                    <a:pt x="2244" y="670"/>
                  </a:lnTo>
                  <a:lnTo>
                    <a:pt x="2286" y="661"/>
                  </a:lnTo>
                  <a:lnTo>
                    <a:pt x="2302" y="653"/>
                  </a:lnTo>
                  <a:lnTo>
                    <a:pt x="2312" y="644"/>
                  </a:lnTo>
                  <a:lnTo>
                    <a:pt x="2316" y="633"/>
                  </a:lnTo>
                  <a:lnTo>
                    <a:pt x="2315" y="613"/>
                  </a:lnTo>
                  <a:lnTo>
                    <a:pt x="2312" y="597"/>
                  </a:lnTo>
                  <a:lnTo>
                    <a:pt x="2307" y="559"/>
                  </a:lnTo>
                  <a:lnTo>
                    <a:pt x="1224" y="550"/>
                  </a:lnTo>
                  <a:lnTo>
                    <a:pt x="142" y="542"/>
                  </a:lnTo>
                  <a:lnTo>
                    <a:pt x="147" y="375"/>
                  </a:lnTo>
                  <a:lnTo>
                    <a:pt x="147" y="329"/>
                  </a:lnTo>
                  <a:lnTo>
                    <a:pt x="146" y="256"/>
                  </a:lnTo>
                  <a:lnTo>
                    <a:pt x="154" y="217"/>
                  </a:lnTo>
                  <a:lnTo>
                    <a:pt x="167" y="196"/>
                  </a:lnTo>
                  <a:lnTo>
                    <a:pt x="189" y="179"/>
                  </a:lnTo>
                  <a:lnTo>
                    <a:pt x="223" y="166"/>
                  </a:lnTo>
                  <a:lnTo>
                    <a:pt x="298" y="152"/>
                  </a:lnTo>
                  <a:lnTo>
                    <a:pt x="461" y="142"/>
                  </a:lnTo>
                  <a:lnTo>
                    <a:pt x="858" y="138"/>
                  </a:lnTo>
                  <a:lnTo>
                    <a:pt x="1290" y="137"/>
                  </a:lnTo>
                  <a:lnTo>
                    <a:pt x="1657" y="136"/>
                  </a:lnTo>
                  <a:lnTo>
                    <a:pt x="2110" y="132"/>
                  </a:lnTo>
                  <a:lnTo>
                    <a:pt x="2277" y="127"/>
                  </a:lnTo>
                  <a:lnTo>
                    <a:pt x="2338" y="122"/>
                  </a:lnTo>
                  <a:lnTo>
                    <a:pt x="2368" y="114"/>
                  </a:lnTo>
                  <a:lnTo>
                    <a:pt x="2380" y="105"/>
                  </a:lnTo>
                  <a:lnTo>
                    <a:pt x="2384" y="99"/>
                  </a:lnTo>
                  <a:lnTo>
                    <a:pt x="2388" y="89"/>
                  </a:lnTo>
                  <a:lnTo>
                    <a:pt x="2392" y="72"/>
                  </a:lnTo>
                  <a:lnTo>
                    <a:pt x="2390" y="57"/>
                  </a:lnTo>
                  <a:lnTo>
                    <a:pt x="2380" y="41"/>
                  </a:lnTo>
                  <a:lnTo>
                    <a:pt x="2372" y="32"/>
                  </a:lnTo>
                  <a:lnTo>
                    <a:pt x="2367" y="27"/>
                  </a:lnTo>
                  <a:lnTo>
                    <a:pt x="2349" y="18"/>
                  </a:lnTo>
                  <a:lnTo>
                    <a:pt x="2291" y="9"/>
                  </a:lnTo>
                  <a:lnTo>
                    <a:pt x="1928" y="1"/>
                  </a:lnTo>
                  <a:lnTo>
                    <a:pt x="1284" y="0"/>
                  </a:lnTo>
                  <a:lnTo>
                    <a:pt x="726" y="2"/>
                  </a:lnTo>
                  <a:lnTo>
                    <a:pt x="313" y="9"/>
                  </a:lnTo>
                  <a:lnTo>
                    <a:pt x="194" y="17"/>
                  </a:lnTo>
                  <a:lnTo>
                    <a:pt x="174" y="24"/>
                  </a:lnTo>
                  <a:close/>
                  <a:moveTo>
                    <a:pt x="2222" y="3120"/>
                  </a:moveTo>
                  <a:lnTo>
                    <a:pt x="2232" y="3232"/>
                  </a:lnTo>
                  <a:lnTo>
                    <a:pt x="2242" y="3320"/>
                  </a:lnTo>
                  <a:lnTo>
                    <a:pt x="2254" y="3400"/>
                  </a:lnTo>
                  <a:lnTo>
                    <a:pt x="1849" y="3400"/>
                  </a:lnTo>
                  <a:lnTo>
                    <a:pt x="1444" y="3400"/>
                  </a:lnTo>
                  <a:lnTo>
                    <a:pt x="1455" y="3270"/>
                  </a:lnTo>
                  <a:lnTo>
                    <a:pt x="1465" y="3155"/>
                  </a:lnTo>
                  <a:lnTo>
                    <a:pt x="1475" y="3070"/>
                  </a:lnTo>
                  <a:lnTo>
                    <a:pt x="1485" y="3000"/>
                  </a:lnTo>
                  <a:lnTo>
                    <a:pt x="1849" y="3000"/>
                  </a:lnTo>
                  <a:lnTo>
                    <a:pt x="2210" y="3000"/>
                  </a:lnTo>
                  <a:lnTo>
                    <a:pt x="2222" y="3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76">
              <a:extLst>
                <a:ext uri="{FF2B5EF4-FFF2-40B4-BE49-F238E27FC236}">
                  <a16:creationId xmlns:a16="http://schemas.microsoft.com/office/drawing/2014/main" id="{2CA5849D-16FB-2CE6-E8A9-6D508F1C358B}"/>
                </a:ext>
              </a:extLst>
            </p:cNvPr>
            <p:cNvSpPr>
              <a:spLocks/>
            </p:cNvSpPr>
            <p:nvPr/>
          </p:nvSpPr>
          <p:spPr bwMode="auto">
            <a:xfrm>
              <a:off x="7102475" y="2895601"/>
              <a:ext cx="57150" cy="57150"/>
            </a:xfrm>
            <a:custGeom>
              <a:avLst/>
              <a:gdLst>
                <a:gd name="T0" fmla="*/ 27 w 129"/>
                <a:gd name="T1" fmla="*/ 5 h 131"/>
                <a:gd name="T2" fmla="*/ 20 w 129"/>
                <a:gd name="T3" fmla="*/ 10 h 131"/>
                <a:gd name="T4" fmla="*/ 9 w 129"/>
                <a:gd name="T5" fmla="*/ 23 h 131"/>
                <a:gd name="T6" fmla="*/ 0 w 129"/>
                <a:gd name="T7" fmla="*/ 46 h 131"/>
                <a:gd name="T8" fmla="*/ 2 w 129"/>
                <a:gd name="T9" fmla="*/ 81 h 131"/>
                <a:gd name="T10" fmla="*/ 14 w 129"/>
                <a:gd name="T11" fmla="*/ 105 h 131"/>
                <a:gd name="T12" fmla="*/ 26 w 129"/>
                <a:gd name="T13" fmla="*/ 117 h 131"/>
                <a:gd name="T14" fmla="*/ 34 w 129"/>
                <a:gd name="T15" fmla="*/ 122 h 131"/>
                <a:gd name="T16" fmla="*/ 45 w 129"/>
                <a:gd name="T17" fmla="*/ 127 h 131"/>
                <a:gd name="T18" fmla="*/ 62 w 129"/>
                <a:gd name="T19" fmla="*/ 131 h 131"/>
                <a:gd name="T20" fmla="*/ 77 w 129"/>
                <a:gd name="T21" fmla="*/ 128 h 131"/>
                <a:gd name="T22" fmla="*/ 94 w 129"/>
                <a:gd name="T23" fmla="*/ 116 h 131"/>
                <a:gd name="T24" fmla="*/ 104 w 129"/>
                <a:gd name="T25" fmla="*/ 107 h 131"/>
                <a:gd name="T26" fmla="*/ 117 w 129"/>
                <a:gd name="T27" fmla="*/ 92 h 131"/>
                <a:gd name="T28" fmla="*/ 127 w 129"/>
                <a:gd name="T29" fmla="*/ 68 h 131"/>
                <a:gd name="T30" fmla="*/ 129 w 129"/>
                <a:gd name="T31" fmla="*/ 53 h 131"/>
                <a:gd name="T32" fmla="*/ 127 w 129"/>
                <a:gd name="T33" fmla="*/ 47 h 131"/>
                <a:gd name="T34" fmla="*/ 121 w 129"/>
                <a:gd name="T35" fmla="*/ 33 h 131"/>
                <a:gd name="T36" fmla="*/ 98 w 129"/>
                <a:gd name="T37" fmla="*/ 12 h 131"/>
                <a:gd name="T38" fmla="*/ 70 w 129"/>
                <a:gd name="T39" fmla="*/ 0 h 131"/>
                <a:gd name="T40" fmla="*/ 40 w 129"/>
                <a:gd name="T41" fmla="*/ 0 h 131"/>
                <a:gd name="T42" fmla="*/ 27 w 129"/>
                <a:gd name="T43" fmla="*/ 5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9" h="131">
                  <a:moveTo>
                    <a:pt x="27" y="5"/>
                  </a:moveTo>
                  <a:lnTo>
                    <a:pt x="20" y="10"/>
                  </a:lnTo>
                  <a:lnTo>
                    <a:pt x="9" y="23"/>
                  </a:lnTo>
                  <a:lnTo>
                    <a:pt x="0" y="46"/>
                  </a:lnTo>
                  <a:lnTo>
                    <a:pt x="2" y="81"/>
                  </a:lnTo>
                  <a:lnTo>
                    <a:pt x="14" y="105"/>
                  </a:lnTo>
                  <a:lnTo>
                    <a:pt x="26" y="117"/>
                  </a:lnTo>
                  <a:lnTo>
                    <a:pt x="34" y="122"/>
                  </a:lnTo>
                  <a:lnTo>
                    <a:pt x="45" y="127"/>
                  </a:lnTo>
                  <a:lnTo>
                    <a:pt x="62" y="131"/>
                  </a:lnTo>
                  <a:lnTo>
                    <a:pt x="77" y="128"/>
                  </a:lnTo>
                  <a:lnTo>
                    <a:pt x="94" y="116"/>
                  </a:lnTo>
                  <a:lnTo>
                    <a:pt x="104" y="107"/>
                  </a:lnTo>
                  <a:lnTo>
                    <a:pt x="117" y="92"/>
                  </a:lnTo>
                  <a:lnTo>
                    <a:pt x="127" y="68"/>
                  </a:lnTo>
                  <a:lnTo>
                    <a:pt x="129" y="53"/>
                  </a:lnTo>
                  <a:lnTo>
                    <a:pt x="127" y="47"/>
                  </a:lnTo>
                  <a:lnTo>
                    <a:pt x="121" y="33"/>
                  </a:lnTo>
                  <a:lnTo>
                    <a:pt x="98" y="12"/>
                  </a:lnTo>
                  <a:lnTo>
                    <a:pt x="70" y="0"/>
                  </a:lnTo>
                  <a:lnTo>
                    <a:pt x="40" y="0"/>
                  </a:lnTo>
                  <a:lnTo>
                    <a:pt x="27"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77">
              <a:extLst>
                <a:ext uri="{FF2B5EF4-FFF2-40B4-BE49-F238E27FC236}">
                  <a16:creationId xmlns:a16="http://schemas.microsoft.com/office/drawing/2014/main" id="{689725D7-4068-5591-360F-84959501D63C}"/>
                </a:ext>
              </a:extLst>
            </p:cNvPr>
            <p:cNvSpPr>
              <a:spLocks/>
            </p:cNvSpPr>
            <p:nvPr/>
          </p:nvSpPr>
          <p:spPr bwMode="auto">
            <a:xfrm>
              <a:off x="7342188" y="2894013"/>
              <a:ext cx="57150" cy="57150"/>
            </a:xfrm>
            <a:custGeom>
              <a:avLst/>
              <a:gdLst>
                <a:gd name="T0" fmla="*/ 24 w 132"/>
                <a:gd name="T1" fmla="*/ 23 h 132"/>
                <a:gd name="T2" fmla="*/ 11 w 132"/>
                <a:gd name="T3" fmla="*/ 37 h 132"/>
                <a:gd name="T4" fmla="*/ 0 w 132"/>
                <a:gd name="T5" fmla="*/ 65 h 132"/>
                <a:gd name="T6" fmla="*/ 5 w 132"/>
                <a:gd name="T7" fmla="*/ 91 h 132"/>
                <a:gd name="T8" fmla="*/ 26 w 132"/>
                <a:gd name="T9" fmla="*/ 115 h 132"/>
                <a:gd name="T10" fmla="*/ 42 w 132"/>
                <a:gd name="T11" fmla="*/ 125 h 132"/>
                <a:gd name="T12" fmla="*/ 50 w 132"/>
                <a:gd name="T13" fmla="*/ 129 h 132"/>
                <a:gd name="T14" fmla="*/ 66 w 132"/>
                <a:gd name="T15" fmla="*/ 132 h 132"/>
                <a:gd name="T16" fmla="*/ 81 w 132"/>
                <a:gd name="T17" fmla="*/ 128 h 132"/>
                <a:gd name="T18" fmla="*/ 97 w 132"/>
                <a:gd name="T19" fmla="*/ 116 h 132"/>
                <a:gd name="T20" fmla="*/ 107 w 132"/>
                <a:gd name="T21" fmla="*/ 107 h 132"/>
                <a:gd name="T22" fmla="*/ 116 w 132"/>
                <a:gd name="T23" fmla="*/ 97 h 132"/>
                <a:gd name="T24" fmla="*/ 128 w 132"/>
                <a:gd name="T25" fmla="*/ 80 h 132"/>
                <a:gd name="T26" fmla="*/ 132 w 132"/>
                <a:gd name="T27" fmla="*/ 65 h 132"/>
                <a:gd name="T28" fmla="*/ 129 w 132"/>
                <a:gd name="T29" fmla="*/ 50 h 132"/>
                <a:gd name="T30" fmla="*/ 125 w 132"/>
                <a:gd name="T31" fmla="*/ 42 h 132"/>
                <a:gd name="T32" fmla="*/ 115 w 132"/>
                <a:gd name="T33" fmla="*/ 25 h 132"/>
                <a:gd name="T34" fmla="*/ 91 w 132"/>
                <a:gd name="T35" fmla="*/ 5 h 132"/>
                <a:gd name="T36" fmla="*/ 65 w 132"/>
                <a:gd name="T37" fmla="*/ 0 h 132"/>
                <a:gd name="T38" fmla="*/ 37 w 132"/>
                <a:gd name="T39" fmla="*/ 11 h 132"/>
                <a:gd name="T40" fmla="*/ 24 w 132"/>
                <a:gd name="T41" fmla="*/ 2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2" h="132">
                  <a:moveTo>
                    <a:pt x="24" y="23"/>
                  </a:moveTo>
                  <a:lnTo>
                    <a:pt x="11" y="37"/>
                  </a:lnTo>
                  <a:lnTo>
                    <a:pt x="0" y="65"/>
                  </a:lnTo>
                  <a:lnTo>
                    <a:pt x="5" y="91"/>
                  </a:lnTo>
                  <a:lnTo>
                    <a:pt x="26" y="115"/>
                  </a:lnTo>
                  <a:lnTo>
                    <a:pt x="42" y="125"/>
                  </a:lnTo>
                  <a:lnTo>
                    <a:pt x="50" y="129"/>
                  </a:lnTo>
                  <a:lnTo>
                    <a:pt x="66" y="132"/>
                  </a:lnTo>
                  <a:lnTo>
                    <a:pt x="81" y="128"/>
                  </a:lnTo>
                  <a:lnTo>
                    <a:pt x="97" y="116"/>
                  </a:lnTo>
                  <a:lnTo>
                    <a:pt x="107" y="107"/>
                  </a:lnTo>
                  <a:lnTo>
                    <a:pt x="116" y="97"/>
                  </a:lnTo>
                  <a:lnTo>
                    <a:pt x="128" y="80"/>
                  </a:lnTo>
                  <a:lnTo>
                    <a:pt x="132" y="65"/>
                  </a:lnTo>
                  <a:lnTo>
                    <a:pt x="129" y="50"/>
                  </a:lnTo>
                  <a:lnTo>
                    <a:pt x="125" y="42"/>
                  </a:lnTo>
                  <a:lnTo>
                    <a:pt x="115" y="25"/>
                  </a:lnTo>
                  <a:lnTo>
                    <a:pt x="91" y="5"/>
                  </a:lnTo>
                  <a:lnTo>
                    <a:pt x="65" y="0"/>
                  </a:lnTo>
                  <a:lnTo>
                    <a:pt x="37" y="11"/>
                  </a:lnTo>
                  <a:lnTo>
                    <a:pt x="24"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78">
              <a:extLst>
                <a:ext uri="{FF2B5EF4-FFF2-40B4-BE49-F238E27FC236}">
                  <a16:creationId xmlns:a16="http://schemas.microsoft.com/office/drawing/2014/main" id="{93EFDBE6-F3F1-E98C-20BC-F53D880A63C3}"/>
                </a:ext>
              </a:extLst>
            </p:cNvPr>
            <p:cNvSpPr>
              <a:spLocks/>
            </p:cNvSpPr>
            <p:nvPr/>
          </p:nvSpPr>
          <p:spPr bwMode="auto">
            <a:xfrm>
              <a:off x="7221538" y="2897188"/>
              <a:ext cx="55563" cy="53975"/>
            </a:xfrm>
            <a:custGeom>
              <a:avLst/>
              <a:gdLst>
                <a:gd name="T0" fmla="*/ 5 w 126"/>
                <a:gd name="T1" fmla="*/ 28 h 123"/>
                <a:gd name="T2" fmla="*/ 1 w 126"/>
                <a:gd name="T3" fmla="*/ 40 h 123"/>
                <a:gd name="T4" fmla="*/ 0 w 126"/>
                <a:gd name="T5" fmla="*/ 64 h 123"/>
                <a:gd name="T6" fmla="*/ 4 w 126"/>
                <a:gd name="T7" fmla="*/ 85 h 123"/>
                <a:gd name="T8" fmla="*/ 13 w 126"/>
                <a:gd name="T9" fmla="*/ 102 h 123"/>
                <a:gd name="T10" fmla="*/ 27 w 126"/>
                <a:gd name="T11" fmla="*/ 114 h 123"/>
                <a:gd name="T12" fmla="*/ 44 w 126"/>
                <a:gd name="T13" fmla="*/ 122 h 123"/>
                <a:gd name="T14" fmla="*/ 64 w 126"/>
                <a:gd name="T15" fmla="*/ 123 h 123"/>
                <a:gd name="T16" fmla="*/ 85 w 126"/>
                <a:gd name="T17" fmla="*/ 118 h 123"/>
                <a:gd name="T18" fmla="*/ 96 w 126"/>
                <a:gd name="T19" fmla="*/ 113 h 123"/>
                <a:gd name="T20" fmla="*/ 105 w 126"/>
                <a:gd name="T21" fmla="*/ 108 h 123"/>
                <a:gd name="T22" fmla="*/ 117 w 126"/>
                <a:gd name="T23" fmla="*/ 96 h 123"/>
                <a:gd name="T24" fmla="*/ 124 w 126"/>
                <a:gd name="T25" fmla="*/ 81 h 123"/>
                <a:gd name="T26" fmla="*/ 126 w 126"/>
                <a:gd name="T27" fmla="*/ 62 h 123"/>
                <a:gd name="T28" fmla="*/ 125 w 126"/>
                <a:gd name="T29" fmla="*/ 51 h 123"/>
                <a:gd name="T30" fmla="*/ 123 w 126"/>
                <a:gd name="T31" fmla="*/ 38 h 123"/>
                <a:gd name="T32" fmla="*/ 116 w 126"/>
                <a:gd name="T33" fmla="*/ 20 h 123"/>
                <a:gd name="T34" fmla="*/ 103 w 126"/>
                <a:gd name="T35" fmla="*/ 8 h 123"/>
                <a:gd name="T36" fmla="*/ 82 w 126"/>
                <a:gd name="T37" fmla="*/ 2 h 123"/>
                <a:gd name="T38" fmla="*/ 66 w 126"/>
                <a:gd name="T39" fmla="*/ 1 h 123"/>
                <a:gd name="T40" fmla="*/ 52 w 126"/>
                <a:gd name="T41" fmla="*/ 0 h 123"/>
                <a:gd name="T42" fmla="*/ 31 w 126"/>
                <a:gd name="T43" fmla="*/ 1 h 123"/>
                <a:gd name="T44" fmla="*/ 16 w 126"/>
                <a:gd name="T45" fmla="*/ 7 h 123"/>
                <a:gd name="T46" fmla="*/ 7 w 126"/>
                <a:gd name="T47" fmla="*/ 19 h 123"/>
                <a:gd name="T48" fmla="*/ 5 w 126"/>
                <a:gd name="T49" fmla="*/ 28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6" h="123">
                  <a:moveTo>
                    <a:pt x="5" y="28"/>
                  </a:moveTo>
                  <a:lnTo>
                    <a:pt x="1" y="40"/>
                  </a:lnTo>
                  <a:lnTo>
                    <a:pt x="0" y="64"/>
                  </a:lnTo>
                  <a:lnTo>
                    <a:pt x="4" y="85"/>
                  </a:lnTo>
                  <a:lnTo>
                    <a:pt x="13" y="102"/>
                  </a:lnTo>
                  <a:lnTo>
                    <a:pt x="27" y="114"/>
                  </a:lnTo>
                  <a:lnTo>
                    <a:pt x="44" y="122"/>
                  </a:lnTo>
                  <a:lnTo>
                    <a:pt x="64" y="123"/>
                  </a:lnTo>
                  <a:lnTo>
                    <a:pt x="85" y="118"/>
                  </a:lnTo>
                  <a:lnTo>
                    <a:pt x="96" y="113"/>
                  </a:lnTo>
                  <a:lnTo>
                    <a:pt x="105" y="108"/>
                  </a:lnTo>
                  <a:lnTo>
                    <a:pt x="117" y="96"/>
                  </a:lnTo>
                  <a:lnTo>
                    <a:pt x="124" y="81"/>
                  </a:lnTo>
                  <a:lnTo>
                    <a:pt x="126" y="62"/>
                  </a:lnTo>
                  <a:lnTo>
                    <a:pt x="125" y="51"/>
                  </a:lnTo>
                  <a:lnTo>
                    <a:pt x="123" y="38"/>
                  </a:lnTo>
                  <a:lnTo>
                    <a:pt x="116" y="20"/>
                  </a:lnTo>
                  <a:lnTo>
                    <a:pt x="103" y="8"/>
                  </a:lnTo>
                  <a:lnTo>
                    <a:pt x="82" y="2"/>
                  </a:lnTo>
                  <a:lnTo>
                    <a:pt x="66" y="1"/>
                  </a:lnTo>
                  <a:lnTo>
                    <a:pt x="52" y="0"/>
                  </a:lnTo>
                  <a:lnTo>
                    <a:pt x="31" y="1"/>
                  </a:lnTo>
                  <a:lnTo>
                    <a:pt x="16" y="7"/>
                  </a:lnTo>
                  <a:lnTo>
                    <a:pt x="7" y="19"/>
                  </a:lnTo>
                  <a:lnTo>
                    <a:pt x="5"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88">
              <a:extLst>
                <a:ext uri="{FF2B5EF4-FFF2-40B4-BE49-F238E27FC236}">
                  <a16:creationId xmlns:a16="http://schemas.microsoft.com/office/drawing/2014/main" id="{BD2C8275-96AC-678C-70A2-BC66BC1B3890}"/>
                </a:ext>
              </a:extLst>
            </p:cNvPr>
            <p:cNvSpPr>
              <a:spLocks/>
            </p:cNvSpPr>
            <p:nvPr/>
          </p:nvSpPr>
          <p:spPr bwMode="auto">
            <a:xfrm>
              <a:off x="7161213" y="3160713"/>
              <a:ext cx="779463" cy="268288"/>
            </a:xfrm>
            <a:custGeom>
              <a:avLst/>
              <a:gdLst>
                <a:gd name="T0" fmla="*/ 1506 w 1764"/>
                <a:gd name="T1" fmla="*/ 61 h 608"/>
                <a:gd name="T2" fmla="*/ 1498 w 1764"/>
                <a:gd name="T3" fmla="*/ 483 h 608"/>
                <a:gd name="T4" fmla="*/ 1365 w 1764"/>
                <a:gd name="T5" fmla="*/ 303 h 608"/>
                <a:gd name="T6" fmla="*/ 1344 w 1764"/>
                <a:gd name="T7" fmla="*/ 104 h 608"/>
                <a:gd name="T8" fmla="*/ 1295 w 1764"/>
                <a:gd name="T9" fmla="*/ 68 h 608"/>
                <a:gd name="T10" fmla="*/ 1242 w 1764"/>
                <a:gd name="T11" fmla="*/ 103 h 608"/>
                <a:gd name="T12" fmla="*/ 1216 w 1764"/>
                <a:gd name="T13" fmla="*/ 225 h 608"/>
                <a:gd name="T14" fmla="*/ 1153 w 1764"/>
                <a:gd name="T15" fmla="*/ 480 h 608"/>
                <a:gd name="T16" fmla="*/ 1082 w 1764"/>
                <a:gd name="T17" fmla="*/ 351 h 608"/>
                <a:gd name="T18" fmla="*/ 1048 w 1764"/>
                <a:gd name="T19" fmla="*/ 281 h 608"/>
                <a:gd name="T20" fmla="*/ 996 w 1764"/>
                <a:gd name="T21" fmla="*/ 286 h 608"/>
                <a:gd name="T22" fmla="*/ 960 w 1764"/>
                <a:gd name="T23" fmla="*/ 318 h 608"/>
                <a:gd name="T24" fmla="*/ 948 w 1764"/>
                <a:gd name="T25" fmla="*/ 401 h 608"/>
                <a:gd name="T26" fmla="*/ 823 w 1764"/>
                <a:gd name="T27" fmla="*/ 475 h 608"/>
                <a:gd name="T28" fmla="*/ 810 w 1764"/>
                <a:gd name="T29" fmla="*/ 146 h 608"/>
                <a:gd name="T30" fmla="*/ 785 w 1764"/>
                <a:gd name="T31" fmla="*/ 84 h 608"/>
                <a:gd name="T32" fmla="*/ 715 w 1764"/>
                <a:gd name="T33" fmla="*/ 83 h 608"/>
                <a:gd name="T34" fmla="*/ 684 w 1764"/>
                <a:gd name="T35" fmla="*/ 153 h 608"/>
                <a:gd name="T36" fmla="*/ 673 w 1764"/>
                <a:gd name="T37" fmla="*/ 475 h 608"/>
                <a:gd name="T38" fmla="*/ 548 w 1764"/>
                <a:gd name="T39" fmla="*/ 416 h 608"/>
                <a:gd name="T40" fmla="*/ 534 w 1764"/>
                <a:gd name="T41" fmla="*/ 324 h 608"/>
                <a:gd name="T42" fmla="*/ 485 w 1764"/>
                <a:gd name="T43" fmla="*/ 276 h 608"/>
                <a:gd name="T44" fmla="*/ 432 w 1764"/>
                <a:gd name="T45" fmla="*/ 300 h 608"/>
                <a:gd name="T46" fmla="*/ 403 w 1764"/>
                <a:gd name="T47" fmla="*/ 357 h 608"/>
                <a:gd name="T48" fmla="*/ 398 w 1764"/>
                <a:gd name="T49" fmla="*/ 434 h 608"/>
                <a:gd name="T50" fmla="*/ 360 w 1764"/>
                <a:gd name="T51" fmla="*/ 483 h 608"/>
                <a:gd name="T52" fmla="*/ 292 w 1764"/>
                <a:gd name="T53" fmla="*/ 478 h 608"/>
                <a:gd name="T54" fmla="*/ 258 w 1764"/>
                <a:gd name="T55" fmla="*/ 395 h 608"/>
                <a:gd name="T56" fmla="*/ 235 w 1764"/>
                <a:gd name="T57" fmla="*/ 355 h 608"/>
                <a:gd name="T58" fmla="*/ 192 w 1764"/>
                <a:gd name="T59" fmla="*/ 351 h 608"/>
                <a:gd name="T60" fmla="*/ 132 w 1764"/>
                <a:gd name="T61" fmla="*/ 413 h 608"/>
                <a:gd name="T62" fmla="*/ 120 w 1764"/>
                <a:gd name="T63" fmla="*/ 460 h 608"/>
                <a:gd name="T64" fmla="*/ 75 w 1764"/>
                <a:gd name="T65" fmla="*/ 483 h 608"/>
                <a:gd name="T66" fmla="*/ 1 w 1764"/>
                <a:gd name="T67" fmla="*/ 533 h 608"/>
                <a:gd name="T68" fmla="*/ 8 w 1764"/>
                <a:gd name="T69" fmla="*/ 578 h 608"/>
                <a:gd name="T70" fmla="*/ 77 w 1764"/>
                <a:gd name="T71" fmla="*/ 600 h 608"/>
                <a:gd name="T72" fmla="*/ 1387 w 1764"/>
                <a:gd name="T73" fmla="*/ 608 h 608"/>
                <a:gd name="T74" fmla="*/ 1752 w 1764"/>
                <a:gd name="T75" fmla="*/ 583 h 608"/>
                <a:gd name="T76" fmla="*/ 1764 w 1764"/>
                <a:gd name="T77" fmla="*/ 555 h 608"/>
                <a:gd name="T78" fmla="*/ 1742 w 1764"/>
                <a:gd name="T79" fmla="*/ 507 h 608"/>
                <a:gd name="T80" fmla="*/ 1632 w 1764"/>
                <a:gd name="T81" fmla="*/ 481 h 608"/>
                <a:gd name="T82" fmla="*/ 1626 w 1764"/>
                <a:gd name="T83" fmla="*/ 76 h 608"/>
                <a:gd name="T84" fmla="*/ 1593 w 1764"/>
                <a:gd name="T85" fmla="*/ 4 h 608"/>
                <a:gd name="T86" fmla="*/ 1553 w 1764"/>
                <a:gd name="T87" fmla="*/ 1 h 6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764" h="608">
                  <a:moveTo>
                    <a:pt x="1518" y="20"/>
                  </a:moveTo>
                  <a:lnTo>
                    <a:pt x="1514" y="27"/>
                  </a:lnTo>
                  <a:lnTo>
                    <a:pt x="1506" y="61"/>
                  </a:lnTo>
                  <a:lnTo>
                    <a:pt x="1499" y="158"/>
                  </a:lnTo>
                  <a:lnTo>
                    <a:pt x="1498" y="261"/>
                  </a:lnTo>
                  <a:lnTo>
                    <a:pt x="1498" y="483"/>
                  </a:lnTo>
                  <a:lnTo>
                    <a:pt x="1432" y="483"/>
                  </a:lnTo>
                  <a:lnTo>
                    <a:pt x="1365" y="483"/>
                  </a:lnTo>
                  <a:lnTo>
                    <a:pt x="1365" y="303"/>
                  </a:lnTo>
                  <a:lnTo>
                    <a:pt x="1364" y="202"/>
                  </a:lnTo>
                  <a:lnTo>
                    <a:pt x="1356" y="129"/>
                  </a:lnTo>
                  <a:lnTo>
                    <a:pt x="1344" y="104"/>
                  </a:lnTo>
                  <a:lnTo>
                    <a:pt x="1335" y="95"/>
                  </a:lnTo>
                  <a:lnTo>
                    <a:pt x="1320" y="82"/>
                  </a:lnTo>
                  <a:lnTo>
                    <a:pt x="1295" y="68"/>
                  </a:lnTo>
                  <a:lnTo>
                    <a:pt x="1273" y="71"/>
                  </a:lnTo>
                  <a:lnTo>
                    <a:pt x="1253" y="88"/>
                  </a:lnTo>
                  <a:lnTo>
                    <a:pt x="1242" y="103"/>
                  </a:lnTo>
                  <a:lnTo>
                    <a:pt x="1235" y="114"/>
                  </a:lnTo>
                  <a:lnTo>
                    <a:pt x="1224" y="147"/>
                  </a:lnTo>
                  <a:lnTo>
                    <a:pt x="1216" y="225"/>
                  </a:lnTo>
                  <a:lnTo>
                    <a:pt x="1215" y="313"/>
                  </a:lnTo>
                  <a:lnTo>
                    <a:pt x="1215" y="485"/>
                  </a:lnTo>
                  <a:lnTo>
                    <a:pt x="1153" y="480"/>
                  </a:lnTo>
                  <a:lnTo>
                    <a:pt x="1090" y="475"/>
                  </a:lnTo>
                  <a:lnTo>
                    <a:pt x="1085" y="388"/>
                  </a:lnTo>
                  <a:lnTo>
                    <a:pt x="1082" y="351"/>
                  </a:lnTo>
                  <a:lnTo>
                    <a:pt x="1071" y="312"/>
                  </a:lnTo>
                  <a:lnTo>
                    <a:pt x="1061" y="293"/>
                  </a:lnTo>
                  <a:lnTo>
                    <a:pt x="1048" y="281"/>
                  </a:lnTo>
                  <a:lnTo>
                    <a:pt x="1033" y="275"/>
                  </a:lnTo>
                  <a:lnTo>
                    <a:pt x="1015" y="277"/>
                  </a:lnTo>
                  <a:lnTo>
                    <a:pt x="996" y="286"/>
                  </a:lnTo>
                  <a:lnTo>
                    <a:pt x="985" y="293"/>
                  </a:lnTo>
                  <a:lnTo>
                    <a:pt x="974" y="301"/>
                  </a:lnTo>
                  <a:lnTo>
                    <a:pt x="960" y="318"/>
                  </a:lnTo>
                  <a:lnTo>
                    <a:pt x="952" y="343"/>
                  </a:lnTo>
                  <a:lnTo>
                    <a:pt x="949" y="378"/>
                  </a:lnTo>
                  <a:lnTo>
                    <a:pt x="948" y="401"/>
                  </a:lnTo>
                  <a:lnTo>
                    <a:pt x="948" y="485"/>
                  </a:lnTo>
                  <a:lnTo>
                    <a:pt x="887" y="480"/>
                  </a:lnTo>
                  <a:lnTo>
                    <a:pt x="823" y="475"/>
                  </a:lnTo>
                  <a:lnTo>
                    <a:pt x="820" y="316"/>
                  </a:lnTo>
                  <a:lnTo>
                    <a:pt x="817" y="251"/>
                  </a:lnTo>
                  <a:lnTo>
                    <a:pt x="810" y="146"/>
                  </a:lnTo>
                  <a:lnTo>
                    <a:pt x="807" y="123"/>
                  </a:lnTo>
                  <a:lnTo>
                    <a:pt x="802" y="107"/>
                  </a:lnTo>
                  <a:lnTo>
                    <a:pt x="785" y="84"/>
                  </a:lnTo>
                  <a:lnTo>
                    <a:pt x="760" y="74"/>
                  </a:lnTo>
                  <a:lnTo>
                    <a:pt x="731" y="76"/>
                  </a:lnTo>
                  <a:lnTo>
                    <a:pt x="715" y="83"/>
                  </a:lnTo>
                  <a:lnTo>
                    <a:pt x="705" y="89"/>
                  </a:lnTo>
                  <a:lnTo>
                    <a:pt x="692" y="110"/>
                  </a:lnTo>
                  <a:lnTo>
                    <a:pt x="684" y="153"/>
                  </a:lnTo>
                  <a:lnTo>
                    <a:pt x="680" y="231"/>
                  </a:lnTo>
                  <a:lnTo>
                    <a:pt x="678" y="288"/>
                  </a:lnTo>
                  <a:lnTo>
                    <a:pt x="673" y="475"/>
                  </a:lnTo>
                  <a:lnTo>
                    <a:pt x="612" y="480"/>
                  </a:lnTo>
                  <a:lnTo>
                    <a:pt x="548" y="485"/>
                  </a:lnTo>
                  <a:lnTo>
                    <a:pt x="548" y="416"/>
                  </a:lnTo>
                  <a:lnTo>
                    <a:pt x="548" y="394"/>
                  </a:lnTo>
                  <a:lnTo>
                    <a:pt x="543" y="356"/>
                  </a:lnTo>
                  <a:lnTo>
                    <a:pt x="534" y="324"/>
                  </a:lnTo>
                  <a:lnTo>
                    <a:pt x="520" y="299"/>
                  </a:lnTo>
                  <a:lnTo>
                    <a:pt x="504" y="283"/>
                  </a:lnTo>
                  <a:lnTo>
                    <a:pt x="485" y="276"/>
                  </a:lnTo>
                  <a:lnTo>
                    <a:pt x="465" y="277"/>
                  </a:lnTo>
                  <a:lnTo>
                    <a:pt x="443" y="289"/>
                  </a:lnTo>
                  <a:lnTo>
                    <a:pt x="432" y="300"/>
                  </a:lnTo>
                  <a:lnTo>
                    <a:pt x="423" y="309"/>
                  </a:lnTo>
                  <a:lnTo>
                    <a:pt x="411" y="330"/>
                  </a:lnTo>
                  <a:lnTo>
                    <a:pt x="403" y="357"/>
                  </a:lnTo>
                  <a:lnTo>
                    <a:pt x="399" y="389"/>
                  </a:lnTo>
                  <a:lnTo>
                    <a:pt x="398" y="408"/>
                  </a:lnTo>
                  <a:lnTo>
                    <a:pt x="398" y="434"/>
                  </a:lnTo>
                  <a:lnTo>
                    <a:pt x="396" y="465"/>
                  </a:lnTo>
                  <a:lnTo>
                    <a:pt x="385" y="479"/>
                  </a:lnTo>
                  <a:lnTo>
                    <a:pt x="360" y="483"/>
                  </a:lnTo>
                  <a:lnTo>
                    <a:pt x="340" y="483"/>
                  </a:lnTo>
                  <a:lnTo>
                    <a:pt x="319" y="483"/>
                  </a:lnTo>
                  <a:lnTo>
                    <a:pt x="292" y="478"/>
                  </a:lnTo>
                  <a:lnTo>
                    <a:pt x="276" y="460"/>
                  </a:lnTo>
                  <a:lnTo>
                    <a:pt x="265" y="423"/>
                  </a:lnTo>
                  <a:lnTo>
                    <a:pt x="258" y="395"/>
                  </a:lnTo>
                  <a:lnTo>
                    <a:pt x="255" y="383"/>
                  </a:lnTo>
                  <a:lnTo>
                    <a:pt x="247" y="366"/>
                  </a:lnTo>
                  <a:lnTo>
                    <a:pt x="235" y="355"/>
                  </a:lnTo>
                  <a:lnTo>
                    <a:pt x="219" y="350"/>
                  </a:lnTo>
                  <a:lnTo>
                    <a:pt x="208" y="350"/>
                  </a:lnTo>
                  <a:lnTo>
                    <a:pt x="192" y="351"/>
                  </a:lnTo>
                  <a:lnTo>
                    <a:pt x="164" y="361"/>
                  </a:lnTo>
                  <a:lnTo>
                    <a:pt x="145" y="381"/>
                  </a:lnTo>
                  <a:lnTo>
                    <a:pt x="132" y="413"/>
                  </a:lnTo>
                  <a:lnTo>
                    <a:pt x="128" y="433"/>
                  </a:lnTo>
                  <a:lnTo>
                    <a:pt x="127" y="444"/>
                  </a:lnTo>
                  <a:lnTo>
                    <a:pt x="120" y="460"/>
                  </a:lnTo>
                  <a:lnTo>
                    <a:pt x="107" y="472"/>
                  </a:lnTo>
                  <a:lnTo>
                    <a:pt x="88" y="480"/>
                  </a:lnTo>
                  <a:lnTo>
                    <a:pt x="75" y="483"/>
                  </a:lnTo>
                  <a:lnTo>
                    <a:pt x="53" y="488"/>
                  </a:lnTo>
                  <a:lnTo>
                    <a:pt x="20" y="507"/>
                  </a:lnTo>
                  <a:lnTo>
                    <a:pt x="1" y="533"/>
                  </a:lnTo>
                  <a:lnTo>
                    <a:pt x="0" y="555"/>
                  </a:lnTo>
                  <a:lnTo>
                    <a:pt x="4" y="570"/>
                  </a:lnTo>
                  <a:lnTo>
                    <a:pt x="8" y="578"/>
                  </a:lnTo>
                  <a:lnTo>
                    <a:pt x="12" y="583"/>
                  </a:lnTo>
                  <a:lnTo>
                    <a:pt x="26" y="591"/>
                  </a:lnTo>
                  <a:lnTo>
                    <a:pt x="77" y="600"/>
                  </a:lnTo>
                  <a:lnTo>
                    <a:pt x="376" y="608"/>
                  </a:lnTo>
                  <a:lnTo>
                    <a:pt x="882" y="608"/>
                  </a:lnTo>
                  <a:lnTo>
                    <a:pt x="1387" y="608"/>
                  </a:lnTo>
                  <a:lnTo>
                    <a:pt x="1686" y="600"/>
                  </a:lnTo>
                  <a:lnTo>
                    <a:pt x="1737" y="591"/>
                  </a:lnTo>
                  <a:lnTo>
                    <a:pt x="1752" y="583"/>
                  </a:lnTo>
                  <a:lnTo>
                    <a:pt x="1755" y="578"/>
                  </a:lnTo>
                  <a:lnTo>
                    <a:pt x="1760" y="570"/>
                  </a:lnTo>
                  <a:lnTo>
                    <a:pt x="1764" y="555"/>
                  </a:lnTo>
                  <a:lnTo>
                    <a:pt x="1763" y="540"/>
                  </a:lnTo>
                  <a:lnTo>
                    <a:pt x="1758" y="526"/>
                  </a:lnTo>
                  <a:lnTo>
                    <a:pt x="1742" y="507"/>
                  </a:lnTo>
                  <a:lnTo>
                    <a:pt x="1707" y="490"/>
                  </a:lnTo>
                  <a:lnTo>
                    <a:pt x="1683" y="486"/>
                  </a:lnTo>
                  <a:lnTo>
                    <a:pt x="1632" y="481"/>
                  </a:lnTo>
                  <a:lnTo>
                    <a:pt x="1632" y="260"/>
                  </a:lnTo>
                  <a:lnTo>
                    <a:pt x="1631" y="181"/>
                  </a:lnTo>
                  <a:lnTo>
                    <a:pt x="1626" y="76"/>
                  </a:lnTo>
                  <a:lnTo>
                    <a:pt x="1616" y="32"/>
                  </a:lnTo>
                  <a:lnTo>
                    <a:pt x="1606" y="14"/>
                  </a:lnTo>
                  <a:lnTo>
                    <a:pt x="1593" y="4"/>
                  </a:lnTo>
                  <a:lnTo>
                    <a:pt x="1576" y="0"/>
                  </a:lnTo>
                  <a:lnTo>
                    <a:pt x="1565" y="0"/>
                  </a:lnTo>
                  <a:lnTo>
                    <a:pt x="1553" y="1"/>
                  </a:lnTo>
                  <a:lnTo>
                    <a:pt x="1528" y="11"/>
                  </a:lnTo>
                  <a:lnTo>
                    <a:pt x="1518"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89">
              <a:extLst>
                <a:ext uri="{FF2B5EF4-FFF2-40B4-BE49-F238E27FC236}">
                  <a16:creationId xmlns:a16="http://schemas.microsoft.com/office/drawing/2014/main" id="{A284C051-7252-C12E-0742-D166FC15EC96}"/>
                </a:ext>
              </a:extLst>
            </p:cNvPr>
            <p:cNvSpPr>
              <a:spLocks noEditPoints="1"/>
            </p:cNvSpPr>
            <p:nvPr/>
          </p:nvSpPr>
          <p:spPr bwMode="auto">
            <a:xfrm>
              <a:off x="7161213" y="3551238"/>
              <a:ext cx="720725" cy="358775"/>
            </a:xfrm>
            <a:custGeom>
              <a:avLst/>
              <a:gdLst>
                <a:gd name="T0" fmla="*/ 30 w 1634"/>
                <a:gd name="T1" fmla="*/ 18 h 817"/>
                <a:gd name="T2" fmla="*/ 26 w 1634"/>
                <a:gd name="T3" fmla="*/ 21 h 817"/>
                <a:gd name="T4" fmla="*/ 18 w 1634"/>
                <a:gd name="T5" fmla="*/ 31 h 817"/>
                <a:gd name="T6" fmla="*/ 9 w 1634"/>
                <a:gd name="T7" fmla="*/ 57 h 817"/>
                <a:gd name="T8" fmla="*/ 1 w 1634"/>
                <a:gd name="T9" fmla="*/ 191 h 817"/>
                <a:gd name="T10" fmla="*/ 0 w 1634"/>
                <a:gd name="T11" fmla="*/ 405 h 817"/>
                <a:gd name="T12" fmla="*/ 1 w 1634"/>
                <a:gd name="T13" fmla="*/ 585 h 817"/>
                <a:gd name="T14" fmla="*/ 7 w 1634"/>
                <a:gd name="T15" fmla="*/ 738 h 817"/>
                <a:gd name="T16" fmla="*/ 15 w 1634"/>
                <a:gd name="T17" fmla="*/ 788 h 817"/>
                <a:gd name="T18" fmla="*/ 20 w 1634"/>
                <a:gd name="T19" fmla="*/ 797 h 817"/>
                <a:gd name="T20" fmla="*/ 37 w 1634"/>
                <a:gd name="T21" fmla="*/ 802 h 817"/>
                <a:gd name="T22" fmla="*/ 172 w 1634"/>
                <a:gd name="T23" fmla="*/ 810 h 817"/>
                <a:gd name="T24" fmla="*/ 524 w 1634"/>
                <a:gd name="T25" fmla="*/ 817 h 817"/>
                <a:gd name="T26" fmla="*/ 1110 w 1634"/>
                <a:gd name="T27" fmla="*/ 817 h 817"/>
                <a:gd name="T28" fmla="*/ 1462 w 1634"/>
                <a:gd name="T29" fmla="*/ 810 h 817"/>
                <a:gd name="T30" fmla="*/ 1597 w 1634"/>
                <a:gd name="T31" fmla="*/ 802 h 817"/>
                <a:gd name="T32" fmla="*/ 1614 w 1634"/>
                <a:gd name="T33" fmla="*/ 797 h 817"/>
                <a:gd name="T34" fmla="*/ 1619 w 1634"/>
                <a:gd name="T35" fmla="*/ 788 h 817"/>
                <a:gd name="T36" fmla="*/ 1627 w 1634"/>
                <a:gd name="T37" fmla="*/ 738 h 817"/>
                <a:gd name="T38" fmla="*/ 1633 w 1634"/>
                <a:gd name="T39" fmla="*/ 585 h 817"/>
                <a:gd name="T40" fmla="*/ 1634 w 1634"/>
                <a:gd name="T41" fmla="*/ 405 h 817"/>
                <a:gd name="T42" fmla="*/ 1633 w 1634"/>
                <a:gd name="T43" fmla="*/ 184 h 817"/>
                <a:gd name="T44" fmla="*/ 1625 w 1634"/>
                <a:gd name="T45" fmla="*/ 53 h 817"/>
                <a:gd name="T46" fmla="*/ 1612 w 1634"/>
                <a:gd name="T47" fmla="*/ 23 h 817"/>
                <a:gd name="T48" fmla="*/ 1602 w 1634"/>
                <a:gd name="T49" fmla="*/ 17 h 817"/>
                <a:gd name="T50" fmla="*/ 1582 w 1634"/>
                <a:gd name="T51" fmla="*/ 12 h 817"/>
                <a:gd name="T52" fmla="*/ 1447 w 1634"/>
                <a:gd name="T53" fmla="*/ 6 h 817"/>
                <a:gd name="T54" fmla="*/ 1101 w 1634"/>
                <a:gd name="T55" fmla="*/ 0 h 817"/>
                <a:gd name="T56" fmla="*/ 528 w 1634"/>
                <a:gd name="T57" fmla="*/ 1 h 817"/>
                <a:gd name="T58" fmla="*/ 183 w 1634"/>
                <a:gd name="T59" fmla="*/ 7 h 817"/>
                <a:gd name="T60" fmla="*/ 49 w 1634"/>
                <a:gd name="T61" fmla="*/ 14 h 817"/>
                <a:gd name="T62" fmla="*/ 30 w 1634"/>
                <a:gd name="T63" fmla="*/ 18 h 817"/>
                <a:gd name="T64" fmla="*/ 1497 w 1634"/>
                <a:gd name="T65" fmla="*/ 412 h 817"/>
                <a:gd name="T66" fmla="*/ 1500 w 1634"/>
                <a:gd name="T67" fmla="*/ 683 h 817"/>
                <a:gd name="T68" fmla="*/ 817 w 1634"/>
                <a:gd name="T69" fmla="*/ 683 h 817"/>
                <a:gd name="T70" fmla="*/ 134 w 1634"/>
                <a:gd name="T71" fmla="*/ 683 h 817"/>
                <a:gd name="T72" fmla="*/ 134 w 1634"/>
                <a:gd name="T73" fmla="*/ 420 h 817"/>
                <a:gd name="T74" fmla="*/ 134 w 1634"/>
                <a:gd name="T75" fmla="*/ 314 h 817"/>
                <a:gd name="T76" fmla="*/ 141 w 1634"/>
                <a:gd name="T77" fmla="*/ 164 h 817"/>
                <a:gd name="T78" fmla="*/ 145 w 1634"/>
                <a:gd name="T79" fmla="*/ 145 h 817"/>
                <a:gd name="T80" fmla="*/ 188 w 1634"/>
                <a:gd name="T81" fmla="*/ 140 h 817"/>
                <a:gd name="T82" fmla="*/ 556 w 1634"/>
                <a:gd name="T83" fmla="*/ 136 h 817"/>
                <a:gd name="T84" fmla="*/ 824 w 1634"/>
                <a:gd name="T85" fmla="*/ 137 h 817"/>
                <a:gd name="T86" fmla="*/ 1492 w 1634"/>
                <a:gd name="T87" fmla="*/ 142 h 817"/>
                <a:gd name="T88" fmla="*/ 1497 w 1634"/>
                <a:gd name="T89" fmla="*/ 412 h 8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634" h="817">
                  <a:moveTo>
                    <a:pt x="30" y="18"/>
                  </a:moveTo>
                  <a:lnTo>
                    <a:pt x="26" y="21"/>
                  </a:lnTo>
                  <a:lnTo>
                    <a:pt x="18" y="31"/>
                  </a:lnTo>
                  <a:lnTo>
                    <a:pt x="9" y="57"/>
                  </a:lnTo>
                  <a:lnTo>
                    <a:pt x="1" y="191"/>
                  </a:lnTo>
                  <a:lnTo>
                    <a:pt x="0" y="405"/>
                  </a:lnTo>
                  <a:lnTo>
                    <a:pt x="1" y="585"/>
                  </a:lnTo>
                  <a:lnTo>
                    <a:pt x="7" y="738"/>
                  </a:lnTo>
                  <a:lnTo>
                    <a:pt x="15" y="788"/>
                  </a:lnTo>
                  <a:lnTo>
                    <a:pt x="20" y="797"/>
                  </a:lnTo>
                  <a:lnTo>
                    <a:pt x="37" y="802"/>
                  </a:lnTo>
                  <a:lnTo>
                    <a:pt x="172" y="810"/>
                  </a:lnTo>
                  <a:lnTo>
                    <a:pt x="524" y="817"/>
                  </a:lnTo>
                  <a:lnTo>
                    <a:pt x="1110" y="817"/>
                  </a:lnTo>
                  <a:lnTo>
                    <a:pt x="1462" y="810"/>
                  </a:lnTo>
                  <a:lnTo>
                    <a:pt x="1597" y="802"/>
                  </a:lnTo>
                  <a:lnTo>
                    <a:pt x="1614" y="797"/>
                  </a:lnTo>
                  <a:lnTo>
                    <a:pt x="1619" y="788"/>
                  </a:lnTo>
                  <a:lnTo>
                    <a:pt x="1627" y="738"/>
                  </a:lnTo>
                  <a:lnTo>
                    <a:pt x="1633" y="585"/>
                  </a:lnTo>
                  <a:lnTo>
                    <a:pt x="1634" y="405"/>
                  </a:lnTo>
                  <a:lnTo>
                    <a:pt x="1633" y="184"/>
                  </a:lnTo>
                  <a:lnTo>
                    <a:pt x="1625" y="53"/>
                  </a:lnTo>
                  <a:lnTo>
                    <a:pt x="1612" y="23"/>
                  </a:lnTo>
                  <a:lnTo>
                    <a:pt x="1602" y="17"/>
                  </a:lnTo>
                  <a:lnTo>
                    <a:pt x="1582" y="12"/>
                  </a:lnTo>
                  <a:lnTo>
                    <a:pt x="1447" y="6"/>
                  </a:lnTo>
                  <a:lnTo>
                    <a:pt x="1101" y="0"/>
                  </a:lnTo>
                  <a:lnTo>
                    <a:pt x="528" y="1"/>
                  </a:lnTo>
                  <a:lnTo>
                    <a:pt x="183" y="7"/>
                  </a:lnTo>
                  <a:lnTo>
                    <a:pt x="49" y="14"/>
                  </a:lnTo>
                  <a:lnTo>
                    <a:pt x="30" y="18"/>
                  </a:lnTo>
                  <a:close/>
                  <a:moveTo>
                    <a:pt x="1497" y="412"/>
                  </a:moveTo>
                  <a:lnTo>
                    <a:pt x="1500" y="683"/>
                  </a:lnTo>
                  <a:lnTo>
                    <a:pt x="817" y="683"/>
                  </a:lnTo>
                  <a:lnTo>
                    <a:pt x="134" y="683"/>
                  </a:lnTo>
                  <a:lnTo>
                    <a:pt x="134" y="420"/>
                  </a:lnTo>
                  <a:lnTo>
                    <a:pt x="134" y="314"/>
                  </a:lnTo>
                  <a:lnTo>
                    <a:pt x="141" y="164"/>
                  </a:lnTo>
                  <a:lnTo>
                    <a:pt x="145" y="145"/>
                  </a:lnTo>
                  <a:lnTo>
                    <a:pt x="188" y="140"/>
                  </a:lnTo>
                  <a:lnTo>
                    <a:pt x="556" y="136"/>
                  </a:lnTo>
                  <a:lnTo>
                    <a:pt x="824" y="137"/>
                  </a:lnTo>
                  <a:lnTo>
                    <a:pt x="1492" y="142"/>
                  </a:lnTo>
                  <a:lnTo>
                    <a:pt x="1497" y="4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90">
              <a:extLst>
                <a:ext uri="{FF2B5EF4-FFF2-40B4-BE49-F238E27FC236}">
                  <a16:creationId xmlns:a16="http://schemas.microsoft.com/office/drawing/2014/main" id="{06DFB8CB-3E86-9251-9839-4B7654D305D3}"/>
                </a:ext>
              </a:extLst>
            </p:cNvPr>
            <p:cNvSpPr>
              <a:spLocks/>
            </p:cNvSpPr>
            <p:nvPr/>
          </p:nvSpPr>
          <p:spPr bwMode="auto">
            <a:xfrm>
              <a:off x="7281863" y="3676651"/>
              <a:ext cx="481013" cy="119063"/>
            </a:xfrm>
            <a:custGeom>
              <a:avLst/>
              <a:gdLst>
                <a:gd name="T0" fmla="*/ 222 w 1091"/>
                <a:gd name="T1" fmla="*/ 70 h 270"/>
                <a:gd name="T2" fmla="*/ 154 w 1091"/>
                <a:gd name="T3" fmla="*/ 94 h 270"/>
                <a:gd name="T4" fmla="*/ 60 w 1091"/>
                <a:gd name="T5" fmla="*/ 134 h 270"/>
                <a:gd name="T6" fmla="*/ 21 w 1091"/>
                <a:gd name="T7" fmla="*/ 160 h 270"/>
                <a:gd name="T8" fmla="*/ 6 w 1091"/>
                <a:gd name="T9" fmla="*/ 177 h 270"/>
                <a:gd name="T10" fmla="*/ 0 w 1091"/>
                <a:gd name="T11" fmla="*/ 194 h 270"/>
                <a:gd name="T12" fmla="*/ 1 w 1091"/>
                <a:gd name="T13" fmla="*/ 212 h 270"/>
                <a:gd name="T14" fmla="*/ 4 w 1091"/>
                <a:gd name="T15" fmla="*/ 222 h 270"/>
                <a:gd name="T16" fmla="*/ 8 w 1091"/>
                <a:gd name="T17" fmla="*/ 230 h 270"/>
                <a:gd name="T18" fmla="*/ 18 w 1091"/>
                <a:gd name="T19" fmla="*/ 243 h 270"/>
                <a:gd name="T20" fmla="*/ 33 w 1091"/>
                <a:gd name="T21" fmla="*/ 251 h 270"/>
                <a:gd name="T22" fmla="*/ 55 w 1091"/>
                <a:gd name="T23" fmla="*/ 254 h 270"/>
                <a:gd name="T24" fmla="*/ 101 w 1091"/>
                <a:gd name="T25" fmla="*/ 249 h 270"/>
                <a:gd name="T26" fmla="*/ 198 w 1091"/>
                <a:gd name="T27" fmla="*/ 221 h 270"/>
                <a:gd name="T28" fmla="*/ 267 w 1091"/>
                <a:gd name="T29" fmla="*/ 198 h 270"/>
                <a:gd name="T30" fmla="*/ 462 w 1091"/>
                <a:gd name="T31" fmla="*/ 133 h 270"/>
                <a:gd name="T32" fmla="*/ 606 w 1091"/>
                <a:gd name="T33" fmla="*/ 202 h 270"/>
                <a:gd name="T34" fmla="*/ 749 w 1091"/>
                <a:gd name="T35" fmla="*/ 270 h 270"/>
                <a:gd name="T36" fmla="*/ 897 w 1091"/>
                <a:gd name="T37" fmla="*/ 197 h 270"/>
                <a:gd name="T38" fmla="*/ 958 w 1091"/>
                <a:gd name="T39" fmla="*/ 167 h 270"/>
                <a:gd name="T40" fmla="*/ 1040 w 1091"/>
                <a:gd name="T41" fmla="*/ 119 h 270"/>
                <a:gd name="T42" fmla="*/ 1074 w 1091"/>
                <a:gd name="T43" fmla="*/ 91 h 270"/>
                <a:gd name="T44" fmla="*/ 1087 w 1091"/>
                <a:gd name="T45" fmla="*/ 74 h 270"/>
                <a:gd name="T46" fmla="*/ 1091 w 1091"/>
                <a:gd name="T47" fmla="*/ 58 h 270"/>
                <a:gd name="T48" fmla="*/ 1088 w 1091"/>
                <a:gd name="T49" fmla="*/ 43 h 270"/>
                <a:gd name="T50" fmla="*/ 1084 w 1091"/>
                <a:gd name="T51" fmla="*/ 35 h 270"/>
                <a:gd name="T52" fmla="*/ 1078 w 1091"/>
                <a:gd name="T53" fmla="*/ 26 h 270"/>
                <a:gd name="T54" fmla="*/ 1065 w 1091"/>
                <a:gd name="T55" fmla="*/ 13 h 270"/>
                <a:gd name="T56" fmla="*/ 1049 w 1091"/>
                <a:gd name="T57" fmla="*/ 5 h 270"/>
                <a:gd name="T58" fmla="*/ 1030 w 1091"/>
                <a:gd name="T59" fmla="*/ 3 h 270"/>
                <a:gd name="T60" fmla="*/ 994 w 1091"/>
                <a:gd name="T61" fmla="*/ 8 h 270"/>
                <a:gd name="T62" fmla="*/ 924 w 1091"/>
                <a:gd name="T63" fmla="*/ 34 h 270"/>
                <a:gd name="T64" fmla="*/ 877 w 1091"/>
                <a:gd name="T65" fmla="*/ 57 h 270"/>
                <a:gd name="T66" fmla="*/ 751 w 1091"/>
                <a:gd name="T67" fmla="*/ 118 h 270"/>
                <a:gd name="T68" fmla="*/ 631 w 1091"/>
                <a:gd name="T69" fmla="*/ 58 h 270"/>
                <a:gd name="T70" fmla="*/ 581 w 1091"/>
                <a:gd name="T71" fmla="*/ 34 h 270"/>
                <a:gd name="T72" fmla="*/ 511 w 1091"/>
                <a:gd name="T73" fmla="*/ 9 h 270"/>
                <a:gd name="T74" fmla="*/ 477 w 1091"/>
                <a:gd name="T75" fmla="*/ 0 h 270"/>
                <a:gd name="T76" fmla="*/ 466 w 1091"/>
                <a:gd name="T77" fmla="*/ 0 h 270"/>
                <a:gd name="T78" fmla="*/ 435 w 1091"/>
                <a:gd name="T79" fmla="*/ 4 h 270"/>
                <a:gd name="T80" fmla="*/ 304 w 1091"/>
                <a:gd name="T81" fmla="*/ 43 h 270"/>
                <a:gd name="T82" fmla="*/ 222 w 1091"/>
                <a:gd name="T83" fmla="*/ 70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91" h="270">
                  <a:moveTo>
                    <a:pt x="222" y="70"/>
                  </a:moveTo>
                  <a:lnTo>
                    <a:pt x="154" y="94"/>
                  </a:lnTo>
                  <a:lnTo>
                    <a:pt x="60" y="134"/>
                  </a:lnTo>
                  <a:lnTo>
                    <a:pt x="21" y="160"/>
                  </a:lnTo>
                  <a:lnTo>
                    <a:pt x="6" y="177"/>
                  </a:lnTo>
                  <a:lnTo>
                    <a:pt x="0" y="194"/>
                  </a:lnTo>
                  <a:lnTo>
                    <a:pt x="1" y="212"/>
                  </a:lnTo>
                  <a:lnTo>
                    <a:pt x="4" y="222"/>
                  </a:lnTo>
                  <a:lnTo>
                    <a:pt x="8" y="230"/>
                  </a:lnTo>
                  <a:lnTo>
                    <a:pt x="18" y="243"/>
                  </a:lnTo>
                  <a:lnTo>
                    <a:pt x="33" y="251"/>
                  </a:lnTo>
                  <a:lnTo>
                    <a:pt x="55" y="254"/>
                  </a:lnTo>
                  <a:lnTo>
                    <a:pt x="101" y="249"/>
                  </a:lnTo>
                  <a:lnTo>
                    <a:pt x="198" y="221"/>
                  </a:lnTo>
                  <a:lnTo>
                    <a:pt x="267" y="198"/>
                  </a:lnTo>
                  <a:lnTo>
                    <a:pt x="462" y="133"/>
                  </a:lnTo>
                  <a:lnTo>
                    <a:pt x="606" y="202"/>
                  </a:lnTo>
                  <a:lnTo>
                    <a:pt x="749" y="270"/>
                  </a:lnTo>
                  <a:lnTo>
                    <a:pt x="897" y="197"/>
                  </a:lnTo>
                  <a:lnTo>
                    <a:pt x="958" y="167"/>
                  </a:lnTo>
                  <a:lnTo>
                    <a:pt x="1040" y="119"/>
                  </a:lnTo>
                  <a:lnTo>
                    <a:pt x="1074" y="91"/>
                  </a:lnTo>
                  <a:lnTo>
                    <a:pt x="1087" y="74"/>
                  </a:lnTo>
                  <a:lnTo>
                    <a:pt x="1091" y="58"/>
                  </a:lnTo>
                  <a:lnTo>
                    <a:pt x="1088" y="43"/>
                  </a:lnTo>
                  <a:lnTo>
                    <a:pt x="1084" y="35"/>
                  </a:lnTo>
                  <a:lnTo>
                    <a:pt x="1078" y="26"/>
                  </a:lnTo>
                  <a:lnTo>
                    <a:pt x="1065" y="13"/>
                  </a:lnTo>
                  <a:lnTo>
                    <a:pt x="1049" y="5"/>
                  </a:lnTo>
                  <a:lnTo>
                    <a:pt x="1030" y="3"/>
                  </a:lnTo>
                  <a:lnTo>
                    <a:pt x="994" y="8"/>
                  </a:lnTo>
                  <a:lnTo>
                    <a:pt x="924" y="34"/>
                  </a:lnTo>
                  <a:lnTo>
                    <a:pt x="877" y="57"/>
                  </a:lnTo>
                  <a:lnTo>
                    <a:pt x="751" y="118"/>
                  </a:lnTo>
                  <a:lnTo>
                    <a:pt x="631" y="58"/>
                  </a:lnTo>
                  <a:lnTo>
                    <a:pt x="581" y="34"/>
                  </a:lnTo>
                  <a:lnTo>
                    <a:pt x="511" y="9"/>
                  </a:lnTo>
                  <a:lnTo>
                    <a:pt x="477" y="0"/>
                  </a:lnTo>
                  <a:lnTo>
                    <a:pt x="466" y="0"/>
                  </a:lnTo>
                  <a:lnTo>
                    <a:pt x="435" y="4"/>
                  </a:lnTo>
                  <a:lnTo>
                    <a:pt x="304" y="43"/>
                  </a:lnTo>
                  <a:lnTo>
                    <a:pt x="222"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91">
              <a:extLst>
                <a:ext uri="{FF2B5EF4-FFF2-40B4-BE49-F238E27FC236}">
                  <a16:creationId xmlns:a16="http://schemas.microsoft.com/office/drawing/2014/main" id="{981272AC-C8CD-3370-C799-CD5EDE31BB79}"/>
                </a:ext>
              </a:extLst>
            </p:cNvPr>
            <p:cNvSpPr>
              <a:spLocks/>
            </p:cNvSpPr>
            <p:nvPr/>
          </p:nvSpPr>
          <p:spPr bwMode="auto">
            <a:xfrm>
              <a:off x="8035925" y="3581401"/>
              <a:ext cx="57150" cy="60325"/>
            </a:xfrm>
            <a:custGeom>
              <a:avLst/>
              <a:gdLst>
                <a:gd name="T0" fmla="*/ 29 w 130"/>
                <a:gd name="T1" fmla="*/ 16 h 137"/>
                <a:gd name="T2" fmla="*/ 21 w 130"/>
                <a:gd name="T3" fmla="*/ 20 h 137"/>
                <a:gd name="T4" fmla="*/ 10 w 130"/>
                <a:gd name="T5" fmla="*/ 33 h 137"/>
                <a:gd name="T6" fmla="*/ 0 w 130"/>
                <a:gd name="T7" fmla="*/ 56 h 137"/>
                <a:gd name="T8" fmla="*/ 1 w 130"/>
                <a:gd name="T9" fmla="*/ 91 h 137"/>
                <a:gd name="T10" fmla="*/ 11 w 130"/>
                <a:gd name="T11" fmla="*/ 113 h 137"/>
                <a:gd name="T12" fmla="*/ 22 w 130"/>
                <a:gd name="T13" fmla="*/ 125 h 137"/>
                <a:gd name="T14" fmla="*/ 29 w 130"/>
                <a:gd name="T15" fmla="*/ 129 h 137"/>
                <a:gd name="T16" fmla="*/ 37 w 130"/>
                <a:gd name="T17" fmla="*/ 133 h 137"/>
                <a:gd name="T18" fmla="*/ 53 w 130"/>
                <a:gd name="T19" fmla="*/ 137 h 137"/>
                <a:gd name="T20" fmla="*/ 69 w 130"/>
                <a:gd name="T21" fmla="*/ 135 h 137"/>
                <a:gd name="T22" fmla="*/ 86 w 130"/>
                <a:gd name="T23" fmla="*/ 127 h 137"/>
                <a:gd name="T24" fmla="*/ 95 w 130"/>
                <a:gd name="T25" fmla="*/ 121 h 137"/>
                <a:gd name="T26" fmla="*/ 111 w 130"/>
                <a:gd name="T27" fmla="*/ 109 h 137"/>
                <a:gd name="T28" fmla="*/ 128 w 130"/>
                <a:gd name="T29" fmla="*/ 86 h 137"/>
                <a:gd name="T30" fmla="*/ 130 w 130"/>
                <a:gd name="T31" fmla="*/ 63 h 137"/>
                <a:gd name="T32" fmla="*/ 116 w 130"/>
                <a:gd name="T33" fmla="*/ 39 h 137"/>
                <a:gd name="T34" fmla="*/ 102 w 130"/>
                <a:gd name="T35" fmla="*/ 26 h 137"/>
                <a:gd name="T36" fmla="*/ 90 w 130"/>
                <a:gd name="T37" fmla="*/ 15 h 137"/>
                <a:gd name="T38" fmla="*/ 73 w 130"/>
                <a:gd name="T39" fmla="*/ 2 h 137"/>
                <a:gd name="T40" fmla="*/ 60 w 130"/>
                <a:gd name="T41" fmla="*/ 0 h 137"/>
                <a:gd name="T42" fmla="*/ 42 w 130"/>
                <a:gd name="T43" fmla="*/ 8 h 137"/>
                <a:gd name="T44" fmla="*/ 29 w 130"/>
                <a:gd name="T45" fmla="*/ 16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30" h="137">
                  <a:moveTo>
                    <a:pt x="29" y="16"/>
                  </a:moveTo>
                  <a:lnTo>
                    <a:pt x="21" y="20"/>
                  </a:lnTo>
                  <a:lnTo>
                    <a:pt x="10" y="33"/>
                  </a:lnTo>
                  <a:lnTo>
                    <a:pt x="0" y="56"/>
                  </a:lnTo>
                  <a:lnTo>
                    <a:pt x="1" y="91"/>
                  </a:lnTo>
                  <a:lnTo>
                    <a:pt x="11" y="113"/>
                  </a:lnTo>
                  <a:lnTo>
                    <a:pt x="22" y="125"/>
                  </a:lnTo>
                  <a:lnTo>
                    <a:pt x="29" y="129"/>
                  </a:lnTo>
                  <a:lnTo>
                    <a:pt x="37" y="133"/>
                  </a:lnTo>
                  <a:lnTo>
                    <a:pt x="53" y="137"/>
                  </a:lnTo>
                  <a:lnTo>
                    <a:pt x="69" y="135"/>
                  </a:lnTo>
                  <a:lnTo>
                    <a:pt x="86" y="127"/>
                  </a:lnTo>
                  <a:lnTo>
                    <a:pt x="95" y="121"/>
                  </a:lnTo>
                  <a:lnTo>
                    <a:pt x="111" y="109"/>
                  </a:lnTo>
                  <a:lnTo>
                    <a:pt x="128" y="86"/>
                  </a:lnTo>
                  <a:lnTo>
                    <a:pt x="130" y="63"/>
                  </a:lnTo>
                  <a:lnTo>
                    <a:pt x="116" y="39"/>
                  </a:lnTo>
                  <a:lnTo>
                    <a:pt x="102" y="26"/>
                  </a:lnTo>
                  <a:lnTo>
                    <a:pt x="90" y="15"/>
                  </a:lnTo>
                  <a:lnTo>
                    <a:pt x="73" y="2"/>
                  </a:lnTo>
                  <a:lnTo>
                    <a:pt x="60" y="0"/>
                  </a:lnTo>
                  <a:lnTo>
                    <a:pt x="42" y="8"/>
                  </a:lnTo>
                  <a:lnTo>
                    <a:pt x="29"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92">
              <a:extLst>
                <a:ext uri="{FF2B5EF4-FFF2-40B4-BE49-F238E27FC236}">
                  <a16:creationId xmlns:a16="http://schemas.microsoft.com/office/drawing/2014/main" id="{BDCDC788-F80C-2078-A9F0-1E5D0E475082}"/>
                </a:ext>
              </a:extLst>
            </p:cNvPr>
            <p:cNvSpPr>
              <a:spLocks/>
            </p:cNvSpPr>
            <p:nvPr/>
          </p:nvSpPr>
          <p:spPr bwMode="auto">
            <a:xfrm>
              <a:off x="8153400" y="3579813"/>
              <a:ext cx="271463" cy="66675"/>
            </a:xfrm>
            <a:custGeom>
              <a:avLst/>
              <a:gdLst>
                <a:gd name="T0" fmla="*/ 27 w 615"/>
                <a:gd name="T1" fmla="*/ 28 h 153"/>
                <a:gd name="T2" fmla="*/ 16 w 615"/>
                <a:gd name="T3" fmla="*/ 40 h 153"/>
                <a:gd name="T4" fmla="*/ 2 w 615"/>
                <a:gd name="T5" fmla="*/ 66 h 153"/>
                <a:gd name="T6" fmla="*/ 0 w 615"/>
                <a:gd name="T7" fmla="*/ 77 h 153"/>
                <a:gd name="T8" fmla="*/ 2 w 615"/>
                <a:gd name="T9" fmla="*/ 87 h 153"/>
                <a:gd name="T10" fmla="*/ 16 w 615"/>
                <a:gd name="T11" fmla="*/ 114 h 153"/>
                <a:gd name="T12" fmla="*/ 27 w 615"/>
                <a:gd name="T13" fmla="*/ 125 h 153"/>
                <a:gd name="T14" fmla="*/ 37 w 615"/>
                <a:gd name="T15" fmla="*/ 132 h 153"/>
                <a:gd name="T16" fmla="*/ 87 w 615"/>
                <a:gd name="T17" fmla="*/ 143 h 153"/>
                <a:gd name="T18" fmla="*/ 203 w 615"/>
                <a:gd name="T19" fmla="*/ 153 h 153"/>
                <a:gd name="T20" fmla="*/ 393 w 615"/>
                <a:gd name="T21" fmla="*/ 153 h 153"/>
                <a:gd name="T22" fmla="*/ 513 w 615"/>
                <a:gd name="T23" fmla="*/ 143 h 153"/>
                <a:gd name="T24" fmla="*/ 567 w 615"/>
                <a:gd name="T25" fmla="*/ 132 h 153"/>
                <a:gd name="T26" fmla="*/ 580 w 615"/>
                <a:gd name="T27" fmla="*/ 125 h 153"/>
                <a:gd name="T28" fmla="*/ 596 w 615"/>
                <a:gd name="T29" fmla="*/ 114 h 153"/>
                <a:gd name="T30" fmla="*/ 613 w 615"/>
                <a:gd name="T31" fmla="*/ 91 h 153"/>
                <a:gd name="T32" fmla="*/ 615 w 615"/>
                <a:gd name="T33" fmla="*/ 68 h 153"/>
                <a:gd name="T34" fmla="*/ 601 w 615"/>
                <a:gd name="T35" fmla="*/ 43 h 153"/>
                <a:gd name="T36" fmla="*/ 587 w 615"/>
                <a:gd name="T37" fmla="*/ 30 h 153"/>
                <a:gd name="T38" fmla="*/ 575 w 615"/>
                <a:gd name="T39" fmla="*/ 23 h 153"/>
                <a:gd name="T40" fmla="*/ 523 w 615"/>
                <a:gd name="T41" fmla="*/ 11 h 153"/>
                <a:gd name="T42" fmla="*/ 402 w 615"/>
                <a:gd name="T43" fmla="*/ 1 h 153"/>
                <a:gd name="T44" fmla="*/ 208 w 615"/>
                <a:gd name="T45" fmla="*/ 0 h 153"/>
                <a:gd name="T46" fmla="*/ 89 w 615"/>
                <a:gd name="T47" fmla="*/ 10 h 153"/>
                <a:gd name="T48" fmla="*/ 38 w 615"/>
                <a:gd name="T49" fmla="*/ 21 h 153"/>
                <a:gd name="T50" fmla="*/ 27 w 615"/>
                <a:gd name="T51" fmla="*/ 28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15" h="153">
                  <a:moveTo>
                    <a:pt x="27" y="28"/>
                  </a:moveTo>
                  <a:lnTo>
                    <a:pt x="16" y="40"/>
                  </a:lnTo>
                  <a:lnTo>
                    <a:pt x="2" y="66"/>
                  </a:lnTo>
                  <a:lnTo>
                    <a:pt x="0" y="77"/>
                  </a:lnTo>
                  <a:lnTo>
                    <a:pt x="2" y="87"/>
                  </a:lnTo>
                  <a:lnTo>
                    <a:pt x="16" y="114"/>
                  </a:lnTo>
                  <a:lnTo>
                    <a:pt x="27" y="125"/>
                  </a:lnTo>
                  <a:lnTo>
                    <a:pt x="37" y="132"/>
                  </a:lnTo>
                  <a:lnTo>
                    <a:pt x="87" y="143"/>
                  </a:lnTo>
                  <a:lnTo>
                    <a:pt x="203" y="153"/>
                  </a:lnTo>
                  <a:lnTo>
                    <a:pt x="393" y="153"/>
                  </a:lnTo>
                  <a:lnTo>
                    <a:pt x="513" y="143"/>
                  </a:lnTo>
                  <a:lnTo>
                    <a:pt x="567" y="132"/>
                  </a:lnTo>
                  <a:lnTo>
                    <a:pt x="580" y="125"/>
                  </a:lnTo>
                  <a:lnTo>
                    <a:pt x="596" y="114"/>
                  </a:lnTo>
                  <a:lnTo>
                    <a:pt x="613" y="91"/>
                  </a:lnTo>
                  <a:lnTo>
                    <a:pt x="615" y="68"/>
                  </a:lnTo>
                  <a:lnTo>
                    <a:pt x="601" y="43"/>
                  </a:lnTo>
                  <a:lnTo>
                    <a:pt x="587" y="30"/>
                  </a:lnTo>
                  <a:lnTo>
                    <a:pt x="575" y="23"/>
                  </a:lnTo>
                  <a:lnTo>
                    <a:pt x="523" y="11"/>
                  </a:lnTo>
                  <a:lnTo>
                    <a:pt x="402" y="1"/>
                  </a:lnTo>
                  <a:lnTo>
                    <a:pt x="208" y="0"/>
                  </a:lnTo>
                  <a:lnTo>
                    <a:pt x="89" y="10"/>
                  </a:lnTo>
                  <a:lnTo>
                    <a:pt x="38" y="21"/>
                  </a:lnTo>
                  <a:lnTo>
                    <a:pt x="27"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93">
              <a:extLst>
                <a:ext uri="{FF2B5EF4-FFF2-40B4-BE49-F238E27FC236}">
                  <a16:creationId xmlns:a16="http://schemas.microsoft.com/office/drawing/2014/main" id="{07334A1B-FDF5-59EC-49C7-C6F405F07256}"/>
                </a:ext>
              </a:extLst>
            </p:cNvPr>
            <p:cNvSpPr>
              <a:spLocks/>
            </p:cNvSpPr>
            <p:nvPr/>
          </p:nvSpPr>
          <p:spPr bwMode="auto">
            <a:xfrm>
              <a:off x="7974013" y="3705226"/>
              <a:ext cx="450850" cy="58738"/>
            </a:xfrm>
            <a:custGeom>
              <a:avLst/>
              <a:gdLst>
                <a:gd name="T0" fmla="*/ 8 w 1021"/>
                <a:gd name="T1" fmla="*/ 30 h 133"/>
                <a:gd name="T2" fmla="*/ 4 w 1021"/>
                <a:gd name="T3" fmla="*/ 39 h 133"/>
                <a:gd name="T4" fmla="*/ 0 w 1021"/>
                <a:gd name="T5" fmla="*/ 55 h 133"/>
                <a:gd name="T6" fmla="*/ 2 w 1021"/>
                <a:gd name="T7" fmla="*/ 71 h 133"/>
                <a:gd name="T8" fmla="*/ 10 w 1021"/>
                <a:gd name="T9" fmla="*/ 88 h 133"/>
                <a:gd name="T10" fmla="*/ 16 w 1021"/>
                <a:gd name="T11" fmla="*/ 97 h 133"/>
                <a:gd name="T12" fmla="*/ 21 w 1021"/>
                <a:gd name="T13" fmla="*/ 103 h 133"/>
                <a:gd name="T14" fmla="*/ 31 w 1021"/>
                <a:gd name="T15" fmla="*/ 114 h 133"/>
                <a:gd name="T16" fmla="*/ 49 w 1021"/>
                <a:gd name="T17" fmla="*/ 122 h 133"/>
                <a:gd name="T18" fmla="*/ 78 w 1021"/>
                <a:gd name="T19" fmla="*/ 127 h 133"/>
                <a:gd name="T20" fmla="*/ 153 w 1021"/>
                <a:gd name="T21" fmla="*/ 132 h 133"/>
                <a:gd name="T22" fmla="*/ 349 w 1021"/>
                <a:gd name="T23" fmla="*/ 133 h 133"/>
                <a:gd name="T24" fmla="*/ 506 w 1021"/>
                <a:gd name="T25" fmla="*/ 133 h 133"/>
                <a:gd name="T26" fmla="*/ 765 w 1021"/>
                <a:gd name="T27" fmla="*/ 133 h 133"/>
                <a:gd name="T28" fmla="*/ 940 w 1021"/>
                <a:gd name="T29" fmla="*/ 126 h 133"/>
                <a:gd name="T30" fmla="*/ 978 w 1021"/>
                <a:gd name="T31" fmla="*/ 118 h 133"/>
                <a:gd name="T32" fmla="*/ 992 w 1021"/>
                <a:gd name="T33" fmla="*/ 111 h 133"/>
                <a:gd name="T34" fmla="*/ 996 w 1021"/>
                <a:gd name="T35" fmla="*/ 107 h 133"/>
                <a:gd name="T36" fmla="*/ 1007 w 1021"/>
                <a:gd name="T37" fmla="*/ 96 h 133"/>
                <a:gd name="T38" fmla="*/ 1020 w 1021"/>
                <a:gd name="T39" fmla="*/ 81 h 133"/>
                <a:gd name="T40" fmla="*/ 1021 w 1021"/>
                <a:gd name="T41" fmla="*/ 66 h 133"/>
                <a:gd name="T42" fmla="*/ 1014 w 1021"/>
                <a:gd name="T43" fmla="*/ 46 h 133"/>
                <a:gd name="T44" fmla="*/ 1006 w 1021"/>
                <a:gd name="T45" fmla="*/ 32 h 133"/>
                <a:gd name="T46" fmla="*/ 1003 w 1021"/>
                <a:gd name="T47" fmla="*/ 26 h 133"/>
                <a:gd name="T48" fmla="*/ 994 w 1021"/>
                <a:gd name="T49" fmla="*/ 18 h 133"/>
                <a:gd name="T50" fmla="*/ 965 w 1021"/>
                <a:gd name="T51" fmla="*/ 8 h 133"/>
                <a:gd name="T52" fmla="*/ 797 w 1021"/>
                <a:gd name="T53" fmla="*/ 0 h 133"/>
                <a:gd name="T54" fmla="*/ 506 w 1021"/>
                <a:gd name="T55" fmla="*/ 0 h 133"/>
                <a:gd name="T56" fmla="*/ 220 w 1021"/>
                <a:gd name="T57" fmla="*/ 0 h 133"/>
                <a:gd name="T58" fmla="*/ 51 w 1021"/>
                <a:gd name="T59" fmla="*/ 8 h 133"/>
                <a:gd name="T60" fmla="*/ 20 w 1021"/>
                <a:gd name="T61" fmla="*/ 17 h 133"/>
                <a:gd name="T62" fmla="*/ 11 w 1021"/>
                <a:gd name="T63" fmla="*/ 25 h 133"/>
                <a:gd name="T64" fmla="*/ 8 w 1021"/>
                <a:gd name="T65" fmla="*/ 30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21" h="133">
                  <a:moveTo>
                    <a:pt x="8" y="30"/>
                  </a:moveTo>
                  <a:lnTo>
                    <a:pt x="4" y="39"/>
                  </a:lnTo>
                  <a:lnTo>
                    <a:pt x="0" y="55"/>
                  </a:lnTo>
                  <a:lnTo>
                    <a:pt x="2" y="71"/>
                  </a:lnTo>
                  <a:lnTo>
                    <a:pt x="10" y="88"/>
                  </a:lnTo>
                  <a:lnTo>
                    <a:pt x="16" y="97"/>
                  </a:lnTo>
                  <a:lnTo>
                    <a:pt x="21" y="103"/>
                  </a:lnTo>
                  <a:lnTo>
                    <a:pt x="31" y="114"/>
                  </a:lnTo>
                  <a:lnTo>
                    <a:pt x="49" y="122"/>
                  </a:lnTo>
                  <a:lnTo>
                    <a:pt x="78" y="127"/>
                  </a:lnTo>
                  <a:lnTo>
                    <a:pt x="153" y="132"/>
                  </a:lnTo>
                  <a:lnTo>
                    <a:pt x="349" y="133"/>
                  </a:lnTo>
                  <a:lnTo>
                    <a:pt x="506" y="133"/>
                  </a:lnTo>
                  <a:lnTo>
                    <a:pt x="765" y="133"/>
                  </a:lnTo>
                  <a:lnTo>
                    <a:pt x="940" y="126"/>
                  </a:lnTo>
                  <a:lnTo>
                    <a:pt x="978" y="118"/>
                  </a:lnTo>
                  <a:lnTo>
                    <a:pt x="992" y="111"/>
                  </a:lnTo>
                  <a:lnTo>
                    <a:pt x="996" y="107"/>
                  </a:lnTo>
                  <a:lnTo>
                    <a:pt x="1007" y="96"/>
                  </a:lnTo>
                  <a:lnTo>
                    <a:pt x="1020" y="81"/>
                  </a:lnTo>
                  <a:lnTo>
                    <a:pt x="1021" y="66"/>
                  </a:lnTo>
                  <a:lnTo>
                    <a:pt x="1014" y="46"/>
                  </a:lnTo>
                  <a:lnTo>
                    <a:pt x="1006" y="32"/>
                  </a:lnTo>
                  <a:lnTo>
                    <a:pt x="1003" y="26"/>
                  </a:lnTo>
                  <a:lnTo>
                    <a:pt x="994" y="18"/>
                  </a:lnTo>
                  <a:lnTo>
                    <a:pt x="965" y="8"/>
                  </a:lnTo>
                  <a:lnTo>
                    <a:pt x="797" y="0"/>
                  </a:lnTo>
                  <a:lnTo>
                    <a:pt x="506" y="0"/>
                  </a:lnTo>
                  <a:lnTo>
                    <a:pt x="220" y="0"/>
                  </a:lnTo>
                  <a:lnTo>
                    <a:pt x="51" y="8"/>
                  </a:lnTo>
                  <a:lnTo>
                    <a:pt x="20" y="17"/>
                  </a:lnTo>
                  <a:lnTo>
                    <a:pt x="11" y="25"/>
                  </a:lnTo>
                  <a:lnTo>
                    <a:pt x="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94">
              <a:extLst>
                <a:ext uri="{FF2B5EF4-FFF2-40B4-BE49-F238E27FC236}">
                  <a16:creationId xmlns:a16="http://schemas.microsoft.com/office/drawing/2014/main" id="{A8D5AC27-74C0-320E-8DC6-381B983279A0}"/>
                </a:ext>
              </a:extLst>
            </p:cNvPr>
            <p:cNvSpPr>
              <a:spLocks/>
            </p:cNvSpPr>
            <p:nvPr/>
          </p:nvSpPr>
          <p:spPr bwMode="auto">
            <a:xfrm>
              <a:off x="7970838" y="3822701"/>
              <a:ext cx="454025" cy="58738"/>
            </a:xfrm>
            <a:custGeom>
              <a:avLst/>
              <a:gdLst>
                <a:gd name="T0" fmla="*/ 25 w 1030"/>
                <a:gd name="T1" fmla="*/ 26 h 133"/>
                <a:gd name="T2" fmla="*/ 14 w 1030"/>
                <a:gd name="T3" fmla="*/ 37 h 133"/>
                <a:gd name="T4" fmla="*/ 2 w 1030"/>
                <a:gd name="T5" fmla="*/ 52 h 133"/>
                <a:gd name="T6" fmla="*/ 0 w 1030"/>
                <a:gd name="T7" fmla="*/ 67 h 133"/>
                <a:gd name="T8" fmla="*/ 8 w 1030"/>
                <a:gd name="T9" fmla="*/ 87 h 133"/>
                <a:gd name="T10" fmla="*/ 15 w 1030"/>
                <a:gd name="T11" fmla="*/ 101 h 133"/>
                <a:gd name="T12" fmla="*/ 19 w 1030"/>
                <a:gd name="T13" fmla="*/ 107 h 133"/>
                <a:gd name="T14" fmla="*/ 28 w 1030"/>
                <a:gd name="T15" fmla="*/ 115 h 133"/>
                <a:gd name="T16" fmla="*/ 57 w 1030"/>
                <a:gd name="T17" fmla="*/ 125 h 133"/>
                <a:gd name="T18" fmla="*/ 225 w 1030"/>
                <a:gd name="T19" fmla="*/ 133 h 133"/>
                <a:gd name="T20" fmla="*/ 515 w 1030"/>
                <a:gd name="T21" fmla="*/ 133 h 133"/>
                <a:gd name="T22" fmla="*/ 806 w 1030"/>
                <a:gd name="T23" fmla="*/ 133 h 133"/>
                <a:gd name="T24" fmla="*/ 974 w 1030"/>
                <a:gd name="T25" fmla="*/ 125 h 133"/>
                <a:gd name="T26" fmla="*/ 1003 w 1030"/>
                <a:gd name="T27" fmla="*/ 115 h 133"/>
                <a:gd name="T28" fmla="*/ 1012 w 1030"/>
                <a:gd name="T29" fmla="*/ 107 h 133"/>
                <a:gd name="T30" fmla="*/ 1015 w 1030"/>
                <a:gd name="T31" fmla="*/ 101 h 133"/>
                <a:gd name="T32" fmla="*/ 1023 w 1030"/>
                <a:gd name="T33" fmla="*/ 87 h 133"/>
                <a:gd name="T34" fmla="*/ 1030 w 1030"/>
                <a:gd name="T35" fmla="*/ 67 h 133"/>
                <a:gd name="T36" fmla="*/ 1029 w 1030"/>
                <a:gd name="T37" fmla="*/ 52 h 133"/>
                <a:gd name="T38" fmla="*/ 1016 w 1030"/>
                <a:gd name="T39" fmla="*/ 37 h 133"/>
                <a:gd name="T40" fmla="*/ 1005 w 1030"/>
                <a:gd name="T41" fmla="*/ 26 h 133"/>
                <a:gd name="T42" fmla="*/ 1001 w 1030"/>
                <a:gd name="T43" fmla="*/ 22 h 133"/>
                <a:gd name="T44" fmla="*/ 987 w 1030"/>
                <a:gd name="T45" fmla="*/ 15 h 133"/>
                <a:gd name="T46" fmla="*/ 949 w 1030"/>
                <a:gd name="T47" fmla="*/ 7 h 133"/>
                <a:gd name="T48" fmla="*/ 774 w 1030"/>
                <a:gd name="T49" fmla="*/ 0 h 133"/>
                <a:gd name="T50" fmla="*/ 515 w 1030"/>
                <a:gd name="T51" fmla="*/ 0 h 133"/>
                <a:gd name="T52" fmla="*/ 257 w 1030"/>
                <a:gd name="T53" fmla="*/ 0 h 133"/>
                <a:gd name="T54" fmla="*/ 82 w 1030"/>
                <a:gd name="T55" fmla="*/ 7 h 133"/>
                <a:gd name="T56" fmla="*/ 44 w 1030"/>
                <a:gd name="T57" fmla="*/ 15 h 133"/>
                <a:gd name="T58" fmla="*/ 30 w 1030"/>
                <a:gd name="T59" fmla="*/ 22 h 133"/>
                <a:gd name="T60" fmla="*/ 25 w 1030"/>
                <a:gd name="T61" fmla="*/ 26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30" h="133">
                  <a:moveTo>
                    <a:pt x="25" y="26"/>
                  </a:moveTo>
                  <a:lnTo>
                    <a:pt x="14" y="37"/>
                  </a:lnTo>
                  <a:lnTo>
                    <a:pt x="2" y="52"/>
                  </a:lnTo>
                  <a:lnTo>
                    <a:pt x="0" y="67"/>
                  </a:lnTo>
                  <a:lnTo>
                    <a:pt x="8" y="87"/>
                  </a:lnTo>
                  <a:lnTo>
                    <a:pt x="15" y="101"/>
                  </a:lnTo>
                  <a:lnTo>
                    <a:pt x="19" y="107"/>
                  </a:lnTo>
                  <a:lnTo>
                    <a:pt x="28" y="115"/>
                  </a:lnTo>
                  <a:lnTo>
                    <a:pt x="57" y="125"/>
                  </a:lnTo>
                  <a:lnTo>
                    <a:pt x="225" y="133"/>
                  </a:lnTo>
                  <a:lnTo>
                    <a:pt x="515" y="133"/>
                  </a:lnTo>
                  <a:lnTo>
                    <a:pt x="806" y="133"/>
                  </a:lnTo>
                  <a:lnTo>
                    <a:pt x="974" y="125"/>
                  </a:lnTo>
                  <a:lnTo>
                    <a:pt x="1003" y="115"/>
                  </a:lnTo>
                  <a:lnTo>
                    <a:pt x="1012" y="107"/>
                  </a:lnTo>
                  <a:lnTo>
                    <a:pt x="1015" y="101"/>
                  </a:lnTo>
                  <a:lnTo>
                    <a:pt x="1023" y="87"/>
                  </a:lnTo>
                  <a:lnTo>
                    <a:pt x="1030" y="67"/>
                  </a:lnTo>
                  <a:lnTo>
                    <a:pt x="1029" y="52"/>
                  </a:lnTo>
                  <a:lnTo>
                    <a:pt x="1016" y="37"/>
                  </a:lnTo>
                  <a:lnTo>
                    <a:pt x="1005" y="26"/>
                  </a:lnTo>
                  <a:lnTo>
                    <a:pt x="1001" y="22"/>
                  </a:lnTo>
                  <a:lnTo>
                    <a:pt x="987" y="15"/>
                  </a:lnTo>
                  <a:lnTo>
                    <a:pt x="949" y="7"/>
                  </a:lnTo>
                  <a:lnTo>
                    <a:pt x="774" y="0"/>
                  </a:lnTo>
                  <a:lnTo>
                    <a:pt x="515" y="0"/>
                  </a:lnTo>
                  <a:lnTo>
                    <a:pt x="257" y="0"/>
                  </a:lnTo>
                  <a:lnTo>
                    <a:pt x="82" y="7"/>
                  </a:lnTo>
                  <a:lnTo>
                    <a:pt x="44" y="15"/>
                  </a:lnTo>
                  <a:lnTo>
                    <a:pt x="30" y="22"/>
                  </a:lnTo>
                  <a:lnTo>
                    <a:pt x="25"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4" name="Rounded Rectangle 79">
            <a:extLst>
              <a:ext uri="{FF2B5EF4-FFF2-40B4-BE49-F238E27FC236}">
                <a16:creationId xmlns:a16="http://schemas.microsoft.com/office/drawing/2014/main" id="{4C5FE5AE-7745-21C6-7B04-5263713AF5DA}"/>
              </a:ext>
            </a:extLst>
          </p:cNvPr>
          <p:cNvSpPr/>
          <p:nvPr/>
        </p:nvSpPr>
        <p:spPr>
          <a:xfrm>
            <a:off x="10027920" y="3754672"/>
            <a:ext cx="1554480" cy="27432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25" name="Rectangle 24">
            <a:extLst>
              <a:ext uri="{FF2B5EF4-FFF2-40B4-BE49-F238E27FC236}">
                <a16:creationId xmlns:a16="http://schemas.microsoft.com/office/drawing/2014/main" id="{9B4149F2-460A-E4D0-390A-B5A36EE563DC}"/>
              </a:ext>
            </a:extLst>
          </p:cNvPr>
          <p:cNvSpPr/>
          <p:nvPr/>
        </p:nvSpPr>
        <p:spPr>
          <a:xfrm>
            <a:off x="10027920" y="4966388"/>
            <a:ext cx="1554480" cy="707886"/>
          </a:xfrm>
          <a:prstGeom prst="rect">
            <a:avLst/>
          </a:prstGeom>
        </p:spPr>
        <p:txBody>
          <a:bodyPr wrap="square" anchor="t" anchorCtr="0">
            <a:noAutofit/>
          </a:bodyPr>
          <a:lstStyle/>
          <a:p>
            <a:pPr marL="0" lvl="1" algn="ctr" rtl="1"/>
            <a:r>
              <a:rPr lang="ar-EG" b="1" dirty="0">
                <a:solidFill>
                  <a:schemeClr val="accent1"/>
                </a:solidFill>
                <a:latin typeface="Sakkal Majalla" panose="02000000000000000000" pitchFamily="2" charset="-78"/>
                <a:cs typeface="Sakkal Majalla" panose="02000000000000000000" pitchFamily="2" charset="-78"/>
              </a:rPr>
              <a:t>دعم اتخاذ القرارات </a:t>
            </a:r>
          </a:p>
        </p:txBody>
      </p:sp>
      <p:sp>
        <p:nvSpPr>
          <p:cNvPr id="27" name="TextBox 26">
            <a:extLst>
              <a:ext uri="{FF2B5EF4-FFF2-40B4-BE49-F238E27FC236}">
                <a16:creationId xmlns:a16="http://schemas.microsoft.com/office/drawing/2014/main" id="{EE9B949B-15AE-84B8-D943-93009640C7DF}"/>
              </a:ext>
            </a:extLst>
          </p:cNvPr>
          <p:cNvSpPr txBox="1"/>
          <p:nvPr/>
        </p:nvSpPr>
        <p:spPr>
          <a:xfrm>
            <a:off x="10027920" y="3544326"/>
            <a:ext cx="1554480" cy="769441"/>
          </a:xfrm>
          <a:prstGeom prst="rect">
            <a:avLst/>
          </a:prstGeom>
          <a:noFill/>
        </p:spPr>
        <p:txBody>
          <a:bodyPr wrap="square" rtlCol="0">
            <a:spAutoFit/>
          </a:bodyPr>
          <a:lstStyle/>
          <a:p>
            <a:pPr algn="ctr"/>
            <a:r>
              <a:rPr lang="en-US" sz="4400" dirty="0">
                <a:solidFill>
                  <a:schemeClr val="accent1"/>
                </a:solidFill>
                <a:latin typeface="Sakkal Majalla" panose="02000000000000000000" pitchFamily="2" charset="-78"/>
                <a:cs typeface="Sakkal Majalla" panose="02000000000000000000" pitchFamily="2" charset="-78"/>
              </a:rPr>
              <a:t>01</a:t>
            </a:r>
          </a:p>
        </p:txBody>
      </p:sp>
      <p:grpSp>
        <p:nvGrpSpPr>
          <p:cNvPr id="57" name="Group 56">
            <a:extLst>
              <a:ext uri="{FF2B5EF4-FFF2-40B4-BE49-F238E27FC236}">
                <a16:creationId xmlns:a16="http://schemas.microsoft.com/office/drawing/2014/main" id="{C0FF11F1-3470-AD88-A369-8DCB29C678FC}"/>
              </a:ext>
            </a:extLst>
          </p:cNvPr>
          <p:cNvGrpSpPr>
            <a:grpSpLocks noChangeAspect="1"/>
          </p:cNvGrpSpPr>
          <p:nvPr/>
        </p:nvGrpSpPr>
        <p:grpSpPr>
          <a:xfrm>
            <a:off x="10586769" y="4320709"/>
            <a:ext cx="436783" cy="457200"/>
            <a:chOff x="10326688" y="2411413"/>
            <a:chExt cx="1731962" cy="1812925"/>
          </a:xfrm>
          <a:solidFill>
            <a:schemeClr val="accent2"/>
          </a:solidFill>
        </p:grpSpPr>
        <p:sp>
          <p:nvSpPr>
            <p:cNvPr id="58" name="Freeform 51">
              <a:extLst>
                <a:ext uri="{FF2B5EF4-FFF2-40B4-BE49-F238E27FC236}">
                  <a16:creationId xmlns:a16="http://schemas.microsoft.com/office/drawing/2014/main" id="{CA38CE1F-17F1-93B4-F8AE-7329D26AEE9A}"/>
                </a:ext>
              </a:extLst>
            </p:cNvPr>
            <p:cNvSpPr>
              <a:spLocks noEditPoints="1"/>
            </p:cNvSpPr>
            <p:nvPr/>
          </p:nvSpPr>
          <p:spPr bwMode="auto">
            <a:xfrm>
              <a:off x="10390188" y="2411413"/>
              <a:ext cx="1581150" cy="1006475"/>
            </a:xfrm>
            <a:custGeom>
              <a:avLst/>
              <a:gdLst>
                <a:gd name="T0" fmla="*/ 2257 w 4183"/>
                <a:gd name="T1" fmla="*/ 336 h 2665"/>
                <a:gd name="T2" fmla="*/ 1754 w 4183"/>
                <a:gd name="T3" fmla="*/ 581 h 2665"/>
                <a:gd name="T4" fmla="*/ 1870 w 4183"/>
                <a:gd name="T5" fmla="*/ 1031 h 2665"/>
                <a:gd name="T6" fmla="*/ 1533 w 4183"/>
                <a:gd name="T7" fmla="*/ 1184 h 2665"/>
                <a:gd name="T8" fmla="*/ 1397 w 4183"/>
                <a:gd name="T9" fmla="*/ 1138 h 2665"/>
                <a:gd name="T10" fmla="*/ 1094 w 4183"/>
                <a:gd name="T11" fmla="*/ 1154 h 2665"/>
                <a:gd name="T12" fmla="*/ 899 w 4183"/>
                <a:gd name="T13" fmla="*/ 885 h 2665"/>
                <a:gd name="T14" fmla="*/ 564 w 4183"/>
                <a:gd name="T15" fmla="*/ 1142 h 2665"/>
                <a:gd name="T16" fmla="*/ 185 w 4183"/>
                <a:gd name="T17" fmla="*/ 1161 h 2665"/>
                <a:gd name="T18" fmla="*/ 102 w 4183"/>
                <a:gd name="T19" fmla="*/ 1576 h 2665"/>
                <a:gd name="T20" fmla="*/ 132 w 4183"/>
                <a:gd name="T21" fmla="*/ 1838 h 2665"/>
                <a:gd name="T22" fmla="*/ 129 w 4183"/>
                <a:gd name="T23" fmla="*/ 2206 h 2665"/>
                <a:gd name="T24" fmla="*/ 527 w 4183"/>
                <a:gd name="T25" fmla="*/ 2270 h 2665"/>
                <a:gd name="T26" fmla="*/ 662 w 4183"/>
                <a:gd name="T27" fmla="*/ 2560 h 2665"/>
                <a:gd name="T28" fmla="*/ 1058 w 4183"/>
                <a:gd name="T29" fmla="*/ 2376 h 2665"/>
                <a:gd name="T30" fmla="*/ 1283 w 4183"/>
                <a:gd name="T31" fmla="*/ 2261 h 2665"/>
                <a:gd name="T32" fmla="*/ 1617 w 4183"/>
                <a:gd name="T33" fmla="*/ 2017 h 2665"/>
                <a:gd name="T34" fmla="*/ 1455 w 4183"/>
                <a:gd name="T35" fmla="*/ 1781 h 2665"/>
                <a:gd name="T36" fmla="*/ 1543 w 4183"/>
                <a:gd name="T37" fmla="*/ 1591 h 2665"/>
                <a:gd name="T38" fmla="*/ 1902 w 4183"/>
                <a:gd name="T39" fmla="*/ 1878 h 2665"/>
                <a:gd name="T40" fmla="*/ 1977 w 4183"/>
                <a:gd name="T41" fmla="*/ 2336 h 2665"/>
                <a:gd name="T42" fmla="*/ 2462 w 4183"/>
                <a:gd name="T43" fmla="*/ 2279 h 2665"/>
                <a:gd name="T44" fmla="*/ 2951 w 4183"/>
                <a:gd name="T45" fmla="*/ 2665 h 2665"/>
                <a:gd name="T46" fmla="*/ 3333 w 4183"/>
                <a:gd name="T47" fmla="*/ 2246 h 2665"/>
                <a:gd name="T48" fmla="*/ 3775 w 4183"/>
                <a:gd name="T49" fmla="*/ 2313 h 2665"/>
                <a:gd name="T50" fmla="*/ 3778 w 4183"/>
                <a:gd name="T51" fmla="*/ 1824 h 2665"/>
                <a:gd name="T52" fmla="*/ 4105 w 4183"/>
                <a:gd name="T53" fmla="*/ 1608 h 2665"/>
                <a:gd name="T54" fmla="*/ 4163 w 4183"/>
                <a:gd name="T55" fmla="*/ 1088 h 2665"/>
                <a:gd name="T56" fmla="*/ 3868 w 4183"/>
                <a:gd name="T57" fmla="*/ 734 h 2665"/>
                <a:gd name="T58" fmla="*/ 3659 w 4183"/>
                <a:gd name="T59" fmla="*/ 262 h 2665"/>
                <a:gd name="T60" fmla="*/ 3150 w 4183"/>
                <a:gd name="T61" fmla="*/ 221 h 2665"/>
                <a:gd name="T62" fmla="*/ 2674 w 4183"/>
                <a:gd name="T63" fmla="*/ 10 h 2665"/>
                <a:gd name="T64" fmla="*/ 3175 w 4183"/>
                <a:gd name="T65" fmla="*/ 498 h 2665"/>
                <a:gd name="T66" fmla="*/ 3757 w 4183"/>
                <a:gd name="T67" fmla="*/ 518 h 2665"/>
                <a:gd name="T68" fmla="*/ 3658 w 4183"/>
                <a:gd name="T69" fmla="*/ 909 h 2665"/>
                <a:gd name="T70" fmla="*/ 4075 w 4183"/>
                <a:gd name="T71" fmla="*/ 1343 h 2665"/>
                <a:gd name="T72" fmla="*/ 3677 w 4183"/>
                <a:gd name="T73" fmla="*/ 1724 h 2665"/>
                <a:gd name="T74" fmla="*/ 3613 w 4183"/>
                <a:gd name="T75" fmla="*/ 2301 h 2665"/>
                <a:gd name="T76" fmla="*/ 3205 w 4183"/>
                <a:gd name="T77" fmla="*/ 2166 h 2665"/>
                <a:gd name="T78" fmla="*/ 2989 w 4183"/>
                <a:gd name="T79" fmla="*/ 2544 h 2665"/>
                <a:gd name="T80" fmla="*/ 2459 w 4183"/>
                <a:gd name="T81" fmla="*/ 2146 h 2665"/>
                <a:gd name="T82" fmla="*/ 1893 w 4183"/>
                <a:gd name="T83" fmla="*/ 2086 h 2665"/>
                <a:gd name="T84" fmla="*/ 1780 w 4183"/>
                <a:gd name="T85" fmla="*/ 1514 h 2665"/>
                <a:gd name="T86" fmla="*/ 1860 w 4183"/>
                <a:gd name="T87" fmla="*/ 1158 h 2665"/>
                <a:gd name="T88" fmla="*/ 2030 w 4183"/>
                <a:gd name="T89" fmla="*/ 772 h 2665"/>
                <a:gd name="T90" fmla="*/ 2243 w 4183"/>
                <a:gd name="T91" fmla="*/ 476 h 2665"/>
                <a:gd name="T92" fmla="*/ 2705 w 4183"/>
                <a:gd name="T93" fmla="*/ 134 h 2665"/>
                <a:gd name="T94" fmla="*/ 1033 w 4183"/>
                <a:gd name="T95" fmla="*/ 1269 h 2665"/>
                <a:gd name="T96" fmla="*/ 1455 w 4183"/>
                <a:gd name="T97" fmla="*/ 1369 h 2665"/>
                <a:gd name="T98" fmla="*/ 1444 w 4183"/>
                <a:gd name="T99" fmla="*/ 2093 h 2665"/>
                <a:gd name="T100" fmla="*/ 1025 w 4183"/>
                <a:gd name="T101" fmla="*/ 2179 h 2665"/>
                <a:gd name="T102" fmla="*/ 692 w 4183"/>
                <a:gd name="T103" fmla="*/ 2331 h 2665"/>
                <a:gd name="T104" fmla="*/ 321 w 4183"/>
                <a:gd name="T105" fmla="*/ 2148 h 2665"/>
                <a:gd name="T106" fmla="*/ 152 w 4183"/>
                <a:gd name="T107" fmla="*/ 1979 h 2665"/>
                <a:gd name="T108" fmla="*/ 150 w 4183"/>
                <a:gd name="T109" fmla="*/ 1446 h 2665"/>
                <a:gd name="T110" fmla="*/ 561 w 4183"/>
                <a:gd name="T111" fmla="*/ 1294 h 2665"/>
                <a:gd name="T112" fmla="*/ 703 w 4183"/>
                <a:gd name="T113" fmla="*/ 1044 h 26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183" h="2665">
                  <a:moveTo>
                    <a:pt x="2628" y="21"/>
                  </a:moveTo>
                  <a:lnTo>
                    <a:pt x="2622" y="28"/>
                  </a:lnTo>
                  <a:lnTo>
                    <a:pt x="2609" y="55"/>
                  </a:lnTo>
                  <a:lnTo>
                    <a:pt x="2591" y="125"/>
                  </a:lnTo>
                  <a:lnTo>
                    <a:pt x="2580" y="199"/>
                  </a:lnTo>
                  <a:lnTo>
                    <a:pt x="2558" y="356"/>
                  </a:lnTo>
                  <a:lnTo>
                    <a:pt x="2473" y="396"/>
                  </a:lnTo>
                  <a:lnTo>
                    <a:pt x="2387" y="436"/>
                  </a:lnTo>
                  <a:lnTo>
                    <a:pt x="2257" y="336"/>
                  </a:lnTo>
                  <a:lnTo>
                    <a:pt x="2203" y="295"/>
                  </a:lnTo>
                  <a:lnTo>
                    <a:pt x="2122" y="240"/>
                  </a:lnTo>
                  <a:lnTo>
                    <a:pt x="2108" y="234"/>
                  </a:lnTo>
                  <a:lnTo>
                    <a:pt x="2091" y="244"/>
                  </a:lnTo>
                  <a:lnTo>
                    <a:pt x="1988" y="333"/>
                  </a:lnTo>
                  <a:lnTo>
                    <a:pt x="1917" y="399"/>
                  </a:lnTo>
                  <a:lnTo>
                    <a:pt x="1834" y="479"/>
                  </a:lnTo>
                  <a:lnTo>
                    <a:pt x="1770" y="553"/>
                  </a:lnTo>
                  <a:lnTo>
                    <a:pt x="1754" y="581"/>
                  </a:lnTo>
                  <a:lnTo>
                    <a:pt x="1755" y="589"/>
                  </a:lnTo>
                  <a:lnTo>
                    <a:pt x="1764" y="607"/>
                  </a:lnTo>
                  <a:lnTo>
                    <a:pt x="1820" y="689"/>
                  </a:lnTo>
                  <a:lnTo>
                    <a:pt x="1857" y="739"/>
                  </a:lnTo>
                  <a:lnTo>
                    <a:pt x="1950" y="861"/>
                  </a:lnTo>
                  <a:lnTo>
                    <a:pt x="1920" y="939"/>
                  </a:lnTo>
                  <a:lnTo>
                    <a:pt x="1895" y="1001"/>
                  </a:lnTo>
                  <a:lnTo>
                    <a:pt x="1882" y="1026"/>
                  </a:lnTo>
                  <a:lnTo>
                    <a:pt x="1870" y="1031"/>
                  </a:lnTo>
                  <a:lnTo>
                    <a:pt x="1788" y="1045"/>
                  </a:lnTo>
                  <a:lnTo>
                    <a:pt x="1732" y="1053"/>
                  </a:lnTo>
                  <a:lnTo>
                    <a:pt x="1670" y="1061"/>
                  </a:lnTo>
                  <a:lnTo>
                    <a:pt x="1590" y="1077"/>
                  </a:lnTo>
                  <a:lnTo>
                    <a:pt x="1557" y="1093"/>
                  </a:lnTo>
                  <a:lnTo>
                    <a:pt x="1544" y="1107"/>
                  </a:lnTo>
                  <a:lnTo>
                    <a:pt x="1534" y="1133"/>
                  </a:lnTo>
                  <a:lnTo>
                    <a:pt x="1533" y="1158"/>
                  </a:lnTo>
                  <a:lnTo>
                    <a:pt x="1533" y="1184"/>
                  </a:lnTo>
                  <a:lnTo>
                    <a:pt x="1526" y="1216"/>
                  </a:lnTo>
                  <a:lnTo>
                    <a:pt x="1517" y="1223"/>
                  </a:lnTo>
                  <a:lnTo>
                    <a:pt x="1509" y="1220"/>
                  </a:lnTo>
                  <a:lnTo>
                    <a:pt x="1494" y="1204"/>
                  </a:lnTo>
                  <a:lnTo>
                    <a:pt x="1482" y="1184"/>
                  </a:lnTo>
                  <a:lnTo>
                    <a:pt x="1468" y="1163"/>
                  </a:lnTo>
                  <a:lnTo>
                    <a:pt x="1446" y="1144"/>
                  </a:lnTo>
                  <a:lnTo>
                    <a:pt x="1429" y="1138"/>
                  </a:lnTo>
                  <a:lnTo>
                    <a:pt x="1397" y="1138"/>
                  </a:lnTo>
                  <a:lnTo>
                    <a:pt x="1336" y="1158"/>
                  </a:lnTo>
                  <a:lnTo>
                    <a:pt x="1293" y="1176"/>
                  </a:lnTo>
                  <a:lnTo>
                    <a:pt x="1263" y="1189"/>
                  </a:lnTo>
                  <a:lnTo>
                    <a:pt x="1221" y="1205"/>
                  </a:lnTo>
                  <a:lnTo>
                    <a:pt x="1193" y="1209"/>
                  </a:lnTo>
                  <a:lnTo>
                    <a:pt x="1167" y="1202"/>
                  </a:lnTo>
                  <a:lnTo>
                    <a:pt x="1152" y="1194"/>
                  </a:lnTo>
                  <a:lnTo>
                    <a:pt x="1128" y="1181"/>
                  </a:lnTo>
                  <a:lnTo>
                    <a:pt x="1094" y="1154"/>
                  </a:lnTo>
                  <a:lnTo>
                    <a:pt x="1073" y="1118"/>
                  </a:lnTo>
                  <a:lnTo>
                    <a:pt x="1058" y="1061"/>
                  </a:lnTo>
                  <a:lnTo>
                    <a:pt x="1052" y="1021"/>
                  </a:lnTo>
                  <a:lnTo>
                    <a:pt x="1045" y="979"/>
                  </a:lnTo>
                  <a:lnTo>
                    <a:pt x="1030" y="913"/>
                  </a:lnTo>
                  <a:lnTo>
                    <a:pt x="1025" y="901"/>
                  </a:lnTo>
                  <a:lnTo>
                    <a:pt x="1020" y="897"/>
                  </a:lnTo>
                  <a:lnTo>
                    <a:pt x="987" y="891"/>
                  </a:lnTo>
                  <a:lnTo>
                    <a:pt x="899" y="885"/>
                  </a:lnTo>
                  <a:lnTo>
                    <a:pt x="817" y="884"/>
                  </a:lnTo>
                  <a:lnTo>
                    <a:pt x="618" y="884"/>
                  </a:lnTo>
                  <a:lnTo>
                    <a:pt x="602" y="946"/>
                  </a:lnTo>
                  <a:lnTo>
                    <a:pt x="594" y="975"/>
                  </a:lnTo>
                  <a:lnTo>
                    <a:pt x="584" y="1043"/>
                  </a:lnTo>
                  <a:lnTo>
                    <a:pt x="583" y="1071"/>
                  </a:lnTo>
                  <a:lnTo>
                    <a:pt x="583" y="1090"/>
                  </a:lnTo>
                  <a:lnTo>
                    <a:pt x="578" y="1119"/>
                  </a:lnTo>
                  <a:lnTo>
                    <a:pt x="564" y="1142"/>
                  </a:lnTo>
                  <a:lnTo>
                    <a:pt x="536" y="1164"/>
                  </a:lnTo>
                  <a:lnTo>
                    <a:pt x="515" y="1178"/>
                  </a:lnTo>
                  <a:lnTo>
                    <a:pt x="445" y="1221"/>
                  </a:lnTo>
                  <a:lnTo>
                    <a:pt x="343" y="1178"/>
                  </a:lnTo>
                  <a:lnTo>
                    <a:pt x="302" y="1161"/>
                  </a:lnTo>
                  <a:lnTo>
                    <a:pt x="232" y="1137"/>
                  </a:lnTo>
                  <a:lnTo>
                    <a:pt x="215" y="1134"/>
                  </a:lnTo>
                  <a:lnTo>
                    <a:pt x="208" y="1137"/>
                  </a:lnTo>
                  <a:lnTo>
                    <a:pt x="185" y="1161"/>
                  </a:lnTo>
                  <a:lnTo>
                    <a:pt x="135" y="1228"/>
                  </a:lnTo>
                  <a:lnTo>
                    <a:pt x="60" y="1347"/>
                  </a:lnTo>
                  <a:lnTo>
                    <a:pt x="17" y="1426"/>
                  </a:lnTo>
                  <a:lnTo>
                    <a:pt x="1" y="1464"/>
                  </a:lnTo>
                  <a:lnTo>
                    <a:pt x="0" y="1474"/>
                  </a:lnTo>
                  <a:lnTo>
                    <a:pt x="1" y="1480"/>
                  </a:lnTo>
                  <a:lnTo>
                    <a:pt x="17" y="1501"/>
                  </a:lnTo>
                  <a:lnTo>
                    <a:pt x="61" y="1544"/>
                  </a:lnTo>
                  <a:lnTo>
                    <a:pt x="102" y="1576"/>
                  </a:lnTo>
                  <a:lnTo>
                    <a:pt x="135" y="1602"/>
                  </a:lnTo>
                  <a:lnTo>
                    <a:pt x="176" y="1638"/>
                  </a:lnTo>
                  <a:lnTo>
                    <a:pt x="195" y="1667"/>
                  </a:lnTo>
                  <a:lnTo>
                    <a:pt x="198" y="1700"/>
                  </a:lnTo>
                  <a:lnTo>
                    <a:pt x="197" y="1723"/>
                  </a:lnTo>
                  <a:lnTo>
                    <a:pt x="195" y="1744"/>
                  </a:lnTo>
                  <a:lnTo>
                    <a:pt x="186" y="1777"/>
                  </a:lnTo>
                  <a:lnTo>
                    <a:pt x="167" y="1805"/>
                  </a:lnTo>
                  <a:lnTo>
                    <a:pt x="132" y="1838"/>
                  </a:lnTo>
                  <a:lnTo>
                    <a:pt x="105" y="1859"/>
                  </a:lnTo>
                  <a:lnTo>
                    <a:pt x="70" y="1888"/>
                  </a:lnTo>
                  <a:lnTo>
                    <a:pt x="17" y="1940"/>
                  </a:lnTo>
                  <a:lnTo>
                    <a:pt x="8" y="1956"/>
                  </a:lnTo>
                  <a:lnTo>
                    <a:pt x="6" y="1965"/>
                  </a:lnTo>
                  <a:lnTo>
                    <a:pt x="14" y="1996"/>
                  </a:lnTo>
                  <a:lnTo>
                    <a:pt x="49" y="2070"/>
                  </a:lnTo>
                  <a:lnTo>
                    <a:pt x="92" y="2144"/>
                  </a:lnTo>
                  <a:lnTo>
                    <a:pt x="129" y="2206"/>
                  </a:lnTo>
                  <a:lnTo>
                    <a:pt x="170" y="2264"/>
                  </a:lnTo>
                  <a:lnTo>
                    <a:pt x="194" y="2287"/>
                  </a:lnTo>
                  <a:lnTo>
                    <a:pt x="220" y="2299"/>
                  </a:lnTo>
                  <a:lnTo>
                    <a:pt x="248" y="2299"/>
                  </a:lnTo>
                  <a:lnTo>
                    <a:pt x="302" y="2283"/>
                  </a:lnTo>
                  <a:lnTo>
                    <a:pt x="353" y="2261"/>
                  </a:lnTo>
                  <a:lnTo>
                    <a:pt x="445" y="2221"/>
                  </a:lnTo>
                  <a:lnTo>
                    <a:pt x="502" y="2254"/>
                  </a:lnTo>
                  <a:lnTo>
                    <a:pt x="527" y="2270"/>
                  </a:lnTo>
                  <a:lnTo>
                    <a:pt x="559" y="2295"/>
                  </a:lnTo>
                  <a:lnTo>
                    <a:pt x="576" y="2327"/>
                  </a:lnTo>
                  <a:lnTo>
                    <a:pt x="585" y="2380"/>
                  </a:lnTo>
                  <a:lnTo>
                    <a:pt x="590" y="2421"/>
                  </a:lnTo>
                  <a:lnTo>
                    <a:pt x="595" y="2463"/>
                  </a:lnTo>
                  <a:lnTo>
                    <a:pt x="610" y="2530"/>
                  </a:lnTo>
                  <a:lnTo>
                    <a:pt x="618" y="2544"/>
                  </a:lnTo>
                  <a:lnTo>
                    <a:pt x="626" y="2550"/>
                  </a:lnTo>
                  <a:lnTo>
                    <a:pt x="662" y="2560"/>
                  </a:lnTo>
                  <a:lnTo>
                    <a:pt x="747" y="2568"/>
                  </a:lnTo>
                  <a:lnTo>
                    <a:pt x="886" y="2568"/>
                  </a:lnTo>
                  <a:lnTo>
                    <a:pt x="972" y="2560"/>
                  </a:lnTo>
                  <a:lnTo>
                    <a:pt x="1008" y="2550"/>
                  </a:lnTo>
                  <a:lnTo>
                    <a:pt x="1015" y="2544"/>
                  </a:lnTo>
                  <a:lnTo>
                    <a:pt x="1024" y="2529"/>
                  </a:lnTo>
                  <a:lnTo>
                    <a:pt x="1044" y="2460"/>
                  </a:lnTo>
                  <a:lnTo>
                    <a:pt x="1052" y="2416"/>
                  </a:lnTo>
                  <a:lnTo>
                    <a:pt x="1058" y="2376"/>
                  </a:lnTo>
                  <a:lnTo>
                    <a:pt x="1071" y="2321"/>
                  </a:lnTo>
                  <a:lnTo>
                    <a:pt x="1090" y="2287"/>
                  </a:lnTo>
                  <a:lnTo>
                    <a:pt x="1121" y="2262"/>
                  </a:lnTo>
                  <a:lnTo>
                    <a:pt x="1145" y="2248"/>
                  </a:lnTo>
                  <a:lnTo>
                    <a:pt x="1161" y="2239"/>
                  </a:lnTo>
                  <a:lnTo>
                    <a:pt x="1186" y="2229"/>
                  </a:lnTo>
                  <a:lnTo>
                    <a:pt x="1213" y="2232"/>
                  </a:lnTo>
                  <a:lnTo>
                    <a:pt x="1253" y="2247"/>
                  </a:lnTo>
                  <a:lnTo>
                    <a:pt x="1283" y="2261"/>
                  </a:lnTo>
                  <a:lnTo>
                    <a:pt x="1332" y="2283"/>
                  </a:lnTo>
                  <a:lnTo>
                    <a:pt x="1385" y="2297"/>
                  </a:lnTo>
                  <a:lnTo>
                    <a:pt x="1414" y="2296"/>
                  </a:lnTo>
                  <a:lnTo>
                    <a:pt x="1441" y="2285"/>
                  </a:lnTo>
                  <a:lnTo>
                    <a:pt x="1467" y="2263"/>
                  </a:lnTo>
                  <a:lnTo>
                    <a:pt x="1509" y="2208"/>
                  </a:lnTo>
                  <a:lnTo>
                    <a:pt x="1545" y="2151"/>
                  </a:lnTo>
                  <a:lnTo>
                    <a:pt x="1579" y="2092"/>
                  </a:lnTo>
                  <a:lnTo>
                    <a:pt x="1617" y="2017"/>
                  </a:lnTo>
                  <a:lnTo>
                    <a:pt x="1630" y="1983"/>
                  </a:lnTo>
                  <a:lnTo>
                    <a:pt x="1632" y="1974"/>
                  </a:lnTo>
                  <a:lnTo>
                    <a:pt x="1631" y="1965"/>
                  </a:lnTo>
                  <a:lnTo>
                    <a:pt x="1621" y="1943"/>
                  </a:lnTo>
                  <a:lnTo>
                    <a:pt x="1584" y="1902"/>
                  </a:lnTo>
                  <a:lnTo>
                    <a:pt x="1542" y="1868"/>
                  </a:lnTo>
                  <a:lnTo>
                    <a:pt x="1511" y="1844"/>
                  </a:lnTo>
                  <a:lnTo>
                    <a:pt x="1473" y="1810"/>
                  </a:lnTo>
                  <a:lnTo>
                    <a:pt x="1455" y="1781"/>
                  </a:lnTo>
                  <a:lnTo>
                    <a:pt x="1450" y="1744"/>
                  </a:lnTo>
                  <a:lnTo>
                    <a:pt x="1450" y="1718"/>
                  </a:lnTo>
                  <a:lnTo>
                    <a:pt x="1450" y="1694"/>
                  </a:lnTo>
                  <a:lnTo>
                    <a:pt x="1454" y="1660"/>
                  </a:lnTo>
                  <a:lnTo>
                    <a:pt x="1462" y="1637"/>
                  </a:lnTo>
                  <a:lnTo>
                    <a:pt x="1478" y="1620"/>
                  </a:lnTo>
                  <a:lnTo>
                    <a:pt x="1490" y="1611"/>
                  </a:lnTo>
                  <a:lnTo>
                    <a:pt x="1508" y="1601"/>
                  </a:lnTo>
                  <a:lnTo>
                    <a:pt x="1543" y="1591"/>
                  </a:lnTo>
                  <a:lnTo>
                    <a:pt x="1553" y="1593"/>
                  </a:lnTo>
                  <a:lnTo>
                    <a:pt x="1604" y="1604"/>
                  </a:lnTo>
                  <a:lnTo>
                    <a:pt x="1725" y="1623"/>
                  </a:lnTo>
                  <a:lnTo>
                    <a:pt x="1875" y="1644"/>
                  </a:lnTo>
                  <a:lnTo>
                    <a:pt x="1912" y="1718"/>
                  </a:lnTo>
                  <a:lnTo>
                    <a:pt x="1940" y="1779"/>
                  </a:lnTo>
                  <a:lnTo>
                    <a:pt x="1950" y="1804"/>
                  </a:lnTo>
                  <a:lnTo>
                    <a:pt x="1945" y="1815"/>
                  </a:lnTo>
                  <a:lnTo>
                    <a:pt x="1902" y="1878"/>
                  </a:lnTo>
                  <a:lnTo>
                    <a:pt x="1870" y="1921"/>
                  </a:lnTo>
                  <a:lnTo>
                    <a:pt x="1821" y="1984"/>
                  </a:lnTo>
                  <a:lnTo>
                    <a:pt x="1778" y="2047"/>
                  </a:lnTo>
                  <a:lnTo>
                    <a:pt x="1766" y="2079"/>
                  </a:lnTo>
                  <a:lnTo>
                    <a:pt x="1769" y="2110"/>
                  </a:lnTo>
                  <a:lnTo>
                    <a:pt x="1788" y="2142"/>
                  </a:lnTo>
                  <a:lnTo>
                    <a:pt x="1846" y="2205"/>
                  </a:lnTo>
                  <a:lnTo>
                    <a:pt x="1910" y="2269"/>
                  </a:lnTo>
                  <a:lnTo>
                    <a:pt x="1977" y="2336"/>
                  </a:lnTo>
                  <a:lnTo>
                    <a:pt x="2060" y="2407"/>
                  </a:lnTo>
                  <a:lnTo>
                    <a:pt x="2095" y="2432"/>
                  </a:lnTo>
                  <a:lnTo>
                    <a:pt x="2103" y="2434"/>
                  </a:lnTo>
                  <a:lnTo>
                    <a:pt x="2111" y="2433"/>
                  </a:lnTo>
                  <a:lnTo>
                    <a:pt x="2141" y="2419"/>
                  </a:lnTo>
                  <a:lnTo>
                    <a:pt x="2208" y="2379"/>
                  </a:lnTo>
                  <a:lnTo>
                    <a:pt x="2260" y="2341"/>
                  </a:lnTo>
                  <a:lnTo>
                    <a:pt x="2385" y="2248"/>
                  </a:lnTo>
                  <a:lnTo>
                    <a:pt x="2462" y="2279"/>
                  </a:lnTo>
                  <a:lnTo>
                    <a:pt x="2494" y="2293"/>
                  </a:lnTo>
                  <a:lnTo>
                    <a:pt x="2543" y="2323"/>
                  </a:lnTo>
                  <a:lnTo>
                    <a:pt x="2552" y="2334"/>
                  </a:lnTo>
                  <a:lnTo>
                    <a:pt x="2558" y="2352"/>
                  </a:lnTo>
                  <a:lnTo>
                    <a:pt x="2576" y="2447"/>
                  </a:lnTo>
                  <a:lnTo>
                    <a:pt x="2587" y="2509"/>
                  </a:lnTo>
                  <a:lnTo>
                    <a:pt x="2608" y="2659"/>
                  </a:lnTo>
                  <a:lnTo>
                    <a:pt x="2848" y="2664"/>
                  </a:lnTo>
                  <a:lnTo>
                    <a:pt x="2951" y="2665"/>
                  </a:lnTo>
                  <a:lnTo>
                    <a:pt x="3058" y="2661"/>
                  </a:lnTo>
                  <a:lnTo>
                    <a:pt x="3098" y="2656"/>
                  </a:lnTo>
                  <a:lnTo>
                    <a:pt x="3105" y="2653"/>
                  </a:lnTo>
                  <a:lnTo>
                    <a:pt x="3114" y="2636"/>
                  </a:lnTo>
                  <a:lnTo>
                    <a:pt x="3137" y="2540"/>
                  </a:lnTo>
                  <a:lnTo>
                    <a:pt x="3148" y="2476"/>
                  </a:lnTo>
                  <a:lnTo>
                    <a:pt x="3175" y="2314"/>
                  </a:lnTo>
                  <a:lnTo>
                    <a:pt x="3253" y="2281"/>
                  </a:lnTo>
                  <a:lnTo>
                    <a:pt x="3333" y="2246"/>
                  </a:lnTo>
                  <a:lnTo>
                    <a:pt x="3458" y="2341"/>
                  </a:lnTo>
                  <a:lnTo>
                    <a:pt x="3512" y="2379"/>
                  </a:lnTo>
                  <a:lnTo>
                    <a:pt x="3580" y="2419"/>
                  </a:lnTo>
                  <a:lnTo>
                    <a:pt x="3613" y="2433"/>
                  </a:lnTo>
                  <a:lnTo>
                    <a:pt x="3623" y="2434"/>
                  </a:lnTo>
                  <a:lnTo>
                    <a:pt x="3635" y="2433"/>
                  </a:lnTo>
                  <a:lnTo>
                    <a:pt x="3666" y="2415"/>
                  </a:lnTo>
                  <a:lnTo>
                    <a:pt x="3712" y="2376"/>
                  </a:lnTo>
                  <a:lnTo>
                    <a:pt x="3775" y="2313"/>
                  </a:lnTo>
                  <a:lnTo>
                    <a:pt x="3815" y="2269"/>
                  </a:lnTo>
                  <a:lnTo>
                    <a:pt x="3876" y="2203"/>
                  </a:lnTo>
                  <a:lnTo>
                    <a:pt x="3958" y="2104"/>
                  </a:lnTo>
                  <a:lnTo>
                    <a:pt x="3967" y="2088"/>
                  </a:lnTo>
                  <a:lnTo>
                    <a:pt x="3962" y="2075"/>
                  </a:lnTo>
                  <a:lnTo>
                    <a:pt x="3914" y="2004"/>
                  </a:lnTo>
                  <a:lnTo>
                    <a:pt x="3878" y="1958"/>
                  </a:lnTo>
                  <a:lnTo>
                    <a:pt x="3808" y="1864"/>
                  </a:lnTo>
                  <a:lnTo>
                    <a:pt x="3778" y="1824"/>
                  </a:lnTo>
                  <a:lnTo>
                    <a:pt x="3776" y="1817"/>
                  </a:lnTo>
                  <a:lnTo>
                    <a:pt x="3779" y="1790"/>
                  </a:lnTo>
                  <a:lnTo>
                    <a:pt x="3802" y="1727"/>
                  </a:lnTo>
                  <a:lnTo>
                    <a:pt x="3832" y="1668"/>
                  </a:lnTo>
                  <a:lnTo>
                    <a:pt x="3836" y="1661"/>
                  </a:lnTo>
                  <a:lnTo>
                    <a:pt x="3859" y="1650"/>
                  </a:lnTo>
                  <a:lnTo>
                    <a:pt x="3922" y="1634"/>
                  </a:lnTo>
                  <a:lnTo>
                    <a:pt x="3988" y="1624"/>
                  </a:lnTo>
                  <a:lnTo>
                    <a:pt x="4105" y="1608"/>
                  </a:lnTo>
                  <a:lnTo>
                    <a:pt x="4158" y="1596"/>
                  </a:lnTo>
                  <a:lnTo>
                    <a:pt x="4166" y="1592"/>
                  </a:lnTo>
                  <a:lnTo>
                    <a:pt x="4176" y="1567"/>
                  </a:lnTo>
                  <a:lnTo>
                    <a:pt x="4183" y="1476"/>
                  </a:lnTo>
                  <a:lnTo>
                    <a:pt x="4183" y="1346"/>
                  </a:lnTo>
                  <a:lnTo>
                    <a:pt x="4183" y="1229"/>
                  </a:lnTo>
                  <a:lnTo>
                    <a:pt x="4176" y="1128"/>
                  </a:lnTo>
                  <a:lnTo>
                    <a:pt x="4168" y="1094"/>
                  </a:lnTo>
                  <a:lnTo>
                    <a:pt x="4163" y="1088"/>
                  </a:lnTo>
                  <a:lnTo>
                    <a:pt x="4146" y="1080"/>
                  </a:lnTo>
                  <a:lnTo>
                    <a:pt x="4054" y="1061"/>
                  </a:lnTo>
                  <a:lnTo>
                    <a:pt x="3993" y="1053"/>
                  </a:lnTo>
                  <a:lnTo>
                    <a:pt x="3878" y="1038"/>
                  </a:lnTo>
                  <a:lnTo>
                    <a:pt x="3842" y="1031"/>
                  </a:lnTo>
                  <a:lnTo>
                    <a:pt x="3831" y="1009"/>
                  </a:lnTo>
                  <a:lnTo>
                    <a:pt x="3802" y="946"/>
                  </a:lnTo>
                  <a:lnTo>
                    <a:pt x="3767" y="864"/>
                  </a:lnTo>
                  <a:lnTo>
                    <a:pt x="3868" y="734"/>
                  </a:lnTo>
                  <a:lnTo>
                    <a:pt x="3916" y="670"/>
                  </a:lnTo>
                  <a:lnTo>
                    <a:pt x="3953" y="607"/>
                  </a:lnTo>
                  <a:lnTo>
                    <a:pt x="3961" y="580"/>
                  </a:lnTo>
                  <a:lnTo>
                    <a:pt x="3960" y="571"/>
                  </a:lnTo>
                  <a:lnTo>
                    <a:pt x="3956" y="562"/>
                  </a:lnTo>
                  <a:lnTo>
                    <a:pt x="3927" y="527"/>
                  </a:lnTo>
                  <a:lnTo>
                    <a:pt x="3855" y="449"/>
                  </a:lnTo>
                  <a:lnTo>
                    <a:pt x="3734" y="330"/>
                  </a:lnTo>
                  <a:lnTo>
                    <a:pt x="3659" y="262"/>
                  </a:lnTo>
                  <a:lnTo>
                    <a:pt x="3627" y="237"/>
                  </a:lnTo>
                  <a:lnTo>
                    <a:pt x="3620" y="234"/>
                  </a:lnTo>
                  <a:lnTo>
                    <a:pt x="3605" y="240"/>
                  </a:lnTo>
                  <a:lnTo>
                    <a:pt x="3523" y="294"/>
                  </a:lnTo>
                  <a:lnTo>
                    <a:pt x="3470" y="334"/>
                  </a:lnTo>
                  <a:lnTo>
                    <a:pt x="3337" y="434"/>
                  </a:lnTo>
                  <a:lnTo>
                    <a:pt x="3253" y="399"/>
                  </a:lnTo>
                  <a:lnTo>
                    <a:pt x="3170" y="364"/>
                  </a:lnTo>
                  <a:lnTo>
                    <a:pt x="3150" y="221"/>
                  </a:lnTo>
                  <a:lnTo>
                    <a:pt x="3141" y="155"/>
                  </a:lnTo>
                  <a:lnTo>
                    <a:pt x="3128" y="72"/>
                  </a:lnTo>
                  <a:lnTo>
                    <a:pt x="3114" y="31"/>
                  </a:lnTo>
                  <a:lnTo>
                    <a:pt x="3093" y="15"/>
                  </a:lnTo>
                  <a:lnTo>
                    <a:pt x="3078" y="11"/>
                  </a:lnTo>
                  <a:lnTo>
                    <a:pt x="3043" y="5"/>
                  </a:lnTo>
                  <a:lnTo>
                    <a:pt x="2913" y="0"/>
                  </a:lnTo>
                  <a:lnTo>
                    <a:pt x="2764" y="3"/>
                  </a:lnTo>
                  <a:lnTo>
                    <a:pt x="2674" y="10"/>
                  </a:lnTo>
                  <a:lnTo>
                    <a:pt x="2636" y="17"/>
                  </a:lnTo>
                  <a:lnTo>
                    <a:pt x="2628" y="21"/>
                  </a:lnTo>
                  <a:close/>
                  <a:moveTo>
                    <a:pt x="3025" y="229"/>
                  </a:moveTo>
                  <a:lnTo>
                    <a:pt x="3034" y="307"/>
                  </a:lnTo>
                  <a:lnTo>
                    <a:pt x="3046" y="382"/>
                  </a:lnTo>
                  <a:lnTo>
                    <a:pt x="3059" y="417"/>
                  </a:lnTo>
                  <a:lnTo>
                    <a:pt x="3079" y="443"/>
                  </a:lnTo>
                  <a:lnTo>
                    <a:pt x="3108" y="465"/>
                  </a:lnTo>
                  <a:lnTo>
                    <a:pt x="3175" y="498"/>
                  </a:lnTo>
                  <a:lnTo>
                    <a:pt x="3245" y="528"/>
                  </a:lnTo>
                  <a:lnTo>
                    <a:pt x="3350" y="573"/>
                  </a:lnTo>
                  <a:lnTo>
                    <a:pt x="3475" y="478"/>
                  </a:lnTo>
                  <a:lnTo>
                    <a:pt x="3525" y="440"/>
                  </a:lnTo>
                  <a:lnTo>
                    <a:pt x="3600" y="390"/>
                  </a:lnTo>
                  <a:lnTo>
                    <a:pt x="3612" y="384"/>
                  </a:lnTo>
                  <a:lnTo>
                    <a:pt x="3624" y="390"/>
                  </a:lnTo>
                  <a:lnTo>
                    <a:pt x="3684" y="444"/>
                  </a:lnTo>
                  <a:lnTo>
                    <a:pt x="3757" y="518"/>
                  </a:lnTo>
                  <a:lnTo>
                    <a:pt x="3811" y="579"/>
                  </a:lnTo>
                  <a:lnTo>
                    <a:pt x="3817" y="591"/>
                  </a:lnTo>
                  <a:lnTo>
                    <a:pt x="3812" y="602"/>
                  </a:lnTo>
                  <a:lnTo>
                    <a:pt x="3768" y="670"/>
                  </a:lnTo>
                  <a:lnTo>
                    <a:pt x="3737" y="716"/>
                  </a:lnTo>
                  <a:lnTo>
                    <a:pt x="3672" y="805"/>
                  </a:lnTo>
                  <a:lnTo>
                    <a:pt x="3645" y="844"/>
                  </a:lnTo>
                  <a:lnTo>
                    <a:pt x="3643" y="855"/>
                  </a:lnTo>
                  <a:lnTo>
                    <a:pt x="3658" y="909"/>
                  </a:lnTo>
                  <a:lnTo>
                    <a:pt x="3688" y="988"/>
                  </a:lnTo>
                  <a:lnTo>
                    <a:pt x="3727" y="1076"/>
                  </a:lnTo>
                  <a:lnTo>
                    <a:pt x="3748" y="1118"/>
                  </a:lnTo>
                  <a:lnTo>
                    <a:pt x="3753" y="1124"/>
                  </a:lnTo>
                  <a:lnTo>
                    <a:pt x="3778" y="1136"/>
                  </a:lnTo>
                  <a:lnTo>
                    <a:pt x="3847" y="1155"/>
                  </a:lnTo>
                  <a:lnTo>
                    <a:pt x="3918" y="1168"/>
                  </a:lnTo>
                  <a:lnTo>
                    <a:pt x="4075" y="1193"/>
                  </a:lnTo>
                  <a:lnTo>
                    <a:pt x="4075" y="1343"/>
                  </a:lnTo>
                  <a:lnTo>
                    <a:pt x="4075" y="1493"/>
                  </a:lnTo>
                  <a:lnTo>
                    <a:pt x="3917" y="1518"/>
                  </a:lnTo>
                  <a:lnTo>
                    <a:pt x="3868" y="1525"/>
                  </a:lnTo>
                  <a:lnTo>
                    <a:pt x="3802" y="1539"/>
                  </a:lnTo>
                  <a:lnTo>
                    <a:pt x="3766" y="1553"/>
                  </a:lnTo>
                  <a:lnTo>
                    <a:pt x="3746" y="1571"/>
                  </a:lnTo>
                  <a:lnTo>
                    <a:pt x="3740" y="1584"/>
                  </a:lnTo>
                  <a:lnTo>
                    <a:pt x="3715" y="1639"/>
                  </a:lnTo>
                  <a:lnTo>
                    <a:pt x="3677" y="1724"/>
                  </a:lnTo>
                  <a:lnTo>
                    <a:pt x="3632" y="1821"/>
                  </a:lnTo>
                  <a:lnTo>
                    <a:pt x="3675" y="1883"/>
                  </a:lnTo>
                  <a:lnTo>
                    <a:pt x="3720" y="1945"/>
                  </a:lnTo>
                  <a:lnTo>
                    <a:pt x="3770" y="2013"/>
                  </a:lnTo>
                  <a:lnTo>
                    <a:pt x="3822" y="2083"/>
                  </a:lnTo>
                  <a:lnTo>
                    <a:pt x="3727" y="2193"/>
                  </a:lnTo>
                  <a:lnTo>
                    <a:pt x="3687" y="2236"/>
                  </a:lnTo>
                  <a:lnTo>
                    <a:pt x="3626" y="2295"/>
                  </a:lnTo>
                  <a:lnTo>
                    <a:pt x="3613" y="2301"/>
                  </a:lnTo>
                  <a:lnTo>
                    <a:pt x="3600" y="2296"/>
                  </a:lnTo>
                  <a:lnTo>
                    <a:pt x="3527" y="2245"/>
                  </a:lnTo>
                  <a:lnTo>
                    <a:pt x="3478" y="2208"/>
                  </a:lnTo>
                  <a:lnTo>
                    <a:pt x="3421" y="2164"/>
                  </a:lnTo>
                  <a:lnTo>
                    <a:pt x="3362" y="2130"/>
                  </a:lnTo>
                  <a:lnTo>
                    <a:pt x="3335" y="2122"/>
                  </a:lnTo>
                  <a:lnTo>
                    <a:pt x="3325" y="2123"/>
                  </a:lnTo>
                  <a:lnTo>
                    <a:pt x="3290" y="2133"/>
                  </a:lnTo>
                  <a:lnTo>
                    <a:pt x="3205" y="2166"/>
                  </a:lnTo>
                  <a:lnTo>
                    <a:pt x="3123" y="2205"/>
                  </a:lnTo>
                  <a:lnTo>
                    <a:pt x="3067" y="2239"/>
                  </a:lnTo>
                  <a:lnTo>
                    <a:pt x="3058" y="2249"/>
                  </a:lnTo>
                  <a:lnTo>
                    <a:pt x="3049" y="2299"/>
                  </a:lnTo>
                  <a:lnTo>
                    <a:pt x="3033" y="2401"/>
                  </a:lnTo>
                  <a:lnTo>
                    <a:pt x="3025" y="2451"/>
                  </a:lnTo>
                  <a:lnTo>
                    <a:pt x="3009" y="2526"/>
                  </a:lnTo>
                  <a:lnTo>
                    <a:pt x="3002" y="2539"/>
                  </a:lnTo>
                  <a:lnTo>
                    <a:pt x="2989" y="2544"/>
                  </a:lnTo>
                  <a:lnTo>
                    <a:pt x="2905" y="2549"/>
                  </a:lnTo>
                  <a:lnTo>
                    <a:pt x="2848" y="2548"/>
                  </a:lnTo>
                  <a:lnTo>
                    <a:pt x="2708" y="2543"/>
                  </a:lnTo>
                  <a:lnTo>
                    <a:pt x="2682" y="2388"/>
                  </a:lnTo>
                  <a:lnTo>
                    <a:pt x="2659" y="2267"/>
                  </a:lnTo>
                  <a:lnTo>
                    <a:pt x="2648" y="2228"/>
                  </a:lnTo>
                  <a:lnTo>
                    <a:pt x="2613" y="2211"/>
                  </a:lnTo>
                  <a:lnTo>
                    <a:pt x="2510" y="2168"/>
                  </a:lnTo>
                  <a:lnTo>
                    <a:pt x="2459" y="2146"/>
                  </a:lnTo>
                  <a:lnTo>
                    <a:pt x="2407" y="2128"/>
                  </a:lnTo>
                  <a:lnTo>
                    <a:pt x="2378" y="2125"/>
                  </a:lnTo>
                  <a:lnTo>
                    <a:pt x="2351" y="2131"/>
                  </a:lnTo>
                  <a:lnTo>
                    <a:pt x="2321" y="2146"/>
                  </a:lnTo>
                  <a:lnTo>
                    <a:pt x="2265" y="2188"/>
                  </a:lnTo>
                  <a:lnTo>
                    <a:pt x="2208" y="2233"/>
                  </a:lnTo>
                  <a:lnTo>
                    <a:pt x="2115" y="2306"/>
                  </a:lnTo>
                  <a:lnTo>
                    <a:pt x="2003" y="2196"/>
                  </a:lnTo>
                  <a:lnTo>
                    <a:pt x="1893" y="2086"/>
                  </a:lnTo>
                  <a:lnTo>
                    <a:pt x="1990" y="1961"/>
                  </a:lnTo>
                  <a:lnTo>
                    <a:pt x="2087" y="1834"/>
                  </a:lnTo>
                  <a:lnTo>
                    <a:pt x="2033" y="1701"/>
                  </a:lnTo>
                  <a:lnTo>
                    <a:pt x="2011" y="1648"/>
                  </a:lnTo>
                  <a:lnTo>
                    <a:pt x="1972" y="1567"/>
                  </a:lnTo>
                  <a:lnTo>
                    <a:pt x="1962" y="1553"/>
                  </a:lnTo>
                  <a:lnTo>
                    <a:pt x="1949" y="1547"/>
                  </a:lnTo>
                  <a:lnTo>
                    <a:pt x="1877" y="1531"/>
                  </a:lnTo>
                  <a:lnTo>
                    <a:pt x="1780" y="1514"/>
                  </a:lnTo>
                  <a:lnTo>
                    <a:pt x="1692" y="1502"/>
                  </a:lnTo>
                  <a:lnTo>
                    <a:pt x="1665" y="1501"/>
                  </a:lnTo>
                  <a:lnTo>
                    <a:pt x="1662" y="1499"/>
                  </a:lnTo>
                  <a:lnTo>
                    <a:pt x="1657" y="1475"/>
                  </a:lnTo>
                  <a:lnTo>
                    <a:pt x="1651" y="1407"/>
                  </a:lnTo>
                  <a:lnTo>
                    <a:pt x="1650" y="1344"/>
                  </a:lnTo>
                  <a:lnTo>
                    <a:pt x="1650" y="1189"/>
                  </a:lnTo>
                  <a:lnTo>
                    <a:pt x="1800" y="1168"/>
                  </a:lnTo>
                  <a:lnTo>
                    <a:pt x="1860" y="1158"/>
                  </a:lnTo>
                  <a:lnTo>
                    <a:pt x="1931" y="1142"/>
                  </a:lnTo>
                  <a:lnTo>
                    <a:pt x="1960" y="1132"/>
                  </a:lnTo>
                  <a:lnTo>
                    <a:pt x="1965" y="1128"/>
                  </a:lnTo>
                  <a:lnTo>
                    <a:pt x="1984" y="1094"/>
                  </a:lnTo>
                  <a:lnTo>
                    <a:pt x="2056" y="926"/>
                  </a:lnTo>
                  <a:lnTo>
                    <a:pt x="2077" y="868"/>
                  </a:lnTo>
                  <a:lnTo>
                    <a:pt x="2077" y="861"/>
                  </a:lnTo>
                  <a:lnTo>
                    <a:pt x="2067" y="833"/>
                  </a:lnTo>
                  <a:lnTo>
                    <a:pt x="2030" y="772"/>
                  </a:lnTo>
                  <a:lnTo>
                    <a:pt x="1993" y="723"/>
                  </a:lnTo>
                  <a:lnTo>
                    <a:pt x="1956" y="674"/>
                  </a:lnTo>
                  <a:lnTo>
                    <a:pt x="1905" y="601"/>
                  </a:lnTo>
                  <a:lnTo>
                    <a:pt x="1900" y="588"/>
                  </a:lnTo>
                  <a:lnTo>
                    <a:pt x="1906" y="576"/>
                  </a:lnTo>
                  <a:lnTo>
                    <a:pt x="1965" y="516"/>
                  </a:lnTo>
                  <a:lnTo>
                    <a:pt x="2008" y="476"/>
                  </a:lnTo>
                  <a:lnTo>
                    <a:pt x="2117" y="381"/>
                  </a:lnTo>
                  <a:lnTo>
                    <a:pt x="2243" y="476"/>
                  </a:lnTo>
                  <a:lnTo>
                    <a:pt x="2368" y="569"/>
                  </a:lnTo>
                  <a:lnTo>
                    <a:pt x="2497" y="518"/>
                  </a:lnTo>
                  <a:lnTo>
                    <a:pt x="2600" y="473"/>
                  </a:lnTo>
                  <a:lnTo>
                    <a:pt x="2643" y="449"/>
                  </a:lnTo>
                  <a:lnTo>
                    <a:pt x="2647" y="444"/>
                  </a:lnTo>
                  <a:lnTo>
                    <a:pt x="2657" y="416"/>
                  </a:lnTo>
                  <a:lnTo>
                    <a:pt x="2674" y="345"/>
                  </a:lnTo>
                  <a:lnTo>
                    <a:pt x="2683" y="284"/>
                  </a:lnTo>
                  <a:lnTo>
                    <a:pt x="2705" y="134"/>
                  </a:lnTo>
                  <a:lnTo>
                    <a:pt x="2860" y="134"/>
                  </a:lnTo>
                  <a:lnTo>
                    <a:pt x="3015" y="134"/>
                  </a:lnTo>
                  <a:lnTo>
                    <a:pt x="3025" y="229"/>
                  </a:lnTo>
                  <a:close/>
                  <a:moveTo>
                    <a:pt x="942" y="1079"/>
                  </a:moveTo>
                  <a:lnTo>
                    <a:pt x="948" y="1129"/>
                  </a:lnTo>
                  <a:lnTo>
                    <a:pt x="961" y="1193"/>
                  </a:lnTo>
                  <a:lnTo>
                    <a:pt x="979" y="1224"/>
                  </a:lnTo>
                  <a:lnTo>
                    <a:pt x="996" y="1242"/>
                  </a:lnTo>
                  <a:lnTo>
                    <a:pt x="1033" y="1269"/>
                  </a:lnTo>
                  <a:lnTo>
                    <a:pt x="1070" y="1291"/>
                  </a:lnTo>
                  <a:lnTo>
                    <a:pt x="1175" y="1353"/>
                  </a:lnTo>
                  <a:lnTo>
                    <a:pt x="1282" y="1309"/>
                  </a:lnTo>
                  <a:lnTo>
                    <a:pt x="1325" y="1293"/>
                  </a:lnTo>
                  <a:lnTo>
                    <a:pt x="1375" y="1279"/>
                  </a:lnTo>
                  <a:lnTo>
                    <a:pt x="1396" y="1277"/>
                  </a:lnTo>
                  <a:lnTo>
                    <a:pt x="1400" y="1279"/>
                  </a:lnTo>
                  <a:lnTo>
                    <a:pt x="1419" y="1307"/>
                  </a:lnTo>
                  <a:lnTo>
                    <a:pt x="1455" y="1369"/>
                  </a:lnTo>
                  <a:lnTo>
                    <a:pt x="1500" y="1448"/>
                  </a:lnTo>
                  <a:lnTo>
                    <a:pt x="1408" y="1526"/>
                  </a:lnTo>
                  <a:lnTo>
                    <a:pt x="1317" y="1604"/>
                  </a:lnTo>
                  <a:lnTo>
                    <a:pt x="1317" y="1726"/>
                  </a:lnTo>
                  <a:lnTo>
                    <a:pt x="1317" y="1848"/>
                  </a:lnTo>
                  <a:lnTo>
                    <a:pt x="1408" y="1918"/>
                  </a:lnTo>
                  <a:lnTo>
                    <a:pt x="1498" y="1988"/>
                  </a:lnTo>
                  <a:lnTo>
                    <a:pt x="1467" y="2048"/>
                  </a:lnTo>
                  <a:lnTo>
                    <a:pt x="1444" y="2093"/>
                  </a:lnTo>
                  <a:lnTo>
                    <a:pt x="1418" y="2136"/>
                  </a:lnTo>
                  <a:lnTo>
                    <a:pt x="1403" y="2152"/>
                  </a:lnTo>
                  <a:lnTo>
                    <a:pt x="1386" y="2161"/>
                  </a:lnTo>
                  <a:lnTo>
                    <a:pt x="1366" y="2161"/>
                  </a:lnTo>
                  <a:lnTo>
                    <a:pt x="1325" y="2150"/>
                  </a:lnTo>
                  <a:lnTo>
                    <a:pt x="1285" y="2134"/>
                  </a:lnTo>
                  <a:lnTo>
                    <a:pt x="1180" y="2096"/>
                  </a:lnTo>
                  <a:lnTo>
                    <a:pt x="1073" y="2153"/>
                  </a:lnTo>
                  <a:lnTo>
                    <a:pt x="1025" y="2179"/>
                  </a:lnTo>
                  <a:lnTo>
                    <a:pt x="979" y="2214"/>
                  </a:lnTo>
                  <a:lnTo>
                    <a:pt x="962" y="2234"/>
                  </a:lnTo>
                  <a:lnTo>
                    <a:pt x="960" y="2243"/>
                  </a:lnTo>
                  <a:lnTo>
                    <a:pt x="951" y="2287"/>
                  </a:lnTo>
                  <a:lnTo>
                    <a:pt x="938" y="2359"/>
                  </a:lnTo>
                  <a:lnTo>
                    <a:pt x="925" y="2443"/>
                  </a:lnTo>
                  <a:lnTo>
                    <a:pt x="817" y="2443"/>
                  </a:lnTo>
                  <a:lnTo>
                    <a:pt x="708" y="2443"/>
                  </a:lnTo>
                  <a:lnTo>
                    <a:pt x="692" y="2331"/>
                  </a:lnTo>
                  <a:lnTo>
                    <a:pt x="675" y="2219"/>
                  </a:lnTo>
                  <a:lnTo>
                    <a:pt x="577" y="2159"/>
                  </a:lnTo>
                  <a:lnTo>
                    <a:pt x="537" y="2136"/>
                  </a:lnTo>
                  <a:lnTo>
                    <a:pt x="481" y="2110"/>
                  </a:lnTo>
                  <a:lnTo>
                    <a:pt x="447" y="2105"/>
                  </a:lnTo>
                  <a:lnTo>
                    <a:pt x="425" y="2107"/>
                  </a:lnTo>
                  <a:lnTo>
                    <a:pt x="386" y="2119"/>
                  </a:lnTo>
                  <a:lnTo>
                    <a:pt x="352" y="2134"/>
                  </a:lnTo>
                  <a:lnTo>
                    <a:pt x="321" y="2148"/>
                  </a:lnTo>
                  <a:lnTo>
                    <a:pt x="270" y="2166"/>
                  </a:lnTo>
                  <a:lnTo>
                    <a:pt x="257" y="2168"/>
                  </a:lnTo>
                  <a:lnTo>
                    <a:pt x="252" y="2166"/>
                  </a:lnTo>
                  <a:lnTo>
                    <a:pt x="238" y="2152"/>
                  </a:lnTo>
                  <a:lnTo>
                    <a:pt x="210" y="2112"/>
                  </a:lnTo>
                  <a:lnTo>
                    <a:pt x="171" y="2043"/>
                  </a:lnTo>
                  <a:lnTo>
                    <a:pt x="153" y="2001"/>
                  </a:lnTo>
                  <a:lnTo>
                    <a:pt x="149" y="1983"/>
                  </a:lnTo>
                  <a:lnTo>
                    <a:pt x="152" y="1979"/>
                  </a:lnTo>
                  <a:lnTo>
                    <a:pt x="174" y="1962"/>
                  </a:lnTo>
                  <a:lnTo>
                    <a:pt x="238" y="1911"/>
                  </a:lnTo>
                  <a:lnTo>
                    <a:pt x="317" y="1849"/>
                  </a:lnTo>
                  <a:lnTo>
                    <a:pt x="317" y="1719"/>
                  </a:lnTo>
                  <a:lnTo>
                    <a:pt x="317" y="1591"/>
                  </a:lnTo>
                  <a:lnTo>
                    <a:pt x="233" y="1528"/>
                  </a:lnTo>
                  <a:lnTo>
                    <a:pt x="200" y="1501"/>
                  </a:lnTo>
                  <a:lnTo>
                    <a:pt x="155" y="1457"/>
                  </a:lnTo>
                  <a:lnTo>
                    <a:pt x="150" y="1446"/>
                  </a:lnTo>
                  <a:lnTo>
                    <a:pt x="159" y="1420"/>
                  </a:lnTo>
                  <a:lnTo>
                    <a:pt x="222" y="1302"/>
                  </a:lnTo>
                  <a:lnTo>
                    <a:pt x="243" y="1269"/>
                  </a:lnTo>
                  <a:lnTo>
                    <a:pt x="252" y="1270"/>
                  </a:lnTo>
                  <a:lnTo>
                    <a:pt x="314" y="1291"/>
                  </a:lnTo>
                  <a:lnTo>
                    <a:pt x="357" y="1309"/>
                  </a:lnTo>
                  <a:lnTo>
                    <a:pt x="467" y="1356"/>
                  </a:lnTo>
                  <a:lnTo>
                    <a:pt x="533" y="1311"/>
                  </a:lnTo>
                  <a:lnTo>
                    <a:pt x="561" y="1294"/>
                  </a:lnTo>
                  <a:lnTo>
                    <a:pt x="604" y="1270"/>
                  </a:lnTo>
                  <a:lnTo>
                    <a:pt x="613" y="1268"/>
                  </a:lnTo>
                  <a:lnTo>
                    <a:pt x="620" y="1267"/>
                  </a:lnTo>
                  <a:lnTo>
                    <a:pt x="632" y="1261"/>
                  </a:lnTo>
                  <a:lnTo>
                    <a:pt x="650" y="1243"/>
                  </a:lnTo>
                  <a:lnTo>
                    <a:pt x="671" y="1203"/>
                  </a:lnTo>
                  <a:lnTo>
                    <a:pt x="687" y="1149"/>
                  </a:lnTo>
                  <a:lnTo>
                    <a:pt x="692" y="1118"/>
                  </a:lnTo>
                  <a:lnTo>
                    <a:pt x="703" y="1044"/>
                  </a:lnTo>
                  <a:lnTo>
                    <a:pt x="712" y="1013"/>
                  </a:lnTo>
                  <a:lnTo>
                    <a:pt x="720" y="1008"/>
                  </a:lnTo>
                  <a:lnTo>
                    <a:pt x="782" y="1002"/>
                  </a:lnTo>
                  <a:lnTo>
                    <a:pt x="825" y="1001"/>
                  </a:lnTo>
                  <a:lnTo>
                    <a:pt x="932" y="1001"/>
                  </a:lnTo>
                  <a:lnTo>
                    <a:pt x="942" y="10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52">
              <a:extLst>
                <a:ext uri="{FF2B5EF4-FFF2-40B4-BE49-F238E27FC236}">
                  <a16:creationId xmlns:a16="http://schemas.microsoft.com/office/drawing/2014/main" id="{5FDFACC9-FB0F-0659-7131-1213EEF4A346}"/>
                </a:ext>
              </a:extLst>
            </p:cNvPr>
            <p:cNvSpPr>
              <a:spLocks noEditPoints="1"/>
            </p:cNvSpPr>
            <p:nvPr/>
          </p:nvSpPr>
          <p:spPr bwMode="auto">
            <a:xfrm>
              <a:off x="11217275" y="2665413"/>
              <a:ext cx="506413" cy="504825"/>
            </a:xfrm>
            <a:custGeom>
              <a:avLst/>
              <a:gdLst>
                <a:gd name="T0" fmla="*/ 495 w 1341"/>
                <a:gd name="T1" fmla="*/ 21 h 1341"/>
                <a:gd name="T2" fmla="*/ 361 w 1341"/>
                <a:gd name="T3" fmla="*/ 77 h 1341"/>
                <a:gd name="T4" fmla="*/ 236 w 1341"/>
                <a:gd name="T5" fmla="*/ 164 h 1341"/>
                <a:gd name="T6" fmla="*/ 131 w 1341"/>
                <a:gd name="T7" fmla="*/ 274 h 1341"/>
                <a:gd name="T8" fmla="*/ 72 w 1341"/>
                <a:gd name="T9" fmla="*/ 367 h 1341"/>
                <a:gd name="T10" fmla="*/ 26 w 1341"/>
                <a:gd name="T11" fmla="*/ 482 h 1341"/>
                <a:gd name="T12" fmla="*/ 0 w 1341"/>
                <a:gd name="T13" fmla="*/ 636 h 1341"/>
                <a:gd name="T14" fmla="*/ 11 w 1341"/>
                <a:gd name="T15" fmla="*/ 788 h 1341"/>
                <a:gd name="T16" fmla="*/ 56 w 1341"/>
                <a:gd name="T17" fmla="*/ 932 h 1341"/>
                <a:gd name="T18" fmla="*/ 133 w 1341"/>
                <a:gd name="T19" fmla="*/ 1063 h 1341"/>
                <a:gd name="T20" fmla="*/ 238 w 1341"/>
                <a:gd name="T21" fmla="*/ 1175 h 1341"/>
                <a:gd name="T22" fmla="*/ 370 w 1341"/>
                <a:gd name="T23" fmla="*/ 1264 h 1341"/>
                <a:gd name="T24" fmla="*/ 525 w 1341"/>
                <a:gd name="T25" fmla="*/ 1323 h 1341"/>
                <a:gd name="T26" fmla="*/ 592 w 1341"/>
                <a:gd name="T27" fmla="*/ 1337 h 1341"/>
                <a:gd name="T28" fmla="*/ 720 w 1341"/>
                <a:gd name="T29" fmla="*/ 1340 h 1341"/>
                <a:gd name="T30" fmla="*/ 924 w 1341"/>
                <a:gd name="T31" fmla="*/ 1285 h 1341"/>
                <a:gd name="T32" fmla="*/ 1108 w 1341"/>
                <a:gd name="T33" fmla="*/ 1169 h 1341"/>
                <a:gd name="T34" fmla="*/ 1250 w 1341"/>
                <a:gd name="T35" fmla="*/ 1004 h 1341"/>
                <a:gd name="T36" fmla="*/ 1297 w 1341"/>
                <a:gd name="T37" fmla="*/ 909 h 1341"/>
                <a:gd name="T38" fmla="*/ 1341 w 1341"/>
                <a:gd name="T39" fmla="*/ 712 h 1341"/>
                <a:gd name="T40" fmla="*/ 1322 w 1341"/>
                <a:gd name="T41" fmla="*/ 511 h 1341"/>
                <a:gd name="T42" fmla="*/ 1243 w 1341"/>
                <a:gd name="T43" fmla="*/ 323 h 1341"/>
                <a:gd name="T44" fmla="*/ 1145 w 1341"/>
                <a:gd name="T45" fmla="*/ 201 h 1341"/>
                <a:gd name="T46" fmla="*/ 1047 w 1341"/>
                <a:gd name="T47" fmla="*/ 118 h 1341"/>
                <a:gd name="T48" fmla="*/ 901 w 1341"/>
                <a:gd name="T49" fmla="*/ 41 h 1341"/>
                <a:gd name="T50" fmla="*/ 741 w 1341"/>
                <a:gd name="T51" fmla="*/ 4 h 1341"/>
                <a:gd name="T52" fmla="*/ 572 w 1341"/>
                <a:gd name="T53" fmla="*/ 6 h 1341"/>
                <a:gd name="T54" fmla="*/ 902 w 1341"/>
                <a:gd name="T55" fmla="*/ 167 h 1341"/>
                <a:gd name="T56" fmla="*/ 1021 w 1341"/>
                <a:gd name="T57" fmla="*/ 238 h 1341"/>
                <a:gd name="T58" fmla="*/ 1138 w 1341"/>
                <a:gd name="T59" fmla="*/ 372 h 1341"/>
                <a:gd name="T60" fmla="*/ 1181 w 1341"/>
                <a:gd name="T61" fmla="*/ 449 h 1341"/>
                <a:gd name="T62" fmla="*/ 1215 w 1341"/>
                <a:gd name="T63" fmla="*/ 552 h 1341"/>
                <a:gd name="T64" fmla="*/ 1220 w 1341"/>
                <a:gd name="T65" fmla="*/ 662 h 1341"/>
                <a:gd name="T66" fmla="*/ 1217 w 1341"/>
                <a:gd name="T67" fmla="*/ 769 h 1341"/>
                <a:gd name="T68" fmla="*/ 1190 w 1341"/>
                <a:gd name="T69" fmla="*/ 868 h 1341"/>
                <a:gd name="T70" fmla="*/ 1155 w 1341"/>
                <a:gd name="T71" fmla="*/ 940 h 1341"/>
                <a:gd name="T72" fmla="*/ 1030 w 1341"/>
                <a:gd name="T73" fmla="*/ 1086 h 1341"/>
                <a:gd name="T74" fmla="*/ 899 w 1341"/>
                <a:gd name="T75" fmla="*/ 1167 h 1341"/>
                <a:gd name="T76" fmla="*/ 812 w 1341"/>
                <a:gd name="T77" fmla="*/ 1203 h 1341"/>
                <a:gd name="T78" fmla="*/ 695 w 1341"/>
                <a:gd name="T79" fmla="*/ 1211 h 1341"/>
                <a:gd name="T80" fmla="*/ 610 w 1341"/>
                <a:gd name="T81" fmla="*/ 1207 h 1341"/>
                <a:gd name="T82" fmla="*/ 472 w 1341"/>
                <a:gd name="T83" fmla="*/ 1178 h 1341"/>
                <a:gd name="T84" fmla="*/ 355 w 1341"/>
                <a:gd name="T85" fmla="*/ 1121 h 1341"/>
                <a:gd name="T86" fmla="*/ 260 w 1341"/>
                <a:gd name="T87" fmla="*/ 1034 h 1341"/>
                <a:gd name="T88" fmla="*/ 200 w 1341"/>
                <a:gd name="T89" fmla="*/ 949 h 1341"/>
                <a:gd name="T90" fmla="*/ 157 w 1341"/>
                <a:gd name="T91" fmla="*/ 858 h 1341"/>
                <a:gd name="T92" fmla="*/ 128 w 1341"/>
                <a:gd name="T93" fmla="*/ 732 h 1341"/>
                <a:gd name="T94" fmla="*/ 129 w 1341"/>
                <a:gd name="T95" fmla="*/ 606 h 1341"/>
                <a:gd name="T96" fmla="*/ 158 w 1341"/>
                <a:gd name="T97" fmla="*/ 483 h 1341"/>
                <a:gd name="T98" fmla="*/ 212 w 1341"/>
                <a:gd name="T99" fmla="*/ 370 h 1341"/>
                <a:gd name="T100" fmla="*/ 290 w 1341"/>
                <a:gd name="T101" fmla="*/ 272 h 1341"/>
                <a:gd name="T102" fmla="*/ 389 w 1341"/>
                <a:gd name="T103" fmla="*/ 193 h 1341"/>
                <a:gd name="T104" fmla="*/ 508 w 1341"/>
                <a:gd name="T105" fmla="*/ 138 h 1341"/>
                <a:gd name="T106" fmla="*/ 579 w 1341"/>
                <a:gd name="T107" fmla="*/ 122 h 1341"/>
                <a:gd name="T108" fmla="*/ 770 w 1341"/>
                <a:gd name="T109" fmla="*/ 129 h 1341"/>
                <a:gd name="T110" fmla="*/ 902 w 1341"/>
                <a:gd name="T111" fmla="*/ 167 h 1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341" h="1341">
                  <a:moveTo>
                    <a:pt x="529" y="14"/>
                  </a:moveTo>
                  <a:lnTo>
                    <a:pt x="495" y="21"/>
                  </a:lnTo>
                  <a:lnTo>
                    <a:pt x="428" y="45"/>
                  </a:lnTo>
                  <a:lnTo>
                    <a:pt x="361" y="77"/>
                  </a:lnTo>
                  <a:lnTo>
                    <a:pt x="297" y="117"/>
                  </a:lnTo>
                  <a:lnTo>
                    <a:pt x="236" y="164"/>
                  </a:lnTo>
                  <a:lnTo>
                    <a:pt x="180" y="217"/>
                  </a:lnTo>
                  <a:lnTo>
                    <a:pt x="131" y="274"/>
                  </a:lnTo>
                  <a:lnTo>
                    <a:pt x="89" y="336"/>
                  </a:lnTo>
                  <a:lnTo>
                    <a:pt x="72" y="367"/>
                  </a:lnTo>
                  <a:lnTo>
                    <a:pt x="54" y="405"/>
                  </a:lnTo>
                  <a:lnTo>
                    <a:pt x="26" y="482"/>
                  </a:lnTo>
                  <a:lnTo>
                    <a:pt x="8" y="559"/>
                  </a:lnTo>
                  <a:lnTo>
                    <a:pt x="0" y="636"/>
                  </a:lnTo>
                  <a:lnTo>
                    <a:pt x="1" y="713"/>
                  </a:lnTo>
                  <a:lnTo>
                    <a:pt x="11" y="788"/>
                  </a:lnTo>
                  <a:lnTo>
                    <a:pt x="29" y="861"/>
                  </a:lnTo>
                  <a:lnTo>
                    <a:pt x="56" y="932"/>
                  </a:lnTo>
                  <a:lnTo>
                    <a:pt x="91" y="999"/>
                  </a:lnTo>
                  <a:lnTo>
                    <a:pt x="133" y="1063"/>
                  </a:lnTo>
                  <a:lnTo>
                    <a:pt x="182" y="1122"/>
                  </a:lnTo>
                  <a:lnTo>
                    <a:pt x="238" y="1175"/>
                  </a:lnTo>
                  <a:lnTo>
                    <a:pt x="301" y="1223"/>
                  </a:lnTo>
                  <a:lnTo>
                    <a:pt x="370" y="1264"/>
                  </a:lnTo>
                  <a:lnTo>
                    <a:pt x="445" y="1297"/>
                  </a:lnTo>
                  <a:lnTo>
                    <a:pt x="525" y="1323"/>
                  </a:lnTo>
                  <a:lnTo>
                    <a:pt x="567" y="1332"/>
                  </a:lnTo>
                  <a:lnTo>
                    <a:pt x="592" y="1337"/>
                  </a:lnTo>
                  <a:lnTo>
                    <a:pt x="643" y="1341"/>
                  </a:lnTo>
                  <a:lnTo>
                    <a:pt x="720" y="1340"/>
                  </a:lnTo>
                  <a:lnTo>
                    <a:pt x="823" y="1321"/>
                  </a:lnTo>
                  <a:lnTo>
                    <a:pt x="924" y="1285"/>
                  </a:lnTo>
                  <a:lnTo>
                    <a:pt x="1020" y="1234"/>
                  </a:lnTo>
                  <a:lnTo>
                    <a:pt x="1108" y="1169"/>
                  </a:lnTo>
                  <a:lnTo>
                    <a:pt x="1186" y="1092"/>
                  </a:lnTo>
                  <a:lnTo>
                    <a:pt x="1250" y="1004"/>
                  </a:lnTo>
                  <a:lnTo>
                    <a:pt x="1275" y="956"/>
                  </a:lnTo>
                  <a:lnTo>
                    <a:pt x="1297" y="909"/>
                  </a:lnTo>
                  <a:lnTo>
                    <a:pt x="1327" y="812"/>
                  </a:lnTo>
                  <a:lnTo>
                    <a:pt x="1341" y="712"/>
                  </a:lnTo>
                  <a:lnTo>
                    <a:pt x="1339" y="611"/>
                  </a:lnTo>
                  <a:lnTo>
                    <a:pt x="1322" y="511"/>
                  </a:lnTo>
                  <a:lnTo>
                    <a:pt x="1290" y="415"/>
                  </a:lnTo>
                  <a:lnTo>
                    <a:pt x="1243" y="323"/>
                  </a:lnTo>
                  <a:lnTo>
                    <a:pt x="1182" y="239"/>
                  </a:lnTo>
                  <a:lnTo>
                    <a:pt x="1145" y="201"/>
                  </a:lnTo>
                  <a:lnTo>
                    <a:pt x="1114" y="170"/>
                  </a:lnTo>
                  <a:lnTo>
                    <a:pt x="1047" y="118"/>
                  </a:lnTo>
                  <a:lnTo>
                    <a:pt x="976" y="75"/>
                  </a:lnTo>
                  <a:lnTo>
                    <a:pt x="901" y="41"/>
                  </a:lnTo>
                  <a:lnTo>
                    <a:pt x="823" y="18"/>
                  </a:lnTo>
                  <a:lnTo>
                    <a:pt x="741" y="4"/>
                  </a:lnTo>
                  <a:lnTo>
                    <a:pt x="658" y="0"/>
                  </a:lnTo>
                  <a:lnTo>
                    <a:pt x="572" y="6"/>
                  </a:lnTo>
                  <a:lnTo>
                    <a:pt x="529" y="14"/>
                  </a:lnTo>
                  <a:close/>
                  <a:moveTo>
                    <a:pt x="902" y="167"/>
                  </a:moveTo>
                  <a:lnTo>
                    <a:pt x="946" y="188"/>
                  </a:lnTo>
                  <a:lnTo>
                    <a:pt x="1021" y="238"/>
                  </a:lnTo>
                  <a:lnTo>
                    <a:pt x="1084" y="298"/>
                  </a:lnTo>
                  <a:lnTo>
                    <a:pt x="1138" y="372"/>
                  </a:lnTo>
                  <a:lnTo>
                    <a:pt x="1164" y="416"/>
                  </a:lnTo>
                  <a:lnTo>
                    <a:pt x="1181" y="449"/>
                  </a:lnTo>
                  <a:lnTo>
                    <a:pt x="1204" y="502"/>
                  </a:lnTo>
                  <a:lnTo>
                    <a:pt x="1215" y="552"/>
                  </a:lnTo>
                  <a:lnTo>
                    <a:pt x="1220" y="617"/>
                  </a:lnTo>
                  <a:lnTo>
                    <a:pt x="1220" y="662"/>
                  </a:lnTo>
                  <a:lnTo>
                    <a:pt x="1220" y="704"/>
                  </a:lnTo>
                  <a:lnTo>
                    <a:pt x="1217" y="769"/>
                  </a:lnTo>
                  <a:lnTo>
                    <a:pt x="1207" y="819"/>
                  </a:lnTo>
                  <a:lnTo>
                    <a:pt x="1190" y="868"/>
                  </a:lnTo>
                  <a:lnTo>
                    <a:pt x="1177" y="896"/>
                  </a:lnTo>
                  <a:lnTo>
                    <a:pt x="1155" y="940"/>
                  </a:lnTo>
                  <a:lnTo>
                    <a:pt x="1099" y="1019"/>
                  </a:lnTo>
                  <a:lnTo>
                    <a:pt x="1030" y="1086"/>
                  </a:lnTo>
                  <a:lnTo>
                    <a:pt x="946" y="1143"/>
                  </a:lnTo>
                  <a:lnTo>
                    <a:pt x="899" y="1167"/>
                  </a:lnTo>
                  <a:lnTo>
                    <a:pt x="865" y="1183"/>
                  </a:lnTo>
                  <a:lnTo>
                    <a:pt x="812" y="1203"/>
                  </a:lnTo>
                  <a:lnTo>
                    <a:pt x="762" y="1211"/>
                  </a:lnTo>
                  <a:lnTo>
                    <a:pt x="695" y="1211"/>
                  </a:lnTo>
                  <a:lnTo>
                    <a:pt x="649" y="1209"/>
                  </a:lnTo>
                  <a:lnTo>
                    <a:pt x="610" y="1207"/>
                  </a:lnTo>
                  <a:lnTo>
                    <a:pt x="538" y="1196"/>
                  </a:lnTo>
                  <a:lnTo>
                    <a:pt x="472" y="1178"/>
                  </a:lnTo>
                  <a:lnTo>
                    <a:pt x="411" y="1153"/>
                  </a:lnTo>
                  <a:lnTo>
                    <a:pt x="355" y="1121"/>
                  </a:lnTo>
                  <a:lnTo>
                    <a:pt x="305" y="1081"/>
                  </a:lnTo>
                  <a:lnTo>
                    <a:pt x="260" y="1034"/>
                  </a:lnTo>
                  <a:lnTo>
                    <a:pt x="219" y="980"/>
                  </a:lnTo>
                  <a:lnTo>
                    <a:pt x="200" y="949"/>
                  </a:lnTo>
                  <a:lnTo>
                    <a:pt x="184" y="919"/>
                  </a:lnTo>
                  <a:lnTo>
                    <a:pt x="157" y="858"/>
                  </a:lnTo>
                  <a:lnTo>
                    <a:pt x="139" y="796"/>
                  </a:lnTo>
                  <a:lnTo>
                    <a:pt x="128" y="732"/>
                  </a:lnTo>
                  <a:lnTo>
                    <a:pt x="125" y="669"/>
                  </a:lnTo>
                  <a:lnTo>
                    <a:pt x="129" y="606"/>
                  </a:lnTo>
                  <a:lnTo>
                    <a:pt x="140" y="544"/>
                  </a:lnTo>
                  <a:lnTo>
                    <a:pt x="158" y="483"/>
                  </a:lnTo>
                  <a:lnTo>
                    <a:pt x="182" y="425"/>
                  </a:lnTo>
                  <a:lnTo>
                    <a:pt x="212" y="370"/>
                  </a:lnTo>
                  <a:lnTo>
                    <a:pt x="248" y="319"/>
                  </a:lnTo>
                  <a:lnTo>
                    <a:pt x="290" y="272"/>
                  </a:lnTo>
                  <a:lnTo>
                    <a:pt x="337" y="229"/>
                  </a:lnTo>
                  <a:lnTo>
                    <a:pt x="389" y="193"/>
                  </a:lnTo>
                  <a:lnTo>
                    <a:pt x="446" y="162"/>
                  </a:lnTo>
                  <a:lnTo>
                    <a:pt x="508" y="138"/>
                  </a:lnTo>
                  <a:lnTo>
                    <a:pt x="540" y="129"/>
                  </a:lnTo>
                  <a:lnTo>
                    <a:pt x="579" y="122"/>
                  </a:lnTo>
                  <a:lnTo>
                    <a:pt x="671" y="118"/>
                  </a:lnTo>
                  <a:lnTo>
                    <a:pt x="770" y="129"/>
                  </a:lnTo>
                  <a:lnTo>
                    <a:pt x="863" y="151"/>
                  </a:lnTo>
                  <a:lnTo>
                    <a:pt x="902" y="1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53">
              <a:extLst>
                <a:ext uri="{FF2B5EF4-FFF2-40B4-BE49-F238E27FC236}">
                  <a16:creationId xmlns:a16="http://schemas.microsoft.com/office/drawing/2014/main" id="{8E90B54A-8C79-C2B1-EBED-AC1317D41DD9}"/>
                </a:ext>
              </a:extLst>
            </p:cNvPr>
            <p:cNvSpPr>
              <a:spLocks noEditPoints="1"/>
            </p:cNvSpPr>
            <p:nvPr/>
          </p:nvSpPr>
          <p:spPr bwMode="auto">
            <a:xfrm>
              <a:off x="11293475" y="2801938"/>
              <a:ext cx="344488" cy="263525"/>
            </a:xfrm>
            <a:custGeom>
              <a:avLst/>
              <a:gdLst>
                <a:gd name="T0" fmla="*/ 479 w 911"/>
                <a:gd name="T1" fmla="*/ 187 h 700"/>
                <a:gd name="T2" fmla="*/ 392 w 911"/>
                <a:gd name="T3" fmla="*/ 265 h 700"/>
                <a:gd name="T4" fmla="*/ 376 w 911"/>
                <a:gd name="T5" fmla="*/ 265 h 700"/>
                <a:gd name="T6" fmla="*/ 334 w 911"/>
                <a:gd name="T7" fmla="*/ 232 h 700"/>
                <a:gd name="T8" fmla="*/ 279 w 911"/>
                <a:gd name="T9" fmla="*/ 186 h 700"/>
                <a:gd name="T10" fmla="*/ 195 w 911"/>
                <a:gd name="T11" fmla="*/ 151 h 700"/>
                <a:gd name="T12" fmla="*/ 159 w 911"/>
                <a:gd name="T13" fmla="*/ 151 h 700"/>
                <a:gd name="T14" fmla="*/ 88 w 911"/>
                <a:gd name="T15" fmla="*/ 180 h 700"/>
                <a:gd name="T16" fmla="*/ 32 w 911"/>
                <a:gd name="T17" fmla="*/ 237 h 700"/>
                <a:gd name="T18" fmla="*/ 2 w 911"/>
                <a:gd name="T19" fmla="*/ 309 h 700"/>
                <a:gd name="T20" fmla="*/ 3 w 911"/>
                <a:gd name="T21" fmla="*/ 365 h 700"/>
                <a:gd name="T22" fmla="*/ 43 w 911"/>
                <a:gd name="T23" fmla="*/ 434 h 700"/>
                <a:gd name="T24" fmla="*/ 199 w 911"/>
                <a:gd name="T25" fmla="*/ 588 h 700"/>
                <a:gd name="T26" fmla="*/ 277 w 911"/>
                <a:gd name="T27" fmla="*/ 656 h 700"/>
                <a:gd name="T28" fmla="*/ 342 w 911"/>
                <a:gd name="T29" fmla="*/ 694 h 700"/>
                <a:gd name="T30" fmla="*/ 394 w 911"/>
                <a:gd name="T31" fmla="*/ 700 h 700"/>
                <a:gd name="T32" fmla="*/ 436 w 911"/>
                <a:gd name="T33" fmla="*/ 696 h 700"/>
                <a:gd name="T34" fmla="*/ 495 w 911"/>
                <a:gd name="T35" fmla="*/ 667 h 700"/>
                <a:gd name="T36" fmla="*/ 665 w 911"/>
                <a:gd name="T37" fmla="*/ 502 h 700"/>
                <a:gd name="T38" fmla="*/ 799 w 911"/>
                <a:gd name="T39" fmla="*/ 356 h 700"/>
                <a:gd name="T40" fmla="*/ 900 w 911"/>
                <a:gd name="T41" fmla="*/ 229 h 700"/>
                <a:gd name="T42" fmla="*/ 911 w 911"/>
                <a:gd name="T43" fmla="*/ 167 h 700"/>
                <a:gd name="T44" fmla="*/ 904 w 911"/>
                <a:gd name="T45" fmla="*/ 114 h 700"/>
                <a:gd name="T46" fmla="*/ 874 w 911"/>
                <a:gd name="T47" fmla="*/ 57 h 700"/>
                <a:gd name="T48" fmla="*/ 824 w 911"/>
                <a:gd name="T49" fmla="*/ 18 h 700"/>
                <a:gd name="T50" fmla="*/ 754 w 911"/>
                <a:gd name="T51" fmla="*/ 1 h 700"/>
                <a:gd name="T52" fmla="*/ 707 w 911"/>
                <a:gd name="T53" fmla="*/ 0 h 700"/>
                <a:gd name="T54" fmla="*/ 628 w 911"/>
                <a:gd name="T55" fmla="*/ 33 h 700"/>
                <a:gd name="T56" fmla="*/ 529 w 911"/>
                <a:gd name="T57" fmla="*/ 134 h 700"/>
                <a:gd name="T58" fmla="*/ 785 w 911"/>
                <a:gd name="T59" fmla="*/ 137 h 700"/>
                <a:gd name="T60" fmla="*/ 788 w 911"/>
                <a:gd name="T61" fmla="*/ 187 h 700"/>
                <a:gd name="T62" fmla="*/ 751 w 911"/>
                <a:gd name="T63" fmla="*/ 241 h 700"/>
                <a:gd name="T64" fmla="*/ 530 w 911"/>
                <a:gd name="T65" fmla="*/ 483 h 700"/>
                <a:gd name="T66" fmla="*/ 406 w 911"/>
                <a:gd name="T67" fmla="*/ 597 h 700"/>
                <a:gd name="T68" fmla="*/ 383 w 911"/>
                <a:gd name="T69" fmla="*/ 594 h 700"/>
                <a:gd name="T70" fmla="*/ 213 w 911"/>
                <a:gd name="T71" fmla="*/ 450 h 700"/>
                <a:gd name="T72" fmla="*/ 123 w 911"/>
                <a:gd name="T73" fmla="*/ 357 h 700"/>
                <a:gd name="T74" fmla="*/ 121 w 911"/>
                <a:gd name="T75" fmla="*/ 316 h 700"/>
                <a:gd name="T76" fmla="*/ 157 w 911"/>
                <a:gd name="T77" fmla="*/ 269 h 700"/>
                <a:gd name="T78" fmla="*/ 183 w 911"/>
                <a:gd name="T79" fmla="*/ 271 h 700"/>
                <a:gd name="T80" fmla="*/ 279 w 911"/>
                <a:gd name="T81" fmla="*/ 342 h 700"/>
                <a:gd name="T82" fmla="*/ 376 w 911"/>
                <a:gd name="T83" fmla="*/ 413 h 700"/>
                <a:gd name="T84" fmla="*/ 398 w 911"/>
                <a:gd name="T85" fmla="*/ 415 h 700"/>
                <a:gd name="T86" fmla="*/ 505 w 911"/>
                <a:gd name="T87" fmla="*/ 322 h 700"/>
                <a:gd name="T88" fmla="*/ 629 w 911"/>
                <a:gd name="T89" fmla="*/ 196 h 700"/>
                <a:gd name="T90" fmla="*/ 738 w 911"/>
                <a:gd name="T91" fmla="*/ 100 h 700"/>
                <a:gd name="T92" fmla="*/ 768 w 911"/>
                <a:gd name="T93" fmla="*/ 116 h 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11" h="700">
                  <a:moveTo>
                    <a:pt x="529" y="134"/>
                  </a:moveTo>
                  <a:lnTo>
                    <a:pt x="479" y="187"/>
                  </a:lnTo>
                  <a:lnTo>
                    <a:pt x="418" y="245"/>
                  </a:lnTo>
                  <a:lnTo>
                    <a:pt x="392" y="265"/>
                  </a:lnTo>
                  <a:lnTo>
                    <a:pt x="386" y="267"/>
                  </a:lnTo>
                  <a:lnTo>
                    <a:pt x="376" y="265"/>
                  </a:lnTo>
                  <a:lnTo>
                    <a:pt x="349" y="246"/>
                  </a:lnTo>
                  <a:lnTo>
                    <a:pt x="334" y="232"/>
                  </a:lnTo>
                  <a:lnTo>
                    <a:pt x="318" y="215"/>
                  </a:lnTo>
                  <a:lnTo>
                    <a:pt x="279" y="186"/>
                  </a:lnTo>
                  <a:lnTo>
                    <a:pt x="236" y="164"/>
                  </a:lnTo>
                  <a:lnTo>
                    <a:pt x="195" y="151"/>
                  </a:lnTo>
                  <a:lnTo>
                    <a:pt x="178" y="150"/>
                  </a:lnTo>
                  <a:lnTo>
                    <a:pt x="159" y="151"/>
                  </a:lnTo>
                  <a:lnTo>
                    <a:pt x="122" y="161"/>
                  </a:lnTo>
                  <a:lnTo>
                    <a:pt x="88" y="180"/>
                  </a:lnTo>
                  <a:lnTo>
                    <a:pt x="57" y="206"/>
                  </a:lnTo>
                  <a:lnTo>
                    <a:pt x="32" y="237"/>
                  </a:lnTo>
                  <a:lnTo>
                    <a:pt x="13" y="272"/>
                  </a:lnTo>
                  <a:lnTo>
                    <a:pt x="2" y="309"/>
                  </a:lnTo>
                  <a:lnTo>
                    <a:pt x="0" y="347"/>
                  </a:lnTo>
                  <a:lnTo>
                    <a:pt x="3" y="365"/>
                  </a:lnTo>
                  <a:lnTo>
                    <a:pt x="8" y="383"/>
                  </a:lnTo>
                  <a:lnTo>
                    <a:pt x="43" y="434"/>
                  </a:lnTo>
                  <a:lnTo>
                    <a:pt x="107" y="502"/>
                  </a:lnTo>
                  <a:lnTo>
                    <a:pt x="199" y="588"/>
                  </a:lnTo>
                  <a:lnTo>
                    <a:pt x="258" y="639"/>
                  </a:lnTo>
                  <a:lnTo>
                    <a:pt x="277" y="656"/>
                  </a:lnTo>
                  <a:lnTo>
                    <a:pt x="311" y="680"/>
                  </a:lnTo>
                  <a:lnTo>
                    <a:pt x="342" y="694"/>
                  </a:lnTo>
                  <a:lnTo>
                    <a:pt x="375" y="700"/>
                  </a:lnTo>
                  <a:lnTo>
                    <a:pt x="394" y="700"/>
                  </a:lnTo>
                  <a:lnTo>
                    <a:pt x="409" y="700"/>
                  </a:lnTo>
                  <a:lnTo>
                    <a:pt x="436" y="696"/>
                  </a:lnTo>
                  <a:lnTo>
                    <a:pt x="464" y="686"/>
                  </a:lnTo>
                  <a:lnTo>
                    <a:pt x="495" y="667"/>
                  </a:lnTo>
                  <a:lnTo>
                    <a:pt x="552" y="619"/>
                  </a:lnTo>
                  <a:lnTo>
                    <a:pt x="665" y="502"/>
                  </a:lnTo>
                  <a:lnTo>
                    <a:pt x="746" y="414"/>
                  </a:lnTo>
                  <a:lnTo>
                    <a:pt x="799" y="356"/>
                  </a:lnTo>
                  <a:lnTo>
                    <a:pt x="867" y="278"/>
                  </a:lnTo>
                  <a:lnTo>
                    <a:pt x="900" y="229"/>
                  </a:lnTo>
                  <a:lnTo>
                    <a:pt x="911" y="189"/>
                  </a:lnTo>
                  <a:lnTo>
                    <a:pt x="911" y="167"/>
                  </a:lnTo>
                  <a:lnTo>
                    <a:pt x="910" y="148"/>
                  </a:lnTo>
                  <a:lnTo>
                    <a:pt x="904" y="114"/>
                  </a:lnTo>
                  <a:lnTo>
                    <a:pt x="892" y="83"/>
                  </a:lnTo>
                  <a:lnTo>
                    <a:pt x="874" y="57"/>
                  </a:lnTo>
                  <a:lnTo>
                    <a:pt x="851" y="35"/>
                  </a:lnTo>
                  <a:lnTo>
                    <a:pt x="824" y="18"/>
                  </a:lnTo>
                  <a:lnTo>
                    <a:pt x="791" y="7"/>
                  </a:lnTo>
                  <a:lnTo>
                    <a:pt x="754" y="1"/>
                  </a:lnTo>
                  <a:lnTo>
                    <a:pt x="734" y="0"/>
                  </a:lnTo>
                  <a:lnTo>
                    <a:pt x="707" y="0"/>
                  </a:lnTo>
                  <a:lnTo>
                    <a:pt x="667" y="7"/>
                  </a:lnTo>
                  <a:lnTo>
                    <a:pt x="628" y="33"/>
                  </a:lnTo>
                  <a:lnTo>
                    <a:pt x="571" y="89"/>
                  </a:lnTo>
                  <a:lnTo>
                    <a:pt x="529" y="134"/>
                  </a:lnTo>
                  <a:close/>
                  <a:moveTo>
                    <a:pt x="778" y="125"/>
                  </a:moveTo>
                  <a:lnTo>
                    <a:pt x="785" y="137"/>
                  </a:lnTo>
                  <a:lnTo>
                    <a:pt x="790" y="171"/>
                  </a:lnTo>
                  <a:lnTo>
                    <a:pt x="788" y="187"/>
                  </a:lnTo>
                  <a:lnTo>
                    <a:pt x="783" y="198"/>
                  </a:lnTo>
                  <a:lnTo>
                    <a:pt x="751" y="241"/>
                  </a:lnTo>
                  <a:lnTo>
                    <a:pt x="668" y="337"/>
                  </a:lnTo>
                  <a:lnTo>
                    <a:pt x="530" y="483"/>
                  </a:lnTo>
                  <a:lnTo>
                    <a:pt x="443" y="567"/>
                  </a:lnTo>
                  <a:lnTo>
                    <a:pt x="406" y="597"/>
                  </a:lnTo>
                  <a:lnTo>
                    <a:pt x="398" y="600"/>
                  </a:lnTo>
                  <a:lnTo>
                    <a:pt x="383" y="594"/>
                  </a:lnTo>
                  <a:lnTo>
                    <a:pt x="308" y="534"/>
                  </a:lnTo>
                  <a:lnTo>
                    <a:pt x="213" y="450"/>
                  </a:lnTo>
                  <a:lnTo>
                    <a:pt x="138" y="377"/>
                  </a:lnTo>
                  <a:lnTo>
                    <a:pt x="123" y="357"/>
                  </a:lnTo>
                  <a:lnTo>
                    <a:pt x="118" y="345"/>
                  </a:lnTo>
                  <a:lnTo>
                    <a:pt x="121" y="316"/>
                  </a:lnTo>
                  <a:lnTo>
                    <a:pt x="136" y="288"/>
                  </a:lnTo>
                  <a:lnTo>
                    <a:pt x="157" y="269"/>
                  </a:lnTo>
                  <a:lnTo>
                    <a:pt x="169" y="267"/>
                  </a:lnTo>
                  <a:lnTo>
                    <a:pt x="183" y="271"/>
                  </a:lnTo>
                  <a:lnTo>
                    <a:pt x="243" y="312"/>
                  </a:lnTo>
                  <a:lnTo>
                    <a:pt x="279" y="342"/>
                  </a:lnTo>
                  <a:lnTo>
                    <a:pt x="316" y="372"/>
                  </a:lnTo>
                  <a:lnTo>
                    <a:pt x="376" y="413"/>
                  </a:lnTo>
                  <a:lnTo>
                    <a:pt x="391" y="417"/>
                  </a:lnTo>
                  <a:lnTo>
                    <a:pt x="398" y="415"/>
                  </a:lnTo>
                  <a:lnTo>
                    <a:pt x="430" y="391"/>
                  </a:lnTo>
                  <a:lnTo>
                    <a:pt x="505" y="322"/>
                  </a:lnTo>
                  <a:lnTo>
                    <a:pt x="568" y="259"/>
                  </a:lnTo>
                  <a:lnTo>
                    <a:pt x="629" y="196"/>
                  </a:lnTo>
                  <a:lnTo>
                    <a:pt x="722" y="109"/>
                  </a:lnTo>
                  <a:lnTo>
                    <a:pt x="738" y="100"/>
                  </a:lnTo>
                  <a:lnTo>
                    <a:pt x="746" y="102"/>
                  </a:lnTo>
                  <a:lnTo>
                    <a:pt x="768" y="116"/>
                  </a:lnTo>
                  <a:lnTo>
                    <a:pt x="778" y="1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Freeform 54">
              <a:extLst>
                <a:ext uri="{FF2B5EF4-FFF2-40B4-BE49-F238E27FC236}">
                  <a16:creationId xmlns:a16="http://schemas.microsoft.com/office/drawing/2014/main" id="{2E74CF96-4E62-6ED2-357A-BCFD2E2A38A5}"/>
                </a:ext>
              </a:extLst>
            </p:cNvPr>
            <p:cNvSpPr>
              <a:spLocks noEditPoints="1"/>
            </p:cNvSpPr>
            <p:nvPr/>
          </p:nvSpPr>
          <p:spPr bwMode="auto">
            <a:xfrm>
              <a:off x="10569575" y="2932113"/>
              <a:ext cx="260350" cy="258763"/>
            </a:xfrm>
            <a:custGeom>
              <a:avLst/>
              <a:gdLst>
                <a:gd name="T0" fmla="*/ 246 w 689"/>
                <a:gd name="T1" fmla="*/ 12 h 682"/>
                <a:gd name="T2" fmla="*/ 131 w 689"/>
                <a:gd name="T3" fmla="*/ 72 h 682"/>
                <a:gd name="T4" fmla="*/ 47 w 689"/>
                <a:gd name="T5" fmla="*/ 168 h 682"/>
                <a:gd name="T6" fmla="*/ 3 w 689"/>
                <a:gd name="T7" fmla="*/ 289 h 682"/>
                <a:gd name="T8" fmla="*/ 4 w 689"/>
                <a:gd name="T9" fmla="*/ 387 h 682"/>
                <a:gd name="T10" fmla="*/ 24 w 689"/>
                <a:gd name="T11" fmla="*/ 464 h 682"/>
                <a:gd name="T12" fmla="*/ 74 w 689"/>
                <a:gd name="T13" fmla="*/ 550 h 682"/>
                <a:gd name="T14" fmla="*/ 144 w 689"/>
                <a:gd name="T15" fmla="*/ 616 h 682"/>
                <a:gd name="T16" fmla="*/ 227 w 689"/>
                <a:gd name="T17" fmla="*/ 660 h 682"/>
                <a:gd name="T18" fmla="*/ 318 w 689"/>
                <a:gd name="T19" fmla="*/ 681 h 682"/>
                <a:gd name="T20" fmla="*/ 412 w 689"/>
                <a:gd name="T21" fmla="*/ 677 h 682"/>
                <a:gd name="T22" fmla="*/ 502 w 689"/>
                <a:gd name="T23" fmla="*/ 646 h 682"/>
                <a:gd name="T24" fmla="*/ 582 w 689"/>
                <a:gd name="T25" fmla="*/ 587 h 682"/>
                <a:gd name="T26" fmla="*/ 620 w 689"/>
                <a:gd name="T27" fmla="*/ 543 h 682"/>
                <a:gd name="T28" fmla="*/ 672 w 689"/>
                <a:gd name="T29" fmla="*/ 442 h 682"/>
                <a:gd name="T30" fmla="*/ 689 w 689"/>
                <a:gd name="T31" fmla="*/ 339 h 682"/>
                <a:gd name="T32" fmla="*/ 674 w 689"/>
                <a:gd name="T33" fmla="*/ 238 h 682"/>
                <a:gd name="T34" fmla="*/ 631 w 689"/>
                <a:gd name="T35" fmla="*/ 148 h 682"/>
                <a:gd name="T36" fmla="*/ 563 w 689"/>
                <a:gd name="T37" fmla="*/ 74 h 682"/>
                <a:gd name="T38" fmla="*/ 474 w 689"/>
                <a:gd name="T39" fmla="*/ 22 h 682"/>
                <a:gd name="T40" fmla="*/ 368 w 689"/>
                <a:gd name="T41" fmla="*/ 0 h 682"/>
                <a:gd name="T42" fmla="*/ 279 w 689"/>
                <a:gd name="T43" fmla="*/ 6 h 682"/>
                <a:gd name="T44" fmla="*/ 494 w 689"/>
                <a:gd name="T45" fmla="*/ 166 h 682"/>
                <a:gd name="T46" fmla="*/ 542 w 689"/>
                <a:gd name="T47" fmla="*/ 226 h 682"/>
                <a:gd name="T48" fmla="*/ 570 w 689"/>
                <a:gd name="T49" fmla="*/ 300 h 682"/>
                <a:gd name="T50" fmla="*/ 574 w 689"/>
                <a:gd name="T51" fmla="*/ 374 h 682"/>
                <a:gd name="T52" fmla="*/ 559 w 689"/>
                <a:gd name="T53" fmla="*/ 424 h 682"/>
                <a:gd name="T54" fmla="*/ 519 w 689"/>
                <a:gd name="T55" fmla="*/ 483 h 682"/>
                <a:gd name="T56" fmla="*/ 452 w 689"/>
                <a:gd name="T57" fmla="*/ 537 h 682"/>
                <a:gd name="T58" fmla="*/ 374 w 689"/>
                <a:gd name="T59" fmla="*/ 560 h 682"/>
                <a:gd name="T60" fmla="*/ 289 w 689"/>
                <a:gd name="T61" fmla="*/ 552 h 682"/>
                <a:gd name="T62" fmla="*/ 243 w 689"/>
                <a:gd name="T63" fmla="*/ 534 h 682"/>
                <a:gd name="T64" fmla="*/ 167 w 689"/>
                <a:gd name="T65" fmla="*/ 479 h 682"/>
                <a:gd name="T66" fmla="*/ 123 w 689"/>
                <a:gd name="T67" fmla="*/ 405 h 682"/>
                <a:gd name="T68" fmla="*/ 115 w 689"/>
                <a:gd name="T69" fmla="*/ 320 h 682"/>
                <a:gd name="T70" fmla="*/ 135 w 689"/>
                <a:gd name="T71" fmla="*/ 252 h 682"/>
                <a:gd name="T72" fmla="*/ 179 w 689"/>
                <a:gd name="T73" fmla="*/ 185 h 682"/>
                <a:gd name="T74" fmla="*/ 262 w 689"/>
                <a:gd name="T75" fmla="*/ 128 h 682"/>
                <a:gd name="T76" fmla="*/ 359 w 689"/>
                <a:gd name="T77" fmla="*/ 111 h 682"/>
                <a:gd name="T78" fmla="*/ 456 w 689"/>
                <a:gd name="T79" fmla="*/ 139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89" h="682">
                  <a:moveTo>
                    <a:pt x="279" y="6"/>
                  </a:moveTo>
                  <a:lnTo>
                    <a:pt x="246" y="12"/>
                  </a:lnTo>
                  <a:lnTo>
                    <a:pt x="185" y="36"/>
                  </a:lnTo>
                  <a:lnTo>
                    <a:pt x="131" y="72"/>
                  </a:lnTo>
                  <a:lnTo>
                    <a:pt x="84" y="116"/>
                  </a:lnTo>
                  <a:lnTo>
                    <a:pt x="47" y="168"/>
                  </a:lnTo>
                  <a:lnTo>
                    <a:pt x="20" y="226"/>
                  </a:lnTo>
                  <a:lnTo>
                    <a:pt x="3" y="289"/>
                  </a:lnTo>
                  <a:lnTo>
                    <a:pt x="0" y="354"/>
                  </a:lnTo>
                  <a:lnTo>
                    <a:pt x="4" y="387"/>
                  </a:lnTo>
                  <a:lnTo>
                    <a:pt x="9" y="414"/>
                  </a:lnTo>
                  <a:lnTo>
                    <a:pt x="24" y="464"/>
                  </a:lnTo>
                  <a:lnTo>
                    <a:pt x="47" y="509"/>
                  </a:lnTo>
                  <a:lnTo>
                    <a:pt x="74" y="550"/>
                  </a:lnTo>
                  <a:lnTo>
                    <a:pt x="107" y="585"/>
                  </a:lnTo>
                  <a:lnTo>
                    <a:pt x="144" y="616"/>
                  </a:lnTo>
                  <a:lnTo>
                    <a:pt x="184" y="641"/>
                  </a:lnTo>
                  <a:lnTo>
                    <a:pt x="227" y="660"/>
                  </a:lnTo>
                  <a:lnTo>
                    <a:pt x="272" y="674"/>
                  </a:lnTo>
                  <a:lnTo>
                    <a:pt x="318" y="681"/>
                  </a:lnTo>
                  <a:lnTo>
                    <a:pt x="365" y="682"/>
                  </a:lnTo>
                  <a:lnTo>
                    <a:pt x="412" y="677"/>
                  </a:lnTo>
                  <a:lnTo>
                    <a:pt x="458" y="665"/>
                  </a:lnTo>
                  <a:lnTo>
                    <a:pt x="502" y="646"/>
                  </a:lnTo>
                  <a:lnTo>
                    <a:pt x="544" y="621"/>
                  </a:lnTo>
                  <a:lnTo>
                    <a:pt x="582" y="587"/>
                  </a:lnTo>
                  <a:lnTo>
                    <a:pt x="600" y="567"/>
                  </a:lnTo>
                  <a:lnTo>
                    <a:pt x="620" y="543"/>
                  </a:lnTo>
                  <a:lnTo>
                    <a:pt x="651" y="494"/>
                  </a:lnTo>
                  <a:lnTo>
                    <a:pt x="672" y="442"/>
                  </a:lnTo>
                  <a:lnTo>
                    <a:pt x="685" y="390"/>
                  </a:lnTo>
                  <a:lnTo>
                    <a:pt x="689" y="339"/>
                  </a:lnTo>
                  <a:lnTo>
                    <a:pt x="685" y="288"/>
                  </a:lnTo>
                  <a:lnTo>
                    <a:pt x="674" y="238"/>
                  </a:lnTo>
                  <a:lnTo>
                    <a:pt x="656" y="192"/>
                  </a:lnTo>
                  <a:lnTo>
                    <a:pt x="631" y="148"/>
                  </a:lnTo>
                  <a:lnTo>
                    <a:pt x="600" y="109"/>
                  </a:lnTo>
                  <a:lnTo>
                    <a:pt x="563" y="74"/>
                  </a:lnTo>
                  <a:lnTo>
                    <a:pt x="521" y="45"/>
                  </a:lnTo>
                  <a:lnTo>
                    <a:pt x="474" y="22"/>
                  </a:lnTo>
                  <a:lnTo>
                    <a:pt x="423" y="7"/>
                  </a:lnTo>
                  <a:lnTo>
                    <a:pt x="368" y="0"/>
                  </a:lnTo>
                  <a:lnTo>
                    <a:pt x="309" y="1"/>
                  </a:lnTo>
                  <a:lnTo>
                    <a:pt x="279" y="6"/>
                  </a:lnTo>
                  <a:close/>
                  <a:moveTo>
                    <a:pt x="479" y="154"/>
                  </a:moveTo>
                  <a:lnTo>
                    <a:pt x="494" y="166"/>
                  </a:lnTo>
                  <a:lnTo>
                    <a:pt x="520" y="194"/>
                  </a:lnTo>
                  <a:lnTo>
                    <a:pt x="542" y="226"/>
                  </a:lnTo>
                  <a:lnTo>
                    <a:pt x="559" y="262"/>
                  </a:lnTo>
                  <a:lnTo>
                    <a:pt x="570" y="300"/>
                  </a:lnTo>
                  <a:lnTo>
                    <a:pt x="575" y="338"/>
                  </a:lnTo>
                  <a:lnTo>
                    <a:pt x="574" y="374"/>
                  </a:lnTo>
                  <a:lnTo>
                    <a:pt x="566" y="409"/>
                  </a:lnTo>
                  <a:lnTo>
                    <a:pt x="559" y="424"/>
                  </a:lnTo>
                  <a:lnTo>
                    <a:pt x="547" y="446"/>
                  </a:lnTo>
                  <a:lnTo>
                    <a:pt x="519" y="483"/>
                  </a:lnTo>
                  <a:lnTo>
                    <a:pt x="487" y="514"/>
                  </a:lnTo>
                  <a:lnTo>
                    <a:pt x="452" y="537"/>
                  </a:lnTo>
                  <a:lnTo>
                    <a:pt x="414" y="552"/>
                  </a:lnTo>
                  <a:lnTo>
                    <a:pt x="374" y="560"/>
                  </a:lnTo>
                  <a:lnTo>
                    <a:pt x="332" y="560"/>
                  </a:lnTo>
                  <a:lnTo>
                    <a:pt x="289" y="552"/>
                  </a:lnTo>
                  <a:lnTo>
                    <a:pt x="267" y="544"/>
                  </a:lnTo>
                  <a:lnTo>
                    <a:pt x="243" y="534"/>
                  </a:lnTo>
                  <a:lnTo>
                    <a:pt x="201" y="509"/>
                  </a:lnTo>
                  <a:lnTo>
                    <a:pt x="167" y="479"/>
                  </a:lnTo>
                  <a:lnTo>
                    <a:pt x="141" y="444"/>
                  </a:lnTo>
                  <a:lnTo>
                    <a:pt x="123" y="405"/>
                  </a:lnTo>
                  <a:lnTo>
                    <a:pt x="115" y="363"/>
                  </a:lnTo>
                  <a:lnTo>
                    <a:pt x="115" y="320"/>
                  </a:lnTo>
                  <a:lnTo>
                    <a:pt x="126" y="275"/>
                  </a:lnTo>
                  <a:lnTo>
                    <a:pt x="135" y="252"/>
                  </a:lnTo>
                  <a:lnTo>
                    <a:pt x="148" y="227"/>
                  </a:lnTo>
                  <a:lnTo>
                    <a:pt x="179" y="185"/>
                  </a:lnTo>
                  <a:lnTo>
                    <a:pt x="218" y="151"/>
                  </a:lnTo>
                  <a:lnTo>
                    <a:pt x="262" y="128"/>
                  </a:lnTo>
                  <a:lnTo>
                    <a:pt x="310" y="114"/>
                  </a:lnTo>
                  <a:lnTo>
                    <a:pt x="359" y="111"/>
                  </a:lnTo>
                  <a:lnTo>
                    <a:pt x="408" y="119"/>
                  </a:lnTo>
                  <a:lnTo>
                    <a:pt x="456" y="139"/>
                  </a:lnTo>
                  <a:lnTo>
                    <a:pt x="479" y="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81">
              <a:extLst>
                <a:ext uri="{FF2B5EF4-FFF2-40B4-BE49-F238E27FC236}">
                  <a16:creationId xmlns:a16="http://schemas.microsoft.com/office/drawing/2014/main" id="{0E09591E-DF18-4D0A-8633-552B85773301}"/>
                </a:ext>
              </a:extLst>
            </p:cNvPr>
            <p:cNvSpPr>
              <a:spLocks noEditPoints="1"/>
            </p:cNvSpPr>
            <p:nvPr/>
          </p:nvSpPr>
          <p:spPr bwMode="auto">
            <a:xfrm>
              <a:off x="10593388" y="3429000"/>
              <a:ext cx="1193800" cy="517525"/>
            </a:xfrm>
            <a:custGeom>
              <a:avLst/>
              <a:gdLst>
                <a:gd name="T0" fmla="*/ 81 w 3161"/>
                <a:gd name="T1" fmla="*/ 48 h 1369"/>
                <a:gd name="T2" fmla="*/ 1 w 3161"/>
                <a:gd name="T3" fmla="*/ 385 h 1369"/>
                <a:gd name="T4" fmla="*/ 66 w 3161"/>
                <a:gd name="T5" fmla="*/ 814 h 1369"/>
                <a:gd name="T6" fmla="*/ 219 w 3161"/>
                <a:gd name="T7" fmla="*/ 882 h 1369"/>
                <a:gd name="T8" fmla="*/ 406 w 3161"/>
                <a:gd name="T9" fmla="*/ 730 h 1369"/>
                <a:gd name="T10" fmla="*/ 436 w 3161"/>
                <a:gd name="T11" fmla="*/ 656 h 1369"/>
                <a:gd name="T12" fmla="*/ 834 w 3161"/>
                <a:gd name="T13" fmla="*/ 863 h 1369"/>
                <a:gd name="T14" fmla="*/ 1078 w 3161"/>
                <a:gd name="T15" fmla="*/ 1015 h 1369"/>
                <a:gd name="T16" fmla="*/ 1299 w 3161"/>
                <a:gd name="T17" fmla="*/ 1291 h 1369"/>
                <a:gd name="T18" fmla="*/ 1579 w 3161"/>
                <a:gd name="T19" fmla="*/ 1369 h 1369"/>
                <a:gd name="T20" fmla="*/ 1886 w 3161"/>
                <a:gd name="T21" fmla="*/ 1282 h 1369"/>
                <a:gd name="T22" fmla="*/ 2104 w 3161"/>
                <a:gd name="T23" fmla="*/ 997 h 1369"/>
                <a:gd name="T24" fmla="*/ 2415 w 3161"/>
                <a:gd name="T25" fmla="*/ 831 h 1369"/>
                <a:gd name="T26" fmla="*/ 2763 w 3161"/>
                <a:gd name="T27" fmla="*/ 675 h 1369"/>
                <a:gd name="T28" fmla="*/ 2867 w 3161"/>
                <a:gd name="T29" fmla="*/ 852 h 1369"/>
                <a:gd name="T30" fmla="*/ 3091 w 3161"/>
                <a:gd name="T31" fmla="*/ 833 h 1369"/>
                <a:gd name="T32" fmla="*/ 3160 w 3161"/>
                <a:gd name="T33" fmla="*/ 453 h 1369"/>
                <a:gd name="T34" fmla="*/ 3115 w 3161"/>
                <a:gd name="T35" fmla="*/ 64 h 1369"/>
                <a:gd name="T36" fmla="*/ 2813 w 3161"/>
                <a:gd name="T37" fmla="*/ 3 h 1369"/>
                <a:gd name="T38" fmla="*/ 2309 w 3161"/>
                <a:gd name="T39" fmla="*/ 123 h 1369"/>
                <a:gd name="T40" fmla="*/ 2342 w 3161"/>
                <a:gd name="T41" fmla="*/ 322 h 1369"/>
                <a:gd name="T42" fmla="*/ 2209 w 3161"/>
                <a:gd name="T43" fmla="*/ 498 h 1369"/>
                <a:gd name="T44" fmla="*/ 1981 w 3161"/>
                <a:gd name="T45" fmla="*/ 453 h 1369"/>
                <a:gd name="T46" fmla="*/ 1713 w 3161"/>
                <a:gd name="T47" fmla="*/ 298 h 1369"/>
                <a:gd name="T48" fmla="*/ 1383 w 3161"/>
                <a:gd name="T49" fmla="*/ 325 h 1369"/>
                <a:gd name="T50" fmla="*/ 1116 w 3161"/>
                <a:gd name="T51" fmla="*/ 523 h 1369"/>
                <a:gd name="T52" fmla="*/ 813 w 3161"/>
                <a:gd name="T53" fmla="*/ 426 h 1369"/>
                <a:gd name="T54" fmla="*/ 823 w 3161"/>
                <a:gd name="T55" fmla="*/ 330 h 1369"/>
                <a:gd name="T56" fmla="*/ 871 w 3161"/>
                <a:gd name="T57" fmla="*/ 148 h 1369"/>
                <a:gd name="T58" fmla="*/ 744 w 3161"/>
                <a:gd name="T59" fmla="*/ 10 h 1369"/>
                <a:gd name="T60" fmla="*/ 748 w 3161"/>
                <a:gd name="T61" fmla="*/ 143 h 1369"/>
                <a:gd name="T62" fmla="*/ 702 w 3161"/>
                <a:gd name="T63" fmla="*/ 266 h 1369"/>
                <a:gd name="T64" fmla="*/ 463 w 3161"/>
                <a:gd name="T65" fmla="*/ 310 h 1369"/>
                <a:gd name="T66" fmla="*/ 825 w 3161"/>
                <a:gd name="T67" fmla="*/ 560 h 1369"/>
                <a:gd name="T68" fmla="*/ 1060 w 3161"/>
                <a:gd name="T69" fmla="*/ 690 h 1369"/>
                <a:gd name="T70" fmla="*/ 1026 w 3161"/>
                <a:gd name="T71" fmla="*/ 801 h 1369"/>
                <a:gd name="T72" fmla="*/ 604 w 3161"/>
                <a:gd name="T73" fmla="*/ 624 h 1369"/>
                <a:gd name="T74" fmla="*/ 309 w 3161"/>
                <a:gd name="T75" fmla="*/ 438 h 1369"/>
                <a:gd name="T76" fmla="*/ 285 w 3161"/>
                <a:gd name="T77" fmla="*/ 717 h 1369"/>
                <a:gd name="T78" fmla="*/ 187 w 3161"/>
                <a:gd name="T79" fmla="*/ 756 h 1369"/>
                <a:gd name="T80" fmla="*/ 125 w 3161"/>
                <a:gd name="T81" fmla="*/ 568 h 1369"/>
                <a:gd name="T82" fmla="*/ 148 w 3161"/>
                <a:gd name="T83" fmla="*/ 145 h 1369"/>
                <a:gd name="T84" fmla="*/ 700 w 3161"/>
                <a:gd name="T85" fmla="*/ 112 h 1369"/>
                <a:gd name="T86" fmla="*/ 3046 w 3161"/>
                <a:gd name="T87" fmla="*/ 293 h 1369"/>
                <a:gd name="T88" fmla="*/ 2955 w 3161"/>
                <a:gd name="T89" fmla="*/ 764 h 1369"/>
                <a:gd name="T90" fmla="*/ 2880 w 3161"/>
                <a:gd name="T91" fmla="*/ 629 h 1369"/>
                <a:gd name="T92" fmla="*/ 2858 w 3161"/>
                <a:gd name="T93" fmla="*/ 444 h 1369"/>
                <a:gd name="T94" fmla="*/ 2444 w 3161"/>
                <a:gd name="T95" fmla="*/ 695 h 1369"/>
                <a:gd name="T96" fmla="*/ 2141 w 3161"/>
                <a:gd name="T97" fmla="*/ 797 h 1369"/>
                <a:gd name="T98" fmla="*/ 2117 w 3161"/>
                <a:gd name="T99" fmla="*/ 683 h 1369"/>
                <a:gd name="T100" fmla="*/ 2310 w 3161"/>
                <a:gd name="T101" fmla="*/ 576 h 1369"/>
                <a:gd name="T102" fmla="*/ 2712 w 3161"/>
                <a:gd name="T103" fmla="*/ 304 h 1369"/>
                <a:gd name="T104" fmla="*/ 2463 w 3161"/>
                <a:gd name="T105" fmla="*/ 265 h 1369"/>
                <a:gd name="T106" fmla="*/ 2434 w 3161"/>
                <a:gd name="T107" fmla="*/ 136 h 1369"/>
                <a:gd name="T108" fmla="*/ 2849 w 3161"/>
                <a:gd name="T109" fmla="*/ 114 h 1369"/>
                <a:gd name="T110" fmla="*/ 1817 w 3161"/>
                <a:gd name="T111" fmla="*/ 462 h 1369"/>
                <a:gd name="T112" fmla="*/ 2012 w 3161"/>
                <a:gd name="T113" fmla="*/ 794 h 1369"/>
                <a:gd name="T114" fmla="*/ 1863 w 3161"/>
                <a:gd name="T115" fmla="*/ 1160 h 1369"/>
                <a:gd name="T116" fmla="*/ 1466 w 3161"/>
                <a:gd name="T117" fmla="*/ 1240 h 1369"/>
                <a:gd name="T118" fmla="*/ 1205 w 3161"/>
                <a:gd name="T119" fmla="*/ 1025 h 1369"/>
                <a:gd name="T120" fmla="*/ 1171 w 3161"/>
                <a:gd name="T121" fmla="*/ 710 h 1369"/>
                <a:gd name="T122" fmla="*/ 1323 w 3161"/>
                <a:gd name="T123" fmla="*/ 494 h 1369"/>
                <a:gd name="T124" fmla="*/ 1622 w 3161"/>
                <a:gd name="T125" fmla="*/ 406 h 1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161" h="1369">
                  <a:moveTo>
                    <a:pt x="405" y="3"/>
                  </a:moveTo>
                  <a:lnTo>
                    <a:pt x="332" y="6"/>
                  </a:lnTo>
                  <a:lnTo>
                    <a:pt x="215" y="13"/>
                  </a:lnTo>
                  <a:lnTo>
                    <a:pt x="148" y="24"/>
                  </a:lnTo>
                  <a:lnTo>
                    <a:pt x="111" y="34"/>
                  </a:lnTo>
                  <a:lnTo>
                    <a:pt x="81" y="48"/>
                  </a:lnTo>
                  <a:lnTo>
                    <a:pt x="56" y="65"/>
                  </a:lnTo>
                  <a:lnTo>
                    <a:pt x="37" y="88"/>
                  </a:lnTo>
                  <a:lnTo>
                    <a:pt x="22" y="115"/>
                  </a:lnTo>
                  <a:lnTo>
                    <a:pt x="7" y="167"/>
                  </a:lnTo>
                  <a:lnTo>
                    <a:pt x="0" y="260"/>
                  </a:lnTo>
                  <a:lnTo>
                    <a:pt x="1" y="385"/>
                  </a:lnTo>
                  <a:lnTo>
                    <a:pt x="5" y="463"/>
                  </a:lnTo>
                  <a:lnTo>
                    <a:pt x="10" y="571"/>
                  </a:lnTo>
                  <a:lnTo>
                    <a:pt x="21" y="684"/>
                  </a:lnTo>
                  <a:lnTo>
                    <a:pt x="32" y="740"/>
                  </a:lnTo>
                  <a:lnTo>
                    <a:pt x="46" y="783"/>
                  </a:lnTo>
                  <a:lnTo>
                    <a:pt x="66" y="814"/>
                  </a:lnTo>
                  <a:lnTo>
                    <a:pt x="91" y="838"/>
                  </a:lnTo>
                  <a:lnTo>
                    <a:pt x="123" y="856"/>
                  </a:lnTo>
                  <a:lnTo>
                    <a:pt x="143" y="865"/>
                  </a:lnTo>
                  <a:lnTo>
                    <a:pt x="162" y="872"/>
                  </a:lnTo>
                  <a:lnTo>
                    <a:pt x="192" y="881"/>
                  </a:lnTo>
                  <a:lnTo>
                    <a:pt x="219" y="882"/>
                  </a:lnTo>
                  <a:lnTo>
                    <a:pt x="251" y="875"/>
                  </a:lnTo>
                  <a:lnTo>
                    <a:pt x="271" y="868"/>
                  </a:lnTo>
                  <a:lnTo>
                    <a:pt x="298" y="857"/>
                  </a:lnTo>
                  <a:lnTo>
                    <a:pt x="348" y="819"/>
                  </a:lnTo>
                  <a:lnTo>
                    <a:pt x="388" y="770"/>
                  </a:lnTo>
                  <a:lnTo>
                    <a:pt x="406" y="730"/>
                  </a:lnTo>
                  <a:lnTo>
                    <a:pt x="412" y="705"/>
                  </a:lnTo>
                  <a:lnTo>
                    <a:pt x="413" y="693"/>
                  </a:lnTo>
                  <a:lnTo>
                    <a:pt x="413" y="676"/>
                  </a:lnTo>
                  <a:lnTo>
                    <a:pt x="418" y="661"/>
                  </a:lnTo>
                  <a:lnTo>
                    <a:pt x="423" y="656"/>
                  </a:lnTo>
                  <a:lnTo>
                    <a:pt x="436" y="656"/>
                  </a:lnTo>
                  <a:lnTo>
                    <a:pt x="466" y="673"/>
                  </a:lnTo>
                  <a:lnTo>
                    <a:pt x="488" y="688"/>
                  </a:lnTo>
                  <a:lnTo>
                    <a:pt x="523" y="711"/>
                  </a:lnTo>
                  <a:lnTo>
                    <a:pt x="612" y="761"/>
                  </a:lnTo>
                  <a:lnTo>
                    <a:pt x="718" y="812"/>
                  </a:lnTo>
                  <a:lnTo>
                    <a:pt x="834" y="863"/>
                  </a:lnTo>
                  <a:lnTo>
                    <a:pt x="895" y="886"/>
                  </a:lnTo>
                  <a:lnTo>
                    <a:pt x="946" y="906"/>
                  </a:lnTo>
                  <a:lnTo>
                    <a:pt x="1012" y="934"/>
                  </a:lnTo>
                  <a:lnTo>
                    <a:pt x="1048" y="959"/>
                  </a:lnTo>
                  <a:lnTo>
                    <a:pt x="1069" y="992"/>
                  </a:lnTo>
                  <a:lnTo>
                    <a:pt x="1078" y="1015"/>
                  </a:lnTo>
                  <a:lnTo>
                    <a:pt x="1091" y="1045"/>
                  </a:lnTo>
                  <a:lnTo>
                    <a:pt x="1121" y="1103"/>
                  </a:lnTo>
                  <a:lnTo>
                    <a:pt x="1159" y="1157"/>
                  </a:lnTo>
                  <a:lnTo>
                    <a:pt x="1201" y="1207"/>
                  </a:lnTo>
                  <a:lnTo>
                    <a:pt x="1249" y="1252"/>
                  </a:lnTo>
                  <a:lnTo>
                    <a:pt x="1299" y="1291"/>
                  </a:lnTo>
                  <a:lnTo>
                    <a:pt x="1353" y="1323"/>
                  </a:lnTo>
                  <a:lnTo>
                    <a:pt x="1408" y="1346"/>
                  </a:lnTo>
                  <a:lnTo>
                    <a:pt x="1436" y="1355"/>
                  </a:lnTo>
                  <a:lnTo>
                    <a:pt x="1457" y="1360"/>
                  </a:lnTo>
                  <a:lnTo>
                    <a:pt x="1503" y="1366"/>
                  </a:lnTo>
                  <a:lnTo>
                    <a:pt x="1579" y="1369"/>
                  </a:lnTo>
                  <a:lnTo>
                    <a:pt x="1686" y="1359"/>
                  </a:lnTo>
                  <a:lnTo>
                    <a:pt x="1759" y="1343"/>
                  </a:lnTo>
                  <a:lnTo>
                    <a:pt x="1803" y="1328"/>
                  </a:lnTo>
                  <a:lnTo>
                    <a:pt x="1821" y="1320"/>
                  </a:lnTo>
                  <a:lnTo>
                    <a:pt x="1843" y="1309"/>
                  </a:lnTo>
                  <a:lnTo>
                    <a:pt x="1886" y="1282"/>
                  </a:lnTo>
                  <a:lnTo>
                    <a:pt x="1947" y="1234"/>
                  </a:lnTo>
                  <a:lnTo>
                    <a:pt x="2019" y="1157"/>
                  </a:lnTo>
                  <a:lnTo>
                    <a:pt x="2061" y="1096"/>
                  </a:lnTo>
                  <a:lnTo>
                    <a:pt x="2082" y="1055"/>
                  </a:lnTo>
                  <a:lnTo>
                    <a:pt x="2090" y="1035"/>
                  </a:lnTo>
                  <a:lnTo>
                    <a:pt x="2104" y="997"/>
                  </a:lnTo>
                  <a:lnTo>
                    <a:pt x="2130" y="956"/>
                  </a:lnTo>
                  <a:lnTo>
                    <a:pt x="2147" y="939"/>
                  </a:lnTo>
                  <a:lnTo>
                    <a:pt x="2155" y="935"/>
                  </a:lnTo>
                  <a:lnTo>
                    <a:pt x="2216" y="911"/>
                  </a:lnTo>
                  <a:lnTo>
                    <a:pt x="2345" y="860"/>
                  </a:lnTo>
                  <a:lnTo>
                    <a:pt x="2415" y="831"/>
                  </a:lnTo>
                  <a:lnTo>
                    <a:pt x="2568" y="759"/>
                  </a:lnTo>
                  <a:lnTo>
                    <a:pt x="2626" y="726"/>
                  </a:lnTo>
                  <a:lnTo>
                    <a:pt x="2723" y="670"/>
                  </a:lnTo>
                  <a:lnTo>
                    <a:pt x="2756" y="653"/>
                  </a:lnTo>
                  <a:lnTo>
                    <a:pt x="2759" y="655"/>
                  </a:lnTo>
                  <a:lnTo>
                    <a:pt x="2763" y="675"/>
                  </a:lnTo>
                  <a:lnTo>
                    <a:pt x="2763" y="690"/>
                  </a:lnTo>
                  <a:lnTo>
                    <a:pt x="2763" y="701"/>
                  </a:lnTo>
                  <a:lnTo>
                    <a:pt x="2769" y="726"/>
                  </a:lnTo>
                  <a:lnTo>
                    <a:pt x="2786" y="765"/>
                  </a:lnTo>
                  <a:lnTo>
                    <a:pt x="2822" y="814"/>
                  </a:lnTo>
                  <a:lnTo>
                    <a:pt x="2867" y="852"/>
                  </a:lnTo>
                  <a:lnTo>
                    <a:pt x="2891" y="865"/>
                  </a:lnTo>
                  <a:lnTo>
                    <a:pt x="2906" y="870"/>
                  </a:lnTo>
                  <a:lnTo>
                    <a:pt x="2935" y="877"/>
                  </a:lnTo>
                  <a:lnTo>
                    <a:pt x="2979" y="879"/>
                  </a:lnTo>
                  <a:lnTo>
                    <a:pt x="3037" y="865"/>
                  </a:lnTo>
                  <a:lnTo>
                    <a:pt x="3091" y="833"/>
                  </a:lnTo>
                  <a:lnTo>
                    <a:pt x="3115" y="810"/>
                  </a:lnTo>
                  <a:lnTo>
                    <a:pt x="3128" y="795"/>
                  </a:lnTo>
                  <a:lnTo>
                    <a:pt x="3145" y="761"/>
                  </a:lnTo>
                  <a:lnTo>
                    <a:pt x="3154" y="692"/>
                  </a:lnTo>
                  <a:lnTo>
                    <a:pt x="3158" y="559"/>
                  </a:lnTo>
                  <a:lnTo>
                    <a:pt x="3160" y="453"/>
                  </a:lnTo>
                  <a:lnTo>
                    <a:pt x="3161" y="334"/>
                  </a:lnTo>
                  <a:lnTo>
                    <a:pt x="3160" y="214"/>
                  </a:lnTo>
                  <a:lnTo>
                    <a:pt x="3155" y="157"/>
                  </a:lnTo>
                  <a:lnTo>
                    <a:pt x="3147" y="116"/>
                  </a:lnTo>
                  <a:lnTo>
                    <a:pt x="3134" y="86"/>
                  </a:lnTo>
                  <a:lnTo>
                    <a:pt x="3115" y="64"/>
                  </a:lnTo>
                  <a:lnTo>
                    <a:pt x="3090" y="46"/>
                  </a:lnTo>
                  <a:lnTo>
                    <a:pt x="3075" y="36"/>
                  </a:lnTo>
                  <a:lnTo>
                    <a:pt x="3057" y="26"/>
                  </a:lnTo>
                  <a:lnTo>
                    <a:pt x="3013" y="12"/>
                  </a:lnTo>
                  <a:lnTo>
                    <a:pt x="2940" y="5"/>
                  </a:lnTo>
                  <a:lnTo>
                    <a:pt x="2813" y="3"/>
                  </a:lnTo>
                  <a:lnTo>
                    <a:pt x="2718" y="3"/>
                  </a:lnTo>
                  <a:lnTo>
                    <a:pt x="2413" y="3"/>
                  </a:lnTo>
                  <a:lnTo>
                    <a:pt x="2360" y="51"/>
                  </a:lnTo>
                  <a:lnTo>
                    <a:pt x="2342" y="67"/>
                  </a:lnTo>
                  <a:lnTo>
                    <a:pt x="2320" y="94"/>
                  </a:lnTo>
                  <a:lnTo>
                    <a:pt x="2309" y="123"/>
                  </a:lnTo>
                  <a:lnTo>
                    <a:pt x="2305" y="165"/>
                  </a:lnTo>
                  <a:lnTo>
                    <a:pt x="2305" y="195"/>
                  </a:lnTo>
                  <a:lnTo>
                    <a:pt x="2305" y="224"/>
                  </a:lnTo>
                  <a:lnTo>
                    <a:pt x="2309" y="266"/>
                  </a:lnTo>
                  <a:lnTo>
                    <a:pt x="2320" y="295"/>
                  </a:lnTo>
                  <a:lnTo>
                    <a:pt x="2342" y="322"/>
                  </a:lnTo>
                  <a:lnTo>
                    <a:pt x="2360" y="338"/>
                  </a:lnTo>
                  <a:lnTo>
                    <a:pt x="2401" y="377"/>
                  </a:lnTo>
                  <a:lnTo>
                    <a:pt x="2413" y="395"/>
                  </a:lnTo>
                  <a:lnTo>
                    <a:pt x="2407" y="401"/>
                  </a:lnTo>
                  <a:lnTo>
                    <a:pt x="2348" y="433"/>
                  </a:lnTo>
                  <a:lnTo>
                    <a:pt x="2209" y="498"/>
                  </a:lnTo>
                  <a:lnTo>
                    <a:pt x="2131" y="528"/>
                  </a:lnTo>
                  <a:lnTo>
                    <a:pt x="2111" y="534"/>
                  </a:lnTo>
                  <a:lnTo>
                    <a:pt x="2082" y="538"/>
                  </a:lnTo>
                  <a:lnTo>
                    <a:pt x="2054" y="524"/>
                  </a:lnTo>
                  <a:lnTo>
                    <a:pt x="2013" y="485"/>
                  </a:lnTo>
                  <a:lnTo>
                    <a:pt x="1981" y="453"/>
                  </a:lnTo>
                  <a:lnTo>
                    <a:pt x="1958" y="430"/>
                  </a:lnTo>
                  <a:lnTo>
                    <a:pt x="1911" y="390"/>
                  </a:lnTo>
                  <a:lnTo>
                    <a:pt x="1865" y="357"/>
                  </a:lnTo>
                  <a:lnTo>
                    <a:pt x="1816" y="331"/>
                  </a:lnTo>
                  <a:lnTo>
                    <a:pt x="1766" y="311"/>
                  </a:lnTo>
                  <a:lnTo>
                    <a:pt x="1713" y="298"/>
                  </a:lnTo>
                  <a:lnTo>
                    <a:pt x="1657" y="291"/>
                  </a:lnTo>
                  <a:lnTo>
                    <a:pt x="1596" y="289"/>
                  </a:lnTo>
                  <a:lnTo>
                    <a:pt x="1563" y="290"/>
                  </a:lnTo>
                  <a:lnTo>
                    <a:pt x="1506" y="294"/>
                  </a:lnTo>
                  <a:lnTo>
                    <a:pt x="1430" y="310"/>
                  </a:lnTo>
                  <a:lnTo>
                    <a:pt x="1383" y="325"/>
                  </a:lnTo>
                  <a:lnTo>
                    <a:pt x="1338" y="345"/>
                  </a:lnTo>
                  <a:lnTo>
                    <a:pt x="1296" y="370"/>
                  </a:lnTo>
                  <a:lnTo>
                    <a:pt x="1234" y="417"/>
                  </a:lnTo>
                  <a:lnTo>
                    <a:pt x="1193" y="456"/>
                  </a:lnTo>
                  <a:lnTo>
                    <a:pt x="1160" y="488"/>
                  </a:lnTo>
                  <a:lnTo>
                    <a:pt x="1116" y="523"/>
                  </a:lnTo>
                  <a:lnTo>
                    <a:pt x="1095" y="535"/>
                  </a:lnTo>
                  <a:lnTo>
                    <a:pt x="1088" y="536"/>
                  </a:lnTo>
                  <a:lnTo>
                    <a:pt x="1070" y="533"/>
                  </a:lnTo>
                  <a:lnTo>
                    <a:pt x="992" y="506"/>
                  </a:lnTo>
                  <a:lnTo>
                    <a:pt x="895" y="465"/>
                  </a:lnTo>
                  <a:lnTo>
                    <a:pt x="813" y="426"/>
                  </a:lnTo>
                  <a:lnTo>
                    <a:pt x="791" y="413"/>
                  </a:lnTo>
                  <a:lnTo>
                    <a:pt x="782" y="405"/>
                  </a:lnTo>
                  <a:lnTo>
                    <a:pt x="774" y="392"/>
                  </a:lnTo>
                  <a:lnTo>
                    <a:pt x="780" y="376"/>
                  </a:lnTo>
                  <a:lnTo>
                    <a:pt x="803" y="349"/>
                  </a:lnTo>
                  <a:lnTo>
                    <a:pt x="823" y="330"/>
                  </a:lnTo>
                  <a:lnTo>
                    <a:pt x="843" y="310"/>
                  </a:lnTo>
                  <a:lnTo>
                    <a:pt x="867" y="280"/>
                  </a:lnTo>
                  <a:lnTo>
                    <a:pt x="878" y="251"/>
                  </a:lnTo>
                  <a:lnTo>
                    <a:pt x="879" y="212"/>
                  </a:lnTo>
                  <a:lnTo>
                    <a:pt x="876" y="185"/>
                  </a:lnTo>
                  <a:lnTo>
                    <a:pt x="871" y="148"/>
                  </a:lnTo>
                  <a:lnTo>
                    <a:pt x="855" y="102"/>
                  </a:lnTo>
                  <a:lnTo>
                    <a:pt x="840" y="76"/>
                  </a:lnTo>
                  <a:lnTo>
                    <a:pt x="821" y="53"/>
                  </a:lnTo>
                  <a:lnTo>
                    <a:pt x="799" y="35"/>
                  </a:lnTo>
                  <a:lnTo>
                    <a:pt x="773" y="20"/>
                  </a:lnTo>
                  <a:lnTo>
                    <a:pt x="744" y="10"/>
                  </a:lnTo>
                  <a:lnTo>
                    <a:pt x="728" y="6"/>
                  </a:lnTo>
                  <a:lnTo>
                    <a:pt x="690" y="2"/>
                  </a:lnTo>
                  <a:lnTo>
                    <a:pt x="514" y="0"/>
                  </a:lnTo>
                  <a:lnTo>
                    <a:pt x="405" y="3"/>
                  </a:lnTo>
                  <a:close/>
                  <a:moveTo>
                    <a:pt x="736" y="130"/>
                  </a:moveTo>
                  <a:lnTo>
                    <a:pt x="748" y="143"/>
                  </a:lnTo>
                  <a:lnTo>
                    <a:pt x="761" y="176"/>
                  </a:lnTo>
                  <a:lnTo>
                    <a:pt x="761" y="211"/>
                  </a:lnTo>
                  <a:lnTo>
                    <a:pt x="749" y="242"/>
                  </a:lnTo>
                  <a:lnTo>
                    <a:pt x="738" y="253"/>
                  </a:lnTo>
                  <a:lnTo>
                    <a:pt x="731" y="257"/>
                  </a:lnTo>
                  <a:lnTo>
                    <a:pt x="702" y="266"/>
                  </a:lnTo>
                  <a:lnTo>
                    <a:pt x="639" y="278"/>
                  </a:lnTo>
                  <a:lnTo>
                    <a:pt x="588" y="283"/>
                  </a:lnTo>
                  <a:lnTo>
                    <a:pt x="533" y="287"/>
                  </a:lnTo>
                  <a:lnTo>
                    <a:pt x="481" y="297"/>
                  </a:lnTo>
                  <a:lnTo>
                    <a:pt x="464" y="305"/>
                  </a:lnTo>
                  <a:lnTo>
                    <a:pt x="463" y="310"/>
                  </a:lnTo>
                  <a:lnTo>
                    <a:pt x="465" y="315"/>
                  </a:lnTo>
                  <a:lnTo>
                    <a:pt x="487" y="336"/>
                  </a:lnTo>
                  <a:lnTo>
                    <a:pt x="550" y="384"/>
                  </a:lnTo>
                  <a:lnTo>
                    <a:pt x="667" y="465"/>
                  </a:lnTo>
                  <a:lnTo>
                    <a:pt x="783" y="537"/>
                  </a:lnTo>
                  <a:lnTo>
                    <a:pt x="825" y="560"/>
                  </a:lnTo>
                  <a:lnTo>
                    <a:pt x="886" y="588"/>
                  </a:lnTo>
                  <a:lnTo>
                    <a:pt x="971" y="621"/>
                  </a:lnTo>
                  <a:lnTo>
                    <a:pt x="1003" y="633"/>
                  </a:lnTo>
                  <a:lnTo>
                    <a:pt x="1042" y="650"/>
                  </a:lnTo>
                  <a:lnTo>
                    <a:pt x="1059" y="667"/>
                  </a:lnTo>
                  <a:lnTo>
                    <a:pt x="1060" y="690"/>
                  </a:lnTo>
                  <a:lnTo>
                    <a:pt x="1056" y="706"/>
                  </a:lnTo>
                  <a:lnTo>
                    <a:pt x="1049" y="751"/>
                  </a:lnTo>
                  <a:lnTo>
                    <a:pt x="1046" y="780"/>
                  </a:lnTo>
                  <a:lnTo>
                    <a:pt x="1046" y="786"/>
                  </a:lnTo>
                  <a:lnTo>
                    <a:pt x="1041" y="795"/>
                  </a:lnTo>
                  <a:lnTo>
                    <a:pt x="1026" y="801"/>
                  </a:lnTo>
                  <a:lnTo>
                    <a:pt x="987" y="797"/>
                  </a:lnTo>
                  <a:lnTo>
                    <a:pt x="923" y="778"/>
                  </a:lnTo>
                  <a:lnTo>
                    <a:pt x="881" y="761"/>
                  </a:lnTo>
                  <a:lnTo>
                    <a:pt x="828" y="740"/>
                  </a:lnTo>
                  <a:lnTo>
                    <a:pt x="716" y="686"/>
                  </a:lnTo>
                  <a:lnTo>
                    <a:pt x="604" y="624"/>
                  </a:lnTo>
                  <a:lnTo>
                    <a:pt x="495" y="555"/>
                  </a:lnTo>
                  <a:lnTo>
                    <a:pt x="443" y="518"/>
                  </a:lnTo>
                  <a:lnTo>
                    <a:pt x="397" y="485"/>
                  </a:lnTo>
                  <a:lnTo>
                    <a:pt x="327" y="441"/>
                  </a:lnTo>
                  <a:lnTo>
                    <a:pt x="313" y="436"/>
                  </a:lnTo>
                  <a:lnTo>
                    <a:pt x="309" y="438"/>
                  </a:lnTo>
                  <a:lnTo>
                    <a:pt x="303" y="458"/>
                  </a:lnTo>
                  <a:lnTo>
                    <a:pt x="297" y="518"/>
                  </a:lnTo>
                  <a:lnTo>
                    <a:pt x="296" y="578"/>
                  </a:lnTo>
                  <a:lnTo>
                    <a:pt x="296" y="624"/>
                  </a:lnTo>
                  <a:lnTo>
                    <a:pt x="293" y="684"/>
                  </a:lnTo>
                  <a:lnTo>
                    <a:pt x="285" y="717"/>
                  </a:lnTo>
                  <a:lnTo>
                    <a:pt x="268" y="737"/>
                  </a:lnTo>
                  <a:lnTo>
                    <a:pt x="255" y="746"/>
                  </a:lnTo>
                  <a:lnTo>
                    <a:pt x="241" y="755"/>
                  </a:lnTo>
                  <a:lnTo>
                    <a:pt x="222" y="764"/>
                  </a:lnTo>
                  <a:lnTo>
                    <a:pt x="205" y="765"/>
                  </a:lnTo>
                  <a:lnTo>
                    <a:pt x="187" y="756"/>
                  </a:lnTo>
                  <a:lnTo>
                    <a:pt x="175" y="748"/>
                  </a:lnTo>
                  <a:lnTo>
                    <a:pt x="162" y="739"/>
                  </a:lnTo>
                  <a:lnTo>
                    <a:pt x="145" y="717"/>
                  </a:lnTo>
                  <a:lnTo>
                    <a:pt x="135" y="680"/>
                  </a:lnTo>
                  <a:lnTo>
                    <a:pt x="128" y="616"/>
                  </a:lnTo>
                  <a:lnTo>
                    <a:pt x="125" y="568"/>
                  </a:lnTo>
                  <a:lnTo>
                    <a:pt x="116" y="422"/>
                  </a:lnTo>
                  <a:lnTo>
                    <a:pt x="113" y="295"/>
                  </a:lnTo>
                  <a:lnTo>
                    <a:pt x="113" y="262"/>
                  </a:lnTo>
                  <a:lnTo>
                    <a:pt x="116" y="210"/>
                  </a:lnTo>
                  <a:lnTo>
                    <a:pt x="126" y="172"/>
                  </a:lnTo>
                  <a:lnTo>
                    <a:pt x="148" y="145"/>
                  </a:lnTo>
                  <a:lnTo>
                    <a:pt x="187" y="127"/>
                  </a:lnTo>
                  <a:lnTo>
                    <a:pt x="246" y="116"/>
                  </a:lnTo>
                  <a:lnTo>
                    <a:pt x="380" y="108"/>
                  </a:lnTo>
                  <a:lnTo>
                    <a:pt x="516" y="106"/>
                  </a:lnTo>
                  <a:lnTo>
                    <a:pt x="620" y="105"/>
                  </a:lnTo>
                  <a:lnTo>
                    <a:pt x="700" y="112"/>
                  </a:lnTo>
                  <a:lnTo>
                    <a:pt x="728" y="122"/>
                  </a:lnTo>
                  <a:lnTo>
                    <a:pt x="736" y="130"/>
                  </a:lnTo>
                  <a:close/>
                  <a:moveTo>
                    <a:pt x="3023" y="138"/>
                  </a:moveTo>
                  <a:lnTo>
                    <a:pt x="3029" y="145"/>
                  </a:lnTo>
                  <a:lnTo>
                    <a:pt x="3039" y="181"/>
                  </a:lnTo>
                  <a:lnTo>
                    <a:pt x="3046" y="293"/>
                  </a:lnTo>
                  <a:lnTo>
                    <a:pt x="3046" y="438"/>
                  </a:lnTo>
                  <a:lnTo>
                    <a:pt x="3046" y="720"/>
                  </a:lnTo>
                  <a:lnTo>
                    <a:pt x="3005" y="746"/>
                  </a:lnTo>
                  <a:lnTo>
                    <a:pt x="2991" y="755"/>
                  </a:lnTo>
                  <a:lnTo>
                    <a:pt x="2971" y="764"/>
                  </a:lnTo>
                  <a:lnTo>
                    <a:pt x="2955" y="764"/>
                  </a:lnTo>
                  <a:lnTo>
                    <a:pt x="2935" y="755"/>
                  </a:lnTo>
                  <a:lnTo>
                    <a:pt x="2921" y="746"/>
                  </a:lnTo>
                  <a:lnTo>
                    <a:pt x="2908" y="737"/>
                  </a:lnTo>
                  <a:lnTo>
                    <a:pt x="2891" y="718"/>
                  </a:lnTo>
                  <a:lnTo>
                    <a:pt x="2883" y="686"/>
                  </a:lnTo>
                  <a:lnTo>
                    <a:pt x="2880" y="629"/>
                  </a:lnTo>
                  <a:lnTo>
                    <a:pt x="2880" y="586"/>
                  </a:lnTo>
                  <a:lnTo>
                    <a:pt x="2879" y="533"/>
                  </a:lnTo>
                  <a:lnTo>
                    <a:pt x="2873" y="472"/>
                  </a:lnTo>
                  <a:lnTo>
                    <a:pt x="2867" y="448"/>
                  </a:lnTo>
                  <a:lnTo>
                    <a:pt x="2863" y="445"/>
                  </a:lnTo>
                  <a:lnTo>
                    <a:pt x="2858" y="444"/>
                  </a:lnTo>
                  <a:lnTo>
                    <a:pt x="2833" y="455"/>
                  </a:lnTo>
                  <a:lnTo>
                    <a:pt x="2771" y="490"/>
                  </a:lnTo>
                  <a:lnTo>
                    <a:pt x="2718" y="525"/>
                  </a:lnTo>
                  <a:lnTo>
                    <a:pt x="2657" y="566"/>
                  </a:lnTo>
                  <a:lnTo>
                    <a:pt x="2546" y="637"/>
                  </a:lnTo>
                  <a:lnTo>
                    <a:pt x="2444" y="695"/>
                  </a:lnTo>
                  <a:lnTo>
                    <a:pt x="2344" y="741"/>
                  </a:lnTo>
                  <a:lnTo>
                    <a:pt x="2295" y="761"/>
                  </a:lnTo>
                  <a:lnTo>
                    <a:pt x="2248" y="779"/>
                  </a:lnTo>
                  <a:lnTo>
                    <a:pt x="2183" y="799"/>
                  </a:lnTo>
                  <a:lnTo>
                    <a:pt x="2154" y="801"/>
                  </a:lnTo>
                  <a:lnTo>
                    <a:pt x="2141" y="797"/>
                  </a:lnTo>
                  <a:lnTo>
                    <a:pt x="2133" y="788"/>
                  </a:lnTo>
                  <a:lnTo>
                    <a:pt x="2130" y="774"/>
                  </a:lnTo>
                  <a:lnTo>
                    <a:pt x="2130" y="765"/>
                  </a:lnTo>
                  <a:lnTo>
                    <a:pt x="2127" y="729"/>
                  </a:lnTo>
                  <a:lnTo>
                    <a:pt x="2120" y="693"/>
                  </a:lnTo>
                  <a:lnTo>
                    <a:pt x="2117" y="683"/>
                  </a:lnTo>
                  <a:lnTo>
                    <a:pt x="2120" y="666"/>
                  </a:lnTo>
                  <a:lnTo>
                    <a:pt x="2136" y="652"/>
                  </a:lnTo>
                  <a:lnTo>
                    <a:pt x="2167" y="637"/>
                  </a:lnTo>
                  <a:lnTo>
                    <a:pt x="2191" y="628"/>
                  </a:lnTo>
                  <a:lnTo>
                    <a:pt x="2228" y="614"/>
                  </a:lnTo>
                  <a:lnTo>
                    <a:pt x="2310" y="576"/>
                  </a:lnTo>
                  <a:lnTo>
                    <a:pt x="2440" y="508"/>
                  </a:lnTo>
                  <a:lnTo>
                    <a:pt x="2600" y="411"/>
                  </a:lnTo>
                  <a:lnTo>
                    <a:pt x="2682" y="349"/>
                  </a:lnTo>
                  <a:lnTo>
                    <a:pt x="2710" y="319"/>
                  </a:lnTo>
                  <a:lnTo>
                    <a:pt x="2713" y="310"/>
                  </a:lnTo>
                  <a:lnTo>
                    <a:pt x="2712" y="304"/>
                  </a:lnTo>
                  <a:lnTo>
                    <a:pt x="2701" y="295"/>
                  </a:lnTo>
                  <a:lnTo>
                    <a:pt x="2661" y="287"/>
                  </a:lnTo>
                  <a:lnTo>
                    <a:pt x="2610" y="286"/>
                  </a:lnTo>
                  <a:lnTo>
                    <a:pt x="2565" y="285"/>
                  </a:lnTo>
                  <a:lnTo>
                    <a:pt x="2486" y="273"/>
                  </a:lnTo>
                  <a:lnTo>
                    <a:pt x="2463" y="265"/>
                  </a:lnTo>
                  <a:lnTo>
                    <a:pt x="2454" y="259"/>
                  </a:lnTo>
                  <a:lnTo>
                    <a:pt x="2438" y="246"/>
                  </a:lnTo>
                  <a:lnTo>
                    <a:pt x="2422" y="221"/>
                  </a:lnTo>
                  <a:lnTo>
                    <a:pt x="2416" y="182"/>
                  </a:lnTo>
                  <a:lnTo>
                    <a:pt x="2423" y="153"/>
                  </a:lnTo>
                  <a:lnTo>
                    <a:pt x="2434" y="136"/>
                  </a:lnTo>
                  <a:lnTo>
                    <a:pt x="2441" y="128"/>
                  </a:lnTo>
                  <a:lnTo>
                    <a:pt x="2451" y="119"/>
                  </a:lnTo>
                  <a:lnTo>
                    <a:pt x="2481" y="107"/>
                  </a:lnTo>
                  <a:lnTo>
                    <a:pt x="2581" y="103"/>
                  </a:lnTo>
                  <a:lnTo>
                    <a:pt x="2735" y="108"/>
                  </a:lnTo>
                  <a:lnTo>
                    <a:pt x="2849" y="114"/>
                  </a:lnTo>
                  <a:lnTo>
                    <a:pt x="2969" y="125"/>
                  </a:lnTo>
                  <a:lnTo>
                    <a:pt x="3015" y="134"/>
                  </a:lnTo>
                  <a:lnTo>
                    <a:pt x="3023" y="138"/>
                  </a:lnTo>
                  <a:close/>
                  <a:moveTo>
                    <a:pt x="1731" y="423"/>
                  </a:moveTo>
                  <a:lnTo>
                    <a:pt x="1761" y="433"/>
                  </a:lnTo>
                  <a:lnTo>
                    <a:pt x="1817" y="462"/>
                  </a:lnTo>
                  <a:lnTo>
                    <a:pt x="1868" y="501"/>
                  </a:lnTo>
                  <a:lnTo>
                    <a:pt x="1913" y="548"/>
                  </a:lnTo>
                  <a:lnTo>
                    <a:pt x="1950" y="603"/>
                  </a:lnTo>
                  <a:lnTo>
                    <a:pt x="1980" y="663"/>
                  </a:lnTo>
                  <a:lnTo>
                    <a:pt x="2001" y="727"/>
                  </a:lnTo>
                  <a:lnTo>
                    <a:pt x="2012" y="794"/>
                  </a:lnTo>
                  <a:lnTo>
                    <a:pt x="2013" y="828"/>
                  </a:lnTo>
                  <a:lnTo>
                    <a:pt x="2011" y="873"/>
                  </a:lnTo>
                  <a:lnTo>
                    <a:pt x="1995" y="959"/>
                  </a:lnTo>
                  <a:lnTo>
                    <a:pt x="1964" y="1036"/>
                  </a:lnTo>
                  <a:lnTo>
                    <a:pt x="1919" y="1103"/>
                  </a:lnTo>
                  <a:lnTo>
                    <a:pt x="1863" y="1160"/>
                  </a:lnTo>
                  <a:lnTo>
                    <a:pt x="1796" y="1204"/>
                  </a:lnTo>
                  <a:lnTo>
                    <a:pt x="1720" y="1235"/>
                  </a:lnTo>
                  <a:lnTo>
                    <a:pt x="1636" y="1252"/>
                  </a:lnTo>
                  <a:lnTo>
                    <a:pt x="1591" y="1253"/>
                  </a:lnTo>
                  <a:lnTo>
                    <a:pt x="1545" y="1252"/>
                  </a:lnTo>
                  <a:lnTo>
                    <a:pt x="1466" y="1240"/>
                  </a:lnTo>
                  <a:lnTo>
                    <a:pt x="1396" y="1214"/>
                  </a:lnTo>
                  <a:lnTo>
                    <a:pt x="1331" y="1171"/>
                  </a:lnTo>
                  <a:lnTo>
                    <a:pt x="1298" y="1143"/>
                  </a:lnTo>
                  <a:lnTo>
                    <a:pt x="1275" y="1122"/>
                  </a:lnTo>
                  <a:lnTo>
                    <a:pt x="1236" y="1076"/>
                  </a:lnTo>
                  <a:lnTo>
                    <a:pt x="1205" y="1025"/>
                  </a:lnTo>
                  <a:lnTo>
                    <a:pt x="1180" y="972"/>
                  </a:lnTo>
                  <a:lnTo>
                    <a:pt x="1164" y="916"/>
                  </a:lnTo>
                  <a:lnTo>
                    <a:pt x="1156" y="857"/>
                  </a:lnTo>
                  <a:lnTo>
                    <a:pt x="1155" y="798"/>
                  </a:lnTo>
                  <a:lnTo>
                    <a:pt x="1164" y="739"/>
                  </a:lnTo>
                  <a:lnTo>
                    <a:pt x="1171" y="710"/>
                  </a:lnTo>
                  <a:lnTo>
                    <a:pt x="1180" y="683"/>
                  </a:lnTo>
                  <a:lnTo>
                    <a:pt x="1199" y="637"/>
                  </a:lnTo>
                  <a:lnTo>
                    <a:pt x="1225" y="596"/>
                  </a:lnTo>
                  <a:lnTo>
                    <a:pt x="1261" y="553"/>
                  </a:lnTo>
                  <a:lnTo>
                    <a:pt x="1285" y="530"/>
                  </a:lnTo>
                  <a:lnTo>
                    <a:pt x="1323" y="494"/>
                  </a:lnTo>
                  <a:lnTo>
                    <a:pt x="1383" y="449"/>
                  </a:lnTo>
                  <a:lnTo>
                    <a:pt x="1417" y="430"/>
                  </a:lnTo>
                  <a:lnTo>
                    <a:pt x="1430" y="425"/>
                  </a:lnTo>
                  <a:lnTo>
                    <a:pt x="1461" y="416"/>
                  </a:lnTo>
                  <a:lnTo>
                    <a:pt x="1539" y="406"/>
                  </a:lnTo>
                  <a:lnTo>
                    <a:pt x="1622" y="406"/>
                  </a:lnTo>
                  <a:lnTo>
                    <a:pt x="1700" y="414"/>
                  </a:lnTo>
                  <a:lnTo>
                    <a:pt x="1731" y="4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82">
              <a:extLst>
                <a:ext uri="{FF2B5EF4-FFF2-40B4-BE49-F238E27FC236}">
                  <a16:creationId xmlns:a16="http://schemas.microsoft.com/office/drawing/2014/main" id="{D03730E2-0251-5ADF-1049-6AEF9A95F23F}"/>
                </a:ext>
              </a:extLst>
            </p:cNvPr>
            <p:cNvSpPr>
              <a:spLocks noEditPoints="1"/>
            </p:cNvSpPr>
            <p:nvPr/>
          </p:nvSpPr>
          <p:spPr bwMode="auto">
            <a:xfrm>
              <a:off x="11102975" y="3648075"/>
              <a:ext cx="182563" cy="185738"/>
            </a:xfrm>
            <a:custGeom>
              <a:avLst/>
              <a:gdLst>
                <a:gd name="T0" fmla="*/ 154 w 484"/>
                <a:gd name="T1" fmla="*/ 17 h 493"/>
                <a:gd name="T2" fmla="*/ 75 w 484"/>
                <a:gd name="T3" fmla="*/ 63 h 493"/>
                <a:gd name="T4" fmla="*/ 33 w 484"/>
                <a:gd name="T5" fmla="*/ 118 h 493"/>
                <a:gd name="T6" fmla="*/ 10 w 484"/>
                <a:gd name="T7" fmla="*/ 169 h 493"/>
                <a:gd name="T8" fmla="*/ 0 w 484"/>
                <a:gd name="T9" fmla="*/ 247 h 493"/>
                <a:gd name="T10" fmla="*/ 10 w 484"/>
                <a:gd name="T11" fmla="*/ 325 h 493"/>
                <a:gd name="T12" fmla="*/ 40 w 484"/>
                <a:gd name="T13" fmla="*/ 390 h 493"/>
                <a:gd name="T14" fmla="*/ 74 w 484"/>
                <a:gd name="T15" fmla="*/ 426 h 493"/>
                <a:gd name="T16" fmla="*/ 176 w 484"/>
                <a:gd name="T17" fmla="*/ 483 h 493"/>
                <a:gd name="T18" fmla="*/ 284 w 484"/>
                <a:gd name="T19" fmla="*/ 489 h 493"/>
                <a:gd name="T20" fmla="*/ 386 w 484"/>
                <a:gd name="T21" fmla="*/ 442 h 493"/>
                <a:gd name="T22" fmla="*/ 453 w 484"/>
                <a:gd name="T23" fmla="*/ 374 h 493"/>
                <a:gd name="T24" fmla="*/ 472 w 484"/>
                <a:gd name="T25" fmla="*/ 337 h 493"/>
                <a:gd name="T26" fmla="*/ 484 w 484"/>
                <a:gd name="T27" fmla="*/ 220 h 493"/>
                <a:gd name="T28" fmla="*/ 462 w 484"/>
                <a:gd name="T29" fmla="*/ 140 h 493"/>
                <a:gd name="T30" fmla="*/ 444 w 484"/>
                <a:gd name="T31" fmla="*/ 109 h 493"/>
                <a:gd name="T32" fmla="*/ 386 w 484"/>
                <a:gd name="T33" fmla="*/ 52 h 493"/>
                <a:gd name="T34" fmla="*/ 314 w 484"/>
                <a:gd name="T35" fmla="*/ 14 h 493"/>
                <a:gd name="T36" fmla="*/ 236 w 484"/>
                <a:gd name="T37" fmla="*/ 0 h 493"/>
                <a:gd name="T38" fmla="*/ 181 w 484"/>
                <a:gd name="T39" fmla="*/ 8 h 493"/>
                <a:gd name="T40" fmla="*/ 340 w 484"/>
                <a:gd name="T41" fmla="*/ 158 h 493"/>
                <a:gd name="T42" fmla="*/ 367 w 484"/>
                <a:gd name="T43" fmla="*/ 212 h 493"/>
                <a:gd name="T44" fmla="*/ 369 w 484"/>
                <a:gd name="T45" fmla="*/ 275 h 493"/>
                <a:gd name="T46" fmla="*/ 347 w 484"/>
                <a:gd name="T47" fmla="*/ 331 h 493"/>
                <a:gd name="T48" fmla="*/ 316 w 484"/>
                <a:gd name="T49" fmla="*/ 359 h 493"/>
                <a:gd name="T50" fmla="*/ 250 w 484"/>
                <a:gd name="T51" fmla="*/ 376 h 493"/>
                <a:gd name="T52" fmla="*/ 164 w 484"/>
                <a:gd name="T53" fmla="*/ 355 h 493"/>
                <a:gd name="T54" fmla="*/ 139 w 484"/>
                <a:gd name="T55" fmla="*/ 331 h 493"/>
                <a:gd name="T56" fmla="*/ 117 w 484"/>
                <a:gd name="T57" fmla="*/ 273 h 493"/>
                <a:gd name="T58" fmla="*/ 122 w 484"/>
                <a:gd name="T59" fmla="*/ 208 h 493"/>
                <a:gd name="T60" fmla="*/ 151 w 484"/>
                <a:gd name="T61" fmla="*/ 152 h 493"/>
                <a:gd name="T62" fmla="*/ 188 w 484"/>
                <a:gd name="T63" fmla="*/ 126 h 493"/>
                <a:gd name="T64" fmla="*/ 242 w 484"/>
                <a:gd name="T65" fmla="*/ 118 h 493"/>
                <a:gd name="T66" fmla="*/ 316 w 484"/>
                <a:gd name="T67" fmla="*/ 138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4" h="493">
                  <a:moveTo>
                    <a:pt x="181" y="8"/>
                  </a:moveTo>
                  <a:lnTo>
                    <a:pt x="154" y="17"/>
                  </a:lnTo>
                  <a:lnTo>
                    <a:pt x="110" y="37"/>
                  </a:lnTo>
                  <a:lnTo>
                    <a:pt x="75" y="63"/>
                  </a:lnTo>
                  <a:lnTo>
                    <a:pt x="46" y="96"/>
                  </a:lnTo>
                  <a:lnTo>
                    <a:pt x="33" y="118"/>
                  </a:lnTo>
                  <a:lnTo>
                    <a:pt x="24" y="133"/>
                  </a:lnTo>
                  <a:lnTo>
                    <a:pt x="10" y="169"/>
                  </a:lnTo>
                  <a:lnTo>
                    <a:pt x="2" y="207"/>
                  </a:lnTo>
                  <a:lnTo>
                    <a:pt x="0" y="247"/>
                  </a:lnTo>
                  <a:lnTo>
                    <a:pt x="2" y="287"/>
                  </a:lnTo>
                  <a:lnTo>
                    <a:pt x="10" y="325"/>
                  </a:lnTo>
                  <a:lnTo>
                    <a:pt x="23" y="360"/>
                  </a:lnTo>
                  <a:lnTo>
                    <a:pt x="40" y="390"/>
                  </a:lnTo>
                  <a:lnTo>
                    <a:pt x="51" y="403"/>
                  </a:lnTo>
                  <a:lnTo>
                    <a:pt x="74" y="426"/>
                  </a:lnTo>
                  <a:lnTo>
                    <a:pt x="123" y="461"/>
                  </a:lnTo>
                  <a:lnTo>
                    <a:pt x="176" y="483"/>
                  </a:lnTo>
                  <a:lnTo>
                    <a:pt x="230" y="493"/>
                  </a:lnTo>
                  <a:lnTo>
                    <a:pt x="284" y="489"/>
                  </a:lnTo>
                  <a:lnTo>
                    <a:pt x="337" y="472"/>
                  </a:lnTo>
                  <a:lnTo>
                    <a:pt x="386" y="442"/>
                  </a:lnTo>
                  <a:lnTo>
                    <a:pt x="432" y="400"/>
                  </a:lnTo>
                  <a:lnTo>
                    <a:pt x="453" y="374"/>
                  </a:lnTo>
                  <a:lnTo>
                    <a:pt x="460" y="363"/>
                  </a:lnTo>
                  <a:lnTo>
                    <a:pt x="472" y="337"/>
                  </a:lnTo>
                  <a:lnTo>
                    <a:pt x="483" y="290"/>
                  </a:lnTo>
                  <a:lnTo>
                    <a:pt x="484" y="220"/>
                  </a:lnTo>
                  <a:lnTo>
                    <a:pt x="473" y="170"/>
                  </a:lnTo>
                  <a:lnTo>
                    <a:pt x="462" y="140"/>
                  </a:lnTo>
                  <a:lnTo>
                    <a:pt x="454" y="126"/>
                  </a:lnTo>
                  <a:lnTo>
                    <a:pt x="444" y="109"/>
                  </a:lnTo>
                  <a:lnTo>
                    <a:pt x="418" y="78"/>
                  </a:lnTo>
                  <a:lnTo>
                    <a:pt x="386" y="52"/>
                  </a:lnTo>
                  <a:lnTo>
                    <a:pt x="351" y="30"/>
                  </a:lnTo>
                  <a:lnTo>
                    <a:pt x="314" y="14"/>
                  </a:lnTo>
                  <a:lnTo>
                    <a:pt x="275" y="4"/>
                  </a:lnTo>
                  <a:lnTo>
                    <a:pt x="236" y="0"/>
                  </a:lnTo>
                  <a:lnTo>
                    <a:pt x="199" y="3"/>
                  </a:lnTo>
                  <a:lnTo>
                    <a:pt x="181" y="8"/>
                  </a:lnTo>
                  <a:close/>
                  <a:moveTo>
                    <a:pt x="329" y="148"/>
                  </a:moveTo>
                  <a:lnTo>
                    <a:pt x="340" y="158"/>
                  </a:lnTo>
                  <a:lnTo>
                    <a:pt x="357" y="183"/>
                  </a:lnTo>
                  <a:lnTo>
                    <a:pt x="367" y="212"/>
                  </a:lnTo>
                  <a:lnTo>
                    <a:pt x="371" y="243"/>
                  </a:lnTo>
                  <a:lnTo>
                    <a:pt x="369" y="275"/>
                  </a:lnTo>
                  <a:lnTo>
                    <a:pt x="361" y="305"/>
                  </a:lnTo>
                  <a:lnTo>
                    <a:pt x="347" y="331"/>
                  </a:lnTo>
                  <a:lnTo>
                    <a:pt x="328" y="352"/>
                  </a:lnTo>
                  <a:lnTo>
                    <a:pt x="316" y="359"/>
                  </a:lnTo>
                  <a:lnTo>
                    <a:pt x="296" y="368"/>
                  </a:lnTo>
                  <a:lnTo>
                    <a:pt x="250" y="376"/>
                  </a:lnTo>
                  <a:lnTo>
                    <a:pt x="204" y="371"/>
                  </a:lnTo>
                  <a:lnTo>
                    <a:pt x="164" y="355"/>
                  </a:lnTo>
                  <a:lnTo>
                    <a:pt x="149" y="343"/>
                  </a:lnTo>
                  <a:lnTo>
                    <a:pt x="139" y="331"/>
                  </a:lnTo>
                  <a:lnTo>
                    <a:pt x="124" y="304"/>
                  </a:lnTo>
                  <a:lnTo>
                    <a:pt x="117" y="273"/>
                  </a:lnTo>
                  <a:lnTo>
                    <a:pt x="116" y="240"/>
                  </a:lnTo>
                  <a:lnTo>
                    <a:pt x="122" y="208"/>
                  </a:lnTo>
                  <a:lnTo>
                    <a:pt x="134" y="178"/>
                  </a:lnTo>
                  <a:lnTo>
                    <a:pt x="151" y="152"/>
                  </a:lnTo>
                  <a:lnTo>
                    <a:pt x="174" y="132"/>
                  </a:lnTo>
                  <a:lnTo>
                    <a:pt x="188" y="126"/>
                  </a:lnTo>
                  <a:lnTo>
                    <a:pt x="204" y="121"/>
                  </a:lnTo>
                  <a:lnTo>
                    <a:pt x="242" y="118"/>
                  </a:lnTo>
                  <a:lnTo>
                    <a:pt x="281" y="124"/>
                  </a:lnTo>
                  <a:lnTo>
                    <a:pt x="316" y="138"/>
                  </a:lnTo>
                  <a:lnTo>
                    <a:pt x="329" y="1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83">
              <a:extLst>
                <a:ext uri="{FF2B5EF4-FFF2-40B4-BE49-F238E27FC236}">
                  <a16:creationId xmlns:a16="http://schemas.microsoft.com/office/drawing/2014/main" id="{69589FE3-8587-5D7D-BDAB-74A0612B2973}"/>
                </a:ext>
              </a:extLst>
            </p:cNvPr>
            <p:cNvSpPr>
              <a:spLocks noEditPoints="1"/>
            </p:cNvSpPr>
            <p:nvPr/>
          </p:nvSpPr>
          <p:spPr bwMode="auto">
            <a:xfrm>
              <a:off x="10326688" y="3806825"/>
              <a:ext cx="419100" cy="417513"/>
            </a:xfrm>
            <a:custGeom>
              <a:avLst/>
              <a:gdLst>
                <a:gd name="T0" fmla="*/ 810 w 1109"/>
                <a:gd name="T1" fmla="*/ 35 h 1104"/>
                <a:gd name="T2" fmla="*/ 550 w 1109"/>
                <a:gd name="T3" fmla="*/ 279 h 1104"/>
                <a:gd name="T4" fmla="*/ 293 w 1109"/>
                <a:gd name="T5" fmla="*/ 36 h 1104"/>
                <a:gd name="T6" fmla="*/ 225 w 1109"/>
                <a:gd name="T7" fmla="*/ 7 h 1104"/>
                <a:gd name="T8" fmla="*/ 123 w 1109"/>
                <a:gd name="T9" fmla="*/ 19 h 1104"/>
                <a:gd name="T10" fmla="*/ 37 w 1109"/>
                <a:gd name="T11" fmla="*/ 77 h 1104"/>
                <a:gd name="T12" fmla="*/ 2 w 1109"/>
                <a:gd name="T13" fmla="*/ 169 h 1104"/>
                <a:gd name="T14" fmla="*/ 8 w 1109"/>
                <a:gd name="T15" fmla="*/ 262 h 1104"/>
                <a:gd name="T16" fmla="*/ 125 w 1109"/>
                <a:gd name="T17" fmla="*/ 404 h 1104"/>
                <a:gd name="T18" fmla="*/ 249 w 1109"/>
                <a:gd name="T19" fmla="*/ 550 h 1104"/>
                <a:gd name="T20" fmla="*/ 229 w 1109"/>
                <a:gd name="T21" fmla="*/ 589 h 1104"/>
                <a:gd name="T22" fmla="*/ 84 w 1109"/>
                <a:gd name="T23" fmla="*/ 748 h 1104"/>
                <a:gd name="T24" fmla="*/ 0 w 1109"/>
                <a:gd name="T25" fmla="*/ 886 h 1104"/>
                <a:gd name="T26" fmla="*/ 5 w 1109"/>
                <a:gd name="T27" fmla="*/ 972 h 1104"/>
                <a:gd name="T28" fmla="*/ 57 w 1109"/>
                <a:gd name="T29" fmla="*/ 1047 h 1104"/>
                <a:gd name="T30" fmla="*/ 132 w 1109"/>
                <a:gd name="T31" fmla="*/ 1099 h 1104"/>
                <a:gd name="T32" fmla="*/ 219 w 1109"/>
                <a:gd name="T33" fmla="*/ 1104 h 1104"/>
                <a:gd name="T34" fmla="*/ 364 w 1109"/>
                <a:gd name="T35" fmla="*/ 1013 h 1104"/>
                <a:gd name="T36" fmla="*/ 690 w 1109"/>
                <a:gd name="T37" fmla="*/ 967 h 1104"/>
                <a:gd name="T38" fmla="*/ 841 w 1109"/>
                <a:gd name="T39" fmla="*/ 1096 h 1104"/>
                <a:gd name="T40" fmla="*/ 922 w 1109"/>
                <a:gd name="T41" fmla="*/ 1104 h 1104"/>
                <a:gd name="T42" fmla="*/ 1014 w 1109"/>
                <a:gd name="T43" fmla="*/ 1075 h 1104"/>
                <a:gd name="T44" fmla="*/ 1080 w 1109"/>
                <a:gd name="T45" fmla="*/ 1009 h 1104"/>
                <a:gd name="T46" fmla="*/ 1105 w 1109"/>
                <a:gd name="T47" fmla="*/ 949 h 1104"/>
                <a:gd name="T48" fmla="*/ 1098 w 1109"/>
                <a:gd name="T49" fmla="*/ 860 h 1104"/>
                <a:gd name="T50" fmla="*/ 960 w 1109"/>
                <a:gd name="T51" fmla="*/ 687 h 1104"/>
                <a:gd name="T52" fmla="*/ 850 w 1109"/>
                <a:gd name="T53" fmla="*/ 562 h 1104"/>
                <a:gd name="T54" fmla="*/ 967 w 1109"/>
                <a:gd name="T55" fmla="*/ 419 h 1104"/>
                <a:gd name="T56" fmla="*/ 1100 w 1109"/>
                <a:gd name="T57" fmla="*/ 241 h 1104"/>
                <a:gd name="T58" fmla="*/ 1105 w 1109"/>
                <a:gd name="T59" fmla="*/ 160 h 1104"/>
                <a:gd name="T60" fmla="*/ 1074 w 1109"/>
                <a:gd name="T61" fmla="*/ 92 h 1104"/>
                <a:gd name="T62" fmla="*/ 987 w 1109"/>
                <a:gd name="T63" fmla="*/ 18 h 1104"/>
                <a:gd name="T64" fmla="*/ 879 w 1109"/>
                <a:gd name="T65" fmla="*/ 1 h 1104"/>
                <a:gd name="T66" fmla="*/ 439 w 1109"/>
                <a:gd name="T67" fmla="*/ 330 h 1104"/>
                <a:gd name="T68" fmla="*/ 550 w 1109"/>
                <a:gd name="T69" fmla="*/ 421 h 1104"/>
                <a:gd name="T70" fmla="*/ 662 w 1109"/>
                <a:gd name="T71" fmla="*/ 330 h 1104"/>
                <a:gd name="T72" fmla="*/ 856 w 1109"/>
                <a:gd name="T73" fmla="*/ 153 h 1104"/>
                <a:gd name="T74" fmla="*/ 939 w 1109"/>
                <a:gd name="T75" fmla="*/ 124 h 1104"/>
                <a:gd name="T76" fmla="*/ 972 w 1109"/>
                <a:gd name="T77" fmla="*/ 150 h 1104"/>
                <a:gd name="T78" fmla="*/ 981 w 1109"/>
                <a:gd name="T79" fmla="*/ 216 h 1104"/>
                <a:gd name="T80" fmla="*/ 887 w 1109"/>
                <a:gd name="T81" fmla="*/ 342 h 1104"/>
                <a:gd name="T82" fmla="*/ 692 w 1109"/>
                <a:gd name="T83" fmla="*/ 546 h 1104"/>
                <a:gd name="T84" fmla="*/ 775 w 1109"/>
                <a:gd name="T85" fmla="*/ 667 h 1104"/>
                <a:gd name="T86" fmla="*/ 946 w 1109"/>
                <a:gd name="T87" fmla="*/ 851 h 1104"/>
                <a:gd name="T88" fmla="*/ 980 w 1109"/>
                <a:gd name="T89" fmla="*/ 936 h 1104"/>
                <a:gd name="T90" fmla="*/ 939 w 1109"/>
                <a:gd name="T91" fmla="*/ 982 h 1104"/>
                <a:gd name="T92" fmla="*/ 892 w 1109"/>
                <a:gd name="T93" fmla="*/ 988 h 1104"/>
                <a:gd name="T94" fmla="*/ 735 w 1109"/>
                <a:gd name="T95" fmla="*/ 847 h 1104"/>
                <a:gd name="T96" fmla="*/ 557 w 1109"/>
                <a:gd name="T97" fmla="*/ 687 h 1104"/>
                <a:gd name="T98" fmla="*/ 390 w 1109"/>
                <a:gd name="T99" fmla="*/ 837 h 1104"/>
                <a:gd name="T100" fmla="*/ 210 w 1109"/>
                <a:gd name="T101" fmla="*/ 984 h 1104"/>
                <a:gd name="T102" fmla="*/ 146 w 1109"/>
                <a:gd name="T103" fmla="*/ 976 h 1104"/>
                <a:gd name="T104" fmla="*/ 120 w 1109"/>
                <a:gd name="T105" fmla="*/ 942 h 1104"/>
                <a:gd name="T106" fmla="*/ 148 w 1109"/>
                <a:gd name="T107" fmla="*/ 859 h 1104"/>
                <a:gd name="T108" fmla="*/ 327 w 1109"/>
                <a:gd name="T109" fmla="*/ 668 h 1104"/>
                <a:gd name="T110" fmla="*/ 417 w 1109"/>
                <a:gd name="T111" fmla="*/ 554 h 1104"/>
                <a:gd name="T112" fmla="*/ 327 w 1109"/>
                <a:gd name="T113" fmla="*/ 440 h 1104"/>
                <a:gd name="T114" fmla="*/ 148 w 1109"/>
                <a:gd name="T115" fmla="*/ 249 h 1104"/>
                <a:gd name="T116" fmla="*/ 120 w 1109"/>
                <a:gd name="T117" fmla="*/ 166 h 1104"/>
                <a:gd name="T118" fmla="*/ 145 w 1109"/>
                <a:gd name="T119" fmla="*/ 133 h 1104"/>
                <a:gd name="T120" fmla="*/ 203 w 1109"/>
                <a:gd name="T121" fmla="*/ 129 h 1104"/>
                <a:gd name="T122" fmla="*/ 377 w 1109"/>
                <a:gd name="T123" fmla="*/ 271 h 1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09" h="1104">
                  <a:moveTo>
                    <a:pt x="860" y="6"/>
                  </a:moveTo>
                  <a:lnTo>
                    <a:pt x="848" y="11"/>
                  </a:lnTo>
                  <a:lnTo>
                    <a:pt x="810" y="35"/>
                  </a:lnTo>
                  <a:lnTo>
                    <a:pt x="735" y="96"/>
                  </a:lnTo>
                  <a:lnTo>
                    <a:pt x="680" y="149"/>
                  </a:lnTo>
                  <a:lnTo>
                    <a:pt x="550" y="279"/>
                  </a:lnTo>
                  <a:lnTo>
                    <a:pt x="430" y="159"/>
                  </a:lnTo>
                  <a:lnTo>
                    <a:pt x="380" y="111"/>
                  </a:lnTo>
                  <a:lnTo>
                    <a:pt x="293" y="36"/>
                  </a:lnTo>
                  <a:lnTo>
                    <a:pt x="272" y="22"/>
                  </a:lnTo>
                  <a:lnTo>
                    <a:pt x="257" y="15"/>
                  </a:lnTo>
                  <a:lnTo>
                    <a:pt x="225" y="7"/>
                  </a:lnTo>
                  <a:lnTo>
                    <a:pt x="192" y="5"/>
                  </a:lnTo>
                  <a:lnTo>
                    <a:pt x="157" y="9"/>
                  </a:lnTo>
                  <a:lnTo>
                    <a:pt x="123" y="19"/>
                  </a:lnTo>
                  <a:lnTo>
                    <a:pt x="91" y="33"/>
                  </a:lnTo>
                  <a:lnTo>
                    <a:pt x="62" y="53"/>
                  </a:lnTo>
                  <a:lnTo>
                    <a:pt x="37" y="77"/>
                  </a:lnTo>
                  <a:lnTo>
                    <a:pt x="27" y="91"/>
                  </a:lnTo>
                  <a:lnTo>
                    <a:pt x="16" y="109"/>
                  </a:lnTo>
                  <a:lnTo>
                    <a:pt x="2" y="169"/>
                  </a:lnTo>
                  <a:lnTo>
                    <a:pt x="0" y="201"/>
                  </a:lnTo>
                  <a:lnTo>
                    <a:pt x="1" y="224"/>
                  </a:lnTo>
                  <a:lnTo>
                    <a:pt x="8" y="262"/>
                  </a:lnTo>
                  <a:lnTo>
                    <a:pt x="33" y="303"/>
                  </a:lnTo>
                  <a:lnTo>
                    <a:pt x="85" y="362"/>
                  </a:lnTo>
                  <a:lnTo>
                    <a:pt x="125" y="404"/>
                  </a:lnTo>
                  <a:lnTo>
                    <a:pt x="175" y="457"/>
                  </a:lnTo>
                  <a:lnTo>
                    <a:pt x="229" y="522"/>
                  </a:lnTo>
                  <a:lnTo>
                    <a:pt x="249" y="550"/>
                  </a:lnTo>
                  <a:lnTo>
                    <a:pt x="250" y="556"/>
                  </a:lnTo>
                  <a:lnTo>
                    <a:pt x="249" y="562"/>
                  </a:lnTo>
                  <a:lnTo>
                    <a:pt x="229" y="589"/>
                  </a:lnTo>
                  <a:lnTo>
                    <a:pt x="175" y="653"/>
                  </a:lnTo>
                  <a:lnTo>
                    <a:pt x="125" y="706"/>
                  </a:lnTo>
                  <a:lnTo>
                    <a:pt x="84" y="748"/>
                  </a:lnTo>
                  <a:lnTo>
                    <a:pt x="32" y="805"/>
                  </a:lnTo>
                  <a:lnTo>
                    <a:pt x="8" y="846"/>
                  </a:lnTo>
                  <a:lnTo>
                    <a:pt x="0" y="886"/>
                  </a:lnTo>
                  <a:lnTo>
                    <a:pt x="0" y="912"/>
                  </a:lnTo>
                  <a:lnTo>
                    <a:pt x="1" y="936"/>
                  </a:lnTo>
                  <a:lnTo>
                    <a:pt x="5" y="972"/>
                  </a:lnTo>
                  <a:lnTo>
                    <a:pt x="17" y="1001"/>
                  </a:lnTo>
                  <a:lnTo>
                    <a:pt x="40" y="1030"/>
                  </a:lnTo>
                  <a:lnTo>
                    <a:pt x="57" y="1047"/>
                  </a:lnTo>
                  <a:lnTo>
                    <a:pt x="74" y="1064"/>
                  </a:lnTo>
                  <a:lnTo>
                    <a:pt x="103" y="1087"/>
                  </a:lnTo>
                  <a:lnTo>
                    <a:pt x="132" y="1099"/>
                  </a:lnTo>
                  <a:lnTo>
                    <a:pt x="168" y="1104"/>
                  </a:lnTo>
                  <a:lnTo>
                    <a:pt x="192" y="1104"/>
                  </a:lnTo>
                  <a:lnTo>
                    <a:pt x="219" y="1104"/>
                  </a:lnTo>
                  <a:lnTo>
                    <a:pt x="259" y="1096"/>
                  </a:lnTo>
                  <a:lnTo>
                    <a:pt x="301" y="1070"/>
                  </a:lnTo>
                  <a:lnTo>
                    <a:pt x="364" y="1013"/>
                  </a:lnTo>
                  <a:lnTo>
                    <a:pt x="410" y="967"/>
                  </a:lnTo>
                  <a:lnTo>
                    <a:pt x="550" y="831"/>
                  </a:lnTo>
                  <a:lnTo>
                    <a:pt x="690" y="967"/>
                  </a:lnTo>
                  <a:lnTo>
                    <a:pt x="736" y="1012"/>
                  </a:lnTo>
                  <a:lnTo>
                    <a:pt x="799" y="1069"/>
                  </a:lnTo>
                  <a:lnTo>
                    <a:pt x="841" y="1096"/>
                  </a:lnTo>
                  <a:lnTo>
                    <a:pt x="880" y="1104"/>
                  </a:lnTo>
                  <a:lnTo>
                    <a:pt x="905" y="1104"/>
                  </a:lnTo>
                  <a:lnTo>
                    <a:pt x="922" y="1104"/>
                  </a:lnTo>
                  <a:lnTo>
                    <a:pt x="955" y="1099"/>
                  </a:lnTo>
                  <a:lnTo>
                    <a:pt x="986" y="1089"/>
                  </a:lnTo>
                  <a:lnTo>
                    <a:pt x="1014" y="1075"/>
                  </a:lnTo>
                  <a:lnTo>
                    <a:pt x="1039" y="1056"/>
                  </a:lnTo>
                  <a:lnTo>
                    <a:pt x="1061" y="1034"/>
                  </a:lnTo>
                  <a:lnTo>
                    <a:pt x="1080" y="1009"/>
                  </a:lnTo>
                  <a:lnTo>
                    <a:pt x="1095" y="980"/>
                  </a:lnTo>
                  <a:lnTo>
                    <a:pt x="1100" y="964"/>
                  </a:lnTo>
                  <a:lnTo>
                    <a:pt x="1105" y="949"/>
                  </a:lnTo>
                  <a:lnTo>
                    <a:pt x="1109" y="919"/>
                  </a:lnTo>
                  <a:lnTo>
                    <a:pt x="1107" y="890"/>
                  </a:lnTo>
                  <a:lnTo>
                    <a:pt x="1098" y="860"/>
                  </a:lnTo>
                  <a:lnTo>
                    <a:pt x="1072" y="812"/>
                  </a:lnTo>
                  <a:lnTo>
                    <a:pt x="1007" y="735"/>
                  </a:lnTo>
                  <a:lnTo>
                    <a:pt x="960" y="687"/>
                  </a:lnTo>
                  <a:lnTo>
                    <a:pt x="917" y="644"/>
                  </a:lnTo>
                  <a:lnTo>
                    <a:pt x="857" y="576"/>
                  </a:lnTo>
                  <a:lnTo>
                    <a:pt x="850" y="562"/>
                  </a:lnTo>
                  <a:lnTo>
                    <a:pt x="857" y="549"/>
                  </a:lnTo>
                  <a:lnTo>
                    <a:pt x="920" y="471"/>
                  </a:lnTo>
                  <a:lnTo>
                    <a:pt x="967" y="419"/>
                  </a:lnTo>
                  <a:lnTo>
                    <a:pt x="1014" y="367"/>
                  </a:lnTo>
                  <a:lnTo>
                    <a:pt x="1076" y="287"/>
                  </a:lnTo>
                  <a:lnTo>
                    <a:pt x="1100" y="241"/>
                  </a:lnTo>
                  <a:lnTo>
                    <a:pt x="1108" y="213"/>
                  </a:lnTo>
                  <a:lnTo>
                    <a:pt x="1109" y="187"/>
                  </a:lnTo>
                  <a:lnTo>
                    <a:pt x="1105" y="160"/>
                  </a:lnTo>
                  <a:lnTo>
                    <a:pt x="1100" y="146"/>
                  </a:lnTo>
                  <a:lnTo>
                    <a:pt x="1093" y="127"/>
                  </a:lnTo>
                  <a:lnTo>
                    <a:pt x="1074" y="92"/>
                  </a:lnTo>
                  <a:lnTo>
                    <a:pt x="1050" y="62"/>
                  </a:lnTo>
                  <a:lnTo>
                    <a:pt x="1020" y="37"/>
                  </a:lnTo>
                  <a:lnTo>
                    <a:pt x="987" y="18"/>
                  </a:lnTo>
                  <a:lnTo>
                    <a:pt x="952" y="5"/>
                  </a:lnTo>
                  <a:lnTo>
                    <a:pt x="916" y="0"/>
                  </a:lnTo>
                  <a:lnTo>
                    <a:pt x="879" y="1"/>
                  </a:lnTo>
                  <a:lnTo>
                    <a:pt x="860" y="6"/>
                  </a:lnTo>
                  <a:close/>
                  <a:moveTo>
                    <a:pt x="377" y="271"/>
                  </a:moveTo>
                  <a:lnTo>
                    <a:pt x="439" y="330"/>
                  </a:lnTo>
                  <a:lnTo>
                    <a:pt x="513" y="395"/>
                  </a:lnTo>
                  <a:lnTo>
                    <a:pt x="544" y="419"/>
                  </a:lnTo>
                  <a:lnTo>
                    <a:pt x="550" y="421"/>
                  </a:lnTo>
                  <a:lnTo>
                    <a:pt x="557" y="419"/>
                  </a:lnTo>
                  <a:lnTo>
                    <a:pt x="588" y="395"/>
                  </a:lnTo>
                  <a:lnTo>
                    <a:pt x="662" y="330"/>
                  </a:lnTo>
                  <a:lnTo>
                    <a:pt x="724" y="271"/>
                  </a:lnTo>
                  <a:lnTo>
                    <a:pt x="777" y="219"/>
                  </a:lnTo>
                  <a:lnTo>
                    <a:pt x="856" y="153"/>
                  </a:lnTo>
                  <a:lnTo>
                    <a:pt x="897" y="129"/>
                  </a:lnTo>
                  <a:lnTo>
                    <a:pt x="920" y="122"/>
                  </a:lnTo>
                  <a:lnTo>
                    <a:pt x="939" y="124"/>
                  </a:lnTo>
                  <a:lnTo>
                    <a:pt x="956" y="133"/>
                  </a:lnTo>
                  <a:lnTo>
                    <a:pt x="964" y="141"/>
                  </a:lnTo>
                  <a:lnTo>
                    <a:pt x="972" y="150"/>
                  </a:lnTo>
                  <a:lnTo>
                    <a:pt x="984" y="170"/>
                  </a:lnTo>
                  <a:lnTo>
                    <a:pt x="987" y="191"/>
                  </a:lnTo>
                  <a:lnTo>
                    <a:pt x="981" y="216"/>
                  </a:lnTo>
                  <a:lnTo>
                    <a:pt x="966" y="245"/>
                  </a:lnTo>
                  <a:lnTo>
                    <a:pt x="942" y="279"/>
                  </a:lnTo>
                  <a:lnTo>
                    <a:pt x="887" y="342"/>
                  </a:lnTo>
                  <a:lnTo>
                    <a:pt x="834" y="396"/>
                  </a:lnTo>
                  <a:lnTo>
                    <a:pt x="774" y="456"/>
                  </a:lnTo>
                  <a:lnTo>
                    <a:pt x="692" y="546"/>
                  </a:lnTo>
                  <a:lnTo>
                    <a:pt x="684" y="561"/>
                  </a:lnTo>
                  <a:lnTo>
                    <a:pt x="692" y="575"/>
                  </a:lnTo>
                  <a:lnTo>
                    <a:pt x="775" y="667"/>
                  </a:lnTo>
                  <a:lnTo>
                    <a:pt x="835" y="729"/>
                  </a:lnTo>
                  <a:lnTo>
                    <a:pt x="891" y="787"/>
                  </a:lnTo>
                  <a:lnTo>
                    <a:pt x="946" y="851"/>
                  </a:lnTo>
                  <a:lnTo>
                    <a:pt x="969" y="885"/>
                  </a:lnTo>
                  <a:lnTo>
                    <a:pt x="980" y="913"/>
                  </a:lnTo>
                  <a:lnTo>
                    <a:pt x="980" y="936"/>
                  </a:lnTo>
                  <a:lnTo>
                    <a:pt x="971" y="955"/>
                  </a:lnTo>
                  <a:lnTo>
                    <a:pt x="952" y="973"/>
                  </a:lnTo>
                  <a:lnTo>
                    <a:pt x="939" y="982"/>
                  </a:lnTo>
                  <a:lnTo>
                    <a:pt x="926" y="991"/>
                  </a:lnTo>
                  <a:lnTo>
                    <a:pt x="907" y="993"/>
                  </a:lnTo>
                  <a:lnTo>
                    <a:pt x="892" y="988"/>
                  </a:lnTo>
                  <a:lnTo>
                    <a:pt x="861" y="966"/>
                  </a:lnTo>
                  <a:lnTo>
                    <a:pt x="790" y="900"/>
                  </a:lnTo>
                  <a:lnTo>
                    <a:pt x="735" y="847"/>
                  </a:lnTo>
                  <a:lnTo>
                    <a:pt x="669" y="783"/>
                  </a:lnTo>
                  <a:lnTo>
                    <a:pt x="571" y="696"/>
                  </a:lnTo>
                  <a:lnTo>
                    <a:pt x="557" y="687"/>
                  </a:lnTo>
                  <a:lnTo>
                    <a:pt x="543" y="696"/>
                  </a:lnTo>
                  <a:lnTo>
                    <a:pt x="453" y="777"/>
                  </a:lnTo>
                  <a:lnTo>
                    <a:pt x="390" y="837"/>
                  </a:lnTo>
                  <a:lnTo>
                    <a:pt x="336" y="890"/>
                  </a:lnTo>
                  <a:lnTo>
                    <a:pt x="255" y="960"/>
                  </a:lnTo>
                  <a:lnTo>
                    <a:pt x="210" y="984"/>
                  </a:lnTo>
                  <a:lnTo>
                    <a:pt x="186" y="990"/>
                  </a:lnTo>
                  <a:lnTo>
                    <a:pt x="165" y="987"/>
                  </a:lnTo>
                  <a:lnTo>
                    <a:pt x="146" y="976"/>
                  </a:lnTo>
                  <a:lnTo>
                    <a:pt x="137" y="967"/>
                  </a:lnTo>
                  <a:lnTo>
                    <a:pt x="129" y="959"/>
                  </a:lnTo>
                  <a:lnTo>
                    <a:pt x="120" y="942"/>
                  </a:lnTo>
                  <a:lnTo>
                    <a:pt x="118" y="923"/>
                  </a:lnTo>
                  <a:lnTo>
                    <a:pt x="124" y="900"/>
                  </a:lnTo>
                  <a:lnTo>
                    <a:pt x="148" y="859"/>
                  </a:lnTo>
                  <a:lnTo>
                    <a:pt x="215" y="781"/>
                  </a:lnTo>
                  <a:lnTo>
                    <a:pt x="267" y="729"/>
                  </a:lnTo>
                  <a:lnTo>
                    <a:pt x="327" y="668"/>
                  </a:lnTo>
                  <a:lnTo>
                    <a:pt x="392" y="593"/>
                  </a:lnTo>
                  <a:lnTo>
                    <a:pt x="415" y="561"/>
                  </a:lnTo>
                  <a:lnTo>
                    <a:pt x="417" y="554"/>
                  </a:lnTo>
                  <a:lnTo>
                    <a:pt x="415" y="547"/>
                  </a:lnTo>
                  <a:lnTo>
                    <a:pt x="392" y="515"/>
                  </a:lnTo>
                  <a:lnTo>
                    <a:pt x="327" y="440"/>
                  </a:lnTo>
                  <a:lnTo>
                    <a:pt x="267" y="379"/>
                  </a:lnTo>
                  <a:lnTo>
                    <a:pt x="215" y="327"/>
                  </a:lnTo>
                  <a:lnTo>
                    <a:pt x="148" y="249"/>
                  </a:lnTo>
                  <a:lnTo>
                    <a:pt x="124" y="208"/>
                  </a:lnTo>
                  <a:lnTo>
                    <a:pt x="118" y="185"/>
                  </a:lnTo>
                  <a:lnTo>
                    <a:pt x="120" y="166"/>
                  </a:lnTo>
                  <a:lnTo>
                    <a:pt x="129" y="149"/>
                  </a:lnTo>
                  <a:lnTo>
                    <a:pt x="137" y="141"/>
                  </a:lnTo>
                  <a:lnTo>
                    <a:pt x="145" y="133"/>
                  </a:lnTo>
                  <a:lnTo>
                    <a:pt x="162" y="124"/>
                  </a:lnTo>
                  <a:lnTo>
                    <a:pt x="181" y="122"/>
                  </a:lnTo>
                  <a:lnTo>
                    <a:pt x="203" y="129"/>
                  </a:lnTo>
                  <a:lnTo>
                    <a:pt x="245" y="153"/>
                  </a:lnTo>
                  <a:lnTo>
                    <a:pt x="324" y="219"/>
                  </a:lnTo>
                  <a:lnTo>
                    <a:pt x="377" y="27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84">
              <a:extLst>
                <a:ext uri="{FF2B5EF4-FFF2-40B4-BE49-F238E27FC236}">
                  <a16:creationId xmlns:a16="http://schemas.microsoft.com/office/drawing/2014/main" id="{0F6E93B8-1196-FA30-1BCA-E413D8FA75DC}"/>
                </a:ext>
              </a:extLst>
            </p:cNvPr>
            <p:cNvSpPr>
              <a:spLocks noEditPoints="1"/>
            </p:cNvSpPr>
            <p:nvPr/>
          </p:nvSpPr>
          <p:spPr bwMode="auto">
            <a:xfrm>
              <a:off x="11639550" y="3805238"/>
              <a:ext cx="419100" cy="419100"/>
            </a:xfrm>
            <a:custGeom>
              <a:avLst/>
              <a:gdLst>
                <a:gd name="T0" fmla="*/ 799 w 1113"/>
                <a:gd name="T1" fmla="*/ 48 h 1106"/>
                <a:gd name="T2" fmla="*/ 564 w 1113"/>
                <a:gd name="T3" fmla="*/ 281 h 1106"/>
                <a:gd name="T4" fmla="*/ 306 w 1113"/>
                <a:gd name="T5" fmla="*/ 38 h 1106"/>
                <a:gd name="T6" fmla="*/ 206 w 1113"/>
                <a:gd name="T7" fmla="*/ 6 h 1106"/>
                <a:gd name="T8" fmla="*/ 62 w 1113"/>
                <a:gd name="T9" fmla="*/ 71 h 1106"/>
                <a:gd name="T10" fmla="*/ 0 w 1113"/>
                <a:gd name="T11" fmla="*/ 215 h 1106"/>
                <a:gd name="T12" fmla="*/ 30 w 1113"/>
                <a:gd name="T13" fmla="*/ 292 h 1106"/>
                <a:gd name="T14" fmla="*/ 189 w 1113"/>
                <a:gd name="T15" fmla="*/ 475 h 1106"/>
                <a:gd name="T16" fmla="*/ 256 w 1113"/>
                <a:gd name="T17" fmla="*/ 579 h 1106"/>
                <a:gd name="T18" fmla="*/ 106 w 1113"/>
                <a:gd name="T19" fmla="*/ 730 h 1106"/>
                <a:gd name="T20" fmla="*/ 8 w 1113"/>
                <a:gd name="T21" fmla="*/ 859 h 1106"/>
                <a:gd name="T22" fmla="*/ 4 w 1113"/>
                <a:gd name="T23" fmla="*/ 941 h 1106"/>
                <a:gd name="T24" fmla="*/ 65 w 1113"/>
                <a:gd name="T25" fmla="*/ 1051 h 1106"/>
                <a:gd name="T26" fmla="*/ 186 w 1113"/>
                <a:gd name="T27" fmla="*/ 1105 h 1106"/>
                <a:gd name="T28" fmla="*/ 273 w 1113"/>
                <a:gd name="T29" fmla="*/ 1098 h 1106"/>
                <a:gd name="T30" fmla="*/ 424 w 1113"/>
                <a:gd name="T31" fmla="*/ 969 h 1106"/>
                <a:gd name="T32" fmla="*/ 735 w 1113"/>
                <a:gd name="T33" fmla="*/ 1004 h 1106"/>
                <a:gd name="T34" fmla="*/ 861 w 1113"/>
                <a:gd name="T35" fmla="*/ 1101 h 1106"/>
                <a:gd name="T36" fmla="*/ 949 w 1113"/>
                <a:gd name="T37" fmla="*/ 1106 h 1106"/>
                <a:gd name="T38" fmla="*/ 1039 w 1113"/>
                <a:gd name="T39" fmla="*/ 1066 h 1106"/>
                <a:gd name="T40" fmla="*/ 1096 w 1113"/>
                <a:gd name="T41" fmla="*/ 1003 h 1106"/>
                <a:gd name="T42" fmla="*/ 1113 w 1113"/>
                <a:gd name="T43" fmla="*/ 914 h 1106"/>
                <a:gd name="T44" fmla="*/ 1078 w 1113"/>
                <a:gd name="T45" fmla="*/ 805 h 1106"/>
                <a:gd name="T46" fmla="*/ 839 w 1113"/>
                <a:gd name="T47" fmla="*/ 556 h 1106"/>
                <a:gd name="T48" fmla="*/ 1074 w 1113"/>
                <a:gd name="T49" fmla="*/ 312 h 1106"/>
                <a:gd name="T50" fmla="*/ 1113 w 1113"/>
                <a:gd name="T51" fmla="*/ 216 h 1106"/>
                <a:gd name="T52" fmla="*/ 1077 w 1113"/>
                <a:gd name="T53" fmla="*/ 91 h 1106"/>
                <a:gd name="T54" fmla="*/ 966 w 1113"/>
                <a:gd name="T55" fmla="*/ 7 h 1106"/>
                <a:gd name="T56" fmla="*/ 848 w 1113"/>
                <a:gd name="T57" fmla="*/ 16 h 1106"/>
                <a:gd name="T58" fmla="*/ 525 w 1113"/>
                <a:gd name="T59" fmla="*/ 397 h 1106"/>
                <a:gd name="T60" fmla="*/ 569 w 1113"/>
                <a:gd name="T61" fmla="*/ 421 h 1106"/>
                <a:gd name="T62" fmla="*/ 736 w 1113"/>
                <a:gd name="T63" fmla="*/ 273 h 1106"/>
                <a:gd name="T64" fmla="*/ 891 w 1113"/>
                <a:gd name="T65" fmla="*/ 139 h 1106"/>
                <a:gd name="T66" fmla="*/ 960 w 1113"/>
                <a:gd name="T67" fmla="*/ 131 h 1106"/>
                <a:gd name="T68" fmla="*/ 992 w 1113"/>
                <a:gd name="T69" fmla="*/ 167 h 1106"/>
                <a:gd name="T70" fmla="*/ 991 w 1113"/>
                <a:gd name="T71" fmla="*/ 231 h 1106"/>
                <a:gd name="T72" fmla="*/ 831 w 1113"/>
                <a:gd name="T73" fmla="*/ 414 h 1106"/>
                <a:gd name="T74" fmla="*/ 696 w 1113"/>
                <a:gd name="T75" fmla="*/ 564 h 1106"/>
                <a:gd name="T76" fmla="*/ 846 w 1113"/>
                <a:gd name="T77" fmla="*/ 731 h 1106"/>
                <a:gd name="T78" fmla="*/ 980 w 1113"/>
                <a:gd name="T79" fmla="*/ 886 h 1106"/>
                <a:gd name="T80" fmla="*/ 983 w 1113"/>
                <a:gd name="T81" fmla="*/ 958 h 1106"/>
                <a:gd name="T82" fmla="*/ 937 w 1113"/>
                <a:gd name="T83" fmla="*/ 994 h 1106"/>
                <a:gd name="T84" fmla="*/ 877 w 1113"/>
                <a:gd name="T85" fmla="*/ 973 h 1106"/>
                <a:gd name="T86" fmla="*/ 692 w 1113"/>
                <a:gd name="T87" fmla="*/ 797 h 1106"/>
                <a:gd name="T88" fmla="*/ 556 w 1113"/>
                <a:gd name="T89" fmla="*/ 708 h 1106"/>
                <a:gd name="T90" fmla="*/ 406 w 1113"/>
                <a:gd name="T91" fmla="*/ 836 h 1106"/>
                <a:gd name="T92" fmla="*/ 223 w 1113"/>
                <a:gd name="T93" fmla="*/ 986 h 1106"/>
                <a:gd name="T94" fmla="*/ 158 w 1113"/>
                <a:gd name="T95" fmla="*/ 978 h 1106"/>
                <a:gd name="T96" fmla="*/ 133 w 1113"/>
                <a:gd name="T97" fmla="*/ 945 h 1106"/>
                <a:gd name="T98" fmla="*/ 161 w 1113"/>
                <a:gd name="T99" fmla="*/ 861 h 1106"/>
                <a:gd name="T100" fmla="*/ 340 w 1113"/>
                <a:gd name="T101" fmla="*/ 667 h 1106"/>
                <a:gd name="T102" fmla="*/ 429 w 1113"/>
                <a:gd name="T103" fmla="*/ 556 h 1106"/>
                <a:gd name="T104" fmla="*/ 340 w 1113"/>
                <a:gd name="T105" fmla="*/ 444 h 1106"/>
                <a:gd name="T106" fmla="*/ 160 w 1113"/>
                <a:gd name="T107" fmla="*/ 252 h 1106"/>
                <a:gd name="T108" fmla="*/ 132 w 1113"/>
                <a:gd name="T109" fmla="*/ 168 h 1106"/>
                <a:gd name="T110" fmla="*/ 157 w 1113"/>
                <a:gd name="T111" fmla="*/ 135 h 1106"/>
                <a:gd name="T112" fmla="*/ 216 w 1113"/>
                <a:gd name="T113" fmla="*/ 131 h 1106"/>
                <a:gd name="T114" fmla="*/ 389 w 1113"/>
                <a:gd name="T115" fmla="*/ 273 h 1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113" h="1106">
                  <a:moveTo>
                    <a:pt x="848" y="16"/>
                  </a:moveTo>
                  <a:lnTo>
                    <a:pt x="836" y="22"/>
                  </a:lnTo>
                  <a:lnTo>
                    <a:pt x="799" y="48"/>
                  </a:lnTo>
                  <a:lnTo>
                    <a:pt x="729" y="110"/>
                  </a:lnTo>
                  <a:lnTo>
                    <a:pt x="679" y="159"/>
                  </a:lnTo>
                  <a:lnTo>
                    <a:pt x="564" y="281"/>
                  </a:lnTo>
                  <a:lnTo>
                    <a:pt x="443" y="163"/>
                  </a:lnTo>
                  <a:lnTo>
                    <a:pt x="392" y="113"/>
                  </a:lnTo>
                  <a:lnTo>
                    <a:pt x="306" y="38"/>
                  </a:lnTo>
                  <a:lnTo>
                    <a:pt x="284" y="24"/>
                  </a:lnTo>
                  <a:lnTo>
                    <a:pt x="259" y="13"/>
                  </a:lnTo>
                  <a:lnTo>
                    <a:pt x="206" y="6"/>
                  </a:lnTo>
                  <a:lnTo>
                    <a:pt x="154" y="15"/>
                  </a:lnTo>
                  <a:lnTo>
                    <a:pt x="105" y="37"/>
                  </a:lnTo>
                  <a:lnTo>
                    <a:pt x="62" y="71"/>
                  </a:lnTo>
                  <a:lnTo>
                    <a:pt x="28" y="113"/>
                  </a:lnTo>
                  <a:lnTo>
                    <a:pt x="6" y="162"/>
                  </a:lnTo>
                  <a:lnTo>
                    <a:pt x="0" y="215"/>
                  </a:lnTo>
                  <a:lnTo>
                    <a:pt x="4" y="243"/>
                  </a:lnTo>
                  <a:lnTo>
                    <a:pt x="8" y="255"/>
                  </a:lnTo>
                  <a:lnTo>
                    <a:pt x="30" y="292"/>
                  </a:lnTo>
                  <a:lnTo>
                    <a:pt x="86" y="365"/>
                  </a:lnTo>
                  <a:lnTo>
                    <a:pt x="139" y="423"/>
                  </a:lnTo>
                  <a:lnTo>
                    <a:pt x="189" y="475"/>
                  </a:lnTo>
                  <a:lnTo>
                    <a:pt x="256" y="553"/>
                  </a:lnTo>
                  <a:lnTo>
                    <a:pt x="263" y="566"/>
                  </a:lnTo>
                  <a:lnTo>
                    <a:pt x="256" y="579"/>
                  </a:lnTo>
                  <a:lnTo>
                    <a:pt x="189" y="650"/>
                  </a:lnTo>
                  <a:lnTo>
                    <a:pt x="139" y="698"/>
                  </a:lnTo>
                  <a:lnTo>
                    <a:pt x="106" y="730"/>
                  </a:lnTo>
                  <a:lnTo>
                    <a:pt x="56" y="782"/>
                  </a:lnTo>
                  <a:lnTo>
                    <a:pt x="25" y="823"/>
                  </a:lnTo>
                  <a:lnTo>
                    <a:pt x="8" y="859"/>
                  </a:lnTo>
                  <a:lnTo>
                    <a:pt x="4" y="876"/>
                  </a:lnTo>
                  <a:lnTo>
                    <a:pt x="1" y="898"/>
                  </a:lnTo>
                  <a:lnTo>
                    <a:pt x="4" y="941"/>
                  </a:lnTo>
                  <a:lnTo>
                    <a:pt x="16" y="982"/>
                  </a:lnTo>
                  <a:lnTo>
                    <a:pt x="37" y="1019"/>
                  </a:lnTo>
                  <a:lnTo>
                    <a:pt x="65" y="1051"/>
                  </a:lnTo>
                  <a:lnTo>
                    <a:pt x="100" y="1077"/>
                  </a:lnTo>
                  <a:lnTo>
                    <a:pt x="141" y="1095"/>
                  </a:lnTo>
                  <a:lnTo>
                    <a:pt x="186" y="1105"/>
                  </a:lnTo>
                  <a:lnTo>
                    <a:pt x="209" y="1106"/>
                  </a:lnTo>
                  <a:lnTo>
                    <a:pt x="234" y="1106"/>
                  </a:lnTo>
                  <a:lnTo>
                    <a:pt x="273" y="1098"/>
                  </a:lnTo>
                  <a:lnTo>
                    <a:pt x="315" y="1071"/>
                  </a:lnTo>
                  <a:lnTo>
                    <a:pt x="378" y="1014"/>
                  </a:lnTo>
                  <a:lnTo>
                    <a:pt x="424" y="969"/>
                  </a:lnTo>
                  <a:lnTo>
                    <a:pt x="564" y="833"/>
                  </a:lnTo>
                  <a:lnTo>
                    <a:pt x="684" y="953"/>
                  </a:lnTo>
                  <a:lnTo>
                    <a:pt x="735" y="1004"/>
                  </a:lnTo>
                  <a:lnTo>
                    <a:pt x="804" y="1069"/>
                  </a:lnTo>
                  <a:lnTo>
                    <a:pt x="839" y="1092"/>
                  </a:lnTo>
                  <a:lnTo>
                    <a:pt x="861" y="1101"/>
                  </a:lnTo>
                  <a:lnTo>
                    <a:pt x="897" y="1106"/>
                  </a:lnTo>
                  <a:lnTo>
                    <a:pt x="928" y="1106"/>
                  </a:lnTo>
                  <a:lnTo>
                    <a:pt x="949" y="1106"/>
                  </a:lnTo>
                  <a:lnTo>
                    <a:pt x="983" y="1101"/>
                  </a:lnTo>
                  <a:lnTo>
                    <a:pt x="1011" y="1088"/>
                  </a:lnTo>
                  <a:lnTo>
                    <a:pt x="1039" y="1066"/>
                  </a:lnTo>
                  <a:lnTo>
                    <a:pt x="1056" y="1049"/>
                  </a:lnTo>
                  <a:lnTo>
                    <a:pt x="1073" y="1032"/>
                  </a:lnTo>
                  <a:lnTo>
                    <a:pt x="1096" y="1003"/>
                  </a:lnTo>
                  <a:lnTo>
                    <a:pt x="1108" y="974"/>
                  </a:lnTo>
                  <a:lnTo>
                    <a:pt x="1112" y="938"/>
                  </a:lnTo>
                  <a:lnTo>
                    <a:pt x="1113" y="914"/>
                  </a:lnTo>
                  <a:lnTo>
                    <a:pt x="1113" y="888"/>
                  </a:lnTo>
                  <a:lnTo>
                    <a:pt x="1105" y="847"/>
                  </a:lnTo>
                  <a:lnTo>
                    <a:pt x="1078" y="805"/>
                  </a:lnTo>
                  <a:lnTo>
                    <a:pt x="1021" y="743"/>
                  </a:lnTo>
                  <a:lnTo>
                    <a:pt x="976" y="696"/>
                  </a:lnTo>
                  <a:lnTo>
                    <a:pt x="839" y="556"/>
                  </a:lnTo>
                  <a:lnTo>
                    <a:pt x="976" y="416"/>
                  </a:lnTo>
                  <a:lnTo>
                    <a:pt x="1018" y="373"/>
                  </a:lnTo>
                  <a:lnTo>
                    <a:pt x="1074" y="312"/>
                  </a:lnTo>
                  <a:lnTo>
                    <a:pt x="1102" y="270"/>
                  </a:lnTo>
                  <a:lnTo>
                    <a:pt x="1112" y="235"/>
                  </a:lnTo>
                  <a:lnTo>
                    <a:pt x="1113" y="216"/>
                  </a:lnTo>
                  <a:lnTo>
                    <a:pt x="1112" y="188"/>
                  </a:lnTo>
                  <a:lnTo>
                    <a:pt x="1100" y="136"/>
                  </a:lnTo>
                  <a:lnTo>
                    <a:pt x="1077" y="91"/>
                  </a:lnTo>
                  <a:lnTo>
                    <a:pt x="1047" y="54"/>
                  </a:lnTo>
                  <a:lnTo>
                    <a:pt x="1009" y="25"/>
                  </a:lnTo>
                  <a:lnTo>
                    <a:pt x="966" y="7"/>
                  </a:lnTo>
                  <a:lnTo>
                    <a:pt x="920" y="0"/>
                  </a:lnTo>
                  <a:lnTo>
                    <a:pt x="872" y="7"/>
                  </a:lnTo>
                  <a:lnTo>
                    <a:pt x="848" y="16"/>
                  </a:lnTo>
                  <a:close/>
                  <a:moveTo>
                    <a:pt x="389" y="273"/>
                  </a:moveTo>
                  <a:lnTo>
                    <a:pt x="451" y="332"/>
                  </a:lnTo>
                  <a:lnTo>
                    <a:pt x="525" y="397"/>
                  </a:lnTo>
                  <a:lnTo>
                    <a:pt x="556" y="421"/>
                  </a:lnTo>
                  <a:lnTo>
                    <a:pt x="563" y="423"/>
                  </a:lnTo>
                  <a:lnTo>
                    <a:pt x="569" y="421"/>
                  </a:lnTo>
                  <a:lnTo>
                    <a:pt x="600" y="397"/>
                  </a:lnTo>
                  <a:lnTo>
                    <a:pt x="674" y="332"/>
                  </a:lnTo>
                  <a:lnTo>
                    <a:pt x="736" y="273"/>
                  </a:lnTo>
                  <a:lnTo>
                    <a:pt x="793" y="218"/>
                  </a:lnTo>
                  <a:lnTo>
                    <a:pt x="857" y="163"/>
                  </a:lnTo>
                  <a:lnTo>
                    <a:pt x="891" y="139"/>
                  </a:lnTo>
                  <a:lnTo>
                    <a:pt x="918" y="127"/>
                  </a:lnTo>
                  <a:lnTo>
                    <a:pt x="941" y="124"/>
                  </a:lnTo>
                  <a:lnTo>
                    <a:pt x="960" y="131"/>
                  </a:lnTo>
                  <a:lnTo>
                    <a:pt x="978" y="146"/>
                  </a:lnTo>
                  <a:lnTo>
                    <a:pt x="986" y="158"/>
                  </a:lnTo>
                  <a:lnTo>
                    <a:pt x="992" y="167"/>
                  </a:lnTo>
                  <a:lnTo>
                    <a:pt x="999" y="186"/>
                  </a:lnTo>
                  <a:lnTo>
                    <a:pt x="999" y="207"/>
                  </a:lnTo>
                  <a:lnTo>
                    <a:pt x="991" y="231"/>
                  </a:lnTo>
                  <a:lnTo>
                    <a:pt x="964" y="274"/>
                  </a:lnTo>
                  <a:lnTo>
                    <a:pt x="889" y="357"/>
                  </a:lnTo>
                  <a:lnTo>
                    <a:pt x="831" y="414"/>
                  </a:lnTo>
                  <a:lnTo>
                    <a:pt x="777" y="469"/>
                  </a:lnTo>
                  <a:lnTo>
                    <a:pt x="704" y="550"/>
                  </a:lnTo>
                  <a:lnTo>
                    <a:pt x="696" y="564"/>
                  </a:lnTo>
                  <a:lnTo>
                    <a:pt x="705" y="580"/>
                  </a:lnTo>
                  <a:lnTo>
                    <a:pt x="786" y="671"/>
                  </a:lnTo>
                  <a:lnTo>
                    <a:pt x="846" y="731"/>
                  </a:lnTo>
                  <a:lnTo>
                    <a:pt x="902" y="788"/>
                  </a:lnTo>
                  <a:lnTo>
                    <a:pt x="958" y="852"/>
                  </a:lnTo>
                  <a:lnTo>
                    <a:pt x="980" y="886"/>
                  </a:lnTo>
                  <a:lnTo>
                    <a:pt x="992" y="914"/>
                  </a:lnTo>
                  <a:lnTo>
                    <a:pt x="992" y="937"/>
                  </a:lnTo>
                  <a:lnTo>
                    <a:pt x="983" y="958"/>
                  </a:lnTo>
                  <a:lnTo>
                    <a:pt x="963" y="977"/>
                  </a:lnTo>
                  <a:lnTo>
                    <a:pt x="949" y="986"/>
                  </a:lnTo>
                  <a:lnTo>
                    <a:pt x="937" y="994"/>
                  </a:lnTo>
                  <a:lnTo>
                    <a:pt x="920" y="997"/>
                  </a:lnTo>
                  <a:lnTo>
                    <a:pt x="906" y="992"/>
                  </a:lnTo>
                  <a:lnTo>
                    <a:pt x="877" y="973"/>
                  </a:lnTo>
                  <a:lnTo>
                    <a:pt x="814" y="916"/>
                  </a:lnTo>
                  <a:lnTo>
                    <a:pt x="766" y="869"/>
                  </a:lnTo>
                  <a:lnTo>
                    <a:pt x="692" y="797"/>
                  </a:lnTo>
                  <a:lnTo>
                    <a:pt x="621" y="732"/>
                  </a:lnTo>
                  <a:lnTo>
                    <a:pt x="586" y="711"/>
                  </a:lnTo>
                  <a:lnTo>
                    <a:pt x="556" y="708"/>
                  </a:lnTo>
                  <a:lnTo>
                    <a:pt x="525" y="723"/>
                  </a:lnTo>
                  <a:lnTo>
                    <a:pt x="467" y="776"/>
                  </a:lnTo>
                  <a:lnTo>
                    <a:pt x="406" y="836"/>
                  </a:lnTo>
                  <a:lnTo>
                    <a:pt x="351" y="890"/>
                  </a:lnTo>
                  <a:lnTo>
                    <a:pt x="268" y="961"/>
                  </a:lnTo>
                  <a:lnTo>
                    <a:pt x="223" y="986"/>
                  </a:lnTo>
                  <a:lnTo>
                    <a:pt x="199" y="991"/>
                  </a:lnTo>
                  <a:lnTo>
                    <a:pt x="177" y="989"/>
                  </a:lnTo>
                  <a:lnTo>
                    <a:pt x="158" y="978"/>
                  </a:lnTo>
                  <a:lnTo>
                    <a:pt x="149" y="969"/>
                  </a:lnTo>
                  <a:lnTo>
                    <a:pt x="142" y="961"/>
                  </a:lnTo>
                  <a:lnTo>
                    <a:pt x="133" y="945"/>
                  </a:lnTo>
                  <a:lnTo>
                    <a:pt x="131" y="926"/>
                  </a:lnTo>
                  <a:lnTo>
                    <a:pt x="137" y="903"/>
                  </a:lnTo>
                  <a:lnTo>
                    <a:pt x="161" y="861"/>
                  </a:lnTo>
                  <a:lnTo>
                    <a:pt x="228" y="782"/>
                  </a:lnTo>
                  <a:lnTo>
                    <a:pt x="279" y="729"/>
                  </a:lnTo>
                  <a:lnTo>
                    <a:pt x="340" y="667"/>
                  </a:lnTo>
                  <a:lnTo>
                    <a:pt x="405" y="593"/>
                  </a:lnTo>
                  <a:lnTo>
                    <a:pt x="427" y="562"/>
                  </a:lnTo>
                  <a:lnTo>
                    <a:pt x="429" y="556"/>
                  </a:lnTo>
                  <a:lnTo>
                    <a:pt x="427" y="549"/>
                  </a:lnTo>
                  <a:lnTo>
                    <a:pt x="405" y="518"/>
                  </a:lnTo>
                  <a:lnTo>
                    <a:pt x="340" y="444"/>
                  </a:lnTo>
                  <a:lnTo>
                    <a:pt x="279" y="383"/>
                  </a:lnTo>
                  <a:lnTo>
                    <a:pt x="228" y="330"/>
                  </a:lnTo>
                  <a:lnTo>
                    <a:pt x="160" y="252"/>
                  </a:lnTo>
                  <a:lnTo>
                    <a:pt x="136" y="210"/>
                  </a:lnTo>
                  <a:lnTo>
                    <a:pt x="130" y="188"/>
                  </a:lnTo>
                  <a:lnTo>
                    <a:pt x="132" y="168"/>
                  </a:lnTo>
                  <a:lnTo>
                    <a:pt x="142" y="151"/>
                  </a:lnTo>
                  <a:lnTo>
                    <a:pt x="149" y="143"/>
                  </a:lnTo>
                  <a:lnTo>
                    <a:pt x="157" y="135"/>
                  </a:lnTo>
                  <a:lnTo>
                    <a:pt x="174" y="126"/>
                  </a:lnTo>
                  <a:lnTo>
                    <a:pt x="193" y="124"/>
                  </a:lnTo>
                  <a:lnTo>
                    <a:pt x="216" y="131"/>
                  </a:lnTo>
                  <a:lnTo>
                    <a:pt x="257" y="155"/>
                  </a:lnTo>
                  <a:lnTo>
                    <a:pt x="336" y="221"/>
                  </a:lnTo>
                  <a:lnTo>
                    <a:pt x="389" y="2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0" name="Rounded Rectangle 65">
            <a:extLst>
              <a:ext uri="{FF2B5EF4-FFF2-40B4-BE49-F238E27FC236}">
                <a16:creationId xmlns:a16="http://schemas.microsoft.com/office/drawing/2014/main" id="{E99A50DD-C06B-308B-A45F-65E07F7C9AF7}"/>
              </a:ext>
            </a:extLst>
          </p:cNvPr>
          <p:cNvSpPr/>
          <p:nvPr/>
        </p:nvSpPr>
        <p:spPr>
          <a:xfrm>
            <a:off x="8144256" y="3754672"/>
            <a:ext cx="1554480" cy="27432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21" name="Rectangle 20">
            <a:extLst>
              <a:ext uri="{FF2B5EF4-FFF2-40B4-BE49-F238E27FC236}">
                <a16:creationId xmlns:a16="http://schemas.microsoft.com/office/drawing/2014/main" id="{5A25910E-8B04-E0FC-A3CC-AA840485D51B}"/>
              </a:ext>
            </a:extLst>
          </p:cNvPr>
          <p:cNvSpPr/>
          <p:nvPr/>
        </p:nvSpPr>
        <p:spPr>
          <a:xfrm>
            <a:off x="8144256" y="4966388"/>
            <a:ext cx="1554480" cy="707886"/>
          </a:xfrm>
          <a:prstGeom prst="rect">
            <a:avLst/>
          </a:prstGeom>
        </p:spPr>
        <p:txBody>
          <a:bodyPr wrap="square" anchor="t" anchorCtr="0">
            <a:noAutofit/>
          </a:bodyPr>
          <a:lstStyle/>
          <a:p>
            <a:pPr marL="0" lvl="1" algn="ctr" rtl="1"/>
            <a:r>
              <a:rPr lang="ar-SA" b="1" dirty="0">
                <a:solidFill>
                  <a:schemeClr val="accent1"/>
                </a:solidFill>
                <a:latin typeface="Sakkal Majalla" panose="02000000000000000000" pitchFamily="2" charset="-78"/>
                <a:cs typeface="Sakkal Majalla" panose="02000000000000000000" pitchFamily="2" charset="-78"/>
              </a:rPr>
              <a:t>تعزيز الكفاءة التشغيلية وكفاءة الانفاق</a:t>
            </a:r>
          </a:p>
        </p:txBody>
      </p:sp>
      <p:sp>
        <p:nvSpPr>
          <p:cNvPr id="23" name="TextBox 22">
            <a:extLst>
              <a:ext uri="{FF2B5EF4-FFF2-40B4-BE49-F238E27FC236}">
                <a16:creationId xmlns:a16="http://schemas.microsoft.com/office/drawing/2014/main" id="{7B8F04E1-9E97-1426-6D1D-281F8CA5FDA0}"/>
              </a:ext>
            </a:extLst>
          </p:cNvPr>
          <p:cNvSpPr txBox="1"/>
          <p:nvPr/>
        </p:nvSpPr>
        <p:spPr>
          <a:xfrm>
            <a:off x="8144256" y="3544326"/>
            <a:ext cx="1554480" cy="769441"/>
          </a:xfrm>
          <a:prstGeom prst="rect">
            <a:avLst/>
          </a:prstGeom>
          <a:noFill/>
        </p:spPr>
        <p:txBody>
          <a:bodyPr wrap="square" rtlCol="0">
            <a:spAutoFit/>
          </a:bodyPr>
          <a:lstStyle/>
          <a:p>
            <a:pPr algn="ctr"/>
            <a:r>
              <a:rPr lang="en-US" sz="4400" dirty="0">
                <a:solidFill>
                  <a:schemeClr val="accent1"/>
                </a:solidFill>
                <a:latin typeface="Sakkal Majalla" panose="02000000000000000000" pitchFamily="2" charset="-78"/>
                <a:cs typeface="Sakkal Majalla" panose="02000000000000000000" pitchFamily="2" charset="-78"/>
              </a:rPr>
              <a:t>02</a:t>
            </a:r>
          </a:p>
        </p:txBody>
      </p:sp>
      <p:grpSp>
        <p:nvGrpSpPr>
          <p:cNvPr id="73" name="Group 72">
            <a:extLst>
              <a:ext uri="{FF2B5EF4-FFF2-40B4-BE49-F238E27FC236}">
                <a16:creationId xmlns:a16="http://schemas.microsoft.com/office/drawing/2014/main" id="{E1E374F7-D032-C32E-0971-E2B5EE3A4742}"/>
              </a:ext>
            </a:extLst>
          </p:cNvPr>
          <p:cNvGrpSpPr>
            <a:grpSpLocks noChangeAspect="1"/>
          </p:cNvGrpSpPr>
          <p:nvPr/>
        </p:nvGrpSpPr>
        <p:grpSpPr>
          <a:xfrm>
            <a:off x="8693600" y="4320709"/>
            <a:ext cx="455793" cy="457200"/>
            <a:chOff x="6616700" y="265113"/>
            <a:chExt cx="1543050" cy="1547813"/>
          </a:xfrm>
          <a:solidFill>
            <a:schemeClr val="accent2"/>
          </a:solidFill>
        </p:grpSpPr>
        <p:sp>
          <p:nvSpPr>
            <p:cNvPr id="74" name="Freeform 28">
              <a:extLst>
                <a:ext uri="{FF2B5EF4-FFF2-40B4-BE49-F238E27FC236}">
                  <a16:creationId xmlns:a16="http://schemas.microsoft.com/office/drawing/2014/main" id="{DAF2C90C-7FED-B22E-1EEF-BC6CF7A06B2A}"/>
                </a:ext>
              </a:extLst>
            </p:cNvPr>
            <p:cNvSpPr>
              <a:spLocks noEditPoints="1"/>
            </p:cNvSpPr>
            <p:nvPr/>
          </p:nvSpPr>
          <p:spPr bwMode="auto">
            <a:xfrm>
              <a:off x="6616700" y="265113"/>
              <a:ext cx="1543050" cy="671513"/>
            </a:xfrm>
            <a:custGeom>
              <a:avLst/>
              <a:gdLst>
                <a:gd name="T0" fmla="*/ 1861 w 4134"/>
                <a:gd name="T1" fmla="*/ 94 h 1799"/>
                <a:gd name="T2" fmla="*/ 1790 w 4134"/>
                <a:gd name="T3" fmla="*/ 229 h 1799"/>
                <a:gd name="T4" fmla="*/ 1556 w 4134"/>
                <a:gd name="T5" fmla="*/ 353 h 1799"/>
                <a:gd name="T6" fmla="*/ 1269 w 4134"/>
                <a:gd name="T7" fmla="*/ 390 h 1799"/>
                <a:gd name="T8" fmla="*/ 902 w 4134"/>
                <a:gd name="T9" fmla="*/ 680 h 1799"/>
                <a:gd name="T10" fmla="*/ 603 w 4134"/>
                <a:gd name="T11" fmla="*/ 826 h 1799"/>
                <a:gd name="T12" fmla="*/ 101 w 4134"/>
                <a:gd name="T13" fmla="*/ 840 h 1799"/>
                <a:gd name="T14" fmla="*/ 17 w 4134"/>
                <a:gd name="T15" fmla="*/ 903 h 1799"/>
                <a:gd name="T16" fmla="*/ 1 w 4134"/>
                <a:gd name="T17" fmla="*/ 1370 h 1799"/>
                <a:gd name="T18" fmla="*/ 31 w 4134"/>
                <a:gd name="T19" fmla="*/ 1564 h 1799"/>
                <a:gd name="T20" fmla="*/ 676 w 4134"/>
                <a:gd name="T21" fmla="*/ 1788 h 1799"/>
                <a:gd name="T22" fmla="*/ 1359 w 4134"/>
                <a:gd name="T23" fmla="*/ 1792 h 1799"/>
                <a:gd name="T24" fmla="*/ 1590 w 4134"/>
                <a:gd name="T25" fmla="*/ 1656 h 1799"/>
                <a:gd name="T26" fmla="*/ 1734 w 4134"/>
                <a:gd name="T27" fmla="*/ 1525 h 1799"/>
                <a:gd name="T28" fmla="*/ 1890 w 4134"/>
                <a:gd name="T29" fmla="*/ 1600 h 1799"/>
                <a:gd name="T30" fmla="*/ 2221 w 4134"/>
                <a:gd name="T31" fmla="*/ 1657 h 1799"/>
                <a:gd name="T32" fmla="*/ 3777 w 4134"/>
                <a:gd name="T33" fmla="*/ 1662 h 1799"/>
                <a:gd name="T34" fmla="*/ 3989 w 4134"/>
                <a:gd name="T35" fmla="*/ 1619 h 1799"/>
                <a:gd name="T36" fmla="*/ 4097 w 4134"/>
                <a:gd name="T37" fmla="*/ 1500 h 1799"/>
                <a:gd name="T38" fmla="*/ 4134 w 4134"/>
                <a:gd name="T39" fmla="*/ 1039 h 1799"/>
                <a:gd name="T40" fmla="*/ 4121 w 4134"/>
                <a:gd name="T41" fmla="*/ 220 h 1799"/>
                <a:gd name="T42" fmla="*/ 4026 w 4134"/>
                <a:gd name="T43" fmla="*/ 68 h 1799"/>
                <a:gd name="T44" fmla="*/ 3787 w 4134"/>
                <a:gd name="T45" fmla="*/ 7 h 1799"/>
                <a:gd name="T46" fmla="*/ 1934 w 4134"/>
                <a:gd name="T47" fmla="*/ 37 h 1799"/>
                <a:gd name="T48" fmla="*/ 3974 w 4134"/>
                <a:gd name="T49" fmla="*/ 208 h 1799"/>
                <a:gd name="T50" fmla="*/ 3984 w 4134"/>
                <a:gd name="T51" fmla="*/ 1448 h 1799"/>
                <a:gd name="T52" fmla="*/ 3859 w 4134"/>
                <a:gd name="T53" fmla="*/ 1508 h 1799"/>
                <a:gd name="T54" fmla="*/ 1967 w 4134"/>
                <a:gd name="T55" fmla="*/ 1475 h 1799"/>
                <a:gd name="T56" fmla="*/ 2258 w 4134"/>
                <a:gd name="T57" fmla="*/ 1286 h 1799"/>
                <a:gd name="T58" fmla="*/ 2535 w 4134"/>
                <a:gd name="T59" fmla="*/ 1250 h 1799"/>
                <a:gd name="T60" fmla="*/ 2989 w 4134"/>
                <a:gd name="T61" fmla="*/ 1228 h 1799"/>
                <a:gd name="T62" fmla="*/ 3020 w 4134"/>
                <a:gd name="T63" fmla="*/ 1150 h 1799"/>
                <a:gd name="T64" fmla="*/ 2925 w 4134"/>
                <a:gd name="T65" fmla="*/ 1107 h 1799"/>
                <a:gd name="T66" fmla="*/ 2467 w 4134"/>
                <a:gd name="T67" fmla="*/ 1017 h 1799"/>
                <a:gd name="T68" fmla="*/ 2432 w 4134"/>
                <a:gd name="T69" fmla="*/ 894 h 1799"/>
                <a:gd name="T70" fmla="*/ 2316 w 4134"/>
                <a:gd name="T71" fmla="*/ 803 h 1799"/>
                <a:gd name="T72" fmla="*/ 2119 w 4134"/>
                <a:gd name="T73" fmla="*/ 800 h 1799"/>
                <a:gd name="T74" fmla="*/ 1917 w 4134"/>
                <a:gd name="T75" fmla="*/ 548 h 1799"/>
                <a:gd name="T76" fmla="*/ 1949 w 4134"/>
                <a:gd name="T77" fmla="*/ 199 h 1799"/>
                <a:gd name="T78" fmla="*/ 2019 w 4134"/>
                <a:gd name="T79" fmla="*/ 149 h 1799"/>
                <a:gd name="T80" fmla="*/ 3456 w 4134"/>
                <a:gd name="T81" fmla="*/ 134 h 1799"/>
                <a:gd name="T82" fmla="*/ 3916 w 4134"/>
                <a:gd name="T83" fmla="*/ 158 h 1799"/>
                <a:gd name="T84" fmla="*/ 1625 w 4134"/>
                <a:gd name="T85" fmla="*/ 886 h 1799"/>
                <a:gd name="T86" fmla="*/ 1518 w 4134"/>
                <a:gd name="T87" fmla="*/ 939 h 1799"/>
                <a:gd name="T88" fmla="*/ 1533 w 4134"/>
                <a:gd name="T89" fmla="*/ 1010 h 1799"/>
                <a:gd name="T90" fmla="*/ 1778 w 4134"/>
                <a:gd name="T91" fmla="*/ 999 h 1799"/>
                <a:gd name="T92" fmla="*/ 2247 w 4134"/>
                <a:gd name="T93" fmla="*/ 934 h 1799"/>
                <a:gd name="T94" fmla="*/ 2321 w 4134"/>
                <a:gd name="T95" fmla="*/ 973 h 1799"/>
                <a:gd name="T96" fmla="*/ 2312 w 4134"/>
                <a:gd name="T97" fmla="*/ 1095 h 1799"/>
                <a:gd name="T98" fmla="*/ 1941 w 4134"/>
                <a:gd name="T99" fmla="*/ 1277 h 1799"/>
                <a:gd name="T100" fmla="*/ 1567 w 4134"/>
                <a:gd name="T101" fmla="*/ 1475 h 1799"/>
                <a:gd name="T102" fmla="*/ 1427 w 4134"/>
                <a:gd name="T103" fmla="*/ 1617 h 1799"/>
                <a:gd name="T104" fmla="*/ 1234 w 4134"/>
                <a:gd name="T105" fmla="*/ 1664 h 1799"/>
                <a:gd name="T106" fmla="*/ 737 w 4134"/>
                <a:gd name="T107" fmla="*/ 1648 h 1799"/>
                <a:gd name="T108" fmla="*/ 617 w 4134"/>
                <a:gd name="T109" fmla="*/ 1293 h 1799"/>
                <a:gd name="T110" fmla="*/ 818 w 4134"/>
                <a:gd name="T111" fmla="*/ 907 h 1799"/>
                <a:gd name="T112" fmla="*/ 1172 w 4134"/>
                <a:gd name="T113" fmla="*/ 634 h 1799"/>
                <a:gd name="T114" fmla="*/ 1424 w 4134"/>
                <a:gd name="T115" fmla="*/ 492 h 1799"/>
                <a:gd name="T116" fmla="*/ 1781 w 4134"/>
                <a:gd name="T117" fmla="*/ 670 h 1799"/>
                <a:gd name="T118" fmla="*/ 472 w 4134"/>
                <a:gd name="T119" fmla="*/ 1559 h 1799"/>
                <a:gd name="T120" fmla="*/ 292 w 4134"/>
                <a:gd name="T121" fmla="*/ 1520 h 1799"/>
                <a:gd name="T122" fmla="*/ 304 w 4134"/>
                <a:gd name="T123" fmla="*/ 970 h 1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134" h="1799">
                  <a:moveTo>
                    <a:pt x="1934" y="37"/>
                  </a:moveTo>
                  <a:lnTo>
                    <a:pt x="1918" y="46"/>
                  </a:lnTo>
                  <a:lnTo>
                    <a:pt x="1888" y="68"/>
                  </a:lnTo>
                  <a:lnTo>
                    <a:pt x="1861" y="94"/>
                  </a:lnTo>
                  <a:lnTo>
                    <a:pt x="1837" y="124"/>
                  </a:lnTo>
                  <a:lnTo>
                    <a:pt x="1817" y="158"/>
                  </a:lnTo>
                  <a:lnTo>
                    <a:pt x="1801" y="193"/>
                  </a:lnTo>
                  <a:lnTo>
                    <a:pt x="1790" y="229"/>
                  </a:lnTo>
                  <a:lnTo>
                    <a:pt x="1784" y="267"/>
                  </a:lnTo>
                  <a:lnTo>
                    <a:pt x="1784" y="285"/>
                  </a:lnTo>
                  <a:lnTo>
                    <a:pt x="1784" y="347"/>
                  </a:lnTo>
                  <a:lnTo>
                    <a:pt x="1556" y="353"/>
                  </a:lnTo>
                  <a:lnTo>
                    <a:pt x="1434" y="357"/>
                  </a:lnTo>
                  <a:lnTo>
                    <a:pt x="1330" y="369"/>
                  </a:lnTo>
                  <a:lnTo>
                    <a:pt x="1286" y="381"/>
                  </a:lnTo>
                  <a:lnTo>
                    <a:pt x="1269" y="390"/>
                  </a:lnTo>
                  <a:lnTo>
                    <a:pt x="1234" y="412"/>
                  </a:lnTo>
                  <a:lnTo>
                    <a:pt x="1085" y="527"/>
                  </a:lnTo>
                  <a:lnTo>
                    <a:pt x="996" y="602"/>
                  </a:lnTo>
                  <a:lnTo>
                    <a:pt x="902" y="680"/>
                  </a:lnTo>
                  <a:lnTo>
                    <a:pt x="798" y="756"/>
                  </a:lnTo>
                  <a:lnTo>
                    <a:pt x="737" y="791"/>
                  </a:lnTo>
                  <a:lnTo>
                    <a:pt x="674" y="813"/>
                  </a:lnTo>
                  <a:lnTo>
                    <a:pt x="603" y="826"/>
                  </a:lnTo>
                  <a:lnTo>
                    <a:pt x="469" y="833"/>
                  </a:lnTo>
                  <a:lnTo>
                    <a:pt x="342" y="833"/>
                  </a:lnTo>
                  <a:lnTo>
                    <a:pt x="218" y="833"/>
                  </a:lnTo>
                  <a:lnTo>
                    <a:pt x="101" y="840"/>
                  </a:lnTo>
                  <a:lnTo>
                    <a:pt x="63" y="852"/>
                  </a:lnTo>
                  <a:lnTo>
                    <a:pt x="43" y="864"/>
                  </a:lnTo>
                  <a:lnTo>
                    <a:pt x="28" y="881"/>
                  </a:lnTo>
                  <a:lnTo>
                    <a:pt x="17" y="903"/>
                  </a:lnTo>
                  <a:lnTo>
                    <a:pt x="6" y="946"/>
                  </a:lnTo>
                  <a:lnTo>
                    <a:pt x="0" y="1078"/>
                  </a:lnTo>
                  <a:lnTo>
                    <a:pt x="1" y="1218"/>
                  </a:lnTo>
                  <a:lnTo>
                    <a:pt x="1" y="1370"/>
                  </a:lnTo>
                  <a:lnTo>
                    <a:pt x="8" y="1501"/>
                  </a:lnTo>
                  <a:lnTo>
                    <a:pt x="16" y="1546"/>
                  </a:lnTo>
                  <a:lnTo>
                    <a:pt x="22" y="1557"/>
                  </a:lnTo>
                  <a:lnTo>
                    <a:pt x="31" y="1564"/>
                  </a:lnTo>
                  <a:lnTo>
                    <a:pt x="84" y="1589"/>
                  </a:lnTo>
                  <a:lnTo>
                    <a:pt x="224" y="1643"/>
                  </a:lnTo>
                  <a:lnTo>
                    <a:pt x="359" y="1687"/>
                  </a:lnTo>
                  <a:lnTo>
                    <a:pt x="676" y="1788"/>
                  </a:lnTo>
                  <a:lnTo>
                    <a:pt x="982" y="1797"/>
                  </a:lnTo>
                  <a:lnTo>
                    <a:pt x="1109" y="1799"/>
                  </a:lnTo>
                  <a:lnTo>
                    <a:pt x="1314" y="1796"/>
                  </a:lnTo>
                  <a:lnTo>
                    <a:pt x="1359" y="1792"/>
                  </a:lnTo>
                  <a:lnTo>
                    <a:pt x="1393" y="1785"/>
                  </a:lnTo>
                  <a:lnTo>
                    <a:pt x="1463" y="1756"/>
                  </a:lnTo>
                  <a:lnTo>
                    <a:pt x="1530" y="1712"/>
                  </a:lnTo>
                  <a:lnTo>
                    <a:pt x="1590" y="1656"/>
                  </a:lnTo>
                  <a:lnTo>
                    <a:pt x="1616" y="1623"/>
                  </a:lnTo>
                  <a:lnTo>
                    <a:pt x="1640" y="1594"/>
                  </a:lnTo>
                  <a:lnTo>
                    <a:pt x="1704" y="1541"/>
                  </a:lnTo>
                  <a:lnTo>
                    <a:pt x="1734" y="1525"/>
                  </a:lnTo>
                  <a:lnTo>
                    <a:pt x="1804" y="1493"/>
                  </a:lnTo>
                  <a:lnTo>
                    <a:pt x="1846" y="1547"/>
                  </a:lnTo>
                  <a:lnTo>
                    <a:pt x="1862" y="1567"/>
                  </a:lnTo>
                  <a:lnTo>
                    <a:pt x="1890" y="1600"/>
                  </a:lnTo>
                  <a:lnTo>
                    <a:pt x="1926" y="1624"/>
                  </a:lnTo>
                  <a:lnTo>
                    <a:pt x="1985" y="1641"/>
                  </a:lnTo>
                  <a:lnTo>
                    <a:pt x="2078" y="1651"/>
                  </a:lnTo>
                  <a:lnTo>
                    <a:pt x="2221" y="1657"/>
                  </a:lnTo>
                  <a:lnTo>
                    <a:pt x="2546" y="1662"/>
                  </a:lnTo>
                  <a:lnTo>
                    <a:pt x="2884" y="1663"/>
                  </a:lnTo>
                  <a:lnTo>
                    <a:pt x="3245" y="1665"/>
                  </a:lnTo>
                  <a:lnTo>
                    <a:pt x="3777" y="1662"/>
                  </a:lnTo>
                  <a:lnTo>
                    <a:pt x="3862" y="1658"/>
                  </a:lnTo>
                  <a:lnTo>
                    <a:pt x="3903" y="1652"/>
                  </a:lnTo>
                  <a:lnTo>
                    <a:pt x="3957" y="1635"/>
                  </a:lnTo>
                  <a:lnTo>
                    <a:pt x="3989" y="1619"/>
                  </a:lnTo>
                  <a:lnTo>
                    <a:pt x="4018" y="1599"/>
                  </a:lnTo>
                  <a:lnTo>
                    <a:pt x="4044" y="1576"/>
                  </a:lnTo>
                  <a:lnTo>
                    <a:pt x="4078" y="1534"/>
                  </a:lnTo>
                  <a:lnTo>
                    <a:pt x="4097" y="1500"/>
                  </a:lnTo>
                  <a:lnTo>
                    <a:pt x="4110" y="1475"/>
                  </a:lnTo>
                  <a:lnTo>
                    <a:pt x="4125" y="1414"/>
                  </a:lnTo>
                  <a:lnTo>
                    <a:pt x="4132" y="1288"/>
                  </a:lnTo>
                  <a:lnTo>
                    <a:pt x="4134" y="1039"/>
                  </a:lnTo>
                  <a:lnTo>
                    <a:pt x="4134" y="842"/>
                  </a:lnTo>
                  <a:lnTo>
                    <a:pt x="4133" y="600"/>
                  </a:lnTo>
                  <a:lnTo>
                    <a:pt x="4127" y="328"/>
                  </a:lnTo>
                  <a:lnTo>
                    <a:pt x="4121" y="220"/>
                  </a:lnTo>
                  <a:lnTo>
                    <a:pt x="4117" y="200"/>
                  </a:lnTo>
                  <a:lnTo>
                    <a:pt x="4108" y="174"/>
                  </a:lnTo>
                  <a:lnTo>
                    <a:pt x="4074" y="119"/>
                  </a:lnTo>
                  <a:lnTo>
                    <a:pt x="4026" y="68"/>
                  </a:lnTo>
                  <a:lnTo>
                    <a:pt x="3972" y="30"/>
                  </a:lnTo>
                  <a:lnTo>
                    <a:pt x="3946" y="18"/>
                  </a:lnTo>
                  <a:lnTo>
                    <a:pt x="3924" y="14"/>
                  </a:lnTo>
                  <a:lnTo>
                    <a:pt x="3787" y="7"/>
                  </a:lnTo>
                  <a:lnTo>
                    <a:pt x="3386" y="1"/>
                  </a:lnTo>
                  <a:lnTo>
                    <a:pt x="2952" y="0"/>
                  </a:lnTo>
                  <a:lnTo>
                    <a:pt x="2007" y="0"/>
                  </a:lnTo>
                  <a:lnTo>
                    <a:pt x="1934" y="37"/>
                  </a:lnTo>
                  <a:close/>
                  <a:moveTo>
                    <a:pt x="3916" y="158"/>
                  </a:moveTo>
                  <a:lnTo>
                    <a:pt x="3935" y="170"/>
                  </a:lnTo>
                  <a:lnTo>
                    <a:pt x="3967" y="197"/>
                  </a:lnTo>
                  <a:lnTo>
                    <a:pt x="3974" y="208"/>
                  </a:lnTo>
                  <a:lnTo>
                    <a:pt x="3978" y="253"/>
                  </a:lnTo>
                  <a:lnTo>
                    <a:pt x="3983" y="598"/>
                  </a:lnTo>
                  <a:lnTo>
                    <a:pt x="3984" y="842"/>
                  </a:lnTo>
                  <a:lnTo>
                    <a:pt x="3984" y="1448"/>
                  </a:lnTo>
                  <a:lnTo>
                    <a:pt x="3941" y="1482"/>
                  </a:lnTo>
                  <a:lnTo>
                    <a:pt x="3933" y="1488"/>
                  </a:lnTo>
                  <a:lnTo>
                    <a:pt x="3914" y="1498"/>
                  </a:lnTo>
                  <a:lnTo>
                    <a:pt x="3859" y="1508"/>
                  </a:lnTo>
                  <a:lnTo>
                    <a:pt x="3535" y="1517"/>
                  </a:lnTo>
                  <a:lnTo>
                    <a:pt x="2951" y="1517"/>
                  </a:lnTo>
                  <a:lnTo>
                    <a:pt x="2006" y="1517"/>
                  </a:lnTo>
                  <a:lnTo>
                    <a:pt x="1967" y="1475"/>
                  </a:lnTo>
                  <a:lnTo>
                    <a:pt x="1929" y="1435"/>
                  </a:lnTo>
                  <a:lnTo>
                    <a:pt x="2044" y="1382"/>
                  </a:lnTo>
                  <a:lnTo>
                    <a:pt x="2152" y="1332"/>
                  </a:lnTo>
                  <a:lnTo>
                    <a:pt x="2258" y="1286"/>
                  </a:lnTo>
                  <a:lnTo>
                    <a:pt x="2312" y="1268"/>
                  </a:lnTo>
                  <a:lnTo>
                    <a:pt x="2364" y="1256"/>
                  </a:lnTo>
                  <a:lnTo>
                    <a:pt x="2421" y="1251"/>
                  </a:lnTo>
                  <a:lnTo>
                    <a:pt x="2535" y="1250"/>
                  </a:lnTo>
                  <a:lnTo>
                    <a:pt x="2652" y="1250"/>
                  </a:lnTo>
                  <a:lnTo>
                    <a:pt x="2838" y="1250"/>
                  </a:lnTo>
                  <a:lnTo>
                    <a:pt x="2955" y="1241"/>
                  </a:lnTo>
                  <a:lnTo>
                    <a:pt x="2989" y="1228"/>
                  </a:lnTo>
                  <a:lnTo>
                    <a:pt x="3001" y="1217"/>
                  </a:lnTo>
                  <a:lnTo>
                    <a:pt x="3013" y="1203"/>
                  </a:lnTo>
                  <a:lnTo>
                    <a:pt x="3024" y="1175"/>
                  </a:lnTo>
                  <a:lnTo>
                    <a:pt x="3020" y="1150"/>
                  </a:lnTo>
                  <a:lnTo>
                    <a:pt x="2999" y="1126"/>
                  </a:lnTo>
                  <a:lnTo>
                    <a:pt x="2982" y="1117"/>
                  </a:lnTo>
                  <a:lnTo>
                    <a:pt x="2973" y="1113"/>
                  </a:lnTo>
                  <a:lnTo>
                    <a:pt x="2925" y="1107"/>
                  </a:lnTo>
                  <a:lnTo>
                    <a:pt x="2809" y="1101"/>
                  </a:lnTo>
                  <a:lnTo>
                    <a:pt x="2711" y="1100"/>
                  </a:lnTo>
                  <a:lnTo>
                    <a:pt x="2467" y="1100"/>
                  </a:lnTo>
                  <a:lnTo>
                    <a:pt x="2467" y="1017"/>
                  </a:lnTo>
                  <a:lnTo>
                    <a:pt x="2467" y="992"/>
                  </a:lnTo>
                  <a:lnTo>
                    <a:pt x="2463" y="955"/>
                  </a:lnTo>
                  <a:lnTo>
                    <a:pt x="2452" y="924"/>
                  </a:lnTo>
                  <a:lnTo>
                    <a:pt x="2432" y="894"/>
                  </a:lnTo>
                  <a:lnTo>
                    <a:pt x="2417" y="877"/>
                  </a:lnTo>
                  <a:lnTo>
                    <a:pt x="2389" y="847"/>
                  </a:lnTo>
                  <a:lnTo>
                    <a:pt x="2347" y="817"/>
                  </a:lnTo>
                  <a:lnTo>
                    <a:pt x="2316" y="803"/>
                  </a:lnTo>
                  <a:lnTo>
                    <a:pt x="2281" y="794"/>
                  </a:lnTo>
                  <a:lnTo>
                    <a:pt x="2243" y="790"/>
                  </a:lnTo>
                  <a:lnTo>
                    <a:pt x="2175" y="792"/>
                  </a:lnTo>
                  <a:lnTo>
                    <a:pt x="2119" y="800"/>
                  </a:lnTo>
                  <a:lnTo>
                    <a:pt x="2012" y="817"/>
                  </a:lnTo>
                  <a:lnTo>
                    <a:pt x="1956" y="828"/>
                  </a:lnTo>
                  <a:lnTo>
                    <a:pt x="1917" y="837"/>
                  </a:lnTo>
                  <a:lnTo>
                    <a:pt x="1917" y="548"/>
                  </a:lnTo>
                  <a:lnTo>
                    <a:pt x="1918" y="440"/>
                  </a:lnTo>
                  <a:lnTo>
                    <a:pt x="1924" y="294"/>
                  </a:lnTo>
                  <a:lnTo>
                    <a:pt x="1936" y="229"/>
                  </a:lnTo>
                  <a:lnTo>
                    <a:pt x="1949" y="199"/>
                  </a:lnTo>
                  <a:lnTo>
                    <a:pt x="1966" y="178"/>
                  </a:lnTo>
                  <a:lnTo>
                    <a:pt x="1987" y="162"/>
                  </a:lnTo>
                  <a:lnTo>
                    <a:pt x="2001" y="155"/>
                  </a:lnTo>
                  <a:lnTo>
                    <a:pt x="2019" y="149"/>
                  </a:lnTo>
                  <a:lnTo>
                    <a:pt x="2128" y="141"/>
                  </a:lnTo>
                  <a:lnTo>
                    <a:pt x="2491" y="134"/>
                  </a:lnTo>
                  <a:lnTo>
                    <a:pt x="2956" y="133"/>
                  </a:lnTo>
                  <a:lnTo>
                    <a:pt x="3456" y="134"/>
                  </a:lnTo>
                  <a:lnTo>
                    <a:pt x="3802" y="141"/>
                  </a:lnTo>
                  <a:lnTo>
                    <a:pt x="3879" y="148"/>
                  </a:lnTo>
                  <a:lnTo>
                    <a:pt x="3907" y="154"/>
                  </a:lnTo>
                  <a:lnTo>
                    <a:pt x="3916" y="158"/>
                  </a:lnTo>
                  <a:close/>
                  <a:moveTo>
                    <a:pt x="1781" y="670"/>
                  </a:moveTo>
                  <a:lnTo>
                    <a:pt x="1776" y="858"/>
                  </a:lnTo>
                  <a:lnTo>
                    <a:pt x="1674" y="877"/>
                  </a:lnTo>
                  <a:lnTo>
                    <a:pt x="1625" y="886"/>
                  </a:lnTo>
                  <a:lnTo>
                    <a:pt x="1562" y="901"/>
                  </a:lnTo>
                  <a:lnTo>
                    <a:pt x="1536" y="912"/>
                  </a:lnTo>
                  <a:lnTo>
                    <a:pt x="1525" y="922"/>
                  </a:lnTo>
                  <a:lnTo>
                    <a:pt x="1518" y="939"/>
                  </a:lnTo>
                  <a:lnTo>
                    <a:pt x="1517" y="955"/>
                  </a:lnTo>
                  <a:lnTo>
                    <a:pt x="1518" y="970"/>
                  </a:lnTo>
                  <a:lnTo>
                    <a:pt x="1522" y="994"/>
                  </a:lnTo>
                  <a:lnTo>
                    <a:pt x="1533" y="1010"/>
                  </a:lnTo>
                  <a:lnTo>
                    <a:pt x="1557" y="1019"/>
                  </a:lnTo>
                  <a:lnTo>
                    <a:pt x="1595" y="1022"/>
                  </a:lnTo>
                  <a:lnTo>
                    <a:pt x="1652" y="1017"/>
                  </a:lnTo>
                  <a:lnTo>
                    <a:pt x="1778" y="999"/>
                  </a:lnTo>
                  <a:lnTo>
                    <a:pt x="1904" y="978"/>
                  </a:lnTo>
                  <a:lnTo>
                    <a:pt x="2022" y="958"/>
                  </a:lnTo>
                  <a:lnTo>
                    <a:pt x="2179" y="936"/>
                  </a:lnTo>
                  <a:lnTo>
                    <a:pt x="2247" y="934"/>
                  </a:lnTo>
                  <a:lnTo>
                    <a:pt x="2277" y="939"/>
                  </a:lnTo>
                  <a:lnTo>
                    <a:pt x="2299" y="949"/>
                  </a:lnTo>
                  <a:lnTo>
                    <a:pt x="2314" y="964"/>
                  </a:lnTo>
                  <a:lnTo>
                    <a:pt x="2321" y="973"/>
                  </a:lnTo>
                  <a:lnTo>
                    <a:pt x="2329" y="988"/>
                  </a:lnTo>
                  <a:lnTo>
                    <a:pt x="2335" y="1025"/>
                  </a:lnTo>
                  <a:lnTo>
                    <a:pt x="2329" y="1063"/>
                  </a:lnTo>
                  <a:lnTo>
                    <a:pt x="2312" y="1095"/>
                  </a:lnTo>
                  <a:lnTo>
                    <a:pt x="2301" y="1105"/>
                  </a:lnTo>
                  <a:lnTo>
                    <a:pt x="2269" y="1123"/>
                  </a:lnTo>
                  <a:lnTo>
                    <a:pt x="2073" y="1216"/>
                  </a:lnTo>
                  <a:lnTo>
                    <a:pt x="1941" y="1277"/>
                  </a:lnTo>
                  <a:lnTo>
                    <a:pt x="1791" y="1346"/>
                  </a:lnTo>
                  <a:lnTo>
                    <a:pt x="1641" y="1424"/>
                  </a:lnTo>
                  <a:lnTo>
                    <a:pt x="1582" y="1461"/>
                  </a:lnTo>
                  <a:lnTo>
                    <a:pt x="1567" y="1475"/>
                  </a:lnTo>
                  <a:lnTo>
                    <a:pt x="1519" y="1525"/>
                  </a:lnTo>
                  <a:lnTo>
                    <a:pt x="1471" y="1578"/>
                  </a:lnTo>
                  <a:lnTo>
                    <a:pt x="1457" y="1593"/>
                  </a:lnTo>
                  <a:lnTo>
                    <a:pt x="1427" y="1617"/>
                  </a:lnTo>
                  <a:lnTo>
                    <a:pt x="1393" y="1635"/>
                  </a:lnTo>
                  <a:lnTo>
                    <a:pt x="1352" y="1649"/>
                  </a:lnTo>
                  <a:lnTo>
                    <a:pt x="1299" y="1658"/>
                  </a:lnTo>
                  <a:lnTo>
                    <a:pt x="1234" y="1664"/>
                  </a:lnTo>
                  <a:lnTo>
                    <a:pt x="1107" y="1666"/>
                  </a:lnTo>
                  <a:lnTo>
                    <a:pt x="992" y="1663"/>
                  </a:lnTo>
                  <a:lnTo>
                    <a:pt x="877" y="1659"/>
                  </a:lnTo>
                  <a:lnTo>
                    <a:pt x="737" y="1648"/>
                  </a:lnTo>
                  <a:lnTo>
                    <a:pt x="677" y="1640"/>
                  </a:lnTo>
                  <a:lnTo>
                    <a:pt x="664" y="1637"/>
                  </a:lnTo>
                  <a:lnTo>
                    <a:pt x="617" y="1617"/>
                  </a:lnTo>
                  <a:lnTo>
                    <a:pt x="617" y="1293"/>
                  </a:lnTo>
                  <a:lnTo>
                    <a:pt x="617" y="970"/>
                  </a:lnTo>
                  <a:lnTo>
                    <a:pt x="694" y="952"/>
                  </a:lnTo>
                  <a:lnTo>
                    <a:pt x="738" y="940"/>
                  </a:lnTo>
                  <a:lnTo>
                    <a:pt x="818" y="907"/>
                  </a:lnTo>
                  <a:lnTo>
                    <a:pt x="904" y="853"/>
                  </a:lnTo>
                  <a:lnTo>
                    <a:pt x="1014" y="768"/>
                  </a:lnTo>
                  <a:lnTo>
                    <a:pt x="1086" y="707"/>
                  </a:lnTo>
                  <a:lnTo>
                    <a:pt x="1172" y="634"/>
                  </a:lnTo>
                  <a:lnTo>
                    <a:pt x="1267" y="561"/>
                  </a:lnTo>
                  <a:lnTo>
                    <a:pt x="1321" y="527"/>
                  </a:lnTo>
                  <a:lnTo>
                    <a:pt x="1371" y="505"/>
                  </a:lnTo>
                  <a:lnTo>
                    <a:pt x="1424" y="492"/>
                  </a:lnTo>
                  <a:lnTo>
                    <a:pt x="1515" y="484"/>
                  </a:lnTo>
                  <a:lnTo>
                    <a:pt x="1597" y="483"/>
                  </a:lnTo>
                  <a:lnTo>
                    <a:pt x="1786" y="483"/>
                  </a:lnTo>
                  <a:lnTo>
                    <a:pt x="1781" y="670"/>
                  </a:lnTo>
                  <a:close/>
                  <a:moveTo>
                    <a:pt x="481" y="1270"/>
                  </a:moveTo>
                  <a:lnTo>
                    <a:pt x="482" y="1423"/>
                  </a:lnTo>
                  <a:lnTo>
                    <a:pt x="478" y="1535"/>
                  </a:lnTo>
                  <a:lnTo>
                    <a:pt x="472" y="1559"/>
                  </a:lnTo>
                  <a:lnTo>
                    <a:pt x="467" y="1566"/>
                  </a:lnTo>
                  <a:lnTo>
                    <a:pt x="464" y="1567"/>
                  </a:lnTo>
                  <a:lnTo>
                    <a:pt x="414" y="1556"/>
                  </a:lnTo>
                  <a:lnTo>
                    <a:pt x="292" y="1520"/>
                  </a:lnTo>
                  <a:lnTo>
                    <a:pt x="142" y="1473"/>
                  </a:lnTo>
                  <a:lnTo>
                    <a:pt x="137" y="1220"/>
                  </a:lnTo>
                  <a:lnTo>
                    <a:pt x="132" y="965"/>
                  </a:lnTo>
                  <a:lnTo>
                    <a:pt x="304" y="970"/>
                  </a:lnTo>
                  <a:lnTo>
                    <a:pt x="476" y="975"/>
                  </a:lnTo>
                  <a:lnTo>
                    <a:pt x="481" y="12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29">
              <a:extLst>
                <a:ext uri="{FF2B5EF4-FFF2-40B4-BE49-F238E27FC236}">
                  <a16:creationId xmlns:a16="http://schemas.microsoft.com/office/drawing/2014/main" id="{5F9FE2CB-188B-2D17-25AB-52974D520A93}"/>
                </a:ext>
              </a:extLst>
            </p:cNvPr>
            <p:cNvSpPr>
              <a:spLocks noEditPoints="1"/>
            </p:cNvSpPr>
            <p:nvPr/>
          </p:nvSpPr>
          <p:spPr bwMode="auto">
            <a:xfrm>
              <a:off x="7388225" y="371476"/>
              <a:ext cx="179388" cy="149225"/>
            </a:xfrm>
            <a:custGeom>
              <a:avLst/>
              <a:gdLst>
                <a:gd name="T0" fmla="*/ 37 w 482"/>
                <a:gd name="T1" fmla="*/ 39 h 400"/>
                <a:gd name="T2" fmla="*/ 26 w 482"/>
                <a:gd name="T3" fmla="*/ 51 h 400"/>
                <a:gd name="T4" fmla="*/ 11 w 482"/>
                <a:gd name="T5" fmla="*/ 77 h 400"/>
                <a:gd name="T6" fmla="*/ 3 w 482"/>
                <a:gd name="T7" fmla="*/ 112 h 400"/>
                <a:gd name="T8" fmla="*/ 0 w 482"/>
                <a:gd name="T9" fmla="*/ 165 h 400"/>
                <a:gd name="T10" fmla="*/ 0 w 482"/>
                <a:gd name="T11" fmla="*/ 202 h 400"/>
                <a:gd name="T12" fmla="*/ 0 w 482"/>
                <a:gd name="T13" fmla="*/ 240 h 400"/>
                <a:gd name="T14" fmla="*/ 3 w 482"/>
                <a:gd name="T15" fmla="*/ 294 h 400"/>
                <a:gd name="T16" fmla="*/ 12 w 482"/>
                <a:gd name="T17" fmla="*/ 328 h 400"/>
                <a:gd name="T18" fmla="*/ 27 w 482"/>
                <a:gd name="T19" fmla="*/ 352 h 400"/>
                <a:gd name="T20" fmla="*/ 39 w 482"/>
                <a:gd name="T21" fmla="*/ 364 h 400"/>
                <a:gd name="T22" fmla="*/ 51 w 482"/>
                <a:gd name="T23" fmla="*/ 375 h 400"/>
                <a:gd name="T24" fmla="*/ 78 w 482"/>
                <a:gd name="T25" fmla="*/ 389 h 400"/>
                <a:gd name="T26" fmla="*/ 118 w 482"/>
                <a:gd name="T27" fmla="*/ 397 h 400"/>
                <a:gd name="T28" fmla="*/ 183 w 482"/>
                <a:gd name="T29" fmla="*/ 400 h 400"/>
                <a:gd name="T30" fmla="*/ 229 w 482"/>
                <a:gd name="T31" fmla="*/ 400 h 400"/>
                <a:gd name="T32" fmla="*/ 291 w 482"/>
                <a:gd name="T33" fmla="*/ 400 h 400"/>
                <a:gd name="T34" fmla="*/ 389 w 482"/>
                <a:gd name="T35" fmla="*/ 394 h 400"/>
                <a:gd name="T36" fmla="*/ 409 w 482"/>
                <a:gd name="T37" fmla="*/ 390 h 400"/>
                <a:gd name="T38" fmla="*/ 418 w 482"/>
                <a:gd name="T39" fmla="*/ 386 h 400"/>
                <a:gd name="T40" fmla="*/ 434 w 482"/>
                <a:gd name="T41" fmla="*/ 373 h 400"/>
                <a:gd name="T42" fmla="*/ 454 w 482"/>
                <a:gd name="T43" fmla="*/ 345 h 400"/>
                <a:gd name="T44" fmla="*/ 472 w 482"/>
                <a:gd name="T45" fmla="*/ 293 h 400"/>
                <a:gd name="T46" fmla="*/ 482 w 482"/>
                <a:gd name="T47" fmla="*/ 232 h 400"/>
                <a:gd name="T48" fmla="*/ 482 w 482"/>
                <a:gd name="T49" fmla="*/ 168 h 400"/>
                <a:gd name="T50" fmla="*/ 472 w 482"/>
                <a:gd name="T51" fmla="*/ 107 h 400"/>
                <a:gd name="T52" fmla="*/ 454 w 482"/>
                <a:gd name="T53" fmla="*/ 56 h 400"/>
                <a:gd name="T54" fmla="*/ 434 w 482"/>
                <a:gd name="T55" fmla="*/ 27 h 400"/>
                <a:gd name="T56" fmla="*/ 418 w 482"/>
                <a:gd name="T57" fmla="*/ 14 h 400"/>
                <a:gd name="T58" fmla="*/ 409 w 482"/>
                <a:gd name="T59" fmla="*/ 10 h 400"/>
                <a:gd name="T60" fmla="*/ 389 w 482"/>
                <a:gd name="T61" fmla="*/ 7 h 400"/>
                <a:gd name="T62" fmla="*/ 290 w 482"/>
                <a:gd name="T63" fmla="*/ 1 h 400"/>
                <a:gd name="T64" fmla="*/ 227 w 482"/>
                <a:gd name="T65" fmla="*/ 0 h 400"/>
                <a:gd name="T66" fmla="*/ 178 w 482"/>
                <a:gd name="T67" fmla="*/ 0 h 400"/>
                <a:gd name="T68" fmla="*/ 113 w 482"/>
                <a:gd name="T69" fmla="*/ 3 h 400"/>
                <a:gd name="T70" fmla="*/ 74 w 482"/>
                <a:gd name="T71" fmla="*/ 11 h 400"/>
                <a:gd name="T72" fmla="*/ 48 w 482"/>
                <a:gd name="T73" fmla="*/ 27 h 400"/>
                <a:gd name="T74" fmla="*/ 37 w 482"/>
                <a:gd name="T75" fmla="*/ 39 h 400"/>
                <a:gd name="T76" fmla="*/ 334 w 482"/>
                <a:gd name="T77" fmla="*/ 200 h 400"/>
                <a:gd name="T78" fmla="*/ 334 w 482"/>
                <a:gd name="T79" fmla="*/ 267 h 400"/>
                <a:gd name="T80" fmla="*/ 234 w 482"/>
                <a:gd name="T81" fmla="*/ 267 h 400"/>
                <a:gd name="T82" fmla="*/ 134 w 482"/>
                <a:gd name="T83" fmla="*/ 267 h 400"/>
                <a:gd name="T84" fmla="*/ 134 w 482"/>
                <a:gd name="T85" fmla="*/ 200 h 400"/>
                <a:gd name="T86" fmla="*/ 134 w 482"/>
                <a:gd name="T87" fmla="*/ 134 h 400"/>
                <a:gd name="T88" fmla="*/ 234 w 482"/>
                <a:gd name="T89" fmla="*/ 134 h 400"/>
                <a:gd name="T90" fmla="*/ 334 w 482"/>
                <a:gd name="T91" fmla="*/ 134 h 400"/>
                <a:gd name="T92" fmla="*/ 334 w 482"/>
                <a:gd name="T93" fmla="*/ 200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82" h="400">
                  <a:moveTo>
                    <a:pt x="37" y="39"/>
                  </a:moveTo>
                  <a:lnTo>
                    <a:pt x="26" y="51"/>
                  </a:lnTo>
                  <a:lnTo>
                    <a:pt x="11" y="77"/>
                  </a:lnTo>
                  <a:lnTo>
                    <a:pt x="3" y="112"/>
                  </a:lnTo>
                  <a:lnTo>
                    <a:pt x="0" y="165"/>
                  </a:lnTo>
                  <a:lnTo>
                    <a:pt x="0" y="202"/>
                  </a:lnTo>
                  <a:lnTo>
                    <a:pt x="0" y="240"/>
                  </a:lnTo>
                  <a:lnTo>
                    <a:pt x="3" y="294"/>
                  </a:lnTo>
                  <a:lnTo>
                    <a:pt x="12" y="328"/>
                  </a:lnTo>
                  <a:lnTo>
                    <a:pt x="27" y="352"/>
                  </a:lnTo>
                  <a:lnTo>
                    <a:pt x="39" y="364"/>
                  </a:lnTo>
                  <a:lnTo>
                    <a:pt x="51" y="375"/>
                  </a:lnTo>
                  <a:lnTo>
                    <a:pt x="78" y="389"/>
                  </a:lnTo>
                  <a:lnTo>
                    <a:pt x="118" y="397"/>
                  </a:lnTo>
                  <a:lnTo>
                    <a:pt x="183" y="400"/>
                  </a:lnTo>
                  <a:lnTo>
                    <a:pt x="229" y="400"/>
                  </a:lnTo>
                  <a:lnTo>
                    <a:pt x="291" y="400"/>
                  </a:lnTo>
                  <a:lnTo>
                    <a:pt x="389" y="394"/>
                  </a:lnTo>
                  <a:lnTo>
                    <a:pt x="409" y="390"/>
                  </a:lnTo>
                  <a:lnTo>
                    <a:pt x="418" y="386"/>
                  </a:lnTo>
                  <a:lnTo>
                    <a:pt x="434" y="373"/>
                  </a:lnTo>
                  <a:lnTo>
                    <a:pt x="454" y="345"/>
                  </a:lnTo>
                  <a:lnTo>
                    <a:pt x="472" y="293"/>
                  </a:lnTo>
                  <a:lnTo>
                    <a:pt x="482" y="232"/>
                  </a:lnTo>
                  <a:lnTo>
                    <a:pt x="482" y="168"/>
                  </a:lnTo>
                  <a:lnTo>
                    <a:pt x="472" y="107"/>
                  </a:lnTo>
                  <a:lnTo>
                    <a:pt x="454" y="56"/>
                  </a:lnTo>
                  <a:lnTo>
                    <a:pt x="434" y="27"/>
                  </a:lnTo>
                  <a:lnTo>
                    <a:pt x="418" y="14"/>
                  </a:lnTo>
                  <a:lnTo>
                    <a:pt x="409" y="10"/>
                  </a:lnTo>
                  <a:lnTo>
                    <a:pt x="389" y="7"/>
                  </a:lnTo>
                  <a:lnTo>
                    <a:pt x="290" y="1"/>
                  </a:lnTo>
                  <a:lnTo>
                    <a:pt x="227" y="0"/>
                  </a:lnTo>
                  <a:lnTo>
                    <a:pt x="178" y="0"/>
                  </a:lnTo>
                  <a:lnTo>
                    <a:pt x="113" y="3"/>
                  </a:lnTo>
                  <a:lnTo>
                    <a:pt x="74" y="11"/>
                  </a:lnTo>
                  <a:lnTo>
                    <a:pt x="48" y="27"/>
                  </a:lnTo>
                  <a:lnTo>
                    <a:pt x="37" y="39"/>
                  </a:lnTo>
                  <a:close/>
                  <a:moveTo>
                    <a:pt x="334" y="200"/>
                  </a:moveTo>
                  <a:lnTo>
                    <a:pt x="334" y="267"/>
                  </a:lnTo>
                  <a:lnTo>
                    <a:pt x="234" y="267"/>
                  </a:lnTo>
                  <a:lnTo>
                    <a:pt x="134" y="267"/>
                  </a:lnTo>
                  <a:lnTo>
                    <a:pt x="134" y="200"/>
                  </a:lnTo>
                  <a:lnTo>
                    <a:pt x="134" y="134"/>
                  </a:lnTo>
                  <a:lnTo>
                    <a:pt x="234" y="134"/>
                  </a:lnTo>
                  <a:lnTo>
                    <a:pt x="334" y="134"/>
                  </a:lnTo>
                  <a:lnTo>
                    <a:pt x="334" y="2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30">
              <a:extLst>
                <a:ext uri="{FF2B5EF4-FFF2-40B4-BE49-F238E27FC236}">
                  <a16:creationId xmlns:a16="http://schemas.microsoft.com/office/drawing/2014/main" id="{E65DD108-C61C-5D17-8C08-250FD4DEEB29}"/>
                </a:ext>
              </a:extLst>
            </p:cNvPr>
            <p:cNvSpPr>
              <a:spLocks noEditPoints="1"/>
            </p:cNvSpPr>
            <p:nvPr/>
          </p:nvSpPr>
          <p:spPr bwMode="auto">
            <a:xfrm>
              <a:off x="7797800" y="625476"/>
              <a:ext cx="257175" cy="155575"/>
            </a:xfrm>
            <a:custGeom>
              <a:avLst/>
              <a:gdLst>
                <a:gd name="T0" fmla="*/ 109 w 685"/>
                <a:gd name="T1" fmla="*/ 24 h 414"/>
                <a:gd name="T2" fmla="*/ 46 w 685"/>
                <a:gd name="T3" fmla="*/ 83 h 414"/>
                <a:gd name="T4" fmla="*/ 16 w 685"/>
                <a:gd name="T5" fmla="*/ 130 h 414"/>
                <a:gd name="T6" fmla="*/ 0 w 685"/>
                <a:gd name="T7" fmla="*/ 195 h 414"/>
                <a:gd name="T8" fmla="*/ 8 w 685"/>
                <a:gd name="T9" fmla="*/ 260 h 414"/>
                <a:gd name="T10" fmla="*/ 36 w 685"/>
                <a:gd name="T11" fmla="*/ 319 h 414"/>
                <a:gd name="T12" fmla="*/ 79 w 685"/>
                <a:gd name="T13" fmla="*/ 367 h 414"/>
                <a:gd name="T14" fmla="*/ 135 w 685"/>
                <a:gd name="T15" fmla="*/ 400 h 414"/>
                <a:gd name="T16" fmla="*/ 200 w 685"/>
                <a:gd name="T17" fmla="*/ 413 h 414"/>
                <a:gd name="T18" fmla="*/ 270 w 685"/>
                <a:gd name="T19" fmla="*/ 401 h 414"/>
                <a:gd name="T20" fmla="*/ 307 w 685"/>
                <a:gd name="T21" fmla="*/ 384 h 414"/>
                <a:gd name="T22" fmla="*/ 356 w 685"/>
                <a:gd name="T23" fmla="*/ 375 h 414"/>
                <a:gd name="T24" fmla="*/ 400 w 685"/>
                <a:gd name="T25" fmla="*/ 393 h 414"/>
                <a:gd name="T26" fmla="*/ 445 w 685"/>
                <a:gd name="T27" fmla="*/ 410 h 414"/>
                <a:gd name="T28" fmla="*/ 505 w 685"/>
                <a:gd name="T29" fmla="*/ 413 h 414"/>
                <a:gd name="T30" fmla="*/ 563 w 685"/>
                <a:gd name="T31" fmla="*/ 394 h 414"/>
                <a:gd name="T32" fmla="*/ 618 w 685"/>
                <a:gd name="T33" fmla="*/ 355 h 414"/>
                <a:gd name="T34" fmla="*/ 647 w 685"/>
                <a:gd name="T35" fmla="*/ 325 h 414"/>
                <a:gd name="T36" fmla="*/ 680 w 685"/>
                <a:gd name="T37" fmla="*/ 265 h 414"/>
                <a:gd name="T38" fmla="*/ 685 w 685"/>
                <a:gd name="T39" fmla="*/ 208 h 414"/>
                <a:gd name="T40" fmla="*/ 679 w 685"/>
                <a:gd name="T41" fmla="*/ 151 h 414"/>
                <a:gd name="T42" fmla="*/ 645 w 685"/>
                <a:gd name="T43" fmla="*/ 90 h 414"/>
                <a:gd name="T44" fmla="*/ 617 w 685"/>
                <a:gd name="T45" fmla="*/ 60 h 414"/>
                <a:gd name="T46" fmla="*/ 559 w 685"/>
                <a:gd name="T47" fmla="*/ 20 h 414"/>
                <a:gd name="T48" fmla="*/ 496 w 685"/>
                <a:gd name="T49" fmla="*/ 1 h 414"/>
                <a:gd name="T50" fmla="*/ 434 w 685"/>
                <a:gd name="T51" fmla="*/ 4 h 414"/>
                <a:gd name="T52" fmla="*/ 391 w 685"/>
                <a:gd name="T53" fmla="*/ 23 h 414"/>
                <a:gd name="T54" fmla="*/ 356 w 685"/>
                <a:gd name="T55" fmla="*/ 42 h 414"/>
                <a:gd name="T56" fmla="*/ 311 w 685"/>
                <a:gd name="T57" fmla="*/ 34 h 414"/>
                <a:gd name="T58" fmla="*/ 271 w 685"/>
                <a:gd name="T59" fmla="*/ 16 h 414"/>
                <a:gd name="T60" fmla="*/ 186 w 685"/>
                <a:gd name="T61" fmla="*/ 2 h 414"/>
                <a:gd name="T62" fmla="*/ 125 w 685"/>
                <a:gd name="T63" fmla="*/ 16 h 414"/>
                <a:gd name="T64" fmla="*/ 243 w 685"/>
                <a:gd name="T65" fmla="*/ 154 h 414"/>
                <a:gd name="T66" fmla="*/ 266 w 685"/>
                <a:gd name="T67" fmla="*/ 190 h 414"/>
                <a:gd name="T68" fmla="*/ 267 w 685"/>
                <a:gd name="T69" fmla="*/ 221 h 414"/>
                <a:gd name="T70" fmla="*/ 233 w 685"/>
                <a:gd name="T71" fmla="*/ 268 h 414"/>
                <a:gd name="T72" fmla="*/ 195 w 685"/>
                <a:gd name="T73" fmla="*/ 283 h 414"/>
                <a:gd name="T74" fmla="*/ 168 w 685"/>
                <a:gd name="T75" fmla="*/ 265 h 414"/>
                <a:gd name="T76" fmla="*/ 136 w 685"/>
                <a:gd name="T77" fmla="*/ 217 h 414"/>
                <a:gd name="T78" fmla="*/ 136 w 685"/>
                <a:gd name="T79" fmla="*/ 199 h 414"/>
                <a:gd name="T80" fmla="*/ 168 w 685"/>
                <a:gd name="T81" fmla="*/ 151 h 414"/>
                <a:gd name="T82" fmla="*/ 195 w 685"/>
                <a:gd name="T83" fmla="*/ 133 h 414"/>
                <a:gd name="T84" fmla="*/ 236 w 685"/>
                <a:gd name="T85" fmla="*/ 150 h 414"/>
                <a:gd name="T86" fmla="*/ 536 w 685"/>
                <a:gd name="T87" fmla="*/ 171 h 414"/>
                <a:gd name="T88" fmla="*/ 551 w 685"/>
                <a:gd name="T89" fmla="*/ 208 h 414"/>
                <a:gd name="T90" fmla="*/ 537 w 685"/>
                <a:gd name="T91" fmla="*/ 241 h 414"/>
                <a:gd name="T92" fmla="*/ 498 w 685"/>
                <a:gd name="T93" fmla="*/ 281 h 414"/>
                <a:gd name="T94" fmla="*/ 479 w 685"/>
                <a:gd name="T95" fmla="*/ 282 h 414"/>
                <a:gd name="T96" fmla="*/ 441 w 685"/>
                <a:gd name="T97" fmla="*/ 259 h 414"/>
                <a:gd name="T98" fmla="*/ 422 w 685"/>
                <a:gd name="T99" fmla="*/ 218 h 414"/>
                <a:gd name="T100" fmla="*/ 426 w 685"/>
                <a:gd name="T101" fmla="*/ 175 h 414"/>
                <a:gd name="T102" fmla="*/ 448 w 685"/>
                <a:gd name="T103" fmla="*/ 151 h 414"/>
                <a:gd name="T104" fmla="*/ 481 w 685"/>
                <a:gd name="T105" fmla="*/ 135 h 414"/>
                <a:gd name="T106" fmla="*/ 514 w 685"/>
                <a:gd name="T107" fmla="*/ 149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85" h="414">
                  <a:moveTo>
                    <a:pt x="125" y="16"/>
                  </a:moveTo>
                  <a:lnTo>
                    <a:pt x="109" y="24"/>
                  </a:lnTo>
                  <a:lnTo>
                    <a:pt x="66" y="61"/>
                  </a:lnTo>
                  <a:lnTo>
                    <a:pt x="46" y="83"/>
                  </a:lnTo>
                  <a:lnTo>
                    <a:pt x="34" y="98"/>
                  </a:lnTo>
                  <a:lnTo>
                    <a:pt x="16" y="130"/>
                  </a:lnTo>
                  <a:lnTo>
                    <a:pt x="5" y="162"/>
                  </a:lnTo>
                  <a:lnTo>
                    <a:pt x="0" y="195"/>
                  </a:lnTo>
                  <a:lnTo>
                    <a:pt x="1" y="228"/>
                  </a:lnTo>
                  <a:lnTo>
                    <a:pt x="8" y="260"/>
                  </a:lnTo>
                  <a:lnTo>
                    <a:pt x="20" y="290"/>
                  </a:lnTo>
                  <a:lnTo>
                    <a:pt x="36" y="319"/>
                  </a:lnTo>
                  <a:lnTo>
                    <a:pt x="56" y="344"/>
                  </a:lnTo>
                  <a:lnTo>
                    <a:pt x="79" y="367"/>
                  </a:lnTo>
                  <a:lnTo>
                    <a:pt x="106" y="386"/>
                  </a:lnTo>
                  <a:lnTo>
                    <a:pt x="135" y="400"/>
                  </a:lnTo>
                  <a:lnTo>
                    <a:pt x="167" y="409"/>
                  </a:lnTo>
                  <a:lnTo>
                    <a:pt x="200" y="413"/>
                  </a:lnTo>
                  <a:lnTo>
                    <a:pt x="235" y="410"/>
                  </a:lnTo>
                  <a:lnTo>
                    <a:pt x="270" y="401"/>
                  </a:lnTo>
                  <a:lnTo>
                    <a:pt x="288" y="393"/>
                  </a:lnTo>
                  <a:lnTo>
                    <a:pt x="307" y="384"/>
                  </a:lnTo>
                  <a:lnTo>
                    <a:pt x="334" y="375"/>
                  </a:lnTo>
                  <a:lnTo>
                    <a:pt x="356" y="375"/>
                  </a:lnTo>
                  <a:lnTo>
                    <a:pt x="382" y="384"/>
                  </a:lnTo>
                  <a:lnTo>
                    <a:pt x="400" y="393"/>
                  </a:lnTo>
                  <a:lnTo>
                    <a:pt x="415" y="400"/>
                  </a:lnTo>
                  <a:lnTo>
                    <a:pt x="445" y="410"/>
                  </a:lnTo>
                  <a:lnTo>
                    <a:pt x="475" y="414"/>
                  </a:lnTo>
                  <a:lnTo>
                    <a:pt x="505" y="413"/>
                  </a:lnTo>
                  <a:lnTo>
                    <a:pt x="535" y="406"/>
                  </a:lnTo>
                  <a:lnTo>
                    <a:pt x="563" y="394"/>
                  </a:lnTo>
                  <a:lnTo>
                    <a:pt x="591" y="377"/>
                  </a:lnTo>
                  <a:lnTo>
                    <a:pt x="618" y="355"/>
                  </a:lnTo>
                  <a:lnTo>
                    <a:pt x="631" y="341"/>
                  </a:lnTo>
                  <a:lnTo>
                    <a:pt x="647" y="325"/>
                  </a:lnTo>
                  <a:lnTo>
                    <a:pt x="668" y="295"/>
                  </a:lnTo>
                  <a:lnTo>
                    <a:pt x="680" y="265"/>
                  </a:lnTo>
                  <a:lnTo>
                    <a:pt x="684" y="230"/>
                  </a:lnTo>
                  <a:lnTo>
                    <a:pt x="685" y="208"/>
                  </a:lnTo>
                  <a:lnTo>
                    <a:pt x="684" y="186"/>
                  </a:lnTo>
                  <a:lnTo>
                    <a:pt x="679" y="151"/>
                  </a:lnTo>
                  <a:lnTo>
                    <a:pt x="667" y="121"/>
                  </a:lnTo>
                  <a:lnTo>
                    <a:pt x="645" y="90"/>
                  </a:lnTo>
                  <a:lnTo>
                    <a:pt x="630" y="73"/>
                  </a:lnTo>
                  <a:lnTo>
                    <a:pt x="617" y="60"/>
                  </a:lnTo>
                  <a:lnTo>
                    <a:pt x="589" y="37"/>
                  </a:lnTo>
                  <a:lnTo>
                    <a:pt x="559" y="20"/>
                  </a:lnTo>
                  <a:lnTo>
                    <a:pt x="528" y="7"/>
                  </a:lnTo>
                  <a:lnTo>
                    <a:pt x="496" y="1"/>
                  </a:lnTo>
                  <a:lnTo>
                    <a:pt x="464" y="0"/>
                  </a:lnTo>
                  <a:lnTo>
                    <a:pt x="434" y="4"/>
                  </a:lnTo>
                  <a:lnTo>
                    <a:pt x="405" y="15"/>
                  </a:lnTo>
                  <a:lnTo>
                    <a:pt x="391" y="23"/>
                  </a:lnTo>
                  <a:lnTo>
                    <a:pt x="377" y="32"/>
                  </a:lnTo>
                  <a:lnTo>
                    <a:pt x="356" y="42"/>
                  </a:lnTo>
                  <a:lnTo>
                    <a:pt x="337" y="43"/>
                  </a:lnTo>
                  <a:lnTo>
                    <a:pt x="311" y="34"/>
                  </a:lnTo>
                  <a:lnTo>
                    <a:pt x="293" y="26"/>
                  </a:lnTo>
                  <a:lnTo>
                    <a:pt x="271" y="16"/>
                  </a:lnTo>
                  <a:lnTo>
                    <a:pt x="228" y="5"/>
                  </a:lnTo>
                  <a:lnTo>
                    <a:pt x="186" y="2"/>
                  </a:lnTo>
                  <a:lnTo>
                    <a:pt x="145" y="9"/>
                  </a:lnTo>
                  <a:lnTo>
                    <a:pt x="125" y="16"/>
                  </a:lnTo>
                  <a:close/>
                  <a:moveTo>
                    <a:pt x="236" y="150"/>
                  </a:moveTo>
                  <a:lnTo>
                    <a:pt x="243" y="154"/>
                  </a:lnTo>
                  <a:lnTo>
                    <a:pt x="255" y="166"/>
                  </a:lnTo>
                  <a:lnTo>
                    <a:pt x="266" y="190"/>
                  </a:lnTo>
                  <a:lnTo>
                    <a:pt x="268" y="208"/>
                  </a:lnTo>
                  <a:lnTo>
                    <a:pt x="267" y="221"/>
                  </a:lnTo>
                  <a:lnTo>
                    <a:pt x="254" y="247"/>
                  </a:lnTo>
                  <a:lnTo>
                    <a:pt x="233" y="268"/>
                  </a:lnTo>
                  <a:lnTo>
                    <a:pt x="207" y="282"/>
                  </a:lnTo>
                  <a:lnTo>
                    <a:pt x="195" y="283"/>
                  </a:lnTo>
                  <a:lnTo>
                    <a:pt x="188" y="281"/>
                  </a:lnTo>
                  <a:lnTo>
                    <a:pt x="168" y="265"/>
                  </a:lnTo>
                  <a:lnTo>
                    <a:pt x="149" y="241"/>
                  </a:lnTo>
                  <a:lnTo>
                    <a:pt x="136" y="217"/>
                  </a:lnTo>
                  <a:lnTo>
                    <a:pt x="135" y="208"/>
                  </a:lnTo>
                  <a:lnTo>
                    <a:pt x="136" y="199"/>
                  </a:lnTo>
                  <a:lnTo>
                    <a:pt x="149" y="175"/>
                  </a:lnTo>
                  <a:lnTo>
                    <a:pt x="168" y="151"/>
                  </a:lnTo>
                  <a:lnTo>
                    <a:pt x="188" y="135"/>
                  </a:lnTo>
                  <a:lnTo>
                    <a:pt x="195" y="133"/>
                  </a:lnTo>
                  <a:lnTo>
                    <a:pt x="209" y="137"/>
                  </a:lnTo>
                  <a:lnTo>
                    <a:pt x="236" y="150"/>
                  </a:lnTo>
                  <a:close/>
                  <a:moveTo>
                    <a:pt x="525" y="160"/>
                  </a:moveTo>
                  <a:lnTo>
                    <a:pt x="536" y="171"/>
                  </a:lnTo>
                  <a:lnTo>
                    <a:pt x="550" y="198"/>
                  </a:lnTo>
                  <a:lnTo>
                    <a:pt x="551" y="208"/>
                  </a:lnTo>
                  <a:lnTo>
                    <a:pt x="550" y="217"/>
                  </a:lnTo>
                  <a:lnTo>
                    <a:pt x="537" y="241"/>
                  </a:lnTo>
                  <a:lnTo>
                    <a:pt x="518" y="265"/>
                  </a:lnTo>
                  <a:lnTo>
                    <a:pt x="498" y="281"/>
                  </a:lnTo>
                  <a:lnTo>
                    <a:pt x="491" y="283"/>
                  </a:lnTo>
                  <a:lnTo>
                    <a:pt x="479" y="282"/>
                  </a:lnTo>
                  <a:lnTo>
                    <a:pt x="458" y="274"/>
                  </a:lnTo>
                  <a:lnTo>
                    <a:pt x="441" y="259"/>
                  </a:lnTo>
                  <a:lnTo>
                    <a:pt x="429" y="240"/>
                  </a:lnTo>
                  <a:lnTo>
                    <a:pt x="422" y="218"/>
                  </a:lnTo>
                  <a:lnTo>
                    <a:pt x="420" y="196"/>
                  </a:lnTo>
                  <a:lnTo>
                    <a:pt x="426" y="175"/>
                  </a:lnTo>
                  <a:lnTo>
                    <a:pt x="438" y="158"/>
                  </a:lnTo>
                  <a:lnTo>
                    <a:pt x="448" y="151"/>
                  </a:lnTo>
                  <a:lnTo>
                    <a:pt x="461" y="143"/>
                  </a:lnTo>
                  <a:lnTo>
                    <a:pt x="481" y="135"/>
                  </a:lnTo>
                  <a:lnTo>
                    <a:pt x="497" y="137"/>
                  </a:lnTo>
                  <a:lnTo>
                    <a:pt x="514" y="149"/>
                  </a:lnTo>
                  <a:lnTo>
                    <a:pt x="525" y="1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 name="Freeform 57">
              <a:extLst>
                <a:ext uri="{FF2B5EF4-FFF2-40B4-BE49-F238E27FC236}">
                  <a16:creationId xmlns:a16="http://schemas.microsoft.com/office/drawing/2014/main" id="{86A51492-9FC1-D42E-0373-5EA53330E449}"/>
                </a:ext>
              </a:extLst>
            </p:cNvPr>
            <p:cNvSpPr>
              <a:spLocks/>
            </p:cNvSpPr>
            <p:nvPr/>
          </p:nvSpPr>
          <p:spPr bwMode="auto">
            <a:xfrm>
              <a:off x="7364413" y="936626"/>
              <a:ext cx="47625" cy="74613"/>
            </a:xfrm>
            <a:custGeom>
              <a:avLst/>
              <a:gdLst>
                <a:gd name="T0" fmla="*/ 5 w 131"/>
                <a:gd name="T1" fmla="*/ 22 h 197"/>
                <a:gd name="T2" fmla="*/ 2 w 131"/>
                <a:gd name="T3" fmla="*/ 35 h 197"/>
                <a:gd name="T4" fmla="*/ 0 w 131"/>
                <a:gd name="T5" fmla="*/ 87 h 197"/>
                <a:gd name="T6" fmla="*/ 2 w 131"/>
                <a:gd name="T7" fmla="*/ 117 h 197"/>
                <a:gd name="T8" fmla="*/ 4 w 131"/>
                <a:gd name="T9" fmla="*/ 139 h 197"/>
                <a:gd name="T10" fmla="*/ 9 w 131"/>
                <a:gd name="T11" fmla="*/ 169 h 197"/>
                <a:gd name="T12" fmla="*/ 19 w 131"/>
                <a:gd name="T13" fmla="*/ 186 h 197"/>
                <a:gd name="T14" fmla="*/ 34 w 131"/>
                <a:gd name="T15" fmla="*/ 194 h 197"/>
                <a:gd name="T16" fmla="*/ 45 w 131"/>
                <a:gd name="T17" fmla="*/ 196 h 197"/>
                <a:gd name="T18" fmla="*/ 62 w 131"/>
                <a:gd name="T19" fmla="*/ 197 h 197"/>
                <a:gd name="T20" fmla="*/ 97 w 131"/>
                <a:gd name="T21" fmla="*/ 189 h 197"/>
                <a:gd name="T22" fmla="*/ 109 w 131"/>
                <a:gd name="T23" fmla="*/ 182 h 197"/>
                <a:gd name="T24" fmla="*/ 114 w 131"/>
                <a:gd name="T25" fmla="*/ 177 h 197"/>
                <a:gd name="T26" fmla="*/ 122 w 131"/>
                <a:gd name="T27" fmla="*/ 161 h 197"/>
                <a:gd name="T28" fmla="*/ 130 w 131"/>
                <a:gd name="T29" fmla="*/ 127 h 197"/>
                <a:gd name="T30" fmla="*/ 131 w 131"/>
                <a:gd name="T31" fmla="*/ 76 h 197"/>
                <a:gd name="T32" fmla="*/ 125 w 131"/>
                <a:gd name="T33" fmla="*/ 42 h 197"/>
                <a:gd name="T34" fmla="*/ 117 w 131"/>
                <a:gd name="T35" fmla="*/ 25 h 197"/>
                <a:gd name="T36" fmla="*/ 112 w 131"/>
                <a:gd name="T37" fmla="*/ 19 h 197"/>
                <a:gd name="T38" fmla="*/ 101 w 131"/>
                <a:gd name="T39" fmla="*/ 10 h 197"/>
                <a:gd name="T40" fmla="*/ 70 w 131"/>
                <a:gd name="T41" fmla="*/ 0 h 197"/>
                <a:gd name="T42" fmla="*/ 37 w 131"/>
                <a:gd name="T43" fmla="*/ 1 h 197"/>
                <a:gd name="T44" fmla="*/ 11 w 131"/>
                <a:gd name="T45" fmla="*/ 13 h 197"/>
                <a:gd name="T46" fmla="*/ 5 w 131"/>
                <a:gd name="T47" fmla="*/ 2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1" h="197">
                  <a:moveTo>
                    <a:pt x="5" y="22"/>
                  </a:moveTo>
                  <a:lnTo>
                    <a:pt x="2" y="35"/>
                  </a:lnTo>
                  <a:lnTo>
                    <a:pt x="0" y="87"/>
                  </a:lnTo>
                  <a:lnTo>
                    <a:pt x="2" y="117"/>
                  </a:lnTo>
                  <a:lnTo>
                    <a:pt x="4" y="139"/>
                  </a:lnTo>
                  <a:lnTo>
                    <a:pt x="9" y="169"/>
                  </a:lnTo>
                  <a:lnTo>
                    <a:pt x="19" y="186"/>
                  </a:lnTo>
                  <a:lnTo>
                    <a:pt x="34" y="194"/>
                  </a:lnTo>
                  <a:lnTo>
                    <a:pt x="45" y="196"/>
                  </a:lnTo>
                  <a:lnTo>
                    <a:pt x="62" y="197"/>
                  </a:lnTo>
                  <a:lnTo>
                    <a:pt x="97" y="189"/>
                  </a:lnTo>
                  <a:lnTo>
                    <a:pt x="109" y="182"/>
                  </a:lnTo>
                  <a:lnTo>
                    <a:pt x="114" y="177"/>
                  </a:lnTo>
                  <a:lnTo>
                    <a:pt x="122" y="161"/>
                  </a:lnTo>
                  <a:lnTo>
                    <a:pt x="130" y="127"/>
                  </a:lnTo>
                  <a:lnTo>
                    <a:pt x="131" y="76"/>
                  </a:lnTo>
                  <a:lnTo>
                    <a:pt x="125" y="42"/>
                  </a:lnTo>
                  <a:lnTo>
                    <a:pt x="117" y="25"/>
                  </a:lnTo>
                  <a:lnTo>
                    <a:pt x="112" y="19"/>
                  </a:lnTo>
                  <a:lnTo>
                    <a:pt x="101" y="10"/>
                  </a:lnTo>
                  <a:lnTo>
                    <a:pt x="70" y="0"/>
                  </a:lnTo>
                  <a:lnTo>
                    <a:pt x="37" y="1"/>
                  </a:lnTo>
                  <a:lnTo>
                    <a:pt x="11" y="13"/>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58">
              <a:extLst>
                <a:ext uri="{FF2B5EF4-FFF2-40B4-BE49-F238E27FC236}">
                  <a16:creationId xmlns:a16="http://schemas.microsoft.com/office/drawing/2014/main" id="{7A28A09A-5B8C-21FB-D448-3E218CBA252C}"/>
                </a:ext>
              </a:extLst>
            </p:cNvPr>
            <p:cNvSpPr>
              <a:spLocks/>
            </p:cNvSpPr>
            <p:nvPr/>
          </p:nvSpPr>
          <p:spPr bwMode="auto">
            <a:xfrm>
              <a:off x="7129463" y="962026"/>
              <a:ext cx="514350" cy="850900"/>
            </a:xfrm>
            <a:custGeom>
              <a:avLst/>
              <a:gdLst>
                <a:gd name="T0" fmla="*/ 974 w 1379"/>
                <a:gd name="T1" fmla="*/ 47 h 2280"/>
                <a:gd name="T2" fmla="*/ 962 w 1379"/>
                <a:gd name="T3" fmla="*/ 463 h 2280"/>
                <a:gd name="T4" fmla="*/ 961 w 1379"/>
                <a:gd name="T5" fmla="*/ 1516 h 2280"/>
                <a:gd name="T6" fmla="*/ 900 w 1379"/>
                <a:gd name="T7" fmla="*/ 1518 h 2280"/>
                <a:gd name="T8" fmla="*/ 839 w 1379"/>
                <a:gd name="T9" fmla="*/ 1554 h 2280"/>
                <a:gd name="T10" fmla="*/ 833 w 1379"/>
                <a:gd name="T11" fmla="*/ 1603 h 2280"/>
                <a:gd name="T12" fmla="*/ 851 w 1379"/>
                <a:gd name="T13" fmla="*/ 1635 h 2280"/>
                <a:gd name="T14" fmla="*/ 971 w 1379"/>
                <a:gd name="T15" fmla="*/ 1654 h 2280"/>
                <a:gd name="T16" fmla="*/ 1224 w 1379"/>
                <a:gd name="T17" fmla="*/ 1675 h 2280"/>
                <a:gd name="T18" fmla="*/ 863 w 1379"/>
                <a:gd name="T19" fmla="*/ 1990 h 2280"/>
                <a:gd name="T20" fmla="*/ 694 w 1379"/>
                <a:gd name="T21" fmla="*/ 2130 h 2280"/>
                <a:gd name="T22" fmla="*/ 640 w 1379"/>
                <a:gd name="T23" fmla="*/ 2092 h 2280"/>
                <a:gd name="T24" fmla="*/ 323 w 1379"/>
                <a:gd name="T25" fmla="*/ 1820 h 2280"/>
                <a:gd name="T26" fmla="*/ 165 w 1379"/>
                <a:gd name="T27" fmla="*/ 1670 h 2280"/>
                <a:gd name="T28" fmla="*/ 164 w 1379"/>
                <a:gd name="T29" fmla="*/ 1661 h 2280"/>
                <a:gd name="T30" fmla="*/ 311 w 1379"/>
                <a:gd name="T31" fmla="*/ 1651 h 2280"/>
                <a:gd name="T32" fmla="*/ 492 w 1379"/>
                <a:gd name="T33" fmla="*/ 1650 h 2280"/>
                <a:gd name="T34" fmla="*/ 649 w 1379"/>
                <a:gd name="T35" fmla="*/ 1641 h 2280"/>
                <a:gd name="T36" fmla="*/ 678 w 1379"/>
                <a:gd name="T37" fmla="*/ 1615 h 2280"/>
                <a:gd name="T38" fmla="*/ 688 w 1379"/>
                <a:gd name="T39" fmla="*/ 1588 h 2280"/>
                <a:gd name="T40" fmla="*/ 676 w 1379"/>
                <a:gd name="T41" fmla="*/ 1557 h 2280"/>
                <a:gd name="T42" fmla="*/ 659 w 1379"/>
                <a:gd name="T43" fmla="*/ 1539 h 2280"/>
                <a:gd name="T44" fmla="*/ 604 w 1379"/>
                <a:gd name="T45" fmla="*/ 1520 h 2280"/>
                <a:gd name="T46" fmla="*/ 524 w 1379"/>
                <a:gd name="T47" fmla="*/ 1516 h 2280"/>
                <a:gd name="T48" fmla="*/ 411 w 1379"/>
                <a:gd name="T49" fmla="*/ 875 h 2280"/>
                <a:gd name="T50" fmla="*/ 409 w 1379"/>
                <a:gd name="T51" fmla="*/ 391 h 2280"/>
                <a:gd name="T52" fmla="*/ 393 w 1379"/>
                <a:gd name="T53" fmla="*/ 229 h 2280"/>
                <a:gd name="T54" fmla="*/ 378 w 1379"/>
                <a:gd name="T55" fmla="*/ 216 h 2280"/>
                <a:gd name="T56" fmla="*/ 328 w 1379"/>
                <a:gd name="T57" fmla="*/ 208 h 2280"/>
                <a:gd name="T58" fmla="*/ 305 w 1379"/>
                <a:gd name="T59" fmla="*/ 219 h 2280"/>
                <a:gd name="T60" fmla="*/ 286 w 1379"/>
                <a:gd name="T61" fmla="*/ 264 h 2280"/>
                <a:gd name="T62" fmla="*/ 278 w 1379"/>
                <a:gd name="T63" fmla="*/ 660 h 2280"/>
                <a:gd name="T64" fmla="*/ 278 w 1379"/>
                <a:gd name="T65" fmla="*/ 1516 h 2280"/>
                <a:gd name="T66" fmla="*/ 165 w 1379"/>
                <a:gd name="T67" fmla="*/ 1517 h 2280"/>
                <a:gd name="T68" fmla="*/ 82 w 1379"/>
                <a:gd name="T69" fmla="*/ 1537 h 2280"/>
                <a:gd name="T70" fmla="*/ 26 w 1379"/>
                <a:gd name="T71" fmla="*/ 1579 h 2280"/>
                <a:gd name="T72" fmla="*/ 0 w 1379"/>
                <a:gd name="T73" fmla="*/ 1639 h 2280"/>
                <a:gd name="T74" fmla="*/ 4 w 1379"/>
                <a:gd name="T75" fmla="*/ 1693 h 2280"/>
                <a:gd name="T76" fmla="*/ 60 w 1379"/>
                <a:gd name="T77" fmla="*/ 1758 h 2280"/>
                <a:gd name="T78" fmla="*/ 412 w 1379"/>
                <a:gd name="T79" fmla="*/ 2087 h 2280"/>
                <a:gd name="T80" fmla="*/ 622 w 1379"/>
                <a:gd name="T81" fmla="*/ 2261 h 2280"/>
                <a:gd name="T82" fmla="*/ 656 w 1379"/>
                <a:gd name="T83" fmla="*/ 2277 h 2280"/>
                <a:gd name="T84" fmla="*/ 716 w 1379"/>
                <a:gd name="T85" fmla="*/ 2276 h 2280"/>
                <a:gd name="T86" fmla="*/ 765 w 1379"/>
                <a:gd name="T87" fmla="*/ 2246 h 2280"/>
                <a:gd name="T88" fmla="*/ 1033 w 1379"/>
                <a:gd name="T89" fmla="*/ 2026 h 2280"/>
                <a:gd name="T90" fmla="*/ 1299 w 1379"/>
                <a:gd name="T91" fmla="*/ 1788 h 2280"/>
                <a:gd name="T92" fmla="*/ 1364 w 1379"/>
                <a:gd name="T93" fmla="*/ 1711 h 2280"/>
                <a:gd name="T94" fmla="*/ 1379 w 1379"/>
                <a:gd name="T95" fmla="*/ 1657 h 2280"/>
                <a:gd name="T96" fmla="*/ 1362 w 1379"/>
                <a:gd name="T97" fmla="*/ 1605 h 2280"/>
                <a:gd name="T98" fmla="*/ 1329 w 1379"/>
                <a:gd name="T99" fmla="*/ 1565 h 2280"/>
                <a:gd name="T100" fmla="*/ 1287 w 1379"/>
                <a:gd name="T101" fmla="*/ 1531 h 2280"/>
                <a:gd name="T102" fmla="*/ 1216 w 1379"/>
                <a:gd name="T103" fmla="*/ 1517 h 2280"/>
                <a:gd name="T104" fmla="*/ 1094 w 1379"/>
                <a:gd name="T105" fmla="*/ 1516 h 2280"/>
                <a:gd name="T106" fmla="*/ 1094 w 1379"/>
                <a:gd name="T107" fmla="*/ 341 h 2280"/>
                <a:gd name="T108" fmla="*/ 1079 w 1379"/>
                <a:gd name="T109" fmla="*/ 25 h 2280"/>
                <a:gd name="T110" fmla="*/ 1068 w 1379"/>
                <a:gd name="T111" fmla="*/ 10 h 2280"/>
                <a:gd name="T112" fmla="*/ 1024 w 1379"/>
                <a:gd name="T113" fmla="*/ 0 h 2280"/>
                <a:gd name="T114" fmla="*/ 985 w 1379"/>
                <a:gd name="T115" fmla="*/ 20 h 2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79" h="2280">
                  <a:moveTo>
                    <a:pt x="978" y="31"/>
                  </a:moveTo>
                  <a:lnTo>
                    <a:pt x="974" y="47"/>
                  </a:lnTo>
                  <a:lnTo>
                    <a:pt x="968" y="154"/>
                  </a:lnTo>
                  <a:lnTo>
                    <a:pt x="962" y="463"/>
                  </a:lnTo>
                  <a:lnTo>
                    <a:pt x="961" y="790"/>
                  </a:lnTo>
                  <a:lnTo>
                    <a:pt x="961" y="1516"/>
                  </a:lnTo>
                  <a:lnTo>
                    <a:pt x="923" y="1516"/>
                  </a:lnTo>
                  <a:lnTo>
                    <a:pt x="900" y="1518"/>
                  </a:lnTo>
                  <a:lnTo>
                    <a:pt x="864" y="1531"/>
                  </a:lnTo>
                  <a:lnTo>
                    <a:pt x="839" y="1554"/>
                  </a:lnTo>
                  <a:lnTo>
                    <a:pt x="830" y="1585"/>
                  </a:lnTo>
                  <a:lnTo>
                    <a:pt x="833" y="1603"/>
                  </a:lnTo>
                  <a:lnTo>
                    <a:pt x="836" y="1617"/>
                  </a:lnTo>
                  <a:lnTo>
                    <a:pt x="851" y="1635"/>
                  </a:lnTo>
                  <a:lnTo>
                    <a:pt x="890" y="1646"/>
                  </a:lnTo>
                  <a:lnTo>
                    <a:pt x="971" y="1654"/>
                  </a:lnTo>
                  <a:lnTo>
                    <a:pt x="1034" y="1660"/>
                  </a:lnTo>
                  <a:lnTo>
                    <a:pt x="1224" y="1675"/>
                  </a:lnTo>
                  <a:lnTo>
                    <a:pt x="966" y="1900"/>
                  </a:lnTo>
                  <a:lnTo>
                    <a:pt x="863" y="1990"/>
                  </a:lnTo>
                  <a:lnTo>
                    <a:pt x="715" y="2115"/>
                  </a:lnTo>
                  <a:lnTo>
                    <a:pt x="694" y="2130"/>
                  </a:lnTo>
                  <a:lnTo>
                    <a:pt x="687" y="2127"/>
                  </a:lnTo>
                  <a:lnTo>
                    <a:pt x="640" y="2092"/>
                  </a:lnTo>
                  <a:lnTo>
                    <a:pt x="519" y="1993"/>
                  </a:lnTo>
                  <a:lnTo>
                    <a:pt x="323" y="1820"/>
                  </a:lnTo>
                  <a:lnTo>
                    <a:pt x="207" y="1714"/>
                  </a:lnTo>
                  <a:lnTo>
                    <a:pt x="165" y="1670"/>
                  </a:lnTo>
                  <a:lnTo>
                    <a:pt x="161" y="1663"/>
                  </a:lnTo>
                  <a:lnTo>
                    <a:pt x="164" y="1661"/>
                  </a:lnTo>
                  <a:lnTo>
                    <a:pt x="202" y="1656"/>
                  </a:lnTo>
                  <a:lnTo>
                    <a:pt x="311" y="1651"/>
                  </a:lnTo>
                  <a:lnTo>
                    <a:pt x="411" y="1650"/>
                  </a:lnTo>
                  <a:lnTo>
                    <a:pt x="492" y="1650"/>
                  </a:lnTo>
                  <a:lnTo>
                    <a:pt x="596" y="1648"/>
                  </a:lnTo>
                  <a:lnTo>
                    <a:pt x="649" y="1641"/>
                  </a:lnTo>
                  <a:lnTo>
                    <a:pt x="671" y="1626"/>
                  </a:lnTo>
                  <a:lnTo>
                    <a:pt x="678" y="1615"/>
                  </a:lnTo>
                  <a:lnTo>
                    <a:pt x="683" y="1605"/>
                  </a:lnTo>
                  <a:lnTo>
                    <a:pt x="688" y="1588"/>
                  </a:lnTo>
                  <a:lnTo>
                    <a:pt x="685" y="1573"/>
                  </a:lnTo>
                  <a:lnTo>
                    <a:pt x="676" y="1557"/>
                  </a:lnTo>
                  <a:lnTo>
                    <a:pt x="668" y="1548"/>
                  </a:lnTo>
                  <a:lnTo>
                    <a:pt x="659" y="1539"/>
                  </a:lnTo>
                  <a:lnTo>
                    <a:pt x="637" y="1527"/>
                  </a:lnTo>
                  <a:lnTo>
                    <a:pt x="604" y="1520"/>
                  </a:lnTo>
                  <a:lnTo>
                    <a:pt x="557" y="1517"/>
                  </a:lnTo>
                  <a:lnTo>
                    <a:pt x="524" y="1516"/>
                  </a:lnTo>
                  <a:lnTo>
                    <a:pt x="411" y="1516"/>
                  </a:lnTo>
                  <a:lnTo>
                    <a:pt x="411" y="875"/>
                  </a:lnTo>
                  <a:lnTo>
                    <a:pt x="411" y="660"/>
                  </a:lnTo>
                  <a:lnTo>
                    <a:pt x="409" y="391"/>
                  </a:lnTo>
                  <a:lnTo>
                    <a:pt x="402" y="264"/>
                  </a:lnTo>
                  <a:lnTo>
                    <a:pt x="393" y="229"/>
                  </a:lnTo>
                  <a:lnTo>
                    <a:pt x="383" y="219"/>
                  </a:lnTo>
                  <a:lnTo>
                    <a:pt x="378" y="216"/>
                  </a:lnTo>
                  <a:lnTo>
                    <a:pt x="361" y="208"/>
                  </a:lnTo>
                  <a:lnTo>
                    <a:pt x="328" y="208"/>
                  </a:lnTo>
                  <a:lnTo>
                    <a:pt x="311" y="216"/>
                  </a:lnTo>
                  <a:lnTo>
                    <a:pt x="305" y="219"/>
                  </a:lnTo>
                  <a:lnTo>
                    <a:pt x="296" y="229"/>
                  </a:lnTo>
                  <a:lnTo>
                    <a:pt x="286" y="264"/>
                  </a:lnTo>
                  <a:lnTo>
                    <a:pt x="280" y="391"/>
                  </a:lnTo>
                  <a:lnTo>
                    <a:pt x="278" y="660"/>
                  </a:lnTo>
                  <a:lnTo>
                    <a:pt x="278" y="875"/>
                  </a:lnTo>
                  <a:lnTo>
                    <a:pt x="278" y="1516"/>
                  </a:lnTo>
                  <a:lnTo>
                    <a:pt x="189" y="1516"/>
                  </a:lnTo>
                  <a:lnTo>
                    <a:pt x="165" y="1517"/>
                  </a:lnTo>
                  <a:lnTo>
                    <a:pt x="120" y="1524"/>
                  </a:lnTo>
                  <a:lnTo>
                    <a:pt x="82" y="1537"/>
                  </a:lnTo>
                  <a:lnTo>
                    <a:pt x="50" y="1555"/>
                  </a:lnTo>
                  <a:lnTo>
                    <a:pt x="26" y="1579"/>
                  </a:lnTo>
                  <a:lnTo>
                    <a:pt x="9" y="1607"/>
                  </a:lnTo>
                  <a:lnTo>
                    <a:pt x="0" y="1639"/>
                  </a:lnTo>
                  <a:lnTo>
                    <a:pt x="0" y="1674"/>
                  </a:lnTo>
                  <a:lnTo>
                    <a:pt x="4" y="1693"/>
                  </a:lnTo>
                  <a:lnTo>
                    <a:pt x="11" y="1705"/>
                  </a:lnTo>
                  <a:lnTo>
                    <a:pt x="60" y="1758"/>
                  </a:lnTo>
                  <a:lnTo>
                    <a:pt x="189" y="1885"/>
                  </a:lnTo>
                  <a:lnTo>
                    <a:pt x="412" y="2087"/>
                  </a:lnTo>
                  <a:lnTo>
                    <a:pt x="556" y="2210"/>
                  </a:lnTo>
                  <a:lnTo>
                    <a:pt x="622" y="2261"/>
                  </a:lnTo>
                  <a:lnTo>
                    <a:pt x="639" y="2271"/>
                  </a:lnTo>
                  <a:lnTo>
                    <a:pt x="656" y="2277"/>
                  </a:lnTo>
                  <a:lnTo>
                    <a:pt x="698" y="2280"/>
                  </a:lnTo>
                  <a:lnTo>
                    <a:pt x="716" y="2276"/>
                  </a:lnTo>
                  <a:lnTo>
                    <a:pt x="725" y="2273"/>
                  </a:lnTo>
                  <a:lnTo>
                    <a:pt x="765" y="2246"/>
                  </a:lnTo>
                  <a:lnTo>
                    <a:pt x="860" y="2171"/>
                  </a:lnTo>
                  <a:lnTo>
                    <a:pt x="1033" y="2026"/>
                  </a:lnTo>
                  <a:lnTo>
                    <a:pt x="1218" y="1863"/>
                  </a:lnTo>
                  <a:lnTo>
                    <a:pt x="1299" y="1788"/>
                  </a:lnTo>
                  <a:lnTo>
                    <a:pt x="1333" y="1755"/>
                  </a:lnTo>
                  <a:lnTo>
                    <a:pt x="1364" y="1711"/>
                  </a:lnTo>
                  <a:lnTo>
                    <a:pt x="1376" y="1683"/>
                  </a:lnTo>
                  <a:lnTo>
                    <a:pt x="1379" y="1657"/>
                  </a:lnTo>
                  <a:lnTo>
                    <a:pt x="1375" y="1631"/>
                  </a:lnTo>
                  <a:lnTo>
                    <a:pt x="1362" y="1605"/>
                  </a:lnTo>
                  <a:lnTo>
                    <a:pt x="1342" y="1579"/>
                  </a:lnTo>
                  <a:lnTo>
                    <a:pt x="1329" y="1565"/>
                  </a:lnTo>
                  <a:lnTo>
                    <a:pt x="1314" y="1550"/>
                  </a:lnTo>
                  <a:lnTo>
                    <a:pt x="1287" y="1531"/>
                  </a:lnTo>
                  <a:lnTo>
                    <a:pt x="1257" y="1520"/>
                  </a:lnTo>
                  <a:lnTo>
                    <a:pt x="1216" y="1517"/>
                  </a:lnTo>
                  <a:lnTo>
                    <a:pt x="1188" y="1516"/>
                  </a:lnTo>
                  <a:lnTo>
                    <a:pt x="1094" y="1516"/>
                  </a:lnTo>
                  <a:lnTo>
                    <a:pt x="1094" y="768"/>
                  </a:lnTo>
                  <a:lnTo>
                    <a:pt x="1094" y="341"/>
                  </a:lnTo>
                  <a:lnTo>
                    <a:pt x="1087" y="73"/>
                  </a:lnTo>
                  <a:lnTo>
                    <a:pt x="1079" y="25"/>
                  </a:lnTo>
                  <a:lnTo>
                    <a:pt x="1072" y="12"/>
                  </a:lnTo>
                  <a:lnTo>
                    <a:pt x="1068" y="10"/>
                  </a:lnTo>
                  <a:lnTo>
                    <a:pt x="1051" y="4"/>
                  </a:lnTo>
                  <a:lnTo>
                    <a:pt x="1024" y="0"/>
                  </a:lnTo>
                  <a:lnTo>
                    <a:pt x="1002" y="5"/>
                  </a:lnTo>
                  <a:lnTo>
                    <a:pt x="985" y="20"/>
                  </a:lnTo>
                  <a:lnTo>
                    <a:pt x="978"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60">
              <a:extLst>
                <a:ext uri="{FF2B5EF4-FFF2-40B4-BE49-F238E27FC236}">
                  <a16:creationId xmlns:a16="http://schemas.microsoft.com/office/drawing/2014/main" id="{C18F5FDA-152E-4D77-87B3-92826BF256A6}"/>
                </a:ext>
              </a:extLst>
            </p:cNvPr>
            <p:cNvSpPr>
              <a:spLocks/>
            </p:cNvSpPr>
            <p:nvPr/>
          </p:nvSpPr>
          <p:spPr bwMode="auto">
            <a:xfrm>
              <a:off x="6950075" y="1011238"/>
              <a:ext cx="201613" cy="417513"/>
            </a:xfrm>
            <a:custGeom>
              <a:avLst/>
              <a:gdLst>
                <a:gd name="T0" fmla="*/ 228 w 541"/>
                <a:gd name="T1" fmla="*/ 19 h 1116"/>
                <a:gd name="T2" fmla="*/ 222 w 541"/>
                <a:gd name="T3" fmla="*/ 28 h 1116"/>
                <a:gd name="T4" fmla="*/ 215 w 541"/>
                <a:gd name="T5" fmla="*/ 82 h 1116"/>
                <a:gd name="T6" fmla="*/ 208 w 541"/>
                <a:gd name="T7" fmla="*/ 252 h 1116"/>
                <a:gd name="T8" fmla="*/ 208 w 541"/>
                <a:gd name="T9" fmla="*/ 456 h 1116"/>
                <a:gd name="T10" fmla="*/ 208 w 541"/>
                <a:gd name="T11" fmla="*/ 872 h 1116"/>
                <a:gd name="T12" fmla="*/ 153 w 541"/>
                <a:gd name="T13" fmla="*/ 819 h 1116"/>
                <a:gd name="T14" fmla="*/ 129 w 541"/>
                <a:gd name="T15" fmla="*/ 797 h 1116"/>
                <a:gd name="T16" fmla="*/ 91 w 541"/>
                <a:gd name="T17" fmla="*/ 774 h 1116"/>
                <a:gd name="T18" fmla="*/ 69 w 541"/>
                <a:gd name="T19" fmla="*/ 766 h 1116"/>
                <a:gd name="T20" fmla="*/ 61 w 541"/>
                <a:gd name="T21" fmla="*/ 766 h 1116"/>
                <a:gd name="T22" fmla="*/ 45 w 541"/>
                <a:gd name="T23" fmla="*/ 767 h 1116"/>
                <a:gd name="T24" fmla="*/ 18 w 541"/>
                <a:gd name="T25" fmla="*/ 785 h 1116"/>
                <a:gd name="T26" fmla="*/ 1 w 541"/>
                <a:gd name="T27" fmla="*/ 813 h 1116"/>
                <a:gd name="T28" fmla="*/ 0 w 541"/>
                <a:gd name="T29" fmla="*/ 845 h 1116"/>
                <a:gd name="T30" fmla="*/ 6 w 541"/>
                <a:gd name="T31" fmla="*/ 861 h 1116"/>
                <a:gd name="T32" fmla="*/ 21 w 541"/>
                <a:gd name="T33" fmla="*/ 883 h 1116"/>
                <a:gd name="T34" fmla="*/ 94 w 541"/>
                <a:gd name="T35" fmla="*/ 961 h 1116"/>
                <a:gd name="T36" fmla="*/ 186 w 541"/>
                <a:gd name="T37" fmla="*/ 1048 h 1116"/>
                <a:gd name="T38" fmla="*/ 259 w 541"/>
                <a:gd name="T39" fmla="*/ 1109 h 1116"/>
                <a:gd name="T40" fmla="*/ 274 w 541"/>
                <a:gd name="T41" fmla="*/ 1116 h 1116"/>
                <a:gd name="T42" fmla="*/ 280 w 541"/>
                <a:gd name="T43" fmla="*/ 1114 h 1116"/>
                <a:gd name="T44" fmla="*/ 306 w 541"/>
                <a:gd name="T45" fmla="*/ 1096 h 1116"/>
                <a:gd name="T46" fmla="*/ 367 w 541"/>
                <a:gd name="T47" fmla="*/ 1044 h 1116"/>
                <a:gd name="T48" fmla="*/ 418 w 541"/>
                <a:gd name="T49" fmla="*/ 996 h 1116"/>
                <a:gd name="T50" fmla="*/ 461 w 541"/>
                <a:gd name="T51" fmla="*/ 953 h 1116"/>
                <a:gd name="T52" fmla="*/ 517 w 541"/>
                <a:gd name="T53" fmla="*/ 888 h 1116"/>
                <a:gd name="T54" fmla="*/ 537 w 541"/>
                <a:gd name="T55" fmla="*/ 851 h 1116"/>
                <a:gd name="T56" fmla="*/ 541 w 541"/>
                <a:gd name="T57" fmla="*/ 830 h 1116"/>
                <a:gd name="T58" fmla="*/ 538 w 541"/>
                <a:gd name="T59" fmla="*/ 811 h 1116"/>
                <a:gd name="T60" fmla="*/ 529 w 541"/>
                <a:gd name="T61" fmla="*/ 794 h 1116"/>
                <a:gd name="T62" fmla="*/ 521 w 541"/>
                <a:gd name="T63" fmla="*/ 786 h 1116"/>
                <a:gd name="T64" fmla="*/ 509 w 541"/>
                <a:gd name="T65" fmla="*/ 775 h 1116"/>
                <a:gd name="T66" fmla="*/ 483 w 541"/>
                <a:gd name="T67" fmla="*/ 767 h 1116"/>
                <a:gd name="T68" fmla="*/ 453 w 541"/>
                <a:gd name="T69" fmla="*/ 774 h 1116"/>
                <a:gd name="T70" fmla="*/ 417 w 541"/>
                <a:gd name="T71" fmla="*/ 799 h 1116"/>
                <a:gd name="T72" fmla="*/ 396 w 541"/>
                <a:gd name="T73" fmla="*/ 819 h 1116"/>
                <a:gd name="T74" fmla="*/ 341 w 541"/>
                <a:gd name="T75" fmla="*/ 872 h 1116"/>
                <a:gd name="T76" fmla="*/ 341 w 541"/>
                <a:gd name="T77" fmla="*/ 452 h 1116"/>
                <a:gd name="T78" fmla="*/ 341 w 541"/>
                <a:gd name="T79" fmla="*/ 202 h 1116"/>
                <a:gd name="T80" fmla="*/ 333 w 541"/>
                <a:gd name="T81" fmla="*/ 54 h 1116"/>
                <a:gd name="T82" fmla="*/ 323 w 541"/>
                <a:gd name="T83" fmla="*/ 28 h 1116"/>
                <a:gd name="T84" fmla="*/ 315 w 541"/>
                <a:gd name="T85" fmla="*/ 19 h 1116"/>
                <a:gd name="T86" fmla="*/ 309 w 541"/>
                <a:gd name="T87" fmla="*/ 16 h 1116"/>
                <a:gd name="T88" fmla="*/ 295 w 541"/>
                <a:gd name="T89" fmla="*/ 8 h 1116"/>
                <a:gd name="T90" fmla="*/ 272 w 541"/>
                <a:gd name="T91" fmla="*/ 0 h 1116"/>
                <a:gd name="T92" fmla="*/ 253 w 541"/>
                <a:gd name="T93" fmla="*/ 1 h 1116"/>
                <a:gd name="T94" fmla="*/ 237 w 541"/>
                <a:gd name="T95" fmla="*/ 10 h 1116"/>
                <a:gd name="T96" fmla="*/ 228 w 541"/>
                <a:gd name="T97" fmla="*/ 19 h 1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41" h="1116">
                  <a:moveTo>
                    <a:pt x="228" y="19"/>
                  </a:moveTo>
                  <a:lnTo>
                    <a:pt x="222" y="28"/>
                  </a:lnTo>
                  <a:lnTo>
                    <a:pt x="215" y="82"/>
                  </a:lnTo>
                  <a:lnTo>
                    <a:pt x="208" y="252"/>
                  </a:lnTo>
                  <a:lnTo>
                    <a:pt x="208" y="456"/>
                  </a:lnTo>
                  <a:lnTo>
                    <a:pt x="208" y="872"/>
                  </a:lnTo>
                  <a:lnTo>
                    <a:pt x="153" y="819"/>
                  </a:lnTo>
                  <a:lnTo>
                    <a:pt x="129" y="797"/>
                  </a:lnTo>
                  <a:lnTo>
                    <a:pt x="91" y="774"/>
                  </a:lnTo>
                  <a:lnTo>
                    <a:pt x="69" y="766"/>
                  </a:lnTo>
                  <a:lnTo>
                    <a:pt x="61" y="766"/>
                  </a:lnTo>
                  <a:lnTo>
                    <a:pt x="45" y="767"/>
                  </a:lnTo>
                  <a:lnTo>
                    <a:pt x="18" y="785"/>
                  </a:lnTo>
                  <a:lnTo>
                    <a:pt x="1" y="813"/>
                  </a:lnTo>
                  <a:lnTo>
                    <a:pt x="0" y="845"/>
                  </a:lnTo>
                  <a:lnTo>
                    <a:pt x="6" y="861"/>
                  </a:lnTo>
                  <a:lnTo>
                    <a:pt x="21" y="883"/>
                  </a:lnTo>
                  <a:lnTo>
                    <a:pt x="94" y="961"/>
                  </a:lnTo>
                  <a:lnTo>
                    <a:pt x="186" y="1048"/>
                  </a:lnTo>
                  <a:lnTo>
                    <a:pt x="259" y="1109"/>
                  </a:lnTo>
                  <a:lnTo>
                    <a:pt x="274" y="1116"/>
                  </a:lnTo>
                  <a:lnTo>
                    <a:pt x="280" y="1114"/>
                  </a:lnTo>
                  <a:lnTo>
                    <a:pt x="306" y="1096"/>
                  </a:lnTo>
                  <a:lnTo>
                    <a:pt x="367" y="1044"/>
                  </a:lnTo>
                  <a:lnTo>
                    <a:pt x="418" y="996"/>
                  </a:lnTo>
                  <a:lnTo>
                    <a:pt x="461" y="953"/>
                  </a:lnTo>
                  <a:lnTo>
                    <a:pt x="517" y="888"/>
                  </a:lnTo>
                  <a:lnTo>
                    <a:pt x="537" y="851"/>
                  </a:lnTo>
                  <a:lnTo>
                    <a:pt x="541" y="830"/>
                  </a:lnTo>
                  <a:lnTo>
                    <a:pt x="538" y="811"/>
                  </a:lnTo>
                  <a:lnTo>
                    <a:pt x="529" y="794"/>
                  </a:lnTo>
                  <a:lnTo>
                    <a:pt x="521" y="786"/>
                  </a:lnTo>
                  <a:lnTo>
                    <a:pt x="509" y="775"/>
                  </a:lnTo>
                  <a:lnTo>
                    <a:pt x="483" y="767"/>
                  </a:lnTo>
                  <a:lnTo>
                    <a:pt x="453" y="774"/>
                  </a:lnTo>
                  <a:lnTo>
                    <a:pt x="417" y="799"/>
                  </a:lnTo>
                  <a:lnTo>
                    <a:pt x="396" y="819"/>
                  </a:lnTo>
                  <a:lnTo>
                    <a:pt x="341" y="872"/>
                  </a:lnTo>
                  <a:lnTo>
                    <a:pt x="341" y="452"/>
                  </a:lnTo>
                  <a:lnTo>
                    <a:pt x="341" y="202"/>
                  </a:lnTo>
                  <a:lnTo>
                    <a:pt x="333" y="54"/>
                  </a:lnTo>
                  <a:lnTo>
                    <a:pt x="323" y="28"/>
                  </a:lnTo>
                  <a:lnTo>
                    <a:pt x="315" y="19"/>
                  </a:lnTo>
                  <a:lnTo>
                    <a:pt x="309" y="16"/>
                  </a:lnTo>
                  <a:lnTo>
                    <a:pt x="295" y="8"/>
                  </a:lnTo>
                  <a:lnTo>
                    <a:pt x="272" y="0"/>
                  </a:lnTo>
                  <a:lnTo>
                    <a:pt x="253" y="1"/>
                  </a:lnTo>
                  <a:lnTo>
                    <a:pt x="237" y="10"/>
                  </a:lnTo>
                  <a:lnTo>
                    <a:pt x="228"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6" name="Freeform 61">
              <a:extLst>
                <a:ext uri="{FF2B5EF4-FFF2-40B4-BE49-F238E27FC236}">
                  <a16:creationId xmlns:a16="http://schemas.microsoft.com/office/drawing/2014/main" id="{9EBB62D5-DCEA-1323-7E0E-A874E0A5CC9A}"/>
                </a:ext>
              </a:extLst>
            </p:cNvPr>
            <p:cNvSpPr>
              <a:spLocks/>
            </p:cNvSpPr>
            <p:nvPr/>
          </p:nvSpPr>
          <p:spPr bwMode="auto">
            <a:xfrm>
              <a:off x="7618413" y="1012826"/>
              <a:ext cx="204788" cy="415925"/>
            </a:xfrm>
            <a:custGeom>
              <a:avLst/>
              <a:gdLst>
                <a:gd name="T0" fmla="*/ 228 w 550"/>
                <a:gd name="T1" fmla="*/ 28 h 1115"/>
                <a:gd name="T2" fmla="*/ 220 w 550"/>
                <a:gd name="T3" fmla="*/ 39 h 1115"/>
                <a:gd name="T4" fmla="*/ 208 w 550"/>
                <a:gd name="T5" fmla="*/ 83 h 1115"/>
                <a:gd name="T6" fmla="*/ 200 w 550"/>
                <a:gd name="T7" fmla="*/ 237 h 1115"/>
                <a:gd name="T8" fmla="*/ 200 w 550"/>
                <a:gd name="T9" fmla="*/ 465 h 1115"/>
                <a:gd name="T10" fmla="*/ 200 w 550"/>
                <a:gd name="T11" fmla="*/ 871 h 1115"/>
                <a:gd name="T12" fmla="*/ 145 w 550"/>
                <a:gd name="T13" fmla="*/ 818 h 1115"/>
                <a:gd name="T14" fmla="*/ 122 w 550"/>
                <a:gd name="T15" fmla="*/ 796 h 1115"/>
                <a:gd name="T16" fmla="*/ 78 w 550"/>
                <a:gd name="T17" fmla="*/ 768 h 1115"/>
                <a:gd name="T18" fmla="*/ 65 w 550"/>
                <a:gd name="T19" fmla="*/ 765 h 1115"/>
                <a:gd name="T20" fmla="*/ 53 w 550"/>
                <a:gd name="T21" fmla="*/ 766 h 1115"/>
                <a:gd name="T22" fmla="*/ 30 w 550"/>
                <a:gd name="T23" fmla="*/ 777 h 1115"/>
                <a:gd name="T24" fmla="*/ 11 w 550"/>
                <a:gd name="T25" fmla="*/ 795 h 1115"/>
                <a:gd name="T26" fmla="*/ 1 w 550"/>
                <a:gd name="T27" fmla="*/ 819 h 1115"/>
                <a:gd name="T28" fmla="*/ 0 w 550"/>
                <a:gd name="T29" fmla="*/ 831 h 1115"/>
                <a:gd name="T30" fmla="*/ 2 w 550"/>
                <a:gd name="T31" fmla="*/ 838 h 1115"/>
                <a:gd name="T32" fmla="*/ 23 w 550"/>
                <a:gd name="T33" fmla="*/ 867 h 1115"/>
                <a:gd name="T34" fmla="*/ 79 w 550"/>
                <a:gd name="T35" fmla="*/ 932 h 1115"/>
                <a:gd name="T36" fmla="*/ 178 w 550"/>
                <a:gd name="T37" fmla="*/ 1033 h 1115"/>
                <a:gd name="T38" fmla="*/ 241 w 550"/>
                <a:gd name="T39" fmla="*/ 1091 h 1115"/>
                <a:gd name="T40" fmla="*/ 269 w 550"/>
                <a:gd name="T41" fmla="*/ 1113 h 1115"/>
                <a:gd name="T42" fmla="*/ 275 w 550"/>
                <a:gd name="T43" fmla="*/ 1115 h 1115"/>
                <a:gd name="T44" fmla="*/ 281 w 550"/>
                <a:gd name="T45" fmla="*/ 1113 h 1115"/>
                <a:gd name="T46" fmla="*/ 309 w 550"/>
                <a:gd name="T47" fmla="*/ 1091 h 1115"/>
                <a:gd name="T48" fmla="*/ 372 w 550"/>
                <a:gd name="T49" fmla="*/ 1033 h 1115"/>
                <a:gd name="T50" fmla="*/ 471 w 550"/>
                <a:gd name="T51" fmla="*/ 932 h 1115"/>
                <a:gd name="T52" fmla="*/ 527 w 550"/>
                <a:gd name="T53" fmla="*/ 867 h 1115"/>
                <a:gd name="T54" fmla="*/ 548 w 550"/>
                <a:gd name="T55" fmla="*/ 838 h 1115"/>
                <a:gd name="T56" fmla="*/ 550 w 550"/>
                <a:gd name="T57" fmla="*/ 831 h 1115"/>
                <a:gd name="T58" fmla="*/ 549 w 550"/>
                <a:gd name="T59" fmla="*/ 817 h 1115"/>
                <a:gd name="T60" fmla="*/ 542 w 550"/>
                <a:gd name="T61" fmla="*/ 795 h 1115"/>
                <a:gd name="T62" fmla="*/ 529 w 550"/>
                <a:gd name="T63" fmla="*/ 779 h 1115"/>
                <a:gd name="T64" fmla="*/ 511 w 550"/>
                <a:gd name="T65" fmla="*/ 770 h 1115"/>
                <a:gd name="T66" fmla="*/ 489 w 550"/>
                <a:gd name="T67" fmla="*/ 767 h 1115"/>
                <a:gd name="T68" fmla="*/ 464 w 550"/>
                <a:gd name="T69" fmla="*/ 771 h 1115"/>
                <a:gd name="T70" fmla="*/ 438 w 550"/>
                <a:gd name="T71" fmla="*/ 782 h 1115"/>
                <a:gd name="T72" fmla="*/ 411 w 550"/>
                <a:gd name="T73" fmla="*/ 801 h 1115"/>
                <a:gd name="T74" fmla="*/ 398 w 550"/>
                <a:gd name="T75" fmla="*/ 813 h 1115"/>
                <a:gd name="T76" fmla="*/ 350 w 550"/>
                <a:gd name="T77" fmla="*/ 861 h 1115"/>
                <a:gd name="T78" fmla="*/ 350 w 550"/>
                <a:gd name="T79" fmla="*/ 466 h 1115"/>
                <a:gd name="T80" fmla="*/ 349 w 550"/>
                <a:gd name="T81" fmla="*/ 251 h 1115"/>
                <a:gd name="T82" fmla="*/ 341 w 550"/>
                <a:gd name="T83" fmla="*/ 96 h 1115"/>
                <a:gd name="T84" fmla="*/ 331 w 550"/>
                <a:gd name="T85" fmla="*/ 48 h 1115"/>
                <a:gd name="T86" fmla="*/ 323 w 550"/>
                <a:gd name="T87" fmla="*/ 35 h 1115"/>
                <a:gd name="T88" fmla="*/ 312 w 550"/>
                <a:gd name="T89" fmla="*/ 19 h 1115"/>
                <a:gd name="T90" fmla="*/ 289 w 550"/>
                <a:gd name="T91" fmla="*/ 2 h 1115"/>
                <a:gd name="T92" fmla="*/ 266 w 550"/>
                <a:gd name="T93" fmla="*/ 0 h 1115"/>
                <a:gd name="T94" fmla="*/ 241 w 550"/>
                <a:gd name="T95" fmla="*/ 14 h 1115"/>
                <a:gd name="T96" fmla="*/ 228 w 550"/>
                <a:gd name="T97" fmla="*/ 28 h 1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50" h="1115">
                  <a:moveTo>
                    <a:pt x="228" y="28"/>
                  </a:moveTo>
                  <a:lnTo>
                    <a:pt x="220" y="39"/>
                  </a:lnTo>
                  <a:lnTo>
                    <a:pt x="208" y="83"/>
                  </a:lnTo>
                  <a:lnTo>
                    <a:pt x="200" y="237"/>
                  </a:lnTo>
                  <a:lnTo>
                    <a:pt x="200" y="465"/>
                  </a:lnTo>
                  <a:lnTo>
                    <a:pt x="200" y="871"/>
                  </a:lnTo>
                  <a:lnTo>
                    <a:pt x="145" y="818"/>
                  </a:lnTo>
                  <a:lnTo>
                    <a:pt x="122" y="796"/>
                  </a:lnTo>
                  <a:lnTo>
                    <a:pt x="78" y="768"/>
                  </a:lnTo>
                  <a:lnTo>
                    <a:pt x="65" y="765"/>
                  </a:lnTo>
                  <a:lnTo>
                    <a:pt x="53" y="766"/>
                  </a:lnTo>
                  <a:lnTo>
                    <a:pt x="30" y="777"/>
                  </a:lnTo>
                  <a:lnTo>
                    <a:pt x="11" y="795"/>
                  </a:lnTo>
                  <a:lnTo>
                    <a:pt x="1" y="819"/>
                  </a:lnTo>
                  <a:lnTo>
                    <a:pt x="0" y="831"/>
                  </a:lnTo>
                  <a:lnTo>
                    <a:pt x="2" y="838"/>
                  </a:lnTo>
                  <a:lnTo>
                    <a:pt x="23" y="867"/>
                  </a:lnTo>
                  <a:lnTo>
                    <a:pt x="79" y="932"/>
                  </a:lnTo>
                  <a:lnTo>
                    <a:pt x="178" y="1033"/>
                  </a:lnTo>
                  <a:lnTo>
                    <a:pt x="241" y="1091"/>
                  </a:lnTo>
                  <a:lnTo>
                    <a:pt x="269" y="1113"/>
                  </a:lnTo>
                  <a:lnTo>
                    <a:pt x="275" y="1115"/>
                  </a:lnTo>
                  <a:lnTo>
                    <a:pt x="281" y="1113"/>
                  </a:lnTo>
                  <a:lnTo>
                    <a:pt x="309" y="1091"/>
                  </a:lnTo>
                  <a:lnTo>
                    <a:pt x="372" y="1033"/>
                  </a:lnTo>
                  <a:lnTo>
                    <a:pt x="471" y="932"/>
                  </a:lnTo>
                  <a:lnTo>
                    <a:pt x="527" y="867"/>
                  </a:lnTo>
                  <a:lnTo>
                    <a:pt x="548" y="838"/>
                  </a:lnTo>
                  <a:lnTo>
                    <a:pt x="550" y="831"/>
                  </a:lnTo>
                  <a:lnTo>
                    <a:pt x="549" y="817"/>
                  </a:lnTo>
                  <a:lnTo>
                    <a:pt x="542" y="795"/>
                  </a:lnTo>
                  <a:lnTo>
                    <a:pt x="529" y="779"/>
                  </a:lnTo>
                  <a:lnTo>
                    <a:pt x="511" y="770"/>
                  </a:lnTo>
                  <a:lnTo>
                    <a:pt x="489" y="767"/>
                  </a:lnTo>
                  <a:lnTo>
                    <a:pt x="464" y="771"/>
                  </a:lnTo>
                  <a:lnTo>
                    <a:pt x="438" y="782"/>
                  </a:lnTo>
                  <a:lnTo>
                    <a:pt x="411" y="801"/>
                  </a:lnTo>
                  <a:lnTo>
                    <a:pt x="398" y="813"/>
                  </a:lnTo>
                  <a:lnTo>
                    <a:pt x="350" y="861"/>
                  </a:lnTo>
                  <a:lnTo>
                    <a:pt x="350" y="466"/>
                  </a:lnTo>
                  <a:lnTo>
                    <a:pt x="349" y="251"/>
                  </a:lnTo>
                  <a:lnTo>
                    <a:pt x="341" y="96"/>
                  </a:lnTo>
                  <a:lnTo>
                    <a:pt x="331" y="48"/>
                  </a:lnTo>
                  <a:lnTo>
                    <a:pt x="323" y="35"/>
                  </a:lnTo>
                  <a:lnTo>
                    <a:pt x="312" y="19"/>
                  </a:lnTo>
                  <a:lnTo>
                    <a:pt x="289" y="2"/>
                  </a:lnTo>
                  <a:lnTo>
                    <a:pt x="266" y="0"/>
                  </a:lnTo>
                  <a:lnTo>
                    <a:pt x="241" y="14"/>
                  </a:lnTo>
                  <a:lnTo>
                    <a:pt x="228"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62">
              <a:extLst>
                <a:ext uri="{FF2B5EF4-FFF2-40B4-BE49-F238E27FC236}">
                  <a16:creationId xmlns:a16="http://schemas.microsoft.com/office/drawing/2014/main" id="{4A2D27E1-87D1-B53B-51CE-F77508A943F9}"/>
                </a:ext>
              </a:extLst>
            </p:cNvPr>
            <p:cNvSpPr>
              <a:spLocks/>
            </p:cNvSpPr>
            <p:nvPr/>
          </p:nvSpPr>
          <p:spPr bwMode="auto">
            <a:xfrm>
              <a:off x="7364413" y="1068388"/>
              <a:ext cx="49213" cy="328613"/>
            </a:xfrm>
            <a:custGeom>
              <a:avLst/>
              <a:gdLst>
                <a:gd name="T0" fmla="*/ 6 w 131"/>
                <a:gd name="T1" fmla="*/ 21 h 881"/>
                <a:gd name="T2" fmla="*/ 3 w 131"/>
                <a:gd name="T3" fmla="*/ 53 h 881"/>
                <a:gd name="T4" fmla="*/ 0 w 131"/>
                <a:gd name="T5" fmla="*/ 290 h 881"/>
                <a:gd name="T6" fmla="*/ 1 w 131"/>
                <a:gd name="T7" fmla="*/ 457 h 881"/>
                <a:gd name="T8" fmla="*/ 6 w 131"/>
                <a:gd name="T9" fmla="*/ 874 h 881"/>
                <a:gd name="T10" fmla="*/ 44 w 131"/>
                <a:gd name="T11" fmla="*/ 879 h 881"/>
                <a:gd name="T12" fmla="*/ 59 w 131"/>
                <a:gd name="T13" fmla="*/ 881 h 881"/>
                <a:gd name="T14" fmla="*/ 84 w 131"/>
                <a:gd name="T15" fmla="*/ 881 h 881"/>
                <a:gd name="T16" fmla="*/ 102 w 131"/>
                <a:gd name="T17" fmla="*/ 871 h 881"/>
                <a:gd name="T18" fmla="*/ 114 w 131"/>
                <a:gd name="T19" fmla="*/ 847 h 881"/>
                <a:gd name="T20" fmla="*/ 123 w 131"/>
                <a:gd name="T21" fmla="*/ 805 h 881"/>
                <a:gd name="T22" fmla="*/ 128 w 131"/>
                <a:gd name="T23" fmla="*/ 739 h 881"/>
                <a:gd name="T24" fmla="*/ 131 w 131"/>
                <a:gd name="T25" fmla="*/ 592 h 881"/>
                <a:gd name="T26" fmla="*/ 131 w 131"/>
                <a:gd name="T27" fmla="*/ 442 h 881"/>
                <a:gd name="T28" fmla="*/ 130 w 131"/>
                <a:gd name="T29" fmla="*/ 245 h 881"/>
                <a:gd name="T30" fmla="*/ 124 w 131"/>
                <a:gd name="T31" fmla="*/ 81 h 881"/>
                <a:gd name="T32" fmla="*/ 116 w 131"/>
                <a:gd name="T33" fmla="*/ 28 h 881"/>
                <a:gd name="T34" fmla="*/ 111 w 131"/>
                <a:gd name="T35" fmla="*/ 19 h 881"/>
                <a:gd name="T36" fmla="*/ 100 w 131"/>
                <a:gd name="T37" fmla="*/ 10 h 881"/>
                <a:gd name="T38" fmla="*/ 69 w 131"/>
                <a:gd name="T39" fmla="*/ 0 h 881"/>
                <a:gd name="T40" fmla="*/ 36 w 131"/>
                <a:gd name="T41" fmla="*/ 1 h 881"/>
                <a:gd name="T42" fmla="*/ 12 w 131"/>
                <a:gd name="T43" fmla="*/ 11 h 881"/>
                <a:gd name="T44" fmla="*/ 6 w 131"/>
                <a:gd name="T45" fmla="*/ 21 h 8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31" h="881">
                  <a:moveTo>
                    <a:pt x="6" y="21"/>
                  </a:moveTo>
                  <a:lnTo>
                    <a:pt x="3" y="53"/>
                  </a:lnTo>
                  <a:lnTo>
                    <a:pt x="0" y="290"/>
                  </a:lnTo>
                  <a:lnTo>
                    <a:pt x="1" y="457"/>
                  </a:lnTo>
                  <a:lnTo>
                    <a:pt x="6" y="874"/>
                  </a:lnTo>
                  <a:lnTo>
                    <a:pt x="44" y="879"/>
                  </a:lnTo>
                  <a:lnTo>
                    <a:pt x="59" y="881"/>
                  </a:lnTo>
                  <a:lnTo>
                    <a:pt x="84" y="881"/>
                  </a:lnTo>
                  <a:lnTo>
                    <a:pt x="102" y="871"/>
                  </a:lnTo>
                  <a:lnTo>
                    <a:pt x="114" y="847"/>
                  </a:lnTo>
                  <a:lnTo>
                    <a:pt x="123" y="805"/>
                  </a:lnTo>
                  <a:lnTo>
                    <a:pt x="128" y="739"/>
                  </a:lnTo>
                  <a:lnTo>
                    <a:pt x="131" y="592"/>
                  </a:lnTo>
                  <a:lnTo>
                    <a:pt x="131" y="442"/>
                  </a:lnTo>
                  <a:lnTo>
                    <a:pt x="130" y="245"/>
                  </a:lnTo>
                  <a:lnTo>
                    <a:pt x="124" y="81"/>
                  </a:lnTo>
                  <a:lnTo>
                    <a:pt x="116" y="28"/>
                  </a:lnTo>
                  <a:lnTo>
                    <a:pt x="111" y="19"/>
                  </a:lnTo>
                  <a:lnTo>
                    <a:pt x="100" y="10"/>
                  </a:lnTo>
                  <a:lnTo>
                    <a:pt x="69" y="0"/>
                  </a:lnTo>
                  <a:lnTo>
                    <a:pt x="36" y="1"/>
                  </a:lnTo>
                  <a:lnTo>
                    <a:pt x="12" y="11"/>
                  </a:lnTo>
                  <a:lnTo>
                    <a:pt x="6"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1" name="Rounded Rectangle 36">
            <a:extLst>
              <a:ext uri="{FF2B5EF4-FFF2-40B4-BE49-F238E27FC236}">
                <a16:creationId xmlns:a16="http://schemas.microsoft.com/office/drawing/2014/main" id="{0E55C4DF-ACFA-3805-D717-DB6F5766C635}"/>
              </a:ext>
            </a:extLst>
          </p:cNvPr>
          <p:cNvSpPr/>
          <p:nvPr/>
        </p:nvSpPr>
        <p:spPr>
          <a:xfrm>
            <a:off x="4376928" y="3754672"/>
            <a:ext cx="1554480" cy="27432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13" name="Rectangle 12">
            <a:extLst>
              <a:ext uri="{FF2B5EF4-FFF2-40B4-BE49-F238E27FC236}">
                <a16:creationId xmlns:a16="http://schemas.microsoft.com/office/drawing/2014/main" id="{184C27AE-8033-DD2A-0810-760621E7E595}"/>
              </a:ext>
            </a:extLst>
          </p:cNvPr>
          <p:cNvSpPr/>
          <p:nvPr/>
        </p:nvSpPr>
        <p:spPr>
          <a:xfrm>
            <a:off x="4376928" y="4966388"/>
            <a:ext cx="1554480" cy="707886"/>
          </a:xfrm>
          <a:prstGeom prst="rect">
            <a:avLst/>
          </a:prstGeom>
        </p:spPr>
        <p:txBody>
          <a:bodyPr wrap="square" anchor="t" anchorCtr="0">
            <a:noAutofit/>
          </a:bodyPr>
          <a:lstStyle/>
          <a:p>
            <a:pPr marL="0" lvl="1" algn="ctr" rtl="1"/>
            <a:r>
              <a:rPr lang="ar-EG" b="1" dirty="0">
                <a:solidFill>
                  <a:schemeClr val="accent1"/>
                </a:solidFill>
                <a:latin typeface="Sakkal Majalla" panose="02000000000000000000" pitchFamily="2" charset="-78"/>
                <a:cs typeface="Sakkal Majalla" panose="02000000000000000000" pitchFamily="2" charset="-78"/>
              </a:rPr>
              <a:t>دعم تحسين تجربة المستفيد  </a:t>
            </a:r>
          </a:p>
        </p:txBody>
      </p:sp>
      <p:sp>
        <p:nvSpPr>
          <p:cNvPr id="15" name="TextBox 14">
            <a:extLst>
              <a:ext uri="{FF2B5EF4-FFF2-40B4-BE49-F238E27FC236}">
                <a16:creationId xmlns:a16="http://schemas.microsoft.com/office/drawing/2014/main" id="{A580F296-DF86-B498-F876-2ECE4654F902}"/>
              </a:ext>
            </a:extLst>
          </p:cNvPr>
          <p:cNvSpPr txBox="1"/>
          <p:nvPr/>
        </p:nvSpPr>
        <p:spPr>
          <a:xfrm>
            <a:off x="4376928" y="3544326"/>
            <a:ext cx="1554480" cy="769441"/>
          </a:xfrm>
          <a:prstGeom prst="rect">
            <a:avLst/>
          </a:prstGeom>
          <a:noFill/>
        </p:spPr>
        <p:txBody>
          <a:bodyPr wrap="square" rtlCol="0">
            <a:spAutoFit/>
          </a:bodyPr>
          <a:lstStyle/>
          <a:p>
            <a:pPr algn="ctr"/>
            <a:r>
              <a:rPr lang="en-US" sz="4400" dirty="0">
                <a:solidFill>
                  <a:schemeClr val="accent1"/>
                </a:solidFill>
                <a:latin typeface="Sakkal Majalla" panose="02000000000000000000" pitchFamily="2" charset="-78"/>
                <a:cs typeface="Sakkal Majalla" panose="02000000000000000000" pitchFamily="2" charset="-78"/>
              </a:rPr>
              <a:t>04</a:t>
            </a:r>
          </a:p>
        </p:txBody>
      </p:sp>
      <p:grpSp>
        <p:nvGrpSpPr>
          <p:cNvPr id="91" name="Group 90">
            <a:extLst>
              <a:ext uri="{FF2B5EF4-FFF2-40B4-BE49-F238E27FC236}">
                <a16:creationId xmlns:a16="http://schemas.microsoft.com/office/drawing/2014/main" id="{D24DB6CD-4E04-8391-D0B8-8095BD07D073}"/>
              </a:ext>
            </a:extLst>
          </p:cNvPr>
          <p:cNvGrpSpPr>
            <a:grpSpLocks noChangeAspect="1"/>
          </p:cNvGrpSpPr>
          <p:nvPr/>
        </p:nvGrpSpPr>
        <p:grpSpPr>
          <a:xfrm>
            <a:off x="4926309" y="4320709"/>
            <a:ext cx="455718" cy="457200"/>
            <a:chOff x="2598738" y="3594101"/>
            <a:chExt cx="1954213" cy="1960562"/>
          </a:xfrm>
          <a:solidFill>
            <a:schemeClr val="accent2"/>
          </a:solidFill>
        </p:grpSpPr>
        <p:sp>
          <p:nvSpPr>
            <p:cNvPr id="92" name="Freeform 101">
              <a:extLst>
                <a:ext uri="{FF2B5EF4-FFF2-40B4-BE49-F238E27FC236}">
                  <a16:creationId xmlns:a16="http://schemas.microsoft.com/office/drawing/2014/main" id="{AB952FD7-8F45-AEAE-5EA3-40CB05F7A0BB}"/>
                </a:ext>
              </a:extLst>
            </p:cNvPr>
            <p:cNvSpPr>
              <a:spLocks noEditPoints="1"/>
            </p:cNvSpPr>
            <p:nvPr/>
          </p:nvSpPr>
          <p:spPr bwMode="auto">
            <a:xfrm>
              <a:off x="2976563" y="3594101"/>
              <a:ext cx="882650" cy="882650"/>
            </a:xfrm>
            <a:custGeom>
              <a:avLst/>
              <a:gdLst>
                <a:gd name="T0" fmla="*/ 582 w 2264"/>
                <a:gd name="T1" fmla="*/ 135 h 2272"/>
                <a:gd name="T2" fmla="*/ 221 w 2264"/>
                <a:gd name="T3" fmla="*/ 455 h 2272"/>
                <a:gd name="T4" fmla="*/ 26 w 2264"/>
                <a:gd name="T5" fmla="*/ 853 h 2272"/>
                <a:gd name="T6" fmla="*/ 19 w 2264"/>
                <a:gd name="T7" fmla="*/ 1384 h 2272"/>
                <a:gd name="T8" fmla="*/ 260 w 2264"/>
                <a:gd name="T9" fmla="*/ 1866 h 2272"/>
                <a:gd name="T10" fmla="*/ 805 w 2264"/>
                <a:gd name="T11" fmla="*/ 2224 h 2272"/>
                <a:gd name="T12" fmla="*/ 1426 w 2264"/>
                <a:gd name="T13" fmla="*/ 2235 h 2272"/>
                <a:gd name="T14" fmla="*/ 1975 w 2264"/>
                <a:gd name="T15" fmla="*/ 1889 h 2272"/>
                <a:gd name="T16" fmla="*/ 2249 w 2264"/>
                <a:gd name="T17" fmla="*/ 1320 h 2272"/>
                <a:gd name="T18" fmla="*/ 2139 w 2264"/>
                <a:gd name="T19" fmla="*/ 616 h 2272"/>
                <a:gd name="T20" fmla="*/ 1869 w 2264"/>
                <a:gd name="T21" fmla="*/ 278 h 2272"/>
                <a:gd name="T22" fmla="*/ 1441 w 2264"/>
                <a:gd name="T23" fmla="*/ 35 h 2272"/>
                <a:gd name="T24" fmla="*/ 1338 w 2264"/>
                <a:gd name="T25" fmla="*/ 180 h 2272"/>
                <a:gd name="T26" fmla="*/ 1905 w 2264"/>
                <a:gd name="T27" fmla="*/ 550 h 2272"/>
                <a:gd name="T28" fmla="*/ 2092 w 2264"/>
                <a:gd name="T29" fmla="*/ 1016 h 2272"/>
                <a:gd name="T30" fmla="*/ 2030 w 2264"/>
                <a:gd name="T31" fmla="*/ 1490 h 2272"/>
                <a:gd name="T32" fmla="*/ 1914 w 2264"/>
                <a:gd name="T33" fmla="*/ 1602 h 2272"/>
                <a:gd name="T34" fmla="*/ 1609 w 2264"/>
                <a:gd name="T35" fmla="*/ 1280 h 2272"/>
                <a:gd name="T36" fmla="*/ 1463 w 2264"/>
                <a:gd name="T37" fmla="*/ 1173 h 2272"/>
                <a:gd name="T38" fmla="*/ 1616 w 2264"/>
                <a:gd name="T39" fmla="*/ 848 h 2272"/>
                <a:gd name="T40" fmla="*/ 1511 w 2264"/>
                <a:gd name="T41" fmla="*/ 511 h 2272"/>
                <a:gd name="T42" fmla="*/ 1283 w 2264"/>
                <a:gd name="T43" fmla="*/ 350 h 2272"/>
                <a:gd name="T44" fmla="*/ 980 w 2264"/>
                <a:gd name="T45" fmla="*/ 349 h 2272"/>
                <a:gd name="T46" fmla="*/ 749 w 2264"/>
                <a:gd name="T47" fmla="*/ 507 h 2272"/>
                <a:gd name="T48" fmla="*/ 660 w 2264"/>
                <a:gd name="T49" fmla="*/ 938 h 2272"/>
                <a:gd name="T50" fmla="*/ 801 w 2264"/>
                <a:gd name="T51" fmla="*/ 1185 h 2272"/>
                <a:gd name="T52" fmla="*/ 471 w 2264"/>
                <a:gd name="T53" fmla="*/ 1424 h 2272"/>
                <a:gd name="T54" fmla="*/ 297 w 2264"/>
                <a:gd name="T55" fmla="*/ 1643 h 2272"/>
                <a:gd name="T56" fmla="*/ 162 w 2264"/>
                <a:gd name="T57" fmla="*/ 1277 h 2272"/>
                <a:gd name="T58" fmla="*/ 219 w 2264"/>
                <a:gd name="T59" fmla="*/ 789 h 2272"/>
                <a:gd name="T60" fmla="*/ 494 w 2264"/>
                <a:gd name="T61" fmla="*/ 401 h 2272"/>
                <a:gd name="T62" fmla="*/ 934 w 2264"/>
                <a:gd name="T63" fmla="*/ 175 h 2272"/>
                <a:gd name="T64" fmla="*/ 1248 w 2264"/>
                <a:gd name="T65" fmla="*/ 507 h 2272"/>
                <a:gd name="T66" fmla="*/ 1445 w 2264"/>
                <a:gd name="T67" fmla="*/ 753 h 2272"/>
                <a:gd name="T68" fmla="*/ 1404 w 2264"/>
                <a:gd name="T69" fmla="*/ 972 h 2272"/>
                <a:gd name="T70" fmla="*/ 1230 w 2264"/>
                <a:gd name="T71" fmla="*/ 1112 h 2272"/>
                <a:gd name="T72" fmla="*/ 960 w 2264"/>
                <a:gd name="T73" fmla="*/ 1084 h 2272"/>
                <a:gd name="T74" fmla="*/ 802 w 2264"/>
                <a:gd name="T75" fmla="*/ 836 h 2272"/>
                <a:gd name="T76" fmla="*/ 920 w 2264"/>
                <a:gd name="T77" fmla="*/ 564 h 2272"/>
                <a:gd name="T78" fmla="*/ 1194 w 2264"/>
                <a:gd name="T79" fmla="*/ 489 h 2272"/>
                <a:gd name="T80" fmla="*/ 1208 w 2264"/>
                <a:gd name="T81" fmla="*/ 1401 h 2272"/>
                <a:gd name="T82" fmla="*/ 1035 w 2264"/>
                <a:gd name="T83" fmla="*/ 1388 h 2272"/>
                <a:gd name="T84" fmla="*/ 1040 w 2264"/>
                <a:gd name="T85" fmla="*/ 1301 h 2272"/>
                <a:gd name="T86" fmla="*/ 938 w 2264"/>
                <a:gd name="T87" fmla="*/ 1520 h 2272"/>
                <a:gd name="T88" fmla="*/ 908 w 2264"/>
                <a:gd name="T89" fmla="*/ 1685 h 2272"/>
                <a:gd name="T90" fmla="*/ 793 w 2264"/>
                <a:gd name="T91" fmla="*/ 1492 h 2272"/>
                <a:gd name="T92" fmla="*/ 836 w 2264"/>
                <a:gd name="T93" fmla="*/ 1401 h 2272"/>
                <a:gd name="T94" fmla="*/ 1430 w 2264"/>
                <a:gd name="T95" fmla="*/ 1615 h 2272"/>
                <a:gd name="T96" fmla="*/ 1311 w 2264"/>
                <a:gd name="T97" fmla="*/ 1658 h 2272"/>
                <a:gd name="T98" fmla="*/ 1458 w 2264"/>
                <a:gd name="T99" fmla="*/ 1380 h 2272"/>
                <a:gd name="T100" fmla="*/ 753 w 2264"/>
                <a:gd name="T101" fmla="*/ 1981 h 2272"/>
                <a:gd name="T102" fmla="*/ 1113 w 2264"/>
                <a:gd name="T103" fmla="*/ 1740 h 2272"/>
                <a:gd name="T104" fmla="*/ 1463 w 2264"/>
                <a:gd name="T105" fmla="*/ 1970 h 2272"/>
                <a:gd name="T106" fmla="*/ 1591 w 2264"/>
                <a:gd name="T107" fmla="*/ 1649 h 2272"/>
                <a:gd name="T108" fmla="*/ 1770 w 2264"/>
                <a:gd name="T109" fmla="*/ 1684 h 2272"/>
                <a:gd name="T110" fmla="*/ 1763 w 2264"/>
                <a:gd name="T111" fmla="*/ 1873 h 2272"/>
                <a:gd name="T112" fmla="*/ 1382 w 2264"/>
                <a:gd name="T113" fmla="*/ 2076 h 2272"/>
                <a:gd name="T114" fmla="*/ 779 w 2264"/>
                <a:gd name="T115" fmla="*/ 2040 h 2272"/>
                <a:gd name="T116" fmla="*/ 458 w 2264"/>
                <a:gd name="T117" fmla="*/ 1743 h 2272"/>
                <a:gd name="T118" fmla="*/ 616 w 2264"/>
                <a:gd name="T119" fmla="*/ 1511 h 2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264" h="2272">
                  <a:moveTo>
                    <a:pt x="918" y="10"/>
                  </a:moveTo>
                  <a:lnTo>
                    <a:pt x="879" y="18"/>
                  </a:lnTo>
                  <a:lnTo>
                    <a:pt x="802" y="38"/>
                  </a:lnTo>
                  <a:lnTo>
                    <a:pt x="727" y="65"/>
                  </a:lnTo>
                  <a:lnTo>
                    <a:pt x="653" y="97"/>
                  </a:lnTo>
                  <a:lnTo>
                    <a:pt x="582" y="135"/>
                  </a:lnTo>
                  <a:lnTo>
                    <a:pt x="514" y="177"/>
                  </a:lnTo>
                  <a:lnTo>
                    <a:pt x="448" y="225"/>
                  </a:lnTo>
                  <a:lnTo>
                    <a:pt x="386" y="276"/>
                  </a:lnTo>
                  <a:lnTo>
                    <a:pt x="327" y="332"/>
                  </a:lnTo>
                  <a:lnTo>
                    <a:pt x="272" y="392"/>
                  </a:lnTo>
                  <a:lnTo>
                    <a:pt x="221" y="455"/>
                  </a:lnTo>
                  <a:lnTo>
                    <a:pt x="174" y="521"/>
                  </a:lnTo>
                  <a:lnTo>
                    <a:pt x="132" y="591"/>
                  </a:lnTo>
                  <a:lnTo>
                    <a:pt x="95" y="663"/>
                  </a:lnTo>
                  <a:lnTo>
                    <a:pt x="63" y="737"/>
                  </a:lnTo>
                  <a:lnTo>
                    <a:pt x="37" y="814"/>
                  </a:lnTo>
                  <a:lnTo>
                    <a:pt x="26" y="853"/>
                  </a:lnTo>
                  <a:lnTo>
                    <a:pt x="19" y="880"/>
                  </a:lnTo>
                  <a:lnTo>
                    <a:pt x="9" y="943"/>
                  </a:lnTo>
                  <a:lnTo>
                    <a:pt x="0" y="1053"/>
                  </a:lnTo>
                  <a:lnTo>
                    <a:pt x="0" y="1210"/>
                  </a:lnTo>
                  <a:lnTo>
                    <a:pt x="9" y="1321"/>
                  </a:lnTo>
                  <a:lnTo>
                    <a:pt x="19" y="1384"/>
                  </a:lnTo>
                  <a:lnTo>
                    <a:pt x="26" y="1411"/>
                  </a:lnTo>
                  <a:lnTo>
                    <a:pt x="42" y="1469"/>
                  </a:lnTo>
                  <a:lnTo>
                    <a:pt x="82" y="1578"/>
                  </a:lnTo>
                  <a:lnTo>
                    <a:pt x="133" y="1681"/>
                  </a:lnTo>
                  <a:lnTo>
                    <a:pt x="192" y="1777"/>
                  </a:lnTo>
                  <a:lnTo>
                    <a:pt x="260" y="1866"/>
                  </a:lnTo>
                  <a:lnTo>
                    <a:pt x="335" y="1947"/>
                  </a:lnTo>
                  <a:lnTo>
                    <a:pt x="418" y="2020"/>
                  </a:lnTo>
                  <a:lnTo>
                    <a:pt x="507" y="2085"/>
                  </a:lnTo>
                  <a:lnTo>
                    <a:pt x="601" y="2141"/>
                  </a:lnTo>
                  <a:lnTo>
                    <a:pt x="701" y="2187"/>
                  </a:lnTo>
                  <a:lnTo>
                    <a:pt x="805" y="2224"/>
                  </a:lnTo>
                  <a:lnTo>
                    <a:pt x="913" y="2251"/>
                  </a:lnTo>
                  <a:lnTo>
                    <a:pt x="1024" y="2267"/>
                  </a:lnTo>
                  <a:lnTo>
                    <a:pt x="1137" y="2272"/>
                  </a:lnTo>
                  <a:lnTo>
                    <a:pt x="1252" y="2266"/>
                  </a:lnTo>
                  <a:lnTo>
                    <a:pt x="1368" y="2248"/>
                  </a:lnTo>
                  <a:lnTo>
                    <a:pt x="1426" y="2235"/>
                  </a:lnTo>
                  <a:lnTo>
                    <a:pt x="1481" y="2219"/>
                  </a:lnTo>
                  <a:lnTo>
                    <a:pt x="1590" y="2176"/>
                  </a:lnTo>
                  <a:lnTo>
                    <a:pt x="1696" y="2120"/>
                  </a:lnTo>
                  <a:lnTo>
                    <a:pt x="1796" y="2053"/>
                  </a:lnTo>
                  <a:lnTo>
                    <a:pt x="1890" y="1975"/>
                  </a:lnTo>
                  <a:lnTo>
                    <a:pt x="1975" y="1889"/>
                  </a:lnTo>
                  <a:lnTo>
                    <a:pt x="2051" y="1794"/>
                  </a:lnTo>
                  <a:lnTo>
                    <a:pt x="2115" y="1694"/>
                  </a:lnTo>
                  <a:lnTo>
                    <a:pt x="2141" y="1641"/>
                  </a:lnTo>
                  <a:lnTo>
                    <a:pt x="2171" y="1576"/>
                  </a:lnTo>
                  <a:lnTo>
                    <a:pt x="2218" y="1448"/>
                  </a:lnTo>
                  <a:lnTo>
                    <a:pt x="2249" y="1320"/>
                  </a:lnTo>
                  <a:lnTo>
                    <a:pt x="2264" y="1192"/>
                  </a:lnTo>
                  <a:lnTo>
                    <a:pt x="2264" y="1065"/>
                  </a:lnTo>
                  <a:lnTo>
                    <a:pt x="2248" y="938"/>
                  </a:lnTo>
                  <a:lnTo>
                    <a:pt x="2216" y="810"/>
                  </a:lnTo>
                  <a:lnTo>
                    <a:pt x="2169" y="681"/>
                  </a:lnTo>
                  <a:lnTo>
                    <a:pt x="2139" y="616"/>
                  </a:lnTo>
                  <a:lnTo>
                    <a:pt x="2121" y="580"/>
                  </a:lnTo>
                  <a:lnTo>
                    <a:pt x="2081" y="514"/>
                  </a:lnTo>
                  <a:lnTo>
                    <a:pt x="2033" y="450"/>
                  </a:lnTo>
                  <a:lnTo>
                    <a:pt x="1968" y="378"/>
                  </a:lnTo>
                  <a:lnTo>
                    <a:pt x="1926" y="335"/>
                  </a:lnTo>
                  <a:lnTo>
                    <a:pt x="1869" y="278"/>
                  </a:lnTo>
                  <a:lnTo>
                    <a:pt x="1786" y="209"/>
                  </a:lnTo>
                  <a:lnTo>
                    <a:pt x="1730" y="168"/>
                  </a:lnTo>
                  <a:lnTo>
                    <a:pt x="1673" y="133"/>
                  </a:lnTo>
                  <a:lnTo>
                    <a:pt x="1613" y="101"/>
                  </a:lnTo>
                  <a:lnTo>
                    <a:pt x="1515" y="59"/>
                  </a:lnTo>
                  <a:lnTo>
                    <a:pt x="1441" y="35"/>
                  </a:lnTo>
                  <a:lnTo>
                    <a:pt x="1398" y="24"/>
                  </a:lnTo>
                  <a:lnTo>
                    <a:pt x="1264" y="8"/>
                  </a:lnTo>
                  <a:lnTo>
                    <a:pt x="1106" y="0"/>
                  </a:lnTo>
                  <a:lnTo>
                    <a:pt x="965" y="3"/>
                  </a:lnTo>
                  <a:lnTo>
                    <a:pt x="918" y="10"/>
                  </a:lnTo>
                  <a:close/>
                  <a:moveTo>
                    <a:pt x="1338" y="180"/>
                  </a:moveTo>
                  <a:lnTo>
                    <a:pt x="1398" y="194"/>
                  </a:lnTo>
                  <a:lnTo>
                    <a:pt x="1515" y="237"/>
                  </a:lnTo>
                  <a:lnTo>
                    <a:pt x="1625" y="295"/>
                  </a:lnTo>
                  <a:lnTo>
                    <a:pt x="1728" y="368"/>
                  </a:lnTo>
                  <a:lnTo>
                    <a:pt x="1822" y="453"/>
                  </a:lnTo>
                  <a:lnTo>
                    <a:pt x="1905" y="550"/>
                  </a:lnTo>
                  <a:lnTo>
                    <a:pt x="1976" y="658"/>
                  </a:lnTo>
                  <a:lnTo>
                    <a:pt x="2035" y="774"/>
                  </a:lnTo>
                  <a:lnTo>
                    <a:pt x="2058" y="836"/>
                  </a:lnTo>
                  <a:lnTo>
                    <a:pt x="2066" y="861"/>
                  </a:lnTo>
                  <a:lnTo>
                    <a:pt x="2079" y="918"/>
                  </a:lnTo>
                  <a:lnTo>
                    <a:pt x="2092" y="1016"/>
                  </a:lnTo>
                  <a:lnTo>
                    <a:pt x="2098" y="1159"/>
                  </a:lnTo>
                  <a:lnTo>
                    <a:pt x="2092" y="1259"/>
                  </a:lnTo>
                  <a:lnTo>
                    <a:pt x="2084" y="1319"/>
                  </a:lnTo>
                  <a:lnTo>
                    <a:pt x="2078" y="1345"/>
                  </a:lnTo>
                  <a:lnTo>
                    <a:pt x="2065" y="1389"/>
                  </a:lnTo>
                  <a:lnTo>
                    <a:pt x="2030" y="1490"/>
                  </a:lnTo>
                  <a:lnTo>
                    <a:pt x="1991" y="1581"/>
                  </a:lnTo>
                  <a:lnTo>
                    <a:pt x="1966" y="1627"/>
                  </a:lnTo>
                  <a:lnTo>
                    <a:pt x="1954" y="1643"/>
                  </a:lnTo>
                  <a:lnTo>
                    <a:pt x="1949" y="1645"/>
                  </a:lnTo>
                  <a:lnTo>
                    <a:pt x="1942" y="1641"/>
                  </a:lnTo>
                  <a:lnTo>
                    <a:pt x="1914" y="1602"/>
                  </a:lnTo>
                  <a:lnTo>
                    <a:pt x="1896" y="1573"/>
                  </a:lnTo>
                  <a:lnTo>
                    <a:pt x="1869" y="1530"/>
                  </a:lnTo>
                  <a:lnTo>
                    <a:pt x="1806" y="1448"/>
                  </a:lnTo>
                  <a:lnTo>
                    <a:pt x="1733" y="1373"/>
                  </a:lnTo>
                  <a:lnTo>
                    <a:pt x="1652" y="1308"/>
                  </a:lnTo>
                  <a:lnTo>
                    <a:pt x="1609" y="1280"/>
                  </a:lnTo>
                  <a:lnTo>
                    <a:pt x="1566" y="1252"/>
                  </a:lnTo>
                  <a:lnTo>
                    <a:pt x="1498" y="1215"/>
                  </a:lnTo>
                  <a:lnTo>
                    <a:pt x="1486" y="1211"/>
                  </a:lnTo>
                  <a:lnTo>
                    <a:pt x="1473" y="1210"/>
                  </a:lnTo>
                  <a:lnTo>
                    <a:pt x="1460" y="1197"/>
                  </a:lnTo>
                  <a:lnTo>
                    <a:pt x="1463" y="1173"/>
                  </a:lnTo>
                  <a:lnTo>
                    <a:pt x="1482" y="1140"/>
                  </a:lnTo>
                  <a:lnTo>
                    <a:pt x="1498" y="1121"/>
                  </a:lnTo>
                  <a:lnTo>
                    <a:pt x="1520" y="1093"/>
                  </a:lnTo>
                  <a:lnTo>
                    <a:pt x="1562" y="1016"/>
                  </a:lnTo>
                  <a:lnTo>
                    <a:pt x="1596" y="930"/>
                  </a:lnTo>
                  <a:lnTo>
                    <a:pt x="1616" y="848"/>
                  </a:lnTo>
                  <a:lnTo>
                    <a:pt x="1618" y="813"/>
                  </a:lnTo>
                  <a:lnTo>
                    <a:pt x="1616" y="777"/>
                  </a:lnTo>
                  <a:lnTo>
                    <a:pt x="1601" y="699"/>
                  </a:lnTo>
                  <a:lnTo>
                    <a:pt x="1573" y="619"/>
                  </a:lnTo>
                  <a:lnTo>
                    <a:pt x="1534" y="544"/>
                  </a:lnTo>
                  <a:lnTo>
                    <a:pt x="1511" y="511"/>
                  </a:lnTo>
                  <a:lnTo>
                    <a:pt x="1495" y="490"/>
                  </a:lnTo>
                  <a:lnTo>
                    <a:pt x="1459" y="452"/>
                  </a:lnTo>
                  <a:lnTo>
                    <a:pt x="1419" y="419"/>
                  </a:lnTo>
                  <a:lnTo>
                    <a:pt x="1377" y="391"/>
                  </a:lnTo>
                  <a:lnTo>
                    <a:pt x="1331" y="368"/>
                  </a:lnTo>
                  <a:lnTo>
                    <a:pt x="1283" y="350"/>
                  </a:lnTo>
                  <a:lnTo>
                    <a:pt x="1234" y="337"/>
                  </a:lnTo>
                  <a:lnTo>
                    <a:pt x="1183" y="329"/>
                  </a:lnTo>
                  <a:lnTo>
                    <a:pt x="1132" y="326"/>
                  </a:lnTo>
                  <a:lnTo>
                    <a:pt x="1081" y="328"/>
                  </a:lnTo>
                  <a:lnTo>
                    <a:pt x="1030" y="336"/>
                  </a:lnTo>
                  <a:lnTo>
                    <a:pt x="980" y="349"/>
                  </a:lnTo>
                  <a:lnTo>
                    <a:pt x="932" y="367"/>
                  </a:lnTo>
                  <a:lnTo>
                    <a:pt x="885" y="390"/>
                  </a:lnTo>
                  <a:lnTo>
                    <a:pt x="841" y="418"/>
                  </a:lnTo>
                  <a:lnTo>
                    <a:pt x="800" y="452"/>
                  </a:lnTo>
                  <a:lnTo>
                    <a:pt x="781" y="471"/>
                  </a:lnTo>
                  <a:lnTo>
                    <a:pt x="749" y="507"/>
                  </a:lnTo>
                  <a:lnTo>
                    <a:pt x="699" y="584"/>
                  </a:lnTo>
                  <a:lnTo>
                    <a:pt x="665" y="668"/>
                  </a:lnTo>
                  <a:lnTo>
                    <a:pt x="649" y="760"/>
                  </a:lnTo>
                  <a:lnTo>
                    <a:pt x="648" y="810"/>
                  </a:lnTo>
                  <a:lnTo>
                    <a:pt x="649" y="856"/>
                  </a:lnTo>
                  <a:lnTo>
                    <a:pt x="660" y="938"/>
                  </a:lnTo>
                  <a:lnTo>
                    <a:pt x="685" y="1011"/>
                  </a:lnTo>
                  <a:lnTo>
                    <a:pt x="725" y="1080"/>
                  </a:lnTo>
                  <a:lnTo>
                    <a:pt x="751" y="1115"/>
                  </a:lnTo>
                  <a:lnTo>
                    <a:pt x="771" y="1139"/>
                  </a:lnTo>
                  <a:lnTo>
                    <a:pt x="798" y="1178"/>
                  </a:lnTo>
                  <a:lnTo>
                    <a:pt x="801" y="1185"/>
                  </a:lnTo>
                  <a:lnTo>
                    <a:pt x="795" y="1191"/>
                  </a:lnTo>
                  <a:lnTo>
                    <a:pt x="739" y="1226"/>
                  </a:lnTo>
                  <a:lnTo>
                    <a:pt x="698" y="1248"/>
                  </a:lnTo>
                  <a:lnTo>
                    <a:pt x="651" y="1274"/>
                  </a:lnTo>
                  <a:lnTo>
                    <a:pt x="558" y="1342"/>
                  </a:lnTo>
                  <a:lnTo>
                    <a:pt x="471" y="1424"/>
                  </a:lnTo>
                  <a:lnTo>
                    <a:pt x="397" y="1513"/>
                  </a:lnTo>
                  <a:lnTo>
                    <a:pt x="368" y="1558"/>
                  </a:lnTo>
                  <a:lnTo>
                    <a:pt x="346" y="1593"/>
                  </a:lnTo>
                  <a:lnTo>
                    <a:pt x="310" y="1640"/>
                  </a:lnTo>
                  <a:lnTo>
                    <a:pt x="301" y="1645"/>
                  </a:lnTo>
                  <a:lnTo>
                    <a:pt x="297" y="1643"/>
                  </a:lnTo>
                  <a:lnTo>
                    <a:pt x="283" y="1624"/>
                  </a:lnTo>
                  <a:lnTo>
                    <a:pt x="257" y="1569"/>
                  </a:lnTo>
                  <a:lnTo>
                    <a:pt x="215" y="1465"/>
                  </a:lnTo>
                  <a:lnTo>
                    <a:pt x="180" y="1357"/>
                  </a:lnTo>
                  <a:lnTo>
                    <a:pt x="169" y="1315"/>
                  </a:lnTo>
                  <a:lnTo>
                    <a:pt x="162" y="1277"/>
                  </a:lnTo>
                  <a:lnTo>
                    <a:pt x="154" y="1199"/>
                  </a:lnTo>
                  <a:lnTo>
                    <a:pt x="153" y="1118"/>
                  </a:lnTo>
                  <a:lnTo>
                    <a:pt x="159" y="1035"/>
                  </a:lnTo>
                  <a:lnTo>
                    <a:pt x="172" y="952"/>
                  </a:lnTo>
                  <a:lnTo>
                    <a:pt x="192" y="870"/>
                  </a:lnTo>
                  <a:lnTo>
                    <a:pt x="219" y="789"/>
                  </a:lnTo>
                  <a:lnTo>
                    <a:pt x="252" y="711"/>
                  </a:lnTo>
                  <a:lnTo>
                    <a:pt x="271" y="673"/>
                  </a:lnTo>
                  <a:lnTo>
                    <a:pt x="294" y="632"/>
                  </a:lnTo>
                  <a:lnTo>
                    <a:pt x="351" y="550"/>
                  </a:lnTo>
                  <a:lnTo>
                    <a:pt x="418" y="473"/>
                  </a:lnTo>
                  <a:lnTo>
                    <a:pt x="494" y="401"/>
                  </a:lnTo>
                  <a:lnTo>
                    <a:pt x="576" y="336"/>
                  </a:lnTo>
                  <a:lnTo>
                    <a:pt x="664" y="279"/>
                  </a:lnTo>
                  <a:lnTo>
                    <a:pt x="754" y="232"/>
                  </a:lnTo>
                  <a:lnTo>
                    <a:pt x="844" y="197"/>
                  </a:lnTo>
                  <a:lnTo>
                    <a:pt x="889" y="185"/>
                  </a:lnTo>
                  <a:lnTo>
                    <a:pt x="934" y="175"/>
                  </a:lnTo>
                  <a:lnTo>
                    <a:pt x="1049" y="165"/>
                  </a:lnTo>
                  <a:lnTo>
                    <a:pt x="1175" y="164"/>
                  </a:lnTo>
                  <a:lnTo>
                    <a:pt x="1291" y="172"/>
                  </a:lnTo>
                  <a:lnTo>
                    <a:pt x="1338" y="180"/>
                  </a:lnTo>
                  <a:close/>
                  <a:moveTo>
                    <a:pt x="1219" y="496"/>
                  </a:moveTo>
                  <a:lnTo>
                    <a:pt x="1248" y="507"/>
                  </a:lnTo>
                  <a:lnTo>
                    <a:pt x="1299" y="533"/>
                  </a:lnTo>
                  <a:lnTo>
                    <a:pt x="1343" y="566"/>
                  </a:lnTo>
                  <a:lnTo>
                    <a:pt x="1381" y="606"/>
                  </a:lnTo>
                  <a:lnTo>
                    <a:pt x="1410" y="650"/>
                  </a:lnTo>
                  <a:lnTo>
                    <a:pt x="1432" y="699"/>
                  </a:lnTo>
                  <a:lnTo>
                    <a:pt x="1445" y="753"/>
                  </a:lnTo>
                  <a:lnTo>
                    <a:pt x="1449" y="810"/>
                  </a:lnTo>
                  <a:lnTo>
                    <a:pt x="1448" y="840"/>
                  </a:lnTo>
                  <a:lnTo>
                    <a:pt x="1445" y="864"/>
                  </a:lnTo>
                  <a:lnTo>
                    <a:pt x="1437" y="904"/>
                  </a:lnTo>
                  <a:lnTo>
                    <a:pt x="1424" y="939"/>
                  </a:lnTo>
                  <a:lnTo>
                    <a:pt x="1404" y="972"/>
                  </a:lnTo>
                  <a:lnTo>
                    <a:pt x="1391" y="990"/>
                  </a:lnTo>
                  <a:lnTo>
                    <a:pt x="1359" y="1029"/>
                  </a:lnTo>
                  <a:lnTo>
                    <a:pt x="1317" y="1070"/>
                  </a:lnTo>
                  <a:lnTo>
                    <a:pt x="1290" y="1089"/>
                  </a:lnTo>
                  <a:lnTo>
                    <a:pt x="1262" y="1103"/>
                  </a:lnTo>
                  <a:lnTo>
                    <a:pt x="1230" y="1112"/>
                  </a:lnTo>
                  <a:lnTo>
                    <a:pt x="1174" y="1119"/>
                  </a:lnTo>
                  <a:lnTo>
                    <a:pt x="1126" y="1120"/>
                  </a:lnTo>
                  <a:lnTo>
                    <a:pt x="1087" y="1120"/>
                  </a:lnTo>
                  <a:lnTo>
                    <a:pt x="1033" y="1116"/>
                  </a:lnTo>
                  <a:lnTo>
                    <a:pt x="994" y="1105"/>
                  </a:lnTo>
                  <a:lnTo>
                    <a:pt x="960" y="1084"/>
                  </a:lnTo>
                  <a:lnTo>
                    <a:pt x="939" y="1068"/>
                  </a:lnTo>
                  <a:lnTo>
                    <a:pt x="912" y="1044"/>
                  </a:lnTo>
                  <a:lnTo>
                    <a:pt x="863" y="984"/>
                  </a:lnTo>
                  <a:lnTo>
                    <a:pt x="825" y="916"/>
                  </a:lnTo>
                  <a:lnTo>
                    <a:pt x="807" y="866"/>
                  </a:lnTo>
                  <a:lnTo>
                    <a:pt x="802" y="836"/>
                  </a:lnTo>
                  <a:lnTo>
                    <a:pt x="801" y="823"/>
                  </a:lnTo>
                  <a:lnTo>
                    <a:pt x="802" y="790"/>
                  </a:lnTo>
                  <a:lnTo>
                    <a:pt x="816" y="726"/>
                  </a:lnTo>
                  <a:lnTo>
                    <a:pt x="841" y="666"/>
                  </a:lnTo>
                  <a:lnTo>
                    <a:pt x="876" y="611"/>
                  </a:lnTo>
                  <a:lnTo>
                    <a:pt x="920" y="564"/>
                  </a:lnTo>
                  <a:lnTo>
                    <a:pt x="971" y="525"/>
                  </a:lnTo>
                  <a:lnTo>
                    <a:pt x="1028" y="498"/>
                  </a:lnTo>
                  <a:lnTo>
                    <a:pt x="1088" y="482"/>
                  </a:lnTo>
                  <a:lnTo>
                    <a:pt x="1119" y="480"/>
                  </a:lnTo>
                  <a:lnTo>
                    <a:pt x="1140" y="480"/>
                  </a:lnTo>
                  <a:lnTo>
                    <a:pt x="1194" y="489"/>
                  </a:lnTo>
                  <a:lnTo>
                    <a:pt x="1219" y="496"/>
                  </a:lnTo>
                  <a:close/>
                  <a:moveTo>
                    <a:pt x="1249" y="1310"/>
                  </a:moveTo>
                  <a:lnTo>
                    <a:pt x="1255" y="1314"/>
                  </a:lnTo>
                  <a:lnTo>
                    <a:pt x="1258" y="1327"/>
                  </a:lnTo>
                  <a:lnTo>
                    <a:pt x="1241" y="1361"/>
                  </a:lnTo>
                  <a:lnTo>
                    <a:pt x="1208" y="1401"/>
                  </a:lnTo>
                  <a:lnTo>
                    <a:pt x="1181" y="1432"/>
                  </a:lnTo>
                  <a:lnTo>
                    <a:pt x="1137" y="1474"/>
                  </a:lnTo>
                  <a:lnTo>
                    <a:pt x="1126" y="1478"/>
                  </a:lnTo>
                  <a:lnTo>
                    <a:pt x="1116" y="1474"/>
                  </a:lnTo>
                  <a:lnTo>
                    <a:pt x="1078" y="1438"/>
                  </a:lnTo>
                  <a:lnTo>
                    <a:pt x="1035" y="1388"/>
                  </a:lnTo>
                  <a:lnTo>
                    <a:pt x="1004" y="1343"/>
                  </a:lnTo>
                  <a:lnTo>
                    <a:pt x="1001" y="1331"/>
                  </a:lnTo>
                  <a:lnTo>
                    <a:pt x="1002" y="1324"/>
                  </a:lnTo>
                  <a:lnTo>
                    <a:pt x="1014" y="1310"/>
                  </a:lnTo>
                  <a:lnTo>
                    <a:pt x="1023" y="1306"/>
                  </a:lnTo>
                  <a:lnTo>
                    <a:pt x="1040" y="1301"/>
                  </a:lnTo>
                  <a:lnTo>
                    <a:pt x="1103" y="1297"/>
                  </a:lnTo>
                  <a:lnTo>
                    <a:pt x="1176" y="1298"/>
                  </a:lnTo>
                  <a:lnTo>
                    <a:pt x="1236" y="1304"/>
                  </a:lnTo>
                  <a:lnTo>
                    <a:pt x="1249" y="1310"/>
                  </a:lnTo>
                  <a:close/>
                  <a:moveTo>
                    <a:pt x="906" y="1480"/>
                  </a:moveTo>
                  <a:lnTo>
                    <a:pt x="938" y="1520"/>
                  </a:lnTo>
                  <a:lnTo>
                    <a:pt x="986" y="1585"/>
                  </a:lnTo>
                  <a:lnTo>
                    <a:pt x="993" y="1598"/>
                  </a:lnTo>
                  <a:lnTo>
                    <a:pt x="993" y="1603"/>
                  </a:lnTo>
                  <a:lnTo>
                    <a:pt x="985" y="1618"/>
                  </a:lnTo>
                  <a:lnTo>
                    <a:pt x="958" y="1646"/>
                  </a:lnTo>
                  <a:lnTo>
                    <a:pt x="908" y="1685"/>
                  </a:lnTo>
                  <a:lnTo>
                    <a:pt x="874" y="1703"/>
                  </a:lnTo>
                  <a:lnTo>
                    <a:pt x="859" y="1707"/>
                  </a:lnTo>
                  <a:lnTo>
                    <a:pt x="854" y="1705"/>
                  </a:lnTo>
                  <a:lnTo>
                    <a:pt x="846" y="1690"/>
                  </a:lnTo>
                  <a:lnTo>
                    <a:pt x="821" y="1603"/>
                  </a:lnTo>
                  <a:lnTo>
                    <a:pt x="793" y="1492"/>
                  </a:lnTo>
                  <a:lnTo>
                    <a:pt x="777" y="1405"/>
                  </a:lnTo>
                  <a:lnTo>
                    <a:pt x="778" y="1391"/>
                  </a:lnTo>
                  <a:lnTo>
                    <a:pt x="781" y="1386"/>
                  </a:lnTo>
                  <a:lnTo>
                    <a:pt x="790" y="1380"/>
                  </a:lnTo>
                  <a:lnTo>
                    <a:pt x="806" y="1380"/>
                  </a:lnTo>
                  <a:lnTo>
                    <a:pt x="836" y="1401"/>
                  </a:lnTo>
                  <a:lnTo>
                    <a:pt x="879" y="1446"/>
                  </a:lnTo>
                  <a:lnTo>
                    <a:pt x="906" y="1480"/>
                  </a:lnTo>
                  <a:close/>
                  <a:moveTo>
                    <a:pt x="1476" y="1398"/>
                  </a:moveTo>
                  <a:lnTo>
                    <a:pt x="1477" y="1417"/>
                  </a:lnTo>
                  <a:lnTo>
                    <a:pt x="1460" y="1507"/>
                  </a:lnTo>
                  <a:lnTo>
                    <a:pt x="1430" y="1615"/>
                  </a:lnTo>
                  <a:lnTo>
                    <a:pt x="1408" y="1679"/>
                  </a:lnTo>
                  <a:lnTo>
                    <a:pt x="1395" y="1703"/>
                  </a:lnTo>
                  <a:lnTo>
                    <a:pt x="1391" y="1706"/>
                  </a:lnTo>
                  <a:lnTo>
                    <a:pt x="1381" y="1706"/>
                  </a:lnTo>
                  <a:lnTo>
                    <a:pt x="1337" y="1679"/>
                  </a:lnTo>
                  <a:lnTo>
                    <a:pt x="1311" y="1658"/>
                  </a:lnTo>
                  <a:lnTo>
                    <a:pt x="1249" y="1603"/>
                  </a:lnTo>
                  <a:lnTo>
                    <a:pt x="1343" y="1490"/>
                  </a:lnTo>
                  <a:lnTo>
                    <a:pt x="1376" y="1451"/>
                  </a:lnTo>
                  <a:lnTo>
                    <a:pt x="1424" y="1400"/>
                  </a:lnTo>
                  <a:lnTo>
                    <a:pt x="1447" y="1383"/>
                  </a:lnTo>
                  <a:lnTo>
                    <a:pt x="1458" y="1380"/>
                  </a:lnTo>
                  <a:lnTo>
                    <a:pt x="1467" y="1382"/>
                  </a:lnTo>
                  <a:lnTo>
                    <a:pt x="1473" y="1391"/>
                  </a:lnTo>
                  <a:lnTo>
                    <a:pt x="1476" y="1398"/>
                  </a:lnTo>
                  <a:close/>
                  <a:moveTo>
                    <a:pt x="686" y="1738"/>
                  </a:moveTo>
                  <a:lnTo>
                    <a:pt x="732" y="1916"/>
                  </a:lnTo>
                  <a:lnTo>
                    <a:pt x="753" y="1981"/>
                  </a:lnTo>
                  <a:lnTo>
                    <a:pt x="757" y="1983"/>
                  </a:lnTo>
                  <a:lnTo>
                    <a:pt x="784" y="1972"/>
                  </a:lnTo>
                  <a:lnTo>
                    <a:pt x="857" y="1927"/>
                  </a:lnTo>
                  <a:lnTo>
                    <a:pt x="928" y="1875"/>
                  </a:lnTo>
                  <a:lnTo>
                    <a:pt x="1060" y="1776"/>
                  </a:lnTo>
                  <a:lnTo>
                    <a:pt x="1113" y="1740"/>
                  </a:lnTo>
                  <a:lnTo>
                    <a:pt x="1119" y="1739"/>
                  </a:lnTo>
                  <a:lnTo>
                    <a:pt x="1152" y="1754"/>
                  </a:lnTo>
                  <a:lnTo>
                    <a:pt x="1235" y="1808"/>
                  </a:lnTo>
                  <a:lnTo>
                    <a:pt x="1309" y="1863"/>
                  </a:lnTo>
                  <a:lnTo>
                    <a:pt x="1381" y="1917"/>
                  </a:lnTo>
                  <a:lnTo>
                    <a:pt x="1463" y="1970"/>
                  </a:lnTo>
                  <a:lnTo>
                    <a:pt x="1495" y="1986"/>
                  </a:lnTo>
                  <a:lnTo>
                    <a:pt x="1501" y="1985"/>
                  </a:lnTo>
                  <a:lnTo>
                    <a:pt x="1509" y="1966"/>
                  </a:lnTo>
                  <a:lnTo>
                    <a:pt x="1545" y="1833"/>
                  </a:lnTo>
                  <a:lnTo>
                    <a:pt x="1568" y="1740"/>
                  </a:lnTo>
                  <a:lnTo>
                    <a:pt x="1591" y="1649"/>
                  </a:lnTo>
                  <a:lnTo>
                    <a:pt x="1628" y="1524"/>
                  </a:lnTo>
                  <a:lnTo>
                    <a:pt x="1636" y="1511"/>
                  </a:lnTo>
                  <a:lnTo>
                    <a:pt x="1643" y="1513"/>
                  </a:lnTo>
                  <a:lnTo>
                    <a:pt x="1666" y="1532"/>
                  </a:lnTo>
                  <a:lnTo>
                    <a:pt x="1709" y="1586"/>
                  </a:lnTo>
                  <a:lnTo>
                    <a:pt x="1770" y="1684"/>
                  </a:lnTo>
                  <a:lnTo>
                    <a:pt x="1804" y="1752"/>
                  </a:lnTo>
                  <a:lnTo>
                    <a:pt x="1817" y="1788"/>
                  </a:lnTo>
                  <a:lnTo>
                    <a:pt x="1818" y="1800"/>
                  </a:lnTo>
                  <a:lnTo>
                    <a:pt x="1816" y="1811"/>
                  </a:lnTo>
                  <a:lnTo>
                    <a:pt x="1797" y="1839"/>
                  </a:lnTo>
                  <a:lnTo>
                    <a:pt x="1763" y="1873"/>
                  </a:lnTo>
                  <a:lnTo>
                    <a:pt x="1717" y="1910"/>
                  </a:lnTo>
                  <a:lnTo>
                    <a:pt x="1631" y="1967"/>
                  </a:lnTo>
                  <a:lnTo>
                    <a:pt x="1533" y="2020"/>
                  </a:lnTo>
                  <a:lnTo>
                    <a:pt x="1468" y="2048"/>
                  </a:lnTo>
                  <a:lnTo>
                    <a:pt x="1436" y="2060"/>
                  </a:lnTo>
                  <a:lnTo>
                    <a:pt x="1382" y="2076"/>
                  </a:lnTo>
                  <a:lnTo>
                    <a:pt x="1262" y="2099"/>
                  </a:lnTo>
                  <a:lnTo>
                    <a:pt x="1136" y="2108"/>
                  </a:lnTo>
                  <a:lnTo>
                    <a:pt x="1014" y="2103"/>
                  </a:lnTo>
                  <a:lnTo>
                    <a:pt x="958" y="2095"/>
                  </a:lnTo>
                  <a:lnTo>
                    <a:pt x="903" y="2083"/>
                  </a:lnTo>
                  <a:lnTo>
                    <a:pt x="779" y="2040"/>
                  </a:lnTo>
                  <a:lnTo>
                    <a:pt x="653" y="1981"/>
                  </a:lnTo>
                  <a:lnTo>
                    <a:pt x="569" y="1932"/>
                  </a:lnTo>
                  <a:lnTo>
                    <a:pt x="522" y="1898"/>
                  </a:lnTo>
                  <a:lnTo>
                    <a:pt x="503" y="1881"/>
                  </a:lnTo>
                  <a:lnTo>
                    <a:pt x="429" y="1818"/>
                  </a:lnTo>
                  <a:lnTo>
                    <a:pt x="458" y="1743"/>
                  </a:lnTo>
                  <a:lnTo>
                    <a:pt x="471" y="1711"/>
                  </a:lnTo>
                  <a:lnTo>
                    <a:pt x="515" y="1634"/>
                  </a:lnTo>
                  <a:lnTo>
                    <a:pt x="564" y="1562"/>
                  </a:lnTo>
                  <a:lnTo>
                    <a:pt x="595" y="1525"/>
                  </a:lnTo>
                  <a:lnTo>
                    <a:pt x="611" y="1513"/>
                  </a:lnTo>
                  <a:lnTo>
                    <a:pt x="616" y="1511"/>
                  </a:lnTo>
                  <a:lnTo>
                    <a:pt x="620" y="1515"/>
                  </a:lnTo>
                  <a:lnTo>
                    <a:pt x="634" y="1549"/>
                  </a:lnTo>
                  <a:lnTo>
                    <a:pt x="663" y="1647"/>
                  </a:lnTo>
                  <a:lnTo>
                    <a:pt x="686" y="17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Freeform 105">
              <a:extLst>
                <a:ext uri="{FF2B5EF4-FFF2-40B4-BE49-F238E27FC236}">
                  <a16:creationId xmlns:a16="http://schemas.microsoft.com/office/drawing/2014/main" id="{1E9973E7-0319-CECE-53D4-532BAFB3B744}"/>
                </a:ext>
              </a:extLst>
            </p:cNvPr>
            <p:cNvSpPr>
              <a:spLocks noEditPoints="1"/>
            </p:cNvSpPr>
            <p:nvPr/>
          </p:nvSpPr>
          <p:spPr bwMode="auto">
            <a:xfrm>
              <a:off x="3924301" y="3813176"/>
              <a:ext cx="627063" cy="631825"/>
            </a:xfrm>
            <a:custGeom>
              <a:avLst/>
              <a:gdLst>
                <a:gd name="T0" fmla="*/ 358 w 1609"/>
                <a:gd name="T1" fmla="*/ 136 h 1624"/>
                <a:gd name="T2" fmla="*/ 80 w 1609"/>
                <a:gd name="T3" fmla="*/ 454 h 1624"/>
                <a:gd name="T4" fmla="*/ 2 w 1609"/>
                <a:gd name="T5" fmla="*/ 757 h 1624"/>
                <a:gd name="T6" fmla="*/ 23 w 1609"/>
                <a:gd name="T7" fmla="*/ 1015 h 1624"/>
                <a:gd name="T8" fmla="*/ 157 w 1609"/>
                <a:gd name="T9" fmla="*/ 1294 h 1624"/>
                <a:gd name="T10" fmla="*/ 347 w 1609"/>
                <a:gd name="T11" fmla="*/ 1479 h 1624"/>
                <a:gd name="T12" fmla="*/ 673 w 1609"/>
                <a:gd name="T13" fmla="*/ 1614 h 1624"/>
                <a:gd name="T14" fmla="*/ 1017 w 1609"/>
                <a:gd name="T15" fmla="*/ 1597 h 1624"/>
                <a:gd name="T16" fmla="*/ 1327 w 1609"/>
                <a:gd name="T17" fmla="*/ 1435 h 1624"/>
                <a:gd name="T18" fmla="*/ 1515 w 1609"/>
                <a:gd name="T19" fmla="*/ 1209 h 1624"/>
                <a:gd name="T20" fmla="*/ 1599 w 1609"/>
                <a:gd name="T21" fmla="*/ 970 h 1624"/>
                <a:gd name="T22" fmla="*/ 1605 w 1609"/>
                <a:gd name="T23" fmla="*/ 677 h 1624"/>
                <a:gd name="T24" fmla="*/ 1551 w 1609"/>
                <a:gd name="T25" fmla="*/ 492 h 1624"/>
                <a:gd name="T26" fmla="*/ 1313 w 1609"/>
                <a:gd name="T27" fmla="*/ 177 h 1624"/>
                <a:gd name="T28" fmla="*/ 1072 w 1609"/>
                <a:gd name="T29" fmla="*/ 47 h 1624"/>
                <a:gd name="T30" fmla="*/ 724 w 1609"/>
                <a:gd name="T31" fmla="*/ 3 h 1624"/>
                <a:gd name="T32" fmla="*/ 1096 w 1609"/>
                <a:gd name="T33" fmla="*/ 231 h 1624"/>
                <a:gd name="T34" fmla="*/ 1346 w 1609"/>
                <a:gd name="T35" fmla="*/ 454 h 1624"/>
                <a:gd name="T36" fmla="*/ 1428 w 1609"/>
                <a:gd name="T37" fmla="*/ 618 h 1624"/>
                <a:gd name="T38" fmla="*/ 1442 w 1609"/>
                <a:gd name="T39" fmla="*/ 864 h 1624"/>
                <a:gd name="T40" fmla="*/ 1404 w 1609"/>
                <a:gd name="T41" fmla="*/ 1070 h 1624"/>
                <a:gd name="T42" fmla="*/ 1330 w 1609"/>
                <a:gd name="T43" fmla="*/ 1192 h 1624"/>
                <a:gd name="T44" fmla="*/ 1240 w 1609"/>
                <a:gd name="T45" fmla="*/ 1145 h 1624"/>
                <a:gd name="T46" fmla="*/ 1109 w 1609"/>
                <a:gd name="T47" fmla="*/ 1051 h 1624"/>
                <a:gd name="T48" fmla="*/ 1110 w 1609"/>
                <a:gd name="T49" fmla="*/ 994 h 1624"/>
                <a:gd name="T50" fmla="*/ 1191 w 1609"/>
                <a:gd name="T51" fmla="*/ 857 h 1624"/>
                <a:gd name="T52" fmla="*/ 1199 w 1609"/>
                <a:gd name="T53" fmla="*/ 646 h 1624"/>
                <a:gd name="T54" fmla="*/ 1117 w 1609"/>
                <a:gd name="T55" fmla="*/ 474 h 1624"/>
                <a:gd name="T56" fmla="*/ 905 w 1609"/>
                <a:gd name="T57" fmla="*/ 340 h 1624"/>
                <a:gd name="T58" fmla="*/ 715 w 1609"/>
                <a:gd name="T59" fmla="*/ 338 h 1624"/>
                <a:gd name="T60" fmla="*/ 522 w 1609"/>
                <a:gd name="T61" fmla="*/ 443 h 1624"/>
                <a:gd name="T62" fmla="*/ 416 w 1609"/>
                <a:gd name="T63" fmla="*/ 627 h 1624"/>
                <a:gd name="T64" fmla="*/ 419 w 1609"/>
                <a:gd name="T65" fmla="*/ 846 h 1624"/>
                <a:gd name="T66" fmla="*/ 525 w 1609"/>
                <a:gd name="T67" fmla="*/ 1032 h 1624"/>
                <a:gd name="T68" fmla="*/ 340 w 1609"/>
                <a:gd name="T69" fmla="*/ 1179 h 1624"/>
                <a:gd name="T70" fmla="*/ 268 w 1609"/>
                <a:gd name="T71" fmla="*/ 1183 h 1624"/>
                <a:gd name="T72" fmla="*/ 167 w 1609"/>
                <a:gd name="T73" fmla="*/ 910 h 1624"/>
                <a:gd name="T74" fmla="*/ 171 w 1609"/>
                <a:gd name="T75" fmla="*/ 696 h 1624"/>
                <a:gd name="T76" fmla="*/ 255 w 1609"/>
                <a:gd name="T77" fmla="*/ 475 h 1624"/>
                <a:gd name="T78" fmla="*/ 412 w 1609"/>
                <a:gd name="T79" fmla="*/ 299 h 1624"/>
                <a:gd name="T80" fmla="*/ 628 w 1609"/>
                <a:gd name="T81" fmla="*/ 186 h 1624"/>
                <a:gd name="T82" fmla="*/ 844 w 1609"/>
                <a:gd name="T83" fmla="*/ 169 h 1624"/>
                <a:gd name="T84" fmla="*/ 1044 w 1609"/>
                <a:gd name="T85" fmla="*/ 207 h 1624"/>
                <a:gd name="T86" fmla="*/ 1000 w 1609"/>
                <a:gd name="T87" fmla="*/ 590 h 1624"/>
                <a:gd name="T88" fmla="*/ 1048 w 1609"/>
                <a:gd name="T89" fmla="*/ 742 h 1624"/>
                <a:gd name="T90" fmla="*/ 1007 w 1609"/>
                <a:gd name="T91" fmla="*/ 863 h 1624"/>
                <a:gd name="T92" fmla="*/ 893 w 1609"/>
                <a:gd name="T93" fmla="*/ 956 h 1624"/>
                <a:gd name="T94" fmla="*/ 662 w 1609"/>
                <a:gd name="T95" fmla="*/ 926 h 1624"/>
                <a:gd name="T96" fmla="*/ 590 w 1609"/>
                <a:gd name="T97" fmla="*/ 835 h 1624"/>
                <a:gd name="T98" fmla="*/ 589 w 1609"/>
                <a:gd name="T99" fmla="*/ 625 h 1624"/>
                <a:gd name="T100" fmla="*/ 778 w 1609"/>
                <a:gd name="T101" fmla="*/ 497 h 1624"/>
                <a:gd name="T102" fmla="*/ 906 w 1609"/>
                <a:gd name="T103" fmla="*/ 509 h 1624"/>
                <a:gd name="T104" fmla="*/ 1047 w 1609"/>
                <a:gd name="T105" fmla="*/ 1207 h 1624"/>
                <a:gd name="T106" fmla="*/ 1150 w 1609"/>
                <a:gd name="T107" fmla="*/ 1362 h 1624"/>
                <a:gd name="T108" fmla="*/ 852 w 1609"/>
                <a:gd name="T109" fmla="*/ 1461 h 1624"/>
                <a:gd name="T110" fmla="*/ 652 w 1609"/>
                <a:gd name="T111" fmla="*/ 1441 h 1624"/>
                <a:gd name="T112" fmla="*/ 454 w 1609"/>
                <a:gd name="T113" fmla="*/ 1356 h 1624"/>
                <a:gd name="T114" fmla="*/ 442 w 1609"/>
                <a:gd name="T115" fmla="*/ 1300 h 1624"/>
                <a:gd name="T116" fmla="*/ 617 w 1609"/>
                <a:gd name="T117" fmla="*/ 1180 h 1624"/>
                <a:gd name="T118" fmla="*/ 788 w 1609"/>
                <a:gd name="T119" fmla="*/ 1144 h 1624"/>
                <a:gd name="T120" fmla="*/ 990 w 1609"/>
                <a:gd name="T121" fmla="*/ 1177 h 1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609" h="1624">
                  <a:moveTo>
                    <a:pt x="599" y="25"/>
                  </a:moveTo>
                  <a:lnTo>
                    <a:pt x="547" y="40"/>
                  </a:lnTo>
                  <a:lnTo>
                    <a:pt x="450" y="82"/>
                  </a:lnTo>
                  <a:lnTo>
                    <a:pt x="358" y="136"/>
                  </a:lnTo>
                  <a:lnTo>
                    <a:pt x="274" y="201"/>
                  </a:lnTo>
                  <a:lnTo>
                    <a:pt x="199" y="277"/>
                  </a:lnTo>
                  <a:lnTo>
                    <a:pt x="134" y="361"/>
                  </a:lnTo>
                  <a:lnTo>
                    <a:pt x="80" y="454"/>
                  </a:lnTo>
                  <a:lnTo>
                    <a:pt x="39" y="552"/>
                  </a:lnTo>
                  <a:lnTo>
                    <a:pt x="24" y="604"/>
                  </a:lnTo>
                  <a:lnTo>
                    <a:pt x="14" y="644"/>
                  </a:lnTo>
                  <a:lnTo>
                    <a:pt x="2" y="757"/>
                  </a:lnTo>
                  <a:lnTo>
                    <a:pt x="0" y="812"/>
                  </a:lnTo>
                  <a:lnTo>
                    <a:pt x="1" y="855"/>
                  </a:lnTo>
                  <a:lnTo>
                    <a:pt x="8" y="937"/>
                  </a:lnTo>
                  <a:lnTo>
                    <a:pt x="23" y="1015"/>
                  </a:lnTo>
                  <a:lnTo>
                    <a:pt x="45" y="1089"/>
                  </a:lnTo>
                  <a:lnTo>
                    <a:pt x="75" y="1160"/>
                  </a:lnTo>
                  <a:lnTo>
                    <a:pt x="112" y="1228"/>
                  </a:lnTo>
                  <a:lnTo>
                    <a:pt x="157" y="1294"/>
                  </a:lnTo>
                  <a:lnTo>
                    <a:pt x="210" y="1358"/>
                  </a:lnTo>
                  <a:lnTo>
                    <a:pt x="240" y="1389"/>
                  </a:lnTo>
                  <a:lnTo>
                    <a:pt x="275" y="1422"/>
                  </a:lnTo>
                  <a:lnTo>
                    <a:pt x="347" y="1479"/>
                  </a:lnTo>
                  <a:lnTo>
                    <a:pt x="424" y="1527"/>
                  </a:lnTo>
                  <a:lnTo>
                    <a:pt x="505" y="1566"/>
                  </a:lnTo>
                  <a:lnTo>
                    <a:pt x="588" y="1594"/>
                  </a:lnTo>
                  <a:lnTo>
                    <a:pt x="673" y="1614"/>
                  </a:lnTo>
                  <a:lnTo>
                    <a:pt x="759" y="1623"/>
                  </a:lnTo>
                  <a:lnTo>
                    <a:pt x="846" y="1624"/>
                  </a:lnTo>
                  <a:lnTo>
                    <a:pt x="932" y="1615"/>
                  </a:lnTo>
                  <a:lnTo>
                    <a:pt x="1017" y="1597"/>
                  </a:lnTo>
                  <a:lnTo>
                    <a:pt x="1100" y="1570"/>
                  </a:lnTo>
                  <a:lnTo>
                    <a:pt x="1179" y="1534"/>
                  </a:lnTo>
                  <a:lnTo>
                    <a:pt x="1255" y="1489"/>
                  </a:lnTo>
                  <a:lnTo>
                    <a:pt x="1327" y="1435"/>
                  </a:lnTo>
                  <a:lnTo>
                    <a:pt x="1393" y="1373"/>
                  </a:lnTo>
                  <a:lnTo>
                    <a:pt x="1453" y="1301"/>
                  </a:lnTo>
                  <a:lnTo>
                    <a:pt x="1480" y="1262"/>
                  </a:lnTo>
                  <a:lnTo>
                    <a:pt x="1515" y="1209"/>
                  </a:lnTo>
                  <a:lnTo>
                    <a:pt x="1553" y="1132"/>
                  </a:lnTo>
                  <a:lnTo>
                    <a:pt x="1573" y="1081"/>
                  </a:lnTo>
                  <a:lnTo>
                    <a:pt x="1588" y="1027"/>
                  </a:lnTo>
                  <a:lnTo>
                    <a:pt x="1599" y="970"/>
                  </a:lnTo>
                  <a:lnTo>
                    <a:pt x="1608" y="876"/>
                  </a:lnTo>
                  <a:lnTo>
                    <a:pt x="1609" y="804"/>
                  </a:lnTo>
                  <a:lnTo>
                    <a:pt x="1608" y="753"/>
                  </a:lnTo>
                  <a:lnTo>
                    <a:pt x="1605" y="677"/>
                  </a:lnTo>
                  <a:lnTo>
                    <a:pt x="1595" y="616"/>
                  </a:lnTo>
                  <a:lnTo>
                    <a:pt x="1576" y="555"/>
                  </a:lnTo>
                  <a:lnTo>
                    <a:pt x="1562" y="519"/>
                  </a:lnTo>
                  <a:lnTo>
                    <a:pt x="1551" y="492"/>
                  </a:lnTo>
                  <a:lnTo>
                    <a:pt x="1525" y="438"/>
                  </a:lnTo>
                  <a:lnTo>
                    <a:pt x="1478" y="359"/>
                  </a:lnTo>
                  <a:lnTo>
                    <a:pt x="1400" y="261"/>
                  </a:lnTo>
                  <a:lnTo>
                    <a:pt x="1313" y="177"/>
                  </a:lnTo>
                  <a:lnTo>
                    <a:pt x="1267" y="144"/>
                  </a:lnTo>
                  <a:lnTo>
                    <a:pt x="1231" y="120"/>
                  </a:lnTo>
                  <a:lnTo>
                    <a:pt x="1154" y="79"/>
                  </a:lnTo>
                  <a:lnTo>
                    <a:pt x="1072" y="47"/>
                  </a:lnTo>
                  <a:lnTo>
                    <a:pt x="986" y="22"/>
                  </a:lnTo>
                  <a:lnTo>
                    <a:pt x="899" y="7"/>
                  </a:lnTo>
                  <a:lnTo>
                    <a:pt x="811" y="0"/>
                  </a:lnTo>
                  <a:lnTo>
                    <a:pt x="724" y="3"/>
                  </a:lnTo>
                  <a:lnTo>
                    <a:pt x="639" y="15"/>
                  </a:lnTo>
                  <a:lnTo>
                    <a:pt x="599" y="25"/>
                  </a:lnTo>
                  <a:close/>
                  <a:moveTo>
                    <a:pt x="1070" y="219"/>
                  </a:moveTo>
                  <a:lnTo>
                    <a:pt x="1096" y="231"/>
                  </a:lnTo>
                  <a:lnTo>
                    <a:pt x="1146" y="260"/>
                  </a:lnTo>
                  <a:lnTo>
                    <a:pt x="1215" y="309"/>
                  </a:lnTo>
                  <a:lnTo>
                    <a:pt x="1296" y="388"/>
                  </a:lnTo>
                  <a:lnTo>
                    <a:pt x="1346" y="454"/>
                  </a:lnTo>
                  <a:lnTo>
                    <a:pt x="1375" y="501"/>
                  </a:lnTo>
                  <a:lnTo>
                    <a:pt x="1387" y="525"/>
                  </a:lnTo>
                  <a:lnTo>
                    <a:pt x="1405" y="561"/>
                  </a:lnTo>
                  <a:lnTo>
                    <a:pt x="1428" y="618"/>
                  </a:lnTo>
                  <a:lnTo>
                    <a:pt x="1439" y="675"/>
                  </a:lnTo>
                  <a:lnTo>
                    <a:pt x="1442" y="755"/>
                  </a:lnTo>
                  <a:lnTo>
                    <a:pt x="1442" y="812"/>
                  </a:lnTo>
                  <a:lnTo>
                    <a:pt x="1442" y="864"/>
                  </a:lnTo>
                  <a:lnTo>
                    <a:pt x="1438" y="941"/>
                  </a:lnTo>
                  <a:lnTo>
                    <a:pt x="1430" y="997"/>
                  </a:lnTo>
                  <a:lnTo>
                    <a:pt x="1415" y="1045"/>
                  </a:lnTo>
                  <a:lnTo>
                    <a:pt x="1404" y="1070"/>
                  </a:lnTo>
                  <a:lnTo>
                    <a:pt x="1387" y="1105"/>
                  </a:lnTo>
                  <a:lnTo>
                    <a:pt x="1352" y="1165"/>
                  </a:lnTo>
                  <a:lnTo>
                    <a:pt x="1339" y="1182"/>
                  </a:lnTo>
                  <a:lnTo>
                    <a:pt x="1330" y="1192"/>
                  </a:lnTo>
                  <a:lnTo>
                    <a:pt x="1315" y="1200"/>
                  </a:lnTo>
                  <a:lnTo>
                    <a:pt x="1295" y="1193"/>
                  </a:lnTo>
                  <a:lnTo>
                    <a:pt x="1264" y="1167"/>
                  </a:lnTo>
                  <a:lnTo>
                    <a:pt x="1240" y="1145"/>
                  </a:lnTo>
                  <a:lnTo>
                    <a:pt x="1209" y="1117"/>
                  </a:lnTo>
                  <a:lnTo>
                    <a:pt x="1146" y="1070"/>
                  </a:lnTo>
                  <a:lnTo>
                    <a:pt x="1125" y="1059"/>
                  </a:lnTo>
                  <a:lnTo>
                    <a:pt x="1109" y="1051"/>
                  </a:lnTo>
                  <a:lnTo>
                    <a:pt x="1089" y="1037"/>
                  </a:lnTo>
                  <a:lnTo>
                    <a:pt x="1086" y="1022"/>
                  </a:lnTo>
                  <a:lnTo>
                    <a:pt x="1098" y="1004"/>
                  </a:lnTo>
                  <a:lnTo>
                    <a:pt x="1110" y="994"/>
                  </a:lnTo>
                  <a:lnTo>
                    <a:pt x="1126" y="980"/>
                  </a:lnTo>
                  <a:lnTo>
                    <a:pt x="1152" y="946"/>
                  </a:lnTo>
                  <a:lnTo>
                    <a:pt x="1174" y="904"/>
                  </a:lnTo>
                  <a:lnTo>
                    <a:pt x="1191" y="857"/>
                  </a:lnTo>
                  <a:lnTo>
                    <a:pt x="1203" y="806"/>
                  </a:lnTo>
                  <a:lnTo>
                    <a:pt x="1208" y="752"/>
                  </a:lnTo>
                  <a:lnTo>
                    <a:pt x="1207" y="698"/>
                  </a:lnTo>
                  <a:lnTo>
                    <a:pt x="1199" y="646"/>
                  </a:lnTo>
                  <a:lnTo>
                    <a:pt x="1192" y="620"/>
                  </a:lnTo>
                  <a:lnTo>
                    <a:pt x="1182" y="588"/>
                  </a:lnTo>
                  <a:lnTo>
                    <a:pt x="1154" y="528"/>
                  </a:lnTo>
                  <a:lnTo>
                    <a:pt x="1117" y="474"/>
                  </a:lnTo>
                  <a:lnTo>
                    <a:pt x="1073" y="428"/>
                  </a:lnTo>
                  <a:lnTo>
                    <a:pt x="1023" y="390"/>
                  </a:lnTo>
                  <a:lnTo>
                    <a:pt x="966" y="360"/>
                  </a:lnTo>
                  <a:lnTo>
                    <a:pt x="905" y="340"/>
                  </a:lnTo>
                  <a:lnTo>
                    <a:pt x="839" y="330"/>
                  </a:lnTo>
                  <a:lnTo>
                    <a:pt x="805" y="329"/>
                  </a:lnTo>
                  <a:lnTo>
                    <a:pt x="774" y="330"/>
                  </a:lnTo>
                  <a:lnTo>
                    <a:pt x="715" y="338"/>
                  </a:lnTo>
                  <a:lnTo>
                    <a:pt x="659" y="355"/>
                  </a:lnTo>
                  <a:lnTo>
                    <a:pt x="609" y="378"/>
                  </a:lnTo>
                  <a:lnTo>
                    <a:pt x="563" y="408"/>
                  </a:lnTo>
                  <a:lnTo>
                    <a:pt x="522" y="443"/>
                  </a:lnTo>
                  <a:lnTo>
                    <a:pt x="486" y="484"/>
                  </a:lnTo>
                  <a:lnTo>
                    <a:pt x="457" y="528"/>
                  </a:lnTo>
                  <a:lnTo>
                    <a:pt x="433" y="576"/>
                  </a:lnTo>
                  <a:lnTo>
                    <a:pt x="416" y="627"/>
                  </a:lnTo>
                  <a:lnTo>
                    <a:pt x="406" y="680"/>
                  </a:lnTo>
                  <a:lnTo>
                    <a:pt x="403" y="735"/>
                  </a:lnTo>
                  <a:lnTo>
                    <a:pt x="407" y="790"/>
                  </a:lnTo>
                  <a:lnTo>
                    <a:pt x="419" y="846"/>
                  </a:lnTo>
                  <a:lnTo>
                    <a:pt x="440" y="901"/>
                  </a:lnTo>
                  <a:lnTo>
                    <a:pt x="469" y="954"/>
                  </a:lnTo>
                  <a:lnTo>
                    <a:pt x="487" y="980"/>
                  </a:lnTo>
                  <a:lnTo>
                    <a:pt x="525" y="1032"/>
                  </a:lnTo>
                  <a:lnTo>
                    <a:pt x="484" y="1060"/>
                  </a:lnTo>
                  <a:lnTo>
                    <a:pt x="435" y="1096"/>
                  </a:lnTo>
                  <a:lnTo>
                    <a:pt x="370" y="1152"/>
                  </a:lnTo>
                  <a:lnTo>
                    <a:pt x="340" y="1179"/>
                  </a:lnTo>
                  <a:lnTo>
                    <a:pt x="304" y="1201"/>
                  </a:lnTo>
                  <a:lnTo>
                    <a:pt x="288" y="1205"/>
                  </a:lnTo>
                  <a:lnTo>
                    <a:pt x="284" y="1202"/>
                  </a:lnTo>
                  <a:lnTo>
                    <a:pt x="268" y="1183"/>
                  </a:lnTo>
                  <a:lnTo>
                    <a:pt x="233" y="1116"/>
                  </a:lnTo>
                  <a:lnTo>
                    <a:pt x="199" y="1031"/>
                  </a:lnTo>
                  <a:lnTo>
                    <a:pt x="173" y="946"/>
                  </a:lnTo>
                  <a:lnTo>
                    <a:pt x="167" y="910"/>
                  </a:lnTo>
                  <a:lnTo>
                    <a:pt x="163" y="879"/>
                  </a:lnTo>
                  <a:lnTo>
                    <a:pt x="160" y="817"/>
                  </a:lnTo>
                  <a:lnTo>
                    <a:pt x="163" y="756"/>
                  </a:lnTo>
                  <a:lnTo>
                    <a:pt x="171" y="696"/>
                  </a:lnTo>
                  <a:lnTo>
                    <a:pt x="184" y="638"/>
                  </a:lnTo>
                  <a:lnTo>
                    <a:pt x="203" y="581"/>
                  </a:lnTo>
                  <a:lnTo>
                    <a:pt x="227" y="527"/>
                  </a:lnTo>
                  <a:lnTo>
                    <a:pt x="255" y="475"/>
                  </a:lnTo>
                  <a:lnTo>
                    <a:pt x="288" y="426"/>
                  </a:lnTo>
                  <a:lnTo>
                    <a:pt x="325" y="380"/>
                  </a:lnTo>
                  <a:lnTo>
                    <a:pt x="366" y="338"/>
                  </a:lnTo>
                  <a:lnTo>
                    <a:pt x="412" y="299"/>
                  </a:lnTo>
                  <a:lnTo>
                    <a:pt x="461" y="264"/>
                  </a:lnTo>
                  <a:lnTo>
                    <a:pt x="513" y="233"/>
                  </a:lnTo>
                  <a:lnTo>
                    <a:pt x="569" y="207"/>
                  </a:lnTo>
                  <a:lnTo>
                    <a:pt x="628" y="186"/>
                  </a:lnTo>
                  <a:lnTo>
                    <a:pt x="659" y="177"/>
                  </a:lnTo>
                  <a:lnTo>
                    <a:pt x="687" y="171"/>
                  </a:lnTo>
                  <a:lnTo>
                    <a:pt x="787" y="167"/>
                  </a:lnTo>
                  <a:lnTo>
                    <a:pt x="844" y="169"/>
                  </a:lnTo>
                  <a:lnTo>
                    <a:pt x="880" y="171"/>
                  </a:lnTo>
                  <a:lnTo>
                    <a:pt x="942" y="178"/>
                  </a:lnTo>
                  <a:lnTo>
                    <a:pt x="994" y="189"/>
                  </a:lnTo>
                  <a:lnTo>
                    <a:pt x="1044" y="207"/>
                  </a:lnTo>
                  <a:lnTo>
                    <a:pt x="1070" y="219"/>
                  </a:lnTo>
                  <a:close/>
                  <a:moveTo>
                    <a:pt x="950" y="539"/>
                  </a:moveTo>
                  <a:lnTo>
                    <a:pt x="969" y="555"/>
                  </a:lnTo>
                  <a:lnTo>
                    <a:pt x="1000" y="590"/>
                  </a:lnTo>
                  <a:lnTo>
                    <a:pt x="1024" y="626"/>
                  </a:lnTo>
                  <a:lnTo>
                    <a:pt x="1039" y="663"/>
                  </a:lnTo>
                  <a:lnTo>
                    <a:pt x="1048" y="702"/>
                  </a:lnTo>
                  <a:lnTo>
                    <a:pt x="1048" y="742"/>
                  </a:lnTo>
                  <a:lnTo>
                    <a:pt x="1041" y="783"/>
                  </a:lnTo>
                  <a:lnTo>
                    <a:pt x="1026" y="825"/>
                  </a:lnTo>
                  <a:lnTo>
                    <a:pt x="1015" y="847"/>
                  </a:lnTo>
                  <a:lnTo>
                    <a:pt x="1007" y="863"/>
                  </a:lnTo>
                  <a:lnTo>
                    <a:pt x="987" y="890"/>
                  </a:lnTo>
                  <a:lnTo>
                    <a:pt x="963" y="914"/>
                  </a:lnTo>
                  <a:lnTo>
                    <a:pt x="937" y="933"/>
                  </a:lnTo>
                  <a:lnTo>
                    <a:pt x="893" y="956"/>
                  </a:lnTo>
                  <a:lnTo>
                    <a:pt x="830" y="970"/>
                  </a:lnTo>
                  <a:lnTo>
                    <a:pt x="766" y="968"/>
                  </a:lnTo>
                  <a:lnTo>
                    <a:pt x="704" y="950"/>
                  </a:lnTo>
                  <a:lnTo>
                    <a:pt x="662" y="926"/>
                  </a:lnTo>
                  <a:lnTo>
                    <a:pt x="637" y="905"/>
                  </a:lnTo>
                  <a:lnTo>
                    <a:pt x="616" y="880"/>
                  </a:lnTo>
                  <a:lnTo>
                    <a:pt x="598" y="851"/>
                  </a:lnTo>
                  <a:lnTo>
                    <a:pt x="590" y="835"/>
                  </a:lnTo>
                  <a:lnTo>
                    <a:pt x="578" y="803"/>
                  </a:lnTo>
                  <a:lnTo>
                    <a:pt x="567" y="739"/>
                  </a:lnTo>
                  <a:lnTo>
                    <a:pt x="571" y="679"/>
                  </a:lnTo>
                  <a:lnTo>
                    <a:pt x="589" y="625"/>
                  </a:lnTo>
                  <a:lnTo>
                    <a:pt x="620" y="577"/>
                  </a:lnTo>
                  <a:lnTo>
                    <a:pt x="663" y="539"/>
                  </a:lnTo>
                  <a:lnTo>
                    <a:pt x="716" y="511"/>
                  </a:lnTo>
                  <a:lnTo>
                    <a:pt x="778" y="497"/>
                  </a:lnTo>
                  <a:lnTo>
                    <a:pt x="812" y="495"/>
                  </a:lnTo>
                  <a:lnTo>
                    <a:pt x="836" y="496"/>
                  </a:lnTo>
                  <a:lnTo>
                    <a:pt x="875" y="500"/>
                  </a:lnTo>
                  <a:lnTo>
                    <a:pt x="906" y="509"/>
                  </a:lnTo>
                  <a:lnTo>
                    <a:pt x="935" y="526"/>
                  </a:lnTo>
                  <a:lnTo>
                    <a:pt x="950" y="539"/>
                  </a:lnTo>
                  <a:close/>
                  <a:moveTo>
                    <a:pt x="1010" y="1187"/>
                  </a:moveTo>
                  <a:lnTo>
                    <a:pt x="1047" y="1207"/>
                  </a:lnTo>
                  <a:lnTo>
                    <a:pt x="1119" y="1257"/>
                  </a:lnTo>
                  <a:lnTo>
                    <a:pt x="1144" y="1280"/>
                  </a:lnTo>
                  <a:lnTo>
                    <a:pt x="1192" y="1330"/>
                  </a:lnTo>
                  <a:lnTo>
                    <a:pt x="1150" y="1362"/>
                  </a:lnTo>
                  <a:lnTo>
                    <a:pt x="1122" y="1382"/>
                  </a:lnTo>
                  <a:lnTo>
                    <a:pt x="1042" y="1417"/>
                  </a:lnTo>
                  <a:lnTo>
                    <a:pt x="947" y="1445"/>
                  </a:lnTo>
                  <a:lnTo>
                    <a:pt x="852" y="1461"/>
                  </a:lnTo>
                  <a:lnTo>
                    <a:pt x="809" y="1462"/>
                  </a:lnTo>
                  <a:lnTo>
                    <a:pt x="779" y="1461"/>
                  </a:lnTo>
                  <a:lnTo>
                    <a:pt x="716" y="1454"/>
                  </a:lnTo>
                  <a:lnTo>
                    <a:pt x="652" y="1441"/>
                  </a:lnTo>
                  <a:lnTo>
                    <a:pt x="591" y="1424"/>
                  </a:lnTo>
                  <a:lnTo>
                    <a:pt x="535" y="1403"/>
                  </a:lnTo>
                  <a:lnTo>
                    <a:pt x="489" y="1380"/>
                  </a:lnTo>
                  <a:lnTo>
                    <a:pt x="454" y="1356"/>
                  </a:lnTo>
                  <a:lnTo>
                    <a:pt x="435" y="1332"/>
                  </a:lnTo>
                  <a:lnTo>
                    <a:pt x="434" y="1320"/>
                  </a:lnTo>
                  <a:lnTo>
                    <a:pt x="434" y="1314"/>
                  </a:lnTo>
                  <a:lnTo>
                    <a:pt x="442" y="1300"/>
                  </a:lnTo>
                  <a:lnTo>
                    <a:pt x="465" y="1275"/>
                  </a:lnTo>
                  <a:lnTo>
                    <a:pt x="516" y="1236"/>
                  </a:lnTo>
                  <a:lnTo>
                    <a:pt x="581" y="1197"/>
                  </a:lnTo>
                  <a:lnTo>
                    <a:pt x="617" y="1180"/>
                  </a:lnTo>
                  <a:lnTo>
                    <a:pt x="638" y="1171"/>
                  </a:lnTo>
                  <a:lnTo>
                    <a:pt x="685" y="1157"/>
                  </a:lnTo>
                  <a:lnTo>
                    <a:pt x="736" y="1148"/>
                  </a:lnTo>
                  <a:lnTo>
                    <a:pt x="788" y="1144"/>
                  </a:lnTo>
                  <a:lnTo>
                    <a:pt x="841" y="1145"/>
                  </a:lnTo>
                  <a:lnTo>
                    <a:pt x="894" y="1151"/>
                  </a:lnTo>
                  <a:lnTo>
                    <a:pt x="944" y="1161"/>
                  </a:lnTo>
                  <a:lnTo>
                    <a:pt x="990" y="1177"/>
                  </a:lnTo>
                  <a:lnTo>
                    <a:pt x="1010" y="11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7" name="Freeform 117">
              <a:extLst>
                <a:ext uri="{FF2B5EF4-FFF2-40B4-BE49-F238E27FC236}">
                  <a16:creationId xmlns:a16="http://schemas.microsoft.com/office/drawing/2014/main" id="{D13CA91B-C49D-54B4-2A20-221B1F776042}"/>
                </a:ext>
              </a:extLst>
            </p:cNvPr>
            <p:cNvSpPr>
              <a:spLocks noEditPoints="1"/>
            </p:cNvSpPr>
            <p:nvPr/>
          </p:nvSpPr>
          <p:spPr bwMode="auto">
            <a:xfrm>
              <a:off x="2598738" y="4414838"/>
              <a:ext cx="1954213" cy="1139825"/>
            </a:xfrm>
            <a:custGeom>
              <a:avLst/>
              <a:gdLst>
                <a:gd name="T0" fmla="*/ 59 w 5022"/>
                <a:gd name="T1" fmla="*/ 479 h 2932"/>
                <a:gd name="T2" fmla="*/ 14 w 5022"/>
                <a:gd name="T3" fmla="*/ 1022 h 2932"/>
                <a:gd name="T4" fmla="*/ 354 w 5022"/>
                <a:gd name="T5" fmla="*/ 1490 h 2932"/>
                <a:gd name="T6" fmla="*/ 974 w 5022"/>
                <a:gd name="T7" fmla="*/ 1610 h 2932"/>
                <a:gd name="T8" fmla="*/ 2015 w 5022"/>
                <a:gd name="T9" fmla="*/ 2932 h 2932"/>
                <a:gd name="T10" fmla="*/ 3035 w 5022"/>
                <a:gd name="T11" fmla="*/ 2765 h 2932"/>
                <a:gd name="T12" fmla="*/ 4800 w 5022"/>
                <a:gd name="T13" fmla="*/ 2923 h 2932"/>
                <a:gd name="T14" fmla="*/ 5019 w 5022"/>
                <a:gd name="T15" fmla="*/ 2647 h 2932"/>
                <a:gd name="T16" fmla="*/ 5020 w 5022"/>
                <a:gd name="T17" fmla="*/ 2392 h 2932"/>
                <a:gd name="T18" fmla="*/ 5008 w 5022"/>
                <a:gd name="T19" fmla="*/ 2115 h 2932"/>
                <a:gd name="T20" fmla="*/ 4998 w 5022"/>
                <a:gd name="T21" fmla="*/ 1813 h 2932"/>
                <a:gd name="T22" fmla="*/ 4880 w 5022"/>
                <a:gd name="T23" fmla="*/ 1488 h 2932"/>
                <a:gd name="T24" fmla="*/ 4301 w 5022"/>
                <a:gd name="T25" fmla="*/ 1438 h 2932"/>
                <a:gd name="T26" fmla="*/ 4538 w 5022"/>
                <a:gd name="T27" fmla="*/ 693 h 2932"/>
                <a:gd name="T28" fmla="*/ 4323 w 5022"/>
                <a:gd name="T29" fmla="*/ 295 h 2932"/>
                <a:gd name="T30" fmla="*/ 4021 w 5022"/>
                <a:gd name="T31" fmla="*/ 297 h 2932"/>
                <a:gd name="T32" fmla="*/ 3902 w 5022"/>
                <a:gd name="T33" fmla="*/ 856 h 2932"/>
                <a:gd name="T34" fmla="*/ 3393 w 5022"/>
                <a:gd name="T35" fmla="*/ 1320 h 2932"/>
                <a:gd name="T36" fmla="*/ 1483 w 5022"/>
                <a:gd name="T37" fmla="*/ 1286 h 2932"/>
                <a:gd name="T38" fmla="*/ 1607 w 5022"/>
                <a:gd name="T39" fmla="*/ 791 h 2932"/>
                <a:gd name="T40" fmla="*/ 1381 w 5022"/>
                <a:gd name="T41" fmla="*/ 252 h 2932"/>
                <a:gd name="T42" fmla="*/ 785 w 5022"/>
                <a:gd name="T43" fmla="*/ 0 h 2932"/>
                <a:gd name="T44" fmla="*/ 1367 w 5022"/>
                <a:gd name="T45" fmla="*/ 500 h 2932"/>
                <a:gd name="T46" fmla="*/ 1398 w 5022"/>
                <a:gd name="T47" fmla="*/ 1065 h 2932"/>
                <a:gd name="T48" fmla="*/ 1213 w 5022"/>
                <a:gd name="T49" fmla="*/ 1130 h 2932"/>
                <a:gd name="T50" fmla="*/ 1167 w 5022"/>
                <a:gd name="T51" fmla="*/ 903 h 2932"/>
                <a:gd name="T52" fmla="*/ 1082 w 5022"/>
                <a:gd name="T53" fmla="*/ 448 h 2932"/>
                <a:gd name="T54" fmla="*/ 643 w 5022"/>
                <a:gd name="T55" fmla="*/ 358 h 2932"/>
                <a:gd name="T56" fmla="*/ 400 w 5022"/>
                <a:gd name="T57" fmla="*/ 732 h 2932"/>
                <a:gd name="T58" fmla="*/ 485 w 5022"/>
                <a:gd name="T59" fmla="*/ 1053 h 2932"/>
                <a:gd name="T60" fmla="*/ 255 w 5022"/>
                <a:gd name="T61" fmla="*/ 1168 h 2932"/>
                <a:gd name="T62" fmla="*/ 168 w 5022"/>
                <a:gd name="T63" fmla="*/ 683 h 2932"/>
                <a:gd name="T64" fmla="*/ 445 w 5022"/>
                <a:gd name="T65" fmla="*/ 271 h 2932"/>
                <a:gd name="T66" fmla="*/ 923 w 5022"/>
                <a:gd name="T67" fmla="*/ 178 h 2932"/>
                <a:gd name="T68" fmla="*/ 4358 w 5022"/>
                <a:gd name="T69" fmla="*/ 588 h 2932"/>
                <a:gd name="T70" fmla="*/ 4246 w 5022"/>
                <a:gd name="T71" fmla="*/ 1187 h 2932"/>
                <a:gd name="T72" fmla="*/ 4202 w 5022"/>
                <a:gd name="T73" fmla="*/ 1578 h 2932"/>
                <a:gd name="T74" fmla="*/ 4824 w 5022"/>
                <a:gd name="T75" fmla="*/ 1648 h 2932"/>
                <a:gd name="T76" fmla="*/ 4784 w 5022"/>
                <a:gd name="T77" fmla="*/ 1785 h 2932"/>
                <a:gd name="T78" fmla="*/ 4773 w 5022"/>
                <a:gd name="T79" fmla="*/ 1958 h 2932"/>
                <a:gd name="T80" fmla="*/ 4787 w 5022"/>
                <a:gd name="T81" fmla="*/ 2107 h 2932"/>
                <a:gd name="T82" fmla="*/ 4826 w 5022"/>
                <a:gd name="T83" fmla="*/ 2299 h 2932"/>
                <a:gd name="T84" fmla="*/ 4795 w 5022"/>
                <a:gd name="T85" fmla="*/ 2437 h 2932"/>
                <a:gd name="T86" fmla="*/ 4739 w 5022"/>
                <a:gd name="T87" fmla="*/ 2603 h 2932"/>
                <a:gd name="T88" fmla="*/ 4836 w 5022"/>
                <a:gd name="T89" fmla="*/ 2740 h 2932"/>
                <a:gd name="T90" fmla="*/ 3161 w 5022"/>
                <a:gd name="T91" fmla="*/ 2613 h 2932"/>
                <a:gd name="T92" fmla="*/ 2910 w 5022"/>
                <a:gd name="T93" fmla="*/ 2105 h 2932"/>
                <a:gd name="T94" fmla="*/ 3623 w 5022"/>
                <a:gd name="T95" fmla="*/ 1375 h 2932"/>
                <a:gd name="T96" fmla="*/ 4035 w 5022"/>
                <a:gd name="T97" fmla="*/ 956 h 2932"/>
                <a:gd name="T98" fmla="*/ 4166 w 5022"/>
                <a:gd name="T99" fmla="*/ 414 h 2932"/>
                <a:gd name="T100" fmla="*/ 1037 w 5022"/>
                <a:gd name="T101" fmla="*/ 697 h 2932"/>
                <a:gd name="T102" fmla="*/ 783 w 5022"/>
                <a:gd name="T103" fmla="*/ 978 h 2932"/>
                <a:gd name="T104" fmla="*/ 559 w 5022"/>
                <a:gd name="T105" fmla="*/ 700 h 2932"/>
                <a:gd name="T106" fmla="*/ 817 w 5022"/>
                <a:gd name="T107" fmla="*/ 484 h 2932"/>
                <a:gd name="T108" fmla="*/ 1168 w 5022"/>
                <a:gd name="T109" fmla="*/ 1338 h 2932"/>
                <a:gd name="T110" fmla="*/ 702 w 5022"/>
                <a:gd name="T111" fmla="*/ 1451 h 2932"/>
                <a:gd name="T112" fmla="*/ 610 w 5022"/>
                <a:gd name="T113" fmla="*/ 1179 h 2932"/>
                <a:gd name="T114" fmla="*/ 1856 w 5022"/>
                <a:gd name="T115" fmla="*/ 2765 h 2932"/>
                <a:gd name="T116" fmla="*/ 2670 w 5022"/>
                <a:gd name="T117" fmla="*/ 2762 h 29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022" h="2932">
                  <a:moveTo>
                    <a:pt x="673" y="10"/>
                  </a:moveTo>
                  <a:lnTo>
                    <a:pt x="621" y="20"/>
                  </a:lnTo>
                  <a:lnTo>
                    <a:pt x="520" y="52"/>
                  </a:lnTo>
                  <a:lnTo>
                    <a:pt x="424" y="97"/>
                  </a:lnTo>
                  <a:lnTo>
                    <a:pt x="333" y="154"/>
                  </a:lnTo>
                  <a:lnTo>
                    <a:pt x="250" y="221"/>
                  </a:lnTo>
                  <a:lnTo>
                    <a:pt x="176" y="299"/>
                  </a:lnTo>
                  <a:lnTo>
                    <a:pt x="111" y="385"/>
                  </a:lnTo>
                  <a:lnTo>
                    <a:pt x="59" y="479"/>
                  </a:lnTo>
                  <a:lnTo>
                    <a:pt x="38" y="528"/>
                  </a:lnTo>
                  <a:lnTo>
                    <a:pt x="26" y="557"/>
                  </a:lnTo>
                  <a:lnTo>
                    <a:pt x="11" y="611"/>
                  </a:lnTo>
                  <a:lnTo>
                    <a:pt x="3" y="673"/>
                  </a:lnTo>
                  <a:lnTo>
                    <a:pt x="0" y="758"/>
                  </a:lnTo>
                  <a:lnTo>
                    <a:pt x="0" y="815"/>
                  </a:lnTo>
                  <a:lnTo>
                    <a:pt x="0" y="873"/>
                  </a:lnTo>
                  <a:lnTo>
                    <a:pt x="4" y="959"/>
                  </a:lnTo>
                  <a:lnTo>
                    <a:pt x="14" y="1022"/>
                  </a:lnTo>
                  <a:lnTo>
                    <a:pt x="31" y="1079"/>
                  </a:lnTo>
                  <a:lnTo>
                    <a:pt x="45" y="1112"/>
                  </a:lnTo>
                  <a:lnTo>
                    <a:pt x="61" y="1149"/>
                  </a:lnTo>
                  <a:lnTo>
                    <a:pt x="97" y="1220"/>
                  </a:lnTo>
                  <a:lnTo>
                    <a:pt x="138" y="1284"/>
                  </a:lnTo>
                  <a:lnTo>
                    <a:pt x="184" y="1344"/>
                  </a:lnTo>
                  <a:lnTo>
                    <a:pt x="235" y="1398"/>
                  </a:lnTo>
                  <a:lnTo>
                    <a:pt x="292" y="1446"/>
                  </a:lnTo>
                  <a:lnTo>
                    <a:pt x="354" y="1490"/>
                  </a:lnTo>
                  <a:lnTo>
                    <a:pt x="422" y="1529"/>
                  </a:lnTo>
                  <a:lnTo>
                    <a:pt x="458" y="1547"/>
                  </a:lnTo>
                  <a:lnTo>
                    <a:pt x="498" y="1565"/>
                  </a:lnTo>
                  <a:lnTo>
                    <a:pt x="578" y="1594"/>
                  </a:lnTo>
                  <a:lnTo>
                    <a:pt x="657" y="1614"/>
                  </a:lnTo>
                  <a:lnTo>
                    <a:pt x="736" y="1626"/>
                  </a:lnTo>
                  <a:lnTo>
                    <a:pt x="815" y="1629"/>
                  </a:lnTo>
                  <a:lnTo>
                    <a:pt x="895" y="1624"/>
                  </a:lnTo>
                  <a:lnTo>
                    <a:pt x="974" y="1610"/>
                  </a:lnTo>
                  <a:lnTo>
                    <a:pt x="1054" y="1588"/>
                  </a:lnTo>
                  <a:lnTo>
                    <a:pt x="1095" y="1573"/>
                  </a:lnTo>
                  <a:lnTo>
                    <a:pt x="1099" y="1572"/>
                  </a:lnTo>
                  <a:lnTo>
                    <a:pt x="1107" y="1575"/>
                  </a:lnTo>
                  <a:lnTo>
                    <a:pt x="1116" y="1607"/>
                  </a:lnTo>
                  <a:lnTo>
                    <a:pt x="1123" y="1839"/>
                  </a:lnTo>
                  <a:lnTo>
                    <a:pt x="1123" y="2247"/>
                  </a:lnTo>
                  <a:lnTo>
                    <a:pt x="1123" y="2932"/>
                  </a:lnTo>
                  <a:lnTo>
                    <a:pt x="2015" y="2932"/>
                  </a:lnTo>
                  <a:lnTo>
                    <a:pt x="2906" y="2932"/>
                  </a:lnTo>
                  <a:lnTo>
                    <a:pt x="2906" y="2868"/>
                  </a:lnTo>
                  <a:lnTo>
                    <a:pt x="2907" y="2839"/>
                  </a:lnTo>
                  <a:lnTo>
                    <a:pt x="2915" y="2807"/>
                  </a:lnTo>
                  <a:lnTo>
                    <a:pt x="2924" y="2791"/>
                  </a:lnTo>
                  <a:lnTo>
                    <a:pt x="2939" y="2779"/>
                  </a:lnTo>
                  <a:lnTo>
                    <a:pt x="2958" y="2772"/>
                  </a:lnTo>
                  <a:lnTo>
                    <a:pt x="2998" y="2766"/>
                  </a:lnTo>
                  <a:lnTo>
                    <a:pt x="3035" y="2765"/>
                  </a:lnTo>
                  <a:lnTo>
                    <a:pt x="3060" y="2766"/>
                  </a:lnTo>
                  <a:lnTo>
                    <a:pt x="3117" y="2774"/>
                  </a:lnTo>
                  <a:lnTo>
                    <a:pt x="3186" y="2794"/>
                  </a:lnTo>
                  <a:lnTo>
                    <a:pt x="3276" y="2826"/>
                  </a:lnTo>
                  <a:lnTo>
                    <a:pt x="3333" y="2848"/>
                  </a:lnTo>
                  <a:lnTo>
                    <a:pt x="3541" y="2932"/>
                  </a:lnTo>
                  <a:lnTo>
                    <a:pt x="4186" y="2932"/>
                  </a:lnTo>
                  <a:lnTo>
                    <a:pt x="4558" y="2931"/>
                  </a:lnTo>
                  <a:lnTo>
                    <a:pt x="4800" y="2923"/>
                  </a:lnTo>
                  <a:lnTo>
                    <a:pt x="4869" y="2911"/>
                  </a:lnTo>
                  <a:lnTo>
                    <a:pt x="4890" y="2902"/>
                  </a:lnTo>
                  <a:lnTo>
                    <a:pt x="4911" y="2890"/>
                  </a:lnTo>
                  <a:lnTo>
                    <a:pt x="4949" y="2860"/>
                  </a:lnTo>
                  <a:lnTo>
                    <a:pt x="4979" y="2825"/>
                  </a:lnTo>
                  <a:lnTo>
                    <a:pt x="5002" y="2784"/>
                  </a:lnTo>
                  <a:lnTo>
                    <a:pt x="5016" y="2740"/>
                  </a:lnTo>
                  <a:lnTo>
                    <a:pt x="5022" y="2694"/>
                  </a:lnTo>
                  <a:lnTo>
                    <a:pt x="5019" y="2647"/>
                  </a:lnTo>
                  <a:lnTo>
                    <a:pt x="5007" y="2602"/>
                  </a:lnTo>
                  <a:lnTo>
                    <a:pt x="4996" y="2580"/>
                  </a:lnTo>
                  <a:lnTo>
                    <a:pt x="4988" y="2564"/>
                  </a:lnTo>
                  <a:lnTo>
                    <a:pt x="4980" y="2539"/>
                  </a:lnTo>
                  <a:lnTo>
                    <a:pt x="4980" y="2517"/>
                  </a:lnTo>
                  <a:lnTo>
                    <a:pt x="4988" y="2491"/>
                  </a:lnTo>
                  <a:lnTo>
                    <a:pt x="4996" y="2473"/>
                  </a:lnTo>
                  <a:lnTo>
                    <a:pt x="5008" y="2447"/>
                  </a:lnTo>
                  <a:lnTo>
                    <a:pt x="5020" y="2392"/>
                  </a:lnTo>
                  <a:lnTo>
                    <a:pt x="5020" y="2337"/>
                  </a:lnTo>
                  <a:lnTo>
                    <a:pt x="5008" y="2282"/>
                  </a:lnTo>
                  <a:lnTo>
                    <a:pt x="4996" y="2255"/>
                  </a:lnTo>
                  <a:lnTo>
                    <a:pt x="4988" y="2237"/>
                  </a:lnTo>
                  <a:lnTo>
                    <a:pt x="4978" y="2210"/>
                  </a:lnTo>
                  <a:lnTo>
                    <a:pt x="4978" y="2187"/>
                  </a:lnTo>
                  <a:lnTo>
                    <a:pt x="4988" y="2160"/>
                  </a:lnTo>
                  <a:lnTo>
                    <a:pt x="4996" y="2142"/>
                  </a:lnTo>
                  <a:lnTo>
                    <a:pt x="5008" y="2115"/>
                  </a:lnTo>
                  <a:lnTo>
                    <a:pt x="5020" y="2060"/>
                  </a:lnTo>
                  <a:lnTo>
                    <a:pt x="5020" y="2006"/>
                  </a:lnTo>
                  <a:lnTo>
                    <a:pt x="5008" y="1954"/>
                  </a:lnTo>
                  <a:lnTo>
                    <a:pt x="4996" y="1928"/>
                  </a:lnTo>
                  <a:lnTo>
                    <a:pt x="4988" y="1912"/>
                  </a:lnTo>
                  <a:lnTo>
                    <a:pt x="4978" y="1887"/>
                  </a:lnTo>
                  <a:lnTo>
                    <a:pt x="4979" y="1863"/>
                  </a:lnTo>
                  <a:lnTo>
                    <a:pt x="4989" y="1834"/>
                  </a:lnTo>
                  <a:lnTo>
                    <a:pt x="4998" y="1813"/>
                  </a:lnTo>
                  <a:lnTo>
                    <a:pt x="5007" y="1791"/>
                  </a:lnTo>
                  <a:lnTo>
                    <a:pt x="5018" y="1743"/>
                  </a:lnTo>
                  <a:lnTo>
                    <a:pt x="5019" y="1694"/>
                  </a:lnTo>
                  <a:lnTo>
                    <a:pt x="5011" y="1647"/>
                  </a:lnTo>
                  <a:lnTo>
                    <a:pt x="4994" y="1602"/>
                  </a:lnTo>
                  <a:lnTo>
                    <a:pt x="4970" y="1561"/>
                  </a:lnTo>
                  <a:lnTo>
                    <a:pt x="4939" y="1526"/>
                  </a:lnTo>
                  <a:lnTo>
                    <a:pt x="4901" y="1498"/>
                  </a:lnTo>
                  <a:lnTo>
                    <a:pt x="4880" y="1488"/>
                  </a:lnTo>
                  <a:lnTo>
                    <a:pt x="4863" y="1482"/>
                  </a:lnTo>
                  <a:lnTo>
                    <a:pt x="4812" y="1473"/>
                  </a:lnTo>
                  <a:lnTo>
                    <a:pt x="4691" y="1466"/>
                  </a:lnTo>
                  <a:lnTo>
                    <a:pt x="4566" y="1465"/>
                  </a:lnTo>
                  <a:lnTo>
                    <a:pt x="4438" y="1464"/>
                  </a:lnTo>
                  <a:lnTo>
                    <a:pt x="4336" y="1458"/>
                  </a:lnTo>
                  <a:lnTo>
                    <a:pt x="4306" y="1449"/>
                  </a:lnTo>
                  <a:lnTo>
                    <a:pt x="4301" y="1443"/>
                  </a:lnTo>
                  <a:lnTo>
                    <a:pt x="4301" y="1438"/>
                  </a:lnTo>
                  <a:lnTo>
                    <a:pt x="4308" y="1414"/>
                  </a:lnTo>
                  <a:lnTo>
                    <a:pt x="4333" y="1360"/>
                  </a:lnTo>
                  <a:lnTo>
                    <a:pt x="4358" y="1317"/>
                  </a:lnTo>
                  <a:lnTo>
                    <a:pt x="4389" y="1264"/>
                  </a:lnTo>
                  <a:lnTo>
                    <a:pt x="4442" y="1151"/>
                  </a:lnTo>
                  <a:lnTo>
                    <a:pt x="4484" y="1034"/>
                  </a:lnTo>
                  <a:lnTo>
                    <a:pt x="4514" y="917"/>
                  </a:lnTo>
                  <a:lnTo>
                    <a:pt x="4532" y="802"/>
                  </a:lnTo>
                  <a:lnTo>
                    <a:pt x="4538" y="693"/>
                  </a:lnTo>
                  <a:lnTo>
                    <a:pt x="4531" y="594"/>
                  </a:lnTo>
                  <a:lnTo>
                    <a:pt x="4516" y="529"/>
                  </a:lnTo>
                  <a:lnTo>
                    <a:pt x="4502" y="491"/>
                  </a:lnTo>
                  <a:lnTo>
                    <a:pt x="4493" y="473"/>
                  </a:lnTo>
                  <a:lnTo>
                    <a:pt x="4479" y="448"/>
                  </a:lnTo>
                  <a:lnTo>
                    <a:pt x="4447" y="402"/>
                  </a:lnTo>
                  <a:lnTo>
                    <a:pt x="4410" y="360"/>
                  </a:lnTo>
                  <a:lnTo>
                    <a:pt x="4368" y="325"/>
                  </a:lnTo>
                  <a:lnTo>
                    <a:pt x="4323" y="295"/>
                  </a:lnTo>
                  <a:lnTo>
                    <a:pt x="4274" y="273"/>
                  </a:lnTo>
                  <a:lnTo>
                    <a:pt x="4223" y="257"/>
                  </a:lnTo>
                  <a:lnTo>
                    <a:pt x="4171" y="249"/>
                  </a:lnTo>
                  <a:lnTo>
                    <a:pt x="4145" y="248"/>
                  </a:lnTo>
                  <a:lnTo>
                    <a:pt x="4123" y="249"/>
                  </a:lnTo>
                  <a:lnTo>
                    <a:pt x="4090" y="253"/>
                  </a:lnTo>
                  <a:lnTo>
                    <a:pt x="4062" y="264"/>
                  </a:lnTo>
                  <a:lnTo>
                    <a:pt x="4036" y="283"/>
                  </a:lnTo>
                  <a:lnTo>
                    <a:pt x="4021" y="297"/>
                  </a:lnTo>
                  <a:lnTo>
                    <a:pt x="4006" y="313"/>
                  </a:lnTo>
                  <a:lnTo>
                    <a:pt x="3986" y="341"/>
                  </a:lnTo>
                  <a:lnTo>
                    <a:pt x="3976" y="375"/>
                  </a:lnTo>
                  <a:lnTo>
                    <a:pt x="3973" y="429"/>
                  </a:lnTo>
                  <a:lnTo>
                    <a:pt x="3973" y="468"/>
                  </a:lnTo>
                  <a:lnTo>
                    <a:pt x="3972" y="527"/>
                  </a:lnTo>
                  <a:lnTo>
                    <a:pt x="3959" y="644"/>
                  </a:lnTo>
                  <a:lnTo>
                    <a:pt x="3936" y="755"/>
                  </a:lnTo>
                  <a:lnTo>
                    <a:pt x="3902" y="856"/>
                  </a:lnTo>
                  <a:lnTo>
                    <a:pt x="3881" y="900"/>
                  </a:lnTo>
                  <a:lnTo>
                    <a:pt x="3867" y="927"/>
                  </a:lnTo>
                  <a:lnTo>
                    <a:pt x="3834" y="979"/>
                  </a:lnTo>
                  <a:lnTo>
                    <a:pt x="3793" y="1029"/>
                  </a:lnTo>
                  <a:lnTo>
                    <a:pt x="3744" y="1078"/>
                  </a:lnTo>
                  <a:lnTo>
                    <a:pt x="3686" y="1128"/>
                  </a:lnTo>
                  <a:lnTo>
                    <a:pt x="3618" y="1179"/>
                  </a:lnTo>
                  <a:lnTo>
                    <a:pt x="3495" y="1260"/>
                  </a:lnTo>
                  <a:lnTo>
                    <a:pt x="3393" y="1320"/>
                  </a:lnTo>
                  <a:lnTo>
                    <a:pt x="3138" y="1467"/>
                  </a:lnTo>
                  <a:lnTo>
                    <a:pt x="3026" y="1462"/>
                  </a:lnTo>
                  <a:lnTo>
                    <a:pt x="2915" y="1457"/>
                  </a:lnTo>
                  <a:lnTo>
                    <a:pt x="2910" y="1377"/>
                  </a:lnTo>
                  <a:lnTo>
                    <a:pt x="2905" y="1298"/>
                  </a:lnTo>
                  <a:lnTo>
                    <a:pt x="2188" y="1298"/>
                  </a:lnTo>
                  <a:lnTo>
                    <a:pt x="1900" y="1297"/>
                  </a:lnTo>
                  <a:lnTo>
                    <a:pt x="1591" y="1292"/>
                  </a:lnTo>
                  <a:lnTo>
                    <a:pt x="1483" y="1286"/>
                  </a:lnTo>
                  <a:lnTo>
                    <a:pt x="1473" y="1283"/>
                  </a:lnTo>
                  <a:lnTo>
                    <a:pt x="1483" y="1255"/>
                  </a:lnTo>
                  <a:lnTo>
                    <a:pt x="1516" y="1192"/>
                  </a:lnTo>
                  <a:lnTo>
                    <a:pt x="1532" y="1162"/>
                  </a:lnTo>
                  <a:lnTo>
                    <a:pt x="1559" y="1095"/>
                  </a:lnTo>
                  <a:lnTo>
                    <a:pt x="1581" y="1023"/>
                  </a:lnTo>
                  <a:lnTo>
                    <a:pt x="1596" y="947"/>
                  </a:lnTo>
                  <a:lnTo>
                    <a:pt x="1605" y="869"/>
                  </a:lnTo>
                  <a:lnTo>
                    <a:pt x="1607" y="791"/>
                  </a:lnTo>
                  <a:lnTo>
                    <a:pt x="1603" y="715"/>
                  </a:lnTo>
                  <a:lnTo>
                    <a:pt x="1592" y="641"/>
                  </a:lnTo>
                  <a:lnTo>
                    <a:pt x="1583" y="607"/>
                  </a:lnTo>
                  <a:lnTo>
                    <a:pt x="1573" y="570"/>
                  </a:lnTo>
                  <a:lnTo>
                    <a:pt x="1546" y="499"/>
                  </a:lnTo>
                  <a:lnTo>
                    <a:pt x="1513" y="431"/>
                  </a:lnTo>
                  <a:lnTo>
                    <a:pt x="1474" y="367"/>
                  </a:lnTo>
                  <a:lnTo>
                    <a:pt x="1430" y="307"/>
                  </a:lnTo>
                  <a:lnTo>
                    <a:pt x="1381" y="252"/>
                  </a:lnTo>
                  <a:lnTo>
                    <a:pt x="1327" y="201"/>
                  </a:lnTo>
                  <a:lnTo>
                    <a:pt x="1269" y="155"/>
                  </a:lnTo>
                  <a:lnTo>
                    <a:pt x="1207" y="115"/>
                  </a:lnTo>
                  <a:lnTo>
                    <a:pt x="1142" y="80"/>
                  </a:lnTo>
                  <a:lnTo>
                    <a:pt x="1074" y="51"/>
                  </a:lnTo>
                  <a:lnTo>
                    <a:pt x="1004" y="28"/>
                  </a:lnTo>
                  <a:lnTo>
                    <a:pt x="932" y="12"/>
                  </a:lnTo>
                  <a:lnTo>
                    <a:pt x="859" y="2"/>
                  </a:lnTo>
                  <a:lnTo>
                    <a:pt x="785" y="0"/>
                  </a:lnTo>
                  <a:lnTo>
                    <a:pt x="710" y="4"/>
                  </a:lnTo>
                  <a:lnTo>
                    <a:pt x="673" y="10"/>
                  </a:lnTo>
                  <a:close/>
                  <a:moveTo>
                    <a:pt x="1061" y="218"/>
                  </a:moveTo>
                  <a:lnTo>
                    <a:pt x="1085" y="230"/>
                  </a:lnTo>
                  <a:lnTo>
                    <a:pt x="1132" y="258"/>
                  </a:lnTo>
                  <a:lnTo>
                    <a:pt x="1202" y="309"/>
                  </a:lnTo>
                  <a:lnTo>
                    <a:pt x="1287" y="390"/>
                  </a:lnTo>
                  <a:lnTo>
                    <a:pt x="1339" y="456"/>
                  </a:lnTo>
                  <a:lnTo>
                    <a:pt x="1367" y="500"/>
                  </a:lnTo>
                  <a:lnTo>
                    <a:pt x="1378" y="522"/>
                  </a:lnTo>
                  <a:lnTo>
                    <a:pt x="1394" y="555"/>
                  </a:lnTo>
                  <a:lnTo>
                    <a:pt x="1418" y="625"/>
                  </a:lnTo>
                  <a:lnTo>
                    <a:pt x="1435" y="699"/>
                  </a:lnTo>
                  <a:lnTo>
                    <a:pt x="1443" y="775"/>
                  </a:lnTo>
                  <a:lnTo>
                    <a:pt x="1444" y="851"/>
                  </a:lnTo>
                  <a:lnTo>
                    <a:pt x="1437" y="926"/>
                  </a:lnTo>
                  <a:lnTo>
                    <a:pt x="1421" y="998"/>
                  </a:lnTo>
                  <a:lnTo>
                    <a:pt x="1398" y="1065"/>
                  </a:lnTo>
                  <a:lnTo>
                    <a:pt x="1383" y="1097"/>
                  </a:lnTo>
                  <a:lnTo>
                    <a:pt x="1361" y="1139"/>
                  </a:lnTo>
                  <a:lnTo>
                    <a:pt x="1335" y="1179"/>
                  </a:lnTo>
                  <a:lnTo>
                    <a:pt x="1320" y="1194"/>
                  </a:lnTo>
                  <a:lnTo>
                    <a:pt x="1305" y="1200"/>
                  </a:lnTo>
                  <a:lnTo>
                    <a:pt x="1289" y="1197"/>
                  </a:lnTo>
                  <a:lnTo>
                    <a:pt x="1261" y="1179"/>
                  </a:lnTo>
                  <a:lnTo>
                    <a:pt x="1238" y="1155"/>
                  </a:lnTo>
                  <a:lnTo>
                    <a:pt x="1213" y="1130"/>
                  </a:lnTo>
                  <a:lnTo>
                    <a:pt x="1158" y="1085"/>
                  </a:lnTo>
                  <a:lnTo>
                    <a:pt x="1136" y="1072"/>
                  </a:lnTo>
                  <a:lnTo>
                    <a:pt x="1117" y="1061"/>
                  </a:lnTo>
                  <a:lnTo>
                    <a:pt x="1095" y="1039"/>
                  </a:lnTo>
                  <a:lnTo>
                    <a:pt x="1092" y="1016"/>
                  </a:lnTo>
                  <a:lnTo>
                    <a:pt x="1107" y="990"/>
                  </a:lnTo>
                  <a:lnTo>
                    <a:pt x="1121" y="975"/>
                  </a:lnTo>
                  <a:lnTo>
                    <a:pt x="1137" y="958"/>
                  </a:lnTo>
                  <a:lnTo>
                    <a:pt x="1167" y="903"/>
                  </a:lnTo>
                  <a:lnTo>
                    <a:pt x="1191" y="833"/>
                  </a:lnTo>
                  <a:lnTo>
                    <a:pt x="1205" y="762"/>
                  </a:lnTo>
                  <a:lnTo>
                    <a:pt x="1206" y="730"/>
                  </a:lnTo>
                  <a:lnTo>
                    <a:pt x="1206" y="703"/>
                  </a:lnTo>
                  <a:lnTo>
                    <a:pt x="1196" y="648"/>
                  </a:lnTo>
                  <a:lnTo>
                    <a:pt x="1178" y="594"/>
                  </a:lnTo>
                  <a:lnTo>
                    <a:pt x="1153" y="542"/>
                  </a:lnTo>
                  <a:lnTo>
                    <a:pt x="1121" y="492"/>
                  </a:lnTo>
                  <a:lnTo>
                    <a:pt x="1082" y="448"/>
                  </a:lnTo>
                  <a:lnTo>
                    <a:pt x="1039" y="409"/>
                  </a:lnTo>
                  <a:lnTo>
                    <a:pt x="990" y="376"/>
                  </a:lnTo>
                  <a:lnTo>
                    <a:pt x="965" y="363"/>
                  </a:lnTo>
                  <a:lnTo>
                    <a:pt x="931" y="350"/>
                  </a:lnTo>
                  <a:lnTo>
                    <a:pt x="849" y="335"/>
                  </a:lnTo>
                  <a:lnTo>
                    <a:pt x="760" y="333"/>
                  </a:lnTo>
                  <a:lnTo>
                    <a:pt x="697" y="342"/>
                  </a:lnTo>
                  <a:lnTo>
                    <a:pt x="659" y="352"/>
                  </a:lnTo>
                  <a:lnTo>
                    <a:pt x="643" y="358"/>
                  </a:lnTo>
                  <a:lnTo>
                    <a:pt x="616" y="371"/>
                  </a:lnTo>
                  <a:lnTo>
                    <a:pt x="565" y="401"/>
                  </a:lnTo>
                  <a:lnTo>
                    <a:pt x="521" y="438"/>
                  </a:lnTo>
                  <a:lnTo>
                    <a:pt x="482" y="482"/>
                  </a:lnTo>
                  <a:lnTo>
                    <a:pt x="450" y="530"/>
                  </a:lnTo>
                  <a:lnTo>
                    <a:pt x="426" y="583"/>
                  </a:lnTo>
                  <a:lnTo>
                    <a:pt x="409" y="640"/>
                  </a:lnTo>
                  <a:lnTo>
                    <a:pt x="400" y="701"/>
                  </a:lnTo>
                  <a:lnTo>
                    <a:pt x="400" y="732"/>
                  </a:lnTo>
                  <a:lnTo>
                    <a:pt x="400" y="770"/>
                  </a:lnTo>
                  <a:lnTo>
                    <a:pt x="409" y="835"/>
                  </a:lnTo>
                  <a:lnTo>
                    <a:pt x="431" y="897"/>
                  </a:lnTo>
                  <a:lnTo>
                    <a:pt x="468" y="964"/>
                  </a:lnTo>
                  <a:lnTo>
                    <a:pt x="495" y="1003"/>
                  </a:lnTo>
                  <a:lnTo>
                    <a:pt x="500" y="1013"/>
                  </a:lnTo>
                  <a:lnTo>
                    <a:pt x="505" y="1027"/>
                  </a:lnTo>
                  <a:lnTo>
                    <a:pt x="500" y="1040"/>
                  </a:lnTo>
                  <a:lnTo>
                    <a:pt x="485" y="1053"/>
                  </a:lnTo>
                  <a:lnTo>
                    <a:pt x="473" y="1062"/>
                  </a:lnTo>
                  <a:lnTo>
                    <a:pt x="426" y="1098"/>
                  </a:lnTo>
                  <a:lnTo>
                    <a:pt x="363" y="1152"/>
                  </a:lnTo>
                  <a:lnTo>
                    <a:pt x="341" y="1172"/>
                  </a:lnTo>
                  <a:lnTo>
                    <a:pt x="311" y="1197"/>
                  </a:lnTo>
                  <a:lnTo>
                    <a:pt x="292" y="1203"/>
                  </a:lnTo>
                  <a:lnTo>
                    <a:pt x="277" y="1195"/>
                  </a:lnTo>
                  <a:lnTo>
                    <a:pt x="268" y="1185"/>
                  </a:lnTo>
                  <a:lnTo>
                    <a:pt x="255" y="1168"/>
                  </a:lnTo>
                  <a:lnTo>
                    <a:pt x="219" y="1108"/>
                  </a:lnTo>
                  <a:lnTo>
                    <a:pt x="203" y="1073"/>
                  </a:lnTo>
                  <a:lnTo>
                    <a:pt x="192" y="1048"/>
                  </a:lnTo>
                  <a:lnTo>
                    <a:pt x="177" y="1000"/>
                  </a:lnTo>
                  <a:lnTo>
                    <a:pt x="168" y="944"/>
                  </a:lnTo>
                  <a:lnTo>
                    <a:pt x="165" y="867"/>
                  </a:lnTo>
                  <a:lnTo>
                    <a:pt x="165" y="815"/>
                  </a:lnTo>
                  <a:lnTo>
                    <a:pt x="165" y="761"/>
                  </a:lnTo>
                  <a:lnTo>
                    <a:pt x="168" y="683"/>
                  </a:lnTo>
                  <a:lnTo>
                    <a:pt x="177" y="626"/>
                  </a:lnTo>
                  <a:lnTo>
                    <a:pt x="195" y="576"/>
                  </a:lnTo>
                  <a:lnTo>
                    <a:pt x="208" y="547"/>
                  </a:lnTo>
                  <a:lnTo>
                    <a:pt x="223" y="516"/>
                  </a:lnTo>
                  <a:lnTo>
                    <a:pt x="257" y="459"/>
                  </a:lnTo>
                  <a:lnTo>
                    <a:pt x="297" y="405"/>
                  </a:lnTo>
                  <a:lnTo>
                    <a:pt x="342" y="355"/>
                  </a:lnTo>
                  <a:lnTo>
                    <a:pt x="391" y="310"/>
                  </a:lnTo>
                  <a:lnTo>
                    <a:pt x="445" y="271"/>
                  </a:lnTo>
                  <a:lnTo>
                    <a:pt x="502" y="236"/>
                  </a:lnTo>
                  <a:lnTo>
                    <a:pt x="563" y="208"/>
                  </a:lnTo>
                  <a:lnTo>
                    <a:pt x="595" y="197"/>
                  </a:lnTo>
                  <a:lnTo>
                    <a:pt x="620" y="188"/>
                  </a:lnTo>
                  <a:lnTo>
                    <a:pt x="675" y="176"/>
                  </a:lnTo>
                  <a:lnTo>
                    <a:pt x="735" y="169"/>
                  </a:lnTo>
                  <a:lnTo>
                    <a:pt x="797" y="167"/>
                  </a:lnTo>
                  <a:lnTo>
                    <a:pt x="860" y="170"/>
                  </a:lnTo>
                  <a:lnTo>
                    <a:pt x="923" y="178"/>
                  </a:lnTo>
                  <a:lnTo>
                    <a:pt x="982" y="190"/>
                  </a:lnTo>
                  <a:lnTo>
                    <a:pt x="1037" y="208"/>
                  </a:lnTo>
                  <a:lnTo>
                    <a:pt x="1061" y="218"/>
                  </a:lnTo>
                  <a:close/>
                  <a:moveTo>
                    <a:pt x="4253" y="442"/>
                  </a:moveTo>
                  <a:lnTo>
                    <a:pt x="4286" y="462"/>
                  </a:lnTo>
                  <a:lnTo>
                    <a:pt x="4321" y="495"/>
                  </a:lnTo>
                  <a:lnTo>
                    <a:pt x="4338" y="520"/>
                  </a:lnTo>
                  <a:lnTo>
                    <a:pt x="4350" y="551"/>
                  </a:lnTo>
                  <a:lnTo>
                    <a:pt x="4358" y="588"/>
                  </a:lnTo>
                  <a:lnTo>
                    <a:pt x="4364" y="659"/>
                  </a:lnTo>
                  <a:lnTo>
                    <a:pt x="4365" y="723"/>
                  </a:lnTo>
                  <a:lnTo>
                    <a:pt x="4364" y="763"/>
                  </a:lnTo>
                  <a:lnTo>
                    <a:pt x="4358" y="839"/>
                  </a:lnTo>
                  <a:lnTo>
                    <a:pt x="4347" y="912"/>
                  </a:lnTo>
                  <a:lnTo>
                    <a:pt x="4331" y="982"/>
                  </a:lnTo>
                  <a:lnTo>
                    <a:pt x="4309" y="1051"/>
                  </a:lnTo>
                  <a:lnTo>
                    <a:pt x="4281" y="1119"/>
                  </a:lnTo>
                  <a:lnTo>
                    <a:pt x="4246" y="1187"/>
                  </a:lnTo>
                  <a:lnTo>
                    <a:pt x="4205" y="1256"/>
                  </a:lnTo>
                  <a:lnTo>
                    <a:pt x="4181" y="1292"/>
                  </a:lnTo>
                  <a:lnTo>
                    <a:pt x="4167" y="1315"/>
                  </a:lnTo>
                  <a:lnTo>
                    <a:pt x="4147" y="1363"/>
                  </a:lnTo>
                  <a:lnTo>
                    <a:pt x="4138" y="1411"/>
                  </a:lnTo>
                  <a:lnTo>
                    <a:pt x="4139" y="1458"/>
                  </a:lnTo>
                  <a:lnTo>
                    <a:pt x="4151" y="1503"/>
                  </a:lnTo>
                  <a:lnTo>
                    <a:pt x="4172" y="1543"/>
                  </a:lnTo>
                  <a:lnTo>
                    <a:pt x="4202" y="1578"/>
                  </a:lnTo>
                  <a:lnTo>
                    <a:pt x="4242" y="1605"/>
                  </a:lnTo>
                  <a:lnTo>
                    <a:pt x="4265" y="1615"/>
                  </a:lnTo>
                  <a:lnTo>
                    <a:pt x="4277" y="1619"/>
                  </a:lnTo>
                  <a:lnTo>
                    <a:pt x="4332" y="1625"/>
                  </a:lnTo>
                  <a:lnTo>
                    <a:pt x="4459" y="1631"/>
                  </a:lnTo>
                  <a:lnTo>
                    <a:pt x="4563" y="1632"/>
                  </a:lnTo>
                  <a:lnTo>
                    <a:pt x="4656" y="1632"/>
                  </a:lnTo>
                  <a:lnTo>
                    <a:pt x="4776" y="1637"/>
                  </a:lnTo>
                  <a:lnTo>
                    <a:pt x="4824" y="1648"/>
                  </a:lnTo>
                  <a:lnTo>
                    <a:pt x="4843" y="1659"/>
                  </a:lnTo>
                  <a:lnTo>
                    <a:pt x="4853" y="1675"/>
                  </a:lnTo>
                  <a:lnTo>
                    <a:pt x="4856" y="1696"/>
                  </a:lnTo>
                  <a:lnTo>
                    <a:pt x="4856" y="1708"/>
                  </a:lnTo>
                  <a:lnTo>
                    <a:pt x="4856" y="1721"/>
                  </a:lnTo>
                  <a:lnTo>
                    <a:pt x="4850" y="1743"/>
                  </a:lnTo>
                  <a:lnTo>
                    <a:pt x="4837" y="1761"/>
                  </a:lnTo>
                  <a:lnTo>
                    <a:pt x="4816" y="1775"/>
                  </a:lnTo>
                  <a:lnTo>
                    <a:pt x="4784" y="1785"/>
                  </a:lnTo>
                  <a:lnTo>
                    <a:pt x="4742" y="1792"/>
                  </a:lnTo>
                  <a:lnTo>
                    <a:pt x="4656" y="1798"/>
                  </a:lnTo>
                  <a:lnTo>
                    <a:pt x="4578" y="1798"/>
                  </a:lnTo>
                  <a:lnTo>
                    <a:pt x="4373" y="1798"/>
                  </a:lnTo>
                  <a:lnTo>
                    <a:pt x="4373" y="1873"/>
                  </a:lnTo>
                  <a:lnTo>
                    <a:pt x="4373" y="1948"/>
                  </a:lnTo>
                  <a:lnTo>
                    <a:pt x="4578" y="1948"/>
                  </a:lnTo>
                  <a:lnTo>
                    <a:pt x="4684" y="1949"/>
                  </a:lnTo>
                  <a:lnTo>
                    <a:pt x="4773" y="1958"/>
                  </a:lnTo>
                  <a:lnTo>
                    <a:pt x="4808" y="1968"/>
                  </a:lnTo>
                  <a:lnTo>
                    <a:pt x="4820" y="1975"/>
                  </a:lnTo>
                  <a:lnTo>
                    <a:pt x="4834" y="1987"/>
                  </a:lnTo>
                  <a:lnTo>
                    <a:pt x="4851" y="2018"/>
                  </a:lnTo>
                  <a:lnTo>
                    <a:pt x="4856" y="2053"/>
                  </a:lnTo>
                  <a:lnTo>
                    <a:pt x="4846" y="2084"/>
                  </a:lnTo>
                  <a:lnTo>
                    <a:pt x="4835" y="2095"/>
                  </a:lnTo>
                  <a:lnTo>
                    <a:pt x="4827" y="2099"/>
                  </a:lnTo>
                  <a:lnTo>
                    <a:pt x="4787" y="2107"/>
                  </a:lnTo>
                  <a:lnTo>
                    <a:pt x="4687" y="2116"/>
                  </a:lnTo>
                  <a:lnTo>
                    <a:pt x="4596" y="2118"/>
                  </a:lnTo>
                  <a:lnTo>
                    <a:pt x="4381" y="2123"/>
                  </a:lnTo>
                  <a:lnTo>
                    <a:pt x="4376" y="2202"/>
                  </a:lnTo>
                  <a:lnTo>
                    <a:pt x="4371" y="2282"/>
                  </a:lnTo>
                  <a:lnTo>
                    <a:pt x="4593" y="2282"/>
                  </a:lnTo>
                  <a:lnTo>
                    <a:pt x="4675" y="2282"/>
                  </a:lnTo>
                  <a:lnTo>
                    <a:pt x="4783" y="2287"/>
                  </a:lnTo>
                  <a:lnTo>
                    <a:pt x="4826" y="2299"/>
                  </a:lnTo>
                  <a:lnTo>
                    <a:pt x="4843" y="2310"/>
                  </a:lnTo>
                  <a:lnTo>
                    <a:pt x="4853" y="2326"/>
                  </a:lnTo>
                  <a:lnTo>
                    <a:pt x="4856" y="2346"/>
                  </a:lnTo>
                  <a:lnTo>
                    <a:pt x="4856" y="2358"/>
                  </a:lnTo>
                  <a:lnTo>
                    <a:pt x="4856" y="2373"/>
                  </a:lnTo>
                  <a:lnTo>
                    <a:pt x="4852" y="2396"/>
                  </a:lnTo>
                  <a:lnTo>
                    <a:pt x="4841" y="2414"/>
                  </a:lnTo>
                  <a:lnTo>
                    <a:pt x="4823" y="2428"/>
                  </a:lnTo>
                  <a:lnTo>
                    <a:pt x="4795" y="2437"/>
                  </a:lnTo>
                  <a:lnTo>
                    <a:pt x="4754" y="2443"/>
                  </a:lnTo>
                  <a:lnTo>
                    <a:pt x="4669" y="2448"/>
                  </a:lnTo>
                  <a:lnTo>
                    <a:pt x="4588" y="2448"/>
                  </a:lnTo>
                  <a:lnTo>
                    <a:pt x="4371" y="2448"/>
                  </a:lnTo>
                  <a:lnTo>
                    <a:pt x="4376" y="2527"/>
                  </a:lnTo>
                  <a:lnTo>
                    <a:pt x="4381" y="2605"/>
                  </a:lnTo>
                  <a:lnTo>
                    <a:pt x="4578" y="2600"/>
                  </a:lnTo>
                  <a:lnTo>
                    <a:pt x="4654" y="2599"/>
                  </a:lnTo>
                  <a:lnTo>
                    <a:pt x="4739" y="2603"/>
                  </a:lnTo>
                  <a:lnTo>
                    <a:pt x="4782" y="2610"/>
                  </a:lnTo>
                  <a:lnTo>
                    <a:pt x="4814" y="2620"/>
                  </a:lnTo>
                  <a:lnTo>
                    <a:pt x="4836" y="2634"/>
                  </a:lnTo>
                  <a:lnTo>
                    <a:pt x="4850" y="2651"/>
                  </a:lnTo>
                  <a:lnTo>
                    <a:pt x="4856" y="2674"/>
                  </a:lnTo>
                  <a:lnTo>
                    <a:pt x="4856" y="2687"/>
                  </a:lnTo>
                  <a:lnTo>
                    <a:pt x="4856" y="2701"/>
                  </a:lnTo>
                  <a:lnTo>
                    <a:pt x="4852" y="2723"/>
                  </a:lnTo>
                  <a:lnTo>
                    <a:pt x="4836" y="2740"/>
                  </a:lnTo>
                  <a:lnTo>
                    <a:pt x="4801" y="2751"/>
                  </a:lnTo>
                  <a:lnTo>
                    <a:pt x="4699" y="2761"/>
                  </a:lnTo>
                  <a:lnTo>
                    <a:pt x="4418" y="2765"/>
                  </a:lnTo>
                  <a:lnTo>
                    <a:pt x="4190" y="2765"/>
                  </a:lnTo>
                  <a:lnTo>
                    <a:pt x="3563" y="2765"/>
                  </a:lnTo>
                  <a:lnTo>
                    <a:pt x="3371" y="2687"/>
                  </a:lnTo>
                  <a:lnTo>
                    <a:pt x="3314" y="2663"/>
                  </a:lnTo>
                  <a:lnTo>
                    <a:pt x="3228" y="2631"/>
                  </a:lnTo>
                  <a:lnTo>
                    <a:pt x="3161" y="2613"/>
                  </a:lnTo>
                  <a:lnTo>
                    <a:pt x="3096" y="2605"/>
                  </a:lnTo>
                  <a:lnTo>
                    <a:pt x="3058" y="2603"/>
                  </a:lnTo>
                  <a:lnTo>
                    <a:pt x="3008" y="2601"/>
                  </a:lnTo>
                  <a:lnTo>
                    <a:pt x="2933" y="2592"/>
                  </a:lnTo>
                  <a:lnTo>
                    <a:pt x="2921" y="2587"/>
                  </a:lnTo>
                  <a:lnTo>
                    <a:pt x="2918" y="2577"/>
                  </a:lnTo>
                  <a:lnTo>
                    <a:pt x="2913" y="2501"/>
                  </a:lnTo>
                  <a:lnTo>
                    <a:pt x="2909" y="2293"/>
                  </a:lnTo>
                  <a:lnTo>
                    <a:pt x="2910" y="2105"/>
                  </a:lnTo>
                  <a:lnTo>
                    <a:pt x="2915" y="1640"/>
                  </a:lnTo>
                  <a:lnTo>
                    <a:pt x="3056" y="1632"/>
                  </a:lnTo>
                  <a:lnTo>
                    <a:pt x="3103" y="1629"/>
                  </a:lnTo>
                  <a:lnTo>
                    <a:pt x="3171" y="1620"/>
                  </a:lnTo>
                  <a:lnTo>
                    <a:pt x="3228" y="1600"/>
                  </a:lnTo>
                  <a:lnTo>
                    <a:pt x="3298" y="1563"/>
                  </a:lnTo>
                  <a:lnTo>
                    <a:pt x="3348" y="1533"/>
                  </a:lnTo>
                  <a:lnTo>
                    <a:pt x="3493" y="1449"/>
                  </a:lnTo>
                  <a:lnTo>
                    <a:pt x="3623" y="1375"/>
                  </a:lnTo>
                  <a:lnTo>
                    <a:pt x="3650" y="1359"/>
                  </a:lnTo>
                  <a:lnTo>
                    <a:pt x="3711" y="1319"/>
                  </a:lnTo>
                  <a:lnTo>
                    <a:pt x="3774" y="1271"/>
                  </a:lnTo>
                  <a:lnTo>
                    <a:pt x="3832" y="1222"/>
                  </a:lnTo>
                  <a:lnTo>
                    <a:pt x="3856" y="1198"/>
                  </a:lnTo>
                  <a:lnTo>
                    <a:pt x="3888" y="1166"/>
                  </a:lnTo>
                  <a:lnTo>
                    <a:pt x="3945" y="1099"/>
                  </a:lnTo>
                  <a:lnTo>
                    <a:pt x="3994" y="1029"/>
                  </a:lnTo>
                  <a:lnTo>
                    <a:pt x="4035" y="956"/>
                  </a:lnTo>
                  <a:lnTo>
                    <a:pt x="4068" y="878"/>
                  </a:lnTo>
                  <a:lnTo>
                    <a:pt x="4094" y="796"/>
                  </a:lnTo>
                  <a:lnTo>
                    <a:pt x="4114" y="708"/>
                  </a:lnTo>
                  <a:lnTo>
                    <a:pt x="4126" y="615"/>
                  </a:lnTo>
                  <a:lnTo>
                    <a:pt x="4130" y="565"/>
                  </a:lnTo>
                  <a:lnTo>
                    <a:pt x="4136" y="454"/>
                  </a:lnTo>
                  <a:lnTo>
                    <a:pt x="4140" y="418"/>
                  </a:lnTo>
                  <a:lnTo>
                    <a:pt x="4143" y="414"/>
                  </a:lnTo>
                  <a:lnTo>
                    <a:pt x="4166" y="414"/>
                  </a:lnTo>
                  <a:lnTo>
                    <a:pt x="4201" y="421"/>
                  </a:lnTo>
                  <a:lnTo>
                    <a:pt x="4238" y="434"/>
                  </a:lnTo>
                  <a:lnTo>
                    <a:pt x="4253" y="442"/>
                  </a:lnTo>
                  <a:close/>
                  <a:moveTo>
                    <a:pt x="906" y="518"/>
                  </a:moveTo>
                  <a:lnTo>
                    <a:pt x="922" y="527"/>
                  </a:lnTo>
                  <a:lnTo>
                    <a:pt x="951" y="547"/>
                  </a:lnTo>
                  <a:lnTo>
                    <a:pt x="987" y="582"/>
                  </a:lnTo>
                  <a:lnTo>
                    <a:pt x="1020" y="637"/>
                  </a:lnTo>
                  <a:lnTo>
                    <a:pt x="1037" y="697"/>
                  </a:lnTo>
                  <a:lnTo>
                    <a:pt x="1038" y="759"/>
                  </a:lnTo>
                  <a:lnTo>
                    <a:pt x="1023" y="820"/>
                  </a:lnTo>
                  <a:lnTo>
                    <a:pt x="992" y="876"/>
                  </a:lnTo>
                  <a:lnTo>
                    <a:pt x="957" y="912"/>
                  </a:lnTo>
                  <a:lnTo>
                    <a:pt x="929" y="934"/>
                  </a:lnTo>
                  <a:lnTo>
                    <a:pt x="913" y="943"/>
                  </a:lnTo>
                  <a:lnTo>
                    <a:pt x="884" y="959"/>
                  </a:lnTo>
                  <a:lnTo>
                    <a:pt x="833" y="977"/>
                  </a:lnTo>
                  <a:lnTo>
                    <a:pt x="783" y="978"/>
                  </a:lnTo>
                  <a:lnTo>
                    <a:pt x="728" y="964"/>
                  </a:lnTo>
                  <a:lnTo>
                    <a:pt x="695" y="950"/>
                  </a:lnTo>
                  <a:lnTo>
                    <a:pt x="674" y="939"/>
                  </a:lnTo>
                  <a:lnTo>
                    <a:pt x="636" y="911"/>
                  </a:lnTo>
                  <a:lnTo>
                    <a:pt x="605" y="875"/>
                  </a:lnTo>
                  <a:lnTo>
                    <a:pt x="582" y="835"/>
                  </a:lnTo>
                  <a:lnTo>
                    <a:pt x="565" y="791"/>
                  </a:lnTo>
                  <a:lnTo>
                    <a:pt x="558" y="745"/>
                  </a:lnTo>
                  <a:lnTo>
                    <a:pt x="559" y="700"/>
                  </a:lnTo>
                  <a:lnTo>
                    <a:pt x="570" y="656"/>
                  </a:lnTo>
                  <a:lnTo>
                    <a:pt x="580" y="635"/>
                  </a:lnTo>
                  <a:lnTo>
                    <a:pt x="598" y="604"/>
                  </a:lnTo>
                  <a:lnTo>
                    <a:pt x="647" y="550"/>
                  </a:lnTo>
                  <a:lnTo>
                    <a:pt x="705" y="509"/>
                  </a:lnTo>
                  <a:lnTo>
                    <a:pt x="751" y="490"/>
                  </a:lnTo>
                  <a:lnTo>
                    <a:pt x="783" y="484"/>
                  </a:lnTo>
                  <a:lnTo>
                    <a:pt x="798" y="483"/>
                  </a:lnTo>
                  <a:lnTo>
                    <a:pt x="817" y="484"/>
                  </a:lnTo>
                  <a:lnTo>
                    <a:pt x="875" y="504"/>
                  </a:lnTo>
                  <a:lnTo>
                    <a:pt x="906" y="518"/>
                  </a:lnTo>
                  <a:close/>
                  <a:moveTo>
                    <a:pt x="998" y="1190"/>
                  </a:moveTo>
                  <a:lnTo>
                    <a:pt x="1040" y="1210"/>
                  </a:lnTo>
                  <a:lnTo>
                    <a:pt x="1107" y="1251"/>
                  </a:lnTo>
                  <a:lnTo>
                    <a:pt x="1151" y="1290"/>
                  </a:lnTo>
                  <a:lnTo>
                    <a:pt x="1167" y="1316"/>
                  </a:lnTo>
                  <a:lnTo>
                    <a:pt x="1170" y="1331"/>
                  </a:lnTo>
                  <a:lnTo>
                    <a:pt x="1168" y="1338"/>
                  </a:lnTo>
                  <a:lnTo>
                    <a:pt x="1164" y="1345"/>
                  </a:lnTo>
                  <a:lnTo>
                    <a:pt x="1145" y="1361"/>
                  </a:lnTo>
                  <a:lnTo>
                    <a:pt x="1100" y="1391"/>
                  </a:lnTo>
                  <a:lnTo>
                    <a:pt x="1061" y="1410"/>
                  </a:lnTo>
                  <a:lnTo>
                    <a:pt x="1028" y="1424"/>
                  </a:lnTo>
                  <a:lnTo>
                    <a:pt x="953" y="1445"/>
                  </a:lnTo>
                  <a:lnTo>
                    <a:pt x="871" y="1456"/>
                  </a:lnTo>
                  <a:lnTo>
                    <a:pt x="787" y="1458"/>
                  </a:lnTo>
                  <a:lnTo>
                    <a:pt x="702" y="1451"/>
                  </a:lnTo>
                  <a:lnTo>
                    <a:pt x="621" y="1436"/>
                  </a:lnTo>
                  <a:lnTo>
                    <a:pt x="546" y="1413"/>
                  </a:lnTo>
                  <a:lnTo>
                    <a:pt x="482" y="1382"/>
                  </a:lnTo>
                  <a:lnTo>
                    <a:pt x="455" y="1363"/>
                  </a:lnTo>
                  <a:lnTo>
                    <a:pt x="415" y="1333"/>
                  </a:lnTo>
                  <a:lnTo>
                    <a:pt x="465" y="1282"/>
                  </a:lnTo>
                  <a:lnTo>
                    <a:pt x="491" y="1256"/>
                  </a:lnTo>
                  <a:lnTo>
                    <a:pt x="548" y="1212"/>
                  </a:lnTo>
                  <a:lnTo>
                    <a:pt x="610" y="1179"/>
                  </a:lnTo>
                  <a:lnTo>
                    <a:pt x="676" y="1156"/>
                  </a:lnTo>
                  <a:lnTo>
                    <a:pt x="746" y="1145"/>
                  </a:lnTo>
                  <a:lnTo>
                    <a:pt x="817" y="1144"/>
                  </a:lnTo>
                  <a:lnTo>
                    <a:pt x="890" y="1154"/>
                  </a:lnTo>
                  <a:lnTo>
                    <a:pt x="962" y="1175"/>
                  </a:lnTo>
                  <a:lnTo>
                    <a:pt x="998" y="1190"/>
                  </a:lnTo>
                  <a:close/>
                  <a:moveTo>
                    <a:pt x="2423" y="2115"/>
                  </a:moveTo>
                  <a:lnTo>
                    <a:pt x="2423" y="2765"/>
                  </a:lnTo>
                  <a:lnTo>
                    <a:pt x="1856" y="2765"/>
                  </a:lnTo>
                  <a:lnTo>
                    <a:pt x="1290" y="2765"/>
                  </a:lnTo>
                  <a:lnTo>
                    <a:pt x="1290" y="2115"/>
                  </a:lnTo>
                  <a:lnTo>
                    <a:pt x="1290" y="1465"/>
                  </a:lnTo>
                  <a:lnTo>
                    <a:pt x="1856" y="1465"/>
                  </a:lnTo>
                  <a:lnTo>
                    <a:pt x="2423" y="1465"/>
                  </a:lnTo>
                  <a:lnTo>
                    <a:pt x="2423" y="2115"/>
                  </a:lnTo>
                  <a:close/>
                  <a:moveTo>
                    <a:pt x="2748" y="2115"/>
                  </a:moveTo>
                  <a:lnTo>
                    <a:pt x="2748" y="2757"/>
                  </a:lnTo>
                  <a:lnTo>
                    <a:pt x="2670" y="2762"/>
                  </a:lnTo>
                  <a:lnTo>
                    <a:pt x="2590" y="2767"/>
                  </a:lnTo>
                  <a:lnTo>
                    <a:pt x="2590" y="2115"/>
                  </a:lnTo>
                  <a:lnTo>
                    <a:pt x="2590" y="1463"/>
                  </a:lnTo>
                  <a:lnTo>
                    <a:pt x="2670" y="1468"/>
                  </a:lnTo>
                  <a:lnTo>
                    <a:pt x="2748" y="1473"/>
                  </a:lnTo>
                  <a:lnTo>
                    <a:pt x="2748" y="21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8" name="Freeform 118">
              <a:extLst>
                <a:ext uri="{FF2B5EF4-FFF2-40B4-BE49-F238E27FC236}">
                  <a16:creationId xmlns:a16="http://schemas.microsoft.com/office/drawing/2014/main" id="{CFE52674-D036-72FC-59EE-4C94473B8F45}"/>
                </a:ext>
              </a:extLst>
            </p:cNvPr>
            <p:cNvSpPr>
              <a:spLocks/>
            </p:cNvSpPr>
            <p:nvPr/>
          </p:nvSpPr>
          <p:spPr bwMode="auto">
            <a:xfrm>
              <a:off x="3165476" y="5367338"/>
              <a:ext cx="58738" cy="58738"/>
            </a:xfrm>
            <a:custGeom>
              <a:avLst/>
              <a:gdLst>
                <a:gd name="T0" fmla="*/ 0 w 150"/>
                <a:gd name="T1" fmla="*/ 75 h 150"/>
                <a:gd name="T2" fmla="*/ 0 w 150"/>
                <a:gd name="T3" fmla="*/ 150 h 150"/>
                <a:gd name="T4" fmla="*/ 75 w 150"/>
                <a:gd name="T5" fmla="*/ 150 h 150"/>
                <a:gd name="T6" fmla="*/ 150 w 150"/>
                <a:gd name="T7" fmla="*/ 150 h 150"/>
                <a:gd name="T8" fmla="*/ 150 w 150"/>
                <a:gd name="T9" fmla="*/ 75 h 150"/>
                <a:gd name="T10" fmla="*/ 150 w 150"/>
                <a:gd name="T11" fmla="*/ 0 h 150"/>
                <a:gd name="T12" fmla="*/ 75 w 150"/>
                <a:gd name="T13" fmla="*/ 0 h 150"/>
                <a:gd name="T14" fmla="*/ 0 w 150"/>
                <a:gd name="T15" fmla="*/ 0 h 150"/>
                <a:gd name="T16" fmla="*/ 0 w 150"/>
                <a:gd name="T17"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0" h="150">
                  <a:moveTo>
                    <a:pt x="0" y="75"/>
                  </a:moveTo>
                  <a:lnTo>
                    <a:pt x="0" y="150"/>
                  </a:lnTo>
                  <a:lnTo>
                    <a:pt x="75" y="150"/>
                  </a:lnTo>
                  <a:lnTo>
                    <a:pt x="150" y="150"/>
                  </a:lnTo>
                  <a:lnTo>
                    <a:pt x="150" y="75"/>
                  </a:lnTo>
                  <a:lnTo>
                    <a:pt x="150" y="0"/>
                  </a:lnTo>
                  <a:lnTo>
                    <a:pt x="75" y="0"/>
                  </a:lnTo>
                  <a:lnTo>
                    <a:pt x="0" y="0"/>
                  </a:lnTo>
                  <a:lnTo>
                    <a:pt x="0" y="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Freeform 119">
              <a:extLst>
                <a:ext uri="{FF2B5EF4-FFF2-40B4-BE49-F238E27FC236}">
                  <a16:creationId xmlns:a16="http://schemas.microsoft.com/office/drawing/2014/main" id="{C2BF14A1-7019-B078-31E3-FF09B2EB3853}"/>
                </a:ext>
              </a:extLst>
            </p:cNvPr>
            <p:cNvSpPr>
              <a:spLocks/>
            </p:cNvSpPr>
            <p:nvPr/>
          </p:nvSpPr>
          <p:spPr bwMode="auto">
            <a:xfrm>
              <a:off x="3287713" y="5367338"/>
              <a:ext cx="66675" cy="61913"/>
            </a:xfrm>
            <a:custGeom>
              <a:avLst/>
              <a:gdLst>
                <a:gd name="T0" fmla="*/ 5 w 170"/>
                <a:gd name="T1" fmla="*/ 79 h 159"/>
                <a:gd name="T2" fmla="*/ 10 w 170"/>
                <a:gd name="T3" fmla="*/ 159 h 159"/>
                <a:gd name="T4" fmla="*/ 85 w 170"/>
                <a:gd name="T5" fmla="*/ 159 h 159"/>
                <a:gd name="T6" fmla="*/ 160 w 170"/>
                <a:gd name="T7" fmla="*/ 159 h 159"/>
                <a:gd name="T8" fmla="*/ 165 w 170"/>
                <a:gd name="T9" fmla="*/ 79 h 159"/>
                <a:gd name="T10" fmla="*/ 170 w 170"/>
                <a:gd name="T11" fmla="*/ 0 h 159"/>
                <a:gd name="T12" fmla="*/ 85 w 170"/>
                <a:gd name="T13" fmla="*/ 0 h 159"/>
                <a:gd name="T14" fmla="*/ 0 w 170"/>
                <a:gd name="T15" fmla="*/ 0 h 159"/>
                <a:gd name="T16" fmla="*/ 5 w 170"/>
                <a:gd name="T17" fmla="*/ 79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0" h="159">
                  <a:moveTo>
                    <a:pt x="5" y="79"/>
                  </a:moveTo>
                  <a:lnTo>
                    <a:pt x="10" y="159"/>
                  </a:lnTo>
                  <a:lnTo>
                    <a:pt x="85" y="159"/>
                  </a:lnTo>
                  <a:lnTo>
                    <a:pt x="160" y="159"/>
                  </a:lnTo>
                  <a:lnTo>
                    <a:pt x="165" y="79"/>
                  </a:lnTo>
                  <a:lnTo>
                    <a:pt x="170" y="0"/>
                  </a:lnTo>
                  <a:lnTo>
                    <a:pt x="85" y="0"/>
                  </a:lnTo>
                  <a:lnTo>
                    <a:pt x="0" y="0"/>
                  </a:lnTo>
                  <a:lnTo>
                    <a:pt x="5" y="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Freeform 120">
              <a:extLst>
                <a:ext uri="{FF2B5EF4-FFF2-40B4-BE49-F238E27FC236}">
                  <a16:creationId xmlns:a16="http://schemas.microsoft.com/office/drawing/2014/main" id="{95BAF7BC-CA00-9BA3-5875-84364D3F394D}"/>
                </a:ext>
              </a:extLst>
            </p:cNvPr>
            <p:cNvSpPr>
              <a:spLocks/>
            </p:cNvSpPr>
            <p:nvPr/>
          </p:nvSpPr>
          <p:spPr bwMode="auto">
            <a:xfrm>
              <a:off x="3417888" y="5367338"/>
              <a:ext cx="58738" cy="58738"/>
            </a:xfrm>
            <a:custGeom>
              <a:avLst/>
              <a:gdLst>
                <a:gd name="T0" fmla="*/ 0 w 150"/>
                <a:gd name="T1" fmla="*/ 75 h 150"/>
                <a:gd name="T2" fmla="*/ 0 w 150"/>
                <a:gd name="T3" fmla="*/ 150 h 150"/>
                <a:gd name="T4" fmla="*/ 75 w 150"/>
                <a:gd name="T5" fmla="*/ 150 h 150"/>
                <a:gd name="T6" fmla="*/ 150 w 150"/>
                <a:gd name="T7" fmla="*/ 150 h 150"/>
                <a:gd name="T8" fmla="*/ 150 w 150"/>
                <a:gd name="T9" fmla="*/ 75 h 150"/>
                <a:gd name="T10" fmla="*/ 150 w 150"/>
                <a:gd name="T11" fmla="*/ 0 h 150"/>
                <a:gd name="T12" fmla="*/ 75 w 150"/>
                <a:gd name="T13" fmla="*/ 0 h 150"/>
                <a:gd name="T14" fmla="*/ 0 w 150"/>
                <a:gd name="T15" fmla="*/ 0 h 150"/>
                <a:gd name="T16" fmla="*/ 0 w 150"/>
                <a:gd name="T17"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0" h="150">
                  <a:moveTo>
                    <a:pt x="0" y="75"/>
                  </a:moveTo>
                  <a:lnTo>
                    <a:pt x="0" y="150"/>
                  </a:lnTo>
                  <a:lnTo>
                    <a:pt x="75" y="150"/>
                  </a:lnTo>
                  <a:lnTo>
                    <a:pt x="150" y="150"/>
                  </a:lnTo>
                  <a:lnTo>
                    <a:pt x="150" y="75"/>
                  </a:lnTo>
                  <a:lnTo>
                    <a:pt x="150" y="0"/>
                  </a:lnTo>
                  <a:lnTo>
                    <a:pt x="75" y="0"/>
                  </a:lnTo>
                  <a:lnTo>
                    <a:pt x="0" y="0"/>
                  </a:lnTo>
                  <a:lnTo>
                    <a:pt x="0" y="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Freeform 121">
              <a:extLst>
                <a:ext uri="{FF2B5EF4-FFF2-40B4-BE49-F238E27FC236}">
                  <a16:creationId xmlns:a16="http://schemas.microsoft.com/office/drawing/2014/main" id="{6B9B10F9-0EB3-597E-BEF5-495A241A21AE}"/>
                </a:ext>
              </a:extLst>
            </p:cNvPr>
            <p:cNvSpPr>
              <a:spLocks/>
            </p:cNvSpPr>
            <p:nvPr/>
          </p:nvSpPr>
          <p:spPr bwMode="auto">
            <a:xfrm>
              <a:off x="3289301" y="4545013"/>
              <a:ext cx="65088" cy="57150"/>
            </a:xfrm>
            <a:custGeom>
              <a:avLst/>
              <a:gdLst>
                <a:gd name="T0" fmla="*/ 0 w 167"/>
                <a:gd name="T1" fmla="*/ 75 h 150"/>
                <a:gd name="T2" fmla="*/ 0 w 167"/>
                <a:gd name="T3" fmla="*/ 150 h 150"/>
                <a:gd name="T4" fmla="*/ 83 w 167"/>
                <a:gd name="T5" fmla="*/ 150 h 150"/>
                <a:gd name="T6" fmla="*/ 167 w 167"/>
                <a:gd name="T7" fmla="*/ 150 h 150"/>
                <a:gd name="T8" fmla="*/ 167 w 167"/>
                <a:gd name="T9" fmla="*/ 75 h 150"/>
                <a:gd name="T10" fmla="*/ 167 w 167"/>
                <a:gd name="T11" fmla="*/ 0 h 150"/>
                <a:gd name="T12" fmla="*/ 83 w 167"/>
                <a:gd name="T13" fmla="*/ 0 h 150"/>
                <a:gd name="T14" fmla="*/ 0 w 167"/>
                <a:gd name="T15" fmla="*/ 0 h 150"/>
                <a:gd name="T16" fmla="*/ 0 w 167"/>
                <a:gd name="T17"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7" h="150">
                  <a:moveTo>
                    <a:pt x="0" y="75"/>
                  </a:moveTo>
                  <a:lnTo>
                    <a:pt x="0" y="150"/>
                  </a:lnTo>
                  <a:lnTo>
                    <a:pt x="83" y="150"/>
                  </a:lnTo>
                  <a:lnTo>
                    <a:pt x="167" y="150"/>
                  </a:lnTo>
                  <a:lnTo>
                    <a:pt x="167" y="75"/>
                  </a:lnTo>
                  <a:lnTo>
                    <a:pt x="167" y="0"/>
                  </a:lnTo>
                  <a:lnTo>
                    <a:pt x="83" y="0"/>
                  </a:lnTo>
                  <a:lnTo>
                    <a:pt x="0" y="0"/>
                  </a:lnTo>
                  <a:lnTo>
                    <a:pt x="0" y="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122">
              <a:extLst>
                <a:ext uri="{FF2B5EF4-FFF2-40B4-BE49-F238E27FC236}">
                  <a16:creationId xmlns:a16="http://schemas.microsoft.com/office/drawing/2014/main" id="{FB38D228-88A2-AE0E-1BC3-FDD1C4949529}"/>
                </a:ext>
              </a:extLst>
            </p:cNvPr>
            <p:cNvSpPr>
              <a:spLocks/>
            </p:cNvSpPr>
            <p:nvPr/>
          </p:nvSpPr>
          <p:spPr bwMode="auto">
            <a:xfrm>
              <a:off x="3416301" y="4545013"/>
              <a:ext cx="504825" cy="53975"/>
            </a:xfrm>
            <a:custGeom>
              <a:avLst/>
              <a:gdLst>
                <a:gd name="T0" fmla="*/ 4 w 1297"/>
                <a:gd name="T1" fmla="*/ 6 h 139"/>
                <a:gd name="T2" fmla="*/ 3 w 1297"/>
                <a:gd name="T3" fmla="*/ 27 h 139"/>
                <a:gd name="T4" fmla="*/ 2 w 1297"/>
                <a:gd name="T5" fmla="*/ 76 h 139"/>
                <a:gd name="T6" fmla="*/ 0 w 1297"/>
                <a:gd name="T7" fmla="*/ 139 h 139"/>
                <a:gd name="T8" fmla="*/ 649 w 1297"/>
                <a:gd name="T9" fmla="*/ 139 h 139"/>
                <a:gd name="T10" fmla="*/ 1297 w 1297"/>
                <a:gd name="T11" fmla="*/ 139 h 139"/>
                <a:gd name="T12" fmla="*/ 1297 w 1297"/>
                <a:gd name="T13" fmla="*/ 73 h 139"/>
                <a:gd name="T14" fmla="*/ 1297 w 1297"/>
                <a:gd name="T15" fmla="*/ 6 h 139"/>
                <a:gd name="T16" fmla="*/ 652 w 1297"/>
                <a:gd name="T17" fmla="*/ 1 h 139"/>
                <a:gd name="T18" fmla="*/ 393 w 1297"/>
                <a:gd name="T19" fmla="*/ 0 h 139"/>
                <a:gd name="T20" fmla="*/ 41 w 1297"/>
                <a:gd name="T21" fmla="*/ 3 h 139"/>
                <a:gd name="T22" fmla="*/ 4 w 1297"/>
                <a:gd name="T23" fmla="*/ 6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97" h="139">
                  <a:moveTo>
                    <a:pt x="4" y="6"/>
                  </a:moveTo>
                  <a:lnTo>
                    <a:pt x="3" y="27"/>
                  </a:lnTo>
                  <a:lnTo>
                    <a:pt x="2" y="76"/>
                  </a:lnTo>
                  <a:lnTo>
                    <a:pt x="0" y="139"/>
                  </a:lnTo>
                  <a:lnTo>
                    <a:pt x="649" y="139"/>
                  </a:lnTo>
                  <a:lnTo>
                    <a:pt x="1297" y="139"/>
                  </a:lnTo>
                  <a:lnTo>
                    <a:pt x="1297" y="73"/>
                  </a:lnTo>
                  <a:lnTo>
                    <a:pt x="1297" y="6"/>
                  </a:lnTo>
                  <a:lnTo>
                    <a:pt x="652" y="1"/>
                  </a:lnTo>
                  <a:lnTo>
                    <a:pt x="393" y="0"/>
                  </a:lnTo>
                  <a:lnTo>
                    <a:pt x="41" y="3"/>
                  </a:lnTo>
                  <a:lnTo>
                    <a:pt x="4"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123">
              <a:extLst>
                <a:ext uri="{FF2B5EF4-FFF2-40B4-BE49-F238E27FC236}">
                  <a16:creationId xmlns:a16="http://schemas.microsoft.com/office/drawing/2014/main" id="{8B58DACD-1EF2-8972-60F9-E748CBEF4BCF}"/>
                </a:ext>
              </a:extLst>
            </p:cNvPr>
            <p:cNvSpPr>
              <a:spLocks/>
            </p:cNvSpPr>
            <p:nvPr/>
          </p:nvSpPr>
          <p:spPr bwMode="auto">
            <a:xfrm>
              <a:off x="3289301" y="4667251"/>
              <a:ext cx="635000" cy="61913"/>
            </a:xfrm>
            <a:custGeom>
              <a:avLst/>
              <a:gdLst>
                <a:gd name="T0" fmla="*/ 6 w 1631"/>
                <a:gd name="T1" fmla="*/ 24 h 159"/>
                <a:gd name="T2" fmla="*/ 2 w 1631"/>
                <a:gd name="T3" fmla="*/ 36 h 159"/>
                <a:gd name="T4" fmla="*/ 0 w 1631"/>
                <a:gd name="T5" fmla="*/ 80 h 159"/>
                <a:gd name="T6" fmla="*/ 2 w 1631"/>
                <a:gd name="T7" fmla="*/ 104 h 159"/>
                <a:gd name="T8" fmla="*/ 7 w 1631"/>
                <a:gd name="T9" fmla="*/ 159 h 159"/>
                <a:gd name="T10" fmla="*/ 816 w 1631"/>
                <a:gd name="T11" fmla="*/ 159 h 159"/>
                <a:gd name="T12" fmla="*/ 1624 w 1631"/>
                <a:gd name="T13" fmla="*/ 159 h 159"/>
                <a:gd name="T14" fmla="*/ 1629 w 1631"/>
                <a:gd name="T15" fmla="*/ 119 h 159"/>
                <a:gd name="T16" fmla="*/ 1631 w 1631"/>
                <a:gd name="T17" fmla="*/ 102 h 159"/>
                <a:gd name="T18" fmla="*/ 1629 w 1631"/>
                <a:gd name="T19" fmla="*/ 58 h 159"/>
                <a:gd name="T20" fmla="*/ 1626 w 1631"/>
                <a:gd name="T21" fmla="*/ 40 h 159"/>
                <a:gd name="T22" fmla="*/ 1616 w 1631"/>
                <a:gd name="T23" fmla="*/ 0 h 159"/>
                <a:gd name="T24" fmla="*/ 814 w 1631"/>
                <a:gd name="T25" fmla="*/ 0 h 159"/>
                <a:gd name="T26" fmla="*/ 378 w 1631"/>
                <a:gd name="T27" fmla="*/ 1 h 159"/>
                <a:gd name="T28" fmla="*/ 84 w 1631"/>
                <a:gd name="T29" fmla="*/ 7 h 159"/>
                <a:gd name="T30" fmla="*/ 25 w 1631"/>
                <a:gd name="T31" fmla="*/ 14 h 159"/>
                <a:gd name="T32" fmla="*/ 8 w 1631"/>
                <a:gd name="T33" fmla="*/ 20 h 159"/>
                <a:gd name="T34" fmla="*/ 6 w 1631"/>
                <a:gd name="T35" fmla="*/ 24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31" h="159">
                  <a:moveTo>
                    <a:pt x="6" y="24"/>
                  </a:moveTo>
                  <a:lnTo>
                    <a:pt x="2" y="36"/>
                  </a:lnTo>
                  <a:lnTo>
                    <a:pt x="0" y="80"/>
                  </a:lnTo>
                  <a:lnTo>
                    <a:pt x="2" y="104"/>
                  </a:lnTo>
                  <a:lnTo>
                    <a:pt x="7" y="159"/>
                  </a:lnTo>
                  <a:lnTo>
                    <a:pt x="816" y="159"/>
                  </a:lnTo>
                  <a:lnTo>
                    <a:pt x="1624" y="159"/>
                  </a:lnTo>
                  <a:lnTo>
                    <a:pt x="1629" y="119"/>
                  </a:lnTo>
                  <a:lnTo>
                    <a:pt x="1631" y="102"/>
                  </a:lnTo>
                  <a:lnTo>
                    <a:pt x="1629" y="58"/>
                  </a:lnTo>
                  <a:lnTo>
                    <a:pt x="1626" y="40"/>
                  </a:lnTo>
                  <a:lnTo>
                    <a:pt x="1616" y="0"/>
                  </a:lnTo>
                  <a:lnTo>
                    <a:pt x="814" y="0"/>
                  </a:lnTo>
                  <a:lnTo>
                    <a:pt x="378" y="1"/>
                  </a:lnTo>
                  <a:lnTo>
                    <a:pt x="84" y="7"/>
                  </a:lnTo>
                  <a:lnTo>
                    <a:pt x="25" y="14"/>
                  </a:lnTo>
                  <a:lnTo>
                    <a:pt x="8" y="20"/>
                  </a:lnTo>
                  <a:lnTo>
                    <a:pt x="6"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124">
              <a:extLst>
                <a:ext uri="{FF2B5EF4-FFF2-40B4-BE49-F238E27FC236}">
                  <a16:creationId xmlns:a16="http://schemas.microsoft.com/office/drawing/2014/main" id="{85707571-D300-9091-6572-A78C030A320F}"/>
                </a:ext>
              </a:extLst>
            </p:cNvPr>
            <p:cNvSpPr>
              <a:spLocks/>
            </p:cNvSpPr>
            <p:nvPr/>
          </p:nvSpPr>
          <p:spPr bwMode="auto">
            <a:xfrm>
              <a:off x="3289301" y="4797426"/>
              <a:ext cx="571500" cy="58738"/>
            </a:xfrm>
            <a:custGeom>
              <a:avLst/>
              <a:gdLst>
                <a:gd name="T0" fmla="*/ 0 w 1467"/>
                <a:gd name="T1" fmla="*/ 75 h 150"/>
                <a:gd name="T2" fmla="*/ 0 w 1467"/>
                <a:gd name="T3" fmla="*/ 150 h 150"/>
                <a:gd name="T4" fmla="*/ 733 w 1467"/>
                <a:gd name="T5" fmla="*/ 150 h 150"/>
                <a:gd name="T6" fmla="*/ 1467 w 1467"/>
                <a:gd name="T7" fmla="*/ 150 h 150"/>
                <a:gd name="T8" fmla="*/ 1467 w 1467"/>
                <a:gd name="T9" fmla="*/ 75 h 150"/>
                <a:gd name="T10" fmla="*/ 1467 w 1467"/>
                <a:gd name="T11" fmla="*/ 0 h 150"/>
                <a:gd name="T12" fmla="*/ 733 w 1467"/>
                <a:gd name="T13" fmla="*/ 0 h 150"/>
                <a:gd name="T14" fmla="*/ 0 w 1467"/>
                <a:gd name="T15" fmla="*/ 0 h 150"/>
                <a:gd name="T16" fmla="*/ 0 w 1467"/>
                <a:gd name="T17"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67" h="150">
                  <a:moveTo>
                    <a:pt x="0" y="75"/>
                  </a:moveTo>
                  <a:lnTo>
                    <a:pt x="0" y="150"/>
                  </a:lnTo>
                  <a:lnTo>
                    <a:pt x="733" y="150"/>
                  </a:lnTo>
                  <a:lnTo>
                    <a:pt x="1467" y="150"/>
                  </a:lnTo>
                  <a:lnTo>
                    <a:pt x="1467" y="75"/>
                  </a:lnTo>
                  <a:lnTo>
                    <a:pt x="1467" y="0"/>
                  </a:lnTo>
                  <a:lnTo>
                    <a:pt x="733" y="0"/>
                  </a:lnTo>
                  <a:lnTo>
                    <a:pt x="0" y="0"/>
                  </a:lnTo>
                  <a:lnTo>
                    <a:pt x="0" y="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6" name="Rounded Rectangle 51">
            <a:extLst>
              <a:ext uri="{FF2B5EF4-FFF2-40B4-BE49-F238E27FC236}">
                <a16:creationId xmlns:a16="http://schemas.microsoft.com/office/drawing/2014/main" id="{D8CB03DB-8DFA-CC0D-A052-B2C921C5364B}"/>
              </a:ext>
            </a:extLst>
          </p:cNvPr>
          <p:cNvSpPr/>
          <p:nvPr/>
        </p:nvSpPr>
        <p:spPr>
          <a:xfrm>
            <a:off x="6260592" y="3754672"/>
            <a:ext cx="1554480" cy="27432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17" name="Rectangle 16">
            <a:extLst>
              <a:ext uri="{FF2B5EF4-FFF2-40B4-BE49-F238E27FC236}">
                <a16:creationId xmlns:a16="http://schemas.microsoft.com/office/drawing/2014/main" id="{653F4465-7E07-645D-CC8E-1E39BE1AA09D}"/>
              </a:ext>
            </a:extLst>
          </p:cNvPr>
          <p:cNvSpPr/>
          <p:nvPr/>
        </p:nvSpPr>
        <p:spPr>
          <a:xfrm>
            <a:off x="6260592" y="4966388"/>
            <a:ext cx="1554480" cy="707886"/>
          </a:xfrm>
          <a:prstGeom prst="rect">
            <a:avLst/>
          </a:prstGeom>
        </p:spPr>
        <p:txBody>
          <a:bodyPr wrap="square" anchor="t" anchorCtr="0">
            <a:noAutofit/>
          </a:bodyPr>
          <a:lstStyle/>
          <a:p>
            <a:pPr marL="0" lvl="1" algn="ctr" rtl="1"/>
            <a:r>
              <a:rPr lang="ar-EG" b="1" dirty="0">
                <a:solidFill>
                  <a:schemeClr val="accent1"/>
                </a:solidFill>
                <a:latin typeface="Sakkal Majalla" panose="02000000000000000000" pitchFamily="2" charset="-78"/>
                <a:cs typeface="Sakkal Majalla" panose="02000000000000000000" pitchFamily="2" charset="-78"/>
              </a:rPr>
              <a:t>تمكين التحول الرقمي </a:t>
            </a:r>
          </a:p>
        </p:txBody>
      </p:sp>
      <p:sp>
        <p:nvSpPr>
          <p:cNvPr id="19" name="TextBox 18">
            <a:extLst>
              <a:ext uri="{FF2B5EF4-FFF2-40B4-BE49-F238E27FC236}">
                <a16:creationId xmlns:a16="http://schemas.microsoft.com/office/drawing/2014/main" id="{6F4B440B-7FA4-0C8C-3DBF-6F61BDD0138C}"/>
              </a:ext>
            </a:extLst>
          </p:cNvPr>
          <p:cNvSpPr txBox="1"/>
          <p:nvPr/>
        </p:nvSpPr>
        <p:spPr>
          <a:xfrm>
            <a:off x="6260592" y="3544326"/>
            <a:ext cx="1554480" cy="769441"/>
          </a:xfrm>
          <a:prstGeom prst="rect">
            <a:avLst/>
          </a:prstGeom>
          <a:noFill/>
        </p:spPr>
        <p:txBody>
          <a:bodyPr wrap="square" rtlCol="0">
            <a:spAutoFit/>
          </a:bodyPr>
          <a:lstStyle/>
          <a:p>
            <a:pPr algn="ctr"/>
            <a:r>
              <a:rPr lang="en-US" sz="4400" dirty="0">
                <a:solidFill>
                  <a:schemeClr val="accent1"/>
                </a:solidFill>
                <a:latin typeface="Sakkal Majalla" panose="02000000000000000000" pitchFamily="2" charset="-78"/>
                <a:cs typeface="Sakkal Majalla" panose="02000000000000000000" pitchFamily="2" charset="-78"/>
              </a:rPr>
              <a:t>03</a:t>
            </a:r>
          </a:p>
        </p:txBody>
      </p:sp>
      <p:grpSp>
        <p:nvGrpSpPr>
          <p:cNvPr id="130" name="Group 129">
            <a:extLst>
              <a:ext uri="{FF2B5EF4-FFF2-40B4-BE49-F238E27FC236}">
                <a16:creationId xmlns:a16="http://schemas.microsoft.com/office/drawing/2014/main" id="{8A1393F0-84FA-9893-DE71-ECAA8530633B}"/>
              </a:ext>
            </a:extLst>
          </p:cNvPr>
          <p:cNvGrpSpPr>
            <a:grpSpLocks noChangeAspect="1"/>
          </p:cNvGrpSpPr>
          <p:nvPr/>
        </p:nvGrpSpPr>
        <p:grpSpPr>
          <a:xfrm>
            <a:off x="6812859" y="4320709"/>
            <a:ext cx="449947" cy="457200"/>
            <a:chOff x="2108002" y="2951298"/>
            <a:chExt cx="339991" cy="345472"/>
          </a:xfrm>
          <a:solidFill>
            <a:schemeClr val="accent2"/>
          </a:solidFill>
        </p:grpSpPr>
        <p:sp>
          <p:nvSpPr>
            <p:cNvPr id="113" name="Freeform: Shape 112">
              <a:extLst>
                <a:ext uri="{FF2B5EF4-FFF2-40B4-BE49-F238E27FC236}">
                  <a16:creationId xmlns:a16="http://schemas.microsoft.com/office/drawing/2014/main" id="{BC3E51BD-8F77-2509-1A1E-E257AF752137}"/>
                </a:ext>
              </a:extLst>
            </p:cNvPr>
            <p:cNvSpPr/>
            <p:nvPr/>
          </p:nvSpPr>
          <p:spPr>
            <a:xfrm>
              <a:off x="2149838" y="3124034"/>
              <a:ext cx="256318" cy="172736"/>
            </a:xfrm>
            <a:custGeom>
              <a:avLst/>
              <a:gdLst>
                <a:gd name="csX0" fmla="*/ 189453 w 256318"/>
                <a:gd name="csY0" fmla="*/ 167164 h 172736"/>
                <a:gd name="csX1" fmla="*/ 250746 w 256318"/>
                <a:gd name="csY1" fmla="*/ 167164 h 172736"/>
                <a:gd name="csX2" fmla="*/ 254687 w 256318"/>
                <a:gd name="csY2" fmla="*/ 165533 h 172736"/>
                <a:gd name="csX3" fmla="*/ 256318 w 256318"/>
                <a:gd name="csY3" fmla="*/ 161592 h 172736"/>
                <a:gd name="csX4" fmla="*/ 256318 w 256318"/>
                <a:gd name="csY4" fmla="*/ 72438 h 172736"/>
                <a:gd name="csX5" fmla="*/ 254687 w 256318"/>
                <a:gd name="csY5" fmla="*/ 68498 h 172736"/>
                <a:gd name="csX6" fmla="*/ 250746 w 256318"/>
                <a:gd name="csY6" fmla="*/ 66866 h 172736"/>
                <a:gd name="csX7" fmla="*/ 189453 w 256318"/>
                <a:gd name="csY7" fmla="*/ 66866 h 172736"/>
                <a:gd name="csX8" fmla="*/ 189453 w 256318"/>
                <a:gd name="csY8" fmla="*/ 5572 h 172736"/>
                <a:gd name="csX9" fmla="*/ 187820 w 256318"/>
                <a:gd name="csY9" fmla="*/ 1632 h 172736"/>
                <a:gd name="csX10" fmla="*/ 183880 w 256318"/>
                <a:gd name="csY10" fmla="*/ 0 h 172736"/>
                <a:gd name="csX11" fmla="*/ 72438 w 256318"/>
                <a:gd name="csY11" fmla="*/ 0 h 172736"/>
                <a:gd name="csX12" fmla="*/ 68498 w 256318"/>
                <a:gd name="csY12" fmla="*/ 1632 h 172736"/>
                <a:gd name="csX13" fmla="*/ 66866 w 256318"/>
                <a:gd name="csY13" fmla="*/ 5572 h 172736"/>
                <a:gd name="csX14" fmla="*/ 66866 w 256318"/>
                <a:gd name="csY14" fmla="*/ 66866 h 172736"/>
                <a:gd name="csX15" fmla="*/ 5572 w 256318"/>
                <a:gd name="csY15" fmla="*/ 66866 h 172736"/>
                <a:gd name="csX16" fmla="*/ 1632 w 256318"/>
                <a:gd name="csY16" fmla="*/ 68498 h 172736"/>
                <a:gd name="csX17" fmla="*/ 0 w 256318"/>
                <a:gd name="csY17" fmla="*/ 72438 h 172736"/>
                <a:gd name="csX18" fmla="*/ 0 w 256318"/>
                <a:gd name="csY18" fmla="*/ 161592 h 172736"/>
                <a:gd name="csX19" fmla="*/ 1632 w 256318"/>
                <a:gd name="csY19" fmla="*/ 165533 h 172736"/>
                <a:gd name="csX20" fmla="*/ 5572 w 256318"/>
                <a:gd name="csY20" fmla="*/ 167164 h 172736"/>
                <a:gd name="csX21" fmla="*/ 66866 w 256318"/>
                <a:gd name="csY21" fmla="*/ 167164 h 172736"/>
                <a:gd name="csX22" fmla="*/ 68498 w 256318"/>
                <a:gd name="csY22" fmla="*/ 171105 h 172736"/>
                <a:gd name="csX23" fmla="*/ 72438 w 256318"/>
                <a:gd name="csY23" fmla="*/ 172736 h 172736"/>
                <a:gd name="csX24" fmla="*/ 183880 w 256318"/>
                <a:gd name="csY24" fmla="*/ 172736 h 172736"/>
                <a:gd name="csX25" fmla="*/ 187820 w 256318"/>
                <a:gd name="csY25" fmla="*/ 171105 h 172736"/>
                <a:gd name="csX26" fmla="*/ 189453 w 256318"/>
                <a:gd name="csY26" fmla="*/ 167164 h 172736"/>
                <a:gd name="csX27" fmla="*/ 189453 w 256318"/>
                <a:gd name="csY27" fmla="*/ 78010 h 172736"/>
                <a:gd name="csX28" fmla="*/ 245174 w 256318"/>
                <a:gd name="csY28" fmla="*/ 78010 h 172736"/>
                <a:gd name="csX29" fmla="*/ 245174 w 256318"/>
                <a:gd name="csY29" fmla="*/ 156020 h 172736"/>
                <a:gd name="csX30" fmla="*/ 189453 w 256318"/>
                <a:gd name="csY30" fmla="*/ 156020 h 172736"/>
                <a:gd name="csX31" fmla="*/ 66866 w 256318"/>
                <a:gd name="csY31" fmla="*/ 156020 h 172736"/>
                <a:gd name="csX32" fmla="*/ 11145 w 256318"/>
                <a:gd name="csY32" fmla="*/ 156020 h 172736"/>
                <a:gd name="csX33" fmla="*/ 11145 w 256318"/>
                <a:gd name="csY33" fmla="*/ 78010 h 172736"/>
                <a:gd name="csX34" fmla="*/ 66866 w 256318"/>
                <a:gd name="csY34" fmla="*/ 78010 h 172736"/>
                <a:gd name="csX35" fmla="*/ 144876 w 256318"/>
                <a:gd name="csY35" fmla="*/ 161592 h 172736"/>
                <a:gd name="csX36" fmla="*/ 111443 w 256318"/>
                <a:gd name="csY36" fmla="*/ 161592 h 172736"/>
                <a:gd name="csX37" fmla="*/ 111443 w 256318"/>
                <a:gd name="csY37" fmla="*/ 133731 h 172736"/>
                <a:gd name="csX38" fmla="*/ 144876 w 256318"/>
                <a:gd name="csY38" fmla="*/ 133731 h 172736"/>
                <a:gd name="csX39" fmla="*/ 178308 w 256318"/>
                <a:gd name="csY39" fmla="*/ 161592 h 172736"/>
                <a:gd name="csX40" fmla="*/ 156020 w 256318"/>
                <a:gd name="csY40" fmla="*/ 161592 h 172736"/>
                <a:gd name="csX41" fmla="*/ 156020 w 256318"/>
                <a:gd name="csY41" fmla="*/ 128159 h 172736"/>
                <a:gd name="csX42" fmla="*/ 154388 w 256318"/>
                <a:gd name="csY42" fmla="*/ 124219 h 172736"/>
                <a:gd name="csX43" fmla="*/ 150448 w 256318"/>
                <a:gd name="csY43" fmla="*/ 122587 h 172736"/>
                <a:gd name="csX44" fmla="*/ 105871 w 256318"/>
                <a:gd name="csY44" fmla="*/ 122587 h 172736"/>
                <a:gd name="csX45" fmla="*/ 101931 w 256318"/>
                <a:gd name="csY45" fmla="*/ 124219 h 172736"/>
                <a:gd name="csX46" fmla="*/ 100299 w 256318"/>
                <a:gd name="csY46" fmla="*/ 128159 h 172736"/>
                <a:gd name="csX47" fmla="*/ 100299 w 256318"/>
                <a:gd name="csY47" fmla="*/ 161592 h 172736"/>
                <a:gd name="csX48" fmla="*/ 78010 w 256318"/>
                <a:gd name="csY48" fmla="*/ 161592 h 172736"/>
                <a:gd name="csX49" fmla="*/ 78010 w 256318"/>
                <a:gd name="csY49" fmla="*/ 11145 h 172736"/>
                <a:gd name="csX50" fmla="*/ 178308 w 256318"/>
                <a:gd name="csY50" fmla="*/ 11145 h 1727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Lst>
              <a:rect l="l" t="t" r="r" b="b"/>
              <a:pathLst>
                <a:path w="256318" h="172736">
                  <a:moveTo>
                    <a:pt x="189453" y="167164"/>
                  </a:moveTo>
                  <a:lnTo>
                    <a:pt x="250746" y="167164"/>
                  </a:lnTo>
                  <a:cubicBezTo>
                    <a:pt x="252223" y="167164"/>
                    <a:pt x="253640" y="166576"/>
                    <a:pt x="254687" y="165533"/>
                  </a:cubicBezTo>
                  <a:cubicBezTo>
                    <a:pt x="255730" y="164486"/>
                    <a:pt x="256318" y="163069"/>
                    <a:pt x="256318" y="161592"/>
                  </a:cubicBezTo>
                  <a:lnTo>
                    <a:pt x="256318" y="72438"/>
                  </a:lnTo>
                  <a:cubicBezTo>
                    <a:pt x="256318" y="70960"/>
                    <a:pt x="255730" y="69543"/>
                    <a:pt x="254687" y="68498"/>
                  </a:cubicBezTo>
                  <a:cubicBezTo>
                    <a:pt x="253640" y="67453"/>
                    <a:pt x="252223" y="66866"/>
                    <a:pt x="250746" y="66866"/>
                  </a:cubicBezTo>
                  <a:lnTo>
                    <a:pt x="189453" y="66866"/>
                  </a:lnTo>
                  <a:lnTo>
                    <a:pt x="189453" y="5572"/>
                  </a:lnTo>
                  <a:cubicBezTo>
                    <a:pt x="189453" y="4095"/>
                    <a:pt x="188865" y="2677"/>
                    <a:pt x="187820" y="1632"/>
                  </a:cubicBezTo>
                  <a:cubicBezTo>
                    <a:pt x="186776" y="588"/>
                    <a:pt x="185358" y="0"/>
                    <a:pt x="183880" y="0"/>
                  </a:cubicBezTo>
                  <a:lnTo>
                    <a:pt x="72438" y="0"/>
                  </a:lnTo>
                  <a:cubicBezTo>
                    <a:pt x="70960" y="0"/>
                    <a:pt x="69543" y="588"/>
                    <a:pt x="68498" y="1632"/>
                  </a:cubicBezTo>
                  <a:cubicBezTo>
                    <a:pt x="67453" y="2677"/>
                    <a:pt x="66866" y="4095"/>
                    <a:pt x="66866" y="5572"/>
                  </a:cubicBezTo>
                  <a:lnTo>
                    <a:pt x="66866" y="66866"/>
                  </a:lnTo>
                  <a:lnTo>
                    <a:pt x="5572" y="66866"/>
                  </a:lnTo>
                  <a:cubicBezTo>
                    <a:pt x="4095" y="66866"/>
                    <a:pt x="2677" y="67453"/>
                    <a:pt x="1632" y="68498"/>
                  </a:cubicBezTo>
                  <a:cubicBezTo>
                    <a:pt x="588" y="69543"/>
                    <a:pt x="0" y="70960"/>
                    <a:pt x="0" y="72438"/>
                  </a:cubicBezTo>
                  <a:lnTo>
                    <a:pt x="0" y="161592"/>
                  </a:lnTo>
                  <a:cubicBezTo>
                    <a:pt x="0" y="163069"/>
                    <a:pt x="588" y="164486"/>
                    <a:pt x="1632" y="165533"/>
                  </a:cubicBezTo>
                  <a:cubicBezTo>
                    <a:pt x="2677" y="166576"/>
                    <a:pt x="4095" y="167164"/>
                    <a:pt x="5572" y="167164"/>
                  </a:cubicBezTo>
                  <a:lnTo>
                    <a:pt x="66866" y="167164"/>
                  </a:lnTo>
                  <a:cubicBezTo>
                    <a:pt x="66866" y="168641"/>
                    <a:pt x="67453" y="170059"/>
                    <a:pt x="68498" y="171105"/>
                  </a:cubicBezTo>
                  <a:cubicBezTo>
                    <a:pt x="69543" y="172148"/>
                    <a:pt x="70960" y="172736"/>
                    <a:pt x="72438" y="172736"/>
                  </a:cubicBezTo>
                  <a:lnTo>
                    <a:pt x="183880" y="172736"/>
                  </a:lnTo>
                  <a:cubicBezTo>
                    <a:pt x="185358" y="172736"/>
                    <a:pt x="186776" y="172148"/>
                    <a:pt x="187820" y="171105"/>
                  </a:cubicBezTo>
                  <a:cubicBezTo>
                    <a:pt x="188865" y="170059"/>
                    <a:pt x="189453" y="168641"/>
                    <a:pt x="189453" y="167164"/>
                  </a:cubicBezTo>
                  <a:close/>
                  <a:moveTo>
                    <a:pt x="189453" y="78010"/>
                  </a:moveTo>
                  <a:lnTo>
                    <a:pt x="245174" y="78010"/>
                  </a:lnTo>
                  <a:lnTo>
                    <a:pt x="245174" y="156020"/>
                  </a:lnTo>
                  <a:lnTo>
                    <a:pt x="189453" y="156020"/>
                  </a:lnTo>
                  <a:close/>
                  <a:moveTo>
                    <a:pt x="66866" y="156020"/>
                  </a:moveTo>
                  <a:lnTo>
                    <a:pt x="11145" y="156020"/>
                  </a:lnTo>
                  <a:lnTo>
                    <a:pt x="11145" y="78010"/>
                  </a:lnTo>
                  <a:lnTo>
                    <a:pt x="66866" y="78010"/>
                  </a:lnTo>
                  <a:close/>
                  <a:moveTo>
                    <a:pt x="144876" y="161592"/>
                  </a:moveTo>
                  <a:lnTo>
                    <a:pt x="111443" y="161592"/>
                  </a:lnTo>
                  <a:lnTo>
                    <a:pt x="111443" y="133731"/>
                  </a:lnTo>
                  <a:lnTo>
                    <a:pt x="144876" y="133731"/>
                  </a:lnTo>
                  <a:close/>
                  <a:moveTo>
                    <a:pt x="178308" y="161592"/>
                  </a:moveTo>
                  <a:lnTo>
                    <a:pt x="156020" y="161592"/>
                  </a:lnTo>
                  <a:lnTo>
                    <a:pt x="156020" y="128159"/>
                  </a:lnTo>
                  <a:cubicBezTo>
                    <a:pt x="156020" y="126682"/>
                    <a:pt x="155432" y="125265"/>
                    <a:pt x="154388" y="124219"/>
                  </a:cubicBezTo>
                  <a:cubicBezTo>
                    <a:pt x="153343" y="123175"/>
                    <a:pt x="151926" y="122587"/>
                    <a:pt x="150448" y="122587"/>
                  </a:cubicBezTo>
                  <a:lnTo>
                    <a:pt x="105871" y="122587"/>
                  </a:lnTo>
                  <a:cubicBezTo>
                    <a:pt x="104393" y="122587"/>
                    <a:pt x="102976" y="123175"/>
                    <a:pt x="101931" y="124219"/>
                  </a:cubicBezTo>
                  <a:cubicBezTo>
                    <a:pt x="100886" y="125265"/>
                    <a:pt x="100299" y="126682"/>
                    <a:pt x="100299" y="128159"/>
                  </a:cubicBezTo>
                  <a:lnTo>
                    <a:pt x="100299" y="161592"/>
                  </a:lnTo>
                  <a:lnTo>
                    <a:pt x="78010" y="161592"/>
                  </a:lnTo>
                  <a:lnTo>
                    <a:pt x="78010" y="11145"/>
                  </a:lnTo>
                  <a:lnTo>
                    <a:pt x="178308" y="11145"/>
                  </a:lnTo>
                  <a:close/>
                </a:path>
              </a:pathLst>
            </a:custGeom>
            <a:grpFill/>
            <a:ln w="294" cap="flat">
              <a:noFill/>
              <a:prstDash val="solid"/>
              <a:miter/>
            </a:ln>
          </p:spPr>
          <p:txBody>
            <a:bodyPr/>
            <a:lstStyle/>
            <a:p>
              <a:endParaRPr lang="en-GB"/>
            </a:p>
          </p:txBody>
        </p:sp>
        <p:sp>
          <p:nvSpPr>
            <p:cNvPr id="114" name="Freeform: Shape 113">
              <a:extLst>
                <a:ext uri="{FF2B5EF4-FFF2-40B4-BE49-F238E27FC236}">
                  <a16:creationId xmlns:a16="http://schemas.microsoft.com/office/drawing/2014/main" id="{F630F835-FBD2-0940-E77F-AC7D2400B1B3}"/>
                </a:ext>
              </a:extLst>
            </p:cNvPr>
            <p:cNvSpPr/>
            <p:nvPr/>
          </p:nvSpPr>
          <p:spPr>
            <a:xfrm>
              <a:off x="2238993" y="3151895"/>
              <a:ext cx="33432" cy="33432"/>
            </a:xfrm>
            <a:custGeom>
              <a:avLst/>
              <a:gdLst>
                <a:gd name="csX0" fmla="*/ 5572 w 33432"/>
                <a:gd name="csY0" fmla="*/ 33433 h 33432"/>
                <a:gd name="csX1" fmla="*/ 27861 w 33432"/>
                <a:gd name="csY1" fmla="*/ 33433 h 33432"/>
                <a:gd name="csX2" fmla="*/ 31801 w 33432"/>
                <a:gd name="csY2" fmla="*/ 31801 h 33432"/>
                <a:gd name="csX3" fmla="*/ 33433 w 33432"/>
                <a:gd name="csY3" fmla="*/ 27861 h 33432"/>
                <a:gd name="csX4" fmla="*/ 33433 w 33432"/>
                <a:gd name="csY4" fmla="*/ 5572 h 33432"/>
                <a:gd name="csX5" fmla="*/ 31801 w 33432"/>
                <a:gd name="csY5" fmla="*/ 1632 h 33432"/>
                <a:gd name="csX6" fmla="*/ 27861 w 33432"/>
                <a:gd name="csY6" fmla="*/ 0 h 33432"/>
                <a:gd name="csX7" fmla="*/ 5572 w 33432"/>
                <a:gd name="csY7" fmla="*/ 0 h 33432"/>
                <a:gd name="csX8" fmla="*/ 1632 w 33432"/>
                <a:gd name="csY8" fmla="*/ 1632 h 33432"/>
                <a:gd name="csX9" fmla="*/ 0 w 33432"/>
                <a:gd name="csY9" fmla="*/ 5572 h 33432"/>
                <a:gd name="csX10" fmla="*/ 0 w 33432"/>
                <a:gd name="csY10" fmla="*/ 27861 h 33432"/>
                <a:gd name="csX11" fmla="*/ 1632 w 33432"/>
                <a:gd name="csY11" fmla="*/ 31801 h 33432"/>
                <a:gd name="csX12" fmla="*/ 5572 w 33432"/>
                <a:gd name="csY12" fmla="*/ 33433 h 33432"/>
                <a:gd name="csX13" fmla="*/ 11144 w 33432"/>
                <a:gd name="csY13" fmla="*/ 11144 h 33432"/>
                <a:gd name="csX14" fmla="*/ 22289 w 33432"/>
                <a:gd name="csY14" fmla="*/ 11144 h 33432"/>
                <a:gd name="csX15" fmla="*/ 22289 w 33432"/>
                <a:gd name="csY15" fmla="*/ 22289 h 33432"/>
                <a:gd name="csX16" fmla="*/ 11144 w 33432"/>
                <a:gd name="csY16" fmla="*/ 22289 h 33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3432" h="33432">
                  <a:moveTo>
                    <a:pt x="5572" y="33433"/>
                  </a:moveTo>
                  <a:lnTo>
                    <a:pt x="27861" y="33433"/>
                  </a:lnTo>
                  <a:cubicBezTo>
                    <a:pt x="29339" y="33433"/>
                    <a:pt x="30756" y="32845"/>
                    <a:pt x="31801" y="31801"/>
                  </a:cubicBezTo>
                  <a:cubicBezTo>
                    <a:pt x="32846" y="30756"/>
                    <a:pt x="33433" y="29339"/>
                    <a:pt x="33433" y="27861"/>
                  </a:cubicBezTo>
                  <a:lnTo>
                    <a:pt x="33433" y="5572"/>
                  </a:lnTo>
                  <a:cubicBezTo>
                    <a:pt x="33433" y="4094"/>
                    <a:pt x="32846" y="2677"/>
                    <a:pt x="31801" y="1632"/>
                  </a:cubicBezTo>
                  <a:cubicBezTo>
                    <a:pt x="30756" y="587"/>
                    <a:pt x="29339" y="0"/>
                    <a:pt x="27861" y="0"/>
                  </a:cubicBezTo>
                  <a:lnTo>
                    <a:pt x="5572" y="0"/>
                  </a:lnTo>
                  <a:cubicBezTo>
                    <a:pt x="4094" y="0"/>
                    <a:pt x="2677" y="587"/>
                    <a:pt x="1632" y="1632"/>
                  </a:cubicBezTo>
                  <a:cubicBezTo>
                    <a:pt x="587" y="2677"/>
                    <a:pt x="0" y="4094"/>
                    <a:pt x="0" y="5572"/>
                  </a:cubicBezTo>
                  <a:lnTo>
                    <a:pt x="0" y="27861"/>
                  </a:lnTo>
                  <a:cubicBezTo>
                    <a:pt x="0" y="29338"/>
                    <a:pt x="587" y="30756"/>
                    <a:pt x="1632" y="31801"/>
                  </a:cubicBezTo>
                  <a:cubicBezTo>
                    <a:pt x="2677" y="32845"/>
                    <a:pt x="4094" y="33433"/>
                    <a:pt x="5572" y="33433"/>
                  </a:cubicBezTo>
                  <a:close/>
                  <a:moveTo>
                    <a:pt x="11144" y="11144"/>
                  </a:moveTo>
                  <a:lnTo>
                    <a:pt x="22289" y="11144"/>
                  </a:lnTo>
                  <a:lnTo>
                    <a:pt x="22289" y="22289"/>
                  </a:lnTo>
                  <a:lnTo>
                    <a:pt x="11144" y="22289"/>
                  </a:lnTo>
                  <a:close/>
                </a:path>
              </a:pathLst>
            </a:custGeom>
            <a:grpFill/>
            <a:ln w="294" cap="flat">
              <a:noFill/>
              <a:prstDash val="solid"/>
              <a:miter/>
            </a:ln>
          </p:spPr>
          <p:txBody>
            <a:bodyPr/>
            <a:lstStyle/>
            <a:p>
              <a:endParaRPr lang="en-GB"/>
            </a:p>
          </p:txBody>
        </p:sp>
        <p:sp>
          <p:nvSpPr>
            <p:cNvPr id="115" name="Freeform: Shape 114">
              <a:extLst>
                <a:ext uri="{FF2B5EF4-FFF2-40B4-BE49-F238E27FC236}">
                  <a16:creationId xmlns:a16="http://schemas.microsoft.com/office/drawing/2014/main" id="{D08E7AFD-9BD4-3D7E-E6D2-B88E2E183B7D}"/>
                </a:ext>
              </a:extLst>
            </p:cNvPr>
            <p:cNvSpPr/>
            <p:nvPr/>
          </p:nvSpPr>
          <p:spPr>
            <a:xfrm>
              <a:off x="2283570" y="3151895"/>
              <a:ext cx="33432" cy="33432"/>
            </a:xfrm>
            <a:custGeom>
              <a:avLst/>
              <a:gdLst>
                <a:gd name="csX0" fmla="*/ 5572 w 33432"/>
                <a:gd name="csY0" fmla="*/ 33433 h 33432"/>
                <a:gd name="csX1" fmla="*/ 27861 w 33432"/>
                <a:gd name="csY1" fmla="*/ 33433 h 33432"/>
                <a:gd name="csX2" fmla="*/ 31801 w 33432"/>
                <a:gd name="csY2" fmla="*/ 31801 h 33432"/>
                <a:gd name="csX3" fmla="*/ 33433 w 33432"/>
                <a:gd name="csY3" fmla="*/ 27861 h 33432"/>
                <a:gd name="csX4" fmla="*/ 33433 w 33432"/>
                <a:gd name="csY4" fmla="*/ 5572 h 33432"/>
                <a:gd name="csX5" fmla="*/ 31801 w 33432"/>
                <a:gd name="csY5" fmla="*/ 1632 h 33432"/>
                <a:gd name="csX6" fmla="*/ 27861 w 33432"/>
                <a:gd name="csY6" fmla="*/ 0 h 33432"/>
                <a:gd name="csX7" fmla="*/ 5572 w 33432"/>
                <a:gd name="csY7" fmla="*/ 0 h 33432"/>
                <a:gd name="csX8" fmla="*/ 1632 w 33432"/>
                <a:gd name="csY8" fmla="*/ 1632 h 33432"/>
                <a:gd name="csX9" fmla="*/ 0 w 33432"/>
                <a:gd name="csY9" fmla="*/ 5572 h 33432"/>
                <a:gd name="csX10" fmla="*/ 0 w 33432"/>
                <a:gd name="csY10" fmla="*/ 27861 h 33432"/>
                <a:gd name="csX11" fmla="*/ 1632 w 33432"/>
                <a:gd name="csY11" fmla="*/ 31801 h 33432"/>
                <a:gd name="csX12" fmla="*/ 5572 w 33432"/>
                <a:gd name="csY12" fmla="*/ 33433 h 33432"/>
                <a:gd name="csX13" fmla="*/ 11144 w 33432"/>
                <a:gd name="csY13" fmla="*/ 11144 h 33432"/>
                <a:gd name="csX14" fmla="*/ 22289 w 33432"/>
                <a:gd name="csY14" fmla="*/ 11144 h 33432"/>
                <a:gd name="csX15" fmla="*/ 22289 w 33432"/>
                <a:gd name="csY15" fmla="*/ 22289 h 33432"/>
                <a:gd name="csX16" fmla="*/ 11144 w 33432"/>
                <a:gd name="csY16" fmla="*/ 22289 h 33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3432" h="33432">
                  <a:moveTo>
                    <a:pt x="5572" y="33433"/>
                  </a:moveTo>
                  <a:lnTo>
                    <a:pt x="27861" y="33433"/>
                  </a:lnTo>
                  <a:cubicBezTo>
                    <a:pt x="29339" y="33433"/>
                    <a:pt x="30756" y="32845"/>
                    <a:pt x="31801" y="31801"/>
                  </a:cubicBezTo>
                  <a:cubicBezTo>
                    <a:pt x="32846" y="30756"/>
                    <a:pt x="33433" y="29339"/>
                    <a:pt x="33433" y="27861"/>
                  </a:cubicBezTo>
                  <a:lnTo>
                    <a:pt x="33433" y="5572"/>
                  </a:lnTo>
                  <a:cubicBezTo>
                    <a:pt x="33433" y="4094"/>
                    <a:pt x="32846" y="2677"/>
                    <a:pt x="31801" y="1632"/>
                  </a:cubicBezTo>
                  <a:cubicBezTo>
                    <a:pt x="30756" y="587"/>
                    <a:pt x="29339" y="0"/>
                    <a:pt x="27861" y="0"/>
                  </a:cubicBezTo>
                  <a:lnTo>
                    <a:pt x="5572" y="0"/>
                  </a:lnTo>
                  <a:cubicBezTo>
                    <a:pt x="4094" y="0"/>
                    <a:pt x="2677" y="587"/>
                    <a:pt x="1632" y="1632"/>
                  </a:cubicBezTo>
                  <a:cubicBezTo>
                    <a:pt x="587" y="2677"/>
                    <a:pt x="0" y="4094"/>
                    <a:pt x="0" y="5572"/>
                  </a:cubicBezTo>
                  <a:lnTo>
                    <a:pt x="0" y="27861"/>
                  </a:lnTo>
                  <a:cubicBezTo>
                    <a:pt x="0" y="29338"/>
                    <a:pt x="587" y="30756"/>
                    <a:pt x="1632" y="31801"/>
                  </a:cubicBezTo>
                  <a:cubicBezTo>
                    <a:pt x="2677" y="32845"/>
                    <a:pt x="4094" y="33433"/>
                    <a:pt x="5572" y="33433"/>
                  </a:cubicBezTo>
                  <a:close/>
                  <a:moveTo>
                    <a:pt x="11144" y="11144"/>
                  </a:moveTo>
                  <a:lnTo>
                    <a:pt x="22289" y="11144"/>
                  </a:lnTo>
                  <a:lnTo>
                    <a:pt x="22289" y="22289"/>
                  </a:lnTo>
                  <a:lnTo>
                    <a:pt x="11144" y="22289"/>
                  </a:lnTo>
                  <a:close/>
                </a:path>
              </a:pathLst>
            </a:custGeom>
            <a:grpFill/>
            <a:ln w="294" cap="flat">
              <a:noFill/>
              <a:prstDash val="solid"/>
              <a:miter/>
            </a:ln>
          </p:spPr>
          <p:txBody>
            <a:bodyPr/>
            <a:lstStyle/>
            <a:p>
              <a:endParaRPr lang="en-GB"/>
            </a:p>
          </p:txBody>
        </p:sp>
        <p:sp>
          <p:nvSpPr>
            <p:cNvPr id="116" name="Freeform: Shape 115">
              <a:extLst>
                <a:ext uri="{FF2B5EF4-FFF2-40B4-BE49-F238E27FC236}">
                  <a16:creationId xmlns:a16="http://schemas.microsoft.com/office/drawing/2014/main" id="{FDA45E2A-C92F-4F7E-D978-E370B6293D68}"/>
                </a:ext>
              </a:extLst>
            </p:cNvPr>
            <p:cNvSpPr/>
            <p:nvPr/>
          </p:nvSpPr>
          <p:spPr>
            <a:xfrm>
              <a:off x="2238993" y="3196472"/>
              <a:ext cx="33432" cy="33432"/>
            </a:xfrm>
            <a:custGeom>
              <a:avLst/>
              <a:gdLst>
                <a:gd name="csX0" fmla="*/ 5572 w 33432"/>
                <a:gd name="csY0" fmla="*/ 33433 h 33432"/>
                <a:gd name="csX1" fmla="*/ 27861 w 33432"/>
                <a:gd name="csY1" fmla="*/ 33433 h 33432"/>
                <a:gd name="csX2" fmla="*/ 31801 w 33432"/>
                <a:gd name="csY2" fmla="*/ 31801 h 33432"/>
                <a:gd name="csX3" fmla="*/ 33433 w 33432"/>
                <a:gd name="csY3" fmla="*/ 27861 h 33432"/>
                <a:gd name="csX4" fmla="*/ 33433 w 33432"/>
                <a:gd name="csY4" fmla="*/ 5572 h 33432"/>
                <a:gd name="csX5" fmla="*/ 31801 w 33432"/>
                <a:gd name="csY5" fmla="*/ 1632 h 33432"/>
                <a:gd name="csX6" fmla="*/ 27861 w 33432"/>
                <a:gd name="csY6" fmla="*/ 0 h 33432"/>
                <a:gd name="csX7" fmla="*/ 5572 w 33432"/>
                <a:gd name="csY7" fmla="*/ 0 h 33432"/>
                <a:gd name="csX8" fmla="*/ 1632 w 33432"/>
                <a:gd name="csY8" fmla="*/ 1632 h 33432"/>
                <a:gd name="csX9" fmla="*/ 0 w 33432"/>
                <a:gd name="csY9" fmla="*/ 5572 h 33432"/>
                <a:gd name="csX10" fmla="*/ 0 w 33432"/>
                <a:gd name="csY10" fmla="*/ 27861 h 33432"/>
                <a:gd name="csX11" fmla="*/ 1632 w 33432"/>
                <a:gd name="csY11" fmla="*/ 31801 h 33432"/>
                <a:gd name="csX12" fmla="*/ 5572 w 33432"/>
                <a:gd name="csY12" fmla="*/ 33433 h 33432"/>
                <a:gd name="csX13" fmla="*/ 11144 w 33432"/>
                <a:gd name="csY13" fmla="*/ 11144 h 33432"/>
                <a:gd name="csX14" fmla="*/ 22289 w 33432"/>
                <a:gd name="csY14" fmla="*/ 11144 h 33432"/>
                <a:gd name="csX15" fmla="*/ 22289 w 33432"/>
                <a:gd name="csY15" fmla="*/ 22289 h 33432"/>
                <a:gd name="csX16" fmla="*/ 11144 w 33432"/>
                <a:gd name="csY16" fmla="*/ 22289 h 33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3432" h="33432">
                  <a:moveTo>
                    <a:pt x="5572" y="33433"/>
                  </a:moveTo>
                  <a:lnTo>
                    <a:pt x="27861" y="33433"/>
                  </a:lnTo>
                  <a:cubicBezTo>
                    <a:pt x="29339" y="33433"/>
                    <a:pt x="30756" y="32845"/>
                    <a:pt x="31801" y="31801"/>
                  </a:cubicBezTo>
                  <a:cubicBezTo>
                    <a:pt x="32846" y="30756"/>
                    <a:pt x="33433" y="29339"/>
                    <a:pt x="33433" y="27861"/>
                  </a:cubicBezTo>
                  <a:lnTo>
                    <a:pt x="33433" y="5572"/>
                  </a:lnTo>
                  <a:cubicBezTo>
                    <a:pt x="33433" y="4094"/>
                    <a:pt x="32846" y="2677"/>
                    <a:pt x="31801" y="1632"/>
                  </a:cubicBezTo>
                  <a:cubicBezTo>
                    <a:pt x="30756" y="587"/>
                    <a:pt x="29339" y="0"/>
                    <a:pt x="27861" y="0"/>
                  </a:cubicBezTo>
                  <a:lnTo>
                    <a:pt x="5572" y="0"/>
                  </a:lnTo>
                  <a:cubicBezTo>
                    <a:pt x="4094" y="0"/>
                    <a:pt x="2677" y="587"/>
                    <a:pt x="1632" y="1632"/>
                  </a:cubicBezTo>
                  <a:cubicBezTo>
                    <a:pt x="587" y="2677"/>
                    <a:pt x="0" y="4094"/>
                    <a:pt x="0" y="5572"/>
                  </a:cubicBezTo>
                  <a:lnTo>
                    <a:pt x="0" y="27861"/>
                  </a:lnTo>
                  <a:cubicBezTo>
                    <a:pt x="0" y="29338"/>
                    <a:pt x="587" y="30756"/>
                    <a:pt x="1632" y="31801"/>
                  </a:cubicBezTo>
                  <a:cubicBezTo>
                    <a:pt x="2677" y="32845"/>
                    <a:pt x="4094" y="33433"/>
                    <a:pt x="5572" y="33433"/>
                  </a:cubicBezTo>
                  <a:close/>
                  <a:moveTo>
                    <a:pt x="11144" y="11144"/>
                  </a:moveTo>
                  <a:lnTo>
                    <a:pt x="22289" y="11144"/>
                  </a:lnTo>
                  <a:lnTo>
                    <a:pt x="22289" y="22289"/>
                  </a:lnTo>
                  <a:lnTo>
                    <a:pt x="11144" y="22289"/>
                  </a:lnTo>
                  <a:close/>
                </a:path>
              </a:pathLst>
            </a:custGeom>
            <a:grpFill/>
            <a:ln w="294" cap="flat">
              <a:noFill/>
              <a:prstDash val="solid"/>
              <a:miter/>
            </a:ln>
          </p:spPr>
          <p:txBody>
            <a:bodyPr/>
            <a:lstStyle/>
            <a:p>
              <a:endParaRPr lang="en-GB"/>
            </a:p>
          </p:txBody>
        </p:sp>
        <p:sp>
          <p:nvSpPr>
            <p:cNvPr id="117" name="Freeform: Shape 116">
              <a:extLst>
                <a:ext uri="{FF2B5EF4-FFF2-40B4-BE49-F238E27FC236}">
                  <a16:creationId xmlns:a16="http://schemas.microsoft.com/office/drawing/2014/main" id="{59EF364E-42C4-1374-EA4C-DDC5CAF08677}"/>
                </a:ext>
              </a:extLst>
            </p:cNvPr>
            <p:cNvSpPr/>
            <p:nvPr/>
          </p:nvSpPr>
          <p:spPr>
            <a:xfrm>
              <a:off x="2283570" y="3196472"/>
              <a:ext cx="33432" cy="33432"/>
            </a:xfrm>
            <a:custGeom>
              <a:avLst/>
              <a:gdLst>
                <a:gd name="csX0" fmla="*/ 5572 w 33432"/>
                <a:gd name="csY0" fmla="*/ 33433 h 33432"/>
                <a:gd name="csX1" fmla="*/ 27861 w 33432"/>
                <a:gd name="csY1" fmla="*/ 33433 h 33432"/>
                <a:gd name="csX2" fmla="*/ 31801 w 33432"/>
                <a:gd name="csY2" fmla="*/ 31801 h 33432"/>
                <a:gd name="csX3" fmla="*/ 33433 w 33432"/>
                <a:gd name="csY3" fmla="*/ 27861 h 33432"/>
                <a:gd name="csX4" fmla="*/ 33433 w 33432"/>
                <a:gd name="csY4" fmla="*/ 5572 h 33432"/>
                <a:gd name="csX5" fmla="*/ 31801 w 33432"/>
                <a:gd name="csY5" fmla="*/ 1632 h 33432"/>
                <a:gd name="csX6" fmla="*/ 27861 w 33432"/>
                <a:gd name="csY6" fmla="*/ 0 h 33432"/>
                <a:gd name="csX7" fmla="*/ 5572 w 33432"/>
                <a:gd name="csY7" fmla="*/ 0 h 33432"/>
                <a:gd name="csX8" fmla="*/ 1632 w 33432"/>
                <a:gd name="csY8" fmla="*/ 1632 h 33432"/>
                <a:gd name="csX9" fmla="*/ 0 w 33432"/>
                <a:gd name="csY9" fmla="*/ 5572 h 33432"/>
                <a:gd name="csX10" fmla="*/ 0 w 33432"/>
                <a:gd name="csY10" fmla="*/ 27861 h 33432"/>
                <a:gd name="csX11" fmla="*/ 1632 w 33432"/>
                <a:gd name="csY11" fmla="*/ 31801 h 33432"/>
                <a:gd name="csX12" fmla="*/ 5572 w 33432"/>
                <a:gd name="csY12" fmla="*/ 33433 h 33432"/>
                <a:gd name="csX13" fmla="*/ 11144 w 33432"/>
                <a:gd name="csY13" fmla="*/ 11144 h 33432"/>
                <a:gd name="csX14" fmla="*/ 22289 w 33432"/>
                <a:gd name="csY14" fmla="*/ 11144 h 33432"/>
                <a:gd name="csX15" fmla="*/ 22289 w 33432"/>
                <a:gd name="csY15" fmla="*/ 22289 h 33432"/>
                <a:gd name="csX16" fmla="*/ 11144 w 33432"/>
                <a:gd name="csY16" fmla="*/ 22289 h 33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3432" h="33432">
                  <a:moveTo>
                    <a:pt x="5572" y="33433"/>
                  </a:moveTo>
                  <a:lnTo>
                    <a:pt x="27861" y="33433"/>
                  </a:lnTo>
                  <a:cubicBezTo>
                    <a:pt x="29339" y="33433"/>
                    <a:pt x="30756" y="32845"/>
                    <a:pt x="31801" y="31801"/>
                  </a:cubicBezTo>
                  <a:cubicBezTo>
                    <a:pt x="32846" y="30756"/>
                    <a:pt x="33433" y="29339"/>
                    <a:pt x="33433" y="27861"/>
                  </a:cubicBezTo>
                  <a:lnTo>
                    <a:pt x="33433" y="5572"/>
                  </a:lnTo>
                  <a:cubicBezTo>
                    <a:pt x="33433" y="4094"/>
                    <a:pt x="32846" y="2677"/>
                    <a:pt x="31801" y="1632"/>
                  </a:cubicBezTo>
                  <a:cubicBezTo>
                    <a:pt x="30756" y="587"/>
                    <a:pt x="29339" y="0"/>
                    <a:pt x="27861" y="0"/>
                  </a:cubicBezTo>
                  <a:lnTo>
                    <a:pt x="5572" y="0"/>
                  </a:lnTo>
                  <a:cubicBezTo>
                    <a:pt x="4094" y="0"/>
                    <a:pt x="2677" y="587"/>
                    <a:pt x="1632" y="1632"/>
                  </a:cubicBezTo>
                  <a:cubicBezTo>
                    <a:pt x="587" y="2677"/>
                    <a:pt x="0" y="4094"/>
                    <a:pt x="0" y="5572"/>
                  </a:cubicBezTo>
                  <a:lnTo>
                    <a:pt x="0" y="27861"/>
                  </a:lnTo>
                  <a:cubicBezTo>
                    <a:pt x="0" y="29338"/>
                    <a:pt x="587" y="30756"/>
                    <a:pt x="1632" y="31801"/>
                  </a:cubicBezTo>
                  <a:cubicBezTo>
                    <a:pt x="2677" y="32845"/>
                    <a:pt x="4094" y="33433"/>
                    <a:pt x="5572" y="33433"/>
                  </a:cubicBezTo>
                  <a:close/>
                  <a:moveTo>
                    <a:pt x="11144" y="11144"/>
                  </a:moveTo>
                  <a:lnTo>
                    <a:pt x="22289" y="11144"/>
                  </a:lnTo>
                  <a:lnTo>
                    <a:pt x="22289" y="22289"/>
                  </a:lnTo>
                  <a:lnTo>
                    <a:pt x="11144" y="22289"/>
                  </a:lnTo>
                  <a:close/>
                </a:path>
              </a:pathLst>
            </a:custGeom>
            <a:grpFill/>
            <a:ln w="294" cap="flat">
              <a:noFill/>
              <a:prstDash val="solid"/>
              <a:miter/>
            </a:ln>
          </p:spPr>
          <p:txBody>
            <a:bodyPr/>
            <a:lstStyle/>
            <a:p>
              <a:endParaRPr lang="en-GB"/>
            </a:p>
          </p:txBody>
        </p:sp>
        <p:sp>
          <p:nvSpPr>
            <p:cNvPr id="118" name="Freeform: Shape 117">
              <a:extLst>
                <a:ext uri="{FF2B5EF4-FFF2-40B4-BE49-F238E27FC236}">
                  <a16:creationId xmlns:a16="http://schemas.microsoft.com/office/drawing/2014/main" id="{2EEECFC0-71D5-0C11-8C1F-2AD5BCC69AEC}"/>
                </a:ext>
              </a:extLst>
            </p:cNvPr>
            <p:cNvSpPr/>
            <p:nvPr/>
          </p:nvSpPr>
          <p:spPr>
            <a:xfrm>
              <a:off x="2172127" y="3221545"/>
              <a:ext cx="11144" cy="11144"/>
            </a:xfrm>
            <a:custGeom>
              <a:avLst/>
              <a:gdLst>
                <a:gd name="csX0" fmla="*/ 0 w 11144"/>
                <a:gd name="csY0" fmla="*/ 0 h 11144"/>
                <a:gd name="csX1" fmla="*/ 11144 w 11144"/>
                <a:gd name="csY1" fmla="*/ 0 h 11144"/>
                <a:gd name="csX2" fmla="*/ 11144 w 11144"/>
                <a:gd name="csY2" fmla="*/ 11144 h 11144"/>
                <a:gd name="csX3" fmla="*/ 0 w 11144"/>
                <a:gd name="csY3" fmla="*/ 11144 h 11144"/>
              </a:gdLst>
              <a:ahLst/>
              <a:cxnLst>
                <a:cxn ang="0">
                  <a:pos x="csX0" y="csY0"/>
                </a:cxn>
                <a:cxn ang="0">
                  <a:pos x="csX1" y="csY1"/>
                </a:cxn>
                <a:cxn ang="0">
                  <a:pos x="csX2" y="csY2"/>
                </a:cxn>
                <a:cxn ang="0">
                  <a:pos x="csX3" y="csY3"/>
                </a:cxn>
              </a:cxnLst>
              <a:rect l="l" t="t" r="r" b="b"/>
              <a:pathLst>
                <a:path w="11144" h="11144">
                  <a:moveTo>
                    <a:pt x="0" y="0"/>
                  </a:moveTo>
                  <a:lnTo>
                    <a:pt x="11144" y="0"/>
                  </a:lnTo>
                  <a:lnTo>
                    <a:pt x="11144" y="11144"/>
                  </a:lnTo>
                  <a:lnTo>
                    <a:pt x="0" y="11144"/>
                  </a:lnTo>
                  <a:close/>
                </a:path>
              </a:pathLst>
            </a:custGeom>
            <a:grpFill/>
            <a:ln w="294" cap="flat">
              <a:noFill/>
              <a:prstDash val="solid"/>
              <a:miter/>
            </a:ln>
          </p:spPr>
          <p:txBody>
            <a:bodyPr/>
            <a:lstStyle/>
            <a:p>
              <a:endParaRPr lang="en-GB"/>
            </a:p>
          </p:txBody>
        </p:sp>
        <p:sp>
          <p:nvSpPr>
            <p:cNvPr id="119" name="Freeform: Shape 118">
              <a:extLst>
                <a:ext uri="{FF2B5EF4-FFF2-40B4-BE49-F238E27FC236}">
                  <a16:creationId xmlns:a16="http://schemas.microsoft.com/office/drawing/2014/main" id="{76480416-B2FE-B7C1-1283-4272A0BBB63F}"/>
                </a:ext>
              </a:extLst>
            </p:cNvPr>
            <p:cNvSpPr/>
            <p:nvPr/>
          </p:nvSpPr>
          <p:spPr>
            <a:xfrm>
              <a:off x="2194416" y="3221545"/>
              <a:ext cx="11144" cy="11144"/>
            </a:xfrm>
            <a:custGeom>
              <a:avLst/>
              <a:gdLst>
                <a:gd name="csX0" fmla="*/ 0 w 11144"/>
                <a:gd name="csY0" fmla="*/ 0 h 11144"/>
                <a:gd name="csX1" fmla="*/ 11144 w 11144"/>
                <a:gd name="csY1" fmla="*/ 0 h 11144"/>
                <a:gd name="csX2" fmla="*/ 11144 w 11144"/>
                <a:gd name="csY2" fmla="*/ 11144 h 11144"/>
                <a:gd name="csX3" fmla="*/ 0 w 11144"/>
                <a:gd name="csY3" fmla="*/ 11144 h 11144"/>
              </a:gdLst>
              <a:ahLst/>
              <a:cxnLst>
                <a:cxn ang="0">
                  <a:pos x="csX0" y="csY0"/>
                </a:cxn>
                <a:cxn ang="0">
                  <a:pos x="csX1" y="csY1"/>
                </a:cxn>
                <a:cxn ang="0">
                  <a:pos x="csX2" y="csY2"/>
                </a:cxn>
                <a:cxn ang="0">
                  <a:pos x="csX3" y="csY3"/>
                </a:cxn>
              </a:cxnLst>
              <a:rect l="l" t="t" r="r" b="b"/>
              <a:pathLst>
                <a:path w="11144" h="11144">
                  <a:moveTo>
                    <a:pt x="0" y="0"/>
                  </a:moveTo>
                  <a:lnTo>
                    <a:pt x="11144" y="0"/>
                  </a:lnTo>
                  <a:lnTo>
                    <a:pt x="11144" y="11144"/>
                  </a:lnTo>
                  <a:lnTo>
                    <a:pt x="0" y="11144"/>
                  </a:lnTo>
                  <a:close/>
                </a:path>
              </a:pathLst>
            </a:custGeom>
            <a:grpFill/>
            <a:ln w="294" cap="flat">
              <a:noFill/>
              <a:prstDash val="solid"/>
              <a:miter/>
            </a:ln>
          </p:spPr>
          <p:txBody>
            <a:bodyPr/>
            <a:lstStyle/>
            <a:p>
              <a:endParaRPr lang="en-GB"/>
            </a:p>
          </p:txBody>
        </p:sp>
        <p:sp>
          <p:nvSpPr>
            <p:cNvPr id="120" name="Freeform: Shape 119">
              <a:extLst>
                <a:ext uri="{FF2B5EF4-FFF2-40B4-BE49-F238E27FC236}">
                  <a16:creationId xmlns:a16="http://schemas.microsoft.com/office/drawing/2014/main" id="{4D245BED-66E2-90D2-F502-68B11B871977}"/>
                </a:ext>
              </a:extLst>
            </p:cNvPr>
            <p:cNvSpPr/>
            <p:nvPr/>
          </p:nvSpPr>
          <p:spPr>
            <a:xfrm>
              <a:off x="2172127" y="3249415"/>
              <a:ext cx="11144" cy="11144"/>
            </a:xfrm>
            <a:custGeom>
              <a:avLst/>
              <a:gdLst>
                <a:gd name="csX0" fmla="*/ 0 w 11144"/>
                <a:gd name="csY0" fmla="*/ 0 h 11144"/>
                <a:gd name="csX1" fmla="*/ 11144 w 11144"/>
                <a:gd name="csY1" fmla="*/ 0 h 11144"/>
                <a:gd name="csX2" fmla="*/ 11144 w 11144"/>
                <a:gd name="csY2" fmla="*/ 11144 h 11144"/>
                <a:gd name="csX3" fmla="*/ 0 w 11144"/>
                <a:gd name="csY3" fmla="*/ 11144 h 11144"/>
              </a:gdLst>
              <a:ahLst/>
              <a:cxnLst>
                <a:cxn ang="0">
                  <a:pos x="csX0" y="csY0"/>
                </a:cxn>
                <a:cxn ang="0">
                  <a:pos x="csX1" y="csY1"/>
                </a:cxn>
                <a:cxn ang="0">
                  <a:pos x="csX2" y="csY2"/>
                </a:cxn>
                <a:cxn ang="0">
                  <a:pos x="csX3" y="csY3"/>
                </a:cxn>
              </a:cxnLst>
              <a:rect l="l" t="t" r="r" b="b"/>
              <a:pathLst>
                <a:path w="11144" h="11144">
                  <a:moveTo>
                    <a:pt x="0" y="0"/>
                  </a:moveTo>
                  <a:lnTo>
                    <a:pt x="11144" y="0"/>
                  </a:lnTo>
                  <a:lnTo>
                    <a:pt x="11144" y="11144"/>
                  </a:lnTo>
                  <a:lnTo>
                    <a:pt x="0" y="11144"/>
                  </a:lnTo>
                  <a:close/>
                </a:path>
              </a:pathLst>
            </a:custGeom>
            <a:grpFill/>
            <a:ln w="294" cap="flat">
              <a:noFill/>
              <a:prstDash val="solid"/>
              <a:miter/>
            </a:ln>
          </p:spPr>
          <p:txBody>
            <a:bodyPr/>
            <a:lstStyle/>
            <a:p>
              <a:endParaRPr lang="en-GB"/>
            </a:p>
          </p:txBody>
        </p:sp>
        <p:sp>
          <p:nvSpPr>
            <p:cNvPr id="121" name="Freeform: Shape 120">
              <a:extLst>
                <a:ext uri="{FF2B5EF4-FFF2-40B4-BE49-F238E27FC236}">
                  <a16:creationId xmlns:a16="http://schemas.microsoft.com/office/drawing/2014/main" id="{5D41FA33-73E8-E91B-AC2D-E701332E8F33}"/>
                </a:ext>
              </a:extLst>
            </p:cNvPr>
            <p:cNvSpPr/>
            <p:nvPr/>
          </p:nvSpPr>
          <p:spPr>
            <a:xfrm>
              <a:off x="2194416" y="3249415"/>
              <a:ext cx="11144" cy="11144"/>
            </a:xfrm>
            <a:custGeom>
              <a:avLst/>
              <a:gdLst>
                <a:gd name="csX0" fmla="*/ 0 w 11144"/>
                <a:gd name="csY0" fmla="*/ 0 h 11144"/>
                <a:gd name="csX1" fmla="*/ 11144 w 11144"/>
                <a:gd name="csY1" fmla="*/ 0 h 11144"/>
                <a:gd name="csX2" fmla="*/ 11144 w 11144"/>
                <a:gd name="csY2" fmla="*/ 11144 h 11144"/>
                <a:gd name="csX3" fmla="*/ 0 w 11144"/>
                <a:gd name="csY3" fmla="*/ 11144 h 11144"/>
              </a:gdLst>
              <a:ahLst/>
              <a:cxnLst>
                <a:cxn ang="0">
                  <a:pos x="csX0" y="csY0"/>
                </a:cxn>
                <a:cxn ang="0">
                  <a:pos x="csX1" y="csY1"/>
                </a:cxn>
                <a:cxn ang="0">
                  <a:pos x="csX2" y="csY2"/>
                </a:cxn>
                <a:cxn ang="0">
                  <a:pos x="csX3" y="csY3"/>
                </a:cxn>
              </a:cxnLst>
              <a:rect l="l" t="t" r="r" b="b"/>
              <a:pathLst>
                <a:path w="11144" h="11144">
                  <a:moveTo>
                    <a:pt x="0" y="0"/>
                  </a:moveTo>
                  <a:lnTo>
                    <a:pt x="11144" y="0"/>
                  </a:lnTo>
                  <a:lnTo>
                    <a:pt x="11144" y="11144"/>
                  </a:lnTo>
                  <a:lnTo>
                    <a:pt x="0" y="11144"/>
                  </a:lnTo>
                  <a:close/>
                </a:path>
              </a:pathLst>
            </a:custGeom>
            <a:grpFill/>
            <a:ln w="294" cap="flat">
              <a:noFill/>
              <a:prstDash val="solid"/>
              <a:miter/>
            </a:ln>
          </p:spPr>
          <p:txBody>
            <a:bodyPr/>
            <a:lstStyle/>
            <a:p>
              <a:endParaRPr lang="en-GB"/>
            </a:p>
          </p:txBody>
        </p:sp>
        <p:sp>
          <p:nvSpPr>
            <p:cNvPr id="122" name="Freeform: Shape 121">
              <a:extLst>
                <a:ext uri="{FF2B5EF4-FFF2-40B4-BE49-F238E27FC236}">
                  <a16:creationId xmlns:a16="http://schemas.microsoft.com/office/drawing/2014/main" id="{EF5C283D-0469-CD40-5008-15C11AAF4566}"/>
                </a:ext>
              </a:extLst>
            </p:cNvPr>
            <p:cNvSpPr/>
            <p:nvPr/>
          </p:nvSpPr>
          <p:spPr>
            <a:xfrm>
              <a:off x="2350435" y="3221545"/>
              <a:ext cx="11144" cy="11144"/>
            </a:xfrm>
            <a:custGeom>
              <a:avLst/>
              <a:gdLst>
                <a:gd name="csX0" fmla="*/ 0 w 11144"/>
                <a:gd name="csY0" fmla="*/ 0 h 11144"/>
                <a:gd name="csX1" fmla="*/ 11144 w 11144"/>
                <a:gd name="csY1" fmla="*/ 0 h 11144"/>
                <a:gd name="csX2" fmla="*/ 11144 w 11144"/>
                <a:gd name="csY2" fmla="*/ 11144 h 11144"/>
                <a:gd name="csX3" fmla="*/ 0 w 11144"/>
                <a:gd name="csY3" fmla="*/ 11144 h 11144"/>
              </a:gdLst>
              <a:ahLst/>
              <a:cxnLst>
                <a:cxn ang="0">
                  <a:pos x="csX0" y="csY0"/>
                </a:cxn>
                <a:cxn ang="0">
                  <a:pos x="csX1" y="csY1"/>
                </a:cxn>
                <a:cxn ang="0">
                  <a:pos x="csX2" y="csY2"/>
                </a:cxn>
                <a:cxn ang="0">
                  <a:pos x="csX3" y="csY3"/>
                </a:cxn>
              </a:cxnLst>
              <a:rect l="l" t="t" r="r" b="b"/>
              <a:pathLst>
                <a:path w="11144" h="11144">
                  <a:moveTo>
                    <a:pt x="0" y="0"/>
                  </a:moveTo>
                  <a:lnTo>
                    <a:pt x="11144" y="0"/>
                  </a:lnTo>
                  <a:lnTo>
                    <a:pt x="11144" y="11144"/>
                  </a:lnTo>
                  <a:lnTo>
                    <a:pt x="0" y="11144"/>
                  </a:lnTo>
                  <a:close/>
                </a:path>
              </a:pathLst>
            </a:custGeom>
            <a:grpFill/>
            <a:ln w="294" cap="flat">
              <a:noFill/>
              <a:prstDash val="solid"/>
              <a:miter/>
            </a:ln>
          </p:spPr>
          <p:txBody>
            <a:bodyPr/>
            <a:lstStyle/>
            <a:p>
              <a:endParaRPr lang="en-GB"/>
            </a:p>
          </p:txBody>
        </p:sp>
        <p:sp>
          <p:nvSpPr>
            <p:cNvPr id="123" name="Freeform: Shape 122">
              <a:extLst>
                <a:ext uri="{FF2B5EF4-FFF2-40B4-BE49-F238E27FC236}">
                  <a16:creationId xmlns:a16="http://schemas.microsoft.com/office/drawing/2014/main" id="{D82D4240-5849-1DB5-7D8F-8FB64C25946E}"/>
                </a:ext>
              </a:extLst>
            </p:cNvPr>
            <p:cNvSpPr/>
            <p:nvPr/>
          </p:nvSpPr>
          <p:spPr>
            <a:xfrm>
              <a:off x="2372724" y="3221545"/>
              <a:ext cx="11144" cy="11144"/>
            </a:xfrm>
            <a:custGeom>
              <a:avLst/>
              <a:gdLst>
                <a:gd name="csX0" fmla="*/ 0 w 11144"/>
                <a:gd name="csY0" fmla="*/ 0 h 11144"/>
                <a:gd name="csX1" fmla="*/ 11144 w 11144"/>
                <a:gd name="csY1" fmla="*/ 0 h 11144"/>
                <a:gd name="csX2" fmla="*/ 11144 w 11144"/>
                <a:gd name="csY2" fmla="*/ 11144 h 11144"/>
                <a:gd name="csX3" fmla="*/ 0 w 11144"/>
                <a:gd name="csY3" fmla="*/ 11144 h 11144"/>
              </a:gdLst>
              <a:ahLst/>
              <a:cxnLst>
                <a:cxn ang="0">
                  <a:pos x="csX0" y="csY0"/>
                </a:cxn>
                <a:cxn ang="0">
                  <a:pos x="csX1" y="csY1"/>
                </a:cxn>
                <a:cxn ang="0">
                  <a:pos x="csX2" y="csY2"/>
                </a:cxn>
                <a:cxn ang="0">
                  <a:pos x="csX3" y="csY3"/>
                </a:cxn>
              </a:cxnLst>
              <a:rect l="l" t="t" r="r" b="b"/>
              <a:pathLst>
                <a:path w="11144" h="11144">
                  <a:moveTo>
                    <a:pt x="0" y="0"/>
                  </a:moveTo>
                  <a:lnTo>
                    <a:pt x="11144" y="0"/>
                  </a:lnTo>
                  <a:lnTo>
                    <a:pt x="11144" y="11144"/>
                  </a:lnTo>
                  <a:lnTo>
                    <a:pt x="0" y="11144"/>
                  </a:lnTo>
                  <a:close/>
                </a:path>
              </a:pathLst>
            </a:custGeom>
            <a:grpFill/>
            <a:ln w="294" cap="flat">
              <a:noFill/>
              <a:prstDash val="solid"/>
              <a:miter/>
            </a:ln>
          </p:spPr>
          <p:txBody>
            <a:bodyPr/>
            <a:lstStyle/>
            <a:p>
              <a:endParaRPr lang="en-GB"/>
            </a:p>
          </p:txBody>
        </p:sp>
        <p:sp>
          <p:nvSpPr>
            <p:cNvPr id="124" name="Freeform: Shape 123">
              <a:extLst>
                <a:ext uri="{FF2B5EF4-FFF2-40B4-BE49-F238E27FC236}">
                  <a16:creationId xmlns:a16="http://schemas.microsoft.com/office/drawing/2014/main" id="{CD2F1CF8-744B-7DB8-2B58-F823ED1BE209}"/>
                </a:ext>
              </a:extLst>
            </p:cNvPr>
            <p:cNvSpPr/>
            <p:nvPr/>
          </p:nvSpPr>
          <p:spPr>
            <a:xfrm>
              <a:off x="2350435" y="3249415"/>
              <a:ext cx="11144" cy="11144"/>
            </a:xfrm>
            <a:custGeom>
              <a:avLst/>
              <a:gdLst>
                <a:gd name="csX0" fmla="*/ 0 w 11144"/>
                <a:gd name="csY0" fmla="*/ 0 h 11144"/>
                <a:gd name="csX1" fmla="*/ 11144 w 11144"/>
                <a:gd name="csY1" fmla="*/ 0 h 11144"/>
                <a:gd name="csX2" fmla="*/ 11144 w 11144"/>
                <a:gd name="csY2" fmla="*/ 11144 h 11144"/>
                <a:gd name="csX3" fmla="*/ 0 w 11144"/>
                <a:gd name="csY3" fmla="*/ 11144 h 11144"/>
              </a:gdLst>
              <a:ahLst/>
              <a:cxnLst>
                <a:cxn ang="0">
                  <a:pos x="csX0" y="csY0"/>
                </a:cxn>
                <a:cxn ang="0">
                  <a:pos x="csX1" y="csY1"/>
                </a:cxn>
                <a:cxn ang="0">
                  <a:pos x="csX2" y="csY2"/>
                </a:cxn>
                <a:cxn ang="0">
                  <a:pos x="csX3" y="csY3"/>
                </a:cxn>
              </a:cxnLst>
              <a:rect l="l" t="t" r="r" b="b"/>
              <a:pathLst>
                <a:path w="11144" h="11144">
                  <a:moveTo>
                    <a:pt x="0" y="0"/>
                  </a:moveTo>
                  <a:lnTo>
                    <a:pt x="11144" y="0"/>
                  </a:lnTo>
                  <a:lnTo>
                    <a:pt x="11144" y="11144"/>
                  </a:lnTo>
                  <a:lnTo>
                    <a:pt x="0" y="11144"/>
                  </a:lnTo>
                  <a:close/>
                </a:path>
              </a:pathLst>
            </a:custGeom>
            <a:grpFill/>
            <a:ln w="294" cap="flat">
              <a:noFill/>
              <a:prstDash val="solid"/>
              <a:miter/>
            </a:ln>
          </p:spPr>
          <p:txBody>
            <a:bodyPr/>
            <a:lstStyle/>
            <a:p>
              <a:endParaRPr lang="en-GB"/>
            </a:p>
          </p:txBody>
        </p:sp>
        <p:sp>
          <p:nvSpPr>
            <p:cNvPr id="125" name="Freeform: Shape 124">
              <a:extLst>
                <a:ext uri="{FF2B5EF4-FFF2-40B4-BE49-F238E27FC236}">
                  <a16:creationId xmlns:a16="http://schemas.microsoft.com/office/drawing/2014/main" id="{7DB3BDA1-8B91-BCF9-243A-F93E9A177983}"/>
                </a:ext>
              </a:extLst>
            </p:cNvPr>
            <p:cNvSpPr/>
            <p:nvPr/>
          </p:nvSpPr>
          <p:spPr>
            <a:xfrm>
              <a:off x="2372724" y="3249415"/>
              <a:ext cx="11144" cy="11144"/>
            </a:xfrm>
            <a:custGeom>
              <a:avLst/>
              <a:gdLst>
                <a:gd name="csX0" fmla="*/ 0 w 11144"/>
                <a:gd name="csY0" fmla="*/ 0 h 11144"/>
                <a:gd name="csX1" fmla="*/ 11144 w 11144"/>
                <a:gd name="csY1" fmla="*/ 0 h 11144"/>
                <a:gd name="csX2" fmla="*/ 11144 w 11144"/>
                <a:gd name="csY2" fmla="*/ 11144 h 11144"/>
                <a:gd name="csX3" fmla="*/ 0 w 11144"/>
                <a:gd name="csY3" fmla="*/ 11144 h 11144"/>
              </a:gdLst>
              <a:ahLst/>
              <a:cxnLst>
                <a:cxn ang="0">
                  <a:pos x="csX0" y="csY0"/>
                </a:cxn>
                <a:cxn ang="0">
                  <a:pos x="csX1" y="csY1"/>
                </a:cxn>
                <a:cxn ang="0">
                  <a:pos x="csX2" y="csY2"/>
                </a:cxn>
                <a:cxn ang="0">
                  <a:pos x="csX3" y="csY3"/>
                </a:cxn>
              </a:cxnLst>
              <a:rect l="l" t="t" r="r" b="b"/>
              <a:pathLst>
                <a:path w="11144" h="11144">
                  <a:moveTo>
                    <a:pt x="0" y="0"/>
                  </a:moveTo>
                  <a:lnTo>
                    <a:pt x="11144" y="0"/>
                  </a:lnTo>
                  <a:lnTo>
                    <a:pt x="11144" y="11144"/>
                  </a:lnTo>
                  <a:lnTo>
                    <a:pt x="0" y="11144"/>
                  </a:lnTo>
                  <a:close/>
                </a:path>
              </a:pathLst>
            </a:custGeom>
            <a:grpFill/>
            <a:ln w="294" cap="flat">
              <a:noFill/>
              <a:prstDash val="solid"/>
              <a:miter/>
            </a:ln>
          </p:spPr>
          <p:txBody>
            <a:bodyPr/>
            <a:lstStyle/>
            <a:p>
              <a:endParaRPr lang="en-GB"/>
            </a:p>
          </p:txBody>
        </p:sp>
        <p:sp>
          <p:nvSpPr>
            <p:cNvPr id="126" name="Freeform: Shape 125">
              <a:extLst>
                <a:ext uri="{FF2B5EF4-FFF2-40B4-BE49-F238E27FC236}">
                  <a16:creationId xmlns:a16="http://schemas.microsoft.com/office/drawing/2014/main" id="{94A367FE-1B8E-71CE-4B4A-034D6489D88D}"/>
                </a:ext>
              </a:extLst>
            </p:cNvPr>
            <p:cNvSpPr/>
            <p:nvPr/>
          </p:nvSpPr>
          <p:spPr>
            <a:xfrm>
              <a:off x="2155196" y="3030646"/>
              <a:ext cx="50364" cy="140081"/>
            </a:xfrm>
            <a:custGeom>
              <a:avLst/>
              <a:gdLst>
                <a:gd name="csX0" fmla="*/ 50364 w 50364"/>
                <a:gd name="csY0" fmla="*/ 8470 h 140081"/>
                <a:gd name="csX1" fmla="*/ 43176 w 50364"/>
                <a:gd name="csY1" fmla="*/ 0 h 140081"/>
                <a:gd name="csX2" fmla="*/ 3446 w 50364"/>
                <a:gd name="csY2" fmla="*/ 64527 h 140081"/>
                <a:gd name="csX3" fmla="*/ 9242 w 50364"/>
                <a:gd name="csY3" fmla="*/ 140082 h 140081"/>
                <a:gd name="csX4" fmla="*/ 19494 w 50364"/>
                <a:gd name="csY4" fmla="*/ 135847 h 140081"/>
                <a:gd name="csX5" fmla="*/ 14224 w 50364"/>
                <a:gd name="csY5" fmla="*/ 67139 h 140081"/>
                <a:gd name="csX6" fmla="*/ 50364 w 50364"/>
                <a:gd name="csY6" fmla="*/ 8467 h 14008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0364" h="140081">
                  <a:moveTo>
                    <a:pt x="50364" y="8470"/>
                  </a:moveTo>
                  <a:lnTo>
                    <a:pt x="43176" y="0"/>
                  </a:lnTo>
                  <a:cubicBezTo>
                    <a:pt x="23450" y="16773"/>
                    <a:pt x="9541" y="39361"/>
                    <a:pt x="3446" y="64527"/>
                  </a:cubicBezTo>
                  <a:cubicBezTo>
                    <a:pt x="-2650" y="89692"/>
                    <a:pt x="-621" y="116141"/>
                    <a:pt x="9242" y="140082"/>
                  </a:cubicBezTo>
                  <a:lnTo>
                    <a:pt x="19494" y="135847"/>
                  </a:lnTo>
                  <a:cubicBezTo>
                    <a:pt x="10523" y="114076"/>
                    <a:pt x="8679" y="90025"/>
                    <a:pt x="14224" y="67139"/>
                  </a:cubicBezTo>
                  <a:cubicBezTo>
                    <a:pt x="19770" y="44254"/>
                    <a:pt x="32422" y="23715"/>
                    <a:pt x="50364" y="8467"/>
                  </a:cubicBezTo>
                  <a:close/>
                </a:path>
              </a:pathLst>
            </a:custGeom>
            <a:grpFill/>
            <a:ln w="294" cap="flat">
              <a:noFill/>
              <a:prstDash val="solid"/>
              <a:miter/>
            </a:ln>
          </p:spPr>
          <p:txBody>
            <a:bodyPr/>
            <a:lstStyle/>
            <a:p>
              <a:endParaRPr lang="en-GB"/>
            </a:p>
          </p:txBody>
        </p:sp>
        <p:sp>
          <p:nvSpPr>
            <p:cNvPr id="127" name="Freeform: Shape 126">
              <a:extLst>
                <a:ext uri="{FF2B5EF4-FFF2-40B4-BE49-F238E27FC236}">
                  <a16:creationId xmlns:a16="http://schemas.microsoft.com/office/drawing/2014/main" id="{AD38A96E-3A92-34A1-0488-927D1BF7A4AD}"/>
                </a:ext>
              </a:extLst>
            </p:cNvPr>
            <p:cNvSpPr/>
            <p:nvPr/>
          </p:nvSpPr>
          <p:spPr>
            <a:xfrm>
              <a:off x="2222276" y="2990257"/>
              <a:ext cx="111443" cy="122634"/>
            </a:xfrm>
            <a:custGeom>
              <a:avLst/>
              <a:gdLst>
                <a:gd name="csX0" fmla="*/ 33433 w 111443"/>
                <a:gd name="csY0" fmla="*/ 39052 h 122634"/>
                <a:gd name="csX1" fmla="*/ 29213 w 111443"/>
                <a:gd name="csY1" fmla="*/ 27901 h 122634"/>
                <a:gd name="csX2" fmla="*/ 18638 w 111443"/>
                <a:gd name="csY2" fmla="*/ 22399 h 122634"/>
                <a:gd name="csX3" fmla="*/ 7085 w 111443"/>
                <a:gd name="csY3" fmla="*/ 25341 h 122634"/>
                <a:gd name="csX4" fmla="*/ 431 w 111443"/>
                <a:gd name="csY4" fmla="*/ 35234 h 122634"/>
                <a:gd name="csX5" fmla="*/ 2060 w 111443"/>
                <a:gd name="csY5" fmla="*/ 47044 h 122634"/>
                <a:gd name="csX6" fmla="*/ 11144 w 111443"/>
                <a:gd name="csY6" fmla="*/ 54764 h 122634"/>
                <a:gd name="csX7" fmla="*/ 11144 w 111443"/>
                <a:gd name="csY7" fmla="*/ 66912 h 122634"/>
                <a:gd name="csX8" fmla="*/ 12072 w 111443"/>
                <a:gd name="csY8" fmla="*/ 69987 h 122634"/>
                <a:gd name="csX9" fmla="*/ 14543 w 111443"/>
                <a:gd name="csY9" fmla="*/ 72038 h 122634"/>
                <a:gd name="csX10" fmla="*/ 50148 w 111443"/>
                <a:gd name="csY10" fmla="*/ 87306 h 122634"/>
                <a:gd name="csX11" fmla="*/ 50148 w 111443"/>
                <a:gd name="csY11" fmla="*/ 122635 h 122634"/>
                <a:gd name="csX12" fmla="*/ 61293 w 111443"/>
                <a:gd name="csY12" fmla="*/ 122635 h 122634"/>
                <a:gd name="csX13" fmla="*/ 61293 w 111443"/>
                <a:gd name="csY13" fmla="*/ 98006 h 122634"/>
                <a:gd name="csX14" fmla="*/ 97513 w 111443"/>
                <a:gd name="csY14" fmla="*/ 77333 h 122634"/>
                <a:gd name="csX15" fmla="*/ 99558 w 111443"/>
                <a:gd name="csY15" fmla="*/ 75284 h 122634"/>
                <a:gd name="csX16" fmla="*/ 100299 w 111443"/>
                <a:gd name="csY16" fmla="*/ 72485 h 122634"/>
                <a:gd name="csX17" fmla="*/ 100299 w 111443"/>
                <a:gd name="csY17" fmla="*/ 60338 h 122634"/>
                <a:gd name="csX18" fmla="*/ 110711 w 111443"/>
                <a:gd name="csY18" fmla="*/ 49470 h 122634"/>
                <a:gd name="csX19" fmla="*/ 108166 w 111443"/>
                <a:gd name="csY19" fmla="*/ 34637 h 122634"/>
                <a:gd name="csX20" fmla="*/ 94726 w 111443"/>
                <a:gd name="csY20" fmla="*/ 27862 h 122634"/>
                <a:gd name="csX21" fmla="*/ 81287 w 111443"/>
                <a:gd name="csY21" fmla="*/ 34637 h 122634"/>
                <a:gd name="csX22" fmla="*/ 78743 w 111443"/>
                <a:gd name="csY22" fmla="*/ 49470 h 122634"/>
                <a:gd name="csX23" fmla="*/ 89154 w 111443"/>
                <a:gd name="csY23" fmla="*/ 60338 h 122634"/>
                <a:gd name="csX24" fmla="*/ 89154 w 111443"/>
                <a:gd name="csY24" fmla="*/ 69254 h 122634"/>
                <a:gd name="csX25" fmla="*/ 61294 w 111443"/>
                <a:gd name="csY25" fmla="*/ 85190 h 122634"/>
                <a:gd name="csX26" fmla="*/ 61294 w 111443"/>
                <a:gd name="csY26" fmla="*/ 32476 h 122634"/>
                <a:gd name="csX27" fmla="*/ 71705 w 111443"/>
                <a:gd name="csY27" fmla="*/ 21608 h 122634"/>
                <a:gd name="csX28" fmla="*/ 69161 w 111443"/>
                <a:gd name="csY28" fmla="*/ 6775 h 122634"/>
                <a:gd name="csX29" fmla="*/ 55721 w 111443"/>
                <a:gd name="csY29" fmla="*/ 0 h 122634"/>
                <a:gd name="csX30" fmla="*/ 42282 w 111443"/>
                <a:gd name="csY30" fmla="*/ 6775 h 122634"/>
                <a:gd name="csX31" fmla="*/ 39737 w 111443"/>
                <a:gd name="csY31" fmla="*/ 21608 h 122634"/>
                <a:gd name="csX32" fmla="*/ 50149 w 111443"/>
                <a:gd name="csY32" fmla="*/ 32476 h 122634"/>
                <a:gd name="csX33" fmla="*/ 50149 w 111443"/>
                <a:gd name="csY33" fmla="*/ 75157 h 122634"/>
                <a:gd name="csX34" fmla="*/ 22289 w 111443"/>
                <a:gd name="csY34" fmla="*/ 63233 h 122634"/>
                <a:gd name="csX35" fmla="*/ 22289 w 111443"/>
                <a:gd name="csY35" fmla="*/ 54763 h 122634"/>
                <a:gd name="csX36" fmla="*/ 30352 w 111443"/>
                <a:gd name="csY36" fmla="*/ 48673 h 122634"/>
                <a:gd name="csX37" fmla="*/ 33433 w 111443"/>
                <a:gd name="csY37" fmla="*/ 39050 h 122634"/>
                <a:gd name="csX38" fmla="*/ 94726 w 111443"/>
                <a:gd name="csY38" fmla="*/ 39052 h 122634"/>
                <a:gd name="csX39" fmla="*/ 98666 w 111443"/>
                <a:gd name="csY39" fmla="*/ 40684 h 122634"/>
                <a:gd name="csX40" fmla="*/ 100298 w 111443"/>
                <a:gd name="csY40" fmla="*/ 44624 h 122634"/>
                <a:gd name="csX41" fmla="*/ 98666 w 111443"/>
                <a:gd name="csY41" fmla="*/ 48564 h 122634"/>
                <a:gd name="csX42" fmla="*/ 94726 w 111443"/>
                <a:gd name="csY42" fmla="*/ 50196 h 122634"/>
                <a:gd name="csX43" fmla="*/ 90786 w 111443"/>
                <a:gd name="csY43" fmla="*/ 48564 h 122634"/>
                <a:gd name="csX44" fmla="*/ 89154 w 111443"/>
                <a:gd name="csY44" fmla="*/ 44624 h 122634"/>
                <a:gd name="csX45" fmla="*/ 90786 w 111443"/>
                <a:gd name="csY45" fmla="*/ 40684 h 122634"/>
                <a:gd name="csX46" fmla="*/ 94726 w 111443"/>
                <a:gd name="csY46" fmla="*/ 39052 h 122634"/>
                <a:gd name="csX47" fmla="*/ 55721 w 111443"/>
                <a:gd name="csY47" fmla="*/ 11191 h 122634"/>
                <a:gd name="csX48" fmla="*/ 59661 w 111443"/>
                <a:gd name="csY48" fmla="*/ 12823 h 122634"/>
                <a:gd name="csX49" fmla="*/ 61293 w 111443"/>
                <a:gd name="csY49" fmla="*/ 16763 h 122634"/>
                <a:gd name="csX50" fmla="*/ 59661 w 111443"/>
                <a:gd name="csY50" fmla="*/ 20703 h 122634"/>
                <a:gd name="csX51" fmla="*/ 55721 w 111443"/>
                <a:gd name="csY51" fmla="*/ 22335 h 122634"/>
                <a:gd name="csX52" fmla="*/ 51781 w 111443"/>
                <a:gd name="csY52" fmla="*/ 20703 h 122634"/>
                <a:gd name="csX53" fmla="*/ 50149 w 111443"/>
                <a:gd name="csY53" fmla="*/ 16763 h 122634"/>
                <a:gd name="csX54" fmla="*/ 51781 w 111443"/>
                <a:gd name="csY54" fmla="*/ 12823 h 122634"/>
                <a:gd name="csX55" fmla="*/ 55721 w 111443"/>
                <a:gd name="csY55" fmla="*/ 11191 h 122634"/>
                <a:gd name="csX56" fmla="*/ 16716 w 111443"/>
                <a:gd name="csY56" fmla="*/ 44624 h 122634"/>
                <a:gd name="csX57" fmla="*/ 12776 w 111443"/>
                <a:gd name="csY57" fmla="*/ 42992 h 122634"/>
                <a:gd name="csX58" fmla="*/ 11144 w 111443"/>
                <a:gd name="csY58" fmla="*/ 39052 h 122634"/>
                <a:gd name="csX59" fmla="*/ 12776 w 111443"/>
                <a:gd name="csY59" fmla="*/ 35112 h 122634"/>
                <a:gd name="csX60" fmla="*/ 16716 w 111443"/>
                <a:gd name="csY60" fmla="*/ 33479 h 122634"/>
                <a:gd name="csX61" fmla="*/ 20656 w 111443"/>
                <a:gd name="csY61" fmla="*/ 35112 h 122634"/>
                <a:gd name="csX62" fmla="*/ 22289 w 111443"/>
                <a:gd name="csY62" fmla="*/ 39052 h 122634"/>
                <a:gd name="csX63" fmla="*/ 20656 w 111443"/>
                <a:gd name="csY63" fmla="*/ 42992 h 122634"/>
                <a:gd name="csX64" fmla="*/ 16716 w 111443"/>
                <a:gd name="csY64" fmla="*/ 44624 h 1226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Lst>
              <a:rect l="l" t="t" r="r" b="b"/>
              <a:pathLst>
                <a:path w="111443" h="122634">
                  <a:moveTo>
                    <a:pt x="33433" y="39052"/>
                  </a:moveTo>
                  <a:cubicBezTo>
                    <a:pt x="33444" y="34942"/>
                    <a:pt x="31942" y="30973"/>
                    <a:pt x="29213" y="27901"/>
                  </a:cubicBezTo>
                  <a:cubicBezTo>
                    <a:pt x="26484" y="24830"/>
                    <a:pt x="22719" y="22871"/>
                    <a:pt x="18638" y="22399"/>
                  </a:cubicBezTo>
                  <a:cubicBezTo>
                    <a:pt x="14555" y="21926"/>
                    <a:pt x="10443" y="22975"/>
                    <a:pt x="7085" y="25341"/>
                  </a:cubicBezTo>
                  <a:cubicBezTo>
                    <a:pt x="3726" y="27710"/>
                    <a:pt x="1357" y="31230"/>
                    <a:pt x="431" y="35234"/>
                  </a:cubicBezTo>
                  <a:cubicBezTo>
                    <a:pt x="-496" y="39237"/>
                    <a:pt x="84" y="43441"/>
                    <a:pt x="2060" y="47044"/>
                  </a:cubicBezTo>
                  <a:cubicBezTo>
                    <a:pt x="4036" y="50646"/>
                    <a:pt x="7270" y="53395"/>
                    <a:pt x="11144" y="54764"/>
                  </a:cubicBezTo>
                  <a:lnTo>
                    <a:pt x="11144" y="66912"/>
                  </a:lnTo>
                  <a:cubicBezTo>
                    <a:pt x="11145" y="68005"/>
                    <a:pt x="11468" y="69074"/>
                    <a:pt x="12072" y="69987"/>
                  </a:cubicBezTo>
                  <a:cubicBezTo>
                    <a:pt x="12677" y="70898"/>
                    <a:pt x="13535" y="71612"/>
                    <a:pt x="14543" y="72038"/>
                  </a:cubicBezTo>
                  <a:lnTo>
                    <a:pt x="50148" y="87306"/>
                  </a:lnTo>
                  <a:lnTo>
                    <a:pt x="50148" y="122635"/>
                  </a:lnTo>
                  <a:lnTo>
                    <a:pt x="61293" y="122635"/>
                  </a:lnTo>
                  <a:lnTo>
                    <a:pt x="61293" y="98006"/>
                  </a:lnTo>
                  <a:lnTo>
                    <a:pt x="97513" y="77333"/>
                  </a:lnTo>
                  <a:cubicBezTo>
                    <a:pt x="98364" y="76842"/>
                    <a:pt x="99068" y="76135"/>
                    <a:pt x="99558" y="75284"/>
                  </a:cubicBezTo>
                  <a:cubicBezTo>
                    <a:pt x="100047" y="74432"/>
                    <a:pt x="100302" y="73468"/>
                    <a:pt x="100299" y="72485"/>
                  </a:cubicBezTo>
                  <a:lnTo>
                    <a:pt x="100299" y="60338"/>
                  </a:lnTo>
                  <a:cubicBezTo>
                    <a:pt x="105296" y="58572"/>
                    <a:pt x="109160" y="54538"/>
                    <a:pt x="110711" y="49470"/>
                  </a:cubicBezTo>
                  <a:cubicBezTo>
                    <a:pt x="112263" y="44402"/>
                    <a:pt x="111318" y="38898"/>
                    <a:pt x="108166" y="34637"/>
                  </a:cubicBezTo>
                  <a:cubicBezTo>
                    <a:pt x="105014" y="30375"/>
                    <a:pt x="100027" y="27862"/>
                    <a:pt x="94726" y="27862"/>
                  </a:cubicBezTo>
                  <a:cubicBezTo>
                    <a:pt x="89426" y="27862"/>
                    <a:pt x="84439" y="30375"/>
                    <a:pt x="81287" y="34637"/>
                  </a:cubicBezTo>
                  <a:cubicBezTo>
                    <a:pt x="78135" y="38898"/>
                    <a:pt x="77190" y="44402"/>
                    <a:pt x="78743" y="49470"/>
                  </a:cubicBezTo>
                  <a:cubicBezTo>
                    <a:pt x="80294" y="54539"/>
                    <a:pt x="84157" y="58572"/>
                    <a:pt x="89154" y="60338"/>
                  </a:cubicBezTo>
                  <a:lnTo>
                    <a:pt x="89154" y="69254"/>
                  </a:lnTo>
                  <a:lnTo>
                    <a:pt x="61294" y="85190"/>
                  </a:lnTo>
                  <a:lnTo>
                    <a:pt x="61294" y="32476"/>
                  </a:lnTo>
                  <a:cubicBezTo>
                    <a:pt x="66291" y="30709"/>
                    <a:pt x="70154" y="26676"/>
                    <a:pt x="71705" y="21608"/>
                  </a:cubicBezTo>
                  <a:cubicBezTo>
                    <a:pt x="73258" y="16540"/>
                    <a:pt x="72313" y="11036"/>
                    <a:pt x="69161" y="6775"/>
                  </a:cubicBezTo>
                  <a:cubicBezTo>
                    <a:pt x="66009" y="2513"/>
                    <a:pt x="61022" y="0"/>
                    <a:pt x="55721" y="0"/>
                  </a:cubicBezTo>
                  <a:cubicBezTo>
                    <a:pt x="50421" y="0"/>
                    <a:pt x="45434" y="2513"/>
                    <a:pt x="42282" y="6775"/>
                  </a:cubicBezTo>
                  <a:cubicBezTo>
                    <a:pt x="39130" y="11036"/>
                    <a:pt x="38185" y="16540"/>
                    <a:pt x="39737" y="21608"/>
                  </a:cubicBezTo>
                  <a:cubicBezTo>
                    <a:pt x="41288" y="26677"/>
                    <a:pt x="45152" y="30709"/>
                    <a:pt x="50149" y="32476"/>
                  </a:cubicBezTo>
                  <a:lnTo>
                    <a:pt x="50149" y="75157"/>
                  </a:lnTo>
                  <a:lnTo>
                    <a:pt x="22289" y="63233"/>
                  </a:lnTo>
                  <a:lnTo>
                    <a:pt x="22289" y="54763"/>
                  </a:lnTo>
                  <a:cubicBezTo>
                    <a:pt x="25540" y="53614"/>
                    <a:pt x="28356" y="51486"/>
                    <a:pt x="30352" y="48673"/>
                  </a:cubicBezTo>
                  <a:cubicBezTo>
                    <a:pt x="32347" y="45861"/>
                    <a:pt x="33424" y="42499"/>
                    <a:pt x="33433" y="39050"/>
                  </a:cubicBezTo>
                  <a:close/>
                  <a:moveTo>
                    <a:pt x="94726" y="39052"/>
                  </a:moveTo>
                  <a:cubicBezTo>
                    <a:pt x="96204" y="39052"/>
                    <a:pt x="97621" y="39639"/>
                    <a:pt x="98666" y="40684"/>
                  </a:cubicBezTo>
                  <a:cubicBezTo>
                    <a:pt x="99711" y="41729"/>
                    <a:pt x="100298" y="43146"/>
                    <a:pt x="100298" y="44624"/>
                  </a:cubicBezTo>
                  <a:cubicBezTo>
                    <a:pt x="100298" y="46102"/>
                    <a:pt x="99711" y="47519"/>
                    <a:pt x="98666" y="48564"/>
                  </a:cubicBezTo>
                  <a:cubicBezTo>
                    <a:pt x="97621" y="49609"/>
                    <a:pt x="96204" y="50196"/>
                    <a:pt x="94726" y="50196"/>
                  </a:cubicBezTo>
                  <a:cubicBezTo>
                    <a:pt x="93248" y="50196"/>
                    <a:pt x="91831" y="49609"/>
                    <a:pt x="90786" y="48564"/>
                  </a:cubicBezTo>
                  <a:cubicBezTo>
                    <a:pt x="89741" y="47519"/>
                    <a:pt x="89154" y="46102"/>
                    <a:pt x="89154" y="44624"/>
                  </a:cubicBezTo>
                  <a:cubicBezTo>
                    <a:pt x="89154" y="43146"/>
                    <a:pt x="89741" y="41729"/>
                    <a:pt x="90786" y="40684"/>
                  </a:cubicBezTo>
                  <a:cubicBezTo>
                    <a:pt x="91831" y="39639"/>
                    <a:pt x="93248" y="39052"/>
                    <a:pt x="94726" y="39052"/>
                  </a:cubicBezTo>
                  <a:close/>
                  <a:moveTo>
                    <a:pt x="55721" y="11191"/>
                  </a:moveTo>
                  <a:cubicBezTo>
                    <a:pt x="57199" y="11191"/>
                    <a:pt x="58616" y="11778"/>
                    <a:pt x="59661" y="12823"/>
                  </a:cubicBezTo>
                  <a:cubicBezTo>
                    <a:pt x="60706" y="13868"/>
                    <a:pt x="61293" y="15285"/>
                    <a:pt x="61293" y="16763"/>
                  </a:cubicBezTo>
                  <a:cubicBezTo>
                    <a:pt x="61293" y="18241"/>
                    <a:pt x="60706" y="19658"/>
                    <a:pt x="59661" y="20703"/>
                  </a:cubicBezTo>
                  <a:cubicBezTo>
                    <a:pt x="58616" y="21748"/>
                    <a:pt x="57199" y="22335"/>
                    <a:pt x="55721" y="22335"/>
                  </a:cubicBezTo>
                  <a:cubicBezTo>
                    <a:pt x="54243" y="22335"/>
                    <a:pt x="52826" y="21748"/>
                    <a:pt x="51781" y="20703"/>
                  </a:cubicBezTo>
                  <a:cubicBezTo>
                    <a:pt x="50736" y="19658"/>
                    <a:pt x="50149" y="18241"/>
                    <a:pt x="50149" y="16763"/>
                  </a:cubicBezTo>
                  <a:cubicBezTo>
                    <a:pt x="50149" y="15285"/>
                    <a:pt x="50736" y="13868"/>
                    <a:pt x="51781" y="12823"/>
                  </a:cubicBezTo>
                  <a:cubicBezTo>
                    <a:pt x="52826" y="11778"/>
                    <a:pt x="54243" y="11191"/>
                    <a:pt x="55721" y="11191"/>
                  </a:cubicBezTo>
                  <a:close/>
                  <a:moveTo>
                    <a:pt x="16716" y="44624"/>
                  </a:moveTo>
                  <a:cubicBezTo>
                    <a:pt x="15239" y="44624"/>
                    <a:pt x="13821" y="44036"/>
                    <a:pt x="12776" y="42992"/>
                  </a:cubicBezTo>
                  <a:cubicBezTo>
                    <a:pt x="11732" y="41947"/>
                    <a:pt x="11144" y="40529"/>
                    <a:pt x="11144" y="39052"/>
                  </a:cubicBezTo>
                  <a:cubicBezTo>
                    <a:pt x="11144" y="37574"/>
                    <a:pt x="11732" y="36156"/>
                    <a:pt x="12776" y="35112"/>
                  </a:cubicBezTo>
                  <a:cubicBezTo>
                    <a:pt x="13821" y="34067"/>
                    <a:pt x="15239" y="33479"/>
                    <a:pt x="16716" y="33479"/>
                  </a:cubicBezTo>
                  <a:cubicBezTo>
                    <a:pt x="18194" y="33479"/>
                    <a:pt x="19612" y="34067"/>
                    <a:pt x="20656" y="35112"/>
                  </a:cubicBezTo>
                  <a:cubicBezTo>
                    <a:pt x="21701" y="36156"/>
                    <a:pt x="22289" y="37574"/>
                    <a:pt x="22289" y="39052"/>
                  </a:cubicBezTo>
                  <a:cubicBezTo>
                    <a:pt x="22289" y="40529"/>
                    <a:pt x="21701" y="41947"/>
                    <a:pt x="20656" y="42992"/>
                  </a:cubicBezTo>
                  <a:cubicBezTo>
                    <a:pt x="19612" y="44036"/>
                    <a:pt x="18194" y="44624"/>
                    <a:pt x="16716" y="44624"/>
                  </a:cubicBezTo>
                  <a:close/>
                </a:path>
              </a:pathLst>
            </a:custGeom>
            <a:grpFill/>
            <a:ln w="294" cap="flat">
              <a:noFill/>
              <a:prstDash val="solid"/>
              <a:miter/>
            </a:ln>
          </p:spPr>
          <p:txBody>
            <a:bodyPr/>
            <a:lstStyle/>
            <a:p>
              <a:endParaRPr lang="en-GB"/>
            </a:p>
          </p:txBody>
        </p:sp>
        <p:sp>
          <p:nvSpPr>
            <p:cNvPr id="128" name="Freeform: Shape 127">
              <a:extLst>
                <a:ext uri="{FF2B5EF4-FFF2-40B4-BE49-F238E27FC236}">
                  <a16:creationId xmlns:a16="http://schemas.microsoft.com/office/drawing/2014/main" id="{80944E8E-2E27-FC02-FA9C-4C97518A7DB0}"/>
                </a:ext>
              </a:extLst>
            </p:cNvPr>
            <p:cNvSpPr/>
            <p:nvPr/>
          </p:nvSpPr>
          <p:spPr>
            <a:xfrm>
              <a:off x="2108002" y="2951298"/>
              <a:ext cx="339991" cy="230186"/>
            </a:xfrm>
            <a:custGeom>
              <a:avLst/>
              <a:gdLst>
                <a:gd name="csX0" fmla="*/ 7680 w 339991"/>
                <a:gd name="csY0" fmla="*/ 149277 h 230186"/>
                <a:gd name="csX1" fmla="*/ 20774 w 339991"/>
                <a:gd name="csY1" fmla="*/ 153623 h 230186"/>
                <a:gd name="csX2" fmla="*/ 19548 w 339991"/>
                <a:gd name="csY2" fmla="*/ 172735 h 230186"/>
                <a:gd name="csX3" fmla="*/ 20774 w 339991"/>
                <a:gd name="csY3" fmla="*/ 191903 h 230186"/>
                <a:gd name="csX4" fmla="*/ 7680 w 339991"/>
                <a:gd name="csY4" fmla="*/ 196194 h 230186"/>
                <a:gd name="csX5" fmla="*/ 1208 w 339991"/>
                <a:gd name="csY5" fmla="*/ 201739 h 230186"/>
                <a:gd name="csX6" fmla="*/ 547 w 339991"/>
                <a:gd name="csY6" fmla="*/ 210236 h 230186"/>
                <a:gd name="csX7" fmla="*/ 7067 w 339991"/>
                <a:gd name="csY7" fmla="*/ 230184 h 230186"/>
                <a:gd name="csX8" fmla="*/ 17654 w 339991"/>
                <a:gd name="csY8" fmla="*/ 226729 h 230186"/>
                <a:gd name="csX9" fmla="*/ 11134 w 339991"/>
                <a:gd name="csY9" fmla="*/ 206781 h 230186"/>
                <a:gd name="csX10" fmla="*/ 24229 w 339991"/>
                <a:gd name="csY10" fmla="*/ 202490 h 230186"/>
                <a:gd name="csX11" fmla="*/ 30207 w 339991"/>
                <a:gd name="csY11" fmla="*/ 197817 h 230186"/>
                <a:gd name="csX12" fmla="*/ 31807 w 339991"/>
                <a:gd name="csY12" fmla="*/ 190399 h 230186"/>
                <a:gd name="csX13" fmla="*/ 30692 w 339991"/>
                <a:gd name="csY13" fmla="*/ 172735 h 230186"/>
                <a:gd name="csX14" fmla="*/ 31807 w 339991"/>
                <a:gd name="csY14" fmla="*/ 155016 h 230186"/>
                <a:gd name="csX15" fmla="*/ 30187 w 339991"/>
                <a:gd name="csY15" fmla="*/ 147631 h 230186"/>
                <a:gd name="csX16" fmla="*/ 24229 w 339991"/>
                <a:gd name="csY16" fmla="*/ 142980 h 230186"/>
                <a:gd name="csX17" fmla="*/ 11134 w 339991"/>
                <a:gd name="csY17" fmla="*/ 138689 h 230186"/>
                <a:gd name="csX18" fmla="*/ 21498 w 339991"/>
                <a:gd name="csY18" fmla="*/ 106873 h 230186"/>
                <a:gd name="csX19" fmla="*/ 34593 w 339991"/>
                <a:gd name="csY19" fmla="*/ 111442 h 230186"/>
                <a:gd name="csX20" fmla="*/ 42243 w 339991"/>
                <a:gd name="csY20" fmla="*/ 111082 h 230186"/>
                <a:gd name="csX21" fmla="*/ 47854 w 339991"/>
                <a:gd name="csY21" fmla="*/ 105870 h 230186"/>
                <a:gd name="csX22" fmla="*/ 68639 w 339991"/>
                <a:gd name="csY22" fmla="*/ 77229 h 230186"/>
                <a:gd name="csX23" fmla="*/ 71759 w 339991"/>
                <a:gd name="csY23" fmla="*/ 70290 h 230186"/>
                <a:gd name="csX24" fmla="*/ 69697 w 339991"/>
                <a:gd name="csY24" fmla="*/ 62965 h 230186"/>
                <a:gd name="csX25" fmla="*/ 61617 w 339991"/>
                <a:gd name="csY25" fmla="*/ 51820 h 230186"/>
                <a:gd name="csX26" fmla="*/ 88642 w 339991"/>
                <a:gd name="csY26" fmla="*/ 32207 h 230186"/>
                <a:gd name="csX27" fmla="*/ 96778 w 339991"/>
                <a:gd name="csY27" fmla="*/ 43351 h 230186"/>
                <a:gd name="csX28" fmla="*/ 103074 w 339991"/>
                <a:gd name="csY28" fmla="*/ 47543 h 230186"/>
                <a:gd name="csX29" fmla="*/ 110597 w 339991"/>
                <a:gd name="csY29" fmla="*/ 46750 h 230186"/>
                <a:gd name="csX30" fmla="*/ 144029 w 339991"/>
                <a:gd name="csY30" fmla="*/ 35605 h 230186"/>
                <a:gd name="csX31" fmla="*/ 150676 w 339991"/>
                <a:gd name="csY31" fmla="*/ 31725 h 230186"/>
                <a:gd name="csX32" fmla="*/ 153223 w 339991"/>
                <a:gd name="csY32" fmla="*/ 24461 h 230186"/>
                <a:gd name="csX33" fmla="*/ 153223 w 339991"/>
                <a:gd name="csY33" fmla="*/ 11144 h 230186"/>
                <a:gd name="csX34" fmla="*/ 186656 w 339991"/>
                <a:gd name="csY34" fmla="*/ 11144 h 230186"/>
                <a:gd name="csX35" fmla="*/ 186656 w 339991"/>
                <a:gd name="csY35" fmla="*/ 24907 h 230186"/>
                <a:gd name="csX36" fmla="*/ 189203 w 339991"/>
                <a:gd name="csY36" fmla="*/ 32170 h 230186"/>
                <a:gd name="csX37" fmla="*/ 195850 w 339991"/>
                <a:gd name="csY37" fmla="*/ 36051 h 230186"/>
                <a:gd name="csX38" fmla="*/ 229562 w 339991"/>
                <a:gd name="csY38" fmla="*/ 47195 h 230186"/>
                <a:gd name="csX39" fmla="*/ 237075 w 339991"/>
                <a:gd name="csY39" fmla="*/ 47918 h 230186"/>
                <a:gd name="csX40" fmla="*/ 243325 w 339991"/>
                <a:gd name="csY40" fmla="*/ 43685 h 230186"/>
                <a:gd name="csX41" fmla="*/ 251405 w 339991"/>
                <a:gd name="csY41" fmla="*/ 32541 h 230186"/>
                <a:gd name="csX42" fmla="*/ 278430 w 339991"/>
                <a:gd name="csY42" fmla="*/ 52155 h 230186"/>
                <a:gd name="csX43" fmla="*/ 270406 w 339991"/>
                <a:gd name="csY43" fmla="*/ 63299 h 230186"/>
                <a:gd name="csX44" fmla="*/ 268241 w 339991"/>
                <a:gd name="csY44" fmla="*/ 70622 h 230186"/>
                <a:gd name="csX45" fmla="*/ 271298 w 339991"/>
                <a:gd name="csY45" fmla="*/ 77620 h 230186"/>
                <a:gd name="csX46" fmla="*/ 292193 w 339991"/>
                <a:gd name="csY46" fmla="*/ 105870 h 230186"/>
                <a:gd name="csX47" fmla="*/ 297780 w 339991"/>
                <a:gd name="csY47" fmla="*/ 111062 h 230186"/>
                <a:gd name="csX48" fmla="*/ 305400 w 339991"/>
                <a:gd name="csY48" fmla="*/ 111442 h 230186"/>
                <a:gd name="csX49" fmla="*/ 318494 w 339991"/>
                <a:gd name="csY49" fmla="*/ 107207 h 230186"/>
                <a:gd name="csX50" fmla="*/ 328856 w 339991"/>
                <a:gd name="csY50" fmla="*/ 138970 h 230186"/>
                <a:gd name="csX51" fmla="*/ 315762 w 339991"/>
                <a:gd name="csY51" fmla="*/ 143261 h 230186"/>
                <a:gd name="csX52" fmla="*/ 309783 w 339991"/>
                <a:gd name="csY52" fmla="*/ 147934 h 230186"/>
                <a:gd name="csX53" fmla="*/ 308184 w 339991"/>
                <a:gd name="csY53" fmla="*/ 155352 h 230186"/>
                <a:gd name="csX54" fmla="*/ 309299 w 339991"/>
                <a:gd name="csY54" fmla="*/ 172737 h 230186"/>
                <a:gd name="csX55" fmla="*/ 308184 w 339991"/>
                <a:gd name="csY55" fmla="*/ 190457 h 230186"/>
                <a:gd name="csX56" fmla="*/ 309804 w 339991"/>
                <a:gd name="csY56" fmla="*/ 197841 h 230186"/>
                <a:gd name="csX57" fmla="*/ 315762 w 339991"/>
                <a:gd name="csY57" fmla="*/ 202493 h 230186"/>
                <a:gd name="csX58" fmla="*/ 328856 w 339991"/>
                <a:gd name="csY58" fmla="*/ 206783 h 230186"/>
                <a:gd name="csX59" fmla="*/ 322339 w 339991"/>
                <a:gd name="csY59" fmla="*/ 226731 h 230186"/>
                <a:gd name="csX60" fmla="*/ 332925 w 339991"/>
                <a:gd name="csY60" fmla="*/ 230186 h 230186"/>
                <a:gd name="csX61" fmla="*/ 339445 w 339991"/>
                <a:gd name="csY61" fmla="*/ 210238 h 230186"/>
                <a:gd name="csX62" fmla="*/ 338785 w 339991"/>
                <a:gd name="csY62" fmla="*/ 201742 h 230186"/>
                <a:gd name="csX63" fmla="*/ 332312 w 339991"/>
                <a:gd name="csY63" fmla="*/ 196196 h 230186"/>
                <a:gd name="csX64" fmla="*/ 319219 w 339991"/>
                <a:gd name="csY64" fmla="*/ 191850 h 230186"/>
                <a:gd name="csX65" fmla="*/ 320443 w 339991"/>
                <a:gd name="csY65" fmla="*/ 172738 h 230186"/>
                <a:gd name="csX66" fmla="*/ 319219 w 339991"/>
                <a:gd name="csY66" fmla="*/ 153570 h 230186"/>
                <a:gd name="csX67" fmla="*/ 332312 w 339991"/>
                <a:gd name="csY67" fmla="*/ 149279 h 230186"/>
                <a:gd name="csX68" fmla="*/ 338785 w 339991"/>
                <a:gd name="csY68" fmla="*/ 143734 h 230186"/>
                <a:gd name="csX69" fmla="*/ 339445 w 339991"/>
                <a:gd name="csY69" fmla="*/ 135237 h 230186"/>
                <a:gd name="csX70" fmla="*/ 329079 w 339991"/>
                <a:gd name="csY70" fmla="*/ 103475 h 230186"/>
                <a:gd name="csX71" fmla="*/ 323486 w 339991"/>
                <a:gd name="csY71" fmla="*/ 96895 h 230186"/>
                <a:gd name="csX72" fmla="*/ 314871 w 339991"/>
                <a:gd name="csY72" fmla="*/ 96286 h 230186"/>
                <a:gd name="csX73" fmla="*/ 301944 w 339991"/>
                <a:gd name="csY73" fmla="*/ 100298 h 230186"/>
                <a:gd name="csX74" fmla="*/ 279656 w 339991"/>
                <a:gd name="csY74" fmla="*/ 69317 h 230186"/>
                <a:gd name="csX75" fmla="*/ 287735 w 339991"/>
                <a:gd name="csY75" fmla="*/ 58173 h 230186"/>
                <a:gd name="csX76" fmla="*/ 289519 w 339991"/>
                <a:gd name="csY76" fmla="*/ 50149 h 230186"/>
                <a:gd name="csX77" fmla="*/ 285061 w 339991"/>
                <a:gd name="csY77" fmla="*/ 42850 h 230186"/>
                <a:gd name="csX78" fmla="*/ 258036 w 339991"/>
                <a:gd name="csY78" fmla="*/ 23180 h 230186"/>
                <a:gd name="csX79" fmla="*/ 249725 w 339991"/>
                <a:gd name="csY79" fmla="*/ 21165 h 230186"/>
                <a:gd name="csX80" fmla="*/ 242434 w 339991"/>
                <a:gd name="csY80" fmla="*/ 25632 h 230186"/>
                <a:gd name="csX81" fmla="*/ 234299 w 339991"/>
                <a:gd name="csY81" fmla="*/ 36776 h 230186"/>
                <a:gd name="csX82" fmla="*/ 197858 w 339991"/>
                <a:gd name="csY82" fmla="*/ 24907 h 230186"/>
                <a:gd name="csX83" fmla="*/ 197858 w 339991"/>
                <a:gd name="csY83" fmla="*/ 11144 h 230186"/>
                <a:gd name="csX84" fmla="*/ 194594 w 339991"/>
                <a:gd name="csY84" fmla="*/ 3264 h 230186"/>
                <a:gd name="csX85" fmla="*/ 186714 w 339991"/>
                <a:gd name="csY85" fmla="*/ 0 h 230186"/>
                <a:gd name="csX86" fmla="*/ 153281 w 339991"/>
                <a:gd name="csY86" fmla="*/ 0 h 230186"/>
                <a:gd name="csX87" fmla="*/ 145401 w 339991"/>
                <a:gd name="csY87" fmla="*/ 3264 h 230186"/>
                <a:gd name="csX88" fmla="*/ 142137 w 339991"/>
                <a:gd name="csY88" fmla="*/ 11144 h 230186"/>
                <a:gd name="csX89" fmla="*/ 142137 w 339991"/>
                <a:gd name="csY89" fmla="*/ 24907 h 230186"/>
                <a:gd name="csX90" fmla="*/ 105640 w 339991"/>
                <a:gd name="csY90" fmla="*/ 36776 h 230186"/>
                <a:gd name="csX91" fmla="*/ 97561 w 339991"/>
                <a:gd name="csY91" fmla="*/ 25688 h 230186"/>
                <a:gd name="csX92" fmla="*/ 90317 w 339991"/>
                <a:gd name="csY92" fmla="*/ 21174 h 230186"/>
                <a:gd name="csX93" fmla="*/ 81959 w 339991"/>
                <a:gd name="csY93" fmla="*/ 23180 h 230186"/>
                <a:gd name="csX94" fmla="*/ 54934 w 339991"/>
                <a:gd name="csY94" fmla="*/ 42794 h 230186"/>
                <a:gd name="csX95" fmla="*/ 50476 w 339991"/>
                <a:gd name="csY95" fmla="*/ 50093 h 230186"/>
                <a:gd name="csX96" fmla="*/ 52482 w 339991"/>
                <a:gd name="csY96" fmla="*/ 58396 h 230186"/>
                <a:gd name="csX97" fmla="*/ 60506 w 339991"/>
                <a:gd name="csY97" fmla="*/ 69540 h 230186"/>
                <a:gd name="csX98" fmla="*/ 38217 w 339991"/>
                <a:gd name="csY98" fmla="*/ 100578 h 230186"/>
                <a:gd name="csX99" fmla="*/ 25123 w 339991"/>
                <a:gd name="csY99" fmla="*/ 96287 h 230186"/>
                <a:gd name="csX100" fmla="*/ 16647 w 339991"/>
                <a:gd name="csY100" fmla="*/ 96994 h 230186"/>
                <a:gd name="csX101" fmla="*/ 11137 w 339991"/>
                <a:gd name="csY101" fmla="*/ 103475 h 230186"/>
                <a:gd name="csX102" fmla="*/ 773 w 339991"/>
                <a:gd name="csY102" fmla="*/ 135238 h 230186"/>
                <a:gd name="csX103" fmla="*/ 1349 w 339991"/>
                <a:gd name="csY103" fmla="*/ 143676 h 230186"/>
                <a:gd name="csX104" fmla="*/ 7682 w 339991"/>
                <a:gd name="csY104" fmla="*/ 149279 h 2301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Lst>
              <a:rect l="l" t="t" r="r" b="b"/>
              <a:pathLst>
                <a:path w="339991" h="230186">
                  <a:moveTo>
                    <a:pt x="7680" y="149277"/>
                  </a:moveTo>
                  <a:lnTo>
                    <a:pt x="20774" y="153623"/>
                  </a:lnTo>
                  <a:cubicBezTo>
                    <a:pt x="19943" y="159960"/>
                    <a:pt x="19533" y="166345"/>
                    <a:pt x="19548" y="172735"/>
                  </a:cubicBezTo>
                  <a:cubicBezTo>
                    <a:pt x="19534" y="179144"/>
                    <a:pt x="19944" y="185548"/>
                    <a:pt x="20774" y="191903"/>
                  </a:cubicBezTo>
                  <a:lnTo>
                    <a:pt x="7680" y="196194"/>
                  </a:lnTo>
                  <a:cubicBezTo>
                    <a:pt x="4873" y="197112"/>
                    <a:pt x="2545" y="199107"/>
                    <a:pt x="1208" y="201739"/>
                  </a:cubicBezTo>
                  <a:cubicBezTo>
                    <a:pt x="-129" y="204372"/>
                    <a:pt x="-366" y="207428"/>
                    <a:pt x="547" y="210236"/>
                  </a:cubicBezTo>
                  <a:lnTo>
                    <a:pt x="7067" y="230184"/>
                  </a:lnTo>
                  <a:lnTo>
                    <a:pt x="17654" y="226729"/>
                  </a:lnTo>
                  <a:lnTo>
                    <a:pt x="11134" y="206781"/>
                  </a:lnTo>
                  <a:lnTo>
                    <a:pt x="24229" y="202490"/>
                  </a:lnTo>
                  <a:cubicBezTo>
                    <a:pt x="26707" y="201680"/>
                    <a:pt x="28822" y="200026"/>
                    <a:pt x="30207" y="197817"/>
                  </a:cubicBezTo>
                  <a:cubicBezTo>
                    <a:pt x="31592" y="195607"/>
                    <a:pt x="32157" y="192983"/>
                    <a:pt x="31807" y="190399"/>
                  </a:cubicBezTo>
                  <a:cubicBezTo>
                    <a:pt x="31067" y="184540"/>
                    <a:pt x="30696" y="178641"/>
                    <a:pt x="30692" y="172735"/>
                  </a:cubicBezTo>
                  <a:cubicBezTo>
                    <a:pt x="30697" y="166811"/>
                    <a:pt x="31070" y="160893"/>
                    <a:pt x="31807" y="155016"/>
                  </a:cubicBezTo>
                  <a:cubicBezTo>
                    <a:pt x="32143" y="152441"/>
                    <a:pt x="31571" y="149829"/>
                    <a:pt x="30187" y="147631"/>
                  </a:cubicBezTo>
                  <a:cubicBezTo>
                    <a:pt x="28804" y="145434"/>
                    <a:pt x="26697" y="143789"/>
                    <a:pt x="24229" y="142980"/>
                  </a:cubicBezTo>
                  <a:lnTo>
                    <a:pt x="11134" y="138689"/>
                  </a:lnTo>
                  <a:lnTo>
                    <a:pt x="21498" y="106873"/>
                  </a:lnTo>
                  <a:lnTo>
                    <a:pt x="34593" y="111442"/>
                  </a:lnTo>
                  <a:cubicBezTo>
                    <a:pt x="37105" y="112229"/>
                    <a:pt x="39815" y="112103"/>
                    <a:pt x="42243" y="111082"/>
                  </a:cubicBezTo>
                  <a:cubicBezTo>
                    <a:pt x="44670" y="110062"/>
                    <a:pt x="46659" y="108216"/>
                    <a:pt x="47854" y="105870"/>
                  </a:cubicBezTo>
                  <a:cubicBezTo>
                    <a:pt x="53502" y="95457"/>
                    <a:pt x="60491" y="85828"/>
                    <a:pt x="68639" y="77229"/>
                  </a:cubicBezTo>
                  <a:cubicBezTo>
                    <a:pt x="70461" y="75354"/>
                    <a:pt x="71565" y="72897"/>
                    <a:pt x="71759" y="70290"/>
                  </a:cubicBezTo>
                  <a:cubicBezTo>
                    <a:pt x="71952" y="67681"/>
                    <a:pt x="71223" y="65089"/>
                    <a:pt x="69697" y="62965"/>
                  </a:cubicBezTo>
                  <a:lnTo>
                    <a:pt x="61617" y="51820"/>
                  </a:lnTo>
                  <a:lnTo>
                    <a:pt x="88642" y="32207"/>
                  </a:lnTo>
                  <a:lnTo>
                    <a:pt x="96778" y="43351"/>
                  </a:lnTo>
                  <a:cubicBezTo>
                    <a:pt x="98324" y="45439"/>
                    <a:pt x="100550" y="46923"/>
                    <a:pt x="103074" y="47543"/>
                  </a:cubicBezTo>
                  <a:cubicBezTo>
                    <a:pt x="105597" y="48164"/>
                    <a:pt x="108259" y="47883"/>
                    <a:pt x="110597" y="46750"/>
                  </a:cubicBezTo>
                  <a:cubicBezTo>
                    <a:pt x="121215" y="41613"/>
                    <a:pt x="132452" y="37867"/>
                    <a:pt x="144029" y="35605"/>
                  </a:cubicBezTo>
                  <a:cubicBezTo>
                    <a:pt x="146636" y="35142"/>
                    <a:pt x="148992" y="33767"/>
                    <a:pt x="150676" y="31725"/>
                  </a:cubicBezTo>
                  <a:cubicBezTo>
                    <a:pt x="152362" y="29683"/>
                    <a:pt x="153264" y="27108"/>
                    <a:pt x="153223" y="24461"/>
                  </a:cubicBezTo>
                  <a:lnTo>
                    <a:pt x="153223" y="11144"/>
                  </a:lnTo>
                  <a:lnTo>
                    <a:pt x="186656" y="11144"/>
                  </a:lnTo>
                  <a:lnTo>
                    <a:pt x="186656" y="24907"/>
                  </a:lnTo>
                  <a:cubicBezTo>
                    <a:pt x="186615" y="27554"/>
                    <a:pt x="187517" y="30128"/>
                    <a:pt x="189203" y="32170"/>
                  </a:cubicBezTo>
                  <a:cubicBezTo>
                    <a:pt x="190887" y="34212"/>
                    <a:pt x="193244" y="35588"/>
                    <a:pt x="195850" y="36051"/>
                  </a:cubicBezTo>
                  <a:cubicBezTo>
                    <a:pt x="207522" y="38292"/>
                    <a:pt x="218854" y="42038"/>
                    <a:pt x="229562" y="47195"/>
                  </a:cubicBezTo>
                  <a:cubicBezTo>
                    <a:pt x="231906" y="48303"/>
                    <a:pt x="234563" y="48557"/>
                    <a:pt x="237075" y="47918"/>
                  </a:cubicBezTo>
                  <a:cubicBezTo>
                    <a:pt x="239587" y="47277"/>
                    <a:pt x="241798" y="45779"/>
                    <a:pt x="243325" y="43685"/>
                  </a:cubicBezTo>
                  <a:lnTo>
                    <a:pt x="251405" y="32541"/>
                  </a:lnTo>
                  <a:lnTo>
                    <a:pt x="278430" y="52155"/>
                  </a:lnTo>
                  <a:lnTo>
                    <a:pt x="270406" y="63299"/>
                  </a:lnTo>
                  <a:cubicBezTo>
                    <a:pt x="268845" y="65408"/>
                    <a:pt x="268077" y="68002"/>
                    <a:pt x="268241" y="70622"/>
                  </a:cubicBezTo>
                  <a:cubicBezTo>
                    <a:pt x="268404" y="73242"/>
                    <a:pt x="269487" y="75719"/>
                    <a:pt x="271298" y="77620"/>
                  </a:cubicBezTo>
                  <a:cubicBezTo>
                    <a:pt x="279457" y="86092"/>
                    <a:pt x="286482" y="95587"/>
                    <a:pt x="292193" y="105870"/>
                  </a:cubicBezTo>
                  <a:cubicBezTo>
                    <a:pt x="293388" y="108203"/>
                    <a:pt x="295364" y="110042"/>
                    <a:pt x="297780" y="111062"/>
                  </a:cubicBezTo>
                  <a:cubicBezTo>
                    <a:pt x="300196" y="112080"/>
                    <a:pt x="302895" y="112216"/>
                    <a:pt x="305400" y="111442"/>
                  </a:cubicBezTo>
                  <a:lnTo>
                    <a:pt x="318494" y="107207"/>
                  </a:lnTo>
                  <a:lnTo>
                    <a:pt x="328856" y="138970"/>
                  </a:lnTo>
                  <a:lnTo>
                    <a:pt x="315762" y="143261"/>
                  </a:lnTo>
                  <a:cubicBezTo>
                    <a:pt x="313284" y="144071"/>
                    <a:pt x="311168" y="145725"/>
                    <a:pt x="309783" y="147934"/>
                  </a:cubicBezTo>
                  <a:cubicBezTo>
                    <a:pt x="308398" y="150144"/>
                    <a:pt x="307834" y="152768"/>
                    <a:pt x="308184" y="155352"/>
                  </a:cubicBezTo>
                  <a:cubicBezTo>
                    <a:pt x="308912" y="161119"/>
                    <a:pt x="309284" y="166925"/>
                    <a:pt x="309299" y="172737"/>
                  </a:cubicBezTo>
                  <a:cubicBezTo>
                    <a:pt x="309296" y="178661"/>
                    <a:pt x="308921" y="184579"/>
                    <a:pt x="308184" y="190457"/>
                  </a:cubicBezTo>
                  <a:cubicBezTo>
                    <a:pt x="307849" y="193032"/>
                    <a:pt x="308419" y="195643"/>
                    <a:pt x="309804" y="197841"/>
                  </a:cubicBezTo>
                  <a:cubicBezTo>
                    <a:pt x="311189" y="200039"/>
                    <a:pt x="313296" y="201684"/>
                    <a:pt x="315762" y="202493"/>
                  </a:cubicBezTo>
                  <a:lnTo>
                    <a:pt x="328856" y="206783"/>
                  </a:lnTo>
                  <a:lnTo>
                    <a:pt x="322339" y="226731"/>
                  </a:lnTo>
                  <a:lnTo>
                    <a:pt x="332925" y="230186"/>
                  </a:lnTo>
                  <a:lnTo>
                    <a:pt x="339445" y="210238"/>
                  </a:lnTo>
                  <a:cubicBezTo>
                    <a:pt x="340357" y="207430"/>
                    <a:pt x="340122" y="204375"/>
                    <a:pt x="338785" y="201742"/>
                  </a:cubicBezTo>
                  <a:cubicBezTo>
                    <a:pt x="337448" y="199109"/>
                    <a:pt x="335118" y="197114"/>
                    <a:pt x="332312" y="196196"/>
                  </a:cubicBezTo>
                  <a:lnTo>
                    <a:pt x="319219" y="191850"/>
                  </a:lnTo>
                  <a:cubicBezTo>
                    <a:pt x="320048" y="185513"/>
                    <a:pt x="320458" y="179128"/>
                    <a:pt x="320443" y="172738"/>
                  </a:cubicBezTo>
                  <a:cubicBezTo>
                    <a:pt x="320458" y="166329"/>
                    <a:pt x="320048" y="159925"/>
                    <a:pt x="319219" y="153570"/>
                  </a:cubicBezTo>
                  <a:lnTo>
                    <a:pt x="332312" y="149279"/>
                  </a:lnTo>
                  <a:cubicBezTo>
                    <a:pt x="335118" y="148361"/>
                    <a:pt x="337448" y="146366"/>
                    <a:pt x="338785" y="143734"/>
                  </a:cubicBezTo>
                  <a:cubicBezTo>
                    <a:pt x="340122" y="141101"/>
                    <a:pt x="340357" y="138045"/>
                    <a:pt x="339445" y="135237"/>
                  </a:cubicBezTo>
                  <a:lnTo>
                    <a:pt x="329079" y="103475"/>
                  </a:lnTo>
                  <a:cubicBezTo>
                    <a:pt x="328176" y="100619"/>
                    <a:pt x="326161" y="98247"/>
                    <a:pt x="323486" y="96895"/>
                  </a:cubicBezTo>
                  <a:cubicBezTo>
                    <a:pt x="320812" y="95542"/>
                    <a:pt x="317709" y="95323"/>
                    <a:pt x="314871" y="96286"/>
                  </a:cubicBezTo>
                  <a:lnTo>
                    <a:pt x="301944" y="100298"/>
                  </a:lnTo>
                  <a:cubicBezTo>
                    <a:pt x="295872" y="89060"/>
                    <a:pt x="288381" y="78648"/>
                    <a:pt x="279656" y="69317"/>
                  </a:cubicBezTo>
                  <a:lnTo>
                    <a:pt x="287735" y="58173"/>
                  </a:lnTo>
                  <a:cubicBezTo>
                    <a:pt x="289331" y="55824"/>
                    <a:pt x="289967" y="52954"/>
                    <a:pt x="289519" y="50149"/>
                  </a:cubicBezTo>
                  <a:cubicBezTo>
                    <a:pt x="289064" y="47220"/>
                    <a:pt x="287458" y="44593"/>
                    <a:pt x="285061" y="42850"/>
                  </a:cubicBezTo>
                  <a:lnTo>
                    <a:pt x="258036" y="23180"/>
                  </a:lnTo>
                  <a:cubicBezTo>
                    <a:pt x="255644" y="21431"/>
                    <a:pt x="252653" y="20705"/>
                    <a:pt x="249725" y="21165"/>
                  </a:cubicBezTo>
                  <a:cubicBezTo>
                    <a:pt x="246798" y="21626"/>
                    <a:pt x="244174" y="23232"/>
                    <a:pt x="242434" y="25632"/>
                  </a:cubicBezTo>
                  <a:lnTo>
                    <a:pt x="234299" y="36776"/>
                  </a:lnTo>
                  <a:cubicBezTo>
                    <a:pt x="222735" y="31212"/>
                    <a:pt x="210479" y="27220"/>
                    <a:pt x="197858" y="24907"/>
                  </a:cubicBezTo>
                  <a:lnTo>
                    <a:pt x="197858" y="11144"/>
                  </a:lnTo>
                  <a:cubicBezTo>
                    <a:pt x="197858" y="8189"/>
                    <a:pt x="196685" y="5354"/>
                    <a:pt x="194594" y="3264"/>
                  </a:cubicBezTo>
                  <a:cubicBezTo>
                    <a:pt x="192505" y="1174"/>
                    <a:pt x="189670" y="0"/>
                    <a:pt x="186714" y="0"/>
                  </a:cubicBezTo>
                  <a:lnTo>
                    <a:pt x="153281" y="0"/>
                  </a:lnTo>
                  <a:cubicBezTo>
                    <a:pt x="150326" y="0"/>
                    <a:pt x="147491" y="1174"/>
                    <a:pt x="145401" y="3264"/>
                  </a:cubicBezTo>
                  <a:cubicBezTo>
                    <a:pt x="143311" y="5354"/>
                    <a:pt x="142137" y="8188"/>
                    <a:pt x="142137" y="11144"/>
                  </a:cubicBezTo>
                  <a:lnTo>
                    <a:pt x="142137" y="24907"/>
                  </a:lnTo>
                  <a:cubicBezTo>
                    <a:pt x="129500" y="27232"/>
                    <a:pt x="117228" y="31224"/>
                    <a:pt x="105640" y="36776"/>
                  </a:cubicBezTo>
                  <a:lnTo>
                    <a:pt x="97561" y="25688"/>
                  </a:lnTo>
                  <a:cubicBezTo>
                    <a:pt x="95840" y="23281"/>
                    <a:pt x="93235" y="21658"/>
                    <a:pt x="90317" y="21174"/>
                  </a:cubicBezTo>
                  <a:cubicBezTo>
                    <a:pt x="87374" y="20698"/>
                    <a:pt x="84364" y="21420"/>
                    <a:pt x="81959" y="23180"/>
                  </a:cubicBezTo>
                  <a:lnTo>
                    <a:pt x="54934" y="42794"/>
                  </a:lnTo>
                  <a:cubicBezTo>
                    <a:pt x="52537" y="44538"/>
                    <a:pt x="50932" y="47165"/>
                    <a:pt x="50476" y="50093"/>
                  </a:cubicBezTo>
                  <a:cubicBezTo>
                    <a:pt x="50015" y="53018"/>
                    <a:pt x="50737" y="56004"/>
                    <a:pt x="52482" y="58396"/>
                  </a:cubicBezTo>
                  <a:lnTo>
                    <a:pt x="60506" y="69540"/>
                  </a:lnTo>
                  <a:cubicBezTo>
                    <a:pt x="51783" y="78892"/>
                    <a:pt x="44292" y="89322"/>
                    <a:pt x="38217" y="100578"/>
                  </a:cubicBezTo>
                  <a:lnTo>
                    <a:pt x="25123" y="96287"/>
                  </a:lnTo>
                  <a:cubicBezTo>
                    <a:pt x="22315" y="95392"/>
                    <a:pt x="19268" y="95646"/>
                    <a:pt x="16647" y="96994"/>
                  </a:cubicBezTo>
                  <a:cubicBezTo>
                    <a:pt x="14025" y="98340"/>
                    <a:pt x="12044" y="100672"/>
                    <a:pt x="11137" y="103475"/>
                  </a:cubicBezTo>
                  <a:lnTo>
                    <a:pt x="773" y="135238"/>
                  </a:lnTo>
                  <a:cubicBezTo>
                    <a:pt x="-151" y="138017"/>
                    <a:pt x="56" y="141048"/>
                    <a:pt x="1349" y="143676"/>
                  </a:cubicBezTo>
                  <a:cubicBezTo>
                    <a:pt x="2641" y="146303"/>
                    <a:pt x="4917" y="148316"/>
                    <a:pt x="7682" y="149279"/>
                  </a:cubicBezTo>
                  <a:close/>
                </a:path>
              </a:pathLst>
            </a:custGeom>
            <a:grpFill/>
            <a:ln w="294" cap="flat">
              <a:noFill/>
              <a:prstDash val="solid"/>
              <a:miter/>
            </a:ln>
          </p:spPr>
          <p:txBody>
            <a:bodyPr/>
            <a:lstStyle/>
            <a:p>
              <a:endParaRPr lang="en-GB"/>
            </a:p>
          </p:txBody>
        </p:sp>
        <p:sp>
          <p:nvSpPr>
            <p:cNvPr id="129" name="Freeform: Shape 128">
              <a:extLst>
                <a:ext uri="{FF2B5EF4-FFF2-40B4-BE49-F238E27FC236}">
                  <a16:creationId xmlns:a16="http://schemas.microsoft.com/office/drawing/2014/main" id="{4CCFAFF4-881B-31ED-E017-3C9B7CCBC940}"/>
                </a:ext>
              </a:extLst>
            </p:cNvPr>
            <p:cNvSpPr/>
            <p:nvPr/>
          </p:nvSpPr>
          <p:spPr>
            <a:xfrm>
              <a:off x="2350437" y="3030646"/>
              <a:ext cx="50141" cy="140081"/>
            </a:xfrm>
            <a:custGeom>
              <a:avLst/>
              <a:gdLst>
                <a:gd name="csX0" fmla="*/ 40899 w 50141"/>
                <a:gd name="csY0" fmla="*/ 140082 h 140081"/>
                <a:gd name="csX1" fmla="*/ 46694 w 50141"/>
                <a:gd name="csY1" fmla="*/ 64527 h 140081"/>
                <a:gd name="csX2" fmla="*/ 6965 w 50141"/>
                <a:gd name="csY2" fmla="*/ 0 h 140081"/>
                <a:gd name="csX3" fmla="*/ 0 w 50141"/>
                <a:gd name="csY3" fmla="*/ 8470 h 140081"/>
                <a:gd name="csX4" fmla="*/ 36018 w 50141"/>
                <a:gd name="csY4" fmla="*/ 67181 h 140081"/>
                <a:gd name="csX5" fmla="*/ 30647 w 50141"/>
                <a:gd name="csY5" fmla="*/ 135850 h 140081"/>
              </a:gdLst>
              <a:ahLst/>
              <a:cxnLst>
                <a:cxn ang="0">
                  <a:pos x="csX0" y="csY0"/>
                </a:cxn>
                <a:cxn ang="0">
                  <a:pos x="csX1" y="csY1"/>
                </a:cxn>
                <a:cxn ang="0">
                  <a:pos x="csX2" y="csY2"/>
                </a:cxn>
                <a:cxn ang="0">
                  <a:pos x="csX3" y="csY3"/>
                </a:cxn>
                <a:cxn ang="0">
                  <a:pos x="csX4" y="csY4"/>
                </a:cxn>
                <a:cxn ang="0">
                  <a:pos x="csX5" y="csY5"/>
                </a:cxn>
              </a:cxnLst>
              <a:rect l="l" t="t" r="r" b="b"/>
              <a:pathLst>
                <a:path w="50141" h="140081">
                  <a:moveTo>
                    <a:pt x="40899" y="140082"/>
                  </a:moveTo>
                  <a:cubicBezTo>
                    <a:pt x="50763" y="116140"/>
                    <a:pt x="52792" y="89692"/>
                    <a:pt x="46694" y="64527"/>
                  </a:cubicBezTo>
                  <a:cubicBezTo>
                    <a:pt x="40598" y="39361"/>
                    <a:pt x="26690" y="16773"/>
                    <a:pt x="6965" y="0"/>
                  </a:cubicBezTo>
                  <a:lnTo>
                    <a:pt x="0" y="8470"/>
                  </a:lnTo>
                  <a:cubicBezTo>
                    <a:pt x="17904" y="23745"/>
                    <a:pt x="30514" y="44298"/>
                    <a:pt x="36018" y="67181"/>
                  </a:cubicBezTo>
                  <a:cubicBezTo>
                    <a:pt x="41524" y="90063"/>
                    <a:pt x="39644" y="114102"/>
                    <a:pt x="30647" y="135850"/>
                  </a:cubicBezTo>
                  <a:close/>
                </a:path>
              </a:pathLst>
            </a:custGeom>
            <a:grpFill/>
            <a:ln w="294" cap="flat">
              <a:noFill/>
              <a:prstDash val="solid"/>
              <a:miter/>
            </a:ln>
          </p:spPr>
          <p:txBody>
            <a:bodyPr/>
            <a:lstStyle/>
            <a:p>
              <a:endParaRPr lang="en-GB"/>
            </a:p>
          </p:txBody>
        </p:sp>
      </p:grpSp>
      <p:sp>
        <p:nvSpPr>
          <p:cNvPr id="10" name="Slide Number Placeholder 9">
            <a:extLst>
              <a:ext uri="{FF2B5EF4-FFF2-40B4-BE49-F238E27FC236}">
                <a16:creationId xmlns:a16="http://schemas.microsoft.com/office/drawing/2014/main" id="{773E52A8-F526-9B80-2533-5FF164B32AFD}"/>
              </a:ext>
            </a:extLst>
          </p:cNvPr>
          <p:cNvSpPr>
            <a:spLocks noGrp="1"/>
          </p:cNvSpPr>
          <p:nvPr>
            <p:ph type="sldNum" sz="quarter" idx="12"/>
          </p:nvPr>
        </p:nvSpPr>
        <p:spPr/>
        <p:txBody>
          <a:bodyPr/>
          <a:lstStyle/>
          <a:p>
            <a:fld id="{0BE4EC83-A869-464E-AE9F-881796FB085E}" type="slidenum">
              <a:rPr lang="en-US" smtClean="0"/>
              <a:t>44</a:t>
            </a:fld>
            <a:endParaRPr lang="en-US"/>
          </a:p>
        </p:txBody>
      </p:sp>
    </p:spTree>
    <p:extLst>
      <p:ext uri="{BB962C8B-B14F-4D97-AF65-F5344CB8AC3E}">
        <p14:creationId xmlns:p14="http://schemas.microsoft.com/office/powerpoint/2010/main" val="2792311820"/>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2964C-0B02-D247-5AE4-501B86A615B5}"/>
              </a:ext>
            </a:extLst>
          </p:cNvPr>
          <p:cNvSpPr>
            <a:spLocks noGrp="1"/>
          </p:cNvSpPr>
          <p:nvPr>
            <p:ph type="title"/>
          </p:nvPr>
        </p:nvSpPr>
        <p:spPr/>
        <p:txBody>
          <a:bodyPr/>
          <a:lstStyle/>
          <a:p>
            <a:r>
              <a:rPr lang="ar-SA" sz="2400" dirty="0"/>
              <a:t>ربط مهام استراتيجية البنية المؤسسية وأهدافها مع مهام وادوار مسؤوليات </a:t>
            </a:r>
            <a:r>
              <a:rPr lang="ar-EG" sz="2400" dirty="0"/>
              <a:t>البنية المؤسسية</a:t>
            </a:r>
            <a:r>
              <a:rPr lang="ar-SA" sz="2400" dirty="0"/>
              <a:t> في قرار التأسيس.</a:t>
            </a:r>
            <a:endParaRPr lang="en-US" sz="2400" dirty="0"/>
          </a:p>
        </p:txBody>
      </p:sp>
      <p:sp>
        <p:nvSpPr>
          <p:cNvPr id="3" name="Slide Number Placeholder 2">
            <a:extLst>
              <a:ext uri="{FF2B5EF4-FFF2-40B4-BE49-F238E27FC236}">
                <a16:creationId xmlns:a16="http://schemas.microsoft.com/office/drawing/2014/main" id="{A2B3A314-B983-3316-B82E-F88A91F7A2F5}"/>
              </a:ext>
            </a:extLst>
          </p:cNvPr>
          <p:cNvSpPr>
            <a:spLocks noGrp="1"/>
          </p:cNvSpPr>
          <p:nvPr>
            <p:ph type="sldNum" sz="quarter" idx="12"/>
          </p:nvPr>
        </p:nvSpPr>
        <p:spPr/>
        <p:txBody>
          <a:bodyPr/>
          <a:lstStyle/>
          <a:p>
            <a:fld id="{0BE4EC83-A869-464E-AE9F-881796FB085E}" type="slidenum">
              <a:rPr lang="en-US" smtClean="0"/>
              <a:t>45</a:t>
            </a:fld>
            <a:endParaRPr lang="en-US"/>
          </a:p>
        </p:txBody>
      </p:sp>
      <p:graphicFrame>
        <p:nvGraphicFramePr>
          <p:cNvPr id="4" name="Table 3">
            <a:extLst>
              <a:ext uri="{FF2B5EF4-FFF2-40B4-BE49-F238E27FC236}">
                <a16:creationId xmlns:a16="http://schemas.microsoft.com/office/drawing/2014/main" id="{E10463C9-6005-ABDB-119C-E26D0DE557E4}"/>
              </a:ext>
            </a:extLst>
          </p:cNvPr>
          <p:cNvGraphicFramePr>
            <a:graphicFrameLocks noGrp="1"/>
          </p:cNvGraphicFramePr>
          <p:nvPr>
            <p:extLst>
              <p:ext uri="{D42A27DB-BD31-4B8C-83A1-F6EECF244321}">
                <p14:modId xmlns:p14="http://schemas.microsoft.com/office/powerpoint/2010/main" val="4040276298"/>
              </p:ext>
            </p:extLst>
          </p:nvPr>
        </p:nvGraphicFramePr>
        <p:xfrm>
          <a:off x="621452" y="1056535"/>
          <a:ext cx="10960952" cy="4995198"/>
        </p:xfrm>
        <a:graphic>
          <a:graphicData uri="http://schemas.openxmlformats.org/drawingml/2006/table">
            <a:tbl>
              <a:tblPr rtl="1" firstRow="1" firstCol="1" bandRow="1">
                <a:tableStyleId>{5C22544A-7EE6-4342-B048-85BDC9FD1C3A}</a:tableStyleId>
              </a:tblPr>
              <a:tblGrid>
                <a:gridCol w="265651">
                  <a:extLst>
                    <a:ext uri="{9D8B030D-6E8A-4147-A177-3AD203B41FA5}">
                      <a16:colId xmlns:a16="http://schemas.microsoft.com/office/drawing/2014/main" val="2423126190"/>
                    </a:ext>
                  </a:extLst>
                </a:gridCol>
                <a:gridCol w="4228056">
                  <a:extLst>
                    <a:ext uri="{9D8B030D-6E8A-4147-A177-3AD203B41FA5}">
                      <a16:colId xmlns:a16="http://schemas.microsoft.com/office/drawing/2014/main" val="2236694689"/>
                    </a:ext>
                  </a:extLst>
                </a:gridCol>
                <a:gridCol w="1065402">
                  <a:extLst>
                    <a:ext uri="{9D8B030D-6E8A-4147-A177-3AD203B41FA5}">
                      <a16:colId xmlns:a16="http://schemas.microsoft.com/office/drawing/2014/main" val="3429453627"/>
                    </a:ext>
                  </a:extLst>
                </a:gridCol>
                <a:gridCol w="1149291">
                  <a:extLst>
                    <a:ext uri="{9D8B030D-6E8A-4147-A177-3AD203B41FA5}">
                      <a16:colId xmlns:a16="http://schemas.microsoft.com/office/drawing/2014/main" val="2107621611"/>
                    </a:ext>
                  </a:extLst>
                </a:gridCol>
                <a:gridCol w="1082180">
                  <a:extLst>
                    <a:ext uri="{9D8B030D-6E8A-4147-A177-3AD203B41FA5}">
                      <a16:colId xmlns:a16="http://schemas.microsoft.com/office/drawing/2014/main" val="368577586"/>
                    </a:ext>
                  </a:extLst>
                </a:gridCol>
                <a:gridCol w="947952">
                  <a:extLst>
                    <a:ext uri="{9D8B030D-6E8A-4147-A177-3AD203B41FA5}">
                      <a16:colId xmlns:a16="http://schemas.microsoft.com/office/drawing/2014/main" val="1485124146"/>
                    </a:ext>
                  </a:extLst>
                </a:gridCol>
                <a:gridCol w="1140903">
                  <a:extLst>
                    <a:ext uri="{9D8B030D-6E8A-4147-A177-3AD203B41FA5}">
                      <a16:colId xmlns:a16="http://schemas.microsoft.com/office/drawing/2014/main" val="2568028340"/>
                    </a:ext>
                  </a:extLst>
                </a:gridCol>
                <a:gridCol w="1081517">
                  <a:extLst>
                    <a:ext uri="{9D8B030D-6E8A-4147-A177-3AD203B41FA5}">
                      <a16:colId xmlns:a16="http://schemas.microsoft.com/office/drawing/2014/main" val="4287095142"/>
                    </a:ext>
                  </a:extLst>
                </a:gridCol>
              </a:tblGrid>
              <a:tr h="364852">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ar-SA" sz="1100" kern="100" dirty="0">
                          <a:effectLst/>
                        </a:rPr>
                        <a:t>المهام</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ar-SA" sz="1100" kern="100" dirty="0">
                          <a:effectLst/>
                        </a:rPr>
                        <a:t>دعم اتخاذ القرارات</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ar-SA" sz="1100" kern="100" dirty="0">
                          <a:effectLst/>
                        </a:rPr>
                        <a:t>تعزيز الكفاءة التشغيلية وكفاءة الانفاق</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ar-SA" sz="1100" kern="100" dirty="0">
                          <a:effectLst/>
                        </a:rPr>
                        <a:t>تمكين التحول الرقمي</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ar-SA" sz="1100" kern="100" dirty="0">
                          <a:effectLst/>
                        </a:rPr>
                        <a:t>دعم تحسين تجربة المستفيد</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ar-SA" sz="1100" kern="100" dirty="0">
                          <a:effectLst/>
                        </a:rPr>
                        <a:t>تعزيز الحوكمة المؤسسية</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ar-SA" sz="1100" kern="100" dirty="0">
                          <a:effectLst/>
                        </a:rPr>
                        <a:t>المواءمة الاستراتيجية</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extLst>
                  <a:ext uri="{0D108BD9-81ED-4DB2-BD59-A6C34878D82A}">
                    <a16:rowId xmlns:a16="http://schemas.microsoft.com/office/drawing/2014/main" val="1240718445"/>
                  </a:ext>
                </a:extLst>
              </a:tr>
              <a:tr h="239727">
                <a:tc>
                  <a:txBody>
                    <a:bodyPr/>
                    <a:lstStyle/>
                    <a:p>
                      <a:pPr marL="0" marR="0" algn="ctr" rtl="1">
                        <a:lnSpc>
                          <a:spcPct val="115000"/>
                        </a:lnSpc>
                        <a:spcAft>
                          <a:spcPts val="800"/>
                        </a:spcAft>
                        <a:buNone/>
                      </a:pPr>
                      <a:r>
                        <a:rPr lang="en-US" sz="1100" kern="100" dirty="0">
                          <a:effectLst/>
                        </a:rPr>
                        <a:t>1</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r" rtl="1">
                        <a:lnSpc>
                          <a:spcPct val="115000"/>
                        </a:lnSpc>
                        <a:spcAft>
                          <a:spcPts val="800"/>
                        </a:spcAft>
                        <a:buNone/>
                      </a:pPr>
                      <a:r>
                        <a:rPr lang="ar-SA" sz="1100" kern="100" dirty="0">
                          <a:effectLst/>
                        </a:rPr>
                        <a:t>تطوير إطار عمل، وسياسات، وإجراءات عمل مكتب البنية المؤسسية</a:t>
                      </a: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algn="ctr" rtl="1">
                        <a:lnSpc>
                          <a:spcPct val="115000"/>
                        </a:lnSpc>
                        <a:buNone/>
                      </a:pPr>
                      <a:endParaRPr lang="en-US" sz="1100" kern="100" dirty="0">
                        <a:effectLst/>
                        <a:latin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algn="ctr" rtl="1">
                        <a:lnSpc>
                          <a:spcPct val="115000"/>
                        </a:lnSpc>
                        <a:buNone/>
                      </a:pPr>
                      <a:endParaRPr lang="en-US" sz="1100" kern="100" dirty="0">
                        <a:effectLst/>
                        <a:latin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extLst>
                  <a:ext uri="{0D108BD9-81ED-4DB2-BD59-A6C34878D82A}">
                    <a16:rowId xmlns:a16="http://schemas.microsoft.com/office/drawing/2014/main" val="3858279952"/>
                  </a:ext>
                </a:extLst>
              </a:tr>
              <a:tr h="397795">
                <a:tc>
                  <a:txBody>
                    <a:bodyPr/>
                    <a:lstStyle/>
                    <a:p>
                      <a:pPr marL="0" marR="0" algn="ctr" rtl="1">
                        <a:lnSpc>
                          <a:spcPct val="115000"/>
                        </a:lnSpc>
                        <a:spcAft>
                          <a:spcPts val="800"/>
                        </a:spcAft>
                        <a:buNone/>
                      </a:pPr>
                      <a:r>
                        <a:rPr lang="en-US" sz="1100" kern="100" dirty="0">
                          <a:effectLst/>
                        </a:rPr>
                        <a:t>2</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r" rtl="1">
                        <a:lnSpc>
                          <a:spcPct val="115000"/>
                        </a:lnSpc>
                        <a:spcAft>
                          <a:spcPts val="800"/>
                        </a:spcAft>
                        <a:buNone/>
                      </a:pPr>
                      <a:r>
                        <a:rPr lang="ar-SA" sz="1100" kern="100" dirty="0">
                          <a:effectLst/>
                        </a:rPr>
                        <a:t>تحديد احتياجات العمل وفهم أنشطة الأعمال وبرامج الأعمال لتصميم بنية مؤسسية تعكس متطلبات الهيئة</a:t>
                      </a: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algn="ctr" rtl="1">
                        <a:lnSpc>
                          <a:spcPct val="115000"/>
                        </a:lnSpc>
                        <a:buNone/>
                      </a:pPr>
                      <a:endParaRPr lang="en-US" sz="1100" kern="100" dirty="0">
                        <a:effectLst/>
                        <a:latin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algn="ctr" rtl="1">
                        <a:lnSpc>
                          <a:spcPct val="115000"/>
                        </a:lnSpc>
                        <a:buNone/>
                      </a:pPr>
                      <a:endParaRPr lang="en-US" sz="1100" kern="100" dirty="0">
                        <a:effectLst/>
                        <a:latin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extLst>
                  <a:ext uri="{0D108BD9-81ED-4DB2-BD59-A6C34878D82A}">
                    <a16:rowId xmlns:a16="http://schemas.microsoft.com/office/drawing/2014/main" val="3273136851"/>
                  </a:ext>
                </a:extLst>
              </a:tr>
              <a:tr h="543698">
                <a:tc>
                  <a:txBody>
                    <a:bodyPr/>
                    <a:lstStyle/>
                    <a:p>
                      <a:pPr marL="0" marR="0" algn="ctr" rtl="1">
                        <a:lnSpc>
                          <a:spcPct val="115000"/>
                        </a:lnSpc>
                        <a:spcAft>
                          <a:spcPts val="800"/>
                        </a:spcAft>
                        <a:buNone/>
                      </a:pPr>
                      <a:r>
                        <a:rPr lang="en-US" sz="1100" kern="100" dirty="0">
                          <a:effectLst/>
                        </a:rPr>
                        <a:t>3</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r" rtl="1">
                        <a:lnSpc>
                          <a:spcPct val="115000"/>
                        </a:lnSpc>
                        <a:spcAft>
                          <a:spcPts val="800"/>
                        </a:spcAft>
                        <a:buNone/>
                      </a:pPr>
                      <a:r>
                        <a:rPr lang="ar-SA" sz="1100" kern="100" dirty="0">
                          <a:effectLst/>
                        </a:rPr>
                        <a:t>بناء التصاميم والبنية المؤسسية في مجال الأعمال، البيانات، التطبيقات، وبنية التقنية تبعاً للهياكل المرجعية والمعايير والمبادئ المحددة</a:t>
                      </a: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extLst>
                  <a:ext uri="{0D108BD9-81ED-4DB2-BD59-A6C34878D82A}">
                    <a16:rowId xmlns:a16="http://schemas.microsoft.com/office/drawing/2014/main" val="3194596776"/>
                  </a:ext>
                </a:extLst>
              </a:tr>
              <a:tr h="239727">
                <a:tc>
                  <a:txBody>
                    <a:bodyPr/>
                    <a:lstStyle/>
                    <a:p>
                      <a:pPr marL="0" marR="0" algn="ctr" rtl="1">
                        <a:lnSpc>
                          <a:spcPct val="115000"/>
                        </a:lnSpc>
                        <a:spcAft>
                          <a:spcPts val="800"/>
                        </a:spcAft>
                        <a:buNone/>
                      </a:pPr>
                      <a:r>
                        <a:rPr lang="en-US" sz="1100" kern="100" dirty="0">
                          <a:effectLst/>
                        </a:rPr>
                        <a:t>4</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r" rtl="1">
                        <a:lnSpc>
                          <a:spcPct val="115000"/>
                        </a:lnSpc>
                        <a:spcAft>
                          <a:spcPts val="800"/>
                        </a:spcAft>
                        <a:buNone/>
                      </a:pPr>
                      <a:r>
                        <a:rPr lang="ar-SA" sz="1100" kern="100" dirty="0">
                          <a:effectLst/>
                        </a:rPr>
                        <a:t>المشاركة في تطوير وتحديث استراتيجية التحول الرقمي</a:t>
                      </a: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algn="ctr" rtl="1">
                        <a:lnSpc>
                          <a:spcPct val="115000"/>
                        </a:lnSpc>
                        <a:buNone/>
                      </a:pPr>
                      <a:endParaRPr lang="en-US" sz="1100" kern="100" dirty="0">
                        <a:effectLst/>
                        <a:latin typeface="Sakkal Majalla" panose="02000000000000000000" pitchFamily="2" charset="-78"/>
                      </a:endParaRPr>
                    </a:p>
                  </a:txBody>
                  <a:tcPr marL="3858" marR="3858" marT="3858" marB="3858" anchor="ctr"/>
                </a:tc>
                <a:tc>
                  <a:txBody>
                    <a:bodyPr/>
                    <a:lstStyle/>
                    <a:p>
                      <a:pPr algn="ctr" rtl="1">
                        <a:lnSpc>
                          <a:spcPct val="115000"/>
                        </a:lnSpc>
                        <a:buNone/>
                      </a:pPr>
                      <a:endParaRPr lang="en-US" sz="1100" kern="100" dirty="0">
                        <a:effectLst/>
                        <a:latin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algn="ctr" rtl="1">
                        <a:lnSpc>
                          <a:spcPct val="115000"/>
                        </a:lnSpc>
                        <a:buNone/>
                      </a:pPr>
                      <a:endParaRPr lang="en-US" sz="1100" kern="100" dirty="0">
                        <a:effectLst/>
                        <a:latin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extLst>
                  <a:ext uri="{0D108BD9-81ED-4DB2-BD59-A6C34878D82A}">
                    <a16:rowId xmlns:a16="http://schemas.microsoft.com/office/drawing/2014/main" val="2671313583"/>
                  </a:ext>
                </a:extLst>
              </a:tr>
              <a:tr h="364852">
                <a:tc>
                  <a:txBody>
                    <a:bodyPr/>
                    <a:lstStyle/>
                    <a:p>
                      <a:pPr marL="0" marR="0" algn="ctr" rtl="1">
                        <a:lnSpc>
                          <a:spcPct val="115000"/>
                        </a:lnSpc>
                        <a:spcAft>
                          <a:spcPts val="800"/>
                        </a:spcAft>
                        <a:buNone/>
                      </a:pPr>
                      <a:r>
                        <a:rPr lang="en-US" sz="1100" kern="100" dirty="0">
                          <a:effectLst/>
                        </a:rPr>
                        <a:t>5</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r" rtl="1">
                        <a:lnSpc>
                          <a:spcPct val="115000"/>
                        </a:lnSpc>
                        <a:spcAft>
                          <a:spcPts val="800"/>
                        </a:spcAft>
                        <a:buNone/>
                      </a:pPr>
                      <a:r>
                        <a:rPr lang="ar-SA" sz="1100" kern="100" dirty="0">
                          <a:effectLst/>
                        </a:rPr>
                        <a:t>تطوير خارطة الطريق للتحول الرقمي وحوكمة ومتابعة تنفيذ خطط التحول الرقمي وقياس الأثر منها</a:t>
                      </a: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extLst>
                  <a:ext uri="{0D108BD9-81ED-4DB2-BD59-A6C34878D82A}">
                    <a16:rowId xmlns:a16="http://schemas.microsoft.com/office/drawing/2014/main" val="992542414"/>
                  </a:ext>
                </a:extLst>
              </a:tr>
              <a:tr h="239727">
                <a:tc>
                  <a:txBody>
                    <a:bodyPr/>
                    <a:lstStyle/>
                    <a:p>
                      <a:pPr marL="0" marR="0" algn="ctr" rtl="1">
                        <a:lnSpc>
                          <a:spcPct val="115000"/>
                        </a:lnSpc>
                        <a:spcAft>
                          <a:spcPts val="800"/>
                        </a:spcAft>
                        <a:buNone/>
                      </a:pPr>
                      <a:r>
                        <a:rPr lang="en-US" sz="1100" kern="100" dirty="0">
                          <a:effectLst/>
                        </a:rPr>
                        <a:t>6</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r" rtl="1">
                        <a:lnSpc>
                          <a:spcPct val="115000"/>
                        </a:lnSpc>
                        <a:spcAft>
                          <a:spcPts val="800"/>
                        </a:spcAft>
                        <a:buNone/>
                      </a:pPr>
                      <a:r>
                        <a:rPr lang="ar-SA" sz="1100" kern="100" dirty="0">
                          <a:effectLst/>
                        </a:rPr>
                        <a:t>ضمان المواءمة التامة والمستمرة بين الأعمال وتقنية المعلومات</a:t>
                      </a: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algn="ctr" rtl="1">
                        <a:lnSpc>
                          <a:spcPct val="115000"/>
                        </a:lnSpc>
                        <a:buNone/>
                      </a:pPr>
                      <a:endParaRPr lang="en-US" sz="1100" kern="100" dirty="0">
                        <a:effectLst/>
                        <a:latin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algn="ctr" rtl="1">
                        <a:lnSpc>
                          <a:spcPct val="115000"/>
                        </a:lnSpc>
                        <a:buNone/>
                      </a:pPr>
                      <a:endParaRPr lang="en-US" sz="1100" kern="100" dirty="0">
                        <a:effectLst/>
                        <a:latin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extLst>
                  <a:ext uri="{0D108BD9-81ED-4DB2-BD59-A6C34878D82A}">
                    <a16:rowId xmlns:a16="http://schemas.microsoft.com/office/drawing/2014/main" val="3445865540"/>
                  </a:ext>
                </a:extLst>
              </a:tr>
              <a:tr h="239727">
                <a:tc>
                  <a:txBody>
                    <a:bodyPr/>
                    <a:lstStyle/>
                    <a:p>
                      <a:pPr marL="0" marR="0" algn="ctr" rtl="1">
                        <a:lnSpc>
                          <a:spcPct val="115000"/>
                        </a:lnSpc>
                        <a:spcAft>
                          <a:spcPts val="800"/>
                        </a:spcAft>
                        <a:buNone/>
                      </a:pPr>
                      <a:r>
                        <a:rPr lang="en-US" sz="1100" kern="100" dirty="0">
                          <a:effectLst/>
                        </a:rPr>
                        <a:t>7</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r" rtl="1">
                        <a:lnSpc>
                          <a:spcPct val="115000"/>
                        </a:lnSpc>
                        <a:spcAft>
                          <a:spcPts val="800"/>
                        </a:spcAft>
                        <a:buNone/>
                      </a:pPr>
                      <a:r>
                        <a:rPr lang="ar-SA" sz="1100" kern="100" dirty="0">
                          <a:effectLst/>
                        </a:rPr>
                        <a:t>مواءمة المشاريع والمتطلبات التقنية في الهيئة مع الأهداف الاستراتيجية</a:t>
                      </a: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algn="ctr" rtl="1">
                        <a:lnSpc>
                          <a:spcPct val="115000"/>
                        </a:lnSpc>
                        <a:buNone/>
                      </a:pPr>
                      <a:endParaRPr lang="en-US" sz="1100" kern="100" dirty="0">
                        <a:effectLst/>
                        <a:latin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extLst>
                  <a:ext uri="{0D108BD9-81ED-4DB2-BD59-A6C34878D82A}">
                    <a16:rowId xmlns:a16="http://schemas.microsoft.com/office/drawing/2014/main" val="2796889416"/>
                  </a:ext>
                </a:extLst>
              </a:tr>
              <a:tr h="364852">
                <a:tc>
                  <a:txBody>
                    <a:bodyPr/>
                    <a:lstStyle/>
                    <a:p>
                      <a:pPr marL="0" marR="0" algn="ctr" rtl="1">
                        <a:lnSpc>
                          <a:spcPct val="115000"/>
                        </a:lnSpc>
                        <a:spcAft>
                          <a:spcPts val="800"/>
                        </a:spcAft>
                        <a:buNone/>
                      </a:pPr>
                      <a:r>
                        <a:rPr lang="en-US" sz="1100" kern="100" dirty="0">
                          <a:effectLst/>
                        </a:rPr>
                        <a:t>8</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r" rtl="1">
                        <a:lnSpc>
                          <a:spcPct val="115000"/>
                        </a:lnSpc>
                        <a:spcAft>
                          <a:spcPts val="800"/>
                        </a:spcAft>
                        <a:buNone/>
                      </a:pPr>
                      <a:r>
                        <a:rPr lang="ar-SA" sz="1100" kern="100" dirty="0">
                          <a:effectLst/>
                        </a:rPr>
                        <a:t>مراجعة ومواءمة كراسات الشروط والمواصفات للمشاريع الرقمية في الهيئة مع الأهداف الاستراتيجية</a:t>
                      </a: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algn="ctr" rtl="1">
                        <a:lnSpc>
                          <a:spcPct val="115000"/>
                        </a:lnSpc>
                        <a:buNone/>
                      </a:pPr>
                      <a:endParaRPr lang="en-US" sz="1100" kern="100" dirty="0">
                        <a:effectLst/>
                        <a:latin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extLst>
                  <a:ext uri="{0D108BD9-81ED-4DB2-BD59-A6C34878D82A}">
                    <a16:rowId xmlns:a16="http://schemas.microsoft.com/office/drawing/2014/main" val="3496554118"/>
                  </a:ext>
                </a:extLst>
              </a:tr>
              <a:tr h="364852">
                <a:tc>
                  <a:txBody>
                    <a:bodyPr/>
                    <a:lstStyle/>
                    <a:p>
                      <a:pPr marL="0" marR="0" algn="ctr" rtl="1">
                        <a:lnSpc>
                          <a:spcPct val="115000"/>
                        </a:lnSpc>
                        <a:spcAft>
                          <a:spcPts val="800"/>
                        </a:spcAft>
                        <a:buNone/>
                      </a:pPr>
                      <a:r>
                        <a:rPr lang="en-US" sz="1100" kern="100" dirty="0">
                          <a:effectLst/>
                        </a:rPr>
                        <a:t>9</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r" rtl="1">
                        <a:lnSpc>
                          <a:spcPct val="115000"/>
                        </a:lnSpc>
                        <a:spcAft>
                          <a:spcPts val="800"/>
                        </a:spcAft>
                        <a:buNone/>
                      </a:pPr>
                      <a:r>
                        <a:rPr lang="ar-SA" sz="1100" kern="100" dirty="0">
                          <a:effectLst/>
                        </a:rPr>
                        <a:t>مراجعة وتقييم امتثال مشاريع وبرامج الهيئة للمعايير المحددة في إطار عمل البنية المؤسسية</a:t>
                      </a: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algn="ctr" rtl="1">
                        <a:lnSpc>
                          <a:spcPct val="115000"/>
                        </a:lnSpc>
                        <a:buNone/>
                      </a:pPr>
                      <a:endParaRPr lang="en-US" sz="1100" kern="100" dirty="0">
                        <a:effectLst/>
                        <a:latin typeface="Sakkal Majalla" panose="02000000000000000000" pitchFamily="2" charset="-78"/>
                      </a:endParaRPr>
                    </a:p>
                  </a:txBody>
                  <a:tcPr marL="3858" marR="3858" marT="3858" marB="3858" anchor="ctr"/>
                </a:tc>
                <a:tc>
                  <a:txBody>
                    <a:bodyPr/>
                    <a:lstStyle/>
                    <a:p>
                      <a:pPr algn="ctr" rtl="1">
                        <a:lnSpc>
                          <a:spcPct val="115000"/>
                        </a:lnSpc>
                        <a:buNone/>
                      </a:pPr>
                      <a:endParaRPr lang="en-US" sz="1100" kern="100" dirty="0">
                        <a:effectLst/>
                        <a:latin typeface="Sakkal Majalla" panose="02000000000000000000" pitchFamily="2" charset="-78"/>
                      </a:endParaRPr>
                    </a:p>
                  </a:txBody>
                  <a:tcPr marL="3858" marR="3858" marT="3858" marB="3858" anchor="ctr"/>
                </a:tc>
                <a:tc>
                  <a:txBody>
                    <a:bodyPr/>
                    <a:lstStyle/>
                    <a:p>
                      <a:pPr algn="ctr" rtl="1">
                        <a:lnSpc>
                          <a:spcPct val="115000"/>
                        </a:lnSpc>
                        <a:buNone/>
                      </a:pPr>
                      <a:endParaRPr lang="en-US" sz="1100" kern="100" dirty="0">
                        <a:effectLst/>
                        <a:latin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extLst>
                  <a:ext uri="{0D108BD9-81ED-4DB2-BD59-A6C34878D82A}">
                    <a16:rowId xmlns:a16="http://schemas.microsoft.com/office/drawing/2014/main" val="853547345"/>
                  </a:ext>
                </a:extLst>
              </a:tr>
              <a:tr h="364852">
                <a:tc>
                  <a:txBody>
                    <a:bodyPr/>
                    <a:lstStyle/>
                    <a:p>
                      <a:pPr marL="0" marR="0" algn="ctr" rtl="1">
                        <a:lnSpc>
                          <a:spcPct val="115000"/>
                        </a:lnSpc>
                        <a:spcAft>
                          <a:spcPts val="800"/>
                        </a:spcAft>
                        <a:buNone/>
                      </a:pPr>
                      <a:r>
                        <a:rPr lang="en-US" sz="1100" kern="100" dirty="0">
                          <a:effectLst/>
                        </a:rPr>
                        <a:t>10</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r" rtl="1">
                        <a:lnSpc>
                          <a:spcPct val="115000"/>
                        </a:lnSpc>
                        <a:spcAft>
                          <a:spcPts val="800"/>
                        </a:spcAft>
                        <a:buNone/>
                      </a:pPr>
                      <a:r>
                        <a:rPr lang="ar-SA" sz="1100" kern="100" dirty="0">
                          <a:effectLst/>
                        </a:rPr>
                        <a:t>تحديد الاستثمارات الرئيسية التي يجب التركيز عليها والقيم بما لتقديم تحسينات على الخطط والمشاريع</a:t>
                      </a: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algn="ctr" rtl="1">
                        <a:lnSpc>
                          <a:spcPct val="115000"/>
                        </a:lnSpc>
                        <a:buNone/>
                      </a:pPr>
                      <a:endParaRPr lang="en-US" sz="1100" kern="100" dirty="0">
                        <a:effectLst/>
                        <a:latin typeface="Sakkal Majalla" panose="02000000000000000000" pitchFamily="2" charset="-78"/>
                      </a:endParaRPr>
                    </a:p>
                  </a:txBody>
                  <a:tcPr marL="3858" marR="3858" marT="3858" marB="3858" anchor="ctr"/>
                </a:tc>
                <a:tc>
                  <a:txBody>
                    <a:bodyPr/>
                    <a:lstStyle/>
                    <a:p>
                      <a:pPr algn="ctr" rtl="1">
                        <a:lnSpc>
                          <a:spcPct val="115000"/>
                        </a:lnSpc>
                        <a:buNone/>
                      </a:pPr>
                      <a:endParaRPr lang="en-US" sz="1100" kern="100" dirty="0">
                        <a:effectLst/>
                        <a:latin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extLst>
                  <a:ext uri="{0D108BD9-81ED-4DB2-BD59-A6C34878D82A}">
                    <a16:rowId xmlns:a16="http://schemas.microsoft.com/office/drawing/2014/main" val="482259824"/>
                  </a:ext>
                </a:extLst>
              </a:tr>
              <a:tr h="364852">
                <a:tc>
                  <a:txBody>
                    <a:bodyPr/>
                    <a:lstStyle/>
                    <a:p>
                      <a:pPr marL="0" marR="0" algn="ctr" rtl="1">
                        <a:lnSpc>
                          <a:spcPct val="115000"/>
                        </a:lnSpc>
                        <a:spcAft>
                          <a:spcPts val="800"/>
                        </a:spcAft>
                        <a:buNone/>
                      </a:pPr>
                      <a:r>
                        <a:rPr lang="en-US" sz="1100" kern="100" dirty="0">
                          <a:effectLst/>
                        </a:rPr>
                        <a:t>11</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r" rtl="1">
                        <a:lnSpc>
                          <a:spcPct val="115000"/>
                        </a:lnSpc>
                        <a:spcAft>
                          <a:spcPts val="800"/>
                        </a:spcAft>
                        <a:buNone/>
                      </a:pPr>
                      <a:r>
                        <a:rPr lang="ar-SA" sz="1100" kern="100" dirty="0">
                          <a:effectLst/>
                        </a:rPr>
                        <a:t>الاستخدام الأمثل للموارد التقنية لخفض التكاليف وتحسين العائد من الاستثمار</a:t>
                      </a: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algn="ctr" rtl="1">
                        <a:lnSpc>
                          <a:spcPct val="115000"/>
                        </a:lnSpc>
                        <a:buNone/>
                      </a:pPr>
                      <a:endParaRPr lang="en-US" sz="1100" kern="100" dirty="0">
                        <a:effectLst/>
                        <a:latin typeface="Sakkal Majalla" panose="02000000000000000000" pitchFamily="2" charset="-78"/>
                      </a:endParaRPr>
                    </a:p>
                  </a:txBody>
                  <a:tcPr marL="3858" marR="3858" marT="3858" marB="3858" anchor="ctr"/>
                </a:tc>
                <a:tc>
                  <a:txBody>
                    <a:bodyPr/>
                    <a:lstStyle/>
                    <a:p>
                      <a:pPr algn="ctr" rtl="1">
                        <a:lnSpc>
                          <a:spcPct val="115000"/>
                        </a:lnSpc>
                        <a:buNone/>
                      </a:pPr>
                      <a:endParaRPr lang="en-US" sz="1100" kern="100" dirty="0">
                        <a:effectLst/>
                        <a:latin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algn="ctr" rtl="1">
                        <a:lnSpc>
                          <a:spcPct val="115000"/>
                        </a:lnSpc>
                        <a:buNone/>
                      </a:pPr>
                      <a:endParaRPr lang="en-US" sz="1100" kern="100" dirty="0">
                        <a:effectLst/>
                        <a:latin typeface="Sakkal Majalla" panose="02000000000000000000" pitchFamily="2" charset="-78"/>
                      </a:endParaRPr>
                    </a:p>
                  </a:txBody>
                  <a:tcPr marL="3858" marR="3858" marT="3858" marB="3858" anchor="ctr"/>
                </a:tc>
                <a:extLst>
                  <a:ext uri="{0D108BD9-81ED-4DB2-BD59-A6C34878D82A}">
                    <a16:rowId xmlns:a16="http://schemas.microsoft.com/office/drawing/2014/main" val="432789743"/>
                  </a:ext>
                </a:extLst>
              </a:tr>
              <a:tr h="239727">
                <a:tc>
                  <a:txBody>
                    <a:bodyPr/>
                    <a:lstStyle/>
                    <a:p>
                      <a:pPr marL="0" marR="0" algn="ctr" rtl="1">
                        <a:lnSpc>
                          <a:spcPct val="115000"/>
                        </a:lnSpc>
                        <a:spcAft>
                          <a:spcPts val="800"/>
                        </a:spcAft>
                        <a:buNone/>
                      </a:pPr>
                      <a:r>
                        <a:rPr lang="en-US" sz="1100" kern="100" dirty="0">
                          <a:effectLst/>
                        </a:rPr>
                        <a:t>12</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r" rtl="1">
                        <a:lnSpc>
                          <a:spcPct val="115000"/>
                        </a:lnSpc>
                        <a:spcAft>
                          <a:spcPts val="800"/>
                        </a:spcAft>
                        <a:buNone/>
                      </a:pPr>
                      <a:r>
                        <a:rPr lang="ar-SA" sz="1100" kern="100" dirty="0">
                          <a:effectLst/>
                        </a:rPr>
                        <a:t>دراسة التقنيات الناشئة وفق أفضل الممارسات وكيفية الاستفادة منها</a:t>
                      </a: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algn="ctr" rtl="1">
                        <a:lnSpc>
                          <a:spcPct val="115000"/>
                        </a:lnSpc>
                        <a:buNone/>
                      </a:pPr>
                      <a:endParaRPr lang="en-US" sz="1100" kern="100" dirty="0">
                        <a:effectLst/>
                        <a:latin typeface="Sakkal Majalla" panose="02000000000000000000" pitchFamily="2" charset="-78"/>
                      </a:endParaRPr>
                    </a:p>
                  </a:txBody>
                  <a:tcPr marL="3858" marR="3858" marT="3858" marB="3858" anchor="ctr"/>
                </a:tc>
                <a:tc>
                  <a:txBody>
                    <a:bodyPr/>
                    <a:lstStyle/>
                    <a:p>
                      <a:pPr algn="ctr" rtl="1">
                        <a:lnSpc>
                          <a:spcPct val="115000"/>
                        </a:lnSpc>
                        <a:buNone/>
                      </a:pPr>
                      <a:endParaRPr lang="en-US" sz="1100" kern="100" dirty="0">
                        <a:effectLst/>
                        <a:latin typeface="Sakkal Majalla" panose="02000000000000000000" pitchFamily="2" charset="-78"/>
                      </a:endParaRPr>
                    </a:p>
                  </a:txBody>
                  <a:tcPr marL="3858" marR="3858" marT="3858" marB="3858" anchor="ctr"/>
                </a:tc>
                <a:extLst>
                  <a:ext uri="{0D108BD9-81ED-4DB2-BD59-A6C34878D82A}">
                    <a16:rowId xmlns:a16="http://schemas.microsoft.com/office/drawing/2014/main" val="2258810645"/>
                  </a:ext>
                </a:extLst>
              </a:tr>
              <a:tr h="239727">
                <a:tc>
                  <a:txBody>
                    <a:bodyPr/>
                    <a:lstStyle/>
                    <a:p>
                      <a:pPr marL="0" marR="0" algn="ctr" rtl="1">
                        <a:lnSpc>
                          <a:spcPct val="115000"/>
                        </a:lnSpc>
                        <a:spcAft>
                          <a:spcPts val="800"/>
                        </a:spcAft>
                        <a:buNone/>
                      </a:pPr>
                      <a:r>
                        <a:rPr lang="en-US" sz="1100" kern="100" dirty="0">
                          <a:effectLst/>
                        </a:rPr>
                        <a:t>13</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r" rtl="1">
                        <a:lnSpc>
                          <a:spcPct val="115000"/>
                        </a:lnSpc>
                        <a:spcAft>
                          <a:spcPts val="800"/>
                        </a:spcAft>
                        <a:buNone/>
                      </a:pPr>
                      <a:r>
                        <a:rPr lang="ar-SA" sz="1100" kern="100" dirty="0">
                          <a:effectLst/>
                        </a:rPr>
                        <a:t>نشر التوعية بفوائد تطبيق البنية المؤسسية والقيمة المضافة</a:t>
                      </a: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algn="ctr" rtl="1">
                        <a:lnSpc>
                          <a:spcPct val="115000"/>
                        </a:lnSpc>
                        <a:buNone/>
                      </a:pPr>
                      <a:endParaRPr lang="en-US" sz="1100" kern="100" dirty="0">
                        <a:effectLst/>
                        <a:latin typeface="Sakkal Majalla" panose="02000000000000000000" pitchFamily="2" charset="-78"/>
                      </a:endParaRPr>
                    </a:p>
                  </a:txBody>
                  <a:tcPr marL="3858" marR="3858" marT="3858" marB="3858" anchor="ctr"/>
                </a:tc>
                <a:tc>
                  <a:txBody>
                    <a:bodyPr/>
                    <a:lstStyle/>
                    <a:p>
                      <a:pPr algn="ctr" rtl="1">
                        <a:lnSpc>
                          <a:spcPct val="115000"/>
                        </a:lnSpc>
                        <a:buNone/>
                      </a:pPr>
                      <a:endParaRPr lang="en-US" sz="1100" kern="100" dirty="0">
                        <a:effectLst/>
                        <a:latin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algn="ctr" rtl="1">
                        <a:lnSpc>
                          <a:spcPct val="115000"/>
                        </a:lnSpc>
                        <a:buNone/>
                      </a:pPr>
                      <a:endParaRPr lang="en-US" sz="1100" kern="100" dirty="0">
                        <a:effectLst/>
                        <a:latin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extLst>
                  <a:ext uri="{0D108BD9-81ED-4DB2-BD59-A6C34878D82A}">
                    <a16:rowId xmlns:a16="http://schemas.microsoft.com/office/drawing/2014/main" val="794722598"/>
                  </a:ext>
                </a:extLst>
              </a:tr>
              <a:tr h="397795">
                <a:tc>
                  <a:txBody>
                    <a:bodyPr/>
                    <a:lstStyle/>
                    <a:p>
                      <a:pPr marL="0" marR="0" algn="ctr" rtl="1">
                        <a:lnSpc>
                          <a:spcPct val="115000"/>
                        </a:lnSpc>
                        <a:spcAft>
                          <a:spcPts val="800"/>
                        </a:spcAft>
                        <a:buNone/>
                      </a:pPr>
                      <a:r>
                        <a:rPr lang="en-US" sz="1100" kern="100" dirty="0">
                          <a:effectLst/>
                        </a:rPr>
                        <a:t>14</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r" rtl="1">
                        <a:lnSpc>
                          <a:spcPct val="115000"/>
                        </a:lnSpc>
                        <a:spcAft>
                          <a:spcPts val="800"/>
                        </a:spcAft>
                        <a:buNone/>
                      </a:pPr>
                      <a:r>
                        <a:rPr lang="ar-SA" sz="1100" kern="100" dirty="0">
                          <a:effectLst/>
                        </a:rPr>
                        <a:t>متابعة أداء البنية المؤسسية ومراجعة أحدث الممارسات التي يمكن تضمينها في إدارة البنية المؤسسية لضمان التحسين المستمر</a:t>
                      </a: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algn="ctr" rtl="1">
                        <a:lnSpc>
                          <a:spcPct val="115000"/>
                        </a:lnSpc>
                        <a:buNone/>
                      </a:pPr>
                      <a:endParaRPr lang="en-US" sz="1100" kern="100" dirty="0">
                        <a:effectLst/>
                        <a:latin typeface="Sakkal Majalla" panose="02000000000000000000" pitchFamily="2" charset="-78"/>
                      </a:endParaRPr>
                    </a:p>
                  </a:txBody>
                  <a:tcPr marL="3858" marR="3858" marT="3858" marB="3858" anchor="ctr"/>
                </a:tc>
                <a:tc>
                  <a:txBody>
                    <a:bodyPr/>
                    <a:lstStyle/>
                    <a:p>
                      <a:pPr algn="ctr" rtl="1">
                        <a:lnSpc>
                          <a:spcPct val="115000"/>
                        </a:lnSpc>
                        <a:buNone/>
                      </a:pPr>
                      <a:endParaRPr lang="en-US" sz="1100" kern="100" dirty="0">
                        <a:effectLst/>
                        <a:latin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tc>
                  <a:txBody>
                    <a:bodyPr/>
                    <a:lstStyle/>
                    <a:p>
                      <a:pPr marL="0" marR="0" algn="ctr" rtl="1">
                        <a:lnSpc>
                          <a:spcPct val="115000"/>
                        </a:lnSpc>
                        <a:spcAft>
                          <a:spcPts val="800"/>
                        </a:spcAft>
                        <a:buNone/>
                      </a:pPr>
                      <a:r>
                        <a:rPr lang="en-US" sz="1100" kern="100" dirty="0">
                          <a:effectLst/>
                        </a:rPr>
                        <a:t>✓</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3858" marR="3858" marT="3858" marB="3858" anchor="ctr"/>
                </a:tc>
                <a:extLst>
                  <a:ext uri="{0D108BD9-81ED-4DB2-BD59-A6C34878D82A}">
                    <a16:rowId xmlns:a16="http://schemas.microsoft.com/office/drawing/2014/main" val="1191489136"/>
                  </a:ext>
                </a:extLst>
              </a:tr>
            </a:tbl>
          </a:graphicData>
        </a:graphic>
      </p:graphicFrame>
    </p:spTree>
    <p:extLst>
      <p:ext uri="{BB962C8B-B14F-4D97-AF65-F5344CB8AC3E}">
        <p14:creationId xmlns:p14="http://schemas.microsoft.com/office/powerpoint/2010/main" val="158132098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CE473-4989-4E14-3EB7-71B5AD4D25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8DE2DC-8496-8EA0-C03F-97EFF73CF970}"/>
              </a:ext>
            </a:extLst>
          </p:cNvPr>
          <p:cNvSpPr>
            <a:spLocks noGrp="1"/>
          </p:cNvSpPr>
          <p:nvPr>
            <p:ph type="title"/>
          </p:nvPr>
        </p:nvSpPr>
        <p:spPr/>
        <p:txBody>
          <a:bodyPr/>
          <a:lstStyle/>
          <a:p>
            <a:r>
              <a:rPr lang="ar-EG" dirty="0">
                <a:latin typeface="Sakkal Majalla" panose="02000000000000000000" pitchFamily="2" charset="-78"/>
                <a:cs typeface="Sakkal Majalla" panose="02000000000000000000" pitchFamily="2" charset="-78"/>
              </a:rPr>
              <a:t>البيت الاستراتيجي لممارسة البنية المؤسسية</a:t>
            </a:r>
            <a:endParaRPr lang="en-GB" dirty="0"/>
          </a:p>
        </p:txBody>
      </p:sp>
      <p:grpSp>
        <p:nvGrpSpPr>
          <p:cNvPr id="21" name="Group 20">
            <a:extLst>
              <a:ext uri="{FF2B5EF4-FFF2-40B4-BE49-F238E27FC236}">
                <a16:creationId xmlns:a16="http://schemas.microsoft.com/office/drawing/2014/main" id="{C8A32816-FA7A-79F1-E622-9BFAE7FA0AB7}"/>
              </a:ext>
            </a:extLst>
          </p:cNvPr>
          <p:cNvGrpSpPr/>
          <p:nvPr/>
        </p:nvGrpSpPr>
        <p:grpSpPr>
          <a:xfrm>
            <a:off x="1597914" y="1220823"/>
            <a:ext cx="8996172" cy="4808344"/>
            <a:chOff x="1597914" y="1220823"/>
            <a:chExt cx="8996172" cy="4808344"/>
          </a:xfrm>
        </p:grpSpPr>
        <p:pic>
          <p:nvPicPr>
            <p:cNvPr id="4" name="Picture 3">
              <a:extLst>
                <a:ext uri="{FF2B5EF4-FFF2-40B4-BE49-F238E27FC236}">
                  <a16:creationId xmlns:a16="http://schemas.microsoft.com/office/drawing/2014/main" id="{B5123DAA-FC3D-0723-53FE-53DDAE0AD5C5}"/>
                </a:ext>
              </a:extLst>
            </p:cNvPr>
            <p:cNvPicPr>
              <a:picLocks noChangeAspect="1"/>
            </p:cNvPicPr>
            <p:nvPr/>
          </p:nvPicPr>
          <p:blipFill>
            <a:blip r:embed="rId3"/>
            <a:stretch>
              <a:fillRect/>
            </a:stretch>
          </p:blipFill>
          <p:spPr>
            <a:xfrm>
              <a:off x="1597914" y="1220823"/>
              <a:ext cx="8996172" cy="4808220"/>
            </a:xfrm>
            <a:prstGeom prst="rect">
              <a:avLst/>
            </a:prstGeom>
          </p:spPr>
        </p:pic>
        <p:grpSp>
          <p:nvGrpSpPr>
            <p:cNvPr id="44" name="Group 43">
              <a:extLst>
                <a:ext uri="{FF2B5EF4-FFF2-40B4-BE49-F238E27FC236}">
                  <a16:creationId xmlns:a16="http://schemas.microsoft.com/office/drawing/2014/main" id="{60EE433D-2E16-DA8A-545E-A2F2698BB123}"/>
                </a:ext>
              </a:extLst>
            </p:cNvPr>
            <p:cNvGrpSpPr/>
            <p:nvPr/>
          </p:nvGrpSpPr>
          <p:grpSpPr>
            <a:xfrm>
              <a:off x="2036018" y="1270538"/>
              <a:ext cx="8119962" cy="4758629"/>
              <a:chOff x="2036018" y="1200921"/>
              <a:chExt cx="8119962" cy="4758629"/>
            </a:xfrm>
            <a:noFill/>
          </p:grpSpPr>
          <p:sp>
            <p:nvSpPr>
              <p:cNvPr id="8" name="Rounded Rectangle 107">
                <a:extLst>
                  <a:ext uri="{FF2B5EF4-FFF2-40B4-BE49-F238E27FC236}">
                    <a16:creationId xmlns:a16="http://schemas.microsoft.com/office/drawing/2014/main" id="{F6E943D1-7930-DA95-9F14-212E569CF167}"/>
                  </a:ext>
                </a:extLst>
              </p:cNvPr>
              <p:cNvSpPr/>
              <p:nvPr/>
            </p:nvSpPr>
            <p:spPr>
              <a:xfrm>
                <a:off x="2036018" y="3141307"/>
                <a:ext cx="8119962" cy="1003149"/>
              </a:xfrm>
              <a:prstGeom prst="rect">
                <a:avLst/>
              </a:prstGeom>
              <a:grpFill/>
              <a:ln>
                <a:noFill/>
              </a:ln>
            </p:spPr>
            <p:style>
              <a:lnRef idx="0">
                <a:scrgbClr r="0" g="0" b="0"/>
              </a:lnRef>
              <a:fillRef idx="0">
                <a:scrgbClr r="0" g="0" b="0"/>
              </a:fillRef>
              <a:effectRef idx="0">
                <a:scrgbClr r="0" g="0" b="0"/>
              </a:effectRef>
              <a:fontRef idx="minor">
                <a:schemeClr val="lt1"/>
              </a:fontRef>
            </p:style>
            <p:txBody>
              <a:bodyPr rtlCol="0" anchor="t" anchorCtr="0"/>
              <a:lstStyle/>
              <a:p>
                <a:pPr algn="ctr" rtl="1">
                  <a:lnSpc>
                    <a:spcPts val="1700"/>
                  </a:lnSpc>
                </a:pPr>
                <a:r>
                  <a:rPr lang="ar-EG" sz="1600" b="1" dirty="0">
                    <a:latin typeface="Sakkal Majalla" panose="02000000000000000000" pitchFamily="2" charset="-78"/>
                    <a:cs typeface="Sakkal Majalla" panose="02000000000000000000" pitchFamily="2" charset="-78"/>
                  </a:rPr>
                  <a:t>الركائز  الاستراتيجية</a:t>
                </a:r>
                <a:endParaRPr lang="en-US" sz="1600" b="1" dirty="0">
                  <a:latin typeface="Sakkal Majalla" panose="02000000000000000000" pitchFamily="2" charset="-78"/>
                  <a:cs typeface="Sakkal Majalla" panose="02000000000000000000" pitchFamily="2" charset="-78"/>
                </a:endParaRPr>
              </a:p>
            </p:txBody>
          </p:sp>
          <p:grpSp>
            <p:nvGrpSpPr>
              <p:cNvPr id="42" name="Group 41">
                <a:extLst>
                  <a:ext uri="{FF2B5EF4-FFF2-40B4-BE49-F238E27FC236}">
                    <a16:creationId xmlns:a16="http://schemas.microsoft.com/office/drawing/2014/main" id="{5A9E9ACE-2827-983A-A4DF-D565AE070718}"/>
                  </a:ext>
                </a:extLst>
              </p:cNvPr>
              <p:cNvGrpSpPr/>
              <p:nvPr/>
            </p:nvGrpSpPr>
            <p:grpSpPr>
              <a:xfrm>
                <a:off x="2141227" y="5502350"/>
                <a:ext cx="7909545" cy="457200"/>
                <a:chOff x="2103582" y="5560827"/>
                <a:chExt cx="8035127" cy="551122"/>
              </a:xfrm>
              <a:grpFill/>
            </p:grpSpPr>
            <p:sp>
              <p:nvSpPr>
                <p:cNvPr id="10" name="Rounded Rectangle 26">
                  <a:extLst>
                    <a:ext uri="{FF2B5EF4-FFF2-40B4-BE49-F238E27FC236}">
                      <a16:creationId xmlns:a16="http://schemas.microsoft.com/office/drawing/2014/main" id="{DE9AAA02-4110-C327-0FE8-074CF88CA88C}"/>
                    </a:ext>
                  </a:extLst>
                </p:cNvPr>
                <p:cNvSpPr/>
                <p:nvPr/>
              </p:nvSpPr>
              <p:spPr>
                <a:xfrm>
                  <a:off x="6138520" y="5560827"/>
                  <a:ext cx="1982719" cy="550972"/>
                </a:xfrm>
                <a:prstGeom prst="roundRect">
                  <a:avLst>
                    <a:gd name="adj" fmla="val 10193"/>
                  </a:avLst>
                </a:prstGeom>
                <a:grpFill/>
                <a:ln>
                  <a:no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45720" tIns="91440" rIns="45720" bIns="45720" numCol="1" spcCol="1270" anchor="ctr" anchorCtr="0">
                  <a:normAutofit/>
                </a:bodyPr>
                <a:lstStyle/>
                <a:p>
                  <a:pPr lvl="0" algn="ctr" defTabSz="622300" rtl="1">
                    <a:lnSpc>
                      <a:spcPct val="90000"/>
                    </a:lnSpc>
                    <a:spcBef>
                      <a:spcPct val="0"/>
                    </a:spcBef>
                    <a:spcAft>
                      <a:spcPct val="35000"/>
                    </a:spcAft>
                  </a:pPr>
                  <a:r>
                    <a:rPr lang="ar-EG" sz="1400" b="1" dirty="0">
                      <a:solidFill>
                        <a:schemeClr val="tx1">
                          <a:lumMod val="85000"/>
                          <a:lumOff val="15000"/>
                        </a:schemeClr>
                      </a:solidFill>
                    </a:rPr>
                    <a:t>دعم الإدارات الداخلية</a:t>
                  </a:r>
                  <a:endParaRPr lang="ar-SA" sz="1400" b="1" dirty="0">
                    <a:solidFill>
                      <a:schemeClr val="tx1">
                        <a:lumMod val="85000"/>
                        <a:lumOff val="15000"/>
                      </a:schemeClr>
                    </a:solidFill>
                  </a:endParaRPr>
                </a:p>
              </p:txBody>
            </p:sp>
            <p:sp>
              <p:nvSpPr>
                <p:cNvPr id="11" name="Rounded Rectangle 28">
                  <a:extLst>
                    <a:ext uri="{FF2B5EF4-FFF2-40B4-BE49-F238E27FC236}">
                      <a16:creationId xmlns:a16="http://schemas.microsoft.com/office/drawing/2014/main" id="{D5717F73-C71F-F0D4-E36E-D843AB51956F}"/>
                    </a:ext>
                  </a:extLst>
                </p:cNvPr>
                <p:cNvSpPr/>
                <p:nvPr/>
              </p:nvSpPr>
              <p:spPr>
                <a:xfrm>
                  <a:off x="4121051" y="5560977"/>
                  <a:ext cx="1982719" cy="550972"/>
                </a:xfrm>
                <a:prstGeom prst="roundRect">
                  <a:avLst>
                    <a:gd name="adj" fmla="val 10193"/>
                  </a:avLst>
                </a:prstGeom>
                <a:grpFill/>
                <a:ln>
                  <a:no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45720" tIns="91440" rIns="45720" bIns="45720" numCol="1" spcCol="1270" anchor="ctr" anchorCtr="0">
                  <a:normAutofit/>
                </a:bodyPr>
                <a:lstStyle/>
                <a:p>
                  <a:pPr lvl="0" algn="ctr" defTabSz="622300" rtl="1">
                    <a:lnSpc>
                      <a:spcPct val="90000"/>
                    </a:lnSpc>
                    <a:spcBef>
                      <a:spcPct val="0"/>
                    </a:spcBef>
                    <a:spcAft>
                      <a:spcPct val="35000"/>
                    </a:spcAft>
                  </a:pPr>
                  <a:r>
                    <a:rPr lang="ar-EG" sz="1400" b="1" dirty="0">
                      <a:solidFill>
                        <a:schemeClr val="tx1">
                          <a:lumMod val="85000"/>
                          <a:lumOff val="15000"/>
                        </a:schemeClr>
                      </a:solidFill>
                    </a:rPr>
                    <a:t>توظيف كفاءات في البنية المؤسسية</a:t>
                  </a:r>
                  <a:endParaRPr lang="ar-SA" sz="1400" b="1" dirty="0">
                    <a:solidFill>
                      <a:schemeClr val="tx1">
                        <a:lumMod val="85000"/>
                        <a:lumOff val="15000"/>
                      </a:schemeClr>
                    </a:solidFill>
                  </a:endParaRPr>
                </a:p>
              </p:txBody>
            </p:sp>
            <p:sp>
              <p:nvSpPr>
                <p:cNvPr id="12" name="Rounded Rectangle 10">
                  <a:extLst>
                    <a:ext uri="{FF2B5EF4-FFF2-40B4-BE49-F238E27FC236}">
                      <a16:creationId xmlns:a16="http://schemas.microsoft.com/office/drawing/2014/main" id="{6053C43F-EEAB-0FE6-1713-10D5844CFD23}"/>
                    </a:ext>
                  </a:extLst>
                </p:cNvPr>
                <p:cNvSpPr/>
                <p:nvPr/>
              </p:nvSpPr>
              <p:spPr>
                <a:xfrm>
                  <a:off x="8155990" y="5560827"/>
                  <a:ext cx="1982719" cy="550972"/>
                </a:xfrm>
                <a:prstGeom prst="roundRect">
                  <a:avLst>
                    <a:gd name="adj" fmla="val 10193"/>
                  </a:avLst>
                </a:prstGeom>
                <a:grpFill/>
                <a:ln>
                  <a:no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45720" tIns="91440" rIns="45720" bIns="45720" numCol="1" spcCol="1270" anchor="ctr" anchorCtr="0">
                  <a:normAutofit/>
                </a:bodyPr>
                <a:lstStyle/>
                <a:p>
                  <a:pPr lvl="0" algn="ctr" defTabSz="622300" rtl="1">
                    <a:lnSpc>
                      <a:spcPct val="90000"/>
                    </a:lnSpc>
                    <a:spcBef>
                      <a:spcPct val="0"/>
                    </a:spcBef>
                    <a:spcAft>
                      <a:spcPct val="35000"/>
                    </a:spcAft>
                  </a:pPr>
                  <a:r>
                    <a:rPr lang="ar-EG" sz="1400" b="1" dirty="0">
                      <a:solidFill>
                        <a:schemeClr val="tx1">
                          <a:lumMod val="85000"/>
                          <a:lumOff val="15000"/>
                        </a:schemeClr>
                      </a:solidFill>
                    </a:rPr>
                    <a:t>دعم القيادة العليا</a:t>
                  </a:r>
                  <a:endParaRPr lang="ar-SA" sz="1400" b="1" dirty="0">
                    <a:solidFill>
                      <a:schemeClr val="tx1">
                        <a:lumMod val="85000"/>
                        <a:lumOff val="15000"/>
                      </a:schemeClr>
                    </a:solidFill>
                  </a:endParaRPr>
                </a:p>
              </p:txBody>
            </p:sp>
            <p:sp>
              <p:nvSpPr>
                <p:cNvPr id="18" name="Rounded Rectangle 28">
                  <a:extLst>
                    <a:ext uri="{FF2B5EF4-FFF2-40B4-BE49-F238E27FC236}">
                      <a16:creationId xmlns:a16="http://schemas.microsoft.com/office/drawing/2014/main" id="{EF317086-4C8B-C286-3BBD-73F14D59D632}"/>
                    </a:ext>
                  </a:extLst>
                </p:cNvPr>
                <p:cNvSpPr/>
                <p:nvPr/>
              </p:nvSpPr>
              <p:spPr>
                <a:xfrm>
                  <a:off x="2103582" y="5560827"/>
                  <a:ext cx="1982719" cy="550972"/>
                </a:xfrm>
                <a:prstGeom prst="roundRect">
                  <a:avLst>
                    <a:gd name="adj" fmla="val 10193"/>
                  </a:avLst>
                </a:prstGeom>
                <a:grpFill/>
                <a:ln>
                  <a:no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45720" tIns="91440" rIns="45720" bIns="45720" numCol="1" spcCol="1270" anchor="ctr" anchorCtr="0">
                  <a:normAutofit/>
                </a:bodyPr>
                <a:lstStyle/>
                <a:p>
                  <a:pPr lvl="0" algn="ctr" defTabSz="622300" rtl="1">
                    <a:lnSpc>
                      <a:spcPct val="90000"/>
                    </a:lnSpc>
                    <a:spcBef>
                      <a:spcPct val="0"/>
                    </a:spcBef>
                    <a:spcAft>
                      <a:spcPct val="35000"/>
                    </a:spcAft>
                  </a:pPr>
                  <a:r>
                    <a:rPr lang="ar-EG" sz="1400" b="1" dirty="0">
                      <a:solidFill>
                        <a:schemeClr val="tx1">
                          <a:lumMod val="85000"/>
                          <a:lumOff val="15000"/>
                        </a:schemeClr>
                      </a:solidFill>
                    </a:rPr>
                    <a:t>توفر أداة البنية المؤسسية</a:t>
                  </a:r>
                  <a:endParaRPr lang="ar-SA" sz="1400" b="1" dirty="0">
                    <a:solidFill>
                      <a:schemeClr val="tx1">
                        <a:lumMod val="85000"/>
                        <a:lumOff val="15000"/>
                      </a:schemeClr>
                    </a:solidFill>
                  </a:endParaRPr>
                </a:p>
              </p:txBody>
            </p:sp>
          </p:grpSp>
          <p:sp>
            <p:nvSpPr>
              <p:cNvPr id="19" name="Rounded Rectangle 107">
                <a:extLst>
                  <a:ext uri="{FF2B5EF4-FFF2-40B4-BE49-F238E27FC236}">
                    <a16:creationId xmlns:a16="http://schemas.microsoft.com/office/drawing/2014/main" id="{7A572AE5-7529-6727-4AE1-AA41A0D804BE}"/>
                  </a:ext>
                </a:extLst>
              </p:cNvPr>
              <p:cNvSpPr/>
              <p:nvPr/>
            </p:nvSpPr>
            <p:spPr>
              <a:xfrm>
                <a:off x="2036018" y="4187655"/>
                <a:ext cx="8119962" cy="258951"/>
              </a:xfrm>
              <a:prstGeom prst="rect">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rtl="1">
                  <a:lnSpc>
                    <a:spcPts val="1700"/>
                  </a:lnSpc>
                </a:pPr>
                <a:r>
                  <a:rPr lang="ar-EG" sz="1600" b="1" dirty="0">
                    <a:latin typeface="Sakkal Majalla" panose="02000000000000000000" pitchFamily="2" charset="-78"/>
                    <a:cs typeface="Sakkal Majalla" panose="02000000000000000000" pitchFamily="2" charset="-78"/>
                  </a:rPr>
                  <a:t>الأهداف  الاستراتيجية</a:t>
                </a:r>
                <a:endParaRPr lang="en-US" sz="1600" b="1" dirty="0">
                  <a:latin typeface="Sakkal Majalla" panose="02000000000000000000" pitchFamily="2" charset="-78"/>
                  <a:cs typeface="Sakkal Majalla" panose="02000000000000000000" pitchFamily="2" charset="-78"/>
                </a:endParaRPr>
              </a:p>
            </p:txBody>
          </p:sp>
          <p:sp>
            <p:nvSpPr>
              <p:cNvPr id="20" name="Rounded Rectangle 107">
                <a:extLst>
                  <a:ext uri="{FF2B5EF4-FFF2-40B4-BE49-F238E27FC236}">
                    <a16:creationId xmlns:a16="http://schemas.microsoft.com/office/drawing/2014/main" id="{309300B2-1E5E-0713-5445-0699AE28178D}"/>
                  </a:ext>
                </a:extLst>
              </p:cNvPr>
              <p:cNvSpPr/>
              <p:nvPr/>
            </p:nvSpPr>
            <p:spPr>
              <a:xfrm>
                <a:off x="2036018" y="5160560"/>
                <a:ext cx="8119962" cy="258951"/>
              </a:xfrm>
              <a:prstGeom prst="rect">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rtl="1">
                  <a:lnSpc>
                    <a:spcPts val="1700"/>
                  </a:lnSpc>
                </a:pPr>
                <a:r>
                  <a:rPr lang="ar-EG" sz="1600" b="1" dirty="0">
                    <a:latin typeface="Sakkal Majalla" panose="02000000000000000000" pitchFamily="2" charset="-78"/>
                    <a:cs typeface="Sakkal Majalla" panose="02000000000000000000" pitchFamily="2" charset="-78"/>
                  </a:rPr>
                  <a:t>الممكنات</a:t>
                </a:r>
                <a:endParaRPr lang="en-US" sz="1600" b="1" dirty="0">
                  <a:latin typeface="Sakkal Majalla" panose="02000000000000000000" pitchFamily="2" charset="-78"/>
                  <a:cs typeface="Sakkal Majalla" panose="02000000000000000000" pitchFamily="2" charset="-78"/>
                </a:endParaRPr>
              </a:p>
            </p:txBody>
          </p:sp>
          <p:grpSp>
            <p:nvGrpSpPr>
              <p:cNvPr id="43" name="Group 42">
                <a:extLst>
                  <a:ext uri="{FF2B5EF4-FFF2-40B4-BE49-F238E27FC236}">
                    <a16:creationId xmlns:a16="http://schemas.microsoft.com/office/drawing/2014/main" id="{779DEBB8-F631-5632-B389-49670F4CB015}"/>
                  </a:ext>
                </a:extLst>
              </p:cNvPr>
              <p:cNvGrpSpPr/>
              <p:nvPr/>
            </p:nvGrpSpPr>
            <p:grpSpPr>
              <a:xfrm>
                <a:off x="2141226" y="4523707"/>
                <a:ext cx="7909545" cy="548640"/>
                <a:chOff x="2036018" y="4534337"/>
                <a:chExt cx="8014754" cy="630846"/>
              </a:xfrm>
              <a:grpFill/>
            </p:grpSpPr>
            <p:sp>
              <p:nvSpPr>
                <p:cNvPr id="13" name="Rounded Rectangle 26">
                  <a:extLst>
                    <a:ext uri="{FF2B5EF4-FFF2-40B4-BE49-F238E27FC236}">
                      <a16:creationId xmlns:a16="http://schemas.microsoft.com/office/drawing/2014/main" id="{0A683C4D-66F0-997A-9174-C0EB74E02434}"/>
                    </a:ext>
                  </a:extLst>
                </p:cNvPr>
                <p:cNvSpPr>
                  <a:spLocks/>
                </p:cNvSpPr>
                <p:nvPr/>
              </p:nvSpPr>
              <p:spPr>
                <a:xfrm>
                  <a:off x="7451598" y="4534337"/>
                  <a:ext cx="1245279" cy="630846"/>
                </a:xfrm>
                <a:prstGeom prst="roundRect">
                  <a:avLst>
                    <a:gd name="adj" fmla="val 10193"/>
                  </a:avLst>
                </a:prstGeom>
                <a:grpFill/>
                <a:ln>
                  <a:no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45720" tIns="91440" rIns="45720" bIns="45720" numCol="1" spcCol="1270" anchor="ctr" anchorCtr="0">
                  <a:normAutofit fontScale="85000" lnSpcReduction="10000"/>
                </a:bodyPr>
                <a:lstStyle/>
                <a:p>
                  <a:pPr lvl="0" algn="ctr" defTabSz="622300" rtl="1">
                    <a:lnSpc>
                      <a:spcPct val="90000"/>
                    </a:lnSpc>
                    <a:spcBef>
                      <a:spcPct val="0"/>
                    </a:spcBef>
                    <a:spcAft>
                      <a:spcPct val="35000"/>
                    </a:spcAft>
                  </a:pPr>
                  <a:r>
                    <a:rPr lang="ar-EG" sz="1400" b="1" dirty="0">
                      <a:solidFill>
                        <a:schemeClr val="tx1">
                          <a:lumMod val="85000"/>
                          <a:lumOff val="15000"/>
                        </a:schemeClr>
                      </a:solidFill>
                    </a:rPr>
                    <a:t>تعزيز الكفاءة التشغيلية وكفاءة الانفاق</a:t>
                  </a:r>
                </a:p>
              </p:txBody>
            </p:sp>
            <p:sp>
              <p:nvSpPr>
                <p:cNvPr id="14" name="Rounded Rectangle 28">
                  <a:extLst>
                    <a:ext uri="{FF2B5EF4-FFF2-40B4-BE49-F238E27FC236}">
                      <a16:creationId xmlns:a16="http://schemas.microsoft.com/office/drawing/2014/main" id="{5F1E5B74-4810-CF90-E53B-CD7BAFE771C3}"/>
                    </a:ext>
                  </a:extLst>
                </p:cNvPr>
                <p:cNvSpPr>
                  <a:spLocks/>
                </p:cNvSpPr>
                <p:nvPr/>
              </p:nvSpPr>
              <p:spPr>
                <a:xfrm>
                  <a:off x="6097703" y="4534337"/>
                  <a:ext cx="1245279" cy="630846"/>
                </a:xfrm>
                <a:prstGeom prst="roundRect">
                  <a:avLst>
                    <a:gd name="adj" fmla="val 10193"/>
                  </a:avLst>
                </a:prstGeom>
                <a:grpFill/>
                <a:ln>
                  <a:no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45720" tIns="91440" rIns="45720" bIns="45720" numCol="1" spcCol="1270" anchor="ctr" anchorCtr="0">
                  <a:normAutofit/>
                </a:bodyPr>
                <a:lstStyle/>
                <a:p>
                  <a:pPr marL="0" lvl="1" algn="ctr" rtl="1"/>
                  <a:r>
                    <a:rPr lang="ar-EG" sz="1400" b="1" dirty="0">
                      <a:solidFill>
                        <a:schemeClr val="tx1"/>
                      </a:solidFill>
                      <a:latin typeface="Sakkal Majalla" panose="02000000000000000000" pitchFamily="2" charset="-78"/>
                      <a:cs typeface="Sakkal Majalla" panose="02000000000000000000" pitchFamily="2" charset="-78"/>
                    </a:rPr>
                    <a:t>تمكين التحول الرقمي </a:t>
                  </a:r>
                </a:p>
              </p:txBody>
            </p:sp>
            <p:sp>
              <p:nvSpPr>
                <p:cNvPr id="15" name="Rounded Rectangle 10">
                  <a:extLst>
                    <a:ext uri="{FF2B5EF4-FFF2-40B4-BE49-F238E27FC236}">
                      <a16:creationId xmlns:a16="http://schemas.microsoft.com/office/drawing/2014/main" id="{7BE0D06C-D621-8C6E-B20A-D97602F9EC17}"/>
                    </a:ext>
                  </a:extLst>
                </p:cNvPr>
                <p:cNvSpPr>
                  <a:spLocks/>
                </p:cNvSpPr>
                <p:nvPr/>
              </p:nvSpPr>
              <p:spPr>
                <a:xfrm>
                  <a:off x="8805493" y="4534337"/>
                  <a:ext cx="1245279" cy="630846"/>
                </a:xfrm>
                <a:prstGeom prst="roundRect">
                  <a:avLst>
                    <a:gd name="adj" fmla="val 10193"/>
                  </a:avLst>
                </a:prstGeom>
                <a:grpFill/>
                <a:ln>
                  <a:no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45720" tIns="91440" rIns="45720" bIns="45720" numCol="1" spcCol="1270" anchor="ctr" anchorCtr="0">
                  <a:normAutofit/>
                </a:bodyPr>
                <a:lstStyle/>
                <a:p>
                  <a:pPr marL="0" lvl="1" algn="ctr" rtl="1"/>
                  <a:r>
                    <a:rPr lang="ar-EG" sz="1400" b="1" dirty="0">
                      <a:solidFill>
                        <a:schemeClr val="tx1"/>
                      </a:solidFill>
                      <a:latin typeface="Sakkal Majalla" panose="02000000000000000000" pitchFamily="2" charset="-78"/>
                      <a:cs typeface="Sakkal Majalla" panose="02000000000000000000" pitchFamily="2" charset="-78"/>
                    </a:rPr>
                    <a:t>دعم اتخاذ القرارات </a:t>
                  </a:r>
                </a:p>
              </p:txBody>
            </p:sp>
            <p:sp>
              <p:nvSpPr>
                <p:cNvPr id="16" name="Rounded Rectangle 26">
                  <a:extLst>
                    <a:ext uri="{FF2B5EF4-FFF2-40B4-BE49-F238E27FC236}">
                      <a16:creationId xmlns:a16="http://schemas.microsoft.com/office/drawing/2014/main" id="{7D5AFEA2-EE6B-6BF5-D428-2D0A67585B1E}"/>
                    </a:ext>
                  </a:extLst>
                </p:cNvPr>
                <p:cNvSpPr>
                  <a:spLocks/>
                </p:cNvSpPr>
                <p:nvPr/>
              </p:nvSpPr>
              <p:spPr>
                <a:xfrm>
                  <a:off x="4743808" y="4534337"/>
                  <a:ext cx="1245279" cy="630846"/>
                </a:xfrm>
                <a:prstGeom prst="roundRect">
                  <a:avLst>
                    <a:gd name="adj" fmla="val 10193"/>
                  </a:avLst>
                </a:prstGeom>
                <a:grpFill/>
                <a:ln>
                  <a:no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45720" tIns="91440" rIns="45720" bIns="45720" numCol="1" spcCol="1270" anchor="ctr" anchorCtr="0">
                  <a:normAutofit lnSpcReduction="10000"/>
                </a:bodyPr>
                <a:lstStyle/>
                <a:p>
                  <a:pPr lvl="0" algn="ctr" defTabSz="622300" rtl="1">
                    <a:lnSpc>
                      <a:spcPct val="90000"/>
                    </a:lnSpc>
                    <a:spcBef>
                      <a:spcPct val="0"/>
                    </a:spcBef>
                    <a:spcAft>
                      <a:spcPct val="35000"/>
                    </a:spcAft>
                  </a:pPr>
                  <a:r>
                    <a:rPr lang="ar-EG" sz="1400" b="1" dirty="0">
                      <a:solidFill>
                        <a:schemeClr val="tx1">
                          <a:lumMod val="85000"/>
                          <a:lumOff val="15000"/>
                        </a:schemeClr>
                      </a:solidFill>
                    </a:rPr>
                    <a:t>دعم تحسين تجربة المستفيد  </a:t>
                  </a:r>
                </a:p>
              </p:txBody>
            </p:sp>
            <p:sp>
              <p:nvSpPr>
                <p:cNvPr id="17" name="Rounded Rectangle 28">
                  <a:extLst>
                    <a:ext uri="{FF2B5EF4-FFF2-40B4-BE49-F238E27FC236}">
                      <a16:creationId xmlns:a16="http://schemas.microsoft.com/office/drawing/2014/main" id="{22909354-4D29-C133-54B8-92264CEE80EC}"/>
                    </a:ext>
                  </a:extLst>
                </p:cNvPr>
                <p:cNvSpPr>
                  <a:spLocks/>
                </p:cNvSpPr>
                <p:nvPr/>
              </p:nvSpPr>
              <p:spPr>
                <a:xfrm>
                  <a:off x="2036018" y="4534337"/>
                  <a:ext cx="1245279" cy="630846"/>
                </a:xfrm>
                <a:prstGeom prst="roundRect">
                  <a:avLst>
                    <a:gd name="adj" fmla="val 10193"/>
                  </a:avLst>
                </a:prstGeom>
                <a:grpFill/>
                <a:ln>
                  <a:no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45720" tIns="91440" rIns="45720" bIns="45720" numCol="1" spcCol="1270" anchor="ctr" anchorCtr="0">
                  <a:normAutofit lnSpcReduction="10000"/>
                </a:bodyPr>
                <a:lstStyle/>
                <a:p>
                  <a:pPr lvl="0" algn="ctr" defTabSz="622300" rtl="1">
                    <a:lnSpc>
                      <a:spcPct val="90000"/>
                    </a:lnSpc>
                    <a:spcBef>
                      <a:spcPct val="0"/>
                    </a:spcBef>
                    <a:spcAft>
                      <a:spcPct val="35000"/>
                    </a:spcAft>
                  </a:pPr>
                  <a:r>
                    <a:rPr lang="ar-EG" sz="1400" b="1" dirty="0">
                      <a:solidFill>
                        <a:schemeClr val="tx1">
                          <a:lumMod val="85000"/>
                          <a:lumOff val="15000"/>
                        </a:schemeClr>
                      </a:solidFill>
                    </a:rPr>
                    <a:t>المواءمة الاستراتيجية</a:t>
                  </a:r>
                </a:p>
              </p:txBody>
            </p:sp>
            <p:sp>
              <p:nvSpPr>
                <p:cNvPr id="24" name="Rounded Rectangle 28">
                  <a:extLst>
                    <a:ext uri="{FF2B5EF4-FFF2-40B4-BE49-F238E27FC236}">
                      <a16:creationId xmlns:a16="http://schemas.microsoft.com/office/drawing/2014/main" id="{065D91F9-5013-87D8-C6C1-2D9AEC067DDE}"/>
                    </a:ext>
                  </a:extLst>
                </p:cNvPr>
                <p:cNvSpPr>
                  <a:spLocks/>
                </p:cNvSpPr>
                <p:nvPr/>
              </p:nvSpPr>
              <p:spPr>
                <a:xfrm>
                  <a:off x="3389913" y="4534337"/>
                  <a:ext cx="1245279" cy="630846"/>
                </a:xfrm>
                <a:prstGeom prst="roundRect">
                  <a:avLst>
                    <a:gd name="adj" fmla="val 10193"/>
                  </a:avLst>
                </a:prstGeom>
                <a:grpFill/>
                <a:ln>
                  <a:no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45720" tIns="91440" rIns="45720" bIns="45720" numCol="1" spcCol="1270" anchor="ctr" anchorCtr="0">
                  <a:normAutofit lnSpcReduction="10000"/>
                </a:bodyPr>
                <a:lstStyle/>
                <a:p>
                  <a:pPr lvl="0" algn="ctr" defTabSz="622300" rtl="1">
                    <a:lnSpc>
                      <a:spcPct val="90000"/>
                    </a:lnSpc>
                    <a:spcBef>
                      <a:spcPct val="0"/>
                    </a:spcBef>
                    <a:spcAft>
                      <a:spcPct val="35000"/>
                    </a:spcAft>
                  </a:pPr>
                  <a:r>
                    <a:rPr lang="ar-EG" sz="1400" b="1" dirty="0">
                      <a:solidFill>
                        <a:schemeClr val="tx1">
                          <a:lumMod val="85000"/>
                          <a:lumOff val="15000"/>
                        </a:schemeClr>
                      </a:solidFill>
                    </a:rPr>
                    <a:t>تعزيز الحوكمة المؤسسية</a:t>
                  </a:r>
                </a:p>
              </p:txBody>
            </p:sp>
          </p:grpSp>
          <p:sp>
            <p:nvSpPr>
              <p:cNvPr id="38" name="TextBox 37">
                <a:extLst>
                  <a:ext uri="{FF2B5EF4-FFF2-40B4-BE49-F238E27FC236}">
                    <a16:creationId xmlns:a16="http://schemas.microsoft.com/office/drawing/2014/main" id="{9FFB28F1-72EA-9BB3-75B0-245B4D609396}"/>
                  </a:ext>
                </a:extLst>
              </p:cNvPr>
              <p:cNvSpPr txBox="1"/>
              <p:nvPr/>
            </p:nvSpPr>
            <p:spPr>
              <a:xfrm>
                <a:off x="4586421" y="1200921"/>
                <a:ext cx="2966844" cy="362652"/>
              </a:xfrm>
              <a:prstGeom prst="roundRect">
                <a:avLst/>
              </a:prstGeom>
              <a:grpFill/>
            </p:spPr>
            <p:txBody>
              <a:bodyPr wrap="square" anchor="ctr" anchorCtr="0">
                <a:spAutoFit/>
              </a:bodyPr>
              <a:lstStyle/>
              <a:p>
                <a:pPr algn="ctr">
                  <a:lnSpc>
                    <a:spcPct val="80000"/>
                  </a:lnSpc>
                </a:pPr>
                <a:r>
                  <a:rPr lang="ar-EG" b="1" dirty="0">
                    <a:solidFill>
                      <a:schemeClr val="bg1"/>
                    </a:solidFill>
                  </a:rPr>
                  <a:t>الرؤيــــة</a:t>
                </a:r>
              </a:p>
            </p:txBody>
          </p:sp>
          <p:sp>
            <p:nvSpPr>
              <p:cNvPr id="39" name="TextBox 38">
                <a:extLst>
                  <a:ext uri="{FF2B5EF4-FFF2-40B4-BE49-F238E27FC236}">
                    <a16:creationId xmlns:a16="http://schemas.microsoft.com/office/drawing/2014/main" id="{3782DAE4-0EC8-C279-A339-9FC69682F32F}"/>
                  </a:ext>
                </a:extLst>
              </p:cNvPr>
              <p:cNvSpPr txBox="1"/>
              <p:nvPr/>
            </p:nvSpPr>
            <p:spPr>
              <a:xfrm>
                <a:off x="3632791" y="2152387"/>
                <a:ext cx="4926418" cy="717119"/>
              </a:xfrm>
              <a:prstGeom prst="rect">
                <a:avLst/>
              </a:prstGeom>
              <a:grpFill/>
            </p:spPr>
            <p:txBody>
              <a:bodyPr wrap="square">
                <a:spAutoFit/>
              </a:bodyPr>
              <a:lstStyle/>
              <a:p>
                <a:pPr algn="ctr" rtl="1">
                  <a:lnSpc>
                    <a:spcPct val="80000"/>
                  </a:lnSpc>
                </a:pPr>
                <a:r>
                  <a:rPr lang="ar-EG" sz="1400" b="1" dirty="0">
                    <a:solidFill>
                      <a:schemeClr val="bg1"/>
                    </a:solidFill>
                  </a:rPr>
                  <a:t>الرسالة: </a:t>
                </a:r>
              </a:p>
              <a:p>
                <a:pPr algn="ctr" rtl="1">
                  <a:lnSpc>
                    <a:spcPct val="80000"/>
                  </a:lnSpc>
                </a:pPr>
                <a:r>
                  <a:rPr lang="ar-EG" sz="1200" b="1" dirty="0">
                    <a:solidFill>
                      <a:schemeClr val="bg1"/>
                    </a:solidFill>
                  </a:rPr>
                  <a:t>تمكين الهيئة من تحقيق أهدافها الاستراتيجية من خلال تبني أفضل ممارسات البنية المؤسسية، وتحسين تجربة المستفيد، وتعزيز الكفاءة التشغيلية، وتطوير المهارات المؤسسية، ورفع كفاءة الإنفاق والقيمة المضافة عبر تفعيل الابتكار، مما يعزز التحول الرقمي والاستخدام الأمثل للبيانات</a:t>
                </a:r>
              </a:p>
            </p:txBody>
          </p:sp>
          <p:grpSp>
            <p:nvGrpSpPr>
              <p:cNvPr id="40" name="Group 39">
                <a:extLst>
                  <a:ext uri="{FF2B5EF4-FFF2-40B4-BE49-F238E27FC236}">
                    <a16:creationId xmlns:a16="http://schemas.microsoft.com/office/drawing/2014/main" id="{BD80C3ED-13F0-9849-ED22-304CFBCD5762}"/>
                  </a:ext>
                </a:extLst>
              </p:cNvPr>
              <p:cNvGrpSpPr/>
              <p:nvPr/>
            </p:nvGrpSpPr>
            <p:grpSpPr>
              <a:xfrm>
                <a:off x="2141228" y="3492475"/>
                <a:ext cx="7909544" cy="566520"/>
                <a:chOff x="2047283" y="3476525"/>
                <a:chExt cx="8091425" cy="566520"/>
              </a:xfrm>
              <a:grpFill/>
            </p:grpSpPr>
            <p:sp>
              <p:nvSpPr>
                <p:cNvPr id="5" name="Rounded Rectangle 26">
                  <a:extLst>
                    <a:ext uri="{FF2B5EF4-FFF2-40B4-BE49-F238E27FC236}">
                      <a16:creationId xmlns:a16="http://schemas.microsoft.com/office/drawing/2014/main" id="{0D812FF7-38CF-761B-C784-B7F7CC8F601F}"/>
                    </a:ext>
                  </a:extLst>
                </p:cNvPr>
                <p:cNvSpPr/>
                <p:nvPr/>
              </p:nvSpPr>
              <p:spPr>
                <a:xfrm>
                  <a:off x="6119755" y="3485402"/>
                  <a:ext cx="1982718" cy="550972"/>
                </a:xfrm>
                <a:prstGeom prst="roundRect">
                  <a:avLst>
                    <a:gd name="adj" fmla="val 10193"/>
                  </a:avLst>
                </a:prstGeom>
                <a:grpFill/>
                <a:ln>
                  <a:no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45720" tIns="91440" rIns="45720" bIns="45720" numCol="1" spcCol="1270" anchor="ctr" anchorCtr="0">
                  <a:normAutofit/>
                </a:bodyPr>
                <a:lstStyle/>
                <a:p>
                  <a:pPr lvl="0" algn="ctr" defTabSz="622300" rtl="1">
                    <a:lnSpc>
                      <a:spcPct val="90000"/>
                    </a:lnSpc>
                    <a:spcBef>
                      <a:spcPct val="0"/>
                    </a:spcBef>
                    <a:spcAft>
                      <a:spcPct val="35000"/>
                    </a:spcAft>
                  </a:pPr>
                  <a:r>
                    <a:rPr lang="ar-EG" sz="1400" b="1" dirty="0">
                      <a:solidFill>
                        <a:schemeClr val="tx1">
                          <a:lumMod val="85000"/>
                          <a:lumOff val="15000"/>
                        </a:schemeClr>
                      </a:solidFill>
                    </a:rPr>
                    <a:t>خدمات رقمية مبتكرة</a:t>
                  </a:r>
                  <a:endParaRPr lang="ar-SA" sz="1400" b="1" dirty="0">
                    <a:solidFill>
                      <a:schemeClr val="tx1">
                        <a:lumMod val="85000"/>
                        <a:lumOff val="15000"/>
                      </a:schemeClr>
                    </a:solidFill>
                  </a:endParaRPr>
                </a:p>
              </p:txBody>
            </p:sp>
            <p:sp>
              <p:nvSpPr>
                <p:cNvPr id="6" name="Rounded Rectangle 28">
                  <a:extLst>
                    <a:ext uri="{FF2B5EF4-FFF2-40B4-BE49-F238E27FC236}">
                      <a16:creationId xmlns:a16="http://schemas.microsoft.com/office/drawing/2014/main" id="{EB35D5C3-E126-CA1D-83FA-FDB8E095B3D0}"/>
                    </a:ext>
                  </a:extLst>
                </p:cNvPr>
                <p:cNvSpPr/>
                <p:nvPr/>
              </p:nvSpPr>
              <p:spPr>
                <a:xfrm>
                  <a:off x="4083519" y="3476525"/>
                  <a:ext cx="1982718" cy="550972"/>
                </a:xfrm>
                <a:prstGeom prst="roundRect">
                  <a:avLst>
                    <a:gd name="adj" fmla="val 10193"/>
                  </a:avLst>
                </a:prstGeom>
                <a:grpFill/>
                <a:ln>
                  <a:no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45720" tIns="91440" rIns="45720" bIns="45720" numCol="1" spcCol="1270" anchor="ctr" anchorCtr="0">
                  <a:normAutofit/>
                </a:bodyPr>
                <a:lstStyle/>
                <a:p>
                  <a:pPr lvl="0" algn="ctr" defTabSz="622300" rtl="1">
                    <a:lnSpc>
                      <a:spcPct val="90000"/>
                    </a:lnSpc>
                    <a:spcBef>
                      <a:spcPct val="0"/>
                    </a:spcBef>
                    <a:spcAft>
                      <a:spcPct val="35000"/>
                    </a:spcAft>
                  </a:pPr>
                  <a:r>
                    <a:rPr lang="ar-EG" sz="1400" b="1" dirty="0">
                      <a:solidFill>
                        <a:schemeClr val="tx1">
                          <a:lumMod val="85000"/>
                          <a:lumOff val="15000"/>
                        </a:schemeClr>
                      </a:solidFill>
                    </a:rPr>
                    <a:t>رفع كفاءة الإجراءات</a:t>
                  </a:r>
                  <a:endParaRPr lang="ar-SA" sz="1400" b="1" dirty="0">
                    <a:solidFill>
                      <a:schemeClr val="tx1">
                        <a:lumMod val="85000"/>
                        <a:lumOff val="15000"/>
                      </a:schemeClr>
                    </a:solidFill>
                  </a:endParaRPr>
                </a:p>
              </p:txBody>
            </p:sp>
            <p:sp>
              <p:nvSpPr>
                <p:cNvPr id="7" name="Rounded Rectangle 10">
                  <a:extLst>
                    <a:ext uri="{FF2B5EF4-FFF2-40B4-BE49-F238E27FC236}">
                      <a16:creationId xmlns:a16="http://schemas.microsoft.com/office/drawing/2014/main" id="{2755D9F1-39AF-3156-5F72-FD8F6951DAC1}"/>
                    </a:ext>
                  </a:extLst>
                </p:cNvPr>
                <p:cNvSpPr/>
                <p:nvPr/>
              </p:nvSpPr>
              <p:spPr>
                <a:xfrm>
                  <a:off x="8155990" y="3492073"/>
                  <a:ext cx="1982718" cy="550972"/>
                </a:xfrm>
                <a:prstGeom prst="roundRect">
                  <a:avLst>
                    <a:gd name="adj" fmla="val 10193"/>
                  </a:avLst>
                </a:prstGeom>
                <a:grpFill/>
                <a:ln>
                  <a:no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45720" tIns="91440" rIns="45720" bIns="45720" numCol="1" spcCol="1270" anchor="ctr" anchorCtr="0">
                  <a:normAutofit/>
                </a:bodyPr>
                <a:lstStyle/>
                <a:p>
                  <a:pPr lvl="0" algn="ctr" defTabSz="622300" rtl="1">
                    <a:lnSpc>
                      <a:spcPct val="90000"/>
                    </a:lnSpc>
                    <a:spcBef>
                      <a:spcPct val="0"/>
                    </a:spcBef>
                    <a:spcAft>
                      <a:spcPct val="35000"/>
                    </a:spcAft>
                  </a:pPr>
                  <a:r>
                    <a:rPr lang="ar-EG" sz="1400" b="1" dirty="0">
                      <a:solidFill>
                        <a:schemeClr val="tx1">
                          <a:lumMod val="85000"/>
                          <a:lumOff val="15000"/>
                        </a:schemeClr>
                      </a:solidFill>
                    </a:rPr>
                    <a:t>تجربة المستفيد</a:t>
                  </a:r>
                  <a:endParaRPr lang="ar-SA" sz="1400" b="1" dirty="0">
                    <a:solidFill>
                      <a:schemeClr val="tx1">
                        <a:lumMod val="85000"/>
                        <a:lumOff val="15000"/>
                      </a:schemeClr>
                    </a:solidFill>
                  </a:endParaRPr>
                </a:p>
              </p:txBody>
            </p:sp>
            <p:sp>
              <p:nvSpPr>
                <p:cNvPr id="9" name="Rounded Rectangle 28">
                  <a:extLst>
                    <a:ext uri="{FF2B5EF4-FFF2-40B4-BE49-F238E27FC236}">
                      <a16:creationId xmlns:a16="http://schemas.microsoft.com/office/drawing/2014/main" id="{7EEBBC03-CA92-BC2C-E181-57EF8B1008BE}"/>
                    </a:ext>
                  </a:extLst>
                </p:cNvPr>
                <p:cNvSpPr/>
                <p:nvPr/>
              </p:nvSpPr>
              <p:spPr>
                <a:xfrm>
                  <a:off x="2047283" y="3481226"/>
                  <a:ext cx="1982718" cy="550972"/>
                </a:xfrm>
                <a:prstGeom prst="roundRect">
                  <a:avLst>
                    <a:gd name="adj" fmla="val 10193"/>
                  </a:avLst>
                </a:prstGeom>
                <a:grpFill/>
                <a:ln>
                  <a:no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45720" tIns="91440" rIns="45720" bIns="45720" numCol="1" spcCol="1270" anchor="ctr" anchorCtr="0">
                  <a:normAutofit/>
                </a:bodyPr>
                <a:lstStyle/>
                <a:p>
                  <a:pPr lvl="0" algn="ctr" defTabSz="622300" rtl="1">
                    <a:lnSpc>
                      <a:spcPct val="90000"/>
                    </a:lnSpc>
                    <a:spcBef>
                      <a:spcPct val="0"/>
                    </a:spcBef>
                    <a:spcAft>
                      <a:spcPct val="35000"/>
                    </a:spcAft>
                  </a:pPr>
                  <a:r>
                    <a:rPr lang="ar-EG" sz="1400" b="1" dirty="0">
                      <a:solidFill>
                        <a:schemeClr val="tx1">
                          <a:lumMod val="85000"/>
                          <a:lumOff val="15000"/>
                        </a:schemeClr>
                      </a:solidFill>
                    </a:rPr>
                    <a:t>الاستدامة المالية</a:t>
                  </a:r>
                  <a:endParaRPr lang="ar-SA" sz="1400" b="1" dirty="0">
                    <a:solidFill>
                      <a:schemeClr val="tx1">
                        <a:lumMod val="85000"/>
                        <a:lumOff val="15000"/>
                      </a:schemeClr>
                    </a:solidFill>
                  </a:endParaRPr>
                </a:p>
              </p:txBody>
            </p:sp>
          </p:grpSp>
        </p:grpSp>
      </p:grpSp>
      <p:sp>
        <p:nvSpPr>
          <p:cNvPr id="22" name="Slide Number Placeholder 21">
            <a:extLst>
              <a:ext uri="{FF2B5EF4-FFF2-40B4-BE49-F238E27FC236}">
                <a16:creationId xmlns:a16="http://schemas.microsoft.com/office/drawing/2014/main" id="{85D7809D-95E1-3591-A989-E445C7E2B38C}"/>
              </a:ext>
            </a:extLst>
          </p:cNvPr>
          <p:cNvSpPr>
            <a:spLocks noGrp="1"/>
          </p:cNvSpPr>
          <p:nvPr>
            <p:ph type="sldNum" sz="quarter" idx="12"/>
          </p:nvPr>
        </p:nvSpPr>
        <p:spPr/>
        <p:txBody>
          <a:bodyPr/>
          <a:lstStyle/>
          <a:p>
            <a:fld id="{0BE4EC83-A869-464E-AE9F-881796FB085E}" type="slidenum">
              <a:rPr lang="en-US" smtClean="0"/>
              <a:t>46</a:t>
            </a:fld>
            <a:endParaRPr lang="en-US"/>
          </a:p>
        </p:txBody>
      </p:sp>
      <p:sp>
        <p:nvSpPr>
          <p:cNvPr id="3" name="TextBox 2">
            <a:extLst>
              <a:ext uri="{FF2B5EF4-FFF2-40B4-BE49-F238E27FC236}">
                <a16:creationId xmlns:a16="http://schemas.microsoft.com/office/drawing/2014/main" id="{C9F052C1-2DBD-EBFA-2280-ACC09DA20385}"/>
              </a:ext>
            </a:extLst>
          </p:cNvPr>
          <p:cNvSpPr txBox="1"/>
          <p:nvPr/>
        </p:nvSpPr>
        <p:spPr>
          <a:xfrm>
            <a:off x="5178396" y="1623903"/>
            <a:ext cx="1887523" cy="738664"/>
          </a:xfrm>
          <a:prstGeom prst="rect">
            <a:avLst/>
          </a:prstGeom>
          <a:noFill/>
        </p:spPr>
        <p:txBody>
          <a:bodyPr wrap="square" rtlCol="0">
            <a:spAutoFit/>
          </a:bodyPr>
          <a:lstStyle/>
          <a:p>
            <a:pPr algn="ctr" rtl="1"/>
            <a:r>
              <a:rPr lang="ar-EG" sz="800" b="1" dirty="0">
                <a:solidFill>
                  <a:schemeClr val="bg1"/>
                </a:solidFill>
              </a:rPr>
              <a:t>الريادة في بنية مؤسسية مستدامة ومبتكرة تمكّن المواءمة بين الأعمال والتقنية، وتُسرّع التحول الرقمي، وتُعظّم القيمة المؤسسية، وتعزز الأثر المستدام</a:t>
            </a:r>
          </a:p>
          <a:p>
            <a:endParaRPr lang="en-US" dirty="0"/>
          </a:p>
        </p:txBody>
      </p:sp>
    </p:spTree>
    <p:extLst>
      <p:ext uri="{BB962C8B-B14F-4D97-AF65-F5344CB8AC3E}">
        <p14:creationId xmlns:p14="http://schemas.microsoft.com/office/powerpoint/2010/main" val="37381870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54DD2-718A-0781-8B00-5348A41970EF}"/>
              </a:ext>
            </a:extLst>
          </p:cNvPr>
          <p:cNvSpPr>
            <a:spLocks noGrp="1"/>
          </p:cNvSpPr>
          <p:nvPr>
            <p:ph type="title"/>
          </p:nvPr>
        </p:nvSpPr>
        <p:spPr/>
        <p:txBody>
          <a:bodyPr/>
          <a:lstStyle/>
          <a:p>
            <a:r>
              <a:rPr lang="ar-EG" dirty="0"/>
              <a:t>أهم الفوائد المتوقعة من تنفيذ استراتيجية البنية المؤسسية</a:t>
            </a:r>
            <a:endParaRPr lang="en-GB" dirty="0"/>
          </a:p>
        </p:txBody>
      </p:sp>
      <p:grpSp>
        <p:nvGrpSpPr>
          <p:cNvPr id="162" name="Group 161">
            <a:extLst>
              <a:ext uri="{FF2B5EF4-FFF2-40B4-BE49-F238E27FC236}">
                <a16:creationId xmlns:a16="http://schemas.microsoft.com/office/drawing/2014/main" id="{A59661D7-E4D7-7889-8690-139300FD1519}"/>
              </a:ext>
            </a:extLst>
          </p:cNvPr>
          <p:cNvGrpSpPr/>
          <p:nvPr/>
        </p:nvGrpSpPr>
        <p:grpSpPr>
          <a:xfrm>
            <a:off x="608838" y="1635871"/>
            <a:ext cx="10974324" cy="3928872"/>
            <a:chOff x="608838" y="1635871"/>
            <a:chExt cx="10974324" cy="3928872"/>
          </a:xfrm>
        </p:grpSpPr>
        <p:pic>
          <p:nvPicPr>
            <p:cNvPr id="161" name="Picture 160">
              <a:extLst>
                <a:ext uri="{FF2B5EF4-FFF2-40B4-BE49-F238E27FC236}">
                  <a16:creationId xmlns:a16="http://schemas.microsoft.com/office/drawing/2014/main" id="{C70F211E-329A-665B-51D7-F3D65C1D1AFB}"/>
                </a:ext>
              </a:extLst>
            </p:cNvPr>
            <p:cNvPicPr>
              <a:picLocks noChangeAspect="1"/>
            </p:cNvPicPr>
            <p:nvPr/>
          </p:nvPicPr>
          <p:blipFill>
            <a:blip r:embed="rId2"/>
            <a:stretch>
              <a:fillRect/>
            </a:stretch>
          </p:blipFill>
          <p:spPr>
            <a:xfrm>
              <a:off x="608838" y="1635871"/>
              <a:ext cx="10974324" cy="3928872"/>
            </a:xfrm>
            <a:prstGeom prst="rect">
              <a:avLst/>
            </a:prstGeom>
          </p:spPr>
        </p:pic>
        <p:sp>
          <p:nvSpPr>
            <p:cNvPr id="8" name="TextBox 7">
              <a:extLst>
                <a:ext uri="{FF2B5EF4-FFF2-40B4-BE49-F238E27FC236}">
                  <a16:creationId xmlns:a16="http://schemas.microsoft.com/office/drawing/2014/main" id="{35235D4D-534D-769D-E343-7C00043FFAE8}"/>
                </a:ext>
              </a:extLst>
            </p:cNvPr>
            <p:cNvSpPr txBox="1"/>
            <p:nvPr/>
          </p:nvSpPr>
          <p:spPr>
            <a:xfrm>
              <a:off x="6961833" y="1656392"/>
              <a:ext cx="3256055" cy="400110"/>
            </a:xfrm>
            <a:prstGeom prst="rect">
              <a:avLst/>
            </a:prstGeom>
            <a:noFill/>
          </p:spPr>
          <p:txBody>
            <a:bodyPr wrap="square" rtlCol="0">
              <a:spAutoFit/>
            </a:bodyPr>
            <a:lstStyle/>
            <a:p>
              <a:pPr algn="r" rtl="1"/>
              <a:r>
                <a:rPr lang="ar-EG" sz="2000" b="1" dirty="0">
                  <a:solidFill>
                    <a:schemeClr val="accent1"/>
                  </a:solidFill>
                  <a:latin typeface="Sakkal Majalla" panose="02000000000000000000" pitchFamily="2" charset="-78"/>
                  <a:cs typeface="Sakkal Majalla" panose="02000000000000000000" pitchFamily="2" charset="-78"/>
                </a:rPr>
                <a:t>دعم اتخاذ القرار</a:t>
              </a:r>
              <a:endParaRPr lang="en-US" sz="2000" b="1" dirty="0">
                <a:solidFill>
                  <a:schemeClr val="accent1"/>
                </a:solidFill>
                <a:latin typeface="Sakkal Majalla" panose="02000000000000000000" pitchFamily="2" charset="-78"/>
                <a:cs typeface="Sakkal Majalla" panose="02000000000000000000" pitchFamily="2" charset="-78"/>
              </a:endParaRPr>
            </a:p>
          </p:txBody>
        </p:sp>
        <p:sp>
          <p:nvSpPr>
            <p:cNvPr id="9" name="Rectangle 8">
              <a:extLst>
                <a:ext uri="{FF2B5EF4-FFF2-40B4-BE49-F238E27FC236}">
                  <a16:creationId xmlns:a16="http://schemas.microsoft.com/office/drawing/2014/main" id="{FB08151A-5547-6556-4FA7-CA0ADE5ABFD0}"/>
                </a:ext>
              </a:extLst>
            </p:cNvPr>
            <p:cNvSpPr/>
            <p:nvPr/>
          </p:nvSpPr>
          <p:spPr>
            <a:xfrm>
              <a:off x="6961833" y="2008730"/>
              <a:ext cx="3256055" cy="649409"/>
            </a:xfrm>
            <a:prstGeom prst="rect">
              <a:avLst/>
            </a:prstGeom>
            <a:noFill/>
          </p:spPr>
          <p:txBody>
            <a:bodyPr wrap="square" bIns="0">
              <a:normAutofit/>
            </a:bodyPr>
            <a:lstStyle/>
            <a:p>
              <a:pPr algn="just" rtl="1">
                <a:lnSpc>
                  <a:spcPct val="80000"/>
                </a:lnSpc>
              </a:pPr>
              <a:r>
                <a:rPr lang="ar-EG" sz="1600" dirty="0">
                  <a:latin typeface="Sakkal Majalla" panose="02000000000000000000" pitchFamily="2" charset="-78"/>
                  <a:cs typeface="Sakkal Majalla" panose="02000000000000000000" pitchFamily="2" charset="-78"/>
                </a:rPr>
                <a:t>توفير معلومات متكاملة ودقيقة ومؤشرات أداء تساعد في اتخاذ القرارات عبر الاستفادة من البيانات وتقارير قياس الأثر</a:t>
              </a:r>
            </a:p>
          </p:txBody>
        </p:sp>
        <p:sp>
          <p:nvSpPr>
            <p:cNvPr id="17" name="TextBox 16">
              <a:extLst>
                <a:ext uri="{FF2B5EF4-FFF2-40B4-BE49-F238E27FC236}">
                  <a16:creationId xmlns:a16="http://schemas.microsoft.com/office/drawing/2014/main" id="{311883CD-4E02-546D-2A36-23F89CA86866}"/>
                </a:ext>
              </a:extLst>
            </p:cNvPr>
            <p:cNvSpPr txBox="1"/>
            <p:nvPr/>
          </p:nvSpPr>
          <p:spPr>
            <a:xfrm>
              <a:off x="7470425" y="3077415"/>
              <a:ext cx="3256055" cy="400110"/>
            </a:xfrm>
            <a:prstGeom prst="rect">
              <a:avLst/>
            </a:prstGeom>
            <a:noFill/>
          </p:spPr>
          <p:txBody>
            <a:bodyPr wrap="square" rtlCol="0">
              <a:spAutoFit/>
            </a:bodyPr>
            <a:lstStyle/>
            <a:p>
              <a:pPr algn="r" rtl="1"/>
              <a:r>
                <a:rPr lang="ar-EG" sz="2000" b="1" dirty="0">
                  <a:solidFill>
                    <a:schemeClr val="accent1"/>
                  </a:solidFill>
                  <a:latin typeface="Sakkal Majalla" panose="02000000000000000000" pitchFamily="2" charset="-78"/>
                  <a:cs typeface="Sakkal Majalla" panose="02000000000000000000" pitchFamily="2" charset="-78"/>
                </a:rPr>
                <a:t>استغلال التقنيات الناشئة</a:t>
              </a:r>
            </a:p>
          </p:txBody>
        </p:sp>
        <p:sp>
          <p:nvSpPr>
            <p:cNvPr id="18" name="Rectangle 17">
              <a:extLst>
                <a:ext uri="{FF2B5EF4-FFF2-40B4-BE49-F238E27FC236}">
                  <a16:creationId xmlns:a16="http://schemas.microsoft.com/office/drawing/2014/main" id="{DB42EE11-5E90-4FE2-5E6B-CEE4C64239C8}"/>
                </a:ext>
              </a:extLst>
            </p:cNvPr>
            <p:cNvSpPr/>
            <p:nvPr/>
          </p:nvSpPr>
          <p:spPr>
            <a:xfrm>
              <a:off x="7470425" y="3429753"/>
              <a:ext cx="3256055" cy="649409"/>
            </a:xfrm>
            <a:prstGeom prst="rect">
              <a:avLst/>
            </a:prstGeom>
            <a:noFill/>
          </p:spPr>
          <p:txBody>
            <a:bodyPr wrap="square" bIns="0">
              <a:normAutofit/>
            </a:bodyPr>
            <a:lstStyle/>
            <a:p>
              <a:pPr algn="just" rtl="1">
                <a:lnSpc>
                  <a:spcPct val="80000"/>
                </a:lnSpc>
              </a:pPr>
              <a:r>
                <a:rPr lang="ar-EG" sz="1600" dirty="0">
                  <a:latin typeface="Sakkal Majalla" panose="02000000000000000000" pitchFamily="2" charset="-78"/>
                  <a:cs typeface="Sakkal Majalla" panose="02000000000000000000" pitchFamily="2" charset="-78"/>
                </a:rPr>
                <a:t>استغلال التقنيات الناشئة مثل الذكاء الاصطناعي وإنترنت الأشياء لتحسين العمليات والخدمات، مما يعزز الكفاءة التشغيلية</a:t>
              </a:r>
            </a:p>
          </p:txBody>
        </p:sp>
        <p:sp>
          <p:nvSpPr>
            <p:cNvPr id="24" name="TextBox 23">
              <a:extLst>
                <a:ext uri="{FF2B5EF4-FFF2-40B4-BE49-F238E27FC236}">
                  <a16:creationId xmlns:a16="http://schemas.microsoft.com/office/drawing/2014/main" id="{4F91D893-172F-9FA4-62DA-29359474153A}"/>
                </a:ext>
              </a:extLst>
            </p:cNvPr>
            <p:cNvSpPr txBox="1"/>
            <p:nvPr/>
          </p:nvSpPr>
          <p:spPr>
            <a:xfrm>
              <a:off x="6961833" y="4498438"/>
              <a:ext cx="3256055" cy="400110"/>
            </a:xfrm>
            <a:prstGeom prst="rect">
              <a:avLst/>
            </a:prstGeom>
            <a:noFill/>
          </p:spPr>
          <p:txBody>
            <a:bodyPr wrap="square" rtlCol="0">
              <a:spAutoFit/>
            </a:bodyPr>
            <a:lstStyle/>
            <a:p>
              <a:pPr algn="r" rtl="1"/>
              <a:r>
                <a:rPr lang="ar-EG" sz="2000" b="1" dirty="0">
                  <a:solidFill>
                    <a:schemeClr val="accent1"/>
                  </a:solidFill>
                  <a:latin typeface="Sakkal Majalla" panose="02000000000000000000" pitchFamily="2" charset="-78"/>
                  <a:cs typeface="Sakkal Majalla" panose="02000000000000000000" pitchFamily="2" charset="-78"/>
                </a:rPr>
                <a:t>تكامل الأعمال وتقنية المعلومات</a:t>
              </a:r>
            </a:p>
          </p:txBody>
        </p:sp>
        <p:sp>
          <p:nvSpPr>
            <p:cNvPr id="25" name="Rectangle 24">
              <a:extLst>
                <a:ext uri="{FF2B5EF4-FFF2-40B4-BE49-F238E27FC236}">
                  <a16:creationId xmlns:a16="http://schemas.microsoft.com/office/drawing/2014/main" id="{DA55EE22-11F6-4DBB-8A3F-7672ED1EA949}"/>
                </a:ext>
              </a:extLst>
            </p:cNvPr>
            <p:cNvSpPr/>
            <p:nvPr/>
          </p:nvSpPr>
          <p:spPr>
            <a:xfrm>
              <a:off x="6961833" y="4850776"/>
              <a:ext cx="3256055" cy="649409"/>
            </a:xfrm>
            <a:prstGeom prst="rect">
              <a:avLst/>
            </a:prstGeom>
            <a:noFill/>
          </p:spPr>
          <p:txBody>
            <a:bodyPr wrap="square" bIns="0">
              <a:normAutofit/>
            </a:bodyPr>
            <a:lstStyle/>
            <a:p>
              <a:pPr algn="just" rtl="1">
                <a:lnSpc>
                  <a:spcPct val="80000"/>
                </a:lnSpc>
              </a:pPr>
              <a:r>
                <a:rPr lang="ar-EG" sz="1600" dirty="0">
                  <a:latin typeface="Sakkal Majalla" panose="02000000000000000000" pitchFamily="2" charset="-78"/>
                  <a:cs typeface="Sakkal Majalla" panose="02000000000000000000" pitchFamily="2" charset="-78"/>
                </a:rPr>
                <a:t>تحقيق التكامل بين قطاع الأعمال وتقنية المعلومات وموائمة خطط التحول الرقمي مع المبادرات الوطنية</a:t>
              </a:r>
            </a:p>
          </p:txBody>
        </p:sp>
        <p:sp>
          <p:nvSpPr>
            <p:cNvPr id="38" name="TextBox 37">
              <a:extLst>
                <a:ext uri="{FF2B5EF4-FFF2-40B4-BE49-F238E27FC236}">
                  <a16:creationId xmlns:a16="http://schemas.microsoft.com/office/drawing/2014/main" id="{003F61B4-BE29-413F-51EF-A2120B13A796}"/>
                </a:ext>
              </a:extLst>
            </p:cNvPr>
            <p:cNvSpPr txBox="1"/>
            <p:nvPr/>
          </p:nvSpPr>
          <p:spPr>
            <a:xfrm flipH="1">
              <a:off x="1974113" y="1656392"/>
              <a:ext cx="3256055" cy="400110"/>
            </a:xfrm>
            <a:prstGeom prst="rect">
              <a:avLst/>
            </a:prstGeom>
            <a:noFill/>
          </p:spPr>
          <p:txBody>
            <a:bodyPr wrap="square" rtlCol="0">
              <a:spAutoFit/>
            </a:bodyPr>
            <a:lstStyle/>
            <a:p>
              <a:pPr algn="r" rtl="1"/>
              <a:r>
                <a:rPr lang="ar-EG" sz="2000" b="1" dirty="0">
                  <a:solidFill>
                    <a:schemeClr val="accent1"/>
                  </a:solidFill>
                  <a:latin typeface="Sakkal Majalla" panose="02000000000000000000" pitchFamily="2" charset="-78"/>
                  <a:cs typeface="Sakkal Majalla" panose="02000000000000000000" pitchFamily="2" charset="-78"/>
                </a:rPr>
                <a:t>تكامل الخدمات الحكومية</a:t>
              </a:r>
            </a:p>
          </p:txBody>
        </p:sp>
        <p:sp>
          <p:nvSpPr>
            <p:cNvPr id="39" name="Rectangle 38">
              <a:extLst>
                <a:ext uri="{FF2B5EF4-FFF2-40B4-BE49-F238E27FC236}">
                  <a16:creationId xmlns:a16="http://schemas.microsoft.com/office/drawing/2014/main" id="{22D0A61D-5327-1B7C-AC34-86F609F7B92F}"/>
                </a:ext>
              </a:extLst>
            </p:cNvPr>
            <p:cNvSpPr/>
            <p:nvPr/>
          </p:nvSpPr>
          <p:spPr>
            <a:xfrm flipH="1">
              <a:off x="1974113" y="2008730"/>
              <a:ext cx="3256055" cy="649409"/>
            </a:xfrm>
            <a:prstGeom prst="rect">
              <a:avLst/>
            </a:prstGeom>
            <a:noFill/>
          </p:spPr>
          <p:txBody>
            <a:bodyPr wrap="square" bIns="0">
              <a:normAutofit/>
            </a:bodyPr>
            <a:lstStyle/>
            <a:p>
              <a:pPr algn="just" rtl="1">
                <a:lnSpc>
                  <a:spcPct val="80000"/>
                </a:lnSpc>
              </a:pPr>
              <a:r>
                <a:rPr lang="ar-EG" sz="1600" dirty="0">
                  <a:latin typeface="Sakkal Majalla" panose="02000000000000000000" pitchFamily="2" charset="-78"/>
                  <a:cs typeface="Sakkal Majalla" panose="02000000000000000000" pitchFamily="2" charset="-78"/>
                </a:rPr>
                <a:t>تسهيل تكامل الخدمات الحكومية ورفع كفاءة الأداء الحكومي عبر الأتمتة والحوكمة </a:t>
              </a:r>
            </a:p>
          </p:txBody>
        </p:sp>
        <p:sp>
          <p:nvSpPr>
            <p:cNvPr id="43" name="TextBox 42">
              <a:extLst>
                <a:ext uri="{FF2B5EF4-FFF2-40B4-BE49-F238E27FC236}">
                  <a16:creationId xmlns:a16="http://schemas.microsoft.com/office/drawing/2014/main" id="{801FB64E-9072-4F12-DC0A-4387BEBD9085}"/>
                </a:ext>
              </a:extLst>
            </p:cNvPr>
            <p:cNvSpPr txBox="1"/>
            <p:nvPr/>
          </p:nvSpPr>
          <p:spPr>
            <a:xfrm flipH="1">
              <a:off x="1465521" y="3077415"/>
              <a:ext cx="3256055" cy="400110"/>
            </a:xfrm>
            <a:prstGeom prst="rect">
              <a:avLst/>
            </a:prstGeom>
            <a:noFill/>
          </p:spPr>
          <p:txBody>
            <a:bodyPr wrap="square" rtlCol="0">
              <a:spAutoFit/>
            </a:bodyPr>
            <a:lstStyle/>
            <a:p>
              <a:pPr algn="r" rtl="1"/>
              <a:r>
                <a:rPr lang="ar-EG" sz="2000" b="1" dirty="0">
                  <a:solidFill>
                    <a:schemeClr val="accent1"/>
                  </a:solidFill>
                  <a:latin typeface="Sakkal Majalla" panose="02000000000000000000" pitchFamily="2" charset="-78"/>
                  <a:cs typeface="Sakkal Majalla" panose="02000000000000000000" pitchFamily="2" charset="-78"/>
                </a:rPr>
                <a:t>تعزيز الاستثمار في تقنية المعلومات</a:t>
              </a:r>
            </a:p>
          </p:txBody>
        </p:sp>
        <p:sp>
          <p:nvSpPr>
            <p:cNvPr id="44" name="Rectangle 43">
              <a:extLst>
                <a:ext uri="{FF2B5EF4-FFF2-40B4-BE49-F238E27FC236}">
                  <a16:creationId xmlns:a16="http://schemas.microsoft.com/office/drawing/2014/main" id="{9AE42E85-C63A-65BE-B2B6-32FDFF8660FE}"/>
                </a:ext>
              </a:extLst>
            </p:cNvPr>
            <p:cNvSpPr/>
            <p:nvPr/>
          </p:nvSpPr>
          <p:spPr>
            <a:xfrm flipH="1">
              <a:off x="1465521" y="3429753"/>
              <a:ext cx="3256055" cy="649409"/>
            </a:xfrm>
            <a:prstGeom prst="rect">
              <a:avLst/>
            </a:prstGeom>
            <a:noFill/>
          </p:spPr>
          <p:txBody>
            <a:bodyPr wrap="square" bIns="0">
              <a:normAutofit/>
            </a:bodyPr>
            <a:lstStyle/>
            <a:p>
              <a:pPr algn="just" rtl="1">
                <a:lnSpc>
                  <a:spcPct val="80000"/>
                </a:lnSpc>
              </a:pPr>
              <a:r>
                <a:rPr lang="ar-EG" sz="1600" dirty="0">
                  <a:latin typeface="Sakkal Majalla" panose="02000000000000000000" pitchFamily="2" charset="-78"/>
                  <a:cs typeface="Sakkal Majalla" panose="02000000000000000000" pitchFamily="2" charset="-78"/>
                </a:rPr>
                <a:t>تعزيز الاستثمار في تقنية المعلومات، والبحث عن فرص الترشيد على المستوى الوطني</a:t>
              </a:r>
            </a:p>
          </p:txBody>
        </p:sp>
        <p:sp>
          <p:nvSpPr>
            <p:cNvPr id="48" name="TextBox 47">
              <a:extLst>
                <a:ext uri="{FF2B5EF4-FFF2-40B4-BE49-F238E27FC236}">
                  <a16:creationId xmlns:a16="http://schemas.microsoft.com/office/drawing/2014/main" id="{3BA88565-15F8-749A-AF2E-A46C153515A1}"/>
                </a:ext>
              </a:extLst>
            </p:cNvPr>
            <p:cNvSpPr txBox="1"/>
            <p:nvPr/>
          </p:nvSpPr>
          <p:spPr>
            <a:xfrm flipH="1">
              <a:off x="1974113" y="4498438"/>
              <a:ext cx="3256055" cy="400110"/>
            </a:xfrm>
            <a:prstGeom prst="rect">
              <a:avLst/>
            </a:prstGeom>
            <a:noFill/>
          </p:spPr>
          <p:txBody>
            <a:bodyPr wrap="square" rtlCol="0">
              <a:spAutoFit/>
            </a:bodyPr>
            <a:lstStyle/>
            <a:p>
              <a:pPr algn="r" rtl="1"/>
              <a:r>
                <a:rPr lang="ar-EG" sz="2000" b="1" dirty="0">
                  <a:solidFill>
                    <a:schemeClr val="accent1"/>
                  </a:solidFill>
                  <a:latin typeface="Sakkal Majalla" panose="02000000000000000000" pitchFamily="2" charset="-78"/>
                  <a:cs typeface="Sakkal Majalla" panose="02000000000000000000" pitchFamily="2" charset="-78"/>
                </a:rPr>
                <a:t>إعادة استخدام الموارد</a:t>
              </a:r>
            </a:p>
          </p:txBody>
        </p:sp>
        <p:sp>
          <p:nvSpPr>
            <p:cNvPr id="49" name="Rectangle 48">
              <a:extLst>
                <a:ext uri="{FF2B5EF4-FFF2-40B4-BE49-F238E27FC236}">
                  <a16:creationId xmlns:a16="http://schemas.microsoft.com/office/drawing/2014/main" id="{CF29CF8D-D7BE-BE7A-AB97-9A8A14896A6C}"/>
                </a:ext>
              </a:extLst>
            </p:cNvPr>
            <p:cNvSpPr/>
            <p:nvPr/>
          </p:nvSpPr>
          <p:spPr>
            <a:xfrm flipH="1">
              <a:off x="1974113" y="4850776"/>
              <a:ext cx="3256055" cy="649409"/>
            </a:xfrm>
            <a:prstGeom prst="rect">
              <a:avLst/>
            </a:prstGeom>
            <a:noFill/>
          </p:spPr>
          <p:txBody>
            <a:bodyPr wrap="square" bIns="0">
              <a:normAutofit/>
            </a:bodyPr>
            <a:lstStyle/>
            <a:p>
              <a:pPr algn="just" rtl="1">
                <a:lnSpc>
                  <a:spcPct val="80000"/>
                </a:lnSpc>
              </a:pPr>
              <a:r>
                <a:rPr lang="ar-EG" sz="1600" dirty="0">
                  <a:latin typeface="Sakkal Majalla" panose="02000000000000000000" pitchFamily="2" charset="-78"/>
                  <a:cs typeface="Sakkal Majalla" panose="02000000000000000000" pitchFamily="2" charset="-78"/>
                </a:rPr>
                <a:t>تحديد الخدمات والتطبيقات والبنى التحتية القابلة لإعادة الاستخدام وتوظيف أفضل لمواردها</a:t>
              </a:r>
            </a:p>
          </p:txBody>
        </p:sp>
      </p:grpSp>
      <p:sp>
        <p:nvSpPr>
          <p:cNvPr id="4" name="Slide Number Placeholder 3">
            <a:extLst>
              <a:ext uri="{FF2B5EF4-FFF2-40B4-BE49-F238E27FC236}">
                <a16:creationId xmlns:a16="http://schemas.microsoft.com/office/drawing/2014/main" id="{5105814A-754E-9B16-3F34-6C57A929E8D2}"/>
              </a:ext>
            </a:extLst>
          </p:cNvPr>
          <p:cNvSpPr>
            <a:spLocks noGrp="1"/>
          </p:cNvSpPr>
          <p:nvPr>
            <p:ph type="sldNum" sz="quarter" idx="12"/>
          </p:nvPr>
        </p:nvSpPr>
        <p:spPr/>
        <p:txBody>
          <a:bodyPr/>
          <a:lstStyle/>
          <a:p>
            <a:fld id="{0BE4EC83-A869-464E-AE9F-881796FB085E}" type="slidenum">
              <a:rPr lang="en-US" smtClean="0"/>
              <a:t>47</a:t>
            </a:fld>
            <a:endParaRPr lang="en-US"/>
          </a:p>
        </p:txBody>
      </p:sp>
    </p:spTree>
    <p:extLst>
      <p:ext uri="{BB962C8B-B14F-4D97-AF65-F5344CB8AC3E}">
        <p14:creationId xmlns:p14="http://schemas.microsoft.com/office/powerpoint/2010/main" val="758819510"/>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09600" y="1326558"/>
            <a:ext cx="10972800" cy="529233"/>
          </a:xfrm>
          <a:prstGeom prst="rect">
            <a:avLst/>
          </a:prstGeom>
          <a:noFill/>
          <a:ln/>
        </p:spPr>
        <p:txBody>
          <a:bodyPr wrap="square" lIns="0" tIns="0" rIns="0" bIns="0" rtlCol="0" anchor="t"/>
          <a:lstStyle/>
          <a:p>
            <a:pPr algn="just" rtl="1">
              <a:lnSpc>
                <a:spcPts val="2083"/>
              </a:lnSpc>
            </a:pPr>
            <a:r>
              <a:rPr lang="en-US" dirty="0">
                <a:solidFill>
                  <a:srgbClr val="384653"/>
                </a:solidFill>
                <a:latin typeface="Sakkal Majalla" panose="02000000000000000000" pitchFamily="2" charset="-78"/>
                <a:ea typeface="Roboto" pitchFamily="34" charset="-122"/>
                <a:cs typeface="Sakkal Majalla" panose="02000000000000000000" pitchFamily="2" charset="-78"/>
              </a:rPr>
              <a:t>تُعد البنية المؤسسية </a:t>
            </a:r>
            <a:r>
              <a:rPr lang="en-US" dirty="0" err="1">
                <a:solidFill>
                  <a:srgbClr val="384653"/>
                </a:solidFill>
                <a:latin typeface="Sakkal Majalla" panose="02000000000000000000" pitchFamily="2" charset="-78"/>
                <a:ea typeface="Roboto" pitchFamily="34" charset="-122"/>
                <a:cs typeface="Sakkal Majalla" panose="02000000000000000000" pitchFamily="2" charset="-78"/>
              </a:rPr>
              <a:t>في</a:t>
            </a:r>
            <a:r>
              <a:rPr lang="en-US" dirty="0">
                <a:solidFill>
                  <a:srgbClr val="384653"/>
                </a:solidFill>
                <a:latin typeface="Sakkal Majalla" panose="02000000000000000000" pitchFamily="2" charset="-78"/>
                <a:ea typeface="Roboto" pitchFamily="34" charset="-122"/>
                <a:cs typeface="Sakkal Majalla" panose="02000000000000000000" pitchFamily="2" charset="-78"/>
              </a:rPr>
              <a:t> </a:t>
            </a:r>
            <a:r>
              <a:rPr lang="ar-EG" dirty="0">
                <a:solidFill>
                  <a:srgbClr val="384653"/>
                </a:solidFill>
                <a:latin typeface="Sakkal Majalla" panose="02000000000000000000" pitchFamily="2" charset="-78"/>
                <a:ea typeface="Roboto" pitchFamily="34" charset="-122"/>
                <a:cs typeface="Sakkal Majalla" panose="02000000000000000000" pitchFamily="2" charset="-78"/>
              </a:rPr>
              <a:t>هيئة تقويم التعليم والتدريب </a:t>
            </a:r>
            <a:r>
              <a:rPr lang="en-US" dirty="0">
                <a:solidFill>
                  <a:srgbClr val="384653"/>
                </a:solidFill>
                <a:latin typeface="Sakkal Majalla" panose="02000000000000000000" pitchFamily="2" charset="-78"/>
                <a:ea typeface="Roboto" pitchFamily="34" charset="-122"/>
                <a:cs typeface="Sakkal Majalla" panose="02000000000000000000" pitchFamily="2" charset="-78"/>
              </a:rPr>
              <a:t> أداة تمكينية رئيسية لدعم تحقيق الأهداف الإستراتيجية والتحول الرقمي، وذلك من خلال الإسهام المباشر في رفع مستوى النضج المؤسسي وتحقيق متطلبات الجهات الوطنية ذات العلاقة. ويتجلى دورها فيما يلي:</a:t>
            </a:r>
            <a:endParaRPr lang="en-US" dirty="0"/>
          </a:p>
        </p:txBody>
      </p:sp>
      <p:sp>
        <p:nvSpPr>
          <p:cNvPr id="4" name="Title 3">
            <a:extLst>
              <a:ext uri="{FF2B5EF4-FFF2-40B4-BE49-F238E27FC236}">
                <a16:creationId xmlns:a16="http://schemas.microsoft.com/office/drawing/2014/main" id="{3B27FFB5-5B9A-5DF7-FAD3-B508A7410C60}"/>
              </a:ext>
            </a:extLst>
          </p:cNvPr>
          <p:cNvSpPr>
            <a:spLocks noGrp="1"/>
          </p:cNvSpPr>
          <p:nvPr>
            <p:ph type="title"/>
          </p:nvPr>
        </p:nvSpPr>
        <p:spPr/>
        <p:txBody>
          <a:bodyPr/>
          <a:lstStyle/>
          <a:p>
            <a:r>
              <a:rPr lang="ar-SA" dirty="0"/>
              <a:t>دور البنية المؤسسية في دعم المؤشرات الوطنية والتحول الرقمي</a:t>
            </a:r>
            <a:endParaRPr lang="en-US" dirty="0"/>
          </a:p>
        </p:txBody>
      </p:sp>
      <p:sp>
        <p:nvSpPr>
          <p:cNvPr id="5" name="Text 0">
            <a:extLst>
              <a:ext uri="{FF2B5EF4-FFF2-40B4-BE49-F238E27FC236}">
                <a16:creationId xmlns:a16="http://schemas.microsoft.com/office/drawing/2014/main" id="{CC383C49-4D28-0E24-263E-20B4090B7CC7}"/>
              </a:ext>
            </a:extLst>
          </p:cNvPr>
          <p:cNvSpPr/>
          <p:nvPr/>
        </p:nvSpPr>
        <p:spPr>
          <a:xfrm>
            <a:off x="5711719" y="2027439"/>
            <a:ext cx="5870681" cy="413444"/>
          </a:xfrm>
          <a:prstGeom prst="rect">
            <a:avLst/>
          </a:prstGeom>
          <a:noFill/>
          <a:ln/>
        </p:spPr>
        <p:txBody>
          <a:bodyPr wrap="none" lIns="0" tIns="0" rIns="0" bIns="0" rtlCol="0" anchor="t"/>
          <a:lstStyle/>
          <a:p>
            <a:pPr algn="r" rtl="1">
              <a:lnSpc>
                <a:spcPts val="3250"/>
              </a:lnSpc>
            </a:pPr>
            <a:r>
              <a:rPr lang="ar-EG" sz="2400" b="1" dirty="0">
                <a:solidFill>
                  <a:schemeClr val="accent2"/>
                </a:solidFill>
                <a:latin typeface="Sakkal Majalla" panose="02000000000000000000" pitchFamily="2" charset="-78"/>
                <a:ea typeface="Host Grotesk Medium" pitchFamily="34" charset="-122"/>
                <a:cs typeface="Sakkal Majalla" panose="02000000000000000000" pitchFamily="2" charset="-78"/>
              </a:rPr>
              <a:t>1 </a:t>
            </a:r>
            <a:r>
              <a:rPr lang="en-US" sz="2400" b="1" dirty="0">
                <a:solidFill>
                  <a:schemeClr val="accent2"/>
                </a:solidFill>
                <a:latin typeface="Sakkal Majalla" panose="02000000000000000000" pitchFamily="2" charset="-78"/>
                <a:ea typeface="Host Grotesk Medium" pitchFamily="34" charset="-122"/>
                <a:cs typeface="Sakkal Majalla" panose="02000000000000000000" pitchFamily="2" charset="-78"/>
              </a:rPr>
              <a:t>دعم تحقيق مؤشر ونتائج قياس التحول الرقمي</a:t>
            </a:r>
            <a:endParaRPr lang="en-US" sz="2400" b="1" dirty="0">
              <a:solidFill>
                <a:schemeClr val="accent2"/>
              </a:solidFill>
            </a:endParaRPr>
          </a:p>
        </p:txBody>
      </p:sp>
      <p:grpSp>
        <p:nvGrpSpPr>
          <p:cNvPr id="8" name="Group 7">
            <a:extLst>
              <a:ext uri="{FF2B5EF4-FFF2-40B4-BE49-F238E27FC236}">
                <a16:creationId xmlns:a16="http://schemas.microsoft.com/office/drawing/2014/main" id="{1BD9F5EE-240C-CBB4-A05E-21C3829D7A1C}"/>
              </a:ext>
            </a:extLst>
          </p:cNvPr>
          <p:cNvGrpSpPr/>
          <p:nvPr/>
        </p:nvGrpSpPr>
        <p:grpSpPr>
          <a:xfrm>
            <a:off x="610680" y="2701286"/>
            <a:ext cx="10980420" cy="2532888"/>
            <a:chOff x="610680" y="2701286"/>
            <a:chExt cx="10980420" cy="2532888"/>
          </a:xfrm>
        </p:grpSpPr>
        <p:pic>
          <p:nvPicPr>
            <p:cNvPr id="7" name="Picture 6">
              <a:extLst>
                <a:ext uri="{FF2B5EF4-FFF2-40B4-BE49-F238E27FC236}">
                  <a16:creationId xmlns:a16="http://schemas.microsoft.com/office/drawing/2014/main" id="{F230777F-0C2F-7207-2A17-25CE99AC50E7}"/>
                </a:ext>
              </a:extLst>
            </p:cNvPr>
            <p:cNvPicPr>
              <a:picLocks noChangeAspect="1"/>
            </p:cNvPicPr>
            <p:nvPr/>
          </p:nvPicPr>
          <p:blipFill>
            <a:blip r:embed="rId3"/>
            <a:stretch>
              <a:fillRect/>
            </a:stretch>
          </p:blipFill>
          <p:spPr>
            <a:xfrm>
              <a:off x="610680" y="2701286"/>
              <a:ext cx="10980420" cy="2532888"/>
            </a:xfrm>
            <a:prstGeom prst="rect">
              <a:avLst/>
            </a:prstGeom>
          </p:spPr>
        </p:pic>
        <p:sp>
          <p:nvSpPr>
            <p:cNvPr id="48" name="TextBox 47">
              <a:extLst>
                <a:ext uri="{FF2B5EF4-FFF2-40B4-BE49-F238E27FC236}">
                  <a16:creationId xmlns:a16="http://schemas.microsoft.com/office/drawing/2014/main" id="{39FC716E-31BF-54FC-9200-2791DF14E3BD}"/>
                </a:ext>
              </a:extLst>
            </p:cNvPr>
            <p:cNvSpPr txBox="1"/>
            <p:nvPr/>
          </p:nvSpPr>
          <p:spPr>
            <a:xfrm>
              <a:off x="8511487" y="3436052"/>
              <a:ext cx="2248786" cy="369332"/>
            </a:xfrm>
            <a:prstGeom prst="rect">
              <a:avLst/>
            </a:prstGeom>
            <a:noFill/>
          </p:spPr>
          <p:txBody>
            <a:bodyPr wrap="square" rtlCol="0">
              <a:spAutoFit/>
            </a:bodyPr>
            <a:lstStyle/>
            <a:p>
              <a:pPr algn="ctr" rtl="1"/>
              <a:r>
                <a:rPr lang="ar-EG" b="1" dirty="0">
                  <a:solidFill>
                    <a:schemeClr val="accent1"/>
                  </a:solidFill>
                </a:rPr>
                <a:t>مواءمة المبادرات والمشاريع</a:t>
              </a:r>
            </a:p>
          </p:txBody>
        </p:sp>
        <p:sp>
          <p:nvSpPr>
            <p:cNvPr id="49" name="TextBox 48">
              <a:extLst>
                <a:ext uri="{FF2B5EF4-FFF2-40B4-BE49-F238E27FC236}">
                  <a16:creationId xmlns:a16="http://schemas.microsoft.com/office/drawing/2014/main" id="{0BB6EA90-F40A-D709-65FC-FFE056A0D6E5}"/>
                </a:ext>
              </a:extLst>
            </p:cNvPr>
            <p:cNvSpPr txBox="1"/>
            <p:nvPr/>
          </p:nvSpPr>
          <p:spPr>
            <a:xfrm>
              <a:off x="1431727" y="3436052"/>
              <a:ext cx="2248786" cy="369332"/>
            </a:xfrm>
            <a:prstGeom prst="rect">
              <a:avLst/>
            </a:prstGeom>
            <a:noFill/>
          </p:spPr>
          <p:txBody>
            <a:bodyPr wrap="square" rtlCol="0">
              <a:spAutoFit/>
            </a:bodyPr>
            <a:lstStyle/>
            <a:p>
              <a:pPr algn="ctr"/>
              <a:r>
                <a:rPr lang="ar-EG" b="1" dirty="0">
                  <a:solidFill>
                    <a:schemeClr val="accent1"/>
                  </a:solidFill>
                </a:rPr>
                <a:t>تفعيل أُطر الحوكمة</a:t>
              </a:r>
            </a:p>
          </p:txBody>
        </p:sp>
        <p:sp>
          <p:nvSpPr>
            <p:cNvPr id="50" name="TextBox 49">
              <a:extLst>
                <a:ext uri="{FF2B5EF4-FFF2-40B4-BE49-F238E27FC236}">
                  <a16:creationId xmlns:a16="http://schemas.microsoft.com/office/drawing/2014/main" id="{6373BADD-8DF7-4B78-A93E-099FA1548EAD}"/>
                </a:ext>
              </a:extLst>
            </p:cNvPr>
            <p:cNvSpPr txBox="1"/>
            <p:nvPr/>
          </p:nvSpPr>
          <p:spPr>
            <a:xfrm>
              <a:off x="4971607" y="3436052"/>
              <a:ext cx="2248786" cy="369332"/>
            </a:xfrm>
            <a:prstGeom prst="rect">
              <a:avLst/>
            </a:prstGeom>
            <a:noFill/>
          </p:spPr>
          <p:txBody>
            <a:bodyPr wrap="square" rtlCol="0">
              <a:spAutoFit/>
            </a:bodyPr>
            <a:lstStyle/>
            <a:p>
              <a:pPr algn="ctr"/>
              <a:r>
                <a:rPr lang="ar-EG" b="1" dirty="0">
                  <a:solidFill>
                    <a:schemeClr val="accent1"/>
                  </a:solidFill>
                </a:rPr>
                <a:t>توافق الاستثمارات</a:t>
              </a:r>
            </a:p>
          </p:txBody>
        </p:sp>
        <p:sp>
          <p:nvSpPr>
            <p:cNvPr id="51" name="TextBox 50">
              <a:extLst>
                <a:ext uri="{FF2B5EF4-FFF2-40B4-BE49-F238E27FC236}">
                  <a16:creationId xmlns:a16="http://schemas.microsoft.com/office/drawing/2014/main" id="{5FB288F0-83F3-FFB6-10C8-B7959DE2F699}"/>
                </a:ext>
              </a:extLst>
            </p:cNvPr>
            <p:cNvSpPr txBox="1"/>
            <p:nvPr/>
          </p:nvSpPr>
          <p:spPr>
            <a:xfrm>
              <a:off x="8166053" y="3805384"/>
              <a:ext cx="2939654" cy="584775"/>
            </a:xfrm>
            <a:prstGeom prst="rect">
              <a:avLst/>
            </a:prstGeom>
            <a:noFill/>
          </p:spPr>
          <p:txBody>
            <a:bodyPr wrap="square" rtlCol="0">
              <a:spAutoFit/>
            </a:bodyPr>
            <a:lstStyle/>
            <a:p>
              <a:pPr algn="ctr" rtl="1"/>
              <a:r>
                <a:rPr lang="ar-EG" sz="1600" dirty="0"/>
                <a:t>مواءمة المبادرات والمشاريع التقنية مع خارطة الطريق الرقمية المعتمدة.</a:t>
              </a:r>
            </a:p>
          </p:txBody>
        </p:sp>
        <p:sp>
          <p:nvSpPr>
            <p:cNvPr id="52" name="TextBox 51">
              <a:extLst>
                <a:ext uri="{FF2B5EF4-FFF2-40B4-BE49-F238E27FC236}">
                  <a16:creationId xmlns:a16="http://schemas.microsoft.com/office/drawing/2014/main" id="{4C66F069-A822-3466-BC26-7CBA1EF26FE9}"/>
                </a:ext>
              </a:extLst>
            </p:cNvPr>
            <p:cNvSpPr txBox="1"/>
            <p:nvPr/>
          </p:nvSpPr>
          <p:spPr>
            <a:xfrm>
              <a:off x="1086293" y="3805384"/>
              <a:ext cx="2939654" cy="584775"/>
            </a:xfrm>
            <a:prstGeom prst="rect">
              <a:avLst/>
            </a:prstGeom>
            <a:noFill/>
          </p:spPr>
          <p:txBody>
            <a:bodyPr wrap="square" rtlCol="0">
              <a:spAutoFit/>
            </a:bodyPr>
            <a:lstStyle/>
            <a:p>
              <a:pPr algn="ctr"/>
              <a:r>
                <a:rPr lang="ar-EG" sz="1600" dirty="0"/>
                <a:t>تفعيل أُطر الحوكمة التي تدعم استدامة الجهود الرقمية وتكاملها.</a:t>
              </a:r>
            </a:p>
          </p:txBody>
        </p:sp>
        <p:sp>
          <p:nvSpPr>
            <p:cNvPr id="53" name="TextBox 52">
              <a:extLst>
                <a:ext uri="{FF2B5EF4-FFF2-40B4-BE49-F238E27FC236}">
                  <a16:creationId xmlns:a16="http://schemas.microsoft.com/office/drawing/2014/main" id="{844466C4-50D0-0C94-7EB2-7A60166D3252}"/>
                </a:ext>
              </a:extLst>
            </p:cNvPr>
            <p:cNvSpPr txBox="1"/>
            <p:nvPr/>
          </p:nvSpPr>
          <p:spPr>
            <a:xfrm>
              <a:off x="4626173" y="3805384"/>
              <a:ext cx="2939654" cy="830997"/>
            </a:xfrm>
            <a:prstGeom prst="rect">
              <a:avLst/>
            </a:prstGeom>
            <a:noFill/>
          </p:spPr>
          <p:txBody>
            <a:bodyPr wrap="square" rtlCol="0">
              <a:spAutoFit/>
            </a:bodyPr>
            <a:lstStyle/>
            <a:p>
              <a:pPr algn="ctr"/>
              <a:r>
                <a:rPr lang="ar-EG" sz="1600" dirty="0"/>
                <a:t>ضمان توافق الاستثمارات التقنية مع الأهداف الإستراتيجية للهيئة بما يعزز تقدمها في مؤشرات التحول الرقمي.</a:t>
              </a:r>
            </a:p>
          </p:txBody>
        </p:sp>
      </p:grpSp>
      <p:sp>
        <p:nvSpPr>
          <p:cNvPr id="2" name="Slide Number Placeholder 1">
            <a:extLst>
              <a:ext uri="{FF2B5EF4-FFF2-40B4-BE49-F238E27FC236}">
                <a16:creationId xmlns:a16="http://schemas.microsoft.com/office/drawing/2014/main" id="{4E933DAD-A74A-16DC-6C34-68B947C43860}"/>
              </a:ext>
            </a:extLst>
          </p:cNvPr>
          <p:cNvSpPr>
            <a:spLocks noGrp="1"/>
          </p:cNvSpPr>
          <p:nvPr>
            <p:ph type="sldNum" sz="quarter" idx="12"/>
          </p:nvPr>
        </p:nvSpPr>
        <p:spPr/>
        <p:txBody>
          <a:bodyPr/>
          <a:lstStyle/>
          <a:p>
            <a:fld id="{0BE4EC83-A869-464E-AE9F-881796FB085E}" type="slidenum">
              <a:rPr lang="en-US" smtClean="0"/>
              <a:t>48</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3D85F-BBFC-A876-9278-7249FD35638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4F37C36-E43C-8918-17B1-3678AE847DA5}"/>
              </a:ext>
            </a:extLst>
          </p:cNvPr>
          <p:cNvSpPr>
            <a:spLocks noGrp="1"/>
          </p:cNvSpPr>
          <p:nvPr>
            <p:ph type="title"/>
          </p:nvPr>
        </p:nvSpPr>
        <p:spPr/>
        <p:txBody>
          <a:bodyPr/>
          <a:lstStyle/>
          <a:p>
            <a:r>
              <a:rPr lang="ar-SA" dirty="0"/>
              <a:t>دور البنية المؤسسية في دعم المؤشرات الوطنية والتحول الرقمي</a:t>
            </a:r>
            <a:endParaRPr lang="en-US" dirty="0"/>
          </a:p>
        </p:txBody>
      </p:sp>
      <p:grpSp>
        <p:nvGrpSpPr>
          <p:cNvPr id="5" name="Group 4">
            <a:extLst>
              <a:ext uri="{FF2B5EF4-FFF2-40B4-BE49-F238E27FC236}">
                <a16:creationId xmlns:a16="http://schemas.microsoft.com/office/drawing/2014/main" id="{A5D773D6-48EB-9695-8552-01820044AA03}"/>
              </a:ext>
            </a:extLst>
          </p:cNvPr>
          <p:cNvGrpSpPr/>
          <p:nvPr/>
        </p:nvGrpSpPr>
        <p:grpSpPr>
          <a:xfrm>
            <a:off x="610680" y="2232410"/>
            <a:ext cx="10980420" cy="2532888"/>
            <a:chOff x="610680" y="2232410"/>
            <a:chExt cx="10980420" cy="2532888"/>
          </a:xfrm>
        </p:grpSpPr>
        <p:pic>
          <p:nvPicPr>
            <p:cNvPr id="3" name="Picture 2">
              <a:extLst>
                <a:ext uri="{FF2B5EF4-FFF2-40B4-BE49-F238E27FC236}">
                  <a16:creationId xmlns:a16="http://schemas.microsoft.com/office/drawing/2014/main" id="{05165669-E84A-46CC-4EB9-C5B6A812A529}"/>
                </a:ext>
              </a:extLst>
            </p:cNvPr>
            <p:cNvPicPr>
              <a:picLocks noChangeAspect="1"/>
            </p:cNvPicPr>
            <p:nvPr/>
          </p:nvPicPr>
          <p:blipFill>
            <a:blip r:embed="rId3"/>
            <a:stretch>
              <a:fillRect/>
            </a:stretch>
          </p:blipFill>
          <p:spPr>
            <a:xfrm>
              <a:off x="610680" y="2232410"/>
              <a:ext cx="10980420" cy="2532888"/>
            </a:xfrm>
            <a:prstGeom prst="rect">
              <a:avLst/>
            </a:prstGeom>
          </p:spPr>
        </p:pic>
        <p:sp>
          <p:nvSpPr>
            <p:cNvPr id="48" name="TextBox 47">
              <a:extLst>
                <a:ext uri="{FF2B5EF4-FFF2-40B4-BE49-F238E27FC236}">
                  <a16:creationId xmlns:a16="http://schemas.microsoft.com/office/drawing/2014/main" id="{774C2AE9-EEE0-2F2B-BF1D-7194F23420AD}"/>
                </a:ext>
              </a:extLst>
            </p:cNvPr>
            <p:cNvSpPr txBox="1"/>
            <p:nvPr/>
          </p:nvSpPr>
          <p:spPr>
            <a:xfrm>
              <a:off x="8511487" y="2968220"/>
              <a:ext cx="2248786" cy="369332"/>
            </a:xfrm>
            <a:prstGeom prst="rect">
              <a:avLst/>
            </a:prstGeom>
            <a:noFill/>
          </p:spPr>
          <p:txBody>
            <a:bodyPr wrap="square" rtlCol="0">
              <a:spAutoFit/>
            </a:bodyPr>
            <a:lstStyle/>
            <a:p>
              <a:pPr algn="ctr" rtl="1"/>
              <a:r>
                <a:rPr lang="ar-EG" b="1" dirty="0">
                  <a:solidFill>
                    <a:schemeClr val="accent1"/>
                  </a:solidFill>
                </a:rPr>
                <a:t>تحديد متطلبات المستفيد</a:t>
              </a:r>
            </a:p>
          </p:txBody>
        </p:sp>
        <p:sp>
          <p:nvSpPr>
            <p:cNvPr id="49" name="TextBox 48">
              <a:extLst>
                <a:ext uri="{FF2B5EF4-FFF2-40B4-BE49-F238E27FC236}">
                  <a16:creationId xmlns:a16="http://schemas.microsoft.com/office/drawing/2014/main" id="{B3E9DB22-38F5-19AF-C502-6325612D0E8E}"/>
                </a:ext>
              </a:extLst>
            </p:cNvPr>
            <p:cNvSpPr txBox="1"/>
            <p:nvPr/>
          </p:nvSpPr>
          <p:spPr>
            <a:xfrm>
              <a:off x="1431727" y="2968220"/>
              <a:ext cx="2248786" cy="369332"/>
            </a:xfrm>
            <a:prstGeom prst="rect">
              <a:avLst/>
            </a:prstGeom>
            <a:noFill/>
          </p:spPr>
          <p:txBody>
            <a:bodyPr wrap="square" rtlCol="0">
              <a:spAutoFit/>
            </a:bodyPr>
            <a:lstStyle/>
            <a:p>
              <a:pPr algn="ctr"/>
              <a:r>
                <a:rPr lang="ar-EG" b="1" dirty="0">
                  <a:solidFill>
                    <a:schemeClr val="accent1"/>
                  </a:solidFill>
                </a:rPr>
                <a:t>بناء مؤشرات الأداء</a:t>
              </a:r>
            </a:p>
          </p:txBody>
        </p:sp>
        <p:sp>
          <p:nvSpPr>
            <p:cNvPr id="50" name="TextBox 49">
              <a:extLst>
                <a:ext uri="{FF2B5EF4-FFF2-40B4-BE49-F238E27FC236}">
                  <a16:creationId xmlns:a16="http://schemas.microsoft.com/office/drawing/2014/main" id="{E0F073DB-F8B2-BBC9-7115-617ED82EACB7}"/>
                </a:ext>
              </a:extLst>
            </p:cNvPr>
            <p:cNvSpPr txBox="1"/>
            <p:nvPr/>
          </p:nvSpPr>
          <p:spPr>
            <a:xfrm>
              <a:off x="4971607" y="2968220"/>
              <a:ext cx="2248786" cy="369332"/>
            </a:xfrm>
            <a:prstGeom prst="rect">
              <a:avLst/>
            </a:prstGeom>
            <a:noFill/>
          </p:spPr>
          <p:txBody>
            <a:bodyPr wrap="square" rtlCol="0">
              <a:spAutoFit/>
            </a:bodyPr>
            <a:lstStyle/>
            <a:p>
              <a:pPr algn="ctr"/>
              <a:r>
                <a:rPr lang="ar-EG" b="1" dirty="0">
                  <a:solidFill>
                    <a:schemeClr val="accent1"/>
                  </a:solidFill>
                </a:rPr>
                <a:t>تعزيز جودة الخدمات</a:t>
              </a:r>
            </a:p>
          </p:txBody>
        </p:sp>
        <p:sp>
          <p:nvSpPr>
            <p:cNvPr id="51" name="TextBox 50">
              <a:extLst>
                <a:ext uri="{FF2B5EF4-FFF2-40B4-BE49-F238E27FC236}">
                  <a16:creationId xmlns:a16="http://schemas.microsoft.com/office/drawing/2014/main" id="{0CB94669-0C14-0A89-138B-20038DFC6102}"/>
                </a:ext>
              </a:extLst>
            </p:cNvPr>
            <p:cNvSpPr txBox="1"/>
            <p:nvPr/>
          </p:nvSpPr>
          <p:spPr>
            <a:xfrm>
              <a:off x="8166053" y="3337552"/>
              <a:ext cx="2939654" cy="584775"/>
            </a:xfrm>
            <a:prstGeom prst="rect">
              <a:avLst/>
            </a:prstGeom>
            <a:noFill/>
          </p:spPr>
          <p:txBody>
            <a:bodyPr wrap="square" rtlCol="0">
              <a:spAutoFit/>
            </a:bodyPr>
            <a:lstStyle/>
            <a:p>
              <a:pPr algn="ctr" rtl="1"/>
              <a:r>
                <a:rPr lang="ar-EG" sz="1600" dirty="0"/>
                <a:t>تحديد متطلبات تجربة المستفيد وربطها بخدمات ومنصات الهيئة.</a:t>
              </a:r>
            </a:p>
          </p:txBody>
        </p:sp>
        <p:sp>
          <p:nvSpPr>
            <p:cNvPr id="52" name="TextBox 51">
              <a:extLst>
                <a:ext uri="{FF2B5EF4-FFF2-40B4-BE49-F238E27FC236}">
                  <a16:creationId xmlns:a16="http://schemas.microsoft.com/office/drawing/2014/main" id="{560C2934-1AAA-92EE-4CA5-C4174DE98CCE}"/>
                </a:ext>
              </a:extLst>
            </p:cNvPr>
            <p:cNvSpPr txBox="1"/>
            <p:nvPr/>
          </p:nvSpPr>
          <p:spPr>
            <a:xfrm>
              <a:off x="1086293" y="3337552"/>
              <a:ext cx="2939654" cy="584775"/>
            </a:xfrm>
            <a:prstGeom prst="rect">
              <a:avLst/>
            </a:prstGeom>
            <a:noFill/>
          </p:spPr>
          <p:txBody>
            <a:bodyPr wrap="square" rtlCol="0">
              <a:spAutoFit/>
            </a:bodyPr>
            <a:lstStyle/>
            <a:p>
              <a:pPr algn="ctr"/>
              <a:r>
                <a:rPr lang="ar-EG" sz="1600" dirty="0"/>
                <a:t>بناء مؤشرات أداء لقياس وتحسين تجربة المستفيد بصورة مستمرة.</a:t>
              </a:r>
            </a:p>
          </p:txBody>
        </p:sp>
        <p:sp>
          <p:nvSpPr>
            <p:cNvPr id="53" name="TextBox 52">
              <a:extLst>
                <a:ext uri="{FF2B5EF4-FFF2-40B4-BE49-F238E27FC236}">
                  <a16:creationId xmlns:a16="http://schemas.microsoft.com/office/drawing/2014/main" id="{58E9A181-284E-C810-7158-95DC0DA5F489}"/>
                </a:ext>
              </a:extLst>
            </p:cNvPr>
            <p:cNvSpPr txBox="1"/>
            <p:nvPr/>
          </p:nvSpPr>
          <p:spPr>
            <a:xfrm>
              <a:off x="4626173" y="3337552"/>
              <a:ext cx="2939654" cy="584775"/>
            </a:xfrm>
            <a:prstGeom prst="rect">
              <a:avLst/>
            </a:prstGeom>
            <a:noFill/>
          </p:spPr>
          <p:txBody>
            <a:bodyPr wrap="square" rtlCol="0">
              <a:spAutoFit/>
            </a:bodyPr>
            <a:lstStyle/>
            <a:p>
              <a:pPr algn="ctr"/>
              <a:r>
                <a:rPr lang="ar-EG" sz="1600" dirty="0"/>
                <a:t>تعزيز جودة الخدمات الرقمية عبر تصميم قنوات تفاعلية متكاملة وسهلة الاستخدام.</a:t>
              </a:r>
            </a:p>
          </p:txBody>
        </p:sp>
      </p:grpSp>
      <p:sp>
        <p:nvSpPr>
          <p:cNvPr id="6" name="Text 0">
            <a:extLst>
              <a:ext uri="{FF2B5EF4-FFF2-40B4-BE49-F238E27FC236}">
                <a16:creationId xmlns:a16="http://schemas.microsoft.com/office/drawing/2014/main" id="{F56A8C7A-62FA-620D-B1B6-EA1BB038F5A1}"/>
              </a:ext>
            </a:extLst>
          </p:cNvPr>
          <p:cNvSpPr/>
          <p:nvPr/>
        </p:nvSpPr>
        <p:spPr>
          <a:xfrm>
            <a:off x="5711719" y="1227339"/>
            <a:ext cx="5870681" cy="413444"/>
          </a:xfrm>
          <a:prstGeom prst="rect">
            <a:avLst/>
          </a:prstGeom>
          <a:noFill/>
          <a:ln/>
        </p:spPr>
        <p:txBody>
          <a:bodyPr wrap="none" lIns="0" tIns="0" rIns="0" bIns="0" rtlCol="0" anchor="t"/>
          <a:lstStyle/>
          <a:p>
            <a:pPr algn="r" rtl="1">
              <a:lnSpc>
                <a:spcPts val="3250"/>
              </a:lnSpc>
            </a:pPr>
            <a:r>
              <a:rPr lang="ar-EG" sz="2400" b="1" dirty="0">
                <a:solidFill>
                  <a:schemeClr val="accent2"/>
                </a:solidFill>
                <a:latin typeface="Sakkal Majalla" panose="02000000000000000000" pitchFamily="2" charset="-78"/>
                <a:ea typeface="Host Grotesk Medium" pitchFamily="34" charset="-122"/>
                <a:cs typeface="Sakkal Majalla" panose="02000000000000000000" pitchFamily="2" charset="-78"/>
              </a:rPr>
              <a:t>2 دعم تحقيق مؤشر ونتائج نضج التجربة الرقمية</a:t>
            </a:r>
          </a:p>
        </p:txBody>
      </p:sp>
      <p:sp>
        <p:nvSpPr>
          <p:cNvPr id="2" name="Slide Number Placeholder 1">
            <a:extLst>
              <a:ext uri="{FF2B5EF4-FFF2-40B4-BE49-F238E27FC236}">
                <a16:creationId xmlns:a16="http://schemas.microsoft.com/office/drawing/2014/main" id="{B1343C3C-F107-9711-0564-43B3E60A87D6}"/>
              </a:ext>
            </a:extLst>
          </p:cNvPr>
          <p:cNvSpPr>
            <a:spLocks noGrp="1"/>
          </p:cNvSpPr>
          <p:nvPr>
            <p:ph type="sldNum" sz="quarter" idx="12"/>
          </p:nvPr>
        </p:nvSpPr>
        <p:spPr/>
        <p:txBody>
          <a:bodyPr/>
          <a:lstStyle/>
          <a:p>
            <a:fld id="{0BE4EC83-A869-464E-AE9F-881796FB085E}" type="slidenum">
              <a:rPr lang="en-US" smtClean="0"/>
              <a:t>49</a:t>
            </a:fld>
            <a:endParaRPr lang="en-US"/>
          </a:p>
        </p:txBody>
      </p:sp>
    </p:spTree>
    <p:extLst>
      <p:ext uri="{BB962C8B-B14F-4D97-AF65-F5344CB8AC3E}">
        <p14:creationId xmlns:p14="http://schemas.microsoft.com/office/powerpoint/2010/main" val="185219833"/>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873B0-C3A9-B97A-6605-41456C55C46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751C0F7-B519-DB7E-B3CF-46A72A24DA85}"/>
              </a:ext>
            </a:extLst>
          </p:cNvPr>
          <p:cNvSpPr>
            <a:spLocks noGrp="1"/>
          </p:cNvSpPr>
          <p:nvPr>
            <p:ph type="title"/>
          </p:nvPr>
        </p:nvSpPr>
        <p:spPr/>
        <p:txBody>
          <a:bodyPr/>
          <a:lstStyle/>
          <a:p>
            <a:r>
              <a:rPr lang="ar-SA" dirty="0"/>
              <a:t>دور البنية المؤسسية في دعم المؤشرات الوطنية والتحول الرقمي</a:t>
            </a:r>
            <a:endParaRPr lang="en-US" dirty="0"/>
          </a:p>
        </p:txBody>
      </p:sp>
      <p:sp>
        <p:nvSpPr>
          <p:cNvPr id="5" name="Text 0">
            <a:extLst>
              <a:ext uri="{FF2B5EF4-FFF2-40B4-BE49-F238E27FC236}">
                <a16:creationId xmlns:a16="http://schemas.microsoft.com/office/drawing/2014/main" id="{D1544631-DC79-9072-B2A7-6C3DC430E4B6}"/>
              </a:ext>
            </a:extLst>
          </p:cNvPr>
          <p:cNvSpPr/>
          <p:nvPr/>
        </p:nvSpPr>
        <p:spPr>
          <a:xfrm>
            <a:off x="5711719" y="1227339"/>
            <a:ext cx="5870681" cy="413444"/>
          </a:xfrm>
          <a:prstGeom prst="rect">
            <a:avLst/>
          </a:prstGeom>
          <a:noFill/>
          <a:ln/>
        </p:spPr>
        <p:txBody>
          <a:bodyPr wrap="none" lIns="0" tIns="0" rIns="0" bIns="0" rtlCol="0" anchor="t"/>
          <a:lstStyle/>
          <a:p>
            <a:pPr algn="r" rtl="1">
              <a:lnSpc>
                <a:spcPts val="3250"/>
              </a:lnSpc>
            </a:pPr>
            <a:r>
              <a:rPr lang="ar-EG" sz="2400" b="1" dirty="0">
                <a:solidFill>
                  <a:schemeClr val="accent2"/>
                </a:solidFill>
                <a:latin typeface="Sakkal Majalla" panose="02000000000000000000" pitchFamily="2" charset="-78"/>
                <a:ea typeface="Host Grotesk Medium" pitchFamily="34" charset="-122"/>
                <a:cs typeface="Sakkal Majalla" panose="02000000000000000000" pitchFamily="2" charset="-78"/>
              </a:rPr>
              <a:t>3 دعم تحقيق مؤشر ونتائج جاهزية تبني التقنيات الناشئة</a:t>
            </a:r>
            <a:endParaRPr lang="en-US" sz="2400" b="1" dirty="0">
              <a:solidFill>
                <a:schemeClr val="accent2"/>
              </a:solidFill>
            </a:endParaRPr>
          </a:p>
        </p:txBody>
      </p:sp>
      <p:grpSp>
        <p:nvGrpSpPr>
          <p:cNvPr id="36" name="Group 35">
            <a:extLst>
              <a:ext uri="{FF2B5EF4-FFF2-40B4-BE49-F238E27FC236}">
                <a16:creationId xmlns:a16="http://schemas.microsoft.com/office/drawing/2014/main" id="{DDEF5B87-56BA-DB18-EFDA-FF8B30A70C8E}"/>
              </a:ext>
            </a:extLst>
          </p:cNvPr>
          <p:cNvGrpSpPr/>
          <p:nvPr/>
        </p:nvGrpSpPr>
        <p:grpSpPr>
          <a:xfrm>
            <a:off x="610680" y="1903380"/>
            <a:ext cx="10980420" cy="2304288"/>
            <a:chOff x="610680" y="1903380"/>
            <a:chExt cx="10980420" cy="2304288"/>
          </a:xfrm>
        </p:grpSpPr>
        <p:pic>
          <p:nvPicPr>
            <p:cNvPr id="6" name="Picture 5">
              <a:extLst>
                <a:ext uri="{FF2B5EF4-FFF2-40B4-BE49-F238E27FC236}">
                  <a16:creationId xmlns:a16="http://schemas.microsoft.com/office/drawing/2014/main" id="{15A70457-1539-CE9F-8FBF-47FE189B26DF}"/>
                </a:ext>
              </a:extLst>
            </p:cNvPr>
            <p:cNvPicPr>
              <a:picLocks noChangeAspect="1"/>
            </p:cNvPicPr>
            <p:nvPr/>
          </p:nvPicPr>
          <p:blipFill>
            <a:blip r:embed="rId3"/>
            <a:stretch>
              <a:fillRect/>
            </a:stretch>
          </p:blipFill>
          <p:spPr>
            <a:xfrm>
              <a:off x="610680" y="1903380"/>
              <a:ext cx="10980420" cy="2304288"/>
            </a:xfrm>
            <a:prstGeom prst="rect">
              <a:avLst/>
            </a:prstGeom>
          </p:spPr>
        </p:pic>
        <p:sp>
          <p:nvSpPr>
            <p:cNvPr id="48" name="TextBox 47">
              <a:extLst>
                <a:ext uri="{FF2B5EF4-FFF2-40B4-BE49-F238E27FC236}">
                  <a16:creationId xmlns:a16="http://schemas.microsoft.com/office/drawing/2014/main" id="{B9B1D9B3-67AA-1E16-121B-B7E1148EA531}"/>
                </a:ext>
              </a:extLst>
            </p:cNvPr>
            <p:cNvSpPr txBox="1"/>
            <p:nvPr/>
          </p:nvSpPr>
          <p:spPr>
            <a:xfrm>
              <a:off x="6741547" y="2635952"/>
              <a:ext cx="2248786" cy="369332"/>
            </a:xfrm>
            <a:prstGeom prst="rect">
              <a:avLst/>
            </a:prstGeom>
            <a:noFill/>
          </p:spPr>
          <p:txBody>
            <a:bodyPr wrap="square" rtlCol="0">
              <a:spAutoFit/>
            </a:bodyPr>
            <a:lstStyle/>
            <a:p>
              <a:pPr algn="ctr" rtl="1"/>
              <a:r>
                <a:rPr lang="ar-EG" b="1" dirty="0">
                  <a:solidFill>
                    <a:schemeClr val="accent1"/>
                  </a:solidFill>
                </a:rPr>
                <a:t>توجيه الاستثمار</a:t>
              </a:r>
            </a:p>
          </p:txBody>
        </p:sp>
        <p:sp>
          <p:nvSpPr>
            <p:cNvPr id="50" name="TextBox 49">
              <a:extLst>
                <a:ext uri="{FF2B5EF4-FFF2-40B4-BE49-F238E27FC236}">
                  <a16:creationId xmlns:a16="http://schemas.microsoft.com/office/drawing/2014/main" id="{86B05CC7-928A-416A-1BA5-2AD798718784}"/>
                </a:ext>
              </a:extLst>
            </p:cNvPr>
            <p:cNvSpPr txBox="1"/>
            <p:nvPr/>
          </p:nvSpPr>
          <p:spPr>
            <a:xfrm>
              <a:off x="3201667" y="2635952"/>
              <a:ext cx="2248786" cy="369332"/>
            </a:xfrm>
            <a:prstGeom prst="rect">
              <a:avLst/>
            </a:prstGeom>
            <a:noFill/>
          </p:spPr>
          <p:txBody>
            <a:bodyPr wrap="square" rtlCol="0">
              <a:spAutoFit/>
            </a:bodyPr>
            <a:lstStyle/>
            <a:p>
              <a:pPr algn="ctr"/>
              <a:r>
                <a:rPr lang="ar-EG" b="1" dirty="0">
                  <a:solidFill>
                    <a:schemeClr val="accent1"/>
                  </a:solidFill>
                </a:rPr>
                <a:t>رسم خارطة الطريق</a:t>
              </a:r>
            </a:p>
          </p:txBody>
        </p:sp>
        <p:sp>
          <p:nvSpPr>
            <p:cNvPr id="51" name="TextBox 50">
              <a:extLst>
                <a:ext uri="{FF2B5EF4-FFF2-40B4-BE49-F238E27FC236}">
                  <a16:creationId xmlns:a16="http://schemas.microsoft.com/office/drawing/2014/main" id="{D5A0EC58-65C4-6B99-128F-0F07C4BD7D28}"/>
                </a:ext>
              </a:extLst>
            </p:cNvPr>
            <p:cNvSpPr txBox="1"/>
            <p:nvPr/>
          </p:nvSpPr>
          <p:spPr>
            <a:xfrm>
              <a:off x="6396113" y="3005284"/>
              <a:ext cx="2939654" cy="584775"/>
            </a:xfrm>
            <a:prstGeom prst="rect">
              <a:avLst/>
            </a:prstGeom>
            <a:noFill/>
          </p:spPr>
          <p:txBody>
            <a:bodyPr wrap="square" rtlCol="0">
              <a:spAutoFit/>
            </a:bodyPr>
            <a:lstStyle/>
            <a:p>
              <a:pPr algn="ctr" rtl="1"/>
              <a:r>
                <a:rPr lang="ar-EG" sz="1600" dirty="0"/>
                <a:t>توجيه الاستثمار في دعم التقنيات الناشئة نحو أولويات الأعمال والخدمات ذات الأثر المباشر.</a:t>
              </a:r>
            </a:p>
          </p:txBody>
        </p:sp>
        <p:sp>
          <p:nvSpPr>
            <p:cNvPr id="53" name="TextBox 52">
              <a:extLst>
                <a:ext uri="{FF2B5EF4-FFF2-40B4-BE49-F238E27FC236}">
                  <a16:creationId xmlns:a16="http://schemas.microsoft.com/office/drawing/2014/main" id="{3346D4B6-61DE-F38A-9442-B3FA94CBD6B6}"/>
                </a:ext>
              </a:extLst>
            </p:cNvPr>
            <p:cNvSpPr txBox="1"/>
            <p:nvPr/>
          </p:nvSpPr>
          <p:spPr>
            <a:xfrm>
              <a:off x="2856233" y="3005284"/>
              <a:ext cx="2939654" cy="584775"/>
            </a:xfrm>
            <a:prstGeom prst="rect">
              <a:avLst/>
            </a:prstGeom>
            <a:noFill/>
          </p:spPr>
          <p:txBody>
            <a:bodyPr wrap="square" rtlCol="0">
              <a:spAutoFit/>
            </a:bodyPr>
            <a:lstStyle/>
            <a:p>
              <a:pPr algn="ctr"/>
              <a:r>
                <a:rPr lang="ar-EG" sz="1600" dirty="0"/>
                <a:t>رسم خارطة طريق لدعم التقنيات الناشئة مثل الذكاء الاصطناعي، البيانات الضخمة.</a:t>
              </a:r>
            </a:p>
          </p:txBody>
        </p:sp>
      </p:grpSp>
      <p:sp>
        <p:nvSpPr>
          <p:cNvPr id="7" name="Text 0">
            <a:extLst>
              <a:ext uri="{FF2B5EF4-FFF2-40B4-BE49-F238E27FC236}">
                <a16:creationId xmlns:a16="http://schemas.microsoft.com/office/drawing/2014/main" id="{B9DD6A97-5E59-0DC0-F7A7-87B97704DED8}"/>
              </a:ext>
            </a:extLst>
          </p:cNvPr>
          <p:cNvSpPr/>
          <p:nvPr/>
        </p:nvSpPr>
        <p:spPr>
          <a:xfrm>
            <a:off x="5711719" y="4209910"/>
            <a:ext cx="5870681" cy="413444"/>
          </a:xfrm>
          <a:prstGeom prst="rect">
            <a:avLst/>
          </a:prstGeom>
          <a:noFill/>
          <a:ln/>
        </p:spPr>
        <p:txBody>
          <a:bodyPr wrap="none" lIns="0" tIns="0" rIns="0" bIns="0" rtlCol="0" anchor="t"/>
          <a:lstStyle/>
          <a:p>
            <a:pPr algn="r" rtl="1">
              <a:lnSpc>
                <a:spcPts val="3250"/>
              </a:lnSpc>
            </a:pPr>
            <a:r>
              <a:rPr lang="ar-EG" sz="2000" b="1" dirty="0">
                <a:solidFill>
                  <a:schemeClr val="accent1"/>
                </a:solidFill>
                <a:latin typeface="Sakkal Majalla" panose="02000000000000000000" pitchFamily="2" charset="-78"/>
                <a:ea typeface="Host Grotesk Medium" pitchFamily="34" charset="-122"/>
                <a:cs typeface="Sakkal Majalla" panose="02000000000000000000" pitchFamily="2" charset="-78"/>
              </a:rPr>
              <a:t>مجالات الدعم</a:t>
            </a:r>
          </a:p>
        </p:txBody>
      </p:sp>
      <p:grpSp>
        <p:nvGrpSpPr>
          <p:cNvPr id="37" name="Group 36">
            <a:extLst>
              <a:ext uri="{FF2B5EF4-FFF2-40B4-BE49-F238E27FC236}">
                <a16:creationId xmlns:a16="http://schemas.microsoft.com/office/drawing/2014/main" id="{CD5926E7-9610-AF34-FF5F-BC8546613F95}"/>
              </a:ext>
            </a:extLst>
          </p:cNvPr>
          <p:cNvGrpSpPr/>
          <p:nvPr/>
        </p:nvGrpSpPr>
        <p:grpSpPr>
          <a:xfrm>
            <a:off x="609593" y="4713729"/>
            <a:ext cx="10972807" cy="1092119"/>
            <a:chOff x="609593" y="4713729"/>
            <a:chExt cx="10972807" cy="1092119"/>
          </a:xfrm>
        </p:grpSpPr>
        <p:sp>
          <p:nvSpPr>
            <p:cNvPr id="8" name="Rectangle 7">
              <a:extLst>
                <a:ext uri="{FF2B5EF4-FFF2-40B4-BE49-F238E27FC236}">
                  <a16:creationId xmlns:a16="http://schemas.microsoft.com/office/drawing/2014/main" id="{87866CDD-3A93-5F18-8476-8674D86FBEC0}"/>
                </a:ext>
              </a:extLst>
            </p:cNvPr>
            <p:cNvSpPr/>
            <p:nvPr/>
          </p:nvSpPr>
          <p:spPr>
            <a:xfrm>
              <a:off x="9022080" y="4713729"/>
              <a:ext cx="2560320" cy="1092119"/>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3B2FA1F2-AA1F-322D-A755-653A8AF428CF}"/>
                </a:ext>
              </a:extLst>
            </p:cNvPr>
            <p:cNvSpPr/>
            <p:nvPr/>
          </p:nvSpPr>
          <p:spPr>
            <a:xfrm>
              <a:off x="6217917" y="4713729"/>
              <a:ext cx="2560320" cy="1092119"/>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ED8B6720-A177-A2FD-3308-CE13859FB04B}"/>
                </a:ext>
              </a:extLst>
            </p:cNvPr>
            <p:cNvSpPr/>
            <p:nvPr/>
          </p:nvSpPr>
          <p:spPr>
            <a:xfrm>
              <a:off x="3413755" y="4713729"/>
              <a:ext cx="2560320" cy="1092119"/>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E72162CE-051E-9AFB-FE53-C6C6B7C20D79}"/>
                </a:ext>
              </a:extLst>
            </p:cNvPr>
            <p:cNvSpPr/>
            <p:nvPr/>
          </p:nvSpPr>
          <p:spPr>
            <a:xfrm>
              <a:off x="609593" y="4713729"/>
              <a:ext cx="2560320" cy="1092119"/>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3">
              <a:extLst>
                <a:ext uri="{FF2B5EF4-FFF2-40B4-BE49-F238E27FC236}">
                  <a16:creationId xmlns:a16="http://schemas.microsoft.com/office/drawing/2014/main" id="{ADA2402B-BD53-EF08-DB2C-8DED677D55F9}"/>
                </a:ext>
              </a:extLst>
            </p:cNvPr>
            <p:cNvSpPr/>
            <p:nvPr/>
          </p:nvSpPr>
          <p:spPr>
            <a:xfrm>
              <a:off x="9022079" y="4760591"/>
              <a:ext cx="2560320" cy="258465"/>
            </a:xfrm>
            <a:prstGeom prst="rect">
              <a:avLst/>
            </a:prstGeom>
            <a:noFill/>
            <a:ln/>
          </p:spPr>
          <p:txBody>
            <a:bodyPr wrap="none" lIns="91440" tIns="0" rIns="91440" bIns="0" rtlCol="0" anchor="t"/>
            <a:lstStyle/>
            <a:p>
              <a:pPr algn="r" rtl="1">
                <a:lnSpc>
                  <a:spcPts val="2000"/>
                </a:lnSpc>
              </a:pPr>
              <a:r>
                <a:rPr lang="en-US" sz="1600" b="1" dirty="0">
                  <a:solidFill>
                    <a:srgbClr val="384653"/>
                  </a:solidFill>
                  <a:latin typeface="Sakkal Majalla" panose="02000000000000000000" pitchFamily="2" charset="-78"/>
                  <a:ea typeface="Host Grotesk Medium" pitchFamily="34" charset="-122"/>
                  <a:cs typeface="Sakkal Majalla" panose="02000000000000000000" pitchFamily="2" charset="-78"/>
                </a:rPr>
                <a:t>ضمان الامتثال</a:t>
              </a:r>
              <a:endParaRPr lang="en-US" sz="1600" b="1" dirty="0"/>
            </a:p>
          </p:txBody>
        </p:sp>
        <p:sp>
          <p:nvSpPr>
            <p:cNvPr id="13" name="Text 4">
              <a:extLst>
                <a:ext uri="{FF2B5EF4-FFF2-40B4-BE49-F238E27FC236}">
                  <a16:creationId xmlns:a16="http://schemas.microsoft.com/office/drawing/2014/main" id="{E9B7D0AB-4567-7263-C87E-3087392C96D5}"/>
                </a:ext>
              </a:extLst>
            </p:cNvPr>
            <p:cNvSpPr/>
            <p:nvPr/>
          </p:nvSpPr>
          <p:spPr>
            <a:xfrm>
              <a:off x="9022079" y="5118274"/>
              <a:ext cx="2560320" cy="529233"/>
            </a:xfrm>
            <a:prstGeom prst="rect">
              <a:avLst/>
            </a:prstGeom>
            <a:noFill/>
            <a:ln/>
          </p:spPr>
          <p:txBody>
            <a:bodyPr wrap="square" lIns="91440" tIns="0" rIns="91440" bIns="0" rtlCol="0" anchor="t"/>
            <a:lstStyle/>
            <a:p>
              <a:pPr algn="r" rtl="1">
                <a:lnSpc>
                  <a:spcPct val="80000"/>
                </a:lnSpc>
              </a:pPr>
              <a:r>
                <a:rPr lang="en-US" sz="1400" dirty="0">
                  <a:solidFill>
                    <a:srgbClr val="384653"/>
                  </a:solidFill>
                  <a:latin typeface="Sakkal Majalla" panose="02000000000000000000" pitchFamily="2" charset="-78"/>
                  <a:ea typeface="Roboto" pitchFamily="34" charset="-122"/>
                  <a:cs typeface="Sakkal Majalla" panose="02000000000000000000" pitchFamily="2" charset="-78"/>
                </a:rPr>
                <a:t>ضمان الامتثال </a:t>
              </a:r>
              <a:r>
                <a:rPr lang="en-US" sz="1400" dirty="0" err="1">
                  <a:solidFill>
                    <a:srgbClr val="384653"/>
                  </a:solidFill>
                  <a:latin typeface="Sakkal Majalla" panose="02000000000000000000" pitchFamily="2" charset="-78"/>
                  <a:ea typeface="Roboto" pitchFamily="34" charset="-122"/>
                  <a:cs typeface="Sakkal Majalla" panose="02000000000000000000" pitchFamily="2" charset="-78"/>
                </a:rPr>
                <a:t>لمتطلبات</a:t>
              </a:r>
              <a:r>
                <a:rPr lang="en-US" sz="1400" dirty="0">
                  <a:solidFill>
                    <a:srgbClr val="384653"/>
                  </a:solidFill>
                  <a:latin typeface="Sakkal Majalla" panose="02000000000000000000" pitchFamily="2" charset="-78"/>
                  <a:ea typeface="Roboto" pitchFamily="34" charset="-122"/>
                  <a:cs typeface="Sakkal Majalla" panose="02000000000000000000" pitchFamily="2" charset="-78"/>
                </a:rPr>
                <a:t> </a:t>
              </a:r>
              <a:r>
                <a:rPr lang="ar-EG" sz="1400" dirty="0">
                  <a:solidFill>
                    <a:srgbClr val="384653"/>
                  </a:solidFill>
                  <a:latin typeface="Sakkal Majalla" panose="02000000000000000000" pitchFamily="2" charset="-78"/>
                  <a:ea typeface="Roboto" pitchFamily="34" charset="-122"/>
                  <a:cs typeface="Sakkal Majalla" panose="02000000000000000000" pitchFamily="2" charset="-78"/>
                </a:rPr>
                <a:t>الجهات </a:t>
              </a:r>
              <a:r>
                <a:rPr lang="en-US" sz="1400" dirty="0">
                  <a:solidFill>
                    <a:srgbClr val="384653"/>
                  </a:solidFill>
                  <a:latin typeface="Sakkal Majalla" panose="02000000000000000000" pitchFamily="2" charset="-78"/>
                  <a:ea typeface="Roboto" pitchFamily="34" charset="-122"/>
                  <a:cs typeface="Sakkal Majalla" panose="02000000000000000000" pitchFamily="2" charset="-78"/>
                </a:rPr>
                <a:t> </a:t>
              </a:r>
              <a:r>
                <a:rPr lang="ar-EG" sz="1400" dirty="0">
                  <a:solidFill>
                    <a:srgbClr val="384653"/>
                  </a:solidFill>
                  <a:latin typeface="Sakkal Majalla" panose="02000000000000000000" pitchFamily="2" charset="-78"/>
                  <a:ea typeface="Roboto" pitchFamily="34" charset="-122"/>
                  <a:cs typeface="Sakkal Majalla" panose="02000000000000000000" pitchFamily="2" charset="-78"/>
                </a:rPr>
                <a:t>التشريعية</a:t>
              </a:r>
              <a:r>
                <a:rPr lang="en-US" sz="1400" dirty="0">
                  <a:solidFill>
                    <a:srgbClr val="384653"/>
                  </a:solidFill>
                  <a:latin typeface="Sakkal Majalla" panose="02000000000000000000" pitchFamily="2" charset="-78"/>
                  <a:ea typeface="Roboto" pitchFamily="34" charset="-122"/>
                  <a:cs typeface="Sakkal Majalla" panose="02000000000000000000" pitchFamily="2" charset="-78"/>
                </a:rPr>
                <a:t> مثل هيئة الحكومة الرقمية، الهيئة الوطنية للأمن السيبراني، والمركز الوطني لإدارة البيانات.</a:t>
              </a:r>
              <a:endParaRPr lang="en-US" sz="1400" dirty="0"/>
            </a:p>
          </p:txBody>
        </p:sp>
        <p:sp>
          <p:nvSpPr>
            <p:cNvPr id="14" name="Text 7">
              <a:extLst>
                <a:ext uri="{FF2B5EF4-FFF2-40B4-BE49-F238E27FC236}">
                  <a16:creationId xmlns:a16="http://schemas.microsoft.com/office/drawing/2014/main" id="{5B7AA700-D0D4-809D-2B56-B7E8F790F721}"/>
                </a:ext>
              </a:extLst>
            </p:cNvPr>
            <p:cNvSpPr/>
            <p:nvPr/>
          </p:nvSpPr>
          <p:spPr>
            <a:xfrm>
              <a:off x="6217917" y="4760591"/>
              <a:ext cx="2560320" cy="258465"/>
            </a:xfrm>
            <a:prstGeom prst="rect">
              <a:avLst/>
            </a:prstGeom>
            <a:noFill/>
            <a:ln/>
          </p:spPr>
          <p:txBody>
            <a:bodyPr wrap="none" lIns="91440" tIns="0" rIns="91440" bIns="0" rtlCol="0" anchor="t"/>
            <a:lstStyle/>
            <a:p>
              <a:pPr algn="r" rtl="1">
                <a:lnSpc>
                  <a:spcPts val="2000"/>
                </a:lnSpc>
              </a:pPr>
              <a:r>
                <a:rPr lang="en-US" sz="1600" b="1" dirty="0">
                  <a:solidFill>
                    <a:srgbClr val="384653"/>
                  </a:solidFill>
                  <a:latin typeface="Sakkal Majalla" panose="02000000000000000000" pitchFamily="2" charset="-78"/>
                  <a:ea typeface="Host Grotesk Medium" pitchFamily="34" charset="-122"/>
                  <a:cs typeface="Sakkal Majalla" panose="02000000000000000000" pitchFamily="2" charset="-78"/>
                </a:rPr>
                <a:t>تحسين الكفاءة التشغيلية</a:t>
              </a:r>
              <a:endParaRPr lang="en-US" sz="1600" b="1" dirty="0"/>
            </a:p>
          </p:txBody>
        </p:sp>
        <p:sp>
          <p:nvSpPr>
            <p:cNvPr id="24" name="Text 8">
              <a:extLst>
                <a:ext uri="{FF2B5EF4-FFF2-40B4-BE49-F238E27FC236}">
                  <a16:creationId xmlns:a16="http://schemas.microsoft.com/office/drawing/2014/main" id="{4DE71ECE-495A-AF80-5AFA-BC422E7B188D}"/>
                </a:ext>
              </a:extLst>
            </p:cNvPr>
            <p:cNvSpPr/>
            <p:nvPr/>
          </p:nvSpPr>
          <p:spPr>
            <a:xfrm>
              <a:off x="6217917" y="5118274"/>
              <a:ext cx="2560320" cy="529233"/>
            </a:xfrm>
            <a:prstGeom prst="rect">
              <a:avLst/>
            </a:prstGeom>
            <a:noFill/>
            <a:ln/>
          </p:spPr>
          <p:txBody>
            <a:bodyPr wrap="square" lIns="91440" tIns="0" rIns="91440" bIns="0" rtlCol="0" anchor="t"/>
            <a:lstStyle/>
            <a:p>
              <a:pPr algn="r" rtl="1">
                <a:lnSpc>
                  <a:spcPct val="80000"/>
                </a:lnSpc>
              </a:pPr>
              <a:r>
                <a:rPr lang="en-US" sz="1400" dirty="0">
                  <a:solidFill>
                    <a:srgbClr val="384653"/>
                  </a:solidFill>
                  <a:latin typeface="Sakkal Majalla" panose="02000000000000000000" pitchFamily="2" charset="-78"/>
                  <a:ea typeface="Roboto" pitchFamily="34" charset="-122"/>
                  <a:cs typeface="Sakkal Majalla" panose="02000000000000000000" pitchFamily="2" charset="-78"/>
                </a:rPr>
                <a:t>المساهمة في تحسين الكفاءة التشغيلية وخفض التكاليف عبر التخلص من التكرار وتعزيز التكامل بين الأنظمة.</a:t>
              </a:r>
              <a:endParaRPr lang="en-US" sz="1400" dirty="0"/>
            </a:p>
          </p:txBody>
        </p:sp>
        <p:sp>
          <p:nvSpPr>
            <p:cNvPr id="35" name="Text 3">
              <a:extLst>
                <a:ext uri="{FF2B5EF4-FFF2-40B4-BE49-F238E27FC236}">
                  <a16:creationId xmlns:a16="http://schemas.microsoft.com/office/drawing/2014/main" id="{28E152F1-1725-F44A-887E-DBFA477B9902}"/>
                </a:ext>
              </a:extLst>
            </p:cNvPr>
            <p:cNvSpPr/>
            <p:nvPr/>
          </p:nvSpPr>
          <p:spPr>
            <a:xfrm>
              <a:off x="3413755" y="4760591"/>
              <a:ext cx="2560320" cy="258465"/>
            </a:xfrm>
            <a:prstGeom prst="rect">
              <a:avLst/>
            </a:prstGeom>
            <a:noFill/>
            <a:ln/>
          </p:spPr>
          <p:txBody>
            <a:bodyPr wrap="none" lIns="91440" tIns="0" rIns="91440" bIns="0" rtlCol="0" anchor="t"/>
            <a:lstStyle/>
            <a:p>
              <a:pPr algn="r" rtl="1">
                <a:lnSpc>
                  <a:spcPts val="2000"/>
                </a:lnSpc>
              </a:pPr>
              <a:r>
                <a:rPr lang="en-US" sz="1600" b="1" dirty="0">
                  <a:solidFill>
                    <a:srgbClr val="384653"/>
                  </a:solidFill>
                  <a:latin typeface="Sakkal Majalla" panose="02000000000000000000" pitchFamily="2" charset="-78"/>
                  <a:ea typeface="Host Grotesk Medium" pitchFamily="34" charset="-122"/>
                  <a:cs typeface="Sakkal Majalla" panose="02000000000000000000" pitchFamily="2" charset="-78"/>
                </a:rPr>
                <a:t>توفير لوحات المتابعة</a:t>
              </a:r>
              <a:endParaRPr lang="en-US" sz="1600" b="1" dirty="0"/>
            </a:p>
          </p:txBody>
        </p:sp>
        <p:sp>
          <p:nvSpPr>
            <p:cNvPr id="46" name="Text 4">
              <a:extLst>
                <a:ext uri="{FF2B5EF4-FFF2-40B4-BE49-F238E27FC236}">
                  <a16:creationId xmlns:a16="http://schemas.microsoft.com/office/drawing/2014/main" id="{53BC652E-9414-D5E8-FEE8-8FC647040531}"/>
                </a:ext>
              </a:extLst>
            </p:cNvPr>
            <p:cNvSpPr/>
            <p:nvPr/>
          </p:nvSpPr>
          <p:spPr>
            <a:xfrm>
              <a:off x="3413755" y="5118274"/>
              <a:ext cx="2560320" cy="264617"/>
            </a:xfrm>
            <a:prstGeom prst="rect">
              <a:avLst/>
            </a:prstGeom>
            <a:noFill/>
            <a:ln/>
          </p:spPr>
          <p:txBody>
            <a:bodyPr wrap="square" lIns="91440" tIns="0" rIns="91440" bIns="0" rtlCol="0" anchor="t"/>
            <a:lstStyle/>
            <a:p>
              <a:pPr algn="r" rtl="1">
                <a:lnSpc>
                  <a:spcPct val="80000"/>
                </a:lnSpc>
              </a:pPr>
              <a:r>
                <a:rPr lang="en-US" sz="1400" dirty="0">
                  <a:solidFill>
                    <a:srgbClr val="384653"/>
                  </a:solidFill>
                  <a:latin typeface="Sakkal Majalla" panose="02000000000000000000" pitchFamily="2" charset="-78"/>
                  <a:ea typeface="Roboto" pitchFamily="34" charset="-122"/>
                  <a:cs typeface="Sakkal Majalla" panose="02000000000000000000" pitchFamily="2" charset="-78"/>
                </a:rPr>
                <a:t>توفير لوحات متابعة (Dashboards) لدعم اتخاذ القرار المبني على البيانات.</a:t>
              </a:r>
              <a:endParaRPr lang="en-US" sz="1400" dirty="0"/>
            </a:p>
          </p:txBody>
        </p:sp>
        <p:sp>
          <p:nvSpPr>
            <p:cNvPr id="47" name="Text 7">
              <a:extLst>
                <a:ext uri="{FF2B5EF4-FFF2-40B4-BE49-F238E27FC236}">
                  <a16:creationId xmlns:a16="http://schemas.microsoft.com/office/drawing/2014/main" id="{488602E8-976A-A6DF-B9DD-4B8915E68D88}"/>
                </a:ext>
              </a:extLst>
            </p:cNvPr>
            <p:cNvSpPr/>
            <p:nvPr/>
          </p:nvSpPr>
          <p:spPr>
            <a:xfrm>
              <a:off x="609593" y="4760591"/>
              <a:ext cx="2560320" cy="258465"/>
            </a:xfrm>
            <a:prstGeom prst="rect">
              <a:avLst/>
            </a:prstGeom>
            <a:noFill/>
            <a:ln/>
          </p:spPr>
          <p:txBody>
            <a:bodyPr wrap="none" lIns="91440" tIns="0" rIns="91440" bIns="0" rtlCol="0" anchor="t"/>
            <a:lstStyle/>
            <a:p>
              <a:pPr algn="r" rtl="1">
                <a:lnSpc>
                  <a:spcPts val="2000"/>
                </a:lnSpc>
              </a:pPr>
              <a:r>
                <a:rPr lang="en-US" sz="1600" b="1" dirty="0">
                  <a:solidFill>
                    <a:srgbClr val="384653"/>
                  </a:solidFill>
                  <a:latin typeface="Sakkal Majalla" panose="02000000000000000000" pitchFamily="2" charset="-78"/>
                  <a:ea typeface="Host Grotesk Medium" pitchFamily="34" charset="-122"/>
                  <a:cs typeface="Sakkal Majalla" panose="02000000000000000000" pitchFamily="2" charset="-78"/>
                </a:rPr>
                <a:t>تعزيز التنسيق والتكامل</a:t>
              </a:r>
              <a:endParaRPr lang="en-US" sz="1600" b="1" dirty="0"/>
            </a:p>
          </p:txBody>
        </p:sp>
        <p:sp>
          <p:nvSpPr>
            <p:cNvPr id="54" name="Text 8">
              <a:extLst>
                <a:ext uri="{FF2B5EF4-FFF2-40B4-BE49-F238E27FC236}">
                  <a16:creationId xmlns:a16="http://schemas.microsoft.com/office/drawing/2014/main" id="{063636A2-07F2-C98E-1272-DB55BB211D42}"/>
                </a:ext>
              </a:extLst>
            </p:cNvPr>
            <p:cNvSpPr/>
            <p:nvPr/>
          </p:nvSpPr>
          <p:spPr>
            <a:xfrm>
              <a:off x="609593" y="5118274"/>
              <a:ext cx="2560320" cy="529233"/>
            </a:xfrm>
            <a:prstGeom prst="rect">
              <a:avLst/>
            </a:prstGeom>
            <a:noFill/>
            <a:ln/>
          </p:spPr>
          <p:txBody>
            <a:bodyPr wrap="square" lIns="91440" tIns="0" rIns="91440" bIns="0" rtlCol="0" anchor="t"/>
            <a:lstStyle/>
            <a:p>
              <a:pPr algn="r" rtl="1">
                <a:lnSpc>
                  <a:spcPct val="80000"/>
                </a:lnSpc>
              </a:pPr>
              <a:r>
                <a:rPr lang="en-US" sz="1400" dirty="0">
                  <a:solidFill>
                    <a:srgbClr val="384653"/>
                  </a:solidFill>
                  <a:latin typeface="Sakkal Majalla" panose="02000000000000000000" pitchFamily="2" charset="-78"/>
                  <a:ea typeface="Roboto" pitchFamily="34" charset="-122"/>
                  <a:cs typeface="Sakkal Majalla" panose="02000000000000000000" pitchFamily="2" charset="-78"/>
                </a:rPr>
                <a:t>تعزيز التنسيق والتكامل بين </a:t>
              </a:r>
              <a:r>
                <a:rPr lang="en-US" sz="1400" dirty="0" err="1">
                  <a:solidFill>
                    <a:srgbClr val="384653"/>
                  </a:solidFill>
                  <a:latin typeface="Sakkal Majalla" panose="02000000000000000000" pitchFamily="2" charset="-78"/>
                  <a:ea typeface="Roboto" pitchFamily="34" charset="-122"/>
                  <a:cs typeface="Sakkal Majalla" panose="02000000000000000000" pitchFamily="2" charset="-78"/>
                </a:rPr>
                <a:t>إدارات</a:t>
              </a:r>
              <a:r>
                <a:rPr lang="en-US" sz="1400" dirty="0">
                  <a:solidFill>
                    <a:srgbClr val="384653"/>
                  </a:solidFill>
                  <a:latin typeface="Sakkal Majalla" panose="02000000000000000000" pitchFamily="2" charset="-78"/>
                  <a:ea typeface="Roboto" pitchFamily="34" charset="-122"/>
                  <a:cs typeface="Sakkal Majalla" panose="02000000000000000000" pitchFamily="2" charset="-78"/>
                </a:rPr>
                <a:t> </a:t>
              </a:r>
              <a:r>
                <a:rPr lang="en-US" sz="1400" dirty="0" err="1">
                  <a:solidFill>
                    <a:srgbClr val="384653"/>
                  </a:solidFill>
                  <a:latin typeface="Sakkal Majalla" panose="02000000000000000000" pitchFamily="2" charset="-78"/>
                  <a:ea typeface="Roboto" pitchFamily="34" charset="-122"/>
                  <a:cs typeface="Sakkal Majalla" panose="02000000000000000000" pitchFamily="2" charset="-78"/>
                </a:rPr>
                <a:t>ال</a:t>
              </a:r>
              <a:r>
                <a:rPr lang="ar-SA" sz="1400" dirty="0">
                  <a:solidFill>
                    <a:srgbClr val="384653"/>
                  </a:solidFill>
                  <a:latin typeface="Sakkal Majalla" panose="02000000000000000000" pitchFamily="2" charset="-78"/>
                  <a:ea typeface="Roboto" pitchFamily="34" charset="-122"/>
                  <a:cs typeface="Sakkal Majalla" panose="02000000000000000000" pitchFamily="2" charset="-78"/>
                </a:rPr>
                <a:t>هيئة</a:t>
              </a:r>
              <a:r>
                <a:rPr lang="en-US" sz="1400" dirty="0">
                  <a:solidFill>
                    <a:srgbClr val="384653"/>
                  </a:solidFill>
                  <a:latin typeface="Sakkal Majalla" panose="02000000000000000000" pitchFamily="2" charset="-78"/>
                  <a:ea typeface="Roboto" pitchFamily="34" charset="-122"/>
                  <a:cs typeface="Sakkal Majalla" panose="02000000000000000000" pitchFamily="2" charset="-78"/>
                </a:rPr>
                <a:t> لضمان انسجام المبادرات الرقمية وتحقيق قيمة مضافة شاملة.</a:t>
              </a:r>
              <a:endParaRPr lang="en-US" sz="1400" dirty="0"/>
            </a:p>
          </p:txBody>
        </p:sp>
      </p:grpSp>
      <p:sp>
        <p:nvSpPr>
          <p:cNvPr id="2" name="Slide Number Placeholder 1">
            <a:extLst>
              <a:ext uri="{FF2B5EF4-FFF2-40B4-BE49-F238E27FC236}">
                <a16:creationId xmlns:a16="http://schemas.microsoft.com/office/drawing/2014/main" id="{FC7F5F3C-3DEC-0960-8DC9-14E9105B75C7}"/>
              </a:ext>
            </a:extLst>
          </p:cNvPr>
          <p:cNvSpPr>
            <a:spLocks noGrp="1"/>
          </p:cNvSpPr>
          <p:nvPr>
            <p:ph type="sldNum" sz="quarter" idx="12"/>
          </p:nvPr>
        </p:nvSpPr>
        <p:spPr/>
        <p:txBody>
          <a:bodyPr/>
          <a:lstStyle/>
          <a:p>
            <a:fld id="{0BE4EC83-A869-464E-AE9F-881796FB085E}" type="slidenum">
              <a:rPr lang="en-US" smtClean="0"/>
              <a:t>50</a:t>
            </a:fld>
            <a:endParaRPr lang="en-US"/>
          </a:p>
        </p:txBody>
      </p:sp>
    </p:spTree>
    <p:extLst>
      <p:ext uri="{BB962C8B-B14F-4D97-AF65-F5344CB8AC3E}">
        <p14:creationId xmlns:p14="http://schemas.microsoft.com/office/powerpoint/2010/main" val="1174584166"/>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6B4DD-F82A-D3ED-1CCB-A408D6D6822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49EBC73-7DF0-2348-CF00-025904EFF973}"/>
              </a:ext>
            </a:extLst>
          </p:cNvPr>
          <p:cNvSpPr>
            <a:spLocks noGrp="1"/>
          </p:cNvSpPr>
          <p:nvPr>
            <p:ph type="title"/>
          </p:nvPr>
        </p:nvSpPr>
        <p:spPr/>
        <p:txBody>
          <a:bodyPr/>
          <a:lstStyle/>
          <a:p>
            <a:r>
              <a:rPr lang="ar-SA" dirty="0"/>
              <a:t>دور البنية المؤسسية في دعم المؤشرات الوطنية والتحول الرقمي</a:t>
            </a:r>
            <a:endParaRPr lang="en-US" dirty="0"/>
          </a:p>
        </p:txBody>
      </p:sp>
      <p:grpSp>
        <p:nvGrpSpPr>
          <p:cNvPr id="5" name="Group 4">
            <a:extLst>
              <a:ext uri="{FF2B5EF4-FFF2-40B4-BE49-F238E27FC236}">
                <a16:creationId xmlns:a16="http://schemas.microsoft.com/office/drawing/2014/main" id="{A5885734-CAA6-A60A-C464-986DDA773C43}"/>
              </a:ext>
            </a:extLst>
          </p:cNvPr>
          <p:cNvGrpSpPr/>
          <p:nvPr/>
        </p:nvGrpSpPr>
        <p:grpSpPr>
          <a:xfrm>
            <a:off x="615570" y="2232410"/>
            <a:ext cx="10980420" cy="2532888"/>
            <a:chOff x="615570" y="2232410"/>
            <a:chExt cx="10980420" cy="2532888"/>
          </a:xfrm>
        </p:grpSpPr>
        <p:pic>
          <p:nvPicPr>
            <p:cNvPr id="3" name="Picture 2">
              <a:extLst>
                <a:ext uri="{FF2B5EF4-FFF2-40B4-BE49-F238E27FC236}">
                  <a16:creationId xmlns:a16="http://schemas.microsoft.com/office/drawing/2014/main" id="{1590164F-29D1-2F58-BA54-DD3A13CC1A0E}"/>
                </a:ext>
              </a:extLst>
            </p:cNvPr>
            <p:cNvPicPr>
              <a:picLocks noChangeAspect="1"/>
            </p:cNvPicPr>
            <p:nvPr/>
          </p:nvPicPr>
          <p:blipFill>
            <a:blip r:embed="rId3"/>
            <a:stretch>
              <a:fillRect/>
            </a:stretch>
          </p:blipFill>
          <p:spPr>
            <a:xfrm>
              <a:off x="615570" y="2232410"/>
              <a:ext cx="10980420" cy="2532888"/>
            </a:xfrm>
            <a:prstGeom prst="rect">
              <a:avLst/>
            </a:prstGeom>
          </p:spPr>
        </p:pic>
        <p:sp>
          <p:nvSpPr>
            <p:cNvPr id="48" name="TextBox 47">
              <a:extLst>
                <a:ext uri="{FF2B5EF4-FFF2-40B4-BE49-F238E27FC236}">
                  <a16:creationId xmlns:a16="http://schemas.microsoft.com/office/drawing/2014/main" id="{5ADCAF75-B92D-63B9-0052-A7135857EE9A}"/>
                </a:ext>
              </a:extLst>
            </p:cNvPr>
            <p:cNvSpPr txBox="1"/>
            <p:nvPr/>
          </p:nvSpPr>
          <p:spPr>
            <a:xfrm>
              <a:off x="8511487" y="2968220"/>
              <a:ext cx="2248786" cy="369332"/>
            </a:xfrm>
            <a:prstGeom prst="rect">
              <a:avLst/>
            </a:prstGeom>
            <a:noFill/>
          </p:spPr>
          <p:txBody>
            <a:bodyPr wrap="square" rtlCol="0">
              <a:spAutoFit/>
            </a:bodyPr>
            <a:lstStyle/>
            <a:p>
              <a:pPr algn="ctr" rtl="1"/>
              <a:r>
                <a:rPr lang="ar-EG" b="1" dirty="0">
                  <a:solidFill>
                    <a:schemeClr val="accent1"/>
                  </a:solidFill>
                </a:rPr>
                <a:t>تطبيق أطر معيارية</a:t>
              </a:r>
            </a:p>
          </p:txBody>
        </p:sp>
        <p:sp>
          <p:nvSpPr>
            <p:cNvPr id="49" name="TextBox 48">
              <a:extLst>
                <a:ext uri="{FF2B5EF4-FFF2-40B4-BE49-F238E27FC236}">
                  <a16:creationId xmlns:a16="http://schemas.microsoft.com/office/drawing/2014/main" id="{76DFE723-38A5-DE00-521F-20AC97A1109A}"/>
                </a:ext>
              </a:extLst>
            </p:cNvPr>
            <p:cNvSpPr txBox="1"/>
            <p:nvPr/>
          </p:nvSpPr>
          <p:spPr>
            <a:xfrm>
              <a:off x="1431727" y="2968220"/>
              <a:ext cx="2248786" cy="369332"/>
            </a:xfrm>
            <a:prstGeom prst="rect">
              <a:avLst/>
            </a:prstGeom>
            <a:noFill/>
          </p:spPr>
          <p:txBody>
            <a:bodyPr wrap="square" rtlCol="0">
              <a:spAutoFit/>
            </a:bodyPr>
            <a:lstStyle/>
            <a:p>
              <a:pPr algn="ctr"/>
              <a:r>
                <a:rPr lang="ar-EG" b="1" dirty="0">
                  <a:solidFill>
                    <a:schemeClr val="accent1"/>
                  </a:solidFill>
                </a:rPr>
                <a:t>إعداد تقارير دورية</a:t>
              </a:r>
            </a:p>
          </p:txBody>
        </p:sp>
        <p:sp>
          <p:nvSpPr>
            <p:cNvPr id="50" name="TextBox 49">
              <a:extLst>
                <a:ext uri="{FF2B5EF4-FFF2-40B4-BE49-F238E27FC236}">
                  <a16:creationId xmlns:a16="http://schemas.microsoft.com/office/drawing/2014/main" id="{FF83551D-ED04-46CA-23C1-8E0CA1D68D8C}"/>
                </a:ext>
              </a:extLst>
            </p:cNvPr>
            <p:cNvSpPr txBox="1"/>
            <p:nvPr/>
          </p:nvSpPr>
          <p:spPr>
            <a:xfrm>
              <a:off x="4971607" y="2968220"/>
              <a:ext cx="2248786" cy="369332"/>
            </a:xfrm>
            <a:prstGeom prst="rect">
              <a:avLst/>
            </a:prstGeom>
            <a:noFill/>
          </p:spPr>
          <p:txBody>
            <a:bodyPr wrap="square" rtlCol="0">
              <a:spAutoFit/>
            </a:bodyPr>
            <a:lstStyle/>
            <a:p>
              <a:pPr algn="ctr"/>
              <a:r>
                <a:rPr lang="ar-EG" b="1" dirty="0">
                  <a:solidFill>
                    <a:schemeClr val="accent1"/>
                  </a:solidFill>
                </a:rPr>
                <a:t>متابعة مؤشرات النضج</a:t>
              </a:r>
            </a:p>
          </p:txBody>
        </p:sp>
        <p:sp>
          <p:nvSpPr>
            <p:cNvPr id="51" name="TextBox 50">
              <a:extLst>
                <a:ext uri="{FF2B5EF4-FFF2-40B4-BE49-F238E27FC236}">
                  <a16:creationId xmlns:a16="http://schemas.microsoft.com/office/drawing/2014/main" id="{25AE457F-1B6F-A110-34F7-1451AB5DAE17}"/>
                </a:ext>
              </a:extLst>
            </p:cNvPr>
            <p:cNvSpPr txBox="1"/>
            <p:nvPr/>
          </p:nvSpPr>
          <p:spPr>
            <a:xfrm>
              <a:off x="8166053" y="3337552"/>
              <a:ext cx="2939654" cy="584775"/>
            </a:xfrm>
            <a:prstGeom prst="rect">
              <a:avLst/>
            </a:prstGeom>
            <a:noFill/>
          </p:spPr>
          <p:txBody>
            <a:bodyPr wrap="square" rtlCol="0">
              <a:spAutoFit/>
            </a:bodyPr>
            <a:lstStyle/>
            <a:p>
              <a:pPr algn="ctr" rtl="1"/>
              <a:r>
                <a:rPr lang="ar-EG" sz="1600" dirty="0"/>
                <a:t>تطبيق أطر وممارسات معيارية مثل </a:t>
              </a:r>
              <a:r>
                <a:rPr lang="en-GB" sz="1600" dirty="0"/>
                <a:t>TOGAF </a:t>
              </a:r>
              <a:r>
                <a:rPr lang="ar-EG" sz="1600" dirty="0"/>
                <a:t>و</a:t>
              </a:r>
              <a:r>
                <a:rPr lang="en-GB" sz="1600" dirty="0"/>
                <a:t>NORA </a:t>
              </a:r>
              <a:r>
                <a:rPr lang="ar-EG" sz="1600" dirty="0"/>
                <a:t>لرفع مستوى النضج المؤسسي.</a:t>
              </a:r>
            </a:p>
          </p:txBody>
        </p:sp>
        <p:sp>
          <p:nvSpPr>
            <p:cNvPr id="52" name="TextBox 51">
              <a:extLst>
                <a:ext uri="{FF2B5EF4-FFF2-40B4-BE49-F238E27FC236}">
                  <a16:creationId xmlns:a16="http://schemas.microsoft.com/office/drawing/2014/main" id="{9905135B-4E17-EA51-E88C-4D5C7136839C}"/>
                </a:ext>
              </a:extLst>
            </p:cNvPr>
            <p:cNvSpPr txBox="1"/>
            <p:nvPr/>
          </p:nvSpPr>
          <p:spPr>
            <a:xfrm>
              <a:off x="1086293" y="3337552"/>
              <a:ext cx="2939654" cy="584775"/>
            </a:xfrm>
            <a:prstGeom prst="rect">
              <a:avLst/>
            </a:prstGeom>
            <a:noFill/>
          </p:spPr>
          <p:txBody>
            <a:bodyPr wrap="square" rtlCol="0">
              <a:spAutoFit/>
            </a:bodyPr>
            <a:lstStyle/>
            <a:p>
              <a:pPr algn="ctr"/>
              <a:r>
                <a:rPr lang="ar-EG" sz="1600" dirty="0"/>
                <a:t>إعداد تقارير دورية مدعومة بخطط تحسين مستمرة لرفع مستوى النضج المؤسسي.</a:t>
              </a:r>
            </a:p>
          </p:txBody>
        </p:sp>
        <p:sp>
          <p:nvSpPr>
            <p:cNvPr id="53" name="TextBox 52">
              <a:extLst>
                <a:ext uri="{FF2B5EF4-FFF2-40B4-BE49-F238E27FC236}">
                  <a16:creationId xmlns:a16="http://schemas.microsoft.com/office/drawing/2014/main" id="{2768105F-4604-8125-791A-0818EDC72C51}"/>
                </a:ext>
              </a:extLst>
            </p:cNvPr>
            <p:cNvSpPr txBox="1"/>
            <p:nvPr/>
          </p:nvSpPr>
          <p:spPr>
            <a:xfrm>
              <a:off x="4626173" y="3337552"/>
              <a:ext cx="2939654" cy="830997"/>
            </a:xfrm>
            <a:prstGeom prst="rect">
              <a:avLst/>
            </a:prstGeom>
            <a:noFill/>
          </p:spPr>
          <p:txBody>
            <a:bodyPr wrap="square" rtlCol="0">
              <a:spAutoFit/>
            </a:bodyPr>
            <a:lstStyle/>
            <a:p>
              <a:pPr algn="ctr"/>
              <a:r>
                <a:rPr lang="ar-EG" sz="1600" dirty="0"/>
                <a:t>متابعة مؤشرات النضج الخاصة بالحوكمة، البيانات، التطبيقات، التقنية، الأمن السيبراني وتجربة المستفيد.</a:t>
              </a:r>
            </a:p>
          </p:txBody>
        </p:sp>
      </p:grpSp>
      <p:sp>
        <p:nvSpPr>
          <p:cNvPr id="6" name="Text 0">
            <a:extLst>
              <a:ext uri="{FF2B5EF4-FFF2-40B4-BE49-F238E27FC236}">
                <a16:creationId xmlns:a16="http://schemas.microsoft.com/office/drawing/2014/main" id="{F79BFF48-DF1E-AAFC-5F9D-0B8E92189EB2}"/>
              </a:ext>
            </a:extLst>
          </p:cNvPr>
          <p:cNvSpPr/>
          <p:nvPr/>
        </p:nvSpPr>
        <p:spPr>
          <a:xfrm>
            <a:off x="5711719" y="1227339"/>
            <a:ext cx="5870681" cy="413444"/>
          </a:xfrm>
          <a:prstGeom prst="rect">
            <a:avLst/>
          </a:prstGeom>
          <a:noFill/>
          <a:ln/>
        </p:spPr>
        <p:txBody>
          <a:bodyPr wrap="none" lIns="0" tIns="0" rIns="0" bIns="0" rtlCol="0" anchor="t"/>
          <a:lstStyle/>
          <a:p>
            <a:pPr algn="r" rtl="1">
              <a:lnSpc>
                <a:spcPts val="3250"/>
              </a:lnSpc>
            </a:pPr>
            <a:r>
              <a:rPr lang="ar-EG" sz="2400" b="1" dirty="0">
                <a:solidFill>
                  <a:schemeClr val="accent2"/>
                </a:solidFill>
                <a:latin typeface="Sakkal Majalla" panose="02000000000000000000" pitchFamily="2" charset="-78"/>
                <a:ea typeface="Host Grotesk Medium" pitchFamily="34" charset="-122"/>
                <a:cs typeface="Sakkal Majalla" panose="02000000000000000000" pitchFamily="2" charset="-78"/>
              </a:rPr>
              <a:t>4 دعم تحقيق مؤشر ونتائج نضج البنية المؤسسية</a:t>
            </a:r>
          </a:p>
        </p:txBody>
      </p:sp>
      <p:sp>
        <p:nvSpPr>
          <p:cNvPr id="2" name="Slide Number Placeholder 1">
            <a:extLst>
              <a:ext uri="{FF2B5EF4-FFF2-40B4-BE49-F238E27FC236}">
                <a16:creationId xmlns:a16="http://schemas.microsoft.com/office/drawing/2014/main" id="{452936FF-BF10-19DD-2899-35E399ED0447}"/>
              </a:ext>
            </a:extLst>
          </p:cNvPr>
          <p:cNvSpPr>
            <a:spLocks noGrp="1"/>
          </p:cNvSpPr>
          <p:nvPr>
            <p:ph type="sldNum" sz="quarter" idx="12"/>
          </p:nvPr>
        </p:nvSpPr>
        <p:spPr/>
        <p:txBody>
          <a:bodyPr/>
          <a:lstStyle/>
          <a:p>
            <a:fld id="{0BE4EC83-A869-464E-AE9F-881796FB085E}" type="slidenum">
              <a:rPr lang="en-US" smtClean="0"/>
              <a:t>51</a:t>
            </a:fld>
            <a:endParaRPr lang="en-US"/>
          </a:p>
        </p:txBody>
      </p:sp>
    </p:spTree>
    <p:extLst>
      <p:ext uri="{BB962C8B-B14F-4D97-AF65-F5344CB8AC3E}">
        <p14:creationId xmlns:p14="http://schemas.microsoft.com/office/powerpoint/2010/main" val="115071593"/>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6E348-E98E-24D3-F158-ED5400EA012F}"/>
            </a:ext>
          </a:extLst>
        </p:cNvPr>
        <p:cNvGrpSpPr/>
        <p:nvPr/>
      </p:nvGrpSpPr>
      <p:grpSpPr>
        <a:xfrm>
          <a:off x="0" y="0"/>
          <a:ext cx="0" cy="0"/>
          <a:chOff x="0" y="0"/>
          <a:chExt cx="0" cy="0"/>
        </a:xfrm>
      </p:grpSpPr>
      <p:sp>
        <p:nvSpPr>
          <p:cNvPr id="23" name="Title 22">
            <a:extLst>
              <a:ext uri="{FF2B5EF4-FFF2-40B4-BE49-F238E27FC236}">
                <a16:creationId xmlns:a16="http://schemas.microsoft.com/office/drawing/2014/main" id="{FA34DFCB-D84E-7C12-DBCA-7703F6031217}"/>
              </a:ext>
            </a:extLst>
          </p:cNvPr>
          <p:cNvSpPr>
            <a:spLocks noGrp="1"/>
          </p:cNvSpPr>
          <p:nvPr>
            <p:ph type="title"/>
          </p:nvPr>
        </p:nvSpPr>
        <p:spPr/>
        <p:txBody>
          <a:bodyPr/>
          <a:lstStyle/>
          <a:p>
            <a:r>
              <a:rPr lang="ar-SA" dirty="0"/>
              <a:t>الأثر المتكامل للبنية المؤسسية</a:t>
            </a:r>
            <a:endParaRPr lang="en-US" dirty="0"/>
          </a:p>
        </p:txBody>
      </p:sp>
      <p:grpSp>
        <p:nvGrpSpPr>
          <p:cNvPr id="676" name="Group 675">
            <a:extLst>
              <a:ext uri="{FF2B5EF4-FFF2-40B4-BE49-F238E27FC236}">
                <a16:creationId xmlns:a16="http://schemas.microsoft.com/office/drawing/2014/main" id="{9F6C8490-15B7-93F9-A22E-903027D144CA}"/>
              </a:ext>
            </a:extLst>
          </p:cNvPr>
          <p:cNvGrpSpPr/>
          <p:nvPr/>
        </p:nvGrpSpPr>
        <p:grpSpPr>
          <a:xfrm>
            <a:off x="3441118" y="1507405"/>
            <a:ext cx="5254784" cy="3809990"/>
            <a:chOff x="3441118" y="1507405"/>
            <a:chExt cx="5254784" cy="3809990"/>
          </a:xfrm>
        </p:grpSpPr>
        <p:pic>
          <p:nvPicPr>
            <p:cNvPr id="675" name="Picture 674">
              <a:extLst>
                <a:ext uri="{FF2B5EF4-FFF2-40B4-BE49-F238E27FC236}">
                  <a16:creationId xmlns:a16="http://schemas.microsoft.com/office/drawing/2014/main" id="{12FA9C69-49FB-408D-AF29-8AB423870C24}"/>
                </a:ext>
              </a:extLst>
            </p:cNvPr>
            <p:cNvPicPr>
              <a:picLocks noChangeAspect="1"/>
            </p:cNvPicPr>
            <p:nvPr/>
          </p:nvPicPr>
          <p:blipFill>
            <a:blip r:embed="rId3"/>
            <a:stretch>
              <a:fillRect/>
            </a:stretch>
          </p:blipFill>
          <p:spPr>
            <a:xfrm>
              <a:off x="3652074" y="1955066"/>
              <a:ext cx="4858512" cy="3360420"/>
            </a:xfrm>
            <a:prstGeom prst="rect">
              <a:avLst/>
            </a:prstGeom>
          </p:spPr>
        </p:pic>
        <p:sp>
          <p:nvSpPr>
            <p:cNvPr id="695" name="Text 2">
              <a:extLst>
                <a:ext uri="{FF2B5EF4-FFF2-40B4-BE49-F238E27FC236}">
                  <a16:creationId xmlns:a16="http://schemas.microsoft.com/office/drawing/2014/main" id="{8BDA562B-C422-6E5F-1FC4-7810B04FD393}"/>
                </a:ext>
              </a:extLst>
            </p:cNvPr>
            <p:cNvSpPr/>
            <p:nvPr/>
          </p:nvSpPr>
          <p:spPr>
            <a:xfrm rot="10800000" flipV="1">
              <a:off x="7415742" y="3169341"/>
              <a:ext cx="1280160" cy="406265"/>
            </a:xfrm>
            <a:prstGeom prst="rect">
              <a:avLst/>
            </a:prstGeom>
            <a:noFill/>
            <a:ln/>
          </p:spPr>
          <p:txBody>
            <a:bodyPr wrap="square" lIns="0" tIns="0" rIns="0" bIns="0" rtlCol="0" anchor="b" anchorCtr="0">
              <a:spAutoFit/>
            </a:bodyPr>
            <a:lstStyle/>
            <a:p>
              <a:pPr algn="ctr" rtl="1">
                <a:lnSpc>
                  <a:spcPct val="80000"/>
                </a:lnSpc>
              </a:pPr>
              <a:r>
                <a:rPr lang="en-US" sz="1600" b="1" dirty="0">
                  <a:solidFill>
                    <a:srgbClr val="384653"/>
                  </a:solidFill>
                  <a:latin typeface="Sakkal Majalla" panose="02000000000000000000" pitchFamily="2" charset="-78"/>
                  <a:ea typeface="Roboto" pitchFamily="34" charset="-122"/>
                  <a:cs typeface="Sakkal Majalla" panose="02000000000000000000" pitchFamily="2" charset="-78"/>
                </a:rPr>
                <a:t>تحقيق الأهداف الإستراتيجية</a:t>
              </a:r>
              <a:endParaRPr lang="en-US" sz="1600" b="1" dirty="0"/>
            </a:p>
          </p:txBody>
        </p:sp>
        <p:sp>
          <p:nvSpPr>
            <p:cNvPr id="696" name="Text 5">
              <a:extLst>
                <a:ext uri="{FF2B5EF4-FFF2-40B4-BE49-F238E27FC236}">
                  <a16:creationId xmlns:a16="http://schemas.microsoft.com/office/drawing/2014/main" id="{04E14B76-3199-4E55-9C27-D01D00A8D8FB}"/>
                </a:ext>
              </a:extLst>
            </p:cNvPr>
            <p:cNvSpPr/>
            <p:nvPr/>
          </p:nvSpPr>
          <p:spPr>
            <a:xfrm rot="10800000" flipV="1">
              <a:off x="6569719" y="1969070"/>
              <a:ext cx="1280160" cy="406265"/>
            </a:xfrm>
            <a:prstGeom prst="rect">
              <a:avLst/>
            </a:prstGeom>
            <a:noFill/>
            <a:ln/>
          </p:spPr>
          <p:txBody>
            <a:bodyPr wrap="square" lIns="0" tIns="0" rIns="0" bIns="0" rtlCol="0" anchor="b" anchorCtr="0">
              <a:spAutoFit/>
            </a:bodyPr>
            <a:lstStyle/>
            <a:p>
              <a:pPr algn="ctr" rtl="1">
                <a:lnSpc>
                  <a:spcPct val="80000"/>
                </a:lnSpc>
              </a:pPr>
              <a:r>
                <a:rPr lang="en-US" sz="1600" b="1" dirty="0">
                  <a:solidFill>
                    <a:srgbClr val="384653"/>
                  </a:solidFill>
                  <a:latin typeface="Sakkal Majalla" panose="02000000000000000000" pitchFamily="2" charset="-78"/>
                  <a:ea typeface="Roboto" pitchFamily="34" charset="-122"/>
                  <a:cs typeface="Sakkal Majalla" panose="02000000000000000000" pitchFamily="2" charset="-78"/>
                </a:rPr>
                <a:t>التحول الرقمي الشامل</a:t>
              </a:r>
              <a:endParaRPr lang="en-US" sz="1600" b="1" dirty="0"/>
            </a:p>
          </p:txBody>
        </p:sp>
        <p:sp>
          <p:nvSpPr>
            <p:cNvPr id="697" name="Text 8">
              <a:extLst>
                <a:ext uri="{FF2B5EF4-FFF2-40B4-BE49-F238E27FC236}">
                  <a16:creationId xmlns:a16="http://schemas.microsoft.com/office/drawing/2014/main" id="{94BF487C-AD94-CE7E-67A6-0ACAE9D95EFC}"/>
                </a:ext>
              </a:extLst>
            </p:cNvPr>
            <p:cNvSpPr/>
            <p:nvPr/>
          </p:nvSpPr>
          <p:spPr>
            <a:xfrm rot="10800000" flipV="1">
              <a:off x="5470997" y="1507405"/>
              <a:ext cx="1280160" cy="406265"/>
            </a:xfrm>
            <a:prstGeom prst="rect">
              <a:avLst/>
            </a:prstGeom>
            <a:noFill/>
            <a:ln/>
          </p:spPr>
          <p:txBody>
            <a:bodyPr wrap="square" lIns="0" tIns="0" rIns="0" bIns="0" rtlCol="0" anchor="b" anchorCtr="0">
              <a:spAutoFit/>
            </a:bodyPr>
            <a:lstStyle/>
            <a:p>
              <a:pPr algn="ctr" rtl="1">
                <a:lnSpc>
                  <a:spcPct val="80000"/>
                </a:lnSpc>
              </a:pPr>
              <a:r>
                <a:rPr lang="en-US" sz="1600" b="1" dirty="0">
                  <a:solidFill>
                    <a:srgbClr val="384653"/>
                  </a:solidFill>
                  <a:latin typeface="Sakkal Majalla" panose="02000000000000000000" pitchFamily="2" charset="-78"/>
                  <a:ea typeface="Roboto" pitchFamily="34" charset="-122"/>
                  <a:cs typeface="Sakkal Majalla" panose="02000000000000000000" pitchFamily="2" charset="-78"/>
                </a:rPr>
                <a:t>النضج المؤسسي والتكامل</a:t>
              </a:r>
              <a:endParaRPr lang="en-US" sz="1600" b="1" dirty="0"/>
            </a:p>
          </p:txBody>
        </p:sp>
        <p:sp>
          <p:nvSpPr>
            <p:cNvPr id="698" name="Text 11">
              <a:extLst>
                <a:ext uri="{FF2B5EF4-FFF2-40B4-BE49-F238E27FC236}">
                  <a16:creationId xmlns:a16="http://schemas.microsoft.com/office/drawing/2014/main" id="{84BE9EDA-71FF-CF11-3A15-635143FF6D9C}"/>
                </a:ext>
              </a:extLst>
            </p:cNvPr>
            <p:cNvSpPr/>
            <p:nvPr/>
          </p:nvSpPr>
          <p:spPr>
            <a:xfrm rot="10800000" flipV="1">
              <a:off x="4369152" y="1969070"/>
              <a:ext cx="1280160" cy="406265"/>
            </a:xfrm>
            <a:prstGeom prst="rect">
              <a:avLst/>
            </a:prstGeom>
            <a:noFill/>
            <a:ln/>
          </p:spPr>
          <p:txBody>
            <a:bodyPr wrap="square" lIns="0" tIns="0" rIns="0" bIns="0" rtlCol="0" anchor="b" anchorCtr="0">
              <a:spAutoFit/>
            </a:bodyPr>
            <a:lstStyle/>
            <a:p>
              <a:pPr algn="ctr" rtl="1">
                <a:lnSpc>
                  <a:spcPct val="80000"/>
                </a:lnSpc>
              </a:pPr>
              <a:r>
                <a:rPr lang="en-US" sz="1600" b="1" dirty="0">
                  <a:solidFill>
                    <a:srgbClr val="384653"/>
                  </a:solidFill>
                  <a:latin typeface="Sakkal Majalla" panose="02000000000000000000" pitchFamily="2" charset="-78"/>
                  <a:ea typeface="Roboto" pitchFamily="34" charset="-122"/>
                  <a:cs typeface="Sakkal Majalla" panose="02000000000000000000" pitchFamily="2" charset="-78"/>
                </a:rPr>
                <a:t>الامتثال للمتطلبات الوطنية</a:t>
              </a:r>
              <a:endParaRPr lang="en-US" sz="1600" b="1" dirty="0"/>
            </a:p>
          </p:txBody>
        </p:sp>
        <p:sp>
          <p:nvSpPr>
            <p:cNvPr id="699" name="Text 14">
              <a:extLst>
                <a:ext uri="{FF2B5EF4-FFF2-40B4-BE49-F238E27FC236}">
                  <a16:creationId xmlns:a16="http://schemas.microsoft.com/office/drawing/2014/main" id="{CFFF5604-BEB6-C3A9-2C2A-B469392DF995}"/>
                </a:ext>
              </a:extLst>
            </p:cNvPr>
            <p:cNvSpPr/>
            <p:nvPr/>
          </p:nvSpPr>
          <p:spPr>
            <a:xfrm rot="10800000" flipV="1">
              <a:off x="3441118" y="3169341"/>
              <a:ext cx="1280160" cy="406265"/>
            </a:xfrm>
            <a:prstGeom prst="rect">
              <a:avLst/>
            </a:prstGeom>
            <a:noFill/>
            <a:ln/>
          </p:spPr>
          <p:txBody>
            <a:bodyPr wrap="square" lIns="0" tIns="0" rIns="0" bIns="0" rtlCol="0" anchor="b" anchorCtr="0">
              <a:spAutoFit/>
            </a:bodyPr>
            <a:lstStyle/>
            <a:p>
              <a:pPr algn="ctr" rtl="1">
                <a:lnSpc>
                  <a:spcPct val="80000"/>
                </a:lnSpc>
              </a:pPr>
              <a:r>
                <a:rPr lang="en-US" sz="1600" b="1" dirty="0">
                  <a:solidFill>
                    <a:srgbClr val="384653"/>
                  </a:solidFill>
                  <a:latin typeface="Sakkal Majalla" panose="02000000000000000000" pitchFamily="2" charset="-78"/>
                  <a:ea typeface="Roboto" pitchFamily="34" charset="-122"/>
                  <a:cs typeface="Sakkal Majalla" panose="02000000000000000000" pitchFamily="2" charset="-78"/>
                </a:rPr>
                <a:t>الكفاءة التشغيلية وخفض التكاليف</a:t>
              </a:r>
              <a:endParaRPr lang="en-US" sz="1600" b="1" dirty="0"/>
            </a:p>
          </p:txBody>
        </p:sp>
        <p:sp>
          <p:nvSpPr>
            <p:cNvPr id="700" name="Text 15">
              <a:extLst>
                <a:ext uri="{FF2B5EF4-FFF2-40B4-BE49-F238E27FC236}">
                  <a16:creationId xmlns:a16="http://schemas.microsoft.com/office/drawing/2014/main" id="{4C628AE2-6EA6-F104-42FE-C2CB9510AB60}"/>
                </a:ext>
              </a:extLst>
            </p:cNvPr>
            <p:cNvSpPr/>
            <p:nvPr/>
          </p:nvSpPr>
          <p:spPr>
            <a:xfrm rot="10800000" flipV="1">
              <a:off x="4662983" y="4727373"/>
              <a:ext cx="2866036" cy="590022"/>
            </a:xfrm>
            <a:prstGeom prst="rect">
              <a:avLst/>
            </a:prstGeom>
            <a:noFill/>
            <a:ln/>
          </p:spPr>
          <p:txBody>
            <a:bodyPr wrap="square" lIns="0" tIns="0" rIns="0" bIns="0" rtlCol="0" anchor="ctr" anchorCtr="0"/>
            <a:lstStyle/>
            <a:p>
              <a:pPr algn="ctr" rtl="1">
                <a:lnSpc>
                  <a:spcPct val="80000"/>
                </a:lnSpc>
              </a:pPr>
              <a:r>
                <a:rPr lang="en-US" sz="1600" b="1" dirty="0">
                  <a:solidFill>
                    <a:schemeClr val="bg1"/>
                  </a:solidFill>
                  <a:latin typeface="Sakkal Majalla" panose="02000000000000000000" pitchFamily="2" charset="-78"/>
                  <a:ea typeface="Roboto" pitchFamily="34" charset="-122"/>
                  <a:cs typeface="Sakkal Majalla" panose="02000000000000000000" pitchFamily="2" charset="-78"/>
                </a:rPr>
                <a:t>تعمل البنية المؤسسية كمنظومة متكاملة تدعم جميع جوانب التطوير المؤسسي والرقمي </a:t>
              </a:r>
              <a:r>
                <a:rPr lang="en-US" sz="1600" b="1" dirty="0" err="1">
                  <a:solidFill>
                    <a:schemeClr val="bg1"/>
                  </a:solidFill>
                  <a:latin typeface="Sakkal Majalla" panose="02000000000000000000" pitchFamily="2" charset="-78"/>
                  <a:ea typeface="Roboto" pitchFamily="34" charset="-122"/>
                  <a:cs typeface="Sakkal Majalla" panose="02000000000000000000" pitchFamily="2" charset="-78"/>
                </a:rPr>
                <a:t>في</a:t>
              </a:r>
              <a:r>
                <a:rPr lang="en-US" sz="1600" b="1" dirty="0">
                  <a:solidFill>
                    <a:schemeClr val="bg1"/>
                  </a:solidFill>
                  <a:latin typeface="Sakkal Majalla" panose="02000000000000000000" pitchFamily="2" charset="-78"/>
                  <a:ea typeface="Roboto" pitchFamily="34" charset="-122"/>
                  <a:cs typeface="Sakkal Majalla" panose="02000000000000000000" pitchFamily="2" charset="-78"/>
                </a:rPr>
                <a:t> </a:t>
              </a:r>
              <a:r>
                <a:rPr lang="ar-EG" sz="1600" b="1" dirty="0">
                  <a:solidFill>
                    <a:schemeClr val="bg1"/>
                  </a:solidFill>
                  <a:latin typeface="Sakkal Majalla" panose="02000000000000000000" pitchFamily="2" charset="-78"/>
                  <a:ea typeface="Roboto" pitchFamily="34" charset="-122"/>
                  <a:cs typeface="Sakkal Majalla" panose="02000000000000000000" pitchFamily="2" charset="-78"/>
                </a:rPr>
                <a:t>الهيئة</a:t>
              </a:r>
              <a:endParaRPr lang="en-US" sz="1600" b="1" dirty="0">
                <a:solidFill>
                  <a:schemeClr val="bg1"/>
                </a:solidFill>
              </a:endParaRPr>
            </a:p>
          </p:txBody>
        </p:sp>
      </p:grpSp>
      <p:sp>
        <p:nvSpPr>
          <p:cNvPr id="2" name="Slide Number Placeholder 1">
            <a:extLst>
              <a:ext uri="{FF2B5EF4-FFF2-40B4-BE49-F238E27FC236}">
                <a16:creationId xmlns:a16="http://schemas.microsoft.com/office/drawing/2014/main" id="{C1ECE4EA-10E5-24EE-4E95-2B1961FFB288}"/>
              </a:ext>
            </a:extLst>
          </p:cNvPr>
          <p:cNvSpPr>
            <a:spLocks noGrp="1"/>
          </p:cNvSpPr>
          <p:nvPr>
            <p:ph type="sldNum" sz="quarter" idx="12"/>
          </p:nvPr>
        </p:nvSpPr>
        <p:spPr/>
        <p:txBody>
          <a:bodyPr/>
          <a:lstStyle/>
          <a:p>
            <a:fld id="{0BE4EC83-A869-464E-AE9F-881796FB085E}" type="slidenum">
              <a:rPr lang="en-US" smtClean="0"/>
              <a:t>52</a:t>
            </a:fld>
            <a:endParaRPr lang="en-US"/>
          </a:p>
        </p:txBody>
      </p:sp>
    </p:spTree>
    <p:extLst>
      <p:ext uri="{BB962C8B-B14F-4D97-AF65-F5344CB8AC3E}">
        <p14:creationId xmlns:p14="http://schemas.microsoft.com/office/powerpoint/2010/main" val="3221799580"/>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4776395" y="3925452"/>
            <a:ext cx="6767905" cy="641639"/>
          </a:xfrm>
        </p:spPr>
        <p:txBody>
          <a:bodyPr/>
          <a:lstStyle/>
          <a:p>
            <a:r>
              <a:rPr lang="ar-EG" dirty="0"/>
              <a:t>المواءمة الاستراتيجية</a:t>
            </a:r>
            <a:endParaRPr lang="en-US" dirty="0"/>
          </a:p>
        </p:txBody>
      </p:sp>
      <p:sp>
        <p:nvSpPr>
          <p:cNvPr id="4" name="Text Placeholder 3"/>
          <p:cNvSpPr>
            <a:spLocks noGrp="1"/>
          </p:cNvSpPr>
          <p:nvPr>
            <p:ph type="body" sz="quarter" idx="14"/>
          </p:nvPr>
        </p:nvSpPr>
        <p:spPr/>
        <p:txBody>
          <a:bodyPr/>
          <a:lstStyle/>
          <a:p>
            <a:r>
              <a:rPr lang="ar-EG" dirty="0"/>
              <a:t>06</a:t>
            </a:r>
            <a:endParaRPr lang="en-US" dirty="0"/>
          </a:p>
        </p:txBody>
      </p:sp>
    </p:spTree>
    <p:extLst>
      <p:ext uri="{BB962C8B-B14F-4D97-AF65-F5344CB8AC3E}">
        <p14:creationId xmlns:p14="http://schemas.microsoft.com/office/powerpoint/2010/main" val="660155684"/>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1FA77CB-4448-0274-8EF0-D837B1CADD86}"/>
              </a:ext>
            </a:extLst>
          </p:cNvPr>
          <p:cNvSpPr>
            <a:spLocks noGrp="1"/>
          </p:cNvSpPr>
          <p:nvPr>
            <p:ph type="title"/>
          </p:nvPr>
        </p:nvSpPr>
        <p:spPr/>
        <p:txBody>
          <a:bodyPr/>
          <a:lstStyle/>
          <a:p>
            <a:r>
              <a:rPr lang="ar-EG" dirty="0"/>
              <a:t>مواءمة أهداف البنية المؤسسية مع إستراتيجيات الهيئة</a:t>
            </a:r>
            <a:endParaRPr lang="en-US" dirty="0"/>
          </a:p>
        </p:txBody>
      </p:sp>
      <p:sp>
        <p:nvSpPr>
          <p:cNvPr id="6" name="TextBox 5">
            <a:extLst>
              <a:ext uri="{FF2B5EF4-FFF2-40B4-BE49-F238E27FC236}">
                <a16:creationId xmlns:a16="http://schemas.microsoft.com/office/drawing/2014/main" id="{E129CC55-5BE6-A622-4ED5-16C6B2DC85E6}"/>
              </a:ext>
            </a:extLst>
          </p:cNvPr>
          <p:cNvSpPr txBox="1"/>
          <p:nvPr/>
        </p:nvSpPr>
        <p:spPr>
          <a:xfrm>
            <a:off x="609599" y="1227339"/>
            <a:ext cx="10739121" cy="1323439"/>
          </a:xfrm>
          <a:prstGeom prst="rect">
            <a:avLst/>
          </a:prstGeom>
          <a:noFill/>
        </p:spPr>
        <p:txBody>
          <a:bodyPr wrap="square" rtlCol="0">
            <a:spAutoFit/>
          </a:bodyPr>
          <a:lstStyle/>
          <a:p>
            <a:pPr algn="r" rtl="1"/>
            <a:r>
              <a:rPr lang="ar-EG" sz="2000" b="1" dirty="0">
                <a:solidFill>
                  <a:schemeClr val="accent2"/>
                </a:solidFill>
                <a:latin typeface="Sakkal Majalla" panose="02000000000000000000" pitchFamily="2" charset="-78"/>
                <a:cs typeface="Sakkal Majalla" panose="02000000000000000000" pitchFamily="2" charset="-78"/>
              </a:rPr>
              <a:t>تمثل البنية المؤسسية إطارًا ممكنًا ومحوريًا لربط التوجهات الاستراتيجية للهيئة بمنظومات الأعمال والتحول الرقمي والأمن السيبراني، بما يضمن تكامل الأهداف والمبادرات والقدرات والضوابط المؤسسية ضمن مسار موحد يدعم فاعلية التنفيذ ورفع مستوى النضج المؤسسي. وتبرز هذه المواءمة دور أهداف البنية المؤسسية في دعم اتخاذ القرارات، وتعزيز الكفاءة التشغيلية وكفاءة الإنفاق، وتمكين التحول الرقمي، وتحسين تجربة المستفيد، وتعزيز الحوكمة المؤسسية، بما يسهم في توجيه الجهود المؤسسية نحو أولويات الهيئة بصورة مترابطة ومنهجية ومستدامة.</a:t>
            </a:r>
            <a:endParaRPr lang="ar-EG" sz="1600" dirty="0"/>
          </a:p>
        </p:txBody>
      </p:sp>
      <p:grpSp>
        <p:nvGrpSpPr>
          <p:cNvPr id="15" name="Group 14">
            <a:extLst>
              <a:ext uri="{FF2B5EF4-FFF2-40B4-BE49-F238E27FC236}">
                <a16:creationId xmlns:a16="http://schemas.microsoft.com/office/drawing/2014/main" id="{937FE053-CD2C-B69C-E3F6-714316548561}"/>
              </a:ext>
            </a:extLst>
          </p:cNvPr>
          <p:cNvGrpSpPr/>
          <p:nvPr/>
        </p:nvGrpSpPr>
        <p:grpSpPr>
          <a:xfrm>
            <a:off x="601981" y="3097773"/>
            <a:ext cx="10980420" cy="2532888"/>
            <a:chOff x="615570" y="2232410"/>
            <a:chExt cx="10980420" cy="2532888"/>
          </a:xfrm>
        </p:grpSpPr>
        <p:pic>
          <p:nvPicPr>
            <p:cNvPr id="16" name="Picture 15">
              <a:extLst>
                <a:ext uri="{FF2B5EF4-FFF2-40B4-BE49-F238E27FC236}">
                  <a16:creationId xmlns:a16="http://schemas.microsoft.com/office/drawing/2014/main" id="{10CAD3B9-D3D2-80F7-1887-7BCDD2212B0F}"/>
                </a:ext>
              </a:extLst>
            </p:cNvPr>
            <p:cNvPicPr>
              <a:picLocks noChangeAspect="1"/>
            </p:cNvPicPr>
            <p:nvPr/>
          </p:nvPicPr>
          <p:blipFill>
            <a:blip r:embed="rId2"/>
            <a:stretch>
              <a:fillRect/>
            </a:stretch>
          </p:blipFill>
          <p:spPr>
            <a:xfrm>
              <a:off x="615570" y="2232410"/>
              <a:ext cx="10980420" cy="2532888"/>
            </a:xfrm>
            <a:prstGeom prst="rect">
              <a:avLst/>
            </a:prstGeom>
          </p:spPr>
        </p:pic>
        <p:sp>
          <p:nvSpPr>
            <p:cNvPr id="17" name="TextBox 16">
              <a:extLst>
                <a:ext uri="{FF2B5EF4-FFF2-40B4-BE49-F238E27FC236}">
                  <a16:creationId xmlns:a16="http://schemas.microsoft.com/office/drawing/2014/main" id="{EE15EDFE-52F8-BB5C-CFF6-2E20ED83B9BD}"/>
                </a:ext>
              </a:extLst>
            </p:cNvPr>
            <p:cNvSpPr txBox="1"/>
            <p:nvPr/>
          </p:nvSpPr>
          <p:spPr>
            <a:xfrm>
              <a:off x="8511487" y="2968220"/>
              <a:ext cx="2248786" cy="369332"/>
            </a:xfrm>
            <a:prstGeom prst="rect">
              <a:avLst/>
            </a:prstGeom>
            <a:noFill/>
          </p:spPr>
          <p:txBody>
            <a:bodyPr wrap="square" rtlCol="0">
              <a:spAutoFit/>
            </a:bodyPr>
            <a:lstStyle/>
            <a:p>
              <a:pPr algn="ctr" rtl="1"/>
              <a:r>
                <a:rPr lang="ar-EG" b="1" dirty="0">
                  <a:solidFill>
                    <a:schemeClr val="accent1"/>
                  </a:solidFill>
                </a:rPr>
                <a:t>الأهداف الإستراتيجية للهيئة</a:t>
              </a:r>
            </a:p>
          </p:txBody>
        </p:sp>
        <p:sp>
          <p:nvSpPr>
            <p:cNvPr id="18" name="TextBox 17">
              <a:extLst>
                <a:ext uri="{FF2B5EF4-FFF2-40B4-BE49-F238E27FC236}">
                  <a16:creationId xmlns:a16="http://schemas.microsoft.com/office/drawing/2014/main" id="{79CAF7B8-2C36-DB14-F0CB-3590FFA1C621}"/>
                </a:ext>
              </a:extLst>
            </p:cNvPr>
            <p:cNvSpPr txBox="1"/>
            <p:nvPr/>
          </p:nvSpPr>
          <p:spPr>
            <a:xfrm>
              <a:off x="1431727" y="2968220"/>
              <a:ext cx="2248786" cy="369332"/>
            </a:xfrm>
            <a:prstGeom prst="rect">
              <a:avLst/>
            </a:prstGeom>
            <a:noFill/>
          </p:spPr>
          <p:txBody>
            <a:bodyPr wrap="square" rtlCol="0">
              <a:spAutoFit/>
            </a:bodyPr>
            <a:lstStyle/>
            <a:p>
              <a:pPr algn="ctr"/>
              <a:r>
                <a:rPr lang="ar-EG" b="1" dirty="0">
                  <a:solidFill>
                    <a:schemeClr val="accent1"/>
                  </a:solidFill>
                </a:rPr>
                <a:t>أهداف الامن السيبراني </a:t>
              </a:r>
            </a:p>
          </p:txBody>
        </p:sp>
        <p:sp>
          <p:nvSpPr>
            <p:cNvPr id="19" name="TextBox 18">
              <a:extLst>
                <a:ext uri="{FF2B5EF4-FFF2-40B4-BE49-F238E27FC236}">
                  <a16:creationId xmlns:a16="http://schemas.microsoft.com/office/drawing/2014/main" id="{DA6A60ED-97C9-5DDD-E2B3-F27FEFA4E8EC}"/>
                </a:ext>
              </a:extLst>
            </p:cNvPr>
            <p:cNvSpPr txBox="1"/>
            <p:nvPr/>
          </p:nvSpPr>
          <p:spPr>
            <a:xfrm>
              <a:off x="4971607" y="2968220"/>
              <a:ext cx="2248786" cy="369332"/>
            </a:xfrm>
            <a:prstGeom prst="rect">
              <a:avLst/>
            </a:prstGeom>
            <a:noFill/>
          </p:spPr>
          <p:txBody>
            <a:bodyPr wrap="square" rtlCol="0">
              <a:spAutoFit/>
            </a:bodyPr>
            <a:lstStyle/>
            <a:p>
              <a:pPr algn="ctr"/>
              <a:r>
                <a:rPr lang="ar-EG" b="1" dirty="0">
                  <a:solidFill>
                    <a:schemeClr val="accent1"/>
                  </a:solidFill>
                </a:rPr>
                <a:t>أهداف التحول الرقمي </a:t>
              </a:r>
            </a:p>
          </p:txBody>
        </p:sp>
      </p:grpSp>
    </p:spTree>
    <p:extLst>
      <p:ext uri="{BB962C8B-B14F-4D97-AF65-F5344CB8AC3E}">
        <p14:creationId xmlns:p14="http://schemas.microsoft.com/office/powerpoint/2010/main" val="159964134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E8F93-C57A-6E0C-B091-3DCDBD1932B4}"/>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DFB54927-0D42-E321-B468-5F7E8F361C17}"/>
              </a:ext>
            </a:extLst>
          </p:cNvPr>
          <p:cNvSpPr/>
          <p:nvPr/>
        </p:nvSpPr>
        <p:spPr>
          <a:xfrm>
            <a:off x="609600" y="1139138"/>
            <a:ext cx="9252098" cy="285624"/>
          </a:xfrm>
          <a:prstGeom prst="round2SameRect">
            <a:avLst>
              <a:gd name="adj1" fmla="val 28295"/>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5">
            <a:extLst>
              <a:ext uri="{FF2B5EF4-FFF2-40B4-BE49-F238E27FC236}">
                <a16:creationId xmlns:a16="http://schemas.microsoft.com/office/drawing/2014/main" id="{470225E0-1F16-695A-D55A-28E6875FFDC4}"/>
              </a:ext>
            </a:extLst>
          </p:cNvPr>
          <p:cNvSpPr>
            <a:spLocks noGrp="1"/>
          </p:cNvSpPr>
          <p:nvPr>
            <p:ph type="title"/>
          </p:nvPr>
        </p:nvSpPr>
        <p:spPr/>
        <p:txBody>
          <a:bodyPr/>
          <a:lstStyle/>
          <a:p>
            <a:r>
              <a:rPr lang="ar-EG" dirty="0"/>
              <a:t>المواءمة مع الأهداف الاستراتيجية لأعمال الهيئة</a:t>
            </a:r>
            <a:endParaRPr lang="en-GB" dirty="0"/>
          </a:p>
        </p:txBody>
      </p:sp>
      <p:graphicFrame>
        <p:nvGraphicFramePr>
          <p:cNvPr id="4" name="Table 3">
            <a:extLst>
              <a:ext uri="{FF2B5EF4-FFF2-40B4-BE49-F238E27FC236}">
                <a16:creationId xmlns:a16="http://schemas.microsoft.com/office/drawing/2014/main" id="{9DFB242A-D83A-B899-7A84-BFFC4E683308}"/>
              </a:ext>
            </a:extLst>
          </p:cNvPr>
          <p:cNvGraphicFramePr>
            <a:graphicFrameLocks noGrp="1"/>
          </p:cNvGraphicFramePr>
          <p:nvPr>
            <p:extLst>
              <p:ext uri="{D42A27DB-BD31-4B8C-83A1-F6EECF244321}">
                <p14:modId xmlns:p14="http://schemas.microsoft.com/office/powerpoint/2010/main" val="4205718204"/>
              </p:ext>
            </p:extLst>
          </p:nvPr>
        </p:nvGraphicFramePr>
        <p:xfrm>
          <a:off x="621452" y="1139139"/>
          <a:ext cx="10789919" cy="4811268"/>
        </p:xfrm>
        <a:graphic>
          <a:graphicData uri="http://schemas.openxmlformats.org/drawingml/2006/table">
            <a:tbl>
              <a:tblPr rtl="1" firstRow="1" firstCol="1" bandRow="1">
                <a:tableStyleId>{5C22544A-7EE6-4342-B048-85BDC9FD1C3A}</a:tableStyleId>
              </a:tblPr>
              <a:tblGrid>
                <a:gridCol w="1541417">
                  <a:extLst>
                    <a:ext uri="{9D8B030D-6E8A-4147-A177-3AD203B41FA5}">
                      <a16:colId xmlns:a16="http://schemas.microsoft.com/office/drawing/2014/main" val="739806292"/>
                    </a:ext>
                  </a:extLst>
                </a:gridCol>
                <a:gridCol w="1541417">
                  <a:extLst>
                    <a:ext uri="{9D8B030D-6E8A-4147-A177-3AD203B41FA5}">
                      <a16:colId xmlns:a16="http://schemas.microsoft.com/office/drawing/2014/main" val="2542322161"/>
                    </a:ext>
                  </a:extLst>
                </a:gridCol>
                <a:gridCol w="1541417">
                  <a:extLst>
                    <a:ext uri="{9D8B030D-6E8A-4147-A177-3AD203B41FA5}">
                      <a16:colId xmlns:a16="http://schemas.microsoft.com/office/drawing/2014/main" val="3108260068"/>
                    </a:ext>
                  </a:extLst>
                </a:gridCol>
                <a:gridCol w="1541417">
                  <a:extLst>
                    <a:ext uri="{9D8B030D-6E8A-4147-A177-3AD203B41FA5}">
                      <a16:colId xmlns:a16="http://schemas.microsoft.com/office/drawing/2014/main" val="1590680105"/>
                    </a:ext>
                  </a:extLst>
                </a:gridCol>
                <a:gridCol w="1541417">
                  <a:extLst>
                    <a:ext uri="{9D8B030D-6E8A-4147-A177-3AD203B41FA5}">
                      <a16:colId xmlns:a16="http://schemas.microsoft.com/office/drawing/2014/main" val="3311427323"/>
                    </a:ext>
                  </a:extLst>
                </a:gridCol>
                <a:gridCol w="1541417">
                  <a:extLst>
                    <a:ext uri="{9D8B030D-6E8A-4147-A177-3AD203B41FA5}">
                      <a16:colId xmlns:a16="http://schemas.microsoft.com/office/drawing/2014/main" val="942701719"/>
                    </a:ext>
                  </a:extLst>
                </a:gridCol>
                <a:gridCol w="1541417">
                  <a:extLst>
                    <a:ext uri="{9D8B030D-6E8A-4147-A177-3AD203B41FA5}">
                      <a16:colId xmlns:a16="http://schemas.microsoft.com/office/drawing/2014/main" val="1919859438"/>
                    </a:ext>
                  </a:extLst>
                </a:gridCol>
              </a:tblGrid>
              <a:tr h="283436">
                <a:tc>
                  <a:txBody>
                    <a:bodyPr/>
                    <a:lstStyle/>
                    <a:p>
                      <a:pPr marL="0" marR="0" algn="ctr" rtl="1">
                        <a:lnSpc>
                          <a:spcPct val="115000"/>
                        </a:lnSpc>
                        <a:spcAft>
                          <a:spcPts val="800"/>
                        </a:spcAft>
                        <a:buNone/>
                      </a:pP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algn="ctr" rtl="1">
                        <a:lnSpc>
                          <a:spcPct val="115000"/>
                        </a:lnSpc>
                        <a:spcAft>
                          <a:spcPts val="800"/>
                        </a:spcAft>
                        <a:buNone/>
                      </a:pPr>
                      <a:r>
                        <a:rPr lang="ar-SA" sz="1050" kern="100" dirty="0">
                          <a:effectLst/>
                        </a:rPr>
                        <a:t>دعم اتخاذ القرارات</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L w="12700" cmpd="sng">
                      <a:noFill/>
                    </a:lnL>
                    <a:lnT w="12700" cap="flat" cmpd="sng" algn="ctr">
                      <a:noFill/>
                      <a:prstDash val="solid"/>
                      <a:round/>
                      <a:headEnd type="none" w="med" len="med"/>
                      <a:tailEnd type="none" w="med" len="med"/>
                    </a:lnT>
                    <a:noFill/>
                  </a:tcPr>
                </a:tc>
                <a:tc>
                  <a:txBody>
                    <a:bodyPr/>
                    <a:lstStyle/>
                    <a:p>
                      <a:pPr marL="0" marR="0" algn="ctr" rtl="1">
                        <a:lnSpc>
                          <a:spcPct val="115000"/>
                        </a:lnSpc>
                        <a:spcAft>
                          <a:spcPts val="800"/>
                        </a:spcAft>
                        <a:buNone/>
                      </a:pPr>
                      <a:r>
                        <a:rPr lang="ar-SA" sz="1050" kern="100" dirty="0">
                          <a:effectLst/>
                        </a:rPr>
                        <a:t>تعزيز الكفاءة التشغيلية وكفاءة الانفاق</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noFill/>
                      <a:prstDash val="solid"/>
                      <a:round/>
                      <a:headEnd type="none" w="med" len="med"/>
                      <a:tailEnd type="none" w="med" len="med"/>
                    </a:lnT>
                    <a:noFill/>
                  </a:tcPr>
                </a:tc>
                <a:tc>
                  <a:txBody>
                    <a:bodyPr/>
                    <a:lstStyle/>
                    <a:p>
                      <a:pPr marL="0" marR="0" algn="ctr" rtl="1">
                        <a:lnSpc>
                          <a:spcPct val="115000"/>
                        </a:lnSpc>
                        <a:spcAft>
                          <a:spcPts val="800"/>
                        </a:spcAft>
                        <a:buNone/>
                      </a:pPr>
                      <a:r>
                        <a:rPr lang="ar-SA" sz="1050" kern="100" dirty="0">
                          <a:effectLst/>
                        </a:rPr>
                        <a:t>تمكين التحول الرقمي </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noFill/>
                      <a:prstDash val="solid"/>
                      <a:round/>
                      <a:headEnd type="none" w="med" len="med"/>
                      <a:tailEnd type="none" w="med" len="med"/>
                    </a:lnT>
                    <a:noFill/>
                  </a:tcPr>
                </a:tc>
                <a:tc>
                  <a:txBody>
                    <a:bodyPr/>
                    <a:lstStyle/>
                    <a:p>
                      <a:pPr marL="0" marR="0" algn="ctr" rtl="1">
                        <a:lnSpc>
                          <a:spcPct val="115000"/>
                        </a:lnSpc>
                        <a:spcAft>
                          <a:spcPts val="800"/>
                        </a:spcAft>
                        <a:buNone/>
                      </a:pPr>
                      <a:r>
                        <a:rPr lang="ar-SA" sz="1050" kern="100" dirty="0">
                          <a:effectLst/>
                        </a:rPr>
                        <a:t>دعم تحسين تجربة المستفيد</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noFill/>
                      <a:prstDash val="solid"/>
                      <a:round/>
                      <a:headEnd type="none" w="med" len="med"/>
                      <a:tailEnd type="none" w="med" len="med"/>
                    </a:lnT>
                    <a:noFill/>
                  </a:tcPr>
                </a:tc>
                <a:tc>
                  <a:txBody>
                    <a:bodyPr/>
                    <a:lstStyle/>
                    <a:p>
                      <a:pPr marL="0" marR="0" algn="ctr" rtl="1">
                        <a:lnSpc>
                          <a:spcPct val="115000"/>
                        </a:lnSpc>
                        <a:spcAft>
                          <a:spcPts val="800"/>
                        </a:spcAft>
                        <a:buNone/>
                      </a:pPr>
                      <a:r>
                        <a:rPr lang="ar-SA" sz="1050" kern="100" dirty="0">
                          <a:effectLst/>
                        </a:rPr>
                        <a:t>تعزيز الحوكمة المؤسسية</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noFill/>
                      <a:prstDash val="solid"/>
                      <a:round/>
                      <a:headEnd type="none" w="med" len="med"/>
                      <a:tailEnd type="none" w="med" len="med"/>
                    </a:lnT>
                    <a:noFill/>
                  </a:tcPr>
                </a:tc>
                <a:tc>
                  <a:txBody>
                    <a:bodyPr/>
                    <a:lstStyle/>
                    <a:p>
                      <a:pPr marL="0" marR="0" algn="ctr" rtl="1">
                        <a:lnSpc>
                          <a:spcPct val="115000"/>
                        </a:lnSpc>
                        <a:spcAft>
                          <a:spcPts val="800"/>
                        </a:spcAft>
                        <a:buNone/>
                      </a:pPr>
                      <a:r>
                        <a:rPr lang="ar-SA" sz="1050" kern="100" dirty="0">
                          <a:effectLst/>
                        </a:rPr>
                        <a:t>المواءمة الاستراتيجية</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noFill/>
                  </a:tcPr>
                </a:tc>
                <a:extLst>
                  <a:ext uri="{0D108BD9-81ED-4DB2-BD59-A6C34878D82A}">
                    <a16:rowId xmlns:a16="http://schemas.microsoft.com/office/drawing/2014/main" val="637602580"/>
                  </a:ext>
                </a:extLst>
              </a:tr>
              <a:tr h="687668">
                <a:tc>
                  <a:txBody>
                    <a:bodyPr/>
                    <a:lstStyle/>
                    <a:p>
                      <a:pPr marL="0" marR="0" algn="r" rtl="1">
                        <a:lnSpc>
                          <a:spcPct val="115000"/>
                        </a:lnSpc>
                        <a:spcAft>
                          <a:spcPts val="800"/>
                        </a:spcAft>
                        <a:buNone/>
                      </a:pPr>
                      <a:r>
                        <a:rPr lang="en-US" sz="1100" kern="100" dirty="0">
                          <a:effectLst/>
                        </a:rPr>
                        <a:t>(BG01) </a:t>
                      </a:r>
                      <a:r>
                        <a:rPr lang="ar-SA" sz="1100" kern="100" dirty="0">
                          <a:effectLst/>
                        </a:rPr>
                        <a:t>تحسين نتائج تعلم الطلاب وأدائهم</a:t>
                      </a:r>
                      <a:endParaRPr lang="en-US" sz="18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38100" cmpd="sng">
                      <a:noFill/>
                    </a:lnT>
                    <a:solidFill>
                      <a:schemeClr val="accent1">
                        <a:lumMod val="75000"/>
                      </a:schemeClr>
                    </a:solidFill>
                  </a:tcPr>
                </a:tc>
                <a:tc>
                  <a:txBody>
                    <a:bodyPr/>
                    <a:lstStyle/>
                    <a:p>
                      <a:pPr marL="0" marR="0" algn="ctr" rtl="1">
                        <a:lnSpc>
                          <a:spcPct val="115000"/>
                        </a:lnSpc>
                        <a:spcAft>
                          <a:spcPts val="800"/>
                        </a:spcAft>
                        <a:buNone/>
                      </a:pPr>
                      <a:r>
                        <a:rPr lang="ar-SA" sz="1050" b="1" kern="100" dirty="0">
                          <a:solidFill>
                            <a:schemeClr val="accent3"/>
                          </a:solidFill>
                          <a:effectLst/>
                        </a:rPr>
                        <a:t>ارتباط جزئي: </a:t>
                      </a:r>
                      <a:r>
                        <a:rPr lang="ar-SA" sz="1050" kern="100" dirty="0">
                          <a:effectLst/>
                        </a:rPr>
                        <a:t>دعم اتخاذ القرارات يحقق الهدف عبر تمكين قرارات مبنية على بيانات ومؤشرات (</a:t>
                      </a:r>
                      <a:r>
                        <a:rPr lang="ar-EG" sz="1050" kern="100" dirty="0">
                          <a:effectLst/>
                        </a:rPr>
                        <a:t>أداة البنية المؤسسية</a:t>
                      </a:r>
                      <a:r>
                        <a:rPr lang="ar-SA" sz="1050" kern="100" dirty="0">
                          <a:effectLst/>
                        </a:rPr>
                        <a:t>) لتوجيه المبادرات التي تؤثر على نتائج التعلم</a:t>
                      </a:r>
                      <a:r>
                        <a:rPr lang="en-US" sz="1050" kern="100" dirty="0">
                          <a:effectLst/>
                        </a:rPr>
                        <a:t>.</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B w="12700" cap="flat" cmpd="sng" algn="ctr">
                      <a:solidFill>
                        <a:schemeClr val="accent1"/>
                      </a:solidFill>
                      <a:prstDash val="solid"/>
                      <a:round/>
                      <a:headEnd type="none" w="med" len="med"/>
                      <a:tailEnd type="none" w="med" len="med"/>
                    </a:lnB>
                    <a:noFill/>
                  </a:tcPr>
                </a:tc>
                <a:tc>
                  <a:txBody>
                    <a:bodyPr/>
                    <a:lstStyle/>
                    <a:p>
                      <a:pPr marL="0" marR="0" algn="ctr" rtl="1">
                        <a:lnSpc>
                          <a:spcPct val="115000"/>
                        </a:lnSpc>
                        <a:spcAft>
                          <a:spcPts val="800"/>
                        </a:spcAft>
                        <a:buNone/>
                      </a:pPr>
                      <a:r>
                        <a:rPr lang="ar-SA" sz="1050" b="1" kern="100" dirty="0">
                          <a:solidFill>
                            <a:schemeClr val="accent3"/>
                          </a:solidFill>
                          <a:effectLst/>
                        </a:rPr>
                        <a:t>ارتباط جزئي: </a:t>
                      </a:r>
                      <a:r>
                        <a:rPr lang="ar-SA" sz="1050" kern="100" dirty="0">
                          <a:effectLst/>
                        </a:rPr>
                        <a:t>تعزيز الكفاءة التشغيلية وكفاءة الانفاق يحقق الهدف عبر تقليل الهدر وإعادة توجيه الموارد لما يرفع أثر المبادرات المرتبطة بالتعلم دون أن يكون هو العامل المباشر للنتائج</a:t>
                      </a:r>
                      <a:r>
                        <a:rPr lang="en-US" sz="1050" kern="100" dirty="0">
                          <a:effectLst/>
                        </a:rPr>
                        <a:t>.</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B w="12700" cap="flat" cmpd="sng" algn="ctr">
                      <a:solidFill>
                        <a:schemeClr val="accent1"/>
                      </a:solidFill>
                      <a:prstDash val="solid"/>
                      <a:round/>
                      <a:headEnd type="none" w="med" len="med"/>
                      <a:tailEnd type="none" w="med" len="med"/>
                    </a:lnB>
                    <a:solidFill>
                      <a:schemeClr val="bg1"/>
                    </a:solidFill>
                  </a:tcPr>
                </a:tc>
                <a:tc>
                  <a:txBody>
                    <a:bodyPr/>
                    <a:lstStyle/>
                    <a:p>
                      <a:pPr marL="0" marR="0" algn="ctr" rtl="1">
                        <a:lnSpc>
                          <a:spcPct val="115000"/>
                        </a:lnSpc>
                        <a:spcAft>
                          <a:spcPts val="800"/>
                        </a:spcAft>
                        <a:buNone/>
                      </a:pPr>
                      <a:r>
                        <a:rPr lang="ar-SA" sz="1050" b="1" kern="100" dirty="0">
                          <a:solidFill>
                            <a:schemeClr val="accent3"/>
                          </a:solidFill>
                          <a:effectLst/>
                        </a:rPr>
                        <a:t>ارتباط جزئي: </a:t>
                      </a:r>
                      <a:r>
                        <a:rPr lang="ar-SA" sz="1050" kern="100" dirty="0">
                          <a:effectLst/>
                        </a:rPr>
                        <a:t>تمكين التحول الرقمي  يحقق الهدف عبر</a:t>
                      </a:r>
                      <a:r>
                        <a:rPr lang="en-US" sz="1050" kern="100" dirty="0">
                          <a:effectLst/>
                        </a:rPr>
                        <a:t> </a:t>
                      </a:r>
                      <a:r>
                        <a:rPr lang="ar-EG" sz="1050" kern="100" dirty="0">
                          <a:effectLst/>
                        </a:rPr>
                        <a:t> تحسين</a:t>
                      </a:r>
                      <a:r>
                        <a:rPr lang="ar-SA" sz="1050" kern="100" dirty="0">
                          <a:effectLst/>
                        </a:rPr>
                        <a:t> </a:t>
                      </a:r>
                      <a:r>
                        <a:rPr lang="ar-SA" sz="1050" kern="100" dirty="0" err="1">
                          <a:effectLst/>
                        </a:rPr>
                        <a:t>رقمنة</a:t>
                      </a:r>
                      <a:r>
                        <a:rPr lang="ar-SA" sz="1050" kern="100" dirty="0">
                          <a:effectLst/>
                        </a:rPr>
                        <a:t> القنوات والعمليات الداعمة للتعلم والقياس ورفع الوصول للخدمات متى ما كانت المبادرات مرتبطة بالطالب</a:t>
                      </a:r>
                      <a:r>
                        <a:rPr lang="en-US" sz="1050" kern="100" dirty="0">
                          <a:effectLst/>
                        </a:rPr>
                        <a:t>.</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B w="12700" cap="flat" cmpd="sng" algn="ctr">
                      <a:solidFill>
                        <a:schemeClr val="accent1"/>
                      </a:solidFill>
                      <a:prstDash val="solid"/>
                      <a:round/>
                      <a:headEnd type="none" w="med" len="med"/>
                      <a:tailEnd type="none" w="med" len="med"/>
                    </a:lnB>
                    <a:noFill/>
                  </a:tcPr>
                </a:tc>
                <a:tc>
                  <a:txBody>
                    <a:bodyPr/>
                    <a:lstStyle/>
                    <a:p>
                      <a:pPr marL="0" marR="0" algn="ctr" rtl="1">
                        <a:lnSpc>
                          <a:spcPct val="115000"/>
                        </a:lnSpc>
                        <a:spcAft>
                          <a:spcPts val="800"/>
                        </a:spcAft>
                        <a:buNone/>
                      </a:pPr>
                      <a:r>
                        <a:rPr lang="ar-SA" sz="1050" b="1" kern="100" dirty="0">
                          <a:solidFill>
                            <a:schemeClr val="accent3"/>
                          </a:solidFill>
                          <a:effectLst/>
                        </a:rPr>
                        <a:t>ارتباط جزئي: </a:t>
                      </a:r>
                      <a:r>
                        <a:rPr lang="ar-SA" sz="1050" kern="100" dirty="0">
                          <a:effectLst/>
                        </a:rPr>
                        <a:t>دعم تحسين تجربة المستفيد يحقق الهدف عبر تحسين رحلة الطالب وقنوات الخدمة والتفاعل، بما يدعم البيئة المساندة لتحسين الأداء دون ضمان النتيجة بذاتها</a:t>
                      </a:r>
                      <a:r>
                        <a:rPr lang="en-US" sz="1050" kern="100" dirty="0">
                          <a:effectLst/>
                        </a:rPr>
                        <a:t>.</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B w="12700" cap="flat" cmpd="sng" algn="ctr">
                      <a:solidFill>
                        <a:schemeClr val="accent1"/>
                      </a:solidFill>
                      <a:prstDash val="solid"/>
                      <a:round/>
                      <a:headEnd type="none" w="med" len="med"/>
                      <a:tailEnd type="none" w="med" len="med"/>
                    </a:lnB>
                    <a:solidFill>
                      <a:schemeClr val="bg1"/>
                    </a:solidFill>
                  </a:tcPr>
                </a:tc>
                <a:tc>
                  <a:txBody>
                    <a:bodyPr/>
                    <a:lstStyle/>
                    <a:p>
                      <a:pPr marL="0" marR="0" algn="ctr" rtl="1">
                        <a:lnSpc>
                          <a:spcPct val="115000"/>
                        </a:lnSpc>
                        <a:spcAft>
                          <a:spcPts val="800"/>
                        </a:spcAft>
                        <a:buNone/>
                      </a:pPr>
                      <a:r>
                        <a:rPr lang="ar-SA" sz="1050" b="1" kern="100" dirty="0">
                          <a:solidFill>
                            <a:schemeClr val="accent3"/>
                          </a:solidFill>
                          <a:effectLst/>
                        </a:rPr>
                        <a:t>ارتباط جزئي: </a:t>
                      </a:r>
                      <a:r>
                        <a:rPr lang="ar-SA" sz="1050" kern="100" dirty="0">
                          <a:effectLst/>
                        </a:rPr>
                        <a:t>تعزيز الحوكمة المؤسسية يحقق الهدف عبر توحيد المعايير والضوابط وضمان الالتزام، ما يرفع اتساق وجودة المبادرات المؤثرة على التعلم</a:t>
                      </a:r>
                      <a:r>
                        <a:rPr lang="en-US" sz="1050" kern="100" dirty="0">
                          <a:effectLst/>
                        </a:rPr>
                        <a:t>.</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B w="12700" cap="flat" cmpd="sng" algn="ctr">
                      <a:solidFill>
                        <a:schemeClr val="accent1"/>
                      </a:solidFill>
                      <a:prstDash val="solid"/>
                      <a:round/>
                      <a:headEnd type="none" w="med" len="med"/>
                      <a:tailEnd type="none" w="med" len="med"/>
                    </a:lnB>
                    <a:noFill/>
                  </a:tcPr>
                </a:tc>
                <a:tc>
                  <a:txBody>
                    <a:bodyPr/>
                    <a:lstStyle/>
                    <a:p>
                      <a:pPr marL="0" marR="0" algn="ctr" rtl="1">
                        <a:lnSpc>
                          <a:spcPct val="115000"/>
                        </a:lnSpc>
                        <a:spcAft>
                          <a:spcPts val="800"/>
                        </a:spcAft>
                        <a:buNone/>
                      </a:pPr>
                      <a:r>
                        <a:rPr lang="ar-SA" sz="1050" b="1" kern="100" dirty="0">
                          <a:solidFill>
                            <a:schemeClr val="accent1"/>
                          </a:solidFill>
                          <a:effectLst/>
                        </a:rPr>
                        <a:t>ارتباط كلي:</a:t>
                      </a:r>
                      <a:r>
                        <a:rPr lang="ar-SA" sz="1050" kern="100" dirty="0">
                          <a:effectLst/>
                        </a:rPr>
                        <a:t> المواءمة الاستراتيجية تحقق الهدف عبر ضمان توجيه المبادرات والأولويات والموارد مباشرة نحو</a:t>
                      </a:r>
                      <a:r>
                        <a:rPr lang="en-US" sz="1050" kern="100" dirty="0">
                          <a:effectLst/>
                        </a:rPr>
                        <a:t> (BG01) </a:t>
                      </a:r>
                      <a:r>
                        <a:rPr lang="ar-SA" sz="1050" kern="100" dirty="0">
                          <a:effectLst/>
                        </a:rPr>
                        <a:t>وتقليل التشتت ورفع الاتساق</a:t>
                      </a:r>
                      <a:r>
                        <a:rPr lang="en-US" sz="1050" kern="100" dirty="0">
                          <a:effectLst/>
                        </a:rPr>
                        <a:t>.</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4212443888"/>
                  </a:ext>
                </a:extLst>
              </a:tr>
              <a:tr h="687668">
                <a:tc>
                  <a:txBody>
                    <a:bodyPr/>
                    <a:lstStyle/>
                    <a:p>
                      <a:pPr marL="0" marR="0" algn="r" rtl="1">
                        <a:lnSpc>
                          <a:spcPct val="115000"/>
                        </a:lnSpc>
                        <a:spcAft>
                          <a:spcPts val="800"/>
                        </a:spcAft>
                        <a:buNone/>
                      </a:pPr>
                      <a:r>
                        <a:rPr lang="en-US" sz="1100" kern="100" dirty="0">
                          <a:effectLst/>
                        </a:rPr>
                        <a:t>(BG02) </a:t>
                      </a:r>
                      <a:r>
                        <a:rPr lang="ar-SA" sz="1100" kern="100" dirty="0">
                          <a:effectLst/>
                        </a:rPr>
                        <a:t>تعزيز تميز وجودة الممارسين في التعليم والتدريب</a:t>
                      </a:r>
                      <a:endParaRPr lang="en-US" sz="18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solidFill>
                      <a:schemeClr val="accent1">
                        <a:lumMod val="75000"/>
                      </a:schemeClr>
                    </a:solidFill>
                  </a:tcPr>
                </a:tc>
                <a:tc>
                  <a:txBody>
                    <a:bodyPr/>
                    <a:lstStyle/>
                    <a:p>
                      <a:pPr marL="0" marR="0" algn="ctr" rtl="1">
                        <a:lnSpc>
                          <a:spcPct val="115000"/>
                        </a:lnSpc>
                        <a:spcAft>
                          <a:spcPts val="800"/>
                        </a:spcAft>
                        <a:buNone/>
                      </a:pPr>
                      <a:r>
                        <a:rPr lang="ar-SA" sz="1050" b="1" kern="100" dirty="0">
                          <a:solidFill>
                            <a:schemeClr val="accent3"/>
                          </a:solidFill>
                          <a:effectLst/>
                        </a:rPr>
                        <a:t>ارتباط جزئي: </a:t>
                      </a:r>
                      <a:r>
                        <a:rPr lang="ar-SA" sz="1050" kern="100" dirty="0">
                          <a:effectLst/>
                        </a:rPr>
                        <a:t>دعم اتخاذ القرارات يحقق الهدف عبر قياس أداء الممارسين وتحليل الفجوات لدعم قرارات التطوير ورفع الجودة</a:t>
                      </a:r>
                      <a:r>
                        <a:rPr lang="en-US" sz="1050" kern="100" dirty="0">
                          <a:effectLst/>
                        </a:rPr>
                        <a:t>.</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algn="ctr" rtl="1">
                        <a:lnSpc>
                          <a:spcPct val="115000"/>
                        </a:lnSpc>
                        <a:spcAft>
                          <a:spcPts val="800"/>
                        </a:spcAft>
                        <a:buNone/>
                      </a:pPr>
                      <a:r>
                        <a:rPr lang="ar-SA" sz="1050" b="1" kern="100" dirty="0">
                          <a:solidFill>
                            <a:schemeClr val="accent1"/>
                          </a:solidFill>
                          <a:effectLst/>
                        </a:rPr>
                        <a:t>ارتباط كلي:</a:t>
                      </a:r>
                      <a:r>
                        <a:rPr lang="ar-SA" sz="1050" kern="100" dirty="0">
                          <a:effectLst/>
                        </a:rPr>
                        <a:t> تعزيز الكفاءة التشغيلية وكفاءة الانفاق يحقق الهدف عبر تحسين كفاءة برامج التطوير والتدريب وتوجيه الانفاق لما يحقق أثرًا أعلى على جودة الممارسين</a:t>
                      </a:r>
                      <a:r>
                        <a:rPr lang="en-US" sz="1050" kern="100" dirty="0">
                          <a:effectLst/>
                        </a:rPr>
                        <a:t>.</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marL="0" marR="0" algn="ctr" rtl="1">
                        <a:lnSpc>
                          <a:spcPct val="115000"/>
                        </a:lnSpc>
                        <a:spcAft>
                          <a:spcPts val="800"/>
                        </a:spcAft>
                        <a:buNone/>
                      </a:pPr>
                      <a:r>
                        <a:rPr lang="ar-SA" sz="1050" b="1" kern="100" dirty="0">
                          <a:solidFill>
                            <a:schemeClr val="accent3"/>
                          </a:solidFill>
                          <a:effectLst/>
                        </a:rPr>
                        <a:t>ارتباط جزئي: </a:t>
                      </a:r>
                      <a:r>
                        <a:rPr lang="ar-SA" sz="1050" kern="100" dirty="0">
                          <a:effectLst/>
                        </a:rPr>
                        <a:t>تمكين التحول الرقمي  يحقق الهدف عبر أدوات رقمية داعمة للتطوير المهني والمتابعة والتقييم دون أن تكون هي المصدر الوحيد للجودة</a:t>
                      </a:r>
                      <a:r>
                        <a:rPr lang="en-US" sz="1050" kern="100" dirty="0">
                          <a:effectLst/>
                        </a:rPr>
                        <a:t>.</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algn="ctr" rtl="1">
                        <a:lnSpc>
                          <a:spcPct val="115000"/>
                        </a:lnSpc>
                        <a:spcAft>
                          <a:spcPts val="800"/>
                        </a:spcAft>
                        <a:buNone/>
                      </a:pPr>
                      <a:r>
                        <a:rPr lang="ar-SA" sz="1050" b="1" kern="100" dirty="0">
                          <a:solidFill>
                            <a:schemeClr val="accent3"/>
                          </a:solidFill>
                          <a:effectLst/>
                        </a:rPr>
                        <a:t>ارتباط جزئي: </a:t>
                      </a:r>
                      <a:r>
                        <a:rPr lang="ar-SA" sz="1050" kern="100" dirty="0">
                          <a:effectLst/>
                        </a:rPr>
                        <a:t>دعم تحسين تجربة المستفيد يحقق الهدف عبر تحسين تجربة الممارسين كمستفيدين من خدمات التدريب والتطوير والقنوات المرتبطة بها</a:t>
                      </a:r>
                      <a:r>
                        <a:rPr lang="en-US" sz="1050" kern="100" dirty="0">
                          <a:effectLst/>
                        </a:rPr>
                        <a:t>.</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marL="0" marR="0" algn="ctr" rtl="1">
                        <a:lnSpc>
                          <a:spcPct val="115000"/>
                        </a:lnSpc>
                        <a:spcAft>
                          <a:spcPts val="800"/>
                        </a:spcAft>
                        <a:buNone/>
                      </a:pPr>
                      <a:r>
                        <a:rPr lang="ar-SA" sz="1050" b="1" kern="100" dirty="0">
                          <a:solidFill>
                            <a:schemeClr val="accent1"/>
                          </a:solidFill>
                          <a:effectLst/>
                        </a:rPr>
                        <a:t>ارتباط كلي:</a:t>
                      </a:r>
                      <a:r>
                        <a:rPr lang="ar-SA" sz="1050" kern="100" dirty="0">
                          <a:effectLst/>
                        </a:rPr>
                        <a:t> تعزيز الحوكمة المؤسسية يحقق الهدف عبر تطبيق المعايير والضوابط والامتثال لرفع جودة الممارسات وتوحيدها وقياسها</a:t>
                      </a:r>
                      <a:r>
                        <a:rPr lang="en-US" sz="1050" kern="100" dirty="0">
                          <a:effectLst/>
                        </a:rPr>
                        <a:t>.</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algn="ctr" rtl="1">
                        <a:lnSpc>
                          <a:spcPct val="115000"/>
                        </a:lnSpc>
                        <a:spcAft>
                          <a:spcPts val="800"/>
                        </a:spcAft>
                        <a:buNone/>
                      </a:pPr>
                      <a:r>
                        <a:rPr lang="ar-SA" sz="1050" kern="100" dirty="0">
                          <a:solidFill>
                            <a:schemeClr val="accent1"/>
                          </a:solidFill>
                          <a:effectLst/>
                        </a:rPr>
                        <a:t>ارتباط كلي:</a:t>
                      </a:r>
                      <a:r>
                        <a:rPr lang="ar-SA" sz="1050" kern="100" dirty="0">
                          <a:effectLst/>
                        </a:rPr>
                        <a:t> المواءمة الاستراتيجية تحقق الهدف عبر ربط مبادرات التطوير بالأولويات وضمان اتساقها مع مستهدفات جودة الممارسين</a:t>
                      </a:r>
                      <a:r>
                        <a:rPr lang="en-US" sz="1050" kern="100" dirty="0">
                          <a:effectLst/>
                        </a:rPr>
                        <a:t>.</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1297768899"/>
                  </a:ext>
                </a:extLst>
              </a:tr>
              <a:tr h="687668">
                <a:tc>
                  <a:txBody>
                    <a:bodyPr/>
                    <a:lstStyle/>
                    <a:p>
                      <a:pPr marL="0" marR="0" algn="r" rtl="1">
                        <a:lnSpc>
                          <a:spcPct val="115000"/>
                        </a:lnSpc>
                        <a:spcAft>
                          <a:spcPts val="800"/>
                        </a:spcAft>
                        <a:buNone/>
                      </a:pPr>
                      <a:r>
                        <a:rPr lang="en-US" sz="1100" kern="100" dirty="0">
                          <a:effectLst/>
                        </a:rPr>
                        <a:t>(BG03) </a:t>
                      </a:r>
                      <a:r>
                        <a:rPr lang="ar-SA" sz="1100" kern="100" dirty="0">
                          <a:effectLst/>
                        </a:rPr>
                        <a:t>تعزيز تميز وجودة مؤسسات وبرامج التعليم والتدريب</a:t>
                      </a:r>
                      <a:endParaRPr lang="en-US" sz="18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solidFill>
                      <a:schemeClr val="accent1">
                        <a:lumMod val="75000"/>
                      </a:schemeClr>
                    </a:solidFill>
                  </a:tcPr>
                </a:tc>
                <a:tc>
                  <a:txBody>
                    <a:bodyPr/>
                    <a:lstStyle/>
                    <a:p>
                      <a:pPr marL="0" marR="0" algn="ctr" rtl="1">
                        <a:lnSpc>
                          <a:spcPct val="115000"/>
                        </a:lnSpc>
                        <a:spcAft>
                          <a:spcPts val="800"/>
                        </a:spcAft>
                        <a:buNone/>
                      </a:pPr>
                      <a:r>
                        <a:rPr lang="ar-SA" sz="1050" b="1" kern="100" dirty="0">
                          <a:solidFill>
                            <a:schemeClr val="accent3"/>
                          </a:solidFill>
                          <a:effectLst/>
                        </a:rPr>
                        <a:t>ارتباط جزئي: </a:t>
                      </a:r>
                      <a:r>
                        <a:rPr lang="ar-SA" sz="1050" kern="100" dirty="0">
                          <a:effectLst/>
                        </a:rPr>
                        <a:t>دعم اتخاذ القرارات يحقق الهدف عبر توفير بيانات موثوقة لدعم قرارات الاعتماد</a:t>
                      </a:r>
                      <a:r>
                        <a:rPr lang="ar-EG" sz="1050" kern="100" dirty="0">
                          <a:effectLst/>
                        </a:rPr>
                        <a:t> الرقمية</a:t>
                      </a:r>
                      <a:r>
                        <a:rPr lang="ar-SA" sz="1050" kern="100" dirty="0">
                          <a:effectLst/>
                        </a:rPr>
                        <a:t> والتحسين وتوجيه التدخلات</a:t>
                      </a:r>
                      <a:r>
                        <a:rPr lang="ar-EG" sz="1050" kern="100" dirty="0">
                          <a:effectLst/>
                        </a:rPr>
                        <a:t> التقنية</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algn="ctr" rtl="1">
                        <a:lnSpc>
                          <a:spcPct val="115000"/>
                        </a:lnSpc>
                        <a:spcAft>
                          <a:spcPts val="800"/>
                        </a:spcAft>
                        <a:buNone/>
                      </a:pPr>
                      <a:r>
                        <a:rPr lang="ar-SA" sz="1050" b="1" kern="100" dirty="0">
                          <a:solidFill>
                            <a:schemeClr val="accent1"/>
                          </a:solidFill>
                          <a:effectLst/>
                        </a:rPr>
                        <a:t>ارتباط كلي:</a:t>
                      </a:r>
                      <a:r>
                        <a:rPr lang="ar-SA" sz="1050" kern="100" dirty="0">
                          <a:effectLst/>
                        </a:rPr>
                        <a:t> تعزيز الكفاءة التشغيلية وكفاءة الانفاق يحقق الهدف عبر توحيد الإجراءات وتقليل التكرار ورفع كفاءة العمليات، بما يحسن جودة مخرجات البرامج والمؤسسات</a:t>
                      </a:r>
                      <a:r>
                        <a:rPr lang="en-US" sz="1050" kern="100" dirty="0">
                          <a:effectLst/>
                        </a:rPr>
                        <a:t>.</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marL="0" marR="0" algn="ctr" rtl="1">
                        <a:lnSpc>
                          <a:spcPct val="115000"/>
                        </a:lnSpc>
                        <a:spcAft>
                          <a:spcPts val="800"/>
                        </a:spcAft>
                        <a:buNone/>
                      </a:pPr>
                      <a:r>
                        <a:rPr lang="ar-SA" sz="1050" b="1" kern="100" dirty="0">
                          <a:solidFill>
                            <a:schemeClr val="accent1"/>
                          </a:solidFill>
                          <a:effectLst/>
                        </a:rPr>
                        <a:t>ارتباط كلي:</a:t>
                      </a:r>
                      <a:r>
                        <a:rPr lang="ar-SA" sz="1050" kern="100" dirty="0">
                          <a:solidFill>
                            <a:schemeClr val="accent1"/>
                          </a:solidFill>
                          <a:effectLst/>
                        </a:rPr>
                        <a:t> </a:t>
                      </a:r>
                      <a:r>
                        <a:rPr lang="ar-SA" sz="1050" kern="100" dirty="0">
                          <a:effectLst/>
                        </a:rPr>
                        <a:t>تمكين التحول الرقمي  يحقق الهدف عبر رقمنة خدمات وإجراءات الجودة والمتابعة ورفع الشفافية والاتساق عبر المنظومة</a:t>
                      </a:r>
                      <a:r>
                        <a:rPr lang="en-US" sz="1050" kern="100" dirty="0">
                          <a:effectLst/>
                        </a:rPr>
                        <a:t>.</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algn="ctr" rtl="1">
                        <a:lnSpc>
                          <a:spcPct val="115000"/>
                        </a:lnSpc>
                        <a:spcAft>
                          <a:spcPts val="800"/>
                        </a:spcAft>
                        <a:buNone/>
                      </a:pPr>
                      <a:r>
                        <a:rPr lang="ar-SA" sz="1050" b="1" kern="100" dirty="0">
                          <a:solidFill>
                            <a:schemeClr val="accent3"/>
                          </a:solidFill>
                          <a:effectLst/>
                        </a:rPr>
                        <a:t>ارتباط جزئي: </a:t>
                      </a:r>
                      <a:r>
                        <a:rPr lang="ar-SA" sz="1050" kern="100" dirty="0">
                          <a:effectLst/>
                        </a:rPr>
                        <a:t>دعم تحسين تجربة المستفيد يحقق الهدف عبر تحسين تجربة المستفيدين من خدمات </a:t>
                      </a:r>
                      <a:r>
                        <a:rPr lang="ar-EG" sz="1050" kern="100" dirty="0">
                          <a:effectLst/>
                        </a:rPr>
                        <a:t>الهيئة </a:t>
                      </a:r>
                      <a:r>
                        <a:rPr lang="ar-SA" sz="1050" kern="100" dirty="0">
                          <a:effectLst/>
                        </a:rPr>
                        <a:t> والبرامج ورفع سهولة الوصول وجودة التفاعل</a:t>
                      </a:r>
                      <a:r>
                        <a:rPr lang="en-US" sz="1050" kern="100" dirty="0">
                          <a:effectLst/>
                        </a:rPr>
                        <a:t>.</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marL="0" marR="0" algn="ctr" rtl="1">
                        <a:lnSpc>
                          <a:spcPct val="115000"/>
                        </a:lnSpc>
                        <a:spcAft>
                          <a:spcPts val="800"/>
                        </a:spcAft>
                        <a:buNone/>
                      </a:pPr>
                      <a:r>
                        <a:rPr lang="ar-SA" sz="1050" b="1" kern="100" dirty="0">
                          <a:solidFill>
                            <a:schemeClr val="accent1"/>
                          </a:solidFill>
                          <a:effectLst/>
                        </a:rPr>
                        <a:t>ارتباط كلي:</a:t>
                      </a:r>
                      <a:r>
                        <a:rPr lang="ar-SA" sz="1050" kern="100" dirty="0">
                          <a:effectLst/>
                        </a:rPr>
                        <a:t> تعزيز الحوكمة المؤسسية يحقق الهدف عبر ضمان الالتزام بالمعايير والضوابط وتوحيد التفسير والتطبيق بما يرفع الجودة</a:t>
                      </a:r>
                      <a:r>
                        <a:rPr lang="en-US" sz="1050" kern="100" dirty="0">
                          <a:effectLst/>
                        </a:rPr>
                        <a:t>.</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algn="ctr" rtl="1">
                        <a:lnSpc>
                          <a:spcPct val="115000"/>
                        </a:lnSpc>
                        <a:spcAft>
                          <a:spcPts val="800"/>
                        </a:spcAft>
                        <a:buNone/>
                      </a:pPr>
                      <a:r>
                        <a:rPr lang="ar-SA" sz="1050" b="1" kern="100" dirty="0">
                          <a:solidFill>
                            <a:schemeClr val="accent1"/>
                          </a:solidFill>
                          <a:effectLst/>
                        </a:rPr>
                        <a:t>ارتباط كلي:</a:t>
                      </a:r>
                      <a:r>
                        <a:rPr lang="ar-SA" sz="1050" kern="100" dirty="0">
                          <a:effectLst/>
                        </a:rPr>
                        <a:t> المواءمة الاستراتيجية تحقق الهدف عبر ضمان توجيه مبادرات التحسين والجودة نحو الأولويات الاستراتيجية للمؤسسات والبرامج</a:t>
                      </a:r>
                      <a:r>
                        <a:rPr lang="en-US" sz="1050" kern="100" dirty="0">
                          <a:effectLst/>
                        </a:rPr>
                        <a:t>.</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330017860"/>
                  </a:ext>
                </a:extLst>
              </a:tr>
              <a:tr h="687668">
                <a:tc>
                  <a:txBody>
                    <a:bodyPr/>
                    <a:lstStyle/>
                    <a:p>
                      <a:pPr marL="0" marR="0" algn="r" rtl="1">
                        <a:lnSpc>
                          <a:spcPct val="115000"/>
                        </a:lnSpc>
                        <a:spcAft>
                          <a:spcPts val="800"/>
                        </a:spcAft>
                        <a:buNone/>
                      </a:pPr>
                      <a:r>
                        <a:rPr lang="en-US" sz="1100" kern="100" dirty="0">
                          <a:effectLst/>
                        </a:rPr>
                        <a:t>(BG04) </a:t>
                      </a:r>
                      <a:r>
                        <a:rPr lang="ar-SA" sz="1100" kern="100" dirty="0">
                          <a:effectLst/>
                        </a:rPr>
                        <a:t>نشر وتفعيل ثقافة التحسين المستمر لمنظومة التعليم والتدريب</a:t>
                      </a:r>
                      <a:endParaRPr lang="en-US" sz="18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solidFill>
                      <a:schemeClr val="accent1">
                        <a:lumMod val="75000"/>
                      </a:schemeClr>
                    </a:solidFill>
                  </a:tcPr>
                </a:tc>
                <a:tc>
                  <a:txBody>
                    <a:bodyPr/>
                    <a:lstStyle/>
                    <a:p>
                      <a:pPr marL="0" marR="0" algn="ctr" rtl="1">
                        <a:lnSpc>
                          <a:spcPct val="115000"/>
                        </a:lnSpc>
                        <a:spcAft>
                          <a:spcPts val="800"/>
                        </a:spcAft>
                        <a:buNone/>
                      </a:pPr>
                      <a:r>
                        <a:rPr lang="ar-SA" sz="1050" b="1" kern="100" dirty="0">
                          <a:solidFill>
                            <a:schemeClr val="accent1"/>
                          </a:solidFill>
                          <a:effectLst/>
                        </a:rPr>
                        <a:t>ارتباط كلي:</a:t>
                      </a:r>
                      <a:r>
                        <a:rPr lang="ar-SA" sz="1050" kern="100" dirty="0">
                          <a:effectLst/>
                        </a:rPr>
                        <a:t> دعم اتخاذ القرارات يحقق الهدف عبر إنشاء دورة قياس وتحليل ومتابعة تدعم قرارات التحسين بشكل مستمر وتمنع القرارات غير المبنية على أدلة</a:t>
                      </a:r>
                      <a:r>
                        <a:rPr lang="en-US" sz="1050" kern="100" dirty="0">
                          <a:effectLst/>
                        </a:rPr>
                        <a:t>.</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algn="ctr" rtl="1">
                        <a:lnSpc>
                          <a:spcPct val="115000"/>
                        </a:lnSpc>
                        <a:spcAft>
                          <a:spcPts val="800"/>
                        </a:spcAft>
                        <a:buNone/>
                      </a:pPr>
                      <a:r>
                        <a:rPr lang="ar-SA" sz="1050" b="1" kern="100" dirty="0">
                          <a:solidFill>
                            <a:schemeClr val="accent3"/>
                          </a:solidFill>
                          <a:effectLst/>
                        </a:rPr>
                        <a:t>ارتباط جزئي: </a:t>
                      </a:r>
                      <a:r>
                        <a:rPr lang="ar-SA" sz="1050" kern="100" dirty="0">
                          <a:effectLst/>
                        </a:rPr>
                        <a:t>تعزيز الكفاءة التشغيلية وكفاءة الانفاق يحقق الهدف عبر تحويل مخرجات التحسين إلى كفاءة أفضل وتقليل هدر، كأثر تابع للتحسين المستمر</a:t>
                      </a:r>
                      <a:r>
                        <a:rPr lang="en-US" sz="1050" kern="100" dirty="0">
                          <a:effectLst/>
                        </a:rPr>
                        <a:t>.</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marL="0" marR="0" algn="ctr" rtl="1">
                        <a:lnSpc>
                          <a:spcPct val="115000"/>
                        </a:lnSpc>
                        <a:spcAft>
                          <a:spcPts val="800"/>
                        </a:spcAft>
                        <a:buNone/>
                      </a:pPr>
                      <a:r>
                        <a:rPr lang="ar-SA" sz="1050" b="1" kern="100" dirty="0">
                          <a:solidFill>
                            <a:schemeClr val="accent3"/>
                          </a:solidFill>
                          <a:effectLst/>
                        </a:rPr>
                        <a:t>ارتباط جزئي: </a:t>
                      </a:r>
                      <a:r>
                        <a:rPr lang="ar-SA" sz="1050" kern="100" dirty="0">
                          <a:effectLst/>
                        </a:rPr>
                        <a:t>تمكين التحول الرقمي  يحقق الهدف عبر تمكين أدوات متابعة وتحسين رقمية، وتسريع تنفيذ مبادرات التحسين دون أن يكون هو العامل الوحيد لثقافة التحسين</a:t>
                      </a:r>
                      <a:r>
                        <a:rPr lang="en-US" sz="1050" kern="100" dirty="0">
                          <a:effectLst/>
                        </a:rPr>
                        <a:t>.</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algn="ctr" rtl="1">
                        <a:lnSpc>
                          <a:spcPct val="115000"/>
                        </a:lnSpc>
                        <a:spcAft>
                          <a:spcPts val="800"/>
                        </a:spcAft>
                        <a:buNone/>
                      </a:pPr>
                      <a:r>
                        <a:rPr lang="ar-SA" sz="1050" b="1" kern="100" dirty="0">
                          <a:solidFill>
                            <a:schemeClr val="accent3"/>
                          </a:solidFill>
                          <a:effectLst/>
                        </a:rPr>
                        <a:t>ارتباط جزئي: </a:t>
                      </a:r>
                      <a:r>
                        <a:rPr lang="ar-SA" sz="1050" kern="100" dirty="0">
                          <a:effectLst/>
                        </a:rPr>
                        <a:t>دعم تحسين تجربة المستفيد يحقق الهدف عبر انعكاس التحسينات المتكررة على تجربة المستفيد كأثر داعم لتبني الثقافة</a:t>
                      </a:r>
                      <a:r>
                        <a:rPr lang="en-US" sz="1050" kern="100" dirty="0">
                          <a:effectLst/>
                        </a:rPr>
                        <a:t>.</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marL="0" marR="0" algn="ctr" rtl="1">
                        <a:lnSpc>
                          <a:spcPct val="115000"/>
                        </a:lnSpc>
                        <a:spcAft>
                          <a:spcPts val="800"/>
                        </a:spcAft>
                        <a:buNone/>
                      </a:pPr>
                      <a:r>
                        <a:rPr lang="ar-SA" sz="1050" b="1" kern="100" dirty="0">
                          <a:solidFill>
                            <a:schemeClr val="accent1"/>
                          </a:solidFill>
                          <a:effectLst/>
                        </a:rPr>
                        <a:t>ارتباط كلي:</a:t>
                      </a:r>
                      <a:r>
                        <a:rPr lang="ar-SA" sz="1050" kern="100" dirty="0">
                          <a:effectLst/>
                        </a:rPr>
                        <a:t> تعزيز الحوكمة المؤسسية يحقق الهدف عبر المتابعة والانضباط المؤسسي، بما يرسخ ثقافة التحسين كمنهج عمل</a:t>
                      </a:r>
                      <a:r>
                        <a:rPr lang="en-US" sz="1050" kern="100" dirty="0">
                          <a:effectLst/>
                        </a:rPr>
                        <a:t>.</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algn="ctr" rtl="1">
                        <a:lnSpc>
                          <a:spcPct val="115000"/>
                        </a:lnSpc>
                        <a:spcAft>
                          <a:spcPts val="800"/>
                        </a:spcAft>
                        <a:buNone/>
                      </a:pPr>
                      <a:r>
                        <a:rPr lang="ar-SA" sz="1050" b="1" kern="100" dirty="0">
                          <a:solidFill>
                            <a:schemeClr val="accent1"/>
                          </a:solidFill>
                          <a:effectLst/>
                        </a:rPr>
                        <a:t>ارتباط كلي:</a:t>
                      </a:r>
                      <a:r>
                        <a:rPr lang="ar-SA" sz="1050" kern="100" dirty="0">
                          <a:effectLst/>
                        </a:rPr>
                        <a:t> المواءمة الاستراتيجية تحقق الهدف عبر ربط مبادرات التحسين بالأولويات وتحديد ما يُحسن أولًا ومنع تشتت الجهود</a:t>
                      </a:r>
                      <a:r>
                        <a:rPr lang="en-US" sz="1050" kern="100" dirty="0">
                          <a:effectLst/>
                        </a:rPr>
                        <a:t>.</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3168938149"/>
                  </a:ext>
                </a:extLst>
              </a:tr>
              <a:tr h="552924">
                <a:tc>
                  <a:txBody>
                    <a:bodyPr/>
                    <a:lstStyle/>
                    <a:p>
                      <a:pPr marL="0" marR="0" algn="r" rtl="1">
                        <a:lnSpc>
                          <a:spcPct val="115000"/>
                        </a:lnSpc>
                        <a:spcAft>
                          <a:spcPts val="800"/>
                        </a:spcAft>
                        <a:buNone/>
                      </a:pPr>
                      <a:r>
                        <a:rPr lang="en-US" sz="1100" kern="100" dirty="0">
                          <a:effectLst/>
                        </a:rPr>
                        <a:t>(BG05) </a:t>
                      </a:r>
                      <a:r>
                        <a:rPr lang="ar-SA" sz="1100" kern="100" dirty="0">
                          <a:effectLst/>
                        </a:rPr>
                        <a:t>بناء القدرات الداخلية للهيئة وتطويرها</a:t>
                      </a:r>
                      <a:endParaRPr lang="en-US" sz="18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B w="12700" cap="flat" cmpd="sng" algn="ctr">
                      <a:noFill/>
                      <a:prstDash val="solid"/>
                      <a:round/>
                      <a:headEnd type="none" w="med" len="med"/>
                      <a:tailEnd type="none" w="med" len="med"/>
                    </a:lnB>
                    <a:solidFill>
                      <a:schemeClr val="accent1">
                        <a:lumMod val="75000"/>
                      </a:schemeClr>
                    </a:solidFill>
                  </a:tcPr>
                </a:tc>
                <a:tc>
                  <a:txBody>
                    <a:bodyPr/>
                    <a:lstStyle/>
                    <a:p>
                      <a:pPr marL="0" marR="0" algn="ctr" rtl="1">
                        <a:lnSpc>
                          <a:spcPct val="115000"/>
                        </a:lnSpc>
                        <a:spcAft>
                          <a:spcPts val="800"/>
                        </a:spcAft>
                        <a:buNone/>
                      </a:pPr>
                      <a:r>
                        <a:rPr lang="ar-SA" sz="1050" b="1" kern="100" dirty="0">
                          <a:solidFill>
                            <a:schemeClr val="accent3"/>
                          </a:solidFill>
                          <a:effectLst/>
                        </a:rPr>
                        <a:t>ارتباط جزئي: </a:t>
                      </a:r>
                      <a:r>
                        <a:rPr lang="ar-SA" sz="1050" kern="100" dirty="0">
                          <a:effectLst/>
                        </a:rPr>
                        <a:t>دعم اتخاذ القرارات يحقق الهدف عبر تطوير القدرات التحليلية</a:t>
                      </a:r>
                      <a:r>
                        <a:rPr lang="ar-EG" sz="1050" kern="100" dirty="0">
                          <a:effectLst/>
                        </a:rPr>
                        <a:t> وجودة بيانات الأداة </a:t>
                      </a:r>
                      <a:r>
                        <a:rPr lang="ar-SA" sz="1050" kern="100" dirty="0">
                          <a:effectLst/>
                        </a:rPr>
                        <a:t>و</a:t>
                      </a:r>
                      <a:r>
                        <a:rPr lang="ar-EG" sz="1050" kern="100" dirty="0">
                          <a:effectLst/>
                        </a:rPr>
                        <a:t>تحسين </a:t>
                      </a:r>
                      <a:r>
                        <a:rPr lang="ar-SA" sz="1050" kern="100" dirty="0">
                          <a:effectLst/>
                        </a:rPr>
                        <a:t>منهجيات اتخاذ القرار داخل الهيئة</a:t>
                      </a:r>
                      <a:r>
                        <a:rPr lang="en-US" sz="1050" kern="100" dirty="0">
                          <a:effectLst/>
                        </a:rPr>
                        <a:t>.</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algn="ctr" rtl="1">
                        <a:lnSpc>
                          <a:spcPct val="115000"/>
                        </a:lnSpc>
                        <a:spcAft>
                          <a:spcPts val="800"/>
                        </a:spcAft>
                        <a:buNone/>
                      </a:pPr>
                      <a:r>
                        <a:rPr lang="ar-SA" sz="1050" b="1" kern="100" dirty="0">
                          <a:solidFill>
                            <a:schemeClr val="accent1"/>
                          </a:solidFill>
                          <a:effectLst/>
                        </a:rPr>
                        <a:t>ارتباط كلي:</a:t>
                      </a:r>
                      <a:r>
                        <a:rPr lang="ar-SA" sz="1050" kern="100" dirty="0">
                          <a:effectLst/>
                        </a:rPr>
                        <a:t> تعزيز الكفاءة التشغيلية وكفاءة الانفاق يحقق الهدف عبر رفع كفاءة التشغيل وتحسين إدارة الموارد وتمكين فرق العمل</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marR="0" algn="ctr" rtl="1">
                        <a:lnSpc>
                          <a:spcPct val="115000"/>
                        </a:lnSpc>
                        <a:spcAft>
                          <a:spcPts val="800"/>
                        </a:spcAft>
                        <a:buNone/>
                      </a:pPr>
                      <a:r>
                        <a:rPr lang="ar-SA" sz="1050" b="1" kern="100" dirty="0">
                          <a:solidFill>
                            <a:schemeClr val="accent3"/>
                          </a:solidFill>
                          <a:effectLst/>
                        </a:rPr>
                        <a:t>ارتباط جزئي: </a:t>
                      </a:r>
                      <a:r>
                        <a:rPr lang="ar-SA" sz="1050" kern="100" dirty="0">
                          <a:effectLst/>
                        </a:rPr>
                        <a:t>تمكين التحول الرقمي  يحقق الهدف عبر تطوير القدرات الرقمية والابتكارية كجزء من تطوير قدرات الهيئة الداخلية</a:t>
                      </a:r>
                      <a:r>
                        <a:rPr lang="en-US" sz="1050" kern="100" dirty="0">
                          <a:effectLst/>
                        </a:rPr>
                        <a:t>.</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algn="ctr" rtl="1">
                        <a:lnSpc>
                          <a:spcPct val="115000"/>
                        </a:lnSpc>
                        <a:spcAft>
                          <a:spcPts val="800"/>
                        </a:spcAft>
                        <a:buNone/>
                      </a:pPr>
                      <a:r>
                        <a:rPr lang="ar-SA" sz="1050" kern="100" dirty="0">
                          <a:effectLst/>
                        </a:rPr>
                        <a:t>لا يوجد ارتباط</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marR="0" algn="ctr" rtl="1">
                        <a:lnSpc>
                          <a:spcPct val="115000"/>
                        </a:lnSpc>
                        <a:spcAft>
                          <a:spcPts val="800"/>
                        </a:spcAft>
                        <a:buNone/>
                      </a:pPr>
                      <a:r>
                        <a:rPr lang="ar-SA" sz="1050" b="1" kern="100" dirty="0">
                          <a:solidFill>
                            <a:schemeClr val="accent3"/>
                          </a:solidFill>
                          <a:effectLst/>
                        </a:rPr>
                        <a:t>ارتباط جزئي: </a:t>
                      </a:r>
                      <a:r>
                        <a:rPr lang="ar-SA" sz="1050" kern="100" dirty="0">
                          <a:effectLst/>
                        </a:rPr>
                        <a:t>تعزيز الحوكمة المؤسسية يحقق الهدف عبر بناء قدرات تطبيق الضوابط والالتزام وممارسة الحوكمة بشكل مستدام داخل الهيئة</a:t>
                      </a:r>
                      <a:r>
                        <a:rPr lang="en-US" sz="1050" kern="100" dirty="0">
                          <a:effectLst/>
                        </a:rPr>
                        <a:t>.</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algn="ctr" rtl="1">
                        <a:lnSpc>
                          <a:spcPct val="115000"/>
                        </a:lnSpc>
                        <a:spcAft>
                          <a:spcPts val="800"/>
                        </a:spcAft>
                        <a:buNone/>
                      </a:pPr>
                      <a:r>
                        <a:rPr lang="ar-SA" sz="1050" b="1" kern="100" dirty="0">
                          <a:solidFill>
                            <a:schemeClr val="accent3"/>
                          </a:solidFill>
                          <a:effectLst/>
                        </a:rPr>
                        <a:t>ارتباط جزئي: </a:t>
                      </a:r>
                      <a:r>
                        <a:rPr lang="ar-SA" sz="1050" kern="100" dirty="0">
                          <a:effectLst/>
                        </a:rPr>
                        <a:t>المواءمة الاستراتيجية تحقق الهدف عبر توجيه بناء القدرات نحو أولويات الهيئة الاستراتيجية بدل التطوير العام غير الموجه</a:t>
                      </a:r>
                      <a:r>
                        <a:rPr lang="en-US" sz="1050" kern="100" dirty="0">
                          <a:effectLst/>
                        </a:rPr>
                        <a:t>.</a:t>
                      </a:r>
                      <a:endParaRPr lang="en-US" sz="16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3972330805"/>
                  </a:ext>
                </a:extLst>
              </a:tr>
            </a:tbl>
          </a:graphicData>
        </a:graphic>
      </p:graphicFrame>
      <p:sp>
        <p:nvSpPr>
          <p:cNvPr id="2" name="Round Same Side Corner Rectangle 2">
            <a:extLst>
              <a:ext uri="{FF2B5EF4-FFF2-40B4-BE49-F238E27FC236}">
                <a16:creationId xmlns:a16="http://schemas.microsoft.com/office/drawing/2014/main" id="{8CC13B92-2762-63B5-CE4E-5F106594D5BE}"/>
              </a:ext>
            </a:extLst>
          </p:cNvPr>
          <p:cNvSpPr/>
          <p:nvPr/>
        </p:nvSpPr>
        <p:spPr>
          <a:xfrm rot="5400000">
            <a:off x="9333139" y="3502995"/>
            <a:ext cx="4511865" cy="355402"/>
          </a:xfrm>
          <a:prstGeom prst="round2SameRect">
            <a:avLst>
              <a:gd name="adj1" fmla="val 47471"/>
              <a:gd name="adj2" fmla="val 0"/>
            </a:avLst>
          </a:prstGeom>
          <a:solidFill>
            <a:schemeClr val="accent1">
              <a:lumMod val="75000"/>
            </a:schemeClr>
          </a:solidFill>
          <a:ln w="38100">
            <a:noFill/>
          </a:ln>
        </p:spPr>
        <p:txBody>
          <a:bodyPr wrap="square">
            <a:spAutoFit/>
          </a:bodyPr>
          <a:lstStyle/>
          <a:p>
            <a:pPr algn="ctr"/>
            <a:r>
              <a:rPr lang="ar-EG" sz="1400" b="1" dirty="0">
                <a:solidFill>
                  <a:schemeClr val="bg1"/>
                </a:solidFill>
              </a:rPr>
              <a:t>أهداف استراتيجية الأعمال </a:t>
            </a:r>
          </a:p>
        </p:txBody>
      </p:sp>
      <p:sp>
        <p:nvSpPr>
          <p:cNvPr id="7" name="Slide Number Placeholder 6">
            <a:extLst>
              <a:ext uri="{FF2B5EF4-FFF2-40B4-BE49-F238E27FC236}">
                <a16:creationId xmlns:a16="http://schemas.microsoft.com/office/drawing/2014/main" id="{AD342C37-94D9-979A-37FC-3EB98C58C579}"/>
              </a:ext>
            </a:extLst>
          </p:cNvPr>
          <p:cNvSpPr>
            <a:spLocks noGrp="1"/>
          </p:cNvSpPr>
          <p:nvPr>
            <p:ph type="sldNum" sz="quarter" idx="12"/>
          </p:nvPr>
        </p:nvSpPr>
        <p:spPr/>
        <p:txBody>
          <a:bodyPr/>
          <a:lstStyle/>
          <a:p>
            <a:fld id="{0BE4EC83-A869-464E-AE9F-881796FB085E}" type="slidenum">
              <a:rPr lang="en-US" smtClean="0"/>
              <a:t>55</a:t>
            </a:fld>
            <a:endParaRPr lang="en-US"/>
          </a:p>
        </p:txBody>
      </p:sp>
    </p:spTree>
    <p:extLst>
      <p:ext uri="{BB962C8B-B14F-4D97-AF65-F5344CB8AC3E}">
        <p14:creationId xmlns:p14="http://schemas.microsoft.com/office/powerpoint/2010/main" val="7234986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957B6-274B-2BA7-1113-871EB6EC92AD}"/>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F27AE571-C367-B5D4-2FDA-2293DA2FC148}"/>
              </a:ext>
            </a:extLst>
          </p:cNvPr>
          <p:cNvSpPr/>
          <p:nvPr/>
        </p:nvSpPr>
        <p:spPr>
          <a:xfrm>
            <a:off x="609600" y="1139138"/>
            <a:ext cx="9232118" cy="285624"/>
          </a:xfrm>
          <a:prstGeom prst="round2SameRect">
            <a:avLst>
              <a:gd name="adj1" fmla="val 28295"/>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itle 4">
            <a:extLst>
              <a:ext uri="{FF2B5EF4-FFF2-40B4-BE49-F238E27FC236}">
                <a16:creationId xmlns:a16="http://schemas.microsoft.com/office/drawing/2014/main" id="{76018135-244C-DD01-07C4-F8A78D63EB03}"/>
              </a:ext>
            </a:extLst>
          </p:cNvPr>
          <p:cNvSpPr>
            <a:spLocks noGrp="1"/>
          </p:cNvSpPr>
          <p:nvPr>
            <p:ph type="title"/>
          </p:nvPr>
        </p:nvSpPr>
        <p:spPr/>
        <p:txBody>
          <a:bodyPr/>
          <a:lstStyle/>
          <a:p>
            <a:r>
              <a:rPr lang="ar-EG" dirty="0"/>
              <a:t>المواءمة مع الأهداف الاستراتيجية للتحول الرقمي للهيئة</a:t>
            </a:r>
            <a:endParaRPr lang="en-GB" dirty="0"/>
          </a:p>
        </p:txBody>
      </p:sp>
      <p:graphicFrame>
        <p:nvGraphicFramePr>
          <p:cNvPr id="4" name="Table 3">
            <a:extLst>
              <a:ext uri="{FF2B5EF4-FFF2-40B4-BE49-F238E27FC236}">
                <a16:creationId xmlns:a16="http://schemas.microsoft.com/office/drawing/2014/main" id="{70E9D9F3-A502-C285-36FF-CA8144F4AC13}"/>
              </a:ext>
            </a:extLst>
          </p:cNvPr>
          <p:cNvGraphicFramePr>
            <a:graphicFrameLocks noGrp="1"/>
          </p:cNvGraphicFramePr>
          <p:nvPr>
            <p:extLst>
              <p:ext uri="{D42A27DB-BD31-4B8C-83A1-F6EECF244321}">
                <p14:modId xmlns:p14="http://schemas.microsoft.com/office/powerpoint/2010/main" val="3250048976"/>
              </p:ext>
            </p:extLst>
          </p:nvPr>
        </p:nvGraphicFramePr>
        <p:xfrm>
          <a:off x="609600" y="1143000"/>
          <a:ext cx="10802173" cy="5069724"/>
        </p:xfrm>
        <a:graphic>
          <a:graphicData uri="http://schemas.openxmlformats.org/drawingml/2006/table">
            <a:tbl>
              <a:tblPr rtl="1" firstRow="1" firstCol="1" bandRow="1">
                <a:tableStyleId>{5C22544A-7EE6-4342-B048-85BDC9FD1C3A}</a:tableStyleId>
              </a:tblPr>
              <a:tblGrid>
                <a:gridCol w="1572768">
                  <a:extLst>
                    <a:ext uri="{9D8B030D-6E8A-4147-A177-3AD203B41FA5}">
                      <a16:colId xmlns:a16="http://schemas.microsoft.com/office/drawing/2014/main" val="1582559453"/>
                    </a:ext>
                  </a:extLst>
                </a:gridCol>
                <a:gridCol w="1485444">
                  <a:extLst>
                    <a:ext uri="{9D8B030D-6E8A-4147-A177-3AD203B41FA5}">
                      <a16:colId xmlns:a16="http://schemas.microsoft.com/office/drawing/2014/main" val="3949383580"/>
                    </a:ext>
                  </a:extLst>
                </a:gridCol>
                <a:gridCol w="1473789">
                  <a:extLst>
                    <a:ext uri="{9D8B030D-6E8A-4147-A177-3AD203B41FA5}">
                      <a16:colId xmlns:a16="http://schemas.microsoft.com/office/drawing/2014/main" val="2147142956"/>
                    </a:ext>
                  </a:extLst>
                </a:gridCol>
                <a:gridCol w="1567543">
                  <a:extLst>
                    <a:ext uri="{9D8B030D-6E8A-4147-A177-3AD203B41FA5}">
                      <a16:colId xmlns:a16="http://schemas.microsoft.com/office/drawing/2014/main" val="2031783941"/>
                    </a:ext>
                  </a:extLst>
                </a:gridCol>
                <a:gridCol w="1567543">
                  <a:extLst>
                    <a:ext uri="{9D8B030D-6E8A-4147-A177-3AD203B41FA5}">
                      <a16:colId xmlns:a16="http://schemas.microsoft.com/office/drawing/2014/main" val="1045413421"/>
                    </a:ext>
                  </a:extLst>
                </a:gridCol>
                <a:gridCol w="1522481">
                  <a:extLst>
                    <a:ext uri="{9D8B030D-6E8A-4147-A177-3AD203B41FA5}">
                      <a16:colId xmlns:a16="http://schemas.microsoft.com/office/drawing/2014/main" val="803421444"/>
                    </a:ext>
                  </a:extLst>
                </a:gridCol>
                <a:gridCol w="1612605">
                  <a:extLst>
                    <a:ext uri="{9D8B030D-6E8A-4147-A177-3AD203B41FA5}">
                      <a16:colId xmlns:a16="http://schemas.microsoft.com/office/drawing/2014/main" val="790250889"/>
                    </a:ext>
                  </a:extLst>
                </a:gridCol>
              </a:tblGrid>
              <a:tr h="283464">
                <a:tc>
                  <a:txBody>
                    <a:bodyPr/>
                    <a:lstStyle/>
                    <a:p>
                      <a:pPr marL="0" marR="0" algn="ctr" rtl="1">
                        <a:lnSpc>
                          <a:spcPct val="115000"/>
                        </a:lnSpc>
                        <a:spcAft>
                          <a:spcPts val="800"/>
                        </a:spcAft>
                        <a:buNone/>
                      </a:pP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0" marR="0" algn="ctr" rtl="1">
                        <a:lnSpc>
                          <a:spcPct val="115000"/>
                        </a:lnSpc>
                        <a:spcAft>
                          <a:spcPts val="800"/>
                        </a:spcAft>
                        <a:buNone/>
                      </a:pPr>
                      <a:r>
                        <a:rPr lang="ar-SA" sz="900" kern="100" dirty="0">
                          <a:effectLst/>
                        </a:rPr>
                        <a:t>دعم اتخاذ القرارات</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L w="12700" cmpd="sng">
                      <a:noFill/>
                    </a:lnL>
                    <a:lnT w="12700" cap="flat" cmpd="sng" algn="ctr">
                      <a:noFill/>
                      <a:prstDash val="solid"/>
                      <a:round/>
                      <a:headEnd type="none" w="med" len="med"/>
                      <a:tailEnd type="none" w="med" len="med"/>
                    </a:lnT>
                    <a:noFill/>
                  </a:tcPr>
                </a:tc>
                <a:tc>
                  <a:txBody>
                    <a:bodyPr/>
                    <a:lstStyle/>
                    <a:p>
                      <a:pPr marL="0" marR="0" algn="ctr" rtl="1">
                        <a:lnSpc>
                          <a:spcPct val="115000"/>
                        </a:lnSpc>
                        <a:spcAft>
                          <a:spcPts val="800"/>
                        </a:spcAft>
                        <a:buNone/>
                      </a:pPr>
                      <a:r>
                        <a:rPr lang="ar-SA" sz="900" kern="100" dirty="0">
                          <a:effectLst/>
                        </a:rPr>
                        <a:t>تعزيز الكفاءة التشغيلية وكفاءة الإنفاق</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T w="12700" cap="flat" cmpd="sng" algn="ctr">
                      <a:noFill/>
                      <a:prstDash val="solid"/>
                      <a:round/>
                      <a:headEnd type="none" w="med" len="med"/>
                      <a:tailEnd type="none" w="med" len="med"/>
                    </a:lnT>
                    <a:noFill/>
                  </a:tcPr>
                </a:tc>
                <a:tc>
                  <a:txBody>
                    <a:bodyPr/>
                    <a:lstStyle/>
                    <a:p>
                      <a:pPr marL="0" marR="0" algn="ctr" rtl="1">
                        <a:lnSpc>
                          <a:spcPct val="115000"/>
                        </a:lnSpc>
                        <a:spcAft>
                          <a:spcPts val="800"/>
                        </a:spcAft>
                        <a:buNone/>
                      </a:pPr>
                      <a:r>
                        <a:rPr lang="ar-SA" sz="900" kern="100" dirty="0">
                          <a:effectLst/>
                        </a:rPr>
                        <a:t>تمكين التحول الرقمي </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T w="12700" cap="flat" cmpd="sng" algn="ctr">
                      <a:noFill/>
                      <a:prstDash val="solid"/>
                      <a:round/>
                      <a:headEnd type="none" w="med" len="med"/>
                      <a:tailEnd type="none" w="med" len="med"/>
                    </a:lnT>
                    <a:noFill/>
                  </a:tcPr>
                </a:tc>
                <a:tc>
                  <a:txBody>
                    <a:bodyPr/>
                    <a:lstStyle/>
                    <a:p>
                      <a:pPr marL="0" marR="0" algn="ctr" rtl="1">
                        <a:lnSpc>
                          <a:spcPct val="115000"/>
                        </a:lnSpc>
                        <a:spcAft>
                          <a:spcPts val="800"/>
                        </a:spcAft>
                        <a:buNone/>
                      </a:pPr>
                      <a:r>
                        <a:rPr lang="ar-SA" sz="900" kern="100" dirty="0">
                          <a:effectLst/>
                        </a:rPr>
                        <a:t>دعم تحسين تجربة المستفيد</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T w="12700" cap="flat" cmpd="sng" algn="ctr">
                      <a:noFill/>
                      <a:prstDash val="solid"/>
                      <a:round/>
                      <a:headEnd type="none" w="med" len="med"/>
                      <a:tailEnd type="none" w="med" len="med"/>
                    </a:lnT>
                    <a:noFill/>
                  </a:tcPr>
                </a:tc>
                <a:tc>
                  <a:txBody>
                    <a:bodyPr/>
                    <a:lstStyle/>
                    <a:p>
                      <a:pPr marL="0" marR="0" algn="ctr" rtl="1">
                        <a:lnSpc>
                          <a:spcPct val="115000"/>
                        </a:lnSpc>
                        <a:spcAft>
                          <a:spcPts val="800"/>
                        </a:spcAft>
                        <a:buNone/>
                      </a:pPr>
                      <a:r>
                        <a:rPr lang="ar-SA" sz="900" kern="100" dirty="0">
                          <a:effectLst/>
                        </a:rPr>
                        <a:t>تعزيز الحوكمة المؤسسية</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T w="12700" cap="flat" cmpd="sng" algn="ctr">
                      <a:noFill/>
                      <a:prstDash val="solid"/>
                      <a:round/>
                      <a:headEnd type="none" w="med" len="med"/>
                      <a:tailEnd type="none" w="med" len="med"/>
                    </a:lnT>
                    <a:noFill/>
                  </a:tcPr>
                </a:tc>
                <a:tc>
                  <a:txBody>
                    <a:bodyPr/>
                    <a:lstStyle/>
                    <a:p>
                      <a:pPr marL="0" marR="0" algn="ctr" rtl="1">
                        <a:lnSpc>
                          <a:spcPct val="115000"/>
                        </a:lnSpc>
                        <a:spcAft>
                          <a:spcPts val="800"/>
                        </a:spcAft>
                        <a:buNone/>
                      </a:pPr>
                      <a:r>
                        <a:rPr lang="ar-SA" sz="900" kern="100" dirty="0">
                          <a:effectLst/>
                        </a:rPr>
                        <a:t>المواءمة الاستراتيجية</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noFill/>
                  </a:tcPr>
                </a:tc>
                <a:extLst>
                  <a:ext uri="{0D108BD9-81ED-4DB2-BD59-A6C34878D82A}">
                    <a16:rowId xmlns:a16="http://schemas.microsoft.com/office/drawing/2014/main" val="2728469354"/>
                  </a:ext>
                </a:extLst>
              </a:tr>
              <a:tr h="642211">
                <a:tc>
                  <a:txBody>
                    <a:bodyPr/>
                    <a:lstStyle/>
                    <a:p>
                      <a:pPr marL="0" marR="0" algn="r" rtl="1">
                        <a:lnSpc>
                          <a:spcPct val="115000"/>
                        </a:lnSpc>
                        <a:spcAft>
                          <a:spcPts val="800"/>
                        </a:spcAft>
                        <a:buNone/>
                      </a:pPr>
                      <a:r>
                        <a:rPr lang="ar-SA" sz="900" kern="100" dirty="0">
                          <a:effectLst/>
                        </a:rPr>
                        <a:t>الامتثال للسياســـات ذات العلاقـــة بمجالي البيانات و التحـــول الرقمي علـــى أنظمة الهيئـــة وخدماتها ، بما يعزز تعظيم الاســـتفادة من البيانات و الأنظمة لدعم أعمال الهيئة</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144" marR="18288" marT="4520" marB="4520" anchor="ctr">
                    <a:lnT w="38100" cmpd="sng">
                      <a:noFill/>
                    </a:lnT>
                    <a:solidFill>
                      <a:schemeClr val="accent1">
                        <a:lumMod val="75000"/>
                      </a:schemeClr>
                    </a:solidFill>
                  </a:tcPr>
                </a:tc>
                <a:tc>
                  <a:txBody>
                    <a:bodyPr/>
                    <a:lstStyle/>
                    <a:p>
                      <a:pPr marL="0" marR="0" algn="ctr" rtl="1">
                        <a:lnSpc>
                          <a:spcPct val="115000"/>
                        </a:lnSpc>
                        <a:spcAft>
                          <a:spcPts val="800"/>
                        </a:spcAft>
                        <a:buNone/>
                      </a:pPr>
                      <a:r>
                        <a:rPr lang="ar-SA" sz="900" b="1" kern="100" dirty="0">
                          <a:solidFill>
                            <a:schemeClr val="accent3"/>
                          </a:solidFill>
                          <a:effectLst/>
                        </a:rPr>
                        <a:t>ارتباط جزئي: </a:t>
                      </a:r>
                      <a:r>
                        <a:rPr lang="ar-SA" sz="900" kern="100" dirty="0">
                          <a:effectLst/>
                        </a:rPr>
                        <a:t>يُسهم دعم اتخاذ القرارات في تحقيق هذا الهدف من خلال مخرجات </a:t>
                      </a:r>
                      <a:r>
                        <a:rPr lang="ar-EG" sz="900" kern="100" dirty="0">
                          <a:effectLst/>
                        </a:rPr>
                        <a:t>البنية المؤسسية و</a:t>
                      </a:r>
                      <a:r>
                        <a:rPr lang="ar-SA" sz="900" kern="100" dirty="0">
                          <a:effectLst/>
                        </a:rPr>
                        <a:t> التي تُظهر مستوى الامتثال والفجوات وتدعم قرارات المعالجة وترتيب الأولويات</a:t>
                      </a:r>
                      <a:r>
                        <a:rPr lang="en-US" sz="900" kern="100" dirty="0">
                          <a:effectLst/>
                        </a:rPr>
                        <a:t>.</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algn="ctr" rtl="1">
                        <a:lnSpc>
                          <a:spcPct val="115000"/>
                        </a:lnSpc>
                        <a:spcAft>
                          <a:spcPts val="800"/>
                        </a:spcAft>
                        <a:buNone/>
                      </a:pPr>
                      <a:r>
                        <a:rPr lang="ar-SA" sz="900" b="1" kern="100" dirty="0">
                          <a:solidFill>
                            <a:schemeClr val="accent3"/>
                          </a:solidFill>
                          <a:effectLst/>
                        </a:rPr>
                        <a:t>ارتباط جزئي: </a:t>
                      </a:r>
                      <a:r>
                        <a:rPr lang="ar-SA" sz="900" kern="100" dirty="0">
                          <a:effectLst/>
                        </a:rPr>
                        <a:t>يُسهم تعزيز الكفاءة التشغيلية وكفاءة الإنفاق في تحقيق هذا الهدف من خلال خفض كلفة عدم الامتثال (إعادة العمل، تكرار الحلول، تأخر التنفيذ) وتحسين توجيه الإنفاق عبر الالتزام المبكر</a:t>
                      </a:r>
                      <a:r>
                        <a:rPr lang="en-US" sz="900" kern="100" dirty="0">
                          <a:effectLst/>
                        </a:rPr>
                        <a:t>.</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B w="12700" cap="flat" cmpd="sng" algn="ctr">
                      <a:solidFill>
                        <a:schemeClr val="accent1"/>
                      </a:solidFill>
                      <a:prstDash val="solid"/>
                      <a:round/>
                      <a:headEnd type="none" w="med" len="med"/>
                      <a:tailEnd type="none" w="med" len="med"/>
                    </a:lnB>
                    <a:solidFill>
                      <a:schemeClr val="bg1"/>
                    </a:solidFill>
                  </a:tcPr>
                </a:tc>
                <a:tc>
                  <a:txBody>
                    <a:bodyPr/>
                    <a:lstStyle/>
                    <a:p>
                      <a:pPr marL="0" marR="0" algn="ctr" rtl="1">
                        <a:lnSpc>
                          <a:spcPct val="115000"/>
                        </a:lnSpc>
                        <a:spcAft>
                          <a:spcPts val="800"/>
                        </a:spcAft>
                        <a:buNone/>
                      </a:pPr>
                      <a:r>
                        <a:rPr lang="ar-SA" sz="900" b="1" kern="100" dirty="0">
                          <a:solidFill>
                            <a:schemeClr val="accent1"/>
                          </a:solidFill>
                          <a:effectLst/>
                        </a:rPr>
                        <a:t>ارتباط كلي:</a:t>
                      </a:r>
                      <a:r>
                        <a:rPr lang="ar-SA" sz="900" kern="100" dirty="0">
                          <a:effectLst/>
                        </a:rPr>
                        <a:t> يُسهم تمكين التحول الرقمي في تحقيق هذا الهدف من خلال تحويل السياسات إلى متطلبات ومعايير وضوابط معمارية قابلة للتطبيق على الأنظمة والخدمات ومتابعة الالتزام بها</a:t>
                      </a:r>
                      <a:r>
                        <a:rPr lang="en-US" sz="900" kern="100" dirty="0">
                          <a:effectLst/>
                        </a:rPr>
                        <a:t>.</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algn="ctr" rtl="1">
                        <a:lnSpc>
                          <a:spcPct val="115000"/>
                        </a:lnSpc>
                        <a:spcAft>
                          <a:spcPts val="800"/>
                        </a:spcAft>
                        <a:buNone/>
                      </a:pPr>
                      <a:r>
                        <a:rPr lang="ar-SA" sz="900" b="1" kern="100" dirty="0">
                          <a:solidFill>
                            <a:schemeClr val="accent3"/>
                          </a:solidFill>
                          <a:effectLst/>
                        </a:rPr>
                        <a:t>ارتباط جزئي: </a:t>
                      </a:r>
                      <a:r>
                        <a:rPr lang="ar-SA" sz="900" kern="100" dirty="0">
                          <a:effectLst/>
                        </a:rPr>
                        <a:t>يُسهم دعم تحسين تجربة المستفيد في تحقيق هذا الهدف من خلال رفع موثوقية الخدمات واستقرارها وتقليل </a:t>
                      </a:r>
                      <a:r>
                        <a:rPr lang="ar-SA" sz="900" kern="100" dirty="0" err="1">
                          <a:effectLst/>
                        </a:rPr>
                        <a:t>التعارضات</a:t>
                      </a:r>
                      <a:r>
                        <a:rPr lang="ar-SA" sz="900" kern="100" dirty="0">
                          <a:effectLst/>
                        </a:rPr>
                        <a:t> التشغيلية الناتجة عن ضعف الالتزام، بما ينعكس على تجربة المستخدم</a:t>
                      </a:r>
                      <a:r>
                        <a:rPr lang="en-US" sz="900" kern="100" dirty="0">
                          <a:effectLst/>
                        </a:rPr>
                        <a:t>.</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B w="12700" cap="flat" cmpd="sng" algn="ctr">
                      <a:solidFill>
                        <a:schemeClr val="accent1"/>
                      </a:solidFill>
                      <a:prstDash val="solid"/>
                      <a:round/>
                      <a:headEnd type="none" w="med" len="med"/>
                      <a:tailEnd type="none" w="med" len="med"/>
                    </a:lnB>
                    <a:solidFill>
                      <a:schemeClr val="bg1"/>
                    </a:solidFill>
                  </a:tcPr>
                </a:tc>
                <a:tc>
                  <a:txBody>
                    <a:bodyPr/>
                    <a:lstStyle/>
                    <a:p>
                      <a:pPr marL="0" marR="0" algn="ctr" rtl="1">
                        <a:lnSpc>
                          <a:spcPct val="115000"/>
                        </a:lnSpc>
                        <a:spcAft>
                          <a:spcPts val="800"/>
                        </a:spcAft>
                        <a:buNone/>
                      </a:pPr>
                      <a:r>
                        <a:rPr lang="ar-SA" sz="900" b="1" kern="100" dirty="0">
                          <a:solidFill>
                            <a:schemeClr val="accent1"/>
                          </a:solidFill>
                          <a:effectLst/>
                        </a:rPr>
                        <a:t>ارتباط كلي:</a:t>
                      </a:r>
                      <a:r>
                        <a:rPr lang="ar-SA" sz="900" kern="100" dirty="0">
                          <a:effectLst/>
                        </a:rPr>
                        <a:t> يُسهم تعزيز الحوكمة المؤسسية في تحقيق هذا الهدف من خلال آليات المراجعة والاعتماد وإدارة الاستثناءات والإعفاءات وتفعيل الضوابط بما يضمن الامتثال المؤسسي</a:t>
                      </a:r>
                      <a:r>
                        <a:rPr lang="en-US" sz="900" kern="100" dirty="0">
                          <a:effectLst/>
                        </a:rPr>
                        <a:t>.</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algn="ctr" rtl="1">
                        <a:lnSpc>
                          <a:spcPct val="115000"/>
                        </a:lnSpc>
                        <a:spcAft>
                          <a:spcPts val="800"/>
                        </a:spcAft>
                        <a:buNone/>
                      </a:pPr>
                      <a:r>
                        <a:rPr lang="ar-SA" sz="900" b="1" kern="100" dirty="0">
                          <a:solidFill>
                            <a:schemeClr val="accent1"/>
                          </a:solidFill>
                          <a:effectLst/>
                        </a:rPr>
                        <a:t>ارتباط كلي:</a:t>
                      </a:r>
                      <a:r>
                        <a:rPr lang="ar-SA" sz="900" kern="100" dirty="0">
                          <a:effectLst/>
                        </a:rPr>
                        <a:t> يُسهم المواءمة الاستراتيجية في تحقيق هذا الهدف من خلال مواءمة السياسات مع المبادرات والمشاريع وتحويلها إلى التزامات تنفيذية قابلة للقياس والمتابعة</a:t>
                      </a:r>
                      <a:r>
                        <a:rPr lang="en-US" sz="900" kern="100" dirty="0">
                          <a:effectLst/>
                        </a:rPr>
                        <a:t>.</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2135870127"/>
                  </a:ext>
                </a:extLst>
              </a:tr>
              <a:tr h="642211">
                <a:tc>
                  <a:txBody>
                    <a:bodyPr/>
                    <a:lstStyle/>
                    <a:p>
                      <a:pPr marL="0" marR="0" algn="r" rtl="1">
                        <a:lnSpc>
                          <a:spcPct val="115000"/>
                        </a:lnSpc>
                        <a:spcAft>
                          <a:spcPts val="800"/>
                        </a:spcAft>
                        <a:buNone/>
                      </a:pPr>
                      <a:r>
                        <a:rPr lang="ar-SA" sz="900" kern="100" dirty="0">
                          <a:effectLst/>
                        </a:rPr>
                        <a:t>تمكين التكامل التقني مع الجهات الحكومية ذات العلاقة عبر قنوات البيانات الوطنية، لتبادل البيانات وتقديم خدمات موحدة ومترابطة للمستفيدين</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144" marR="18288" marT="4520" marB="4520" anchor="ctr">
                    <a:solidFill>
                      <a:schemeClr val="accent1">
                        <a:lumMod val="75000"/>
                      </a:schemeClr>
                    </a:solidFill>
                  </a:tcPr>
                </a:tc>
                <a:tc>
                  <a:txBody>
                    <a:bodyPr/>
                    <a:lstStyle/>
                    <a:p>
                      <a:pPr marL="0" marR="0" algn="ctr" rtl="1">
                        <a:lnSpc>
                          <a:spcPct val="115000"/>
                        </a:lnSpc>
                        <a:spcAft>
                          <a:spcPts val="800"/>
                        </a:spcAft>
                        <a:buNone/>
                      </a:pPr>
                      <a:r>
                        <a:rPr lang="ar-SA" sz="900" b="1" kern="100" dirty="0">
                          <a:solidFill>
                            <a:schemeClr val="accent1"/>
                          </a:solidFill>
                          <a:effectLst/>
                        </a:rPr>
                        <a:t>ارتباط كلي:</a:t>
                      </a:r>
                      <a:r>
                        <a:rPr lang="ar-SA" sz="900" kern="100" dirty="0">
                          <a:effectLst/>
                        </a:rPr>
                        <a:t> يُسهم دعم اتخاذ القرارات في تحقيق هذا الهدف من خلال </a:t>
                      </a:r>
                      <a:r>
                        <a:rPr lang="ar-EG" sz="900" kern="100" dirty="0">
                          <a:effectLst/>
                        </a:rPr>
                        <a:t>أداة البنية المؤسسية</a:t>
                      </a:r>
                      <a:r>
                        <a:rPr lang="ar-SA" sz="900" kern="100" dirty="0">
                          <a:effectLst/>
                        </a:rPr>
                        <a:t> بما يرفع اكتمال البيانات ويُحسن التحليلات الداعمة للقرار</a:t>
                      </a:r>
                      <a:r>
                        <a:rPr lang="en-US" sz="900" kern="100" dirty="0">
                          <a:effectLst/>
                        </a:rPr>
                        <a:t>.</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algn="ctr" rtl="1">
                        <a:lnSpc>
                          <a:spcPct val="115000"/>
                        </a:lnSpc>
                        <a:spcAft>
                          <a:spcPts val="800"/>
                        </a:spcAft>
                        <a:buNone/>
                      </a:pPr>
                      <a:r>
                        <a:rPr lang="ar-SA" sz="900" b="1" kern="100" dirty="0">
                          <a:solidFill>
                            <a:schemeClr val="accent3"/>
                          </a:solidFill>
                          <a:effectLst/>
                        </a:rPr>
                        <a:t>ارتباط جزئي: </a:t>
                      </a:r>
                      <a:r>
                        <a:rPr lang="ar-SA" sz="900" kern="100" dirty="0">
                          <a:effectLst/>
                        </a:rPr>
                        <a:t>يُسهم تعزيز الكفاءة التشغيلية وكفاءة الإنفاق في تحقيق هذا الهدف من خلال تقليل ازدواجية التكاملات وتكاليف التشغيل والدعم عند اعتماد تكاملات معيارية بدل حلول متفرقة</a:t>
                      </a:r>
                      <a:r>
                        <a:rPr lang="en-US" sz="900" kern="100" dirty="0">
                          <a:effectLst/>
                        </a:rPr>
                        <a:t>.</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marL="0" marR="0" algn="ctr" rtl="1">
                        <a:lnSpc>
                          <a:spcPct val="115000"/>
                        </a:lnSpc>
                        <a:spcAft>
                          <a:spcPts val="800"/>
                        </a:spcAft>
                        <a:buNone/>
                      </a:pPr>
                      <a:r>
                        <a:rPr lang="ar-SA" sz="900" b="1" kern="100" dirty="0">
                          <a:solidFill>
                            <a:schemeClr val="accent1"/>
                          </a:solidFill>
                          <a:effectLst/>
                        </a:rPr>
                        <a:t>ارتباط كلي:</a:t>
                      </a:r>
                      <a:r>
                        <a:rPr lang="ar-SA" sz="900" kern="100" dirty="0">
                          <a:effectLst/>
                        </a:rPr>
                        <a:t> يُسهم تمكين التحول الرقمي في تحقيق هذا الهدف من خلال تصميم وتمكين معمارية التكامل وقنوات تبادل البيانات وتوحيد أنماط التكامل المعتمدة لضمان الاستدامة والقابلية للتوسع</a:t>
                      </a:r>
                      <a:r>
                        <a:rPr lang="en-US" sz="900" kern="100" dirty="0">
                          <a:effectLst/>
                        </a:rPr>
                        <a:t>.</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algn="ctr" rtl="1">
                        <a:lnSpc>
                          <a:spcPct val="115000"/>
                        </a:lnSpc>
                        <a:spcAft>
                          <a:spcPts val="800"/>
                        </a:spcAft>
                        <a:buNone/>
                      </a:pPr>
                      <a:r>
                        <a:rPr lang="ar-SA" sz="900" b="1" kern="100" dirty="0">
                          <a:solidFill>
                            <a:schemeClr val="accent1"/>
                          </a:solidFill>
                          <a:effectLst/>
                        </a:rPr>
                        <a:t>ارتباط كلي:</a:t>
                      </a:r>
                      <a:r>
                        <a:rPr lang="ar-SA" sz="900" kern="100" dirty="0">
                          <a:effectLst/>
                        </a:rPr>
                        <a:t> يُسهم دعم تحسين تجربة المستفيد في تحقيق هذا الهدف من خلال تمكين خدمات مترابطة ورحلة مستفيد موحدة نتيجة تبادل البيانات وتكامل الأنظمة</a:t>
                      </a:r>
                      <a:r>
                        <a:rPr lang="en-US" sz="900" kern="100" dirty="0">
                          <a:effectLst/>
                        </a:rPr>
                        <a:t>.</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marL="0" marR="0" algn="ctr" rtl="1">
                        <a:lnSpc>
                          <a:spcPct val="115000"/>
                        </a:lnSpc>
                        <a:spcAft>
                          <a:spcPts val="800"/>
                        </a:spcAft>
                        <a:buNone/>
                      </a:pPr>
                      <a:r>
                        <a:rPr lang="ar-SA" sz="900" b="1" kern="100" dirty="0">
                          <a:solidFill>
                            <a:schemeClr val="accent1"/>
                          </a:solidFill>
                          <a:effectLst/>
                        </a:rPr>
                        <a:t>ارتباط كلي:</a:t>
                      </a:r>
                      <a:r>
                        <a:rPr lang="ar-SA" sz="900" kern="100" dirty="0">
                          <a:effectLst/>
                        </a:rPr>
                        <a:t> يُسهم تعزيز الحوكمة المؤسسية في تحقيق هذا الهدف من خلال حوكمة التكامل (معايير، واجهات، اتفاقيات، مسؤوليات) وضبط الامتثال لضمان الاتساق بين الأطراف</a:t>
                      </a:r>
                      <a:r>
                        <a:rPr lang="en-US" sz="900" kern="100" dirty="0">
                          <a:effectLst/>
                        </a:rPr>
                        <a:t>.</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algn="ctr" rtl="1">
                        <a:lnSpc>
                          <a:spcPct val="115000"/>
                        </a:lnSpc>
                        <a:spcAft>
                          <a:spcPts val="800"/>
                        </a:spcAft>
                        <a:buNone/>
                      </a:pPr>
                      <a:r>
                        <a:rPr lang="ar-SA" sz="900" b="1" kern="100" dirty="0">
                          <a:solidFill>
                            <a:schemeClr val="accent1"/>
                          </a:solidFill>
                          <a:effectLst/>
                        </a:rPr>
                        <a:t>ارتباط كلي:</a:t>
                      </a:r>
                      <a:r>
                        <a:rPr lang="ar-SA" sz="900" kern="100" dirty="0">
                          <a:effectLst/>
                        </a:rPr>
                        <a:t> يُسهم المواءمة الاستراتيجية في تحقيق هذا الهدف من خلال مواءمة مبادرات التكامل مع الأطر والمعايير الوطنية وربطها بالأولويات لتجنب تكرار القنوات</a:t>
                      </a:r>
                      <a:r>
                        <a:rPr lang="en-US" sz="900" kern="100" dirty="0">
                          <a:effectLst/>
                        </a:rPr>
                        <a:t>.</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3848122216"/>
                  </a:ext>
                </a:extLst>
              </a:tr>
              <a:tr h="642211">
                <a:tc>
                  <a:txBody>
                    <a:bodyPr/>
                    <a:lstStyle/>
                    <a:p>
                      <a:pPr marL="0" marR="0" algn="r" rtl="1">
                        <a:lnSpc>
                          <a:spcPct val="115000"/>
                        </a:lnSpc>
                        <a:spcAft>
                          <a:spcPts val="800"/>
                        </a:spcAft>
                        <a:buNone/>
                      </a:pPr>
                      <a:r>
                        <a:rPr lang="ar-SA" sz="900" kern="100" dirty="0">
                          <a:effectLst/>
                        </a:rPr>
                        <a:t>تعزيز الابتكار الرقمي المؤسسي من خلال استثمار التقنيات الناشئة و التحليلات المتقدمة و الذكاء الاصطناعي لتطوير حلول رقمية فاعلة تدعم جودة التقويم و التعليم و التدريب و تسهم في تحسين الكفاءة التشغيلية و تجربة المستفيد</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144" marR="18288" marT="4520" marB="4520" anchor="ctr">
                    <a:solidFill>
                      <a:schemeClr val="accent1">
                        <a:lumMod val="75000"/>
                      </a:schemeClr>
                    </a:solidFill>
                  </a:tcPr>
                </a:tc>
                <a:tc>
                  <a:txBody>
                    <a:bodyPr/>
                    <a:lstStyle/>
                    <a:p>
                      <a:pPr marL="0" marR="0" algn="ctr" rtl="1">
                        <a:lnSpc>
                          <a:spcPct val="115000"/>
                        </a:lnSpc>
                        <a:spcAft>
                          <a:spcPts val="800"/>
                        </a:spcAft>
                        <a:buNone/>
                      </a:pPr>
                      <a:r>
                        <a:rPr lang="ar-SA" sz="900" b="1" kern="100" dirty="0">
                          <a:solidFill>
                            <a:schemeClr val="accent3"/>
                          </a:solidFill>
                          <a:effectLst/>
                        </a:rPr>
                        <a:t>ارتباط جزئي: </a:t>
                      </a:r>
                      <a:r>
                        <a:rPr lang="ar-SA" sz="900" kern="100" dirty="0">
                          <a:effectLst/>
                        </a:rPr>
                        <a:t>يُسهم دعم اتخاذ القرارات في تحقيق هذا الهدف من خلال تمكين القياس والتحليل وإتاحة الرؤى التي تدعم قرارات تبني التقنيات الناشئة وتوجيه استخدامها نحو الأثر المستهدف</a:t>
                      </a:r>
                      <a:r>
                        <a:rPr lang="en-US" sz="900" kern="100" dirty="0">
                          <a:effectLst/>
                        </a:rPr>
                        <a:t>.</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algn="ctr" rtl="1">
                        <a:lnSpc>
                          <a:spcPct val="115000"/>
                        </a:lnSpc>
                        <a:spcAft>
                          <a:spcPts val="800"/>
                        </a:spcAft>
                        <a:buNone/>
                      </a:pPr>
                      <a:r>
                        <a:rPr lang="ar-SA" sz="900" b="1" kern="100" dirty="0">
                          <a:solidFill>
                            <a:schemeClr val="accent3"/>
                          </a:solidFill>
                          <a:effectLst/>
                        </a:rPr>
                        <a:t>ارتباط جزئي: </a:t>
                      </a:r>
                      <a:r>
                        <a:rPr lang="ar-SA" sz="900" kern="100" dirty="0">
                          <a:effectLst/>
                        </a:rPr>
                        <a:t>يُسهم تعزيز الكفاءة التشغيلية وكفاءة الإنفاق في تحقيق هذا الهدف من خلال تحديد فرص الأتمتة والتحسين وقياس أثر الحلول الذكية على التكلفة والإنتاجية عند تحقق جدوى واضحة</a:t>
                      </a:r>
                      <a:r>
                        <a:rPr lang="en-US" sz="900" kern="100" dirty="0">
                          <a:effectLst/>
                        </a:rPr>
                        <a:t>.</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marL="0" marR="0" algn="ctr" rtl="1">
                        <a:lnSpc>
                          <a:spcPct val="115000"/>
                        </a:lnSpc>
                        <a:spcAft>
                          <a:spcPts val="800"/>
                        </a:spcAft>
                        <a:buNone/>
                      </a:pPr>
                      <a:r>
                        <a:rPr lang="ar-SA" sz="900" b="1" kern="100" dirty="0">
                          <a:solidFill>
                            <a:schemeClr val="accent1"/>
                          </a:solidFill>
                          <a:effectLst/>
                        </a:rPr>
                        <a:t>ارتباط كلي:</a:t>
                      </a:r>
                      <a:r>
                        <a:rPr lang="ar-SA" sz="900" kern="100" dirty="0">
                          <a:effectLst/>
                        </a:rPr>
                        <a:t> يُسهم تمكين التحول الرقمي في تحقيق هذا الهدف من خلال تحديد القدرات المطلوبة ومعايير الاختيار والمعماريات المرجعية والضوابط اللازمة لتبني التقنيات الناشئة بشكل منضبط</a:t>
                      </a:r>
                      <a:r>
                        <a:rPr lang="en-US" sz="900" kern="100" dirty="0">
                          <a:effectLst/>
                        </a:rPr>
                        <a:t>.</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algn="ctr" rtl="1">
                        <a:lnSpc>
                          <a:spcPct val="115000"/>
                        </a:lnSpc>
                        <a:spcAft>
                          <a:spcPts val="800"/>
                        </a:spcAft>
                        <a:buNone/>
                      </a:pPr>
                      <a:r>
                        <a:rPr lang="ar-SA" sz="900" b="1" kern="100" dirty="0">
                          <a:solidFill>
                            <a:schemeClr val="accent1"/>
                          </a:solidFill>
                          <a:effectLst/>
                        </a:rPr>
                        <a:t>ارتباط كلي:</a:t>
                      </a:r>
                      <a:r>
                        <a:rPr lang="ar-SA" sz="900" kern="100" dirty="0">
                          <a:effectLst/>
                        </a:rPr>
                        <a:t> يُسهم دعم تحسين تجربة المستفيد في تحقيق هذا الهدف من خلال توجيه الحلول الذكية نحو تحسين تجربة المستخدم ورفع جودة الخدمة والاستجابة</a:t>
                      </a:r>
                      <a:r>
                        <a:rPr lang="en-US" sz="900" kern="100" dirty="0">
                          <a:effectLst/>
                        </a:rPr>
                        <a:t>.</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marL="0" marR="0" algn="ctr" rtl="1">
                        <a:lnSpc>
                          <a:spcPct val="115000"/>
                        </a:lnSpc>
                        <a:spcAft>
                          <a:spcPts val="800"/>
                        </a:spcAft>
                        <a:buNone/>
                      </a:pPr>
                      <a:r>
                        <a:rPr lang="ar-SA" sz="900" b="1" kern="100" dirty="0">
                          <a:solidFill>
                            <a:schemeClr val="accent3"/>
                          </a:solidFill>
                          <a:effectLst/>
                        </a:rPr>
                        <a:t>ارتباط جزئي: </a:t>
                      </a:r>
                      <a:r>
                        <a:rPr lang="ar-SA" sz="900" kern="100" dirty="0">
                          <a:effectLst/>
                        </a:rPr>
                        <a:t>يُسهم تعزيز الحوكمة المؤسسية في تحقيق هذا الهدف من خلال حوكمة استخدام البيانات والذكاء الاصطناعي وضبط المخاطر والسياسات والمعايير قبل التوسع المؤسسي</a:t>
                      </a:r>
                      <a:r>
                        <a:rPr lang="en-US" sz="900" kern="100" dirty="0">
                          <a:effectLst/>
                        </a:rPr>
                        <a:t>.</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algn="ctr" rtl="1">
                        <a:lnSpc>
                          <a:spcPct val="115000"/>
                        </a:lnSpc>
                        <a:spcAft>
                          <a:spcPts val="800"/>
                        </a:spcAft>
                        <a:buNone/>
                      </a:pPr>
                      <a:r>
                        <a:rPr lang="ar-SA" sz="900" b="1" kern="100" dirty="0">
                          <a:solidFill>
                            <a:schemeClr val="accent1"/>
                          </a:solidFill>
                          <a:effectLst/>
                        </a:rPr>
                        <a:t>ارتباط كلي:</a:t>
                      </a:r>
                      <a:r>
                        <a:rPr lang="ar-SA" sz="900" kern="100" dirty="0">
                          <a:effectLst/>
                        </a:rPr>
                        <a:t> يُسهم المواءمة الاستراتيجية في تحقيق هذا الهدف من خلال توجيه الابتكار والاستثمار التقني نحو أولويات جودة التقويم و التعليم و التدريب وربطه بالمبادرات والمشاريع</a:t>
                      </a:r>
                      <a:r>
                        <a:rPr lang="en-US" sz="900" kern="100" dirty="0">
                          <a:effectLst/>
                        </a:rPr>
                        <a:t>.</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2974754640"/>
                  </a:ext>
                </a:extLst>
              </a:tr>
              <a:tr h="769197">
                <a:tc>
                  <a:txBody>
                    <a:bodyPr/>
                    <a:lstStyle/>
                    <a:p>
                      <a:pPr marL="0" marR="0" algn="r" rtl="1">
                        <a:lnSpc>
                          <a:spcPct val="115000"/>
                        </a:lnSpc>
                        <a:spcAft>
                          <a:spcPts val="800"/>
                        </a:spcAft>
                        <a:buNone/>
                      </a:pPr>
                      <a:r>
                        <a:rPr lang="ar-SA" sz="900" kern="100" dirty="0">
                          <a:effectLst/>
                        </a:rPr>
                        <a:t>بناء قدرات رقمية وطنية وتمكين الكفاءات المتخصصة والعامة في مجالي البيانات والتحول الرقمي، من خلال مسارات تدريبية مستهدفة متوافقة مع معايير بناء الكفاءات</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144" marR="18288" marT="4520" marB="4520" anchor="ctr">
                    <a:solidFill>
                      <a:schemeClr val="accent1">
                        <a:lumMod val="75000"/>
                      </a:schemeClr>
                    </a:solidFill>
                  </a:tcPr>
                </a:tc>
                <a:tc>
                  <a:txBody>
                    <a:bodyPr/>
                    <a:lstStyle/>
                    <a:p>
                      <a:pPr marL="0" marR="0" algn="ctr" rtl="1">
                        <a:lnSpc>
                          <a:spcPct val="115000"/>
                        </a:lnSpc>
                        <a:spcAft>
                          <a:spcPts val="800"/>
                        </a:spcAft>
                        <a:buNone/>
                      </a:pPr>
                      <a:r>
                        <a:rPr lang="ar-SA" sz="900" b="1" kern="100" dirty="0">
                          <a:solidFill>
                            <a:schemeClr val="accent3"/>
                          </a:solidFill>
                          <a:effectLst/>
                        </a:rPr>
                        <a:t>ارتباط جزئي: </a:t>
                      </a:r>
                      <a:r>
                        <a:rPr lang="ar-SA" sz="900" kern="100" dirty="0">
                          <a:effectLst/>
                        </a:rPr>
                        <a:t>يُسهم دعم اتخاذ القرارات في تحقيق هذا الهدف من خلال تحديد احتياجات القدرات التحليلية المطلوبة لاتخاذ القرار وربطها بالمسارات التدريبية المستهدفة وفق الاحتياج الفعلي</a:t>
                      </a:r>
                      <a:r>
                        <a:rPr lang="en-US" sz="900" kern="100" dirty="0">
                          <a:effectLst/>
                        </a:rPr>
                        <a:t>.</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algn="ctr" rtl="1">
                        <a:lnSpc>
                          <a:spcPct val="115000"/>
                        </a:lnSpc>
                        <a:spcAft>
                          <a:spcPts val="800"/>
                        </a:spcAft>
                        <a:buNone/>
                      </a:pPr>
                      <a:r>
                        <a:rPr lang="ar-SA" sz="900" b="1" kern="100" dirty="0">
                          <a:solidFill>
                            <a:schemeClr val="accent3"/>
                          </a:solidFill>
                          <a:effectLst/>
                        </a:rPr>
                        <a:t>ارتباط جزئي: </a:t>
                      </a:r>
                      <a:r>
                        <a:rPr lang="ar-SA" sz="900" kern="100" dirty="0">
                          <a:effectLst/>
                        </a:rPr>
                        <a:t>يتيح تحسين الكفاءة توجيه الموارد نحو تطوير الكفاءات وبرامج بناء القدرات</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marL="0" marR="0" algn="ctr" rtl="1">
                        <a:lnSpc>
                          <a:spcPct val="115000"/>
                        </a:lnSpc>
                        <a:spcAft>
                          <a:spcPts val="800"/>
                        </a:spcAft>
                        <a:buNone/>
                      </a:pPr>
                      <a:r>
                        <a:rPr lang="ar-SA" sz="900" b="1" kern="100" dirty="0">
                          <a:solidFill>
                            <a:schemeClr val="accent3"/>
                          </a:solidFill>
                          <a:effectLst/>
                        </a:rPr>
                        <a:t>ارتباط جزئي: </a:t>
                      </a:r>
                      <a:r>
                        <a:rPr lang="ar-SA" sz="900" kern="100" dirty="0">
                          <a:effectLst/>
                        </a:rPr>
                        <a:t>يُسهم تمكين التحول الرقمي في تحقيق هذا الهدف من خلال تحديد متطلبات القدرات والمهارات والأدوار اللازمة لتنفيذ التحول وربطها بخطة بناء القدرات، دون أن يكون ذلك تنفيذًا مباشرًا للتدريب</a:t>
                      </a:r>
                      <a:r>
                        <a:rPr lang="en-US" sz="900" kern="100" dirty="0">
                          <a:effectLst/>
                        </a:rPr>
                        <a:t>.</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algn="ctr" rtl="1">
                        <a:lnSpc>
                          <a:spcPct val="115000"/>
                        </a:lnSpc>
                        <a:spcAft>
                          <a:spcPts val="800"/>
                        </a:spcAft>
                        <a:buNone/>
                      </a:pPr>
                      <a:r>
                        <a:rPr lang="ar-EG" sz="900" kern="100" dirty="0">
                          <a:effectLst/>
                        </a:rPr>
                        <a:t>ارتباط جزئي :</a:t>
                      </a:r>
                      <a:br>
                        <a:rPr lang="ar-EG" sz="900" kern="100" dirty="0">
                          <a:effectLst/>
                        </a:rPr>
                      </a:br>
                      <a:r>
                        <a:rPr lang="ar-EG" sz="900" kern="100" dirty="0">
                          <a:effectLst/>
                        </a:rPr>
                        <a:t>يسهم في دعم هدف التحول الرقمي بشكل غير مباشر وبعيد عبر توجيه أولويات وبرامج بناء القدرات</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marL="0" marR="0" algn="ctr" rtl="1">
                        <a:lnSpc>
                          <a:spcPct val="115000"/>
                        </a:lnSpc>
                        <a:spcAft>
                          <a:spcPts val="800"/>
                        </a:spcAft>
                        <a:buNone/>
                      </a:pPr>
                      <a:r>
                        <a:rPr lang="ar-SA" sz="900" b="1" kern="100" dirty="0">
                          <a:solidFill>
                            <a:schemeClr val="accent3"/>
                          </a:solidFill>
                          <a:effectLst/>
                        </a:rPr>
                        <a:t>ارتباط جزئي: </a:t>
                      </a:r>
                      <a:r>
                        <a:rPr lang="ar-SA" sz="900" kern="100" dirty="0">
                          <a:effectLst/>
                        </a:rPr>
                        <a:t>يُسهم تعزيز الحوكمة المؤسسية في تحقيق هذا الهدف من خلال تحديد المسؤوليات والضوابط وآليات القياس والمتابعة لخطط </a:t>
                      </a:r>
                      <a:r>
                        <a:rPr lang="ar-EG" sz="900" kern="100" dirty="0">
                          <a:effectLst/>
                        </a:rPr>
                        <a:t>التوعية والتدريب الخاصة بالبنية المؤسسية</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algn="ctr" rtl="1">
                        <a:lnSpc>
                          <a:spcPct val="115000"/>
                        </a:lnSpc>
                        <a:spcAft>
                          <a:spcPts val="800"/>
                        </a:spcAft>
                        <a:buNone/>
                      </a:pPr>
                      <a:r>
                        <a:rPr lang="ar-SA" sz="900" b="1" kern="100" dirty="0">
                          <a:solidFill>
                            <a:schemeClr val="accent3"/>
                          </a:solidFill>
                          <a:effectLst/>
                        </a:rPr>
                        <a:t>ارتباط جزئي: </a:t>
                      </a:r>
                      <a:r>
                        <a:rPr lang="ar-SA" sz="900" kern="100" dirty="0">
                          <a:effectLst/>
                        </a:rPr>
                        <a:t>يُسهم المواءمة الاستراتيجية في تحقيق هذا الهدف من خلال مواءمة المسارات التدريبية المستهدفة مع أولويات التحول ومتطلبات التنفيذ المرحلية لضمان توجيه بناء القدرات لما يخدم الأثر</a:t>
                      </a:r>
                      <a:r>
                        <a:rPr lang="ar-EG" sz="900" kern="100" dirty="0">
                          <a:effectLst/>
                        </a:rPr>
                        <a:t> </a:t>
                      </a:r>
                      <a:r>
                        <a:rPr lang="ar-EG" sz="900" kern="100" dirty="0" err="1">
                          <a:effectLst/>
                        </a:rPr>
                        <a:t>فى</a:t>
                      </a:r>
                      <a:r>
                        <a:rPr lang="ar-EG" sz="900" kern="100" dirty="0">
                          <a:effectLst/>
                        </a:rPr>
                        <a:t> حالة طلب ادارة التحول الرقمي ذلك</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3578692669"/>
                  </a:ext>
                </a:extLst>
              </a:tr>
              <a:tr h="642211">
                <a:tc>
                  <a:txBody>
                    <a:bodyPr/>
                    <a:lstStyle/>
                    <a:p>
                      <a:pPr marL="0" marR="0" algn="r" rtl="1">
                        <a:lnSpc>
                          <a:spcPct val="115000"/>
                        </a:lnSpc>
                        <a:spcAft>
                          <a:spcPts val="800"/>
                        </a:spcAft>
                        <a:buNone/>
                      </a:pPr>
                      <a:r>
                        <a:rPr lang="ar-SA" sz="900" kern="100" dirty="0">
                          <a:effectLst/>
                        </a:rPr>
                        <a:t>تحقيق التميز في تقديم الخدمات الرقمية من خلال التوسع في رقمنة الخدمات ، و تحسين تجربة المستخدم بما يضمن الامتثال لمعايير الحكومة الرقمية</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144" marR="18288" marT="4520" marB="4520" anchor="ctr">
                    <a:solidFill>
                      <a:schemeClr val="accent1">
                        <a:lumMod val="75000"/>
                      </a:schemeClr>
                    </a:solidFill>
                  </a:tcPr>
                </a:tc>
                <a:tc>
                  <a:txBody>
                    <a:bodyPr/>
                    <a:lstStyle/>
                    <a:p>
                      <a:pPr marL="0" marR="0" algn="ctr" rtl="1">
                        <a:lnSpc>
                          <a:spcPct val="115000"/>
                        </a:lnSpc>
                        <a:spcAft>
                          <a:spcPts val="800"/>
                        </a:spcAft>
                        <a:buNone/>
                      </a:pPr>
                      <a:r>
                        <a:rPr lang="ar-SA" sz="900" b="1" kern="100" dirty="0">
                          <a:solidFill>
                            <a:schemeClr val="accent3"/>
                          </a:solidFill>
                          <a:effectLst/>
                        </a:rPr>
                        <a:t>ارتباط جزئي: </a:t>
                      </a:r>
                      <a:r>
                        <a:rPr lang="ar-SA" sz="900" kern="100" dirty="0">
                          <a:effectLst/>
                        </a:rPr>
                        <a:t>يُسهم دعم اتخاذ القرارات في تحقيق هذا الهدف من خلال قياس أداء </a:t>
                      </a:r>
                      <a:r>
                        <a:rPr lang="ar-EG" sz="900" kern="100" dirty="0">
                          <a:effectLst/>
                        </a:rPr>
                        <a:t>المؤشرات الخاصة بالبنية </a:t>
                      </a:r>
                      <a:r>
                        <a:rPr lang="ar-SA" sz="900" kern="100" dirty="0">
                          <a:effectLst/>
                        </a:rPr>
                        <a:t>وتقديم مخرجات تحليلية تدعم قرارات التحسين والتطوير</a:t>
                      </a:r>
                      <a:r>
                        <a:rPr lang="en-US" sz="900" kern="100" dirty="0">
                          <a:effectLst/>
                        </a:rPr>
                        <a:t>.</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algn="ctr" rtl="1">
                        <a:lnSpc>
                          <a:spcPct val="115000"/>
                        </a:lnSpc>
                        <a:spcAft>
                          <a:spcPts val="800"/>
                        </a:spcAft>
                        <a:buNone/>
                      </a:pPr>
                      <a:r>
                        <a:rPr lang="ar-SA" sz="900" b="1" kern="100" dirty="0">
                          <a:solidFill>
                            <a:schemeClr val="accent3"/>
                          </a:solidFill>
                          <a:effectLst/>
                        </a:rPr>
                        <a:t>ارتباط جزئي: </a:t>
                      </a:r>
                      <a:r>
                        <a:rPr lang="ar-SA" sz="900" kern="100" dirty="0">
                          <a:effectLst/>
                        </a:rPr>
                        <a:t>يُسهم تعزيز الكفاءة التشغيلية وكفاءة الإنفاق في تحقيق هذا الهدف من خلال إعادة هندسة الإجراءات وتقليل التكرار ورفع الإنتاجية التشغيلية كنتيجة للتوسع في رقمنة الخدمات</a:t>
                      </a:r>
                      <a:r>
                        <a:rPr lang="en-US" sz="900" kern="100" dirty="0">
                          <a:effectLst/>
                        </a:rPr>
                        <a:t>.</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marL="0" marR="0" algn="ctr" rtl="1">
                        <a:lnSpc>
                          <a:spcPct val="115000"/>
                        </a:lnSpc>
                        <a:spcAft>
                          <a:spcPts val="800"/>
                        </a:spcAft>
                        <a:buNone/>
                      </a:pPr>
                      <a:r>
                        <a:rPr lang="ar-SA" sz="900" b="1" kern="100" dirty="0">
                          <a:solidFill>
                            <a:schemeClr val="accent1"/>
                          </a:solidFill>
                          <a:effectLst/>
                        </a:rPr>
                        <a:t>ارتباط كلي:</a:t>
                      </a:r>
                      <a:r>
                        <a:rPr lang="ar-SA" sz="900" kern="100" dirty="0">
                          <a:effectLst/>
                        </a:rPr>
                        <a:t> يُسهم تمكين التحول الرقمي في تحقيق هذا الهدف من خلال نماذج وتصاميم معمارية معيارية</a:t>
                      </a:r>
                      <a:r>
                        <a:rPr lang="ar-EG" sz="900" kern="100" dirty="0">
                          <a:effectLst/>
                        </a:rPr>
                        <a:t> </a:t>
                      </a:r>
                      <a:r>
                        <a:rPr lang="ar-EG" sz="900" kern="100" dirty="0" err="1">
                          <a:effectLst/>
                        </a:rPr>
                        <a:t>فى</a:t>
                      </a:r>
                      <a:r>
                        <a:rPr lang="ar-EG" sz="900" kern="100" dirty="0">
                          <a:effectLst/>
                        </a:rPr>
                        <a:t> دعم </a:t>
                      </a:r>
                      <a:r>
                        <a:rPr lang="ar-SA" sz="900" kern="100" dirty="0">
                          <a:effectLst/>
                        </a:rPr>
                        <a:t> </a:t>
                      </a:r>
                      <a:r>
                        <a:rPr lang="ar-EG" sz="900" kern="100" dirty="0">
                          <a:effectLst/>
                        </a:rPr>
                        <a:t>ر</a:t>
                      </a:r>
                      <a:r>
                        <a:rPr lang="ar-SA" sz="900" kern="100" dirty="0">
                          <a:effectLst/>
                        </a:rPr>
                        <a:t>قمنة الخدمات وتحسينها وضمان اتساق الحلول ومتطلبات الامتثال لمعايير الحكومة الرقمية</a:t>
                      </a:r>
                      <a:r>
                        <a:rPr lang="en-US" sz="900" kern="100" dirty="0">
                          <a:effectLst/>
                        </a:rPr>
                        <a:t>.</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algn="ctr" rtl="1">
                        <a:lnSpc>
                          <a:spcPct val="115000"/>
                        </a:lnSpc>
                        <a:spcAft>
                          <a:spcPts val="800"/>
                        </a:spcAft>
                        <a:buNone/>
                      </a:pPr>
                      <a:r>
                        <a:rPr lang="ar-SA" sz="900" b="1" kern="100" dirty="0">
                          <a:solidFill>
                            <a:schemeClr val="accent1"/>
                          </a:solidFill>
                          <a:effectLst/>
                        </a:rPr>
                        <a:t>ارتباط كلي:</a:t>
                      </a:r>
                      <a:r>
                        <a:rPr lang="ar-SA" sz="900" kern="100" dirty="0">
                          <a:effectLst/>
                        </a:rPr>
                        <a:t> يُسهم دعم تحسين تجربة المستفيد في تحقيق هذا الهدف من خلال </a:t>
                      </a:r>
                      <a:r>
                        <a:rPr lang="ar-EG" sz="900" kern="100" dirty="0">
                          <a:effectLst/>
                        </a:rPr>
                        <a:t>الدعم في </a:t>
                      </a:r>
                      <a:r>
                        <a:rPr lang="ar-SA" sz="900" kern="100" dirty="0">
                          <a:effectLst/>
                        </a:rPr>
                        <a:t>تصميم الخدمات حول احتياجات المستخدم وتحسين الرحلات ونقاط الألم ورفع جودة التفاعل</a:t>
                      </a:r>
                      <a:r>
                        <a:rPr lang="en-US" sz="900" kern="100" dirty="0">
                          <a:effectLst/>
                        </a:rPr>
                        <a:t>.</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marL="0" marR="0" algn="ctr" rtl="1">
                        <a:lnSpc>
                          <a:spcPct val="115000"/>
                        </a:lnSpc>
                        <a:spcAft>
                          <a:spcPts val="800"/>
                        </a:spcAft>
                        <a:buNone/>
                      </a:pPr>
                      <a:r>
                        <a:rPr lang="ar-SA" sz="900" b="1" kern="100" dirty="0">
                          <a:solidFill>
                            <a:schemeClr val="accent1"/>
                          </a:solidFill>
                          <a:effectLst/>
                        </a:rPr>
                        <a:t>ارتباط كلي:</a:t>
                      </a:r>
                      <a:r>
                        <a:rPr lang="ar-SA" sz="900" kern="100" dirty="0">
                          <a:effectLst/>
                        </a:rPr>
                        <a:t> يُسهم تعزيز الحوكمة المؤسسية في تحقيق هذا الهدف من خلال حوكمة دورة حياة الخدمات وضبط الامتثال وإدارة الاستثناءات عند الحاجة وفق ضوابط واضحة</a:t>
                      </a:r>
                      <a:r>
                        <a:rPr lang="en-US" sz="900" kern="100" dirty="0">
                          <a:effectLst/>
                        </a:rPr>
                        <a:t>.</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algn="ctr" rtl="1">
                        <a:lnSpc>
                          <a:spcPct val="115000"/>
                        </a:lnSpc>
                        <a:spcAft>
                          <a:spcPts val="800"/>
                        </a:spcAft>
                        <a:buNone/>
                      </a:pPr>
                      <a:r>
                        <a:rPr lang="ar-SA" sz="900" b="1" kern="100" dirty="0">
                          <a:solidFill>
                            <a:schemeClr val="accent1"/>
                          </a:solidFill>
                          <a:effectLst/>
                        </a:rPr>
                        <a:t>ارتباط كلي:</a:t>
                      </a:r>
                      <a:r>
                        <a:rPr lang="ar-SA" sz="900" kern="100" dirty="0">
                          <a:effectLst/>
                        </a:rPr>
                        <a:t> يُسهم المواءمة الاستراتيجية في تحقيق هذا الهدف من خلال مواءمة تطوير الخدمات الرقمية مع الأولويات والتوجيهات والمعايير لضمان جودة المخرجات واتساقها</a:t>
                      </a:r>
                      <a:r>
                        <a:rPr lang="en-US" sz="900" kern="100" dirty="0">
                          <a:effectLst/>
                        </a:rPr>
                        <a:t>.</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103323047"/>
                  </a:ext>
                </a:extLst>
              </a:tr>
              <a:tr h="642211">
                <a:tc>
                  <a:txBody>
                    <a:bodyPr/>
                    <a:lstStyle/>
                    <a:p>
                      <a:pPr marL="0" marR="0" algn="r" rtl="1">
                        <a:lnSpc>
                          <a:spcPct val="115000"/>
                        </a:lnSpc>
                        <a:spcAft>
                          <a:spcPts val="800"/>
                        </a:spcAft>
                        <a:buNone/>
                      </a:pPr>
                      <a:r>
                        <a:rPr lang="ar-SA" sz="900" kern="100" dirty="0">
                          <a:effectLst/>
                        </a:rPr>
                        <a:t>تعظيم الاستفادة من البنية التحتية التقنية بما يضمن استمرارية الاعمال ويحقق الكفاءة التشغيلية</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144" marR="18288" marT="4520" marB="4520" anchor="ctr">
                    <a:lnB w="12700" cap="flat" cmpd="sng" algn="ctr">
                      <a:noFill/>
                      <a:prstDash val="solid"/>
                      <a:round/>
                      <a:headEnd type="none" w="med" len="med"/>
                      <a:tailEnd type="none" w="med" len="med"/>
                    </a:lnB>
                    <a:solidFill>
                      <a:schemeClr val="accent1">
                        <a:lumMod val="75000"/>
                      </a:schemeClr>
                    </a:solidFill>
                  </a:tcPr>
                </a:tc>
                <a:tc>
                  <a:txBody>
                    <a:bodyPr/>
                    <a:lstStyle/>
                    <a:p>
                      <a:pPr marL="0" marR="0" algn="ctr" rtl="1">
                        <a:lnSpc>
                          <a:spcPct val="115000"/>
                        </a:lnSpc>
                        <a:spcAft>
                          <a:spcPts val="800"/>
                        </a:spcAft>
                        <a:buNone/>
                      </a:pPr>
                      <a:r>
                        <a:rPr lang="ar-SA" sz="900" b="1" kern="100" dirty="0">
                          <a:solidFill>
                            <a:schemeClr val="accent3"/>
                          </a:solidFill>
                          <a:effectLst/>
                        </a:rPr>
                        <a:t>ارتباط جزئي: </a:t>
                      </a:r>
                      <a:r>
                        <a:rPr lang="ar-SA" sz="900" kern="100" dirty="0">
                          <a:effectLst/>
                        </a:rPr>
                        <a:t>يُسهم دعم اتخاذ القرارات في تحقيق هذا الهدف من خلال بيانات الأصول والسعة والمخاطر</a:t>
                      </a:r>
                      <a:r>
                        <a:rPr lang="ar-EG" sz="900" kern="100" dirty="0">
                          <a:effectLst/>
                        </a:rPr>
                        <a:t> الموجودة في أداة البنية </a:t>
                      </a:r>
                      <a:r>
                        <a:rPr lang="ar-SA" sz="900" kern="100" dirty="0">
                          <a:effectLst/>
                        </a:rPr>
                        <a:t> والتوافر لدعم قرارات الاستثمار والتحديث والتخطيط</a:t>
                      </a:r>
                      <a:r>
                        <a:rPr lang="en-US" sz="900" kern="100" dirty="0">
                          <a:effectLst/>
                        </a:rPr>
                        <a:t>.</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solidFill>
                      <a:schemeClr val="bg1">
                        <a:lumMod val="95000"/>
                      </a:schemeClr>
                    </a:solidFill>
                  </a:tcPr>
                </a:tc>
                <a:tc>
                  <a:txBody>
                    <a:bodyPr/>
                    <a:lstStyle/>
                    <a:p>
                      <a:pPr marL="0" marR="0" algn="ctr" rtl="1">
                        <a:lnSpc>
                          <a:spcPct val="115000"/>
                        </a:lnSpc>
                        <a:spcAft>
                          <a:spcPts val="800"/>
                        </a:spcAft>
                        <a:buNone/>
                      </a:pPr>
                      <a:r>
                        <a:rPr lang="ar-SA" sz="900" b="1" kern="100" dirty="0">
                          <a:solidFill>
                            <a:schemeClr val="accent1"/>
                          </a:solidFill>
                          <a:effectLst/>
                        </a:rPr>
                        <a:t>ارتباط كلي:</a:t>
                      </a:r>
                      <a:r>
                        <a:rPr lang="ar-SA" sz="900" kern="100" dirty="0">
                          <a:effectLst/>
                        </a:rPr>
                        <a:t> يُسهم تعزيز الكفاءة التشغيلية وكفاءة الإنفاق في تحقيق هذا الهدف من خلال ترشيد الأصول وتوحيدها ورفع الاستغلال الأمثل للبنية وتقليل التكرار في الحلول والمنصات</a:t>
                      </a:r>
                      <a:r>
                        <a:rPr lang="en-US" sz="900" kern="100" dirty="0">
                          <a:effectLst/>
                        </a:rPr>
                        <a:t>.</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marR="0" algn="ctr" rtl="1">
                        <a:lnSpc>
                          <a:spcPct val="115000"/>
                        </a:lnSpc>
                        <a:spcAft>
                          <a:spcPts val="800"/>
                        </a:spcAft>
                        <a:buNone/>
                      </a:pPr>
                      <a:r>
                        <a:rPr lang="ar-SA" sz="900" b="1" kern="100" dirty="0">
                          <a:solidFill>
                            <a:schemeClr val="accent3"/>
                          </a:solidFill>
                          <a:effectLst/>
                        </a:rPr>
                        <a:t>ارتباط جزئي: </a:t>
                      </a:r>
                      <a:r>
                        <a:rPr lang="ar-SA" sz="900" kern="100" dirty="0">
                          <a:effectLst/>
                        </a:rPr>
                        <a:t>يُسهم تمكين التحول الرقمي ودعم الابتكار في تحقيق هذا الهدف من خلال تهيئة بنية تقنية موثوقة وقابلة للتوسع لدعم متطلبات المنصات والخدمات والتحول</a:t>
                      </a:r>
                      <a:r>
                        <a:rPr lang="en-US" sz="900" kern="100" dirty="0">
                          <a:effectLst/>
                        </a:rPr>
                        <a:t>.</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solidFill>
                      <a:schemeClr val="bg1">
                        <a:lumMod val="95000"/>
                      </a:schemeClr>
                    </a:solidFill>
                  </a:tcPr>
                </a:tc>
                <a:tc>
                  <a:txBody>
                    <a:bodyPr/>
                    <a:lstStyle/>
                    <a:p>
                      <a:pPr marL="0" marR="0" algn="ctr" rtl="1">
                        <a:lnSpc>
                          <a:spcPct val="115000"/>
                        </a:lnSpc>
                        <a:spcAft>
                          <a:spcPts val="800"/>
                        </a:spcAft>
                        <a:buNone/>
                      </a:pPr>
                      <a:r>
                        <a:rPr lang="ar-SA" sz="900" b="1" kern="100" dirty="0">
                          <a:solidFill>
                            <a:schemeClr val="accent3"/>
                          </a:solidFill>
                          <a:effectLst/>
                        </a:rPr>
                        <a:t>ارتباط جزئي: </a:t>
                      </a:r>
                      <a:r>
                        <a:rPr lang="ar-SA" sz="900" kern="100" dirty="0">
                          <a:effectLst/>
                        </a:rPr>
                        <a:t>يُسهم دعم تحسين تجربة المستفيد في تحقيق هذا الهدف من خلال </a:t>
                      </a:r>
                      <a:r>
                        <a:rPr lang="ar-EG" sz="900" kern="100" dirty="0">
                          <a:effectLst/>
                        </a:rPr>
                        <a:t>دعم </a:t>
                      </a:r>
                      <a:r>
                        <a:rPr lang="ar-SA" sz="900" kern="100" dirty="0">
                          <a:effectLst/>
                        </a:rPr>
                        <a:t>رفع التوافر والاستقرار وتقليل الانقطاعات بما ينعكس على تجربة المستخدم في الخدمات الرقمية</a:t>
                      </a:r>
                      <a:r>
                        <a:rPr lang="en-US" sz="900" kern="100" dirty="0">
                          <a:effectLst/>
                        </a:rPr>
                        <a:t>.</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marR="0" algn="ctr" rtl="1">
                        <a:lnSpc>
                          <a:spcPct val="115000"/>
                        </a:lnSpc>
                        <a:spcAft>
                          <a:spcPts val="800"/>
                        </a:spcAft>
                        <a:buNone/>
                      </a:pPr>
                      <a:r>
                        <a:rPr lang="ar-SA" sz="900" b="1" kern="100" dirty="0">
                          <a:solidFill>
                            <a:schemeClr val="accent1"/>
                          </a:solidFill>
                          <a:effectLst/>
                        </a:rPr>
                        <a:t>ارتباط كلي:</a:t>
                      </a:r>
                      <a:r>
                        <a:rPr lang="ar-SA" sz="900" kern="100" dirty="0">
                          <a:effectLst/>
                        </a:rPr>
                        <a:t> يُسهم تعزيز الحوكمة المؤسسية في تحقيق هذا الهدف من خلال حوكمة الاستمرارية والضوابط التشغيلية وإدارة المخاطر التقنية وضمان الالتزام بمتطلبات الاستمرارية</a:t>
                      </a:r>
                      <a:r>
                        <a:rPr lang="en-US" sz="900" kern="100" dirty="0">
                          <a:effectLst/>
                        </a:rPr>
                        <a:t>.</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solidFill>
                      <a:schemeClr val="bg1">
                        <a:lumMod val="95000"/>
                      </a:schemeClr>
                    </a:solidFill>
                  </a:tcPr>
                </a:tc>
                <a:tc>
                  <a:txBody>
                    <a:bodyPr/>
                    <a:lstStyle/>
                    <a:p>
                      <a:pPr marL="0" marR="0" algn="ctr" rtl="1">
                        <a:lnSpc>
                          <a:spcPct val="115000"/>
                        </a:lnSpc>
                        <a:spcAft>
                          <a:spcPts val="800"/>
                        </a:spcAft>
                        <a:buNone/>
                      </a:pPr>
                      <a:r>
                        <a:rPr lang="ar-SA" sz="900" b="1" kern="100" dirty="0">
                          <a:solidFill>
                            <a:schemeClr val="accent3"/>
                          </a:solidFill>
                          <a:effectLst/>
                        </a:rPr>
                        <a:t>ارتباط جزئي: </a:t>
                      </a:r>
                      <a:r>
                        <a:rPr lang="ar-SA" sz="900" kern="100" dirty="0">
                          <a:effectLst/>
                        </a:rPr>
                        <a:t>يُسهم المواءمة الاستراتيجية في تحقيق هذا الهدف من خلال مواءمة استثمارات البنية التحتية مع الأولويات والمتطلبات الحرجة للتحول لضمان توجيه الإنفاق للأثر المستهدف</a:t>
                      </a:r>
                      <a:r>
                        <a:rPr lang="en-US" sz="900" kern="100" dirty="0">
                          <a:effectLst/>
                        </a:rPr>
                        <a:t>.</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290717872"/>
                  </a:ext>
                </a:extLst>
              </a:tr>
            </a:tbl>
          </a:graphicData>
        </a:graphic>
      </p:graphicFrame>
      <p:sp>
        <p:nvSpPr>
          <p:cNvPr id="6" name="Round Same Side Corner Rectangle 2">
            <a:extLst>
              <a:ext uri="{FF2B5EF4-FFF2-40B4-BE49-F238E27FC236}">
                <a16:creationId xmlns:a16="http://schemas.microsoft.com/office/drawing/2014/main" id="{1030D89F-E5D4-C488-EAB6-5D15AD1D6F82}"/>
              </a:ext>
            </a:extLst>
          </p:cNvPr>
          <p:cNvSpPr/>
          <p:nvPr/>
        </p:nvSpPr>
        <p:spPr>
          <a:xfrm rot="5400000">
            <a:off x="9195188" y="3641139"/>
            <a:ext cx="4787767" cy="355402"/>
          </a:xfrm>
          <a:prstGeom prst="round2SameRect">
            <a:avLst>
              <a:gd name="adj1" fmla="val 47471"/>
              <a:gd name="adj2" fmla="val 0"/>
            </a:avLst>
          </a:prstGeom>
          <a:solidFill>
            <a:schemeClr val="accent1">
              <a:lumMod val="75000"/>
            </a:schemeClr>
          </a:solidFill>
          <a:ln w="38100">
            <a:noFill/>
          </a:ln>
        </p:spPr>
        <p:txBody>
          <a:bodyPr wrap="square">
            <a:spAutoFit/>
          </a:bodyPr>
          <a:lstStyle/>
          <a:p>
            <a:pPr algn="ctr"/>
            <a:r>
              <a:rPr lang="ar-EG" sz="1400" b="1" dirty="0">
                <a:solidFill>
                  <a:schemeClr val="bg1"/>
                </a:solidFill>
              </a:rPr>
              <a:t>الأهداف الاستراتيجية للتحول الرقمي للهيئة</a:t>
            </a:r>
          </a:p>
        </p:txBody>
      </p:sp>
      <p:sp>
        <p:nvSpPr>
          <p:cNvPr id="2" name="Slide Number Placeholder 1">
            <a:extLst>
              <a:ext uri="{FF2B5EF4-FFF2-40B4-BE49-F238E27FC236}">
                <a16:creationId xmlns:a16="http://schemas.microsoft.com/office/drawing/2014/main" id="{C3F44B65-6398-D2B5-8424-1025076E187A}"/>
              </a:ext>
            </a:extLst>
          </p:cNvPr>
          <p:cNvSpPr>
            <a:spLocks noGrp="1"/>
          </p:cNvSpPr>
          <p:nvPr>
            <p:ph type="sldNum" sz="quarter" idx="12"/>
          </p:nvPr>
        </p:nvSpPr>
        <p:spPr/>
        <p:txBody>
          <a:bodyPr/>
          <a:lstStyle/>
          <a:p>
            <a:fld id="{0BE4EC83-A869-464E-AE9F-881796FB085E}" type="slidenum">
              <a:rPr lang="en-US" smtClean="0"/>
              <a:t>56</a:t>
            </a:fld>
            <a:endParaRPr lang="en-US"/>
          </a:p>
        </p:txBody>
      </p:sp>
    </p:spTree>
    <p:extLst>
      <p:ext uri="{BB962C8B-B14F-4D97-AF65-F5344CB8AC3E}">
        <p14:creationId xmlns:p14="http://schemas.microsoft.com/office/powerpoint/2010/main" val="5172739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BB307-A333-12AA-B0CF-A15D5919CA30}"/>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AF5A20EE-9C7F-4BEC-FB88-56DBD3E9B983}"/>
              </a:ext>
            </a:extLst>
          </p:cNvPr>
          <p:cNvSpPr/>
          <p:nvPr/>
        </p:nvSpPr>
        <p:spPr>
          <a:xfrm>
            <a:off x="609600" y="1139138"/>
            <a:ext cx="9232118" cy="285624"/>
          </a:xfrm>
          <a:prstGeom prst="round2SameRect">
            <a:avLst>
              <a:gd name="adj1" fmla="val 28295"/>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itle 4">
            <a:extLst>
              <a:ext uri="{FF2B5EF4-FFF2-40B4-BE49-F238E27FC236}">
                <a16:creationId xmlns:a16="http://schemas.microsoft.com/office/drawing/2014/main" id="{E69BF020-DAEE-5B33-D17D-096EF8F1B1D4}"/>
              </a:ext>
            </a:extLst>
          </p:cNvPr>
          <p:cNvSpPr>
            <a:spLocks noGrp="1"/>
          </p:cNvSpPr>
          <p:nvPr>
            <p:ph type="title"/>
          </p:nvPr>
        </p:nvSpPr>
        <p:spPr/>
        <p:txBody>
          <a:bodyPr/>
          <a:lstStyle/>
          <a:p>
            <a:r>
              <a:rPr lang="ar-EG" dirty="0"/>
              <a:t>المواءمة مع الأهداف الاستراتيجية للأمن السيبراني في الهيئة</a:t>
            </a:r>
            <a:endParaRPr lang="en-GB" dirty="0"/>
          </a:p>
        </p:txBody>
      </p:sp>
      <p:graphicFrame>
        <p:nvGraphicFramePr>
          <p:cNvPr id="4" name="Table 3">
            <a:extLst>
              <a:ext uri="{FF2B5EF4-FFF2-40B4-BE49-F238E27FC236}">
                <a16:creationId xmlns:a16="http://schemas.microsoft.com/office/drawing/2014/main" id="{C1188DCA-2C56-575B-4034-196899EEB168}"/>
              </a:ext>
            </a:extLst>
          </p:cNvPr>
          <p:cNvGraphicFramePr>
            <a:graphicFrameLocks noGrp="1"/>
          </p:cNvGraphicFramePr>
          <p:nvPr>
            <p:extLst>
              <p:ext uri="{D42A27DB-BD31-4B8C-83A1-F6EECF244321}">
                <p14:modId xmlns:p14="http://schemas.microsoft.com/office/powerpoint/2010/main" val="122866194"/>
              </p:ext>
            </p:extLst>
          </p:nvPr>
        </p:nvGraphicFramePr>
        <p:xfrm>
          <a:off x="609600" y="1142999"/>
          <a:ext cx="10802173" cy="5017764"/>
        </p:xfrm>
        <a:graphic>
          <a:graphicData uri="http://schemas.openxmlformats.org/drawingml/2006/table">
            <a:tbl>
              <a:tblPr rtl="1" firstRow="1" firstCol="1" bandRow="1">
                <a:tableStyleId>{5C22544A-7EE6-4342-B048-85BDC9FD1C3A}</a:tableStyleId>
              </a:tblPr>
              <a:tblGrid>
                <a:gridCol w="1572768">
                  <a:extLst>
                    <a:ext uri="{9D8B030D-6E8A-4147-A177-3AD203B41FA5}">
                      <a16:colId xmlns:a16="http://schemas.microsoft.com/office/drawing/2014/main" val="1582559453"/>
                    </a:ext>
                  </a:extLst>
                </a:gridCol>
                <a:gridCol w="1485444">
                  <a:extLst>
                    <a:ext uri="{9D8B030D-6E8A-4147-A177-3AD203B41FA5}">
                      <a16:colId xmlns:a16="http://schemas.microsoft.com/office/drawing/2014/main" val="3949383580"/>
                    </a:ext>
                  </a:extLst>
                </a:gridCol>
                <a:gridCol w="1473789">
                  <a:extLst>
                    <a:ext uri="{9D8B030D-6E8A-4147-A177-3AD203B41FA5}">
                      <a16:colId xmlns:a16="http://schemas.microsoft.com/office/drawing/2014/main" val="2147142956"/>
                    </a:ext>
                  </a:extLst>
                </a:gridCol>
                <a:gridCol w="1567543">
                  <a:extLst>
                    <a:ext uri="{9D8B030D-6E8A-4147-A177-3AD203B41FA5}">
                      <a16:colId xmlns:a16="http://schemas.microsoft.com/office/drawing/2014/main" val="2031783941"/>
                    </a:ext>
                  </a:extLst>
                </a:gridCol>
                <a:gridCol w="1567543">
                  <a:extLst>
                    <a:ext uri="{9D8B030D-6E8A-4147-A177-3AD203B41FA5}">
                      <a16:colId xmlns:a16="http://schemas.microsoft.com/office/drawing/2014/main" val="1045413421"/>
                    </a:ext>
                  </a:extLst>
                </a:gridCol>
                <a:gridCol w="1522481">
                  <a:extLst>
                    <a:ext uri="{9D8B030D-6E8A-4147-A177-3AD203B41FA5}">
                      <a16:colId xmlns:a16="http://schemas.microsoft.com/office/drawing/2014/main" val="803421444"/>
                    </a:ext>
                  </a:extLst>
                </a:gridCol>
                <a:gridCol w="1612605">
                  <a:extLst>
                    <a:ext uri="{9D8B030D-6E8A-4147-A177-3AD203B41FA5}">
                      <a16:colId xmlns:a16="http://schemas.microsoft.com/office/drawing/2014/main" val="790250889"/>
                    </a:ext>
                  </a:extLst>
                </a:gridCol>
              </a:tblGrid>
              <a:tr h="371884">
                <a:tc>
                  <a:txBody>
                    <a:bodyPr/>
                    <a:lstStyle/>
                    <a:p>
                      <a:pPr marL="0" marR="0" algn="ctr" rtl="1">
                        <a:lnSpc>
                          <a:spcPct val="115000"/>
                        </a:lnSpc>
                        <a:spcAft>
                          <a:spcPts val="800"/>
                        </a:spcAft>
                        <a:buNone/>
                      </a:pP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4520" marR="4520" marT="4520" marB="4520"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0" marR="0" algn="ctr" rtl="1">
                        <a:lnSpc>
                          <a:spcPct val="115000"/>
                        </a:lnSpc>
                        <a:spcAft>
                          <a:spcPts val="800"/>
                        </a:spcAft>
                        <a:buNone/>
                      </a:pPr>
                      <a:r>
                        <a:rPr lang="ar-SA" sz="900" b="1" kern="100" dirty="0">
                          <a:effectLst/>
                          <a:latin typeface="Sakkal Majalla" panose="02000000000000000000" pitchFamily="2" charset="-78"/>
                          <a:ea typeface="Aptos" panose="020B0004020202020204" pitchFamily="34" charset="0"/>
                          <a:cs typeface="Sakkal Majalla" panose="02000000000000000000" pitchFamily="2" charset="-78"/>
                        </a:rPr>
                        <a:t>دعم اتخاذ القرارات</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L w="12700" cmpd="sng">
                      <a:noFill/>
                    </a:lnL>
                    <a:lnT w="12700" cap="flat" cmpd="sng" algn="ctr">
                      <a:noFill/>
                      <a:prstDash val="solid"/>
                      <a:round/>
                      <a:headEnd type="none" w="med" len="med"/>
                      <a:tailEnd type="none" w="med" len="med"/>
                    </a:lnT>
                    <a:noFill/>
                  </a:tcPr>
                </a:tc>
                <a:tc>
                  <a:txBody>
                    <a:bodyPr/>
                    <a:lstStyle/>
                    <a:p>
                      <a:pPr marL="0" marR="0" algn="ctr" rtl="1">
                        <a:lnSpc>
                          <a:spcPct val="115000"/>
                        </a:lnSpc>
                        <a:spcAft>
                          <a:spcPts val="800"/>
                        </a:spcAft>
                        <a:buNone/>
                      </a:pPr>
                      <a:r>
                        <a:rPr lang="ar-SA" sz="900" b="1" kern="100" dirty="0">
                          <a:effectLst/>
                          <a:latin typeface="Sakkal Majalla" panose="02000000000000000000" pitchFamily="2" charset="-78"/>
                          <a:ea typeface="Aptos" panose="020B0004020202020204" pitchFamily="34" charset="0"/>
                          <a:cs typeface="Sakkal Majalla" panose="02000000000000000000" pitchFamily="2" charset="-78"/>
                        </a:rPr>
                        <a:t>تعزيز الكفاءة التشغيلية وكفاءة الانفاق</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noFill/>
                      <a:prstDash val="solid"/>
                      <a:round/>
                      <a:headEnd type="none" w="med" len="med"/>
                      <a:tailEnd type="none" w="med" len="med"/>
                    </a:lnT>
                    <a:noFill/>
                  </a:tcPr>
                </a:tc>
                <a:tc>
                  <a:txBody>
                    <a:bodyPr/>
                    <a:lstStyle/>
                    <a:p>
                      <a:pPr marL="0" marR="0" algn="ctr" rtl="1">
                        <a:lnSpc>
                          <a:spcPct val="115000"/>
                        </a:lnSpc>
                        <a:spcAft>
                          <a:spcPts val="800"/>
                        </a:spcAft>
                        <a:buNone/>
                      </a:pPr>
                      <a:r>
                        <a:rPr lang="ar-SA" sz="900" b="1" kern="100" dirty="0">
                          <a:effectLst/>
                          <a:latin typeface="Sakkal Majalla" panose="02000000000000000000" pitchFamily="2" charset="-78"/>
                          <a:ea typeface="Aptos" panose="020B0004020202020204" pitchFamily="34" charset="0"/>
                          <a:cs typeface="Sakkal Majalla" panose="02000000000000000000" pitchFamily="2" charset="-78"/>
                        </a:rPr>
                        <a:t>تمكين التحول الرقمي</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noFill/>
                      <a:prstDash val="solid"/>
                      <a:round/>
                      <a:headEnd type="none" w="med" len="med"/>
                      <a:tailEnd type="none" w="med" len="med"/>
                    </a:lnT>
                    <a:noFill/>
                  </a:tcPr>
                </a:tc>
                <a:tc>
                  <a:txBody>
                    <a:bodyPr/>
                    <a:lstStyle/>
                    <a:p>
                      <a:pPr marL="0" marR="0" algn="ctr" rtl="1">
                        <a:lnSpc>
                          <a:spcPct val="115000"/>
                        </a:lnSpc>
                        <a:spcAft>
                          <a:spcPts val="800"/>
                        </a:spcAft>
                        <a:buNone/>
                      </a:pPr>
                      <a:r>
                        <a:rPr lang="ar-SA" sz="900" b="1" kern="100" dirty="0">
                          <a:effectLst/>
                          <a:latin typeface="Sakkal Majalla" panose="02000000000000000000" pitchFamily="2" charset="-78"/>
                          <a:ea typeface="Aptos" panose="020B0004020202020204" pitchFamily="34" charset="0"/>
                          <a:cs typeface="Sakkal Majalla" panose="02000000000000000000" pitchFamily="2" charset="-78"/>
                        </a:rPr>
                        <a:t>دعم تحسين تجربة المستفيد</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noFill/>
                      <a:prstDash val="solid"/>
                      <a:round/>
                      <a:headEnd type="none" w="med" len="med"/>
                      <a:tailEnd type="none" w="med" len="med"/>
                    </a:lnT>
                    <a:noFill/>
                  </a:tcPr>
                </a:tc>
                <a:tc>
                  <a:txBody>
                    <a:bodyPr/>
                    <a:lstStyle/>
                    <a:p>
                      <a:pPr marL="0" marR="0" algn="ctr" rtl="1">
                        <a:lnSpc>
                          <a:spcPct val="115000"/>
                        </a:lnSpc>
                        <a:spcAft>
                          <a:spcPts val="800"/>
                        </a:spcAft>
                        <a:buNone/>
                      </a:pPr>
                      <a:r>
                        <a:rPr lang="ar-SA" sz="900" b="1" kern="100" dirty="0">
                          <a:effectLst/>
                          <a:latin typeface="Sakkal Majalla" panose="02000000000000000000" pitchFamily="2" charset="-78"/>
                          <a:ea typeface="Aptos" panose="020B0004020202020204" pitchFamily="34" charset="0"/>
                          <a:cs typeface="Sakkal Majalla" panose="02000000000000000000" pitchFamily="2" charset="-78"/>
                        </a:rPr>
                        <a:t>تعزيز الحوكمة المؤسسية</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T w="12700" cap="flat" cmpd="sng" algn="ctr">
                      <a:noFill/>
                      <a:prstDash val="solid"/>
                      <a:round/>
                      <a:headEnd type="none" w="med" len="med"/>
                      <a:tailEnd type="none" w="med" len="med"/>
                    </a:lnT>
                    <a:noFill/>
                  </a:tcPr>
                </a:tc>
                <a:tc>
                  <a:txBody>
                    <a:bodyPr/>
                    <a:lstStyle/>
                    <a:p>
                      <a:pPr marL="0" marR="0" algn="ctr" rtl="1">
                        <a:lnSpc>
                          <a:spcPct val="115000"/>
                        </a:lnSpc>
                        <a:spcAft>
                          <a:spcPts val="800"/>
                        </a:spcAft>
                        <a:buNone/>
                      </a:pPr>
                      <a:r>
                        <a:rPr lang="ar-SA" sz="900" b="1" kern="100" dirty="0">
                          <a:effectLst/>
                          <a:latin typeface="Sakkal Majalla" panose="02000000000000000000" pitchFamily="2" charset="-78"/>
                          <a:ea typeface="Aptos" panose="020B0004020202020204" pitchFamily="34" charset="0"/>
                          <a:cs typeface="Sakkal Majalla" panose="02000000000000000000" pitchFamily="2" charset="-78"/>
                        </a:rPr>
                        <a:t>المواءمة الاستراتيجية</a:t>
                      </a:r>
                      <a:endParaRPr lang="en-US" sz="9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9525" marR="9525" marT="9525" marB="9525"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noFill/>
                  </a:tcPr>
                </a:tc>
                <a:extLst>
                  <a:ext uri="{0D108BD9-81ED-4DB2-BD59-A6C34878D82A}">
                    <a16:rowId xmlns:a16="http://schemas.microsoft.com/office/drawing/2014/main" val="2728469354"/>
                  </a:ext>
                </a:extLst>
              </a:tr>
              <a:tr h="1161470">
                <a:tc>
                  <a:txBody>
                    <a:bodyPr/>
                    <a:lstStyle/>
                    <a:p>
                      <a:pPr marL="0" marR="0" algn="ctr" rtl="1">
                        <a:lnSpc>
                          <a:spcPct val="115000"/>
                        </a:lnSpc>
                        <a:spcAft>
                          <a:spcPts val="800"/>
                        </a:spcAft>
                        <a:buNone/>
                      </a:pPr>
                      <a:r>
                        <a:rPr lang="ar-SA" sz="1100" b="0" kern="100" dirty="0">
                          <a:effectLst/>
                          <a:latin typeface="Sakkal Majalla" panose="02000000000000000000" pitchFamily="2" charset="-78"/>
                          <a:ea typeface="Aptos" panose="020B0004020202020204" pitchFamily="34" charset="0"/>
                          <a:cs typeface="Sakkal Majalla" panose="02000000000000000000" pitchFamily="2" charset="-78"/>
                        </a:rPr>
                        <a:t>دعم استراتيجية هيئة تقويم التعليم والتدريب</a:t>
                      </a:r>
                      <a:r>
                        <a:rPr lang="en-US" sz="1100" b="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marL="9525" marR="9525" marT="9525" marB="9525" anchor="ctr">
                    <a:lnT w="38100" cmpd="sng">
                      <a:noFill/>
                    </a:lnT>
                    <a:solidFill>
                      <a:schemeClr val="accent1">
                        <a:lumMod val="75000"/>
                      </a:schemeClr>
                    </a:solidFill>
                  </a:tcPr>
                </a:tc>
                <a:tc>
                  <a:txBody>
                    <a:bodyPr/>
                    <a:lstStyle/>
                    <a:p>
                      <a:pPr marL="0" marR="0" algn="r" rtl="1">
                        <a:lnSpc>
                          <a:spcPct val="115000"/>
                        </a:lnSpc>
                        <a:spcAft>
                          <a:spcPts val="800"/>
                        </a:spcAft>
                        <a:buNone/>
                      </a:pPr>
                      <a:r>
                        <a:rPr lang="ar-SA" sz="1100" b="1" kern="100" dirty="0">
                          <a:solidFill>
                            <a:schemeClr val="accent3"/>
                          </a:solidFill>
                          <a:effectLst/>
                          <a:latin typeface="+mn-lt"/>
                          <a:ea typeface="+mn-ea"/>
                          <a:cs typeface="+mn-cs"/>
                        </a:rPr>
                        <a:t>ارتباط جزئي</a:t>
                      </a:r>
                      <a:r>
                        <a:rPr lang="en-US" sz="1100" b="1" kern="100" dirty="0">
                          <a:effectLst/>
                          <a:latin typeface="Sakkal Majalla" panose="02000000000000000000" pitchFamily="2" charset="-78"/>
                          <a:ea typeface="Aptos" panose="020B0004020202020204" pitchFamily="34" charset="0"/>
                          <a:cs typeface="Sakkal Majalla" panose="02000000000000000000" pitchFamily="2" charset="-78"/>
                        </a:rPr>
                        <a:t>:</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 </a:t>
                      </a:r>
                      <a:r>
                        <a:rPr lang="ar-SA" sz="1100" kern="100" dirty="0">
                          <a:effectLst/>
                          <a:latin typeface="Sakkal Majalla" panose="02000000000000000000" pitchFamily="2" charset="-78"/>
                          <a:ea typeface="Aptos" panose="020B0004020202020204" pitchFamily="34" charset="0"/>
                          <a:cs typeface="Sakkal Majalla" panose="02000000000000000000" pitchFamily="2" charset="-78"/>
                        </a:rPr>
                        <a:t>يحقق الهدف عبر تمكين القرارات المتعلقة بالأولويات والمخاطر والاعتمادات اللازمة لتوجيه مبادرات الأمن السيبراني بما يدعم توجه الهيئة</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marL="9525" marR="9525" marT="9525" marB="9525" anchor="ctr">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algn="r" rtl="1">
                        <a:lnSpc>
                          <a:spcPct val="115000"/>
                        </a:lnSpc>
                        <a:spcAft>
                          <a:spcPts val="800"/>
                        </a:spcAft>
                        <a:buNone/>
                      </a:pPr>
                      <a:r>
                        <a:rPr lang="ar-SA" sz="1100" b="1" kern="100" dirty="0">
                          <a:solidFill>
                            <a:schemeClr val="accent3"/>
                          </a:solidFill>
                          <a:effectLst/>
                          <a:latin typeface="+mn-lt"/>
                          <a:ea typeface="+mn-ea"/>
                          <a:cs typeface="+mn-cs"/>
                        </a:rPr>
                        <a:t>ارتباط جزئي</a:t>
                      </a:r>
                      <a:r>
                        <a:rPr lang="en-US" sz="1100" b="1" kern="100" dirty="0">
                          <a:effectLst/>
                          <a:latin typeface="Sakkal Majalla" panose="02000000000000000000" pitchFamily="2" charset="-78"/>
                          <a:ea typeface="Aptos" panose="020B0004020202020204" pitchFamily="34" charset="0"/>
                          <a:cs typeface="Sakkal Majalla" panose="02000000000000000000" pitchFamily="2" charset="-78"/>
                        </a:rPr>
                        <a:t>:</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 </a:t>
                      </a:r>
                      <a:r>
                        <a:rPr lang="ar-SA" sz="1100" kern="100" dirty="0">
                          <a:effectLst/>
                          <a:latin typeface="Sakkal Majalla" panose="02000000000000000000" pitchFamily="2" charset="-78"/>
                          <a:ea typeface="Aptos" panose="020B0004020202020204" pitchFamily="34" charset="0"/>
                          <a:cs typeface="Sakkal Majalla" panose="02000000000000000000" pitchFamily="2" charset="-78"/>
                        </a:rPr>
                        <a:t>يحقق الهدف عبر تحسين توجيه الموارد والإنفاق على المبادرات الأمنية ذات الأولوية بما يخدم التوجه العام للهيئة</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marL="9525" marR="9525" marT="9525" marB="9525" anchor="ctr">
                    <a:lnB w="12700" cap="flat" cmpd="sng" algn="ctr">
                      <a:solidFill>
                        <a:schemeClr val="accent1"/>
                      </a:solidFill>
                      <a:prstDash val="solid"/>
                      <a:round/>
                      <a:headEnd type="none" w="med" len="med"/>
                      <a:tailEnd type="none" w="med" len="med"/>
                    </a:lnB>
                    <a:solidFill>
                      <a:schemeClr val="bg1"/>
                    </a:solidFill>
                  </a:tcPr>
                </a:tc>
                <a:tc>
                  <a:txBody>
                    <a:bodyPr/>
                    <a:lstStyle/>
                    <a:p>
                      <a:pPr marL="0" marR="0" algn="r" rtl="1">
                        <a:lnSpc>
                          <a:spcPct val="115000"/>
                        </a:lnSpc>
                        <a:spcAft>
                          <a:spcPts val="800"/>
                        </a:spcAft>
                        <a:buNone/>
                      </a:pPr>
                      <a:r>
                        <a:rPr lang="ar-SA" sz="1100" b="1" kern="100" dirty="0">
                          <a:solidFill>
                            <a:schemeClr val="accent3"/>
                          </a:solidFill>
                          <a:effectLst/>
                          <a:latin typeface="+mn-lt"/>
                          <a:ea typeface="+mn-ea"/>
                          <a:cs typeface="+mn-cs"/>
                        </a:rPr>
                        <a:t>ارتباط جزئي</a:t>
                      </a:r>
                      <a:r>
                        <a:rPr lang="en-US" sz="1100" b="1" kern="100" dirty="0">
                          <a:effectLst/>
                          <a:latin typeface="Sakkal Majalla" panose="02000000000000000000" pitchFamily="2" charset="-78"/>
                          <a:ea typeface="Aptos" panose="020B0004020202020204" pitchFamily="34" charset="0"/>
                          <a:cs typeface="Sakkal Majalla" panose="02000000000000000000" pitchFamily="2" charset="-78"/>
                        </a:rPr>
                        <a:t>:</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 </a:t>
                      </a:r>
                      <a:r>
                        <a:rPr lang="ar-SA" sz="1100" kern="100" dirty="0">
                          <a:effectLst/>
                          <a:latin typeface="Sakkal Majalla" panose="02000000000000000000" pitchFamily="2" charset="-78"/>
                          <a:ea typeface="Aptos" panose="020B0004020202020204" pitchFamily="34" charset="0"/>
                          <a:cs typeface="Sakkal Majalla" panose="02000000000000000000" pitchFamily="2" charset="-78"/>
                        </a:rPr>
                        <a:t>يحقق الهدف عبر إتاحة بيئة رقمية منظمة وآمنة تدعم جانبًا من توجه الهيئة الاستراتيجي، لكنه لا يمثل وحده كامل نطاق الاستراتيجية</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marL="9525" marR="9525" marT="9525" marB="9525" anchor="ctr">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algn="r" rtl="1">
                        <a:lnSpc>
                          <a:spcPct val="115000"/>
                        </a:lnSpc>
                        <a:spcAft>
                          <a:spcPts val="800"/>
                        </a:spcAft>
                        <a:buNone/>
                      </a:pPr>
                      <a:r>
                        <a:rPr lang="ar-SA" sz="1100" b="1" kern="100" dirty="0">
                          <a:solidFill>
                            <a:schemeClr val="accent3"/>
                          </a:solidFill>
                          <a:effectLst/>
                          <a:latin typeface="+mn-lt"/>
                          <a:ea typeface="+mn-ea"/>
                          <a:cs typeface="+mn-cs"/>
                        </a:rPr>
                        <a:t>ارتباط جزئي</a:t>
                      </a:r>
                      <a:r>
                        <a:rPr lang="en-US" sz="1100" b="1" kern="100" dirty="0">
                          <a:effectLst/>
                          <a:latin typeface="Sakkal Majalla" panose="02000000000000000000" pitchFamily="2" charset="-78"/>
                          <a:ea typeface="Aptos" panose="020B0004020202020204" pitchFamily="34" charset="0"/>
                          <a:cs typeface="Sakkal Majalla" panose="02000000000000000000" pitchFamily="2" charset="-78"/>
                        </a:rPr>
                        <a:t>:</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 </a:t>
                      </a:r>
                      <a:r>
                        <a:rPr lang="ar-SA" sz="1100" kern="100" dirty="0">
                          <a:effectLst/>
                          <a:latin typeface="Sakkal Majalla" panose="02000000000000000000" pitchFamily="2" charset="-78"/>
                          <a:ea typeface="Aptos" panose="020B0004020202020204" pitchFamily="34" charset="0"/>
                          <a:cs typeface="Sakkal Majalla" panose="02000000000000000000" pitchFamily="2" charset="-78"/>
                        </a:rPr>
                        <a:t>يحقق الهدف عبر دعم استقرار وموثوقية الخدمات، بما ينعكس على أحد أبعاد توجه الهيئة العام</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marL="9525" marR="9525" marT="9525" marB="9525" anchor="ctr">
                    <a:lnB w="12700" cap="flat" cmpd="sng" algn="ctr">
                      <a:solidFill>
                        <a:schemeClr val="accent1"/>
                      </a:solidFill>
                      <a:prstDash val="solid"/>
                      <a:round/>
                      <a:headEnd type="none" w="med" len="med"/>
                      <a:tailEnd type="none" w="med" len="med"/>
                    </a:lnB>
                    <a:solidFill>
                      <a:schemeClr val="bg1"/>
                    </a:solidFill>
                  </a:tcPr>
                </a:tc>
                <a:tc>
                  <a:txBody>
                    <a:bodyPr/>
                    <a:lstStyle/>
                    <a:p>
                      <a:pPr marL="0" marR="0" algn="r" rtl="1">
                        <a:lnSpc>
                          <a:spcPct val="115000"/>
                        </a:lnSpc>
                        <a:spcAft>
                          <a:spcPts val="800"/>
                        </a:spcAft>
                        <a:buNone/>
                      </a:pPr>
                      <a:r>
                        <a:rPr lang="ar-SA" sz="1100" b="1" kern="100" dirty="0">
                          <a:solidFill>
                            <a:schemeClr val="accent3"/>
                          </a:solidFill>
                          <a:effectLst/>
                          <a:latin typeface="+mn-lt"/>
                          <a:ea typeface="+mn-ea"/>
                          <a:cs typeface="+mn-cs"/>
                        </a:rPr>
                        <a:t>ارتباط كلي</a:t>
                      </a:r>
                      <a:r>
                        <a:rPr lang="en-US" sz="1100" b="1" kern="100" dirty="0">
                          <a:effectLst/>
                          <a:latin typeface="Sakkal Majalla" panose="02000000000000000000" pitchFamily="2" charset="-78"/>
                          <a:ea typeface="Aptos" panose="020B0004020202020204" pitchFamily="34" charset="0"/>
                          <a:cs typeface="Sakkal Majalla" panose="02000000000000000000" pitchFamily="2" charset="-78"/>
                        </a:rPr>
                        <a:t>:</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 </a:t>
                      </a:r>
                      <a:r>
                        <a:rPr lang="ar-SA" sz="1100" kern="100" dirty="0">
                          <a:effectLst/>
                          <a:latin typeface="Sakkal Majalla" panose="02000000000000000000" pitchFamily="2" charset="-78"/>
                          <a:ea typeface="Aptos" panose="020B0004020202020204" pitchFamily="34" charset="0"/>
                          <a:cs typeface="Sakkal Majalla" panose="02000000000000000000" pitchFamily="2" charset="-78"/>
                        </a:rPr>
                        <a:t>يحقق الهدف عبر توفير الأدوار والمسؤوليات والسياسات وآليات المتابعة والاعتماد المؤسسي اللازمة لدعم استراتيجية الهيئة في جانب الأمن السيبراني</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marL="9525" marR="9525" marT="9525" marB="9525" anchor="ctr">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algn="r" rtl="1">
                        <a:lnSpc>
                          <a:spcPct val="115000"/>
                        </a:lnSpc>
                        <a:spcAft>
                          <a:spcPts val="800"/>
                        </a:spcAft>
                        <a:buNone/>
                      </a:pPr>
                      <a:r>
                        <a:rPr lang="ar-SA" sz="1100" b="1" kern="100" dirty="0">
                          <a:solidFill>
                            <a:schemeClr val="accent3"/>
                          </a:solidFill>
                          <a:effectLst/>
                          <a:latin typeface="+mn-lt"/>
                          <a:ea typeface="+mn-ea"/>
                          <a:cs typeface="+mn-cs"/>
                        </a:rPr>
                        <a:t>ارتباط كلي</a:t>
                      </a:r>
                      <a:r>
                        <a:rPr lang="en-US" sz="1100" b="1" kern="100" dirty="0">
                          <a:effectLst/>
                          <a:latin typeface="Sakkal Majalla" panose="02000000000000000000" pitchFamily="2" charset="-78"/>
                          <a:ea typeface="Aptos" panose="020B0004020202020204" pitchFamily="34" charset="0"/>
                          <a:cs typeface="Sakkal Majalla" panose="02000000000000000000" pitchFamily="2" charset="-78"/>
                        </a:rPr>
                        <a:t>:</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 </a:t>
                      </a:r>
                      <a:r>
                        <a:rPr lang="ar-SA" sz="1100" kern="100" dirty="0">
                          <a:effectLst/>
                          <a:latin typeface="Sakkal Majalla" panose="02000000000000000000" pitchFamily="2" charset="-78"/>
                          <a:ea typeface="Aptos" panose="020B0004020202020204" pitchFamily="34" charset="0"/>
                          <a:cs typeface="Sakkal Majalla" panose="02000000000000000000" pitchFamily="2" charset="-78"/>
                        </a:rPr>
                        <a:t>يحقق الهدف عبر الربط المباشر بين توجهات البنية المؤسسية والتوجهات الاستراتيجية للأمن السيبراني بما يضمن اتساقها مع استراتيجية الهيئة</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marL="9525" marR="9525" marT="9525" marB="9525" anchor="ctr">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2135870127"/>
                  </a:ext>
                </a:extLst>
              </a:tr>
              <a:tr h="1161470">
                <a:tc>
                  <a:txBody>
                    <a:bodyPr/>
                    <a:lstStyle/>
                    <a:p>
                      <a:pPr marL="0" marR="0" algn="ctr" rtl="1">
                        <a:lnSpc>
                          <a:spcPct val="115000"/>
                        </a:lnSpc>
                        <a:spcAft>
                          <a:spcPts val="800"/>
                        </a:spcAft>
                        <a:buNone/>
                      </a:pPr>
                      <a:r>
                        <a:rPr lang="ar-SA" sz="1100" b="0" kern="100" dirty="0">
                          <a:effectLst/>
                          <a:latin typeface="Sakkal Majalla" panose="02000000000000000000" pitchFamily="2" charset="-78"/>
                          <a:ea typeface="Aptos" panose="020B0004020202020204" pitchFamily="34" charset="0"/>
                          <a:cs typeface="Sakkal Majalla" panose="02000000000000000000" pitchFamily="2" charset="-78"/>
                        </a:rPr>
                        <a:t>حماية الأنظمة والشبكات وما تقدمه من خدمات وما تحويه من بيانات في هيئة تقويم التعليم والتدريب مع إعطاء الأولوية للأنظمة الحساسة</a:t>
                      </a:r>
                      <a:r>
                        <a:rPr lang="en-US" sz="1100" b="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marL="9525" marR="9525" marT="9525" marB="9525" anchor="ctr">
                    <a:solidFill>
                      <a:schemeClr val="accent1">
                        <a:lumMod val="75000"/>
                      </a:schemeClr>
                    </a:solidFill>
                  </a:tcPr>
                </a:tc>
                <a:tc>
                  <a:txBody>
                    <a:bodyPr/>
                    <a:lstStyle/>
                    <a:p>
                      <a:pPr marL="0" marR="0" algn="r" rtl="1">
                        <a:lnSpc>
                          <a:spcPct val="115000"/>
                        </a:lnSpc>
                        <a:spcAft>
                          <a:spcPts val="800"/>
                        </a:spcAft>
                        <a:buNone/>
                      </a:pPr>
                      <a:r>
                        <a:rPr lang="ar-SA" sz="1100" b="1" kern="100" dirty="0">
                          <a:solidFill>
                            <a:schemeClr val="accent3"/>
                          </a:solidFill>
                          <a:effectLst/>
                          <a:latin typeface="+mn-lt"/>
                          <a:ea typeface="+mn-ea"/>
                          <a:cs typeface="+mn-cs"/>
                        </a:rPr>
                        <a:t>ارتباط جزئي</a:t>
                      </a:r>
                      <a:r>
                        <a:rPr lang="en-US" sz="1100" b="1" kern="100" dirty="0">
                          <a:solidFill>
                            <a:schemeClr val="accent3"/>
                          </a:solidFill>
                          <a:effectLst/>
                          <a:latin typeface="+mn-lt"/>
                          <a:ea typeface="+mn-ea"/>
                          <a:cs typeface="+mn-cs"/>
                        </a:rPr>
                        <a:t>: </a:t>
                      </a:r>
                      <a:r>
                        <a:rPr lang="ar-SA" sz="1100" kern="100" dirty="0">
                          <a:effectLst/>
                          <a:latin typeface="Sakkal Majalla" panose="02000000000000000000" pitchFamily="2" charset="-78"/>
                          <a:ea typeface="Aptos" panose="020B0004020202020204" pitchFamily="34" charset="0"/>
                          <a:cs typeface="Sakkal Majalla" panose="02000000000000000000" pitchFamily="2" charset="-78"/>
                        </a:rPr>
                        <a:t>يحقق الهدف عبر دعم قرارات تصنيف الأنظمة الحساسة وتحديد أولويات الحماية والاستجابة للمخاطر</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marL="9525" marR="9525" marT="9525" marB="9525"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algn="r" rtl="1">
                        <a:lnSpc>
                          <a:spcPct val="115000"/>
                        </a:lnSpc>
                        <a:spcAft>
                          <a:spcPts val="800"/>
                        </a:spcAft>
                        <a:buNone/>
                      </a:pPr>
                      <a:r>
                        <a:rPr lang="ar-SA" sz="1100" b="1" kern="100" dirty="0">
                          <a:solidFill>
                            <a:schemeClr val="accent3"/>
                          </a:solidFill>
                          <a:effectLst/>
                          <a:latin typeface="+mn-lt"/>
                          <a:ea typeface="+mn-ea"/>
                          <a:cs typeface="+mn-cs"/>
                        </a:rPr>
                        <a:t>ارتباط جزئي</a:t>
                      </a:r>
                      <a:r>
                        <a:rPr lang="en-US" sz="1100" b="1" kern="100" dirty="0">
                          <a:effectLst/>
                          <a:latin typeface="Sakkal Majalla" panose="02000000000000000000" pitchFamily="2" charset="-78"/>
                          <a:ea typeface="Aptos" panose="020B0004020202020204" pitchFamily="34" charset="0"/>
                          <a:cs typeface="Sakkal Majalla" panose="02000000000000000000" pitchFamily="2" charset="-78"/>
                        </a:rPr>
                        <a:t>:</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 </a:t>
                      </a:r>
                      <a:r>
                        <a:rPr lang="ar-SA" sz="1100" kern="100" dirty="0">
                          <a:effectLst/>
                          <a:latin typeface="Sakkal Majalla" panose="02000000000000000000" pitchFamily="2" charset="-78"/>
                          <a:ea typeface="Aptos" panose="020B0004020202020204" pitchFamily="34" charset="0"/>
                          <a:cs typeface="Sakkal Majalla" panose="02000000000000000000" pitchFamily="2" charset="-78"/>
                        </a:rPr>
                        <a:t>يحقق الهدف عبر رفع كفاءة تشغيل الضوابط والحلول الأمنية وتقليل أثر الأعطال والحوادث والخسائر المرتبطة بها</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marL="9525" marR="9525" marT="9525" marB="9525"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marL="0" marR="0" algn="r" rtl="1">
                        <a:lnSpc>
                          <a:spcPct val="115000"/>
                        </a:lnSpc>
                        <a:spcAft>
                          <a:spcPts val="800"/>
                        </a:spcAft>
                        <a:buNone/>
                      </a:pPr>
                      <a:r>
                        <a:rPr lang="ar-SA" sz="1100" b="1" kern="100" dirty="0">
                          <a:solidFill>
                            <a:schemeClr val="accent3"/>
                          </a:solidFill>
                          <a:effectLst/>
                          <a:latin typeface="+mn-lt"/>
                          <a:ea typeface="+mn-ea"/>
                          <a:cs typeface="+mn-cs"/>
                        </a:rPr>
                        <a:t>ارتباط كلي</a:t>
                      </a:r>
                      <a:r>
                        <a:rPr lang="en-US" sz="1100" b="1" kern="100" dirty="0">
                          <a:solidFill>
                            <a:schemeClr val="accent3"/>
                          </a:solidFill>
                          <a:effectLst/>
                          <a:latin typeface="+mn-lt"/>
                          <a:ea typeface="+mn-ea"/>
                          <a:cs typeface="+mn-cs"/>
                        </a:rPr>
                        <a:t>: </a:t>
                      </a:r>
                      <a:r>
                        <a:rPr lang="ar-SA" sz="1100" kern="100" dirty="0">
                          <a:effectLst/>
                          <a:latin typeface="Sakkal Majalla" panose="02000000000000000000" pitchFamily="2" charset="-78"/>
                          <a:ea typeface="Aptos" panose="020B0004020202020204" pitchFamily="34" charset="0"/>
                          <a:cs typeface="Sakkal Majalla" panose="02000000000000000000" pitchFamily="2" charset="-78"/>
                        </a:rPr>
                        <a:t>يحقق الهدف لأن تمكين التحول الرقمي يعتمد على حماية الأنظمة والخدمات والبيانات لضمان الاستمرارية والثقة، وخاصة للأنظمة الحساسة</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marL="9525" marR="9525" marT="9525" marB="9525"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algn="r" rtl="1">
                        <a:lnSpc>
                          <a:spcPct val="115000"/>
                        </a:lnSpc>
                        <a:spcAft>
                          <a:spcPts val="800"/>
                        </a:spcAft>
                        <a:buNone/>
                      </a:pPr>
                      <a:r>
                        <a:rPr lang="ar-SA" sz="1100" b="1" kern="100" dirty="0">
                          <a:solidFill>
                            <a:schemeClr val="accent3"/>
                          </a:solidFill>
                          <a:effectLst/>
                          <a:latin typeface="+mn-lt"/>
                          <a:ea typeface="+mn-ea"/>
                          <a:cs typeface="+mn-cs"/>
                        </a:rPr>
                        <a:t>ارتباط جزئي</a:t>
                      </a:r>
                      <a:r>
                        <a:rPr lang="en-US" sz="1100" b="1" kern="100" dirty="0">
                          <a:effectLst/>
                          <a:latin typeface="Sakkal Majalla" panose="02000000000000000000" pitchFamily="2" charset="-78"/>
                          <a:ea typeface="Aptos" panose="020B0004020202020204" pitchFamily="34" charset="0"/>
                          <a:cs typeface="Sakkal Majalla" panose="02000000000000000000" pitchFamily="2" charset="-78"/>
                        </a:rPr>
                        <a:t>:</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 </a:t>
                      </a:r>
                      <a:r>
                        <a:rPr lang="ar-SA" sz="1100" kern="100" dirty="0">
                          <a:effectLst/>
                          <a:latin typeface="Sakkal Majalla" panose="02000000000000000000" pitchFamily="2" charset="-78"/>
                          <a:ea typeface="Aptos" panose="020B0004020202020204" pitchFamily="34" charset="0"/>
                          <a:cs typeface="Sakkal Majalla" panose="02000000000000000000" pitchFamily="2" charset="-78"/>
                        </a:rPr>
                        <a:t>يحقق الهدف عبر دعم استمرارية الخدمة وموثوقيتها وحماية البيانات، بما ينعكس إيجابًا على المستفيد</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marL="9525" marR="9525" marT="9525" marB="9525"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marL="0" marR="0" algn="r" rtl="1">
                        <a:lnSpc>
                          <a:spcPct val="115000"/>
                        </a:lnSpc>
                        <a:spcAft>
                          <a:spcPts val="800"/>
                        </a:spcAft>
                        <a:buNone/>
                      </a:pPr>
                      <a:r>
                        <a:rPr lang="ar-SA" sz="1100" b="1" kern="100" dirty="0">
                          <a:solidFill>
                            <a:schemeClr val="accent3"/>
                          </a:solidFill>
                          <a:effectLst/>
                          <a:latin typeface="+mn-lt"/>
                          <a:ea typeface="+mn-ea"/>
                          <a:cs typeface="+mn-cs"/>
                        </a:rPr>
                        <a:t>ارتباط كلي</a:t>
                      </a:r>
                      <a:r>
                        <a:rPr lang="en-US" sz="1100" b="1" kern="100" dirty="0">
                          <a:effectLst/>
                          <a:latin typeface="Sakkal Majalla" panose="02000000000000000000" pitchFamily="2" charset="-78"/>
                          <a:ea typeface="Aptos" panose="020B0004020202020204" pitchFamily="34" charset="0"/>
                          <a:cs typeface="Sakkal Majalla" panose="02000000000000000000" pitchFamily="2" charset="-78"/>
                        </a:rPr>
                        <a:t>:</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 </a:t>
                      </a:r>
                      <a:r>
                        <a:rPr lang="ar-SA" sz="1100" kern="100" dirty="0">
                          <a:effectLst/>
                          <a:latin typeface="Sakkal Majalla" panose="02000000000000000000" pitchFamily="2" charset="-78"/>
                          <a:ea typeface="Aptos" panose="020B0004020202020204" pitchFamily="34" charset="0"/>
                          <a:cs typeface="Sakkal Majalla" panose="02000000000000000000" pitchFamily="2" charset="-78"/>
                        </a:rPr>
                        <a:t>يحقق الهدف عبر الضبط والتصنيف والرقابة وتحديد المسؤوليات والضوابط اللازمة لحماية الأنظمة والشبكات والبيانات</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marL="9525" marR="9525" marT="9525" marB="9525"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algn="r" rtl="1">
                        <a:lnSpc>
                          <a:spcPct val="115000"/>
                        </a:lnSpc>
                        <a:spcAft>
                          <a:spcPts val="800"/>
                        </a:spcAft>
                        <a:buNone/>
                      </a:pPr>
                      <a:r>
                        <a:rPr lang="ar-SA" sz="1100" b="1" kern="100" dirty="0">
                          <a:solidFill>
                            <a:schemeClr val="accent3"/>
                          </a:solidFill>
                          <a:effectLst/>
                          <a:latin typeface="+mn-lt"/>
                          <a:ea typeface="+mn-ea"/>
                          <a:cs typeface="+mn-cs"/>
                        </a:rPr>
                        <a:t>ارتباط جزئي</a:t>
                      </a:r>
                      <a:r>
                        <a:rPr lang="en-US" sz="1100" b="1" kern="100" dirty="0">
                          <a:effectLst/>
                          <a:latin typeface="Sakkal Majalla" panose="02000000000000000000" pitchFamily="2" charset="-78"/>
                          <a:ea typeface="Aptos" panose="020B0004020202020204" pitchFamily="34" charset="0"/>
                          <a:cs typeface="Sakkal Majalla" panose="02000000000000000000" pitchFamily="2" charset="-78"/>
                        </a:rPr>
                        <a:t>:</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 </a:t>
                      </a:r>
                      <a:r>
                        <a:rPr lang="ar-SA" sz="1100" kern="100" dirty="0">
                          <a:effectLst/>
                          <a:latin typeface="Sakkal Majalla" panose="02000000000000000000" pitchFamily="2" charset="-78"/>
                          <a:ea typeface="Aptos" panose="020B0004020202020204" pitchFamily="34" charset="0"/>
                          <a:cs typeface="Sakkal Majalla" panose="02000000000000000000" pitchFamily="2" charset="-78"/>
                        </a:rPr>
                        <a:t>يحقق الهدف عبر توجيه جهود الحماية نحو الأنظمة والخدمات الأعلى أهمية للأعمال، لكنه لا ينفذ الحماية بذاته</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marL="9525" marR="9525" marT="9525" marB="9525"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3848122216"/>
                  </a:ext>
                </a:extLst>
              </a:tr>
              <a:tr h="1161470">
                <a:tc>
                  <a:txBody>
                    <a:bodyPr/>
                    <a:lstStyle/>
                    <a:p>
                      <a:pPr marL="0" marR="0" algn="ctr" rtl="1">
                        <a:lnSpc>
                          <a:spcPct val="115000"/>
                        </a:lnSpc>
                        <a:spcAft>
                          <a:spcPts val="800"/>
                        </a:spcAft>
                        <a:buNone/>
                      </a:pPr>
                      <a:r>
                        <a:rPr lang="ar-SA" sz="1100" b="0" kern="100" dirty="0">
                          <a:effectLst/>
                          <a:latin typeface="Sakkal Majalla" panose="02000000000000000000" pitchFamily="2" charset="-78"/>
                          <a:ea typeface="Aptos" panose="020B0004020202020204" pitchFamily="34" charset="0"/>
                          <a:cs typeface="Sakkal Majalla" panose="02000000000000000000" pitchFamily="2" charset="-78"/>
                        </a:rPr>
                        <a:t>تعزيز سلوك أفضل الممارسات في مجال الأمن السيبراني</a:t>
                      </a:r>
                      <a:r>
                        <a:rPr lang="en-US" sz="1100" b="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marL="9525" marR="9525" marT="9525" marB="9525" anchor="ctr">
                    <a:solidFill>
                      <a:schemeClr val="accent1">
                        <a:lumMod val="75000"/>
                      </a:schemeClr>
                    </a:solidFill>
                  </a:tcPr>
                </a:tc>
                <a:tc>
                  <a:txBody>
                    <a:bodyPr/>
                    <a:lstStyle/>
                    <a:p>
                      <a:pPr marL="0" marR="0" algn="r" rtl="1">
                        <a:lnSpc>
                          <a:spcPct val="115000"/>
                        </a:lnSpc>
                        <a:spcAft>
                          <a:spcPts val="800"/>
                        </a:spcAft>
                        <a:buNone/>
                      </a:pPr>
                      <a:r>
                        <a:rPr lang="ar-SA" sz="1100" b="1" kern="100" dirty="0">
                          <a:solidFill>
                            <a:schemeClr val="accent3"/>
                          </a:solidFill>
                          <a:effectLst/>
                          <a:latin typeface="+mn-lt"/>
                          <a:ea typeface="+mn-ea"/>
                          <a:cs typeface="+mn-cs"/>
                        </a:rPr>
                        <a:t>لا يوجد ارتباط مباشر</a:t>
                      </a:r>
                      <a:r>
                        <a:rPr lang="en-US" sz="1100" b="1" kern="100" dirty="0">
                          <a:effectLst/>
                          <a:latin typeface="Sakkal Majalla" panose="02000000000000000000" pitchFamily="2" charset="-78"/>
                          <a:ea typeface="Aptos" panose="020B0004020202020204" pitchFamily="34" charset="0"/>
                          <a:cs typeface="Sakkal Majalla" panose="02000000000000000000" pitchFamily="2" charset="-78"/>
                        </a:rPr>
                        <a:t>:</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 </a:t>
                      </a:r>
                      <a:r>
                        <a:rPr lang="ar-SA" sz="1100" kern="100" dirty="0">
                          <a:effectLst/>
                          <a:latin typeface="Sakkal Majalla" panose="02000000000000000000" pitchFamily="2" charset="-78"/>
                          <a:ea typeface="Aptos" panose="020B0004020202020204" pitchFamily="34" charset="0"/>
                          <a:cs typeface="Sakkal Majalla" panose="02000000000000000000" pitchFamily="2" charset="-78"/>
                        </a:rPr>
                        <a:t>لأن الهدف يركز على دعم القرار المؤسسي، وليس على ترسيخ السلوك والممارسات الأمنية اليومية</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marL="9525" marR="9525" marT="9525" marB="9525"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algn="r" rtl="1">
                        <a:lnSpc>
                          <a:spcPct val="115000"/>
                        </a:lnSpc>
                        <a:spcAft>
                          <a:spcPts val="800"/>
                        </a:spcAft>
                        <a:buNone/>
                      </a:pPr>
                      <a:r>
                        <a:rPr lang="ar-SA" sz="1100" b="1" kern="100" dirty="0">
                          <a:solidFill>
                            <a:schemeClr val="accent3"/>
                          </a:solidFill>
                          <a:effectLst/>
                          <a:latin typeface="+mn-lt"/>
                          <a:ea typeface="+mn-ea"/>
                          <a:cs typeface="+mn-cs"/>
                        </a:rPr>
                        <a:t>لا يوجد ارتباط مباشر</a:t>
                      </a:r>
                      <a:r>
                        <a:rPr lang="en-US" sz="1100" b="1" kern="100" dirty="0">
                          <a:effectLst/>
                          <a:latin typeface="Sakkal Majalla" panose="02000000000000000000" pitchFamily="2" charset="-78"/>
                          <a:ea typeface="Aptos" panose="020B0004020202020204" pitchFamily="34" charset="0"/>
                          <a:cs typeface="Sakkal Majalla" panose="02000000000000000000" pitchFamily="2" charset="-78"/>
                        </a:rPr>
                        <a:t>:</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 </a:t>
                      </a:r>
                      <a:r>
                        <a:rPr lang="ar-SA" sz="1100" kern="100" dirty="0">
                          <a:effectLst/>
                          <a:latin typeface="Sakkal Majalla" panose="02000000000000000000" pitchFamily="2" charset="-78"/>
                          <a:ea typeface="Aptos" panose="020B0004020202020204" pitchFamily="34" charset="0"/>
                          <a:cs typeface="Sakkal Majalla" panose="02000000000000000000" pitchFamily="2" charset="-78"/>
                        </a:rPr>
                        <a:t>لأن الهدف يركز على كفاءة التشغيل والإنفاق، وليس على بناء السلوك الأمني المؤسسي بصورة مباشرة</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marL="9525" marR="9525" marT="9525" marB="9525"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marL="0" marR="0" algn="r" rtl="1">
                        <a:lnSpc>
                          <a:spcPct val="115000"/>
                        </a:lnSpc>
                        <a:spcAft>
                          <a:spcPts val="800"/>
                        </a:spcAft>
                        <a:buNone/>
                      </a:pPr>
                      <a:r>
                        <a:rPr lang="ar-SA" sz="1100" b="1" kern="100" dirty="0">
                          <a:solidFill>
                            <a:schemeClr val="accent3"/>
                          </a:solidFill>
                          <a:effectLst/>
                          <a:latin typeface="+mn-lt"/>
                          <a:ea typeface="+mn-ea"/>
                          <a:cs typeface="+mn-cs"/>
                        </a:rPr>
                        <a:t>ارتباط جزئي</a:t>
                      </a:r>
                      <a:r>
                        <a:rPr lang="en-US" sz="1100" b="1" kern="100" dirty="0">
                          <a:effectLst/>
                          <a:latin typeface="Sakkal Majalla" panose="02000000000000000000" pitchFamily="2" charset="-78"/>
                          <a:ea typeface="Aptos" panose="020B0004020202020204" pitchFamily="34" charset="0"/>
                          <a:cs typeface="Sakkal Majalla" panose="02000000000000000000" pitchFamily="2" charset="-78"/>
                        </a:rPr>
                        <a:t>:</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 </a:t>
                      </a:r>
                      <a:r>
                        <a:rPr lang="ar-SA" sz="1100" kern="100" dirty="0">
                          <a:effectLst/>
                          <a:latin typeface="Sakkal Majalla" panose="02000000000000000000" pitchFamily="2" charset="-78"/>
                          <a:ea typeface="Aptos" panose="020B0004020202020204" pitchFamily="34" charset="0"/>
                          <a:cs typeface="Sakkal Majalla" panose="02000000000000000000" pitchFamily="2" charset="-78"/>
                        </a:rPr>
                        <a:t>يحقق الهدف عبر تهيئة بيئة رقمية حديثة تتطلب تبني ممارسات أمنية مناسبة، لكنه لا يرسخ السلوك بذاته</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marL="9525" marR="9525" marT="9525" marB="9525"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algn="r" rtl="1">
                        <a:lnSpc>
                          <a:spcPct val="115000"/>
                        </a:lnSpc>
                        <a:spcAft>
                          <a:spcPts val="800"/>
                        </a:spcAft>
                        <a:buNone/>
                      </a:pPr>
                      <a:r>
                        <a:rPr lang="ar-SA" sz="1100" b="1" kern="100" dirty="0">
                          <a:solidFill>
                            <a:schemeClr val="accent3"/>
                          </a:solidFill>
                          <a:effectLst/>
                          <a:latin typeface="+mn-lt"/>
                          <a:ea typeface="+mn-ea"/>
                          <a:cs typeface="+mn-cs"/>
                        </a:rPr>
                        <a:t>لا يوجد ارتباط مباشر</a:t>
                      </a:r>
                      <a:r>
                        <a:rPr lang="en-US" sz="1100" b="1" kern="100" dirty="0">
                          <a:effectLst/>
                          <a:latin typeface="Sakkal Majalla" panose="02000000000000000000" pitchFamily="2" charset="-78"/>
                          <a:ea typeface="Aptos" panose="020B0004020202020204" pitchFamily="34" charset="0"/>
                          <a:cs typeface="Sakkal Majalla" panose="02000000000000000000" pitchFamily="2" charset="-78"/>
                        </a:rPr>
                        <a:t>:</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 </a:t>
                      </a:r>
                      <a:r>
                        <a:rPr lang="ar-SA" sz="1100" kern="100" dirty="0">
                          <a:effectLst/>
                          <a:latin typeface="Sakkal Majalla" panose="02000000000000000000" pitchFamily="2" charset="-78"/>
                          <a:ea typeface="Aptos" panose="020B0004020202020204" pitchFamily="34" charset="0"/>
                          <a:cs typeface="Sakkal Majalla" panose="02000000000000000000" pitchFamily="2" charset="-78"/>
                        </a:rPr>
                        <a:t>لأن تحسين تجربة المستفيد ليس الأداة المباشرة لترسيخ أفضل الممارسات الأمنية الداخلية</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marL="9525" marR="9525" marT="9525" marB="9525"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marL="0" marR="0" algn="r" rtl="1">
                        <a:lnSpc>
                          <a:spcPct val="115000"/>
                        </a:lnSpc>
                        <a:spcAft>
                          <a:spcPts val="800"/>
                        </a:spcAft>
                        <a:buNone/>
                      </a:pPr>
                      <a:r>
                        <a:rPr lang="ar-SA" sz="1100" b="1" kern="100" dirty="0">
                          <a:solidFill>
                            <a:schemeClr val="accent3"/>
                          </a:solidFill>
                          <a:effectLst/>
                          <a:latin typeface="+mn-lt"/>
                          <a:ea typeface="+mn-ea"/>
                          <a:cs typeface="+mn-cs"/>
                        </a:rPr>
                        <a:t>ارتباط كلي</a:t>
                      </a:r>
                      <a:r>
                        <a:rPr lang="en-US" sz="1100" b="1" kern="100" dirty="0">
                          <a:effectLst/>
                          <a:latin typeface="Sakkal Majalla" panose="02000000000000000000" pitchFamily="2" charset="-78"/>
                          <a:ea typeface="Aptos" panose="020B0004020202020204" pitchFamily="34" charset="0"/>
                          <a:cs typeface="Sakkal Majalla" panose="02000000000000000000" pitchFamily="2" charset="-78"/>
                        </a:rPr>
                        <a:t>:</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 </a:t>
                      </a:r>
                      <a:r>
                        <a:rPr lang="ar-SA" sz="1100" kern="100" dirty="0">
                          <a:effectLst/>
                          <a:latin typeface="Sakkal Majalla" panose="02000000000000000000" pitchFamily="2" charset="-78"/>
                          <a:ea typeface="Aptos" panose="020B0004020202020204" pitchFamily="34" charset="0"/>
                          <a:cs typeface="Sakkal Majalla" panose="02000000000000000000" pitchFamily="2" charset="-78"/>
                        </a:rPr>
                        <a:t>يحقق الهدف لأن الحوكمة المؤسسية هي الأساس في فرض السياسات والإجراءات والرقابة التي ترسخ أفضل الممارسات في مجال الأمن السيبراني</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marL="9525" marR="9525" marT="9525" marB="9525"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algn="r" rtl="1">
                        <a:lnSpc>
                          <a:spcPct val="115000"/>
                        </a:lnSpc>
                        <a:spcAft>
                          <a:spcPts val="800"/>
                        </a:spcAft>
                        <a:buNone/>
                      </a:pPr>
                      <a:r>
                        <a:rPr lang="ar-SA" sz="1100" b="1" kern="100" dirty="0">
                          <a:solidFill>
                            <a:schemeClr val="accent3"/>
                          </a:solidFill>
                          <a:effectLst/>
                          <a:latin typeface="+mn-lt"/>
                          <a:ea typeface="+mn-ea"/>
                          <a:cs typeface="+mn-cs"/>
                        </a:rPr>
                        <a:t>ارتباط جزئي</a:t>
                      </a:r>
                      <a:r>
                        <a:rPr lang="en-US" sz="1100" b="1" kern="100" dirty="0">
                          <a:effectLst/>
                          <a:latin typeface="Sakkal Majalla" panose="02000000000000000000" pitchFamily="2" charset="-78"/>
                          <a:ea typeface="Aptos" panose="020B0004020202020204" pitchFamily="34" charset="0"/>
                          <a:cs typeface="Sakkal Majalla" panose="02000000000000000000" pitchFamily="2" charset="-78"/>
                        </a:rPr>
                        <a:t>:</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 </a:t>
                      </a:r>
                      <a:r>
                        <a:rPr lang="ar-SA" sz="1100" kern="100" dirty="0">
                          <a:effectLst/>
                          <a:latin typeface="Sakkal Majalla" panose="02000000000000000000" pitchFamily="2" charset="-78"/>
                          <a:ea typeface="Aptos" panose="020B0004020202020204" pitchFamily="34" charset="0"/>
                          <a:cs typeface="Sakkal Majalla" panose="02000000000000000000" pitchFamily="2" charset="-78"/>
                        </a:rPr>
                        <a:t>يحقق الهدف عبر توجيه الممارسات الأمنية لتكون متسقة مع أولويات الهيئة وتوجهها العام، لكنه ليس الأداة المباشرة لترسيخ السلوك</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marL="9525" marR="9525" marT="9525" marB="9525"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2974754640"/>
                  </a:ext>
                </a:extLst>
              </a:tr>
              <a:tr h="1161470">
                <a:tc>
                  <a:txBody>
                    <a:bodyPr/>
                    <a:lstStyle/>
                    <a:p>
                      <a:pPr marL="0" marR="0" algn="ctr" rtl="1">
                        <a:lnSpc>
                          <a:spcPct val="115000"/>
                        </a:lnSpc>
                        <a:spcAft>
                          <a:spcPts val="800"/>
                        </a:spcAft>
                        <a:buNone/>
                      </a:pPr>
                      <a:r>
                        <a:rPr lang="ar-SA" sz="1100" b="0" kern="100" dirty="0">
                          <a:effectLst/>
                          <a:latin typeface="Sakkal Majalla" panose="02000000000000000000" pitchFamily="2" charset="-78"/>
                          <a:ea typeface="Aptos" panose="020B0004020202020204" pitchFamily="34" charset="0"/>
                          <a:cs typeface="Sakkal Majalla" panose="02000000000000000000" pitchFamily="2" charset="-78"/>
                        </a:rPr>
                        <a:t>تحقيق الالتزام بمتطلبات الهيئة الوطنية للأمن السيبراني</a:t>
                      </a:r>
                      <a:r>
                        <a:rPr lang="en-US" sz="1100" b="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marL="9525" marR="9525" marT="9525" marB="9525" anchor="ctr">
                    <a:solidFill>
                      <a:schemeClr val="accent1">
                        <a:lumMod val="75000"/>
                      </a:schemeClr>
                    </a:solidFill>
                  </a:tcPr>
                </a:tc>
                <a:tc>
                  <a:txBody>
                    <a:bodyPr/>
                    <a:lstStyle/>
                    <a:p>
                      <a:pPr marL="0" marR="0" algn="r" rtl="1">
                        <a:lnSpc>
                          <a:spcPct val="115000"/>
                        </a:lnSpc>
                        <a:spcAft>
                          <a:spcPts val="800"/>
                        </a:spcAft>
                        <a:buNone/>
                      </a:pPr>
                      <a:r>
                        <a:rPr lang="ar-SA" sz="1100" b="1" kern="100" dirty="0">
                          <a:solidFill>
                            <a:schemeClr val="accent3"/>
                          </a:solidFill>
                          <a:effectLst/>
                          <a:latin typeface="+mn-lt"/>
                          <a:ea typeface="+mn-ea"/>
                          <a:cs typeface="+mn-cs"/>
                        </a:rPr>
                        <a:t>ارتباط جزئي</a:t>
                      </a:r>
                      <a:r>
                        <a:rPr lang="en-US" sz="1100" b="1" kern="100" dirty="0">
                          <a:effectLst/>
                          <a:latin typeface="Sakkal Majalla" panose="02000000000000000000" pitchFamily="2" charset="-78"/>
                          <a:ea typeface="Aptos" panose="020B0004020202020204" pitchFamily="34" charset="0"/>
                          <a:cs typeface="Sakkal Majalla" panose="02000000000000000000" pitchFamily="2" charset="-78"/>
                        </a:rPr>
                        <a:t>:</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 </a:t>
                      </a:r>
                      <a:r>
                        <a:rPr lang="ar-SA" sz="1100" kern="100" dirty="0">
                          <a:effectLst/>
                          <a:latin typeface="Sakkal Majalla" panose="02000000000000000000" pitchFamily="2" charset="-78"/>
                          <a:ea typeface="Aptos" panose="020B0004020202020204" pitchFamily="34" charset="0"/>
                          <a:cs typeface="Sakkal Majalla" panose="02000000000000000000" pitchFamily="2" charset="-78"/>
                        </a:rPr>
                        <a:t>يحقق الهدف عبر دعم قرارات معالجة الفجوات وخطط التصحيح والاستثناءات والاعتمادات اللازمة لتحقيق الامتثال</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marL="9525" marR="9525" marT="9525" marB="9525"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algn="r" rtl="1">
                        <a:lnSpc>
                          <a:spcPct val="115000"/>
                        </a:lnSpc>
                        <a:spcAft>
                          <a:spcPts val="800"/>
                        </a:spcAft>
                        <a:buNone/>
                      </a:pPr>
                      <a:r>
                        <a:rPr lang="ar-SA" sz="1100" b="1" kern="100" dirty="0">
                          <a:solidFill>
                            <a:schemeClr val="accent3"/>
                          </a:solidFill>
                          <a:effectLst/>
                          <a:latin typeface="+mn-lt"/>
                          <a:ea typeface="+mn-ea"/>
                          <a:cs typeface="+mn-cs"/>
                        </a:rPr>
                        <a:t>لا يوجد ارتباط مباشر</a:t>
                      </a:r>
                      <a:r>
                        <a:rPr lang="en-US" sz="1100" b="1" kern="100" dirty="0">
                          <a:effectLst/>
                          <a:latin typeface="Sakkal Majalla" panose="02000000000000000000" pitchFamily="2" charset="-78"/>
                          <a:ea typeface="Aptos" panose="020B0004020202020204" pitchFamily="34" charset="0"/>
                          <a:cs typeface="Sakkal Majalla" panose="02000000000000000000" pitchFamily="2" charset="-78"/>
                        </a:rPr>
                        <a:t>:</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 </a:t>
                      </a:r>
                      <a:r>
                        <a:rPr lang="ar-SA" sz="1100" kern="100" dirty="0">
                          <a:effectLst/>
                          <a:latin typeface="Sakkal Majalla" panose="02000000000000000000" pitchFamily="2" charset="-78"/>
                          <a:ea typeface="Aptos" panose="020B0004020202020204" pitchFamily="34" charset="0"/>
                          <a:cs typeface="Sakkal Majalla" panose="02000000000000000000" pitchFamily="2" charset="-78"/>
                        </a:rPr>
                        <a:t>لأن الكفاءة التشغيلية قد تتحسن كنتيجة لاحقة، لكنها ليست الأداة المباشرة لتحقيق الامتثال للمتطلبات الوطنية</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marL="9525" marR="9525" marT="9525" marB="9525"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marL="0" marR="0" algn="r" rtl="1">
                        <a:lnSpc>
                          <a:spcPct val="115000"/>
                        </a:lnSpc>
                        <a:spcAft>
                          <a:spcPts val="800"/>
                        </a:spcAft>
                        <a:buNone/>
                      </a:pPr>
                      <a:r>
                        <a:rPr lang="ar-SA" sz="1100" b="1" kern="100" dirty="0">
                          <a:solidFill>
                            <a:schemeClr val="accent3"/>
                          </a:solidFill>
                          <a:effectLst/>
                          <a:latin typeface="+mn-lt"/>
                          <a:ea typeface="+mn-ea"/>
                          <a:cs typeface="+mn-cs"/>
                        </a:rPr>
                        <a:t>ارتباط جزئي</a:t>
                      </a:r>
                      <a:r>
                        <a:rPr lang="en-US" sz="1100" b="1" kern="100" dirty="0">
                          <a:effectLst/>
                          <a:latin typeface="Sakkal Majalla" panose="02000000000000000000" pitchFamily="2" charset="-78"/>
                          <a:ea typeface="Aptos" panose="020B0004020202020204" pitchFamily="34" charset="0"/>
                          <a:cs typeface="Sakkal Majalla" panose="02000000000000000000" pitchFamily="2" charset="-78"/>
                        </a:rPr>
                        <a:t>:</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 </a:t>
                      </a:r>
                      <a:r>
                        <a:rPr lang="ar-SA" sz="1100" kern="100" dirty="0">
                          <a:effectLst/>
                          <a:latin typeface="Sakkal Majalla" panose="02000000000000000000" pitchFamily="2" charset="-78"/>
                          <a:ea typeface="Aptos" panose="020B0004020202020204" pitchFamily="34" charset="0"/>
                          <a:cs typeface="Sakkal Majalla" panose="02000000000000000000" pitchFamily="2" charset="-78"/>
                        </a:rPr>
                        <a:t>يحقق الهدف عبر تمكين الحلول والبيئات الرقمية ضمن إطار منظم وآمن ومتوافق مع المتطلبات الوطنية</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marL="9525" marR="9525" marT="9525" marB="9525"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algn="r" rtl="1">
                        <a:lnSpc>
                          <a:spcPct val="115000"/>
                        </a:lnSpc>
                        <a:spcAft>
                          <a:spcPts val="800"/>
                        </a:spcAft>
                        <a:buNone/>
                      </a:pPr>
                      <a:r>
                        <a:rPr lang="ar-SA" sz="1100" b="1" kern="100" dirty="0">
                          <a:solidFill>
                            <a:schemeClr val="accent3"/>
                          </a:solidFill>
                          <a:effectLst/>
                          <a:latin typeface="+mn-lt"/>
                          <a:ea typeface="+mn-ea"/>
                          <a:cs typeface="+mn-cs"/>
                        </a:rPr>
                        <a:t>لا يوجد ارتباط مباشر</a:t>
                      </a:r>
                      <a:r>
                        <a:rPr lang="en-US" sz="1100" b="1" kern="100" dirty="0">
                          <a:effectLst/>
                          <a:latin typeface="Sakkal Majalla" panose="02000000000000000000" pitchFamily="2" charset="-78"/>
                          <a:ea typeface="Aptos" panose="020B0004020202020204" pitchFamily="34" charset="0"/>
                          <a:cs typeface="Sakkal Majalla" panose="02000000000000000000" pitchFamily="2" charset="-78"/>
                        </a:rPr>
                        <a:t>:</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 </a:t>
                      </a:r>
                      <a:r>
                        <a:rPr lang="ar-SA" sz="1100" kern="100" dirty="0">
                          <a:effectLst/>
                          <a:latin typeface="Sakkal Majalla" panose="02000000000000000000" pitchFamily="2" charset="-78"/>
                          <a:ea typeface="Aptos" panose="020B0004020202020204" pitchFamily="34" charset="0"/>
                          <a:cs typeface="Sakkal Majalla" panose="02000000000000000000" pitchFamily="2" charset="-78"/>
                        </a:rPr>
                        <a:t>لأن الهدف يركز على الامتثال التنظيمي والرقابي، وأثره على تجربة المستفيد غير مباشر</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marL="9525" marR="9525" marT="9525" marB="9525"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marL="0" marR="0" algn="r" rtl="1">
                        <a:lnSpc>
                          <a:spcPct val="115000"/>
                        </a:lnSpc>
                        <a:spcAft>
                          <a:spcPts val="800"/>
                        </a:spcAft>
                        <a:buNone/>
                      </a:pPr>
                      <a:r>
                        <a:rPr lang="ar-SA" sz="1100" b="1" kern="100" dirty="0">
                          <a:solidFill>
                            <a:schemeClr val="accent3"/>
                          </a:solidFill>
                          <a:effectLst/>
                          <a:latin typeface="+mn-lt"/>
                          <a:ea typeface="+mn-ea"/>
                          <a:cs typeface="+mn-cs"/>
                        </a:rPr>
                        <a:t>ارتباط كلي</a:t>
                      </a:r>
                      <a:r>
                        <a:rPr lang="en-US" sz="1100" b="1" kern="100" dirty="0">
                          <a:effectLst/>
                          <a:latin typeface="Sakkal Majalla" panose="02000000000000000000" pitchFamily="2" charset="-78"/>
                          <a:ea typeface="Aptos" panose="020B0004020202020204" pitchFamily="34" charset="0"/>
                          <a:cs typeface="Sakkal Majalla" panose="02000000000000000000" pitchFamily="2" charset="-78"/>
                        </a:rPr>
                        <a:t>:</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 </a:t>
                      </a:r>
                      <a:r>
                        <a:rPr lang="ar-SA" sz="1100" kern="100" dirty="0">
                          <a:effectLst/>
                          <a:latin typeface="Sakkal Majalla" panose="02000000000000000000" pitchFamily="2" charset="-78"/>
                          <a:ea typeface="Aptos" panose="020B0004020202020204" pitchFamily="34" charset="0"/>
                          <a:cs typeface="Sakkal Majalla" panose="02000000000000000000" pitchFamily="2" charset="-78"/>
                        </a:rPr>
                        <a:t>يحقق الهدف لأن الحوكمة المؤسسية تمثل الأساس المباشر للضبط والرقابة والمتابعة وإدارة الالتزام بالمتطلبات الوطنية</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marL="9525" marR="9525" marT="9525" marB="9525"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algn="r" rtl="1">
                        <a:lnSpc>
                          <a:spcPct val="115000"/>
                        </a:lnSpc>
                        <a:spcAft>
                          <a:spcPts val="800"/>
                        </a:spcAft>
                        <a:buNone/>
                      </a:pPr>
                      <a:r>
                        <a:rPr lang="ar-SA" sz="1100" b="1" kern="100" dirty="0">
                          <a:solidFill>
                            <a:schemeClr val="accent3"/>
                          </a:solidFill>
                          <a:effectLst/>
                          <a:latin typeface="+mn-lt"/>
                          <a:ea typeface="+mn-ea"/>
                          <a:cs typeface="+mn-cs"/>
                        </a:rPr>
                        <a:t>ارتباط جزئي</a:t>
                      </a:r>
                      <a:r>
                        <a:rPr lang="en-US" sz="1100" b="1" kern="100" dirty="0">
                          <a:effectLst/>
                          <a:latin typeface="Sakkal Majalla" panose="02000000000000000000" pitchFamily="2" charset="-78"/>
                          <a:ea typeface="Aptos" panose="020B0004020202020204" pitchFamily="34" charset="0"/>
                          <a:cs typeface="Sakkal Majalla" panose="02000000000000000000" pitchFamily="2" charset="-78"/>
                        </a:rPr>
                        <a:t>:</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 </a:t>
                      </a:r>
                      <a:r>
                        <a:rPr lang="ar-SA" sz="1100" kern="100" dirty="0">
                          <a:effectLst/>
                          <a:latin typeface="Sakkal Majalla" panose="02000000000000000000" pitchFamily="2" charset="-78"/>
                          <a:ea typeface="Aptos" panose="020B0004020202020204" pitchFamily="34" charset="0"/>
                          <a:cs typeface="Sakkal Majalla" panose="02000000000000000000" pitchFamily="2" charset="-78"/>
                        </a:rPr>
                        <a:t>يحقق الهدف عبر إدماج متطلبات الهيئة الوطنية للأمن السيبراني ضمن التوجه المؤسسي العام، لكن الامتثال نفسه يتحقق أساسًا عبر الحوكمة والضبط</a:t>
                      </a:r>
                      <a:r>
                        <a:rPr lang="en-US" sz="1100" kern="100" dirty="0">
                          <a:effectLst/>
                          <a:latin typeface="Sakkal Majalla" panose="02000000000000000000" pitchFamily="2" charset="-78"/>
                          <a:ea typeface="Aptos" panose="020B0004020202020204" pitchFamily="34" charset="0"/>
                          <a:cs typeface="Sakkal Majalla" panose="02000000000000000000" pitchFamily="2" charset="-78"/>
                        </a:rPr>
                        <a:t>.</a:t>
                      </a:r>
                    </a:p>
                  </a:txBody>
                  <a:tcPr marL="9525" marR="9525" marT="9525" marB="9525"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3578692669"/>
                  </a:ext>
                </a:extLst>
              </a:tr>
            </a:tbl>
          </a:graphicData>
        </a:graphic>
      </p:graphicFrame>
      <p:sp>
        <p:nvSpPr>
          <p:cNvPr id="6" name="Round Same Side Corner Rectangle 2">
            <a:extLst>
              <a:ext uri="{FF2B5EF4-FFF2-40B4-BE49-F238E27FC236}">
                <a16:creationId xmlns:a16="http://schemas.microsoft.com/office/drawing/2014/main" id="{B81CD95D-DB6E-32DF-F552-958507D3F181}"/>
              </a:ext>
            </a:extLst>
          </p:cNvPr>
          <p:cNvSpPr/>
          <p:nvPr/>
        </p:nvSpPr>
        <p:spPr>
          <a:xfrm rot="5400000">
            <a:off x="9260422" y="3660507"/>
            <a:ext cx="4658103" cy="355402"/>
          </a:xfrm>
          <a:prstGeom prst="round2SameRect">
            <a:avLst>
              <a:gd name="adj1" fmla="val 47471"/>
              <a:gd name="adj2" fmla="val 0"/>
            </a:avLst>
          </a:prstGeom>
          <a:solidFill>
            <a:schemeClr val="accent1">
              <a:lumMod val="75000"/>
            </a:schemeClr>
          </a:solidFill>
          <a:ln w="38100">
            <a:noFill/>
          </a:ln>
        </p:spPr>
        <p:txBody>
          <a:bodyPr wrap="square">
            <a:spAutoFit/>
          </a:bodyPr>
          <a:lstStyle/>
          <a:p>
            <a:pPr algn="ctr"/>
            <a:r>
              <a:rPr lang="ar-EG" sz="1400" b="1" dirty="0">
                <a:solidFill>
                  <a:schemeClr val="bg1"/>
                </a:solidFill>
              </a:rPr>
              <a:t>الأهداف الاستراتيجية للأمن السيبراني في الهيئة</a:t>
            </a:r>
          </a:p>
        </p:txBody>
      </p:sp>
      <p:sp>
        <p:nvSpPr>
          <p:cNvPr id="2" name="Slide Number Placeholder 1">
            <a:extLst>
              <a:ext uri="{FF2B5EF4-FFF2-40B4-BE49-F238E27FC236}">
                <a16:creationId xmlns:a16="http://schemas.microsoft.com/office/drawing/2014/main" id="{98AB16FA-0A42-8E6D-8BDF-2E1198D01EDB}"/>
              </a:ext>
            </a:extLst>
          </p:cNvPr>
          <p:cNvSpPr>
            <a:spLocks noGrp="1"/>
          </p:cNvSpPr>
          <p:nvPr>
            <p:ph type="sldNum" sz="quarter" idx="12"/>
          </p:nvPr>
        </p:nvSpPr>
        <p:spPr/>
        <p:txBody>
          <a:bodyPr/>
          <a:lstStyle/>
          <a:p>
            <a:fld id="{0BE4EC83-A869-464E-AE9F-881796FB085E}" type="slidenum">
              <a:rPr lang="en-US" smtClean="0"/>
              <a:t>57</a:t>
            </a:fld>
            <a:endParaRPr lang="en-US"/>
          </a:p>
        </p:txBody>
      </p:sp>
    </p:spTree>
    <p:extLst>
      <p:ext uri="{BB962C8B-B14F-4D97-AF65-F5344CB8AC3E}">
        <p14:creationId xmlns:p14="http://schemas.microsoft.com/office/powerpoint/2010/main" val="40561508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337544" y="3925452"/>
            <a:ext cx="6206756" cy="641639"/>
          </a:xfrm>
        </p:spPr>
        <p:txBody>
          <a:bodyPr/>
          <a:lstStyle/>
          <a:p>
            <a:r>
              <a:rPr lang="ar-EG" dirty="0"/>
              <a:t>نطاق البنية المؤسسية على المستوى الاستراتيجي</a:t>
            </a:r>
          </a:p>
        </p:txBody>
      </p:sp>
      <p:sp>
        <p:nvSpPr>
          <p:cNvPr id="4" name="Text Placeholder 3"/>
          <p:cNvSpPr>
            <a:spLocks noGrp="1"/>
          </p:cNvSpPr>
          <p:nvPr>
            <p:ph type="body" sz="quarter" idx="14"/>
          </p:nvPr>
        </p:nvSpPr>
        <p:spPr/>
        <p:txBody>
          <a:bodyPr/>
          <a:lstStyle/>
          <a:p>
            <a:r>
              <a:rPr lang="ar-EG" dirty="0"/>
              <a:t>06</a:t>
            </a:r>
            <a:endParaRPr lang="en-US" dirty="0"/>
          </a:p>
        </p:txBody>
      </p:sp>
    </p:spTree>
    <p:extLst>
      <p:ext uri="{BB962C8B-B14F-4D97-AF65-F5344CB8AC3E}">
        <p14:creationId xmlns:p14="http://schemas.microsoft.com/office/powerpoint/2010/main" val="1756670749"/>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6F0A8-7D41-388E-2F58-6EA126124F0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15B5DB1-096F-0FE4-C237-3C31CE2D8628}"/>
              </a:ext>
            </a:extLst>
          </p:cNvPr>
          <p:cNvSpPr>
            <a:spLocks noGrp="1"/>
          </p:cNvSpPr>
          <p:nvPr>
            <p:ph type="title"/>
          </p:nvPr>
        </p:nvSpPr>
        <p:spPr>
          <a:xfrm>
            <a:off x="609601" y="561078"/>
            <a:ext cx="10972800" cy="666261"/>
          </a:xfrm>
        </p:spPr>
        <p:txBody>
          <a:bodyPr/>
          <a:lstStyle/>
          <a:p>
            <a:r>
              <a:rPr lang="ar-EG" dirty="0"/>
              <a:t>نطاق البنية المؤسسية على المستوى الاستراتيجي</a:t>
            </a:r>
            <a:endParaRPr lang="en-GB" dirty="0"/>
          </a:p>
        </p:txBody>
      </p:sp>
      <p:grpSp>
        <p:nvGrpSpPr>
          <p:cNvPr id="15" name="Group 14">
            <a:extLst>
              <a:ext uri="{FF2B5EF4-FFF2-40B4-BE49-F238E27FC236}">
                <a16:creationId xmlns:a16="http://schemas.microsoft.com/office/drawing/2014/main" id="{CF60BA2B-F4C7-76A5-E741-C83CFAEA051B}"/>
              </a:ext>
            </a:extLst>
          </p:cNvPr>
          <p:cNvGrpSpPr/>
          <p:nvPr/>
        </p:nvGrpSpPr>
        <p:grpSpPr>
          <a:xfrm>
            <a:off x="619824" y="1667556"/>
            <a:ext cx="10962132" cy="3883152"/>
            <a:chOff x="619824" y="1667556"/>
            <a:chExt cx="10962132" cy="3883152"/>
          </a:xfrm>
        </p:grpSpPr>
        <p:pic>
          <p:nvPicPr>
            <p:cNvPr id="10" name="Picture 9">
              <a:extLst>
                <a:ext uri="{FF2B5EF4-FFF2-40B4-BE49-F238E27FC236}">
                  <a16:creationId xmlns:a16="http://schemas.microsoft.com/office/drawing/2014/main" id="{8ED834AA-2672-38F0-17BB-8EAE8BF2F579}"/>
                </a:ext>
              </a:extLst>
            </p:cNvPr>
            <p:cNvPicPr>
              <a:picLocks noChangeAspect="1"/>
            </p:cNvPicPr>
            <p:nvPr/>
          </p:nvPicPr>
          <p:blipFill>
            <a:blip r:embed="rId3"/>
            <a:stretch>
              <a:fillRect/>
            </a:stretch>
          </p:blipFill>
          <p:spPr>
            <a:xfrm>
              <a:off x="619824" y="1667556"/>
              <a:ext cx="10962132" cy="3883152"/>
            </a:xfrm>
            <a:prstGeom prst="rect">
              <a:avLst/>
            </a:prstGeom>
          </p:spPr>
        </p:pic>
        <p:sp>
          <p:nvSpPr>
            <p:cNvPr id="7" name="Rectangle: Rounded Corners 6">
              <a:extLst>
                <a:ext uri="{FF2B5EF4-FFF2-40B4-BE49-F238E27FC236}">
                  <a16:creationId xmlns:a16="http://schemas.microsoft.com/office/drawing/2014/main" id="{53F88C34-7757-8C20-1E03-0BAA1732C287}"/>
                </a:ext>
              </a:extLst>
            </p:cNvPr>
            <p:cNvSpPr/>
            <p:nvPr/>
          </p:nvSpPr>
          <p:spPr>
            <a:xfrm>
              <a:off x="9374505" y="2060311"/>
              <a:ext cx="1865376" cy="438912"/>
            </a:xfrm>
            <a:prstGeom prst="roundRect">
              <a:avLst>
                <a:gd name="adj" fmla="val 47619"/>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ar-EG" b="1" dirty="0"/>
                <a:t>مستوى النطاق</a:t>
              </a:r>
            </a:p>
          </p:txBody>
        </p:sp>
        <p:sp>
          <p:nvSpPr>
            <p:cNvPr id="8" name="TextBox 7">
              <a:extLst>
                <a:ext uri="{FF2B5EF4-FFF2-40B4-BE49-F238E27FC236}">
                  <a16:creationId xmlns:a16="http://schemas.microsoft.com/office/drawing/2014/main" id="{D1AC02CE-1D16-9A19-48C6-C76A91CDE75F}"/>
                </a:ext>
              </a:extLst>
            </p:cNvPr>
            <p:cNvSpPr txBox="1"/>
            <p:nvPr/>
          </p:nvSpPr>
          <p:spPr>
            <a:xfrm>
              <a:off x="9058763" y="2692286"/>
              <a:ext cx="2496860" cy="1015663"/>
            </a:xfrm>
            <a:prstGeom prst="rect">
              <a:avLst/>
            </a:prstGeom>
            <a:noFill/>
          </p:spPr>
          <p:txBody>
            <a:bodyPr wrap="square">
              <a:spAutoFit/>
            </a:bodyPr>
            <a:lstStyle/>
            <a:p>
              <a:pPr algn="ctr" rtl="1"/>
              <a:r>
                <a:rPr lang="ar-EG" sz="2400" b="1" dirty="0">
                  <a:solidFill>
                    <a:schemeClr val="accent1"/>
                  </a:solidFill>
                </a:rPr>
                <a:t>تغطية الجهة</a:t>
              </a:r>
            </a:p>
            <a:p>
              <a:pPr algn="ctr" rtl="1"/>
              <a:r>
                <a:rPr lang="ar-EG" dirty="0"/>
                <a:t>ما هي قطاعات الجهة التي سيغطيها نطاق عمل البنية المؤسسية؟</a:t>
              </a:r>
            </a:p>
          </p:txBody>
        </p:sp>
        <p:sp>
          <p:nvSpPr>
            <p:cNvPr id="12" name="TextBox 11">
              <a:extLst>
                <a:ext uri="{FF2B5EF4-FFF2-40B4-BE49-F238E27FC236}">
                  <a16:creationId xmlns:a16="http://schemas.microsoft.com/office/drawing/2014/main" id="{854506BA-F27D-BD41-366D-B5117E987E5B}"/>
                </a:ext>
              </a:extLst>
            </p:cNvPr>
            <p:cNvSpPr txBox="1"/>
            <p:nvPr/>
          </p:nvSpPr>
          <p:spPr>
            <a:xfrm>
              <a:off x="9285767" y="4558457"/>
              <a:ext cx="2042852" cy="400110"/>
            </a:xfrm>
            <a:prstGeom prst="rect">
              <a:avLst/>
            </a:prstGeom>
            <a:noFill/>
          </p:spPr>
          <p:txBody>
            <a:bodyPr wrap="square" anchor="ctr" anchorCtr="0">
              <a:spAutoFit/>
            </a:bodyPr>
            <a:lstStyle/>
            <a:p>
              <a:pPr algn="ctr" rtl="1"/>
              <a:r>
                <a:rPr lang="ar-EG" sz="2000" b="1" dirty="0">
                  <a:solidFill>
                    <a:schemeClr val="bg1"/>
                  </a:solidFill>
                </a:rPr>
                <a:t>كامل الهيئة</a:t>
              </a:r>
            </a:p>
          </p:txBody>
        </p:sp>
        <p:sp>
          <p:nvSpPr>
            <p:cNvPr id="36" name="Rectangle: Rounded Corners 35">
              <a:extLst>
                <a:ext uri="{FF2B5EF4-FFF2-40B4-BE49-F238E27FC236}">
                  <a16:creationId xmlns:a16="http://schemas.microsoft.com/office/drawing/2014/main" id="{5EFB3578-BC02-0244-5381-3ACCAB31CC07}"/>
                </a:ext>
              </a:extLst>
            </p:cNvPr>
            <p:cNvSpPr/>
            <p:nvPr/>
          </p:nvSpPr>
          <p:spPr>
            <a:xfrm>
              <a:off x="6570994" y="2060311"/>
              <a:ext cx="1865376" cy="438912"/>
            </a:xfrm>
            <a:prstGeom prst="roundRect">
              <a:avLst>
                <a:gd name="adj" fmla="val 47619"/>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ar-EG" b="1" dirty="0"/>
                <a:t>مستوى النطاق</a:t>
              </a:r>
            </a:p>
          </p:txBody>
        </p:sp>
        <p:sp>
          <p:nvSpPr>
            <p:cNvPr id="37" name="TextBox 36">
              <a:extLst>
                <a:ext uri="{FF2B5EF4-FFF2-40B4-BE49-F238E27FC236}">
                  <a16:creationId xmlns:a16="http://schemas.microsoft.com/office/drawing/2014/main" id="{2D1059CC-F553-2B21-50AF-351A6190E09F}"/>
                </a:ext>
              </a:extLst>
            </p:cNvPr>
            <p:cNvSpPr txBox="1"/>
            <p:nvPr/>
          </p:nvSpPr>
          <p:spPr>
            <a:xfrm>
              <a:off x="6255252" y="2692286"/>
              <a:ext cx="2496860" cy="1015663"/>
            </a:xfrm>
            <a:prstGeom prst="rect">
              <a:avLst/>
            </a:prstGeom>
            <a:noFill/>
          </p:spPr>
          <p:txBody>
            <a:bodyPr wrap="square">
              <a:spAutoFit/>
            </a:bodyPr>
            <a:lstStyle/>
            <a:p>
              <a:pPr algn="ctr" rtl="1"/>
              <a:r>
                <a:rPr lang="ar-EG" sz="2400" b="1" dirty="0">
                  <a:solidFill>
                    <a:schemeClr val="accent1"/>
                  </a:solidFill>
                </a:rPr>
                <a:t>مجالات البنية المؤسسية</a:t>
              </a:r>
            </a:p>
            <a:p>
              <a:pPr algn="ctr" rtl="1"/>
              <a:r>
                <a:rPr lang="ar-EG" dirty="0"/>
                <a:t>ما هي مجالات البنية المؤسسية التي سيشملها نطاق البنية المؤسسية؟</a:t>
              </a:r>
            </a:p>
          </p:txBody>
        </p:sp>
        <p:sp>
          <p:nvSpPr>
            <p:cNvPr id="40" name="TextBox 39">
              <a:extLst>
                <a:ext uri="{FF2B5EF4-FFF2-40B4-BE49-F238E27FC236}">
                  <a16:creationId xmlns:a16="http://schemas.microsoft.com/office/drawing/2014/main" id="{4D650BD1-1DA1-083E-82C5-92CDDBDC5D1C}"/>
                </a:ext>
              </a:extLst>
            </p:cNvPr>
            <p:cNvSpPr txBox="1"/>
            <p:nvPr/>
          </p:nvSpPr>
          <p:spPr>
            <a:xfrm>
              <a:off x="6474736" y="4373022"/>
              <a:ext cx="2057892" cy="770980"/>
            </a:xfrm>
            <a:prstGeom prst="rect">
              <a:avLst/>
            </a:prstGeom>
            <a:noFill/>
          </p:spPr>
          <p:txBody>
            <a:bodyPr wrap="square" anchor="ctr" anchorCtr="0">
              <a:spAutoFit/>
            </a:bodyPr>
            <a:lstStyle/>
            <a:p>
              <a:pPr algn="ctr" rtl="1">
                <a:lnSpc>
                  <a:spcPct val="80000"/>
                </a:lnSpc>
              </a:pPr>
              <a:r>
                <a:rPr lang="ar-EG" b="1" dirty="0">
                  <a:solidFill>
                    <a:schemeClr val="bg1"/>
                  </a:solidFill>
                </a:rPr>
                <a:t>(الأعمال -تجربة المستفيد- البيانات - التطبيقات - البنية التحتية – الأمن  السيبراني)</a:t>
              </a:r>
            </a:p>
          </p:txBody>
        </p:sp>
        <p:sp>
          <p:nvSpPr>
            <p:cNvPr id="45" name="Rectangle: Rounded Corners 44">
              <a:extLst>
                <a:ext uri="{FF2B5EF4-FFF2-40B4-BE49-F238E27FC236}">
                  <a16:creationId xmlns:a16="http://schemas.microsoft.com/office/drawing/2014/main" id="{00E37A94-0D5C-B4DA-B883-1A66492832A7}"/>
                </a:ext>
              </a:extLst>
            </p:cNvPr>
            <p:cNvSpPr/>
            <p:nvPr/>
          </p:nvSpPr>
          <p:spPr>
            <a:xfrm>
              <a:off x="3767483" y="2060311"/>
              <a:ext cx="1865376" cy="438912"/>
            </a:xfrm>
            <a:prstGeom prst="roundRect">
              <a:avLst>
                <a:gd name="adj" fmla="val 47619"/>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ar-EG" b="1" dirty="0"/>
                <a:t>مستوى النطاق</a:t>
              </a:r>
            </a:p>
          </p:txBody>
        </p:sp>
        <p:sp>
          <p:nvSpPr>
            <p:cNvPr id="46" name="TextBox 45">
              <a:extLst>
                <a:ext uri="{FF2B5EF4-FFF2-40B4-BE49-F238E27FC236}">
                  <a16:creationId xmlns:a16="http://schemas.microsoft.com/office/drawing/2014/main" id="{C9BF2452-784E-588C-B83E-D8BFB6B62DC0}"/>
                </a:ext>
              </a:extLst>
            </p:cNvPr>
            <p:cNvSpPr txBox="1"/>
            <p:nvPr/>
          </p:nvSpPr>
          <p:spPr>
            <a:xfrm>
              <a:off x="3361049" y="2692286"/>
              <a:ext cx="2678244" cy="1015663"/>
            </a:xfrm>
            <a:prstGeom prst="rect">
              <a:avLst/>
            </a:prstGeom>
            <a:noFill/>
          </p:spPr>
          <p:txBody>
            <a:bodyPr wrap="square">
              <a:spAutoFit/>
            </a:bodyPr>
            <a:lstStyle/>
            <a:p>
              <a:pPr algn="ctr" rtl="1"/>
              <a:r>
                <a:rPr lang="ar-EG" sz="2400" b="1" dirty="0">
                  <a:solidFill>
                    <a:schemeClr val="accent1"/>
                  </a:solidFill>
                </a:rPr>
                <a:t>العمق</a:t>
              </a:r>
            </a:p>
            <a:p>
              <a:pPr algn="ctr" rtl="1"/>
              <a:r>
                <a:rPr lang="ar-EG" dirty="0"/>
                <a:t>ما هو مستوى العمق الذي سيصل إليه كل مجال من مجالات البنية المؤسسية؟</a:t>
              </a:r>
            </a:p>
          </p:txBody>
        </p:sp>
        <p:sp>
          <p:nvSpPr>
            <p:cNvPr id="49" name="TextBox 48">
              <a:extLst>
                <a:ext uri="{FF2B5EF4-FFF2-40B4-BE49-F238E27FC236}">
                  <a16:creationId xmlns:a16="http://schemas.microsoft.com/office/drawing/2014/main" id="{9BA49FD6-6871-3430-1DE0-F4A12CB8C26E}"/>
                </a:ext>
              </a:extLst>
            </p:cNvPr>
            <p:cNvSpPr txBox="1"/>
            <p:nvPr/>
          </p:nvSpPr>
          <p:spPr>
            <a:xfrm>
              <a:off x="3678745" y="4296847"/>
              <a:ext cx="2042852" cy="923330"/>
            </a:xfrm>
            <a:prstGeom prst="rect">
              <a:avLst/>
            </a:prstGeom>
            <a:noFill/>
          </p:spPr>
          <p:txBody>
            <a:bodyPr wrap="square" anchor="ctr" anchorCtr="0">
              <a:spAutoFit/>
            </a:bodyPr>
            <a:lstStyle/>
            <a:p>
              <a:pPr algn="ctr" rtl="1"/>
              <a:r>
                <a:rPr lang="ar-EG" b="1" dirty="0">
                  <a:solidFill>
                    <a:schemeClr val="bg1"/>
                  </a:solidFill>
                </a:rPr>
                <a:t>تستهدف الوصول للتوصيف الكامل لجميع المجالات من خلال عملية تدريجية</a:t>
              </a:r>
            </a:p>
          </p:txBody>
        </p:sp>
        <p:sp>
          <p:nvSpPr>
            <p:cNvPr id="54" name="Rectangle: Rounded Corners 53">
              <a:extLst>
                <a:ext uri="{FF2B5EF4-FFF2-40B4-BE49-F238E27FC236}">
                  <a16:creationId xmlns:a16="http://schemas.microsoft.com/office/drawing/2014/main" id="{8AA9EDB8-4039-97EE-35D3-EB15B56DBD1E}"/>
                </a:ext>
              </a:extLst>
            </p:cNvPr>
            <p:cNvSpPr/>
            <p:nvPr/>
          </p:nvSpPr>
          <p:spPr>
            <a:xfrm>
              <a:off x="963972" y="2060311"/>
              <a:ext cx="1865376" cy="438912"/>
            </a:xfrm>
            <a:prstGeom prst="roundRect">
              <a:avLst>
                <a:gd name="adj" fmla="val 47619"/>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ar-EG" b="1" dirty="0"/>
                <a:t>مستوى النطاق</a:t>
              </a:r>
            </a:p>
          </p:txBody>
        </p:sp>
        <p:sp>
          <p:nvSpPr>
            <p:cNvPr id="55" name="TextBox 54">
              <a:extLst>
                <a:ext uri="{FF2B5EF4-FFF2-40B4-BE49-F238E27FC236}">
                  <a16:creationId xmlns:a16="http://schemas.microsoft.com/office/drawing/2014/main" id="{5668DC85-3040-C984-2821-414109AAF1DD}"/>
                </a:ext>
              </a:extLst>
            </p:cNvPr>
            <p:cNvSpPr txBox="1"/>
            <p:nvPr/>
          </p:nvSpPr>
          <p:spPr>
            <a:xfrm>
              <a:off x="648230" y="2692286"/>
              <a:ext cx="2496860" cy="1015663"/>
            </a:xfrm>
            <a:prstGeom prst="rect">
              <a:avLst/>
            </a:prstGeom>
            <a:noFill/>
          </p:spPr>
          <p:txBody>
            <a:bodyPr wrap="square">
              <a:spAutoFit/>
            </a:bodyPr>
            <a:lstStyle/>
            <a:p>
              <a:pPr algn="ctr" rtl="1"/>
              <a:r>
                <a:rPr lang="ar-EG" sz="2400" b="1" dirty="0">
                  <a:solidFill>
                    <a:schemeClr val="accent1"/>
                  </a:solidFill>
                </a:rPr>
                <a:t>المدة الزمنية</a:t>
              </a:r>
            </a:p>
            <a:p>
              <a:pPr algn="ctr" rtl="1"/>
              <a:r>
                <a:rPr lang="ar-EG" dirty="0"/>
                <a:t>ما هي المدة الزمني الذي ستغطيها استراتيجية البنية المؤسسية؟</a:t>
              </a:r>
            </a:p>
          </p:txBody>
        </p:sp>
        <p:sp>
          <p:nvSpPr>
            <p:cNvPr id="58" name="TextBox 57">
              <a:extLst>
                <a:ext uri="{FF2B5EF4-FFF2-40B4-BE49-F238E27FC236}">
                  <a16:creationId xmlns:a16="http://schemas.microsoft.com/office/drawing/2014/main" id="{79A13D18-FAD9-8813-0FB5-157405103CC3}"/>
                </a:ext>
              </a:extLst>
            </p:cNvPr>
            <p:cNvSpPr txBox="1"/>
            <p:nvPr/>
          </p:nvSpPr>
          <p:spPr>
            <a:xfrm>
              <a:off x="875234" y="4558457"/>
              <a:ext cx="2042852" cy="400110"/>
            </a:xfrm>
            <a:prstGeom prst="rect">
              <a:avLst/>
            </a:prstGeom>
            <a:noFill/>
          </p:spPr>
          <p:txBody>
            <a:bodyPr wrap="square" anchor="ctr" anchorCtr="0">
              <a:spAutoFit/>
            </a:bodyPr>
            <a:lstStyle/>
            <a:p>
              <a:pPr algn="ctr" rtl="1"/>
              <a:r>
                <a:rPr lang="ar-EG" sz="2000" b="1" dirty="0">
                  <a:solidFill>
                    <a:schemeClr val="bg1"/>
                  </a:solidFill>
                </a:rPr>
                <a:t>لمدة عامين</a:t>
              </a:r>
            </a:p>
          </p:txBody>
        </p:sp>
      </p:grpSp>
      <p:sp>
        <p:nvSpPr>
          <p:cNvPr id="2" name="Slide Number Placeholder 1">
            <a:extLst>
              <a:ext uri="{FF2B5EF4-FFF2-40B4-BE49-F238E27FC236}">
                <a16:creationId xmlns:a16="http://schemas.microsoft.com/office/drawing/2014/main" id="{E95EC9D4-86FC-D60D-5F9D-0D93D9151319}"/>
              </a:ext>
            </a:extLst>
          </p:cNvPr>
          <p:cNvSpPr>
            <a:spLocks noGrp="1"/>
          </p:cNvSpPr>
          <p:nvPr>
            <p:ph type="sldNum" sz="quarter" idx="12"/>
          </p:nvPr>
        </p:nvSpPr>
        <p:spPr/>
        <p:txBody>
          <a:bodyPr/>
          <a:lstStyle/>
          <a:p>
            <a:fld id="{0BE4EC83-A869-464E-AE9F-881796FB085E}" type="slidenum">
              <a:rPr lang="en-US" smtClean="0"/>
              <a:t>59</a:t>
            </a:fld>
            <a:endParaRPr lang="en-US"/>
          </a:p>
        </p:txBody>
      </p:sp>
    </p:spTree>
    <p:extLst>
      <p:ext uri="{BB962C8B-B14F-4D97-AF65-F5344CB8AC3E}">
        <p14:creationId xmlns:p14="http://schemas.microsoft.com/office/powerpoint/2010/main" val="2461747375"/>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337544" y="3925452"/>
            <a:ext cx="6206756" cy="641639"/>
          </a:xfrm>
        </p:spPr>
        <p:txBody>
          <a:bodyPr/>
          <a:lstStyle/>
          <a:p>
            <a:r>
              <a:rPr lang="ar-EG" dirty="0"/>
              <a:t>منهجية تنفيذ استراتيجية البنية المؤسسية</a:t>
            </a:r>
            <a:endParaRPr lang="en-US" dirty="0"/>
          </a:p>
        </p:txBody>
      </p:sp>
      <p:sp>
        <p:nvSpPr>
          <p:cNvPr id="4" name="Text Placeholder 3"/>
          <p:cNvSpPr>
            <a:spLocks noGrp="1"/>
          </p:cNvSpPr>
          <p:nvPr>
            <p:ph type="body" sz="quarter" idx="14"/>
          </p:nvPr>
        </p:nvSpPr>
        <p:spPr/>
        <p:txBody>
          <a:bodyPr/>
          <a:lstStyle/>
          <a:p>
            <a:r>
              <a:rPr lang="ar-EG" dirty="0"/>
              <a:t>07</a:t>
            </a:r>
            <a:endParaRPr lang="en-US" dirty="0"/>
          </a:p>
        </p:txBody>
      </p:sp>
    </p:spTree>
    <p:extLst>
      <p:ext uri="{BB962C8B-B14F-4D97-AF65-F5344CB8AC3E}">
        <p14:creationId xmlns:p14="http://schemas.microsoft.com/office/powerpoint/2010/main" val="2372050083"/>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1" y="1645591"/>
            <a:ext cx="10869018" cy="1033463"/>
          </a:xfrm>
          <a:prstGeom prst="rect">
            <a:avLst/>
          </a:prstGeom>
          <a:noFill/>
          <a:ln/>
        </p:spPr>
        <p:txBody>
          <a:bodyPr wrap="square" lIns="0" tIns="0" rIns="0" bIns="0" rtlCol="0" anchor="t"/>
          <a:lstStyle/>
          <a:p>
            <a:pPr algn="r" rtl="1">
              <a:lnSpc>
                <a:spcPts val="4042"/>
              </a:lnSpc>
            </a:pPr>
            <a:endParaRPr lang="en-US" sz="3250" dirty="0"/>
          </a:p>
        </p:txBody>
      </p:sp>
      <p:sp>
        <p:nvSpPr>
          <p:cNvPr id="7" name="Title 6">
            <a:extLst>
              <a:ext uri="{FF2B5EF4-FFF2-40B4-BE49-F238E27FC236}">
                <a16:creationId xmlns:a16="http://schemas.microsoft.com/office/drawing/2014/main" id="{88EA5335-D6EF-74ED-FAEF-D181215DAE38}"/>
              </a:ext>
            </a:extLst>
          </p:cNvPr>
          <p:cNvSpPr>
            <a:spLocks noGrp="1"/>
          </p:cNvSpPr>
          <p:nvPr>
            <p:ph type="title"/>
          </p:nvPr>
        </p:nvSpPr>
        <p:spPr>
          <a:xfrm>
            <a:off x="609601" y="561078"/>
            <a:ext cx="10972800" cy="666261"/>
          </a:xfrm>
        </p:spPr>
        <p:txBody>
          <a:bodyPr/>
          <a:lstStyle/>
          <a:p>
            <a:r>
              <a:rPr lang="ar-SA" dirty="0"/>
              <a:t>المخطط الزمني التشغيلي والتطويري لممارسة البنية المؤسسية للفترة (2026 – 2028)</a:t>
            </a:r>
            <a:endParaRPr lang="en-US" dirty="0"/>
          </a:p>
        </p:txBody>
      </p:sp>
      <p:grpSp>
        <p:nvGrpSpPr>
          <p:cNvPr id="13" name="Group 12">
            <a:extLst>
              <a:ext uri="{FF2B5EF4-FFF2-40B4-BE49-F238E27FC236}">
                <a16:creationId xmlns:a16="http://schemas.microsoft.com/office/drawing/2014/main" id="{0E6794DE-4C71-5B2B-24CD-5736BA3AF8FF}"/>
              </a:ext>
            </a:extLst>
          </p:cNvPr>
          <p:cNvGrpSpPr/>
          <p:nvPr/>
        </p:nvGrpSpPr>
        <p:grpSpPr>
          <a:xfrm>
            <a:off x="8299791" y="1523492"/>
            <a:ext cx="3294324" cy="4221126"/>
            <a:chOff x="8299791" y="1523492"/>
            <a:chExt cx="3294324" cy="4221126"/>
          </a:xfrm>
        </p:grpSpPr>
        <p:sp>
          <p:nvSpPr>
            <p:cNvPr id="3" name="Text 1"/>
            <p:cNvSpPr/>
            <p:nvPr/>
          </p:nvSpPr>
          <p:spPr>
            <a:xfrm>
              <a:off x="8976066" y="1645591"/>
              <a:ext cx="1941773" cy="713184"/>
            </a:xfrm>
            <a:prstGeom prst="rect">
              <a:avLst/>
            </a:prstGeom>
            <a:noFill/>
            <a:ln/>
          </p:spPr>
          <p:txBody>
            <a:bodyPr wrap="none" lIns="0" tIns="0" rIns="0" bIns="0" rtlCol="0" anchor="t"/>
            <a:lstStyle/>
            <a:p>
              <a:pPr algn="ctr" rtl="1">
                <a:lnSpc>
                  <a:spcPts val="5583"/>
                </a:lnSpc>
              </a:pPr>
              <a:r>
                <a:rPr lang="en-US" sz="2800" b="1" dirty="0">
                  <a:solidFill>
                    <a:srgbClr val="4C3C8D"/>
                  </a:solidFill>
                  <a:latin typeface="Sakkal Majalla" panose="02000000000000000000" pitchFamily="2" charset="-78"/>
                  <a:ea typeface="Host Grotesk Medium" pitchFamily="34" charset="-122"/>
                  <a:cs typeface="Sakkal Majalla" panose="02000000000000000000" pitchFamily="2" charset="-78"/>
                </a:rPr>
                <a:t>الإطار العام</a:t>
              </a:r>
              <a:endParaRPr lang="en-US" sz="2800" b="1" dirty="0">
                <a:solidFill>
                  <a:srgbClr val="4C3C8D"/>
                </a:solidFill>
              </a:endParaRPr>
            </a:p>
          </p:txBody>
        </p:sp>
        <p:sp>
          <p:nvSpPr>
            <p:cNvPr id="5" name="Text 1">
              <a:extLst>
                <a:ext uri="{FF2B5EF4-FFF2-40B4-BE49-F238E27FC236}">
                  <a16:creationId xmlns:a16="http://schemas.microsoft.com/office/drawing/2014/main" id="{D9230FE6-18AE-F9EE-B42A-BE2543E8C41A}"/>
                </a:ext>
              </a:extLst>
            </p:cNvPr>
            <p:cNvSpPr/>
            <p:nvPr/>
          </p:nvSpPr>
          <p:spPr>
            <a:xfrm>
              <a:off x="8652438" y="2383958"/>
              <a:ext cx="2589028" cy="618609"/>
            </a:xfrm>
            <a:prstGeom prst="roundRect">
              <a:avLst/>
            </a:prstGeom>
            <a:gradFill>
              <a:gsLst>
                <a:gs pos="0">
                  <a:schemeClr val="accent1"/>
                </a:gs>
                <a:gs pos="51000">
                  <a:srgbClr val="045285"/>
                </a:gs>
                <a:gs pos="100000">
                  <a:schemeClr val="accent2"/>
                </a:gs>
              </a:gsLst>
              <a:lin ang="7800000" scaled="0"/>
            </a:gradFill>
            <a:ln/>
          </p:spPr>
          <p:txBody>
            <a:bodyPr wrap="square" lIns="0" tIns="0" rIns="0" bIns="45720" rtlCol="0" anchor="t">
              <a:spAutoFit/>
            </a:bodyPr>
            <a:lstStyle/>
            <a:p>
              <a:pPr algn="ctr" rtl="1">
                <a:lnSpc>
                  <a:spcPts val="4042"/>
                </a:lnSpc>
              </a:pPr>
              <a:r>
                <a:rPr lang="en-US" sz="2800" b="1" dirty="0">
                  <a:solidFill>
                    <a:schemeClr val="bg1"/>
                  </a:solidFill>
                  <a:latin typeface="Sakkal Majalla" panose="02000000000000000000" pitchFamily="2" charset="-78"/>
                  <a:ea typeface="Host Grotesk Medium" pitchFamily="34" charset="-122"/>
                  <a:cs typeface="Sakkal Majalla" panose="02000000000000000000" pitchFamily="2" charset="-78"/>
                </a:rPr>
                <a:t>نموذج مستدام ومتوازن</a:t>
              </a:r>
              <a:endParaRPr lang="en-US" sz="2800" b="1" dirty="0">
                <a:solidFill>
                  <a:schemeClr val="bg1"/>
                </a:solidFill>
              </a:endParaRPr>
            </a:p>
          </p:txBody>
        </p:sp>
        <p:sp>
          <p:nvSpPr>
            <p:cNvPr id="6" name="Text 2">
              <a:extLst>
                <a:ext uri="{FF2B5EF4-FFF2-40B4-BE49-F238E27FC236}">
                  <a16:creationId xmlns:a16="http://schemas.microsoft.com/office/drawing/2014/main" id="{293917CB-2798-8F45-E473-603D41DFEF0B}"/>
                </a:ext>
              </a:extLst>
            </p:cNvPr>
            <p:cNvSpPr/>
            <p:nvPr/>
          </p:nvSpPr>
          <p:spPr>
            <a:xfrm>
              <a:off x="8299791" y="3258671"/>
              <a:ext cx="3294324" cy="992386"/>
            </a:xfrm>
            <a:prstGeom prst="rect">
              <a:avLst/>
            </a:prstGeom>
            <a:noFill/>
            <a:ln/>
          </p:spPr>
          <p:txBody>
            <a:bodyPr wrap="square" lIns="91440" tIns="0" rIns="91440" bIns="0" rtlCol="0" anchor="t"/>
            <a:lstStyle/>
            <a:p>
              <a:pPr algn="ctr" rtl="1">
                <a:lnSpc>
                  <a:spcPts val="2583"/>
                </a:lnSpc>
              </a:pPr>
              <a:r>
                <a:rPr lang="en-US" sz="1600" dirty="0">
                  <a:solidFill>
                    <a:srgbClr val="384653"/>
                  </a:solidFill>
                  <a:latin typeface="Sakkal Majalla" panose="02000000000000000000" pitchFamily="2" charset="-78"/>
                  <a:ea typeface="Roboto" pitchFamily="34" charset="-122"/>
                  <a:cs typeface="Sakkal Majalla" panose="02000000000000000000" pitchFamily="2" charset="-78"/>
                </a:rPr>
                <a:t>تعتمد الهيئة نموذج تشغيل وتطوير مستدام لممارسة البنية المؤسسية، يوازن بين التحديث السنوي المحدود للوثائق، وبين التشغيل الكامل لأعمال الحوكمة، والامتثال، ودعم التحول الرقمي، ودراسات الجدوى، بما يضمن المواءمة المستمرة مع المتطلبات الوطنية واستراتيجية التحول الرقمي، دون تعطيل الأعمال التشغيلية.</a:t>
              </a:r>
              <a:endParaRPr lang="en-US" sz="1600" dirty="0"/>
            </a:p>
          </p:txBody>
        </p:sp>
        <p:sp>
          <p:nvSpPr>
            <p:cNvPr id="8" name="Rectangle: Rounded Corners 7">
              <a:extLst>
                <a:ext uri="{FF2B5EF4-FFF2-40B4-BE49-F238E27FC236}">
                  <a16:creationId xmlns:a16="http://schemas.microsoft.com/office/drawing/2014/main" id="{5FE99CCD-0598-674D-DF74-2412463D9FC8}"/>
                </a:ext>
              </a:extLst>
            </p:cNvPr>
            <p:cNvSpPr/>
            <p:nvPr/>
          </p:nvSpPr>
          <p:spPr>
            <a:xfrm>
              <a:off x="8299791" y="1523492"/>
              <a:ext cx="3294324" cy="4221126"/>
            </a:xfrm>
            <a:prstGeom prst="roundRect">
              <a:avLst>
                <a:gd name="adj" fmla="val 11344"/>
              </a:avLst>
            </a:prstGeom>
            <a:noFill/>
            <a:ln>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0" name="Group 29">
            <a:extLst>
              <a:ext uri="{FF2B5EF4-FFF2-40B4-BE49-F238E27FC236}">
                <a16:creationId xmlns:a16="http://schemas.microsoft.com/office/drawing/2014/main" id="{BDB14E87-D736-77A7-07D3-310B76FE591F}"/>
              </a:ext>
            </a:extLst>
          </p:cNvPr>
          <p:cNvGrpSpPr/>
          <p:nvPr/>
        </p:nvGrpSpPr>
        <p:grpSpPr>
          <a:xfrm>
            <a:off x="609600" y="1523492"/>
            <a:ext cx="7513673" cy="4221126"/>
            <a:chOff x="609600" y="1523492"/>
            <a:chExt cx="7513673" cy="4221126"/>
          </a:xfrm>
        </p:grpSpPr>
        <p:sp>
          <p:nvSpPr>
            <p:cNvPr id="9" name="Text 1">
              <a:extLst>
                <a:ext uri="{FF2B5EF4-FFF2-40B4-BE49-F238E27FC236}">
                  <a16:creationId xmlns:a16="http://schemas.microsoft.com/office/drawing/2014/main" id="{B27794DA-22C1-8286-0312-6640BCD8F25F}"/>
                </a:ext>
              </a:extLst>
            </p:cNvPr>
            <p:cNvSpPr/>
            <p:nvPr/>
          </p:nvSpPr>
          <p:spPr>
            <a:xfrm>
              <a:off x="2371795" y="1645591"/>
              <a:ext cx="3989283" cy="713184"/>
            </a:xfrm>
            <a:prstGeom prst="rect">
              <a:avLst/>
            </a:prstGeom>
            <a:noFill/>
            <a:ln/>
          </p:spPr>
          <p:txBody>
            <a:bodyPr wrap="none" lIns="0" tIns="0" rIns="0" bIns="0" rtlCol="0" anchor="t"/>
            <a:lstStyle/>
            <a:p>
              <a:pPr algn="ctr" rtl="1">
                <a:lnSpc>
                  <a:spcPts val="5583"/>
                </a:lnSpc>
              </a:pPr>
              <a:r>
                <a:rPr lang="ar-EG" sz="2800" b="1" dirty="0">
                  <a:solidFill>
                    <a:srgbClr val="4C3C8D"/>
                  </a:solidFill>
                  <a:latin typeface="Sakkal Majalla" panose="02000000000000000000" pitchFamily="2" charset="-78"/>
                  <a:ea typeface="Host Grotesk Medium" pitchFamily="34" charset="-122"/>
                  <a:cs typeface="Sakkal Majalla" panose="02000000000000000000" pitchFamily="2" charset="-78"/>
                </a:rPr>
                <a:t>التحديث السنوي</a:t>
              </a:r>
            </a:p>
          </p:txBody>
        </p:sp>
        <p:sp>
          <p:nvSpPr>
            <p:cNvPr id="10" name="Text 1">
              <a:extLst>
                <a:ext uri="{FF2B5EF4-FFF2-40B4-BE49-F238E27FC236}">
                  <a16:creationId xmlns:a16="http://schemas.microsoft.com/office/drawing/2014/main" id="{412007FF-AAB6-DCDB-0BA6-E57B2B737329}"/>
                </a:ext>
              </a:extLst>
            </p:cNvPr>
            <p:cNvSpPr/>
            <p:nvPr/>
          </p:nvSpPr>
          <p:spPr>
            <a:xfrm>
              <a:off x="2174052" y="2383958"/>
              <a:ext cx="4384768" cy="618609"/>
            </a:xfrm>
            <a:prstGeom prst="roundRect">
              <a:avLst/>
            </a:prstGeom>
            <a:gradFill>
              <a:gsLst>
                <a:gs pos="0">
                  <a:schemeClr val="accent1"/>
                </a:gs>
                <a:gs pos="51000">
                  <a:srgbClr val="045285"/>
                </a:gs>
                <a:gs pos="100000">
                  <a:schemeClr val="accent2"/>
                </a:gs>
              </a:gsLst>
              <a:lin ang="7800000" scaled="0"/>
            </a:gradFill>
            <a:ln/>
          </p:spPr>
          <p:txBody>
            <a:bodyPr wrap="square" lIns="0" tIns="0" rIns="0" bIns="45720" rtlCol="0" anchor="t">
              <a:spAutoFit/>
            </a:bodyPr>
            <a:lstStyle/>
            <a:p>
              <a:pPr algn="ctr" rtl="1">
                <a:lnSpc>
                  <a:spcPts val="4042"/>
                </a:lnSpc>
              </a:pPr>
              <a:r>
                <a:rPr lang="ar-EG" sz="2400" b="1" dirty="0">
                  <a:solidFill>
                    <a:schemeClr val="bg1"/>
                  </a:solidFill>
                  <a:latin typeface="Sakkal Majalla" panose="02000000000000000000" pitchFamily="2" charset="-78"/>
                  <a:ea typeface="Host Grotesk Medium" pitchFamily="34" charset="-122"/>
                  <a:cs typeface="Sakkal Majalla" panose="02000000000000000000" pitchFamily="2" charset="-78"/>
                </a:rPr>
                <a:t>في يناير من كل عام  على الأقل او عند الحاجة </a:t>
              </a:r>
              <a:endParaRPr lang="en-US" sz="2400" b="1" dirty="0">
                <a:solidFill>
                  <a:schemeClr val="bg1"/>
                </a:solidFill>
              </a:endParaRPr>
            </a:p>
          </p:txBody>
        </p:sp>
        <p:sp>
          <p:nvSpPr>
            <p:cNvPr id="11" name="Text 2">
              <a:extLst>
                <a:ext uri="{FF2B5EF4-FFF2-40B4-BE49-F238E27FC236}">
                  <a16:creationId xmlns:a16="http://schemas.microsoft.com/office/drawing/2014/main" id="{8A7DBA57-BEE5-CF43-0F69-69EB1272E609}"/>
                </a:ext>
              </a:extLst>
            </p:cNvPr>
            <p:cNvSpPr/>
            <p:nvPr/>
          </p:nvSpPr>
          <p:spPr>
            <a:xfrm>
              <a:off x="2901218" y="3063435"/>
              <a:ext cx="2930436" cy="430827"/>
            </a:xfrm>
            <a:prstGeom prst="rect">
              <a:avLst/>
            </a:prstGeom>
            <a:noFill/>
            <a:ln/>
          </p:spPr>
          <p:txBody>
            <a:bodyPr wrap="square" lIns="91440" tIns="0" rIns="91440" bIns="0" rtlCol="0" anchor="t"/>
            <a:lstStyle/>
            <a:p>
              <a:pPr algn="ctr" rtl="1">
                <a:lnSpc>
                  <a:spcPts val="2583"/>
                </a:lnSpc>
              </a:pPr>
              <a:r>
                <a:rPr lang="ar-EG" sz="1600" b="1" dirty="0">
                  <a:solidFill>
                    <a:srgbClr val="384653"/>
                  </a:solidFill>
                  <a:latin typeface="Sakkal Majalla" panose="02000000000000000000" pitchFamily="2" charset="-78"/>
                  <a:ea typeface="Roboto" pitchFamily="34" charset="-122"/>
                  <a:cs typeface="Sakkal Majalla" panose="02000000000000000000" pitchFamily="2" charset="-78"/>
                </a:rPr>
                <a:t>يشمل التحديث السنوي ما يلي:</a:t>
              </a:r>
              <a:endParaRPr lang="en-US" sz="1600" b="1" dirty="0"/>
            </a:p>
          </p:txBody>
        </p:sp>
        <p:sp>
          <p:nvSpPr>
            <p:cNvPr id="12" name="Rectangle: Rounded Corners 11">
              <a:extLst>
                <a:ext uri="{FF2B5EF4-FFF2-40B4-BE49-F238E27FC236}">
                  <a16:creationId xmlns:a16="http://schemas.microsoft.com/office/drawing/2014/main" id="{ACF12689-0FAA-AFA2-21B9-12E1735A2F23}"/>
                </a:ext>
              </a:extLst>
            </p:cNvPr>
            <p:cNvSpPr/>
            <p:nvPr/>
          </p:nvSpPr>
          <p:spPr>
            <a:xfrm>
              <a:off x="609600" y="1523492"/>
              <a:ext cx="7513673" cy="4221126"/>
            </a:xfrm>
            <a:prstGeom prst="roundRect">
              <a:avLst>
                <a:gd name="adj" fmla="val 7818"/>
              </a:avLst>
            </a:prstGeom>
            <a:noFill/>
            <a:ln>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Isosceles Triangle 13">
              <a:extLst>
                <a:ext uri="{FF2B5EF4-FFF2-40B4-BE49-F238E27FC236}">
                  <a16:creationId xmlns:a16="http://schemas.microsoft.com/office/drawing/2014/main" id="{34A12878-DD88-EE5D-DA87-ED0B3A5AE8D7}"/>
                </a:ext>
              </a:extLst>
            </p:cNvPr>
            <p:cNvSpPr/>
            <p:nvPr/>
          </p:nvSpPr>
          <p:spPr>
            <a:xfrm rot="10800000">
              <a:off x="6951916" y="3618107"/>
              <a:ext cx="180753" cy="136757"/>
            </a:xfrm>
            <a:prstGeom prst="triangle">
              <a:avLst/>
            </a:prstGeom>
            <a:gradFill>
              <a:gsLst>
                <a:gs pos="0">
                  <a:schemeClr val="accent1"/>
                </a:gs>
                <a:gs pos="51000">
                  <a:srgbClr val="045285"/>
                </a:gs>
                <a:gs pos="100000">
                  <a:schemeClr val="accent2"/>
                </a:gs>
              </a:gsLst>
              <a:lin ang="7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Isosceles Triangle 16">
              <a:extLst>
                <a:ext uri="{FF2B5EF4-FFF2-40B4-BE49-F238E27FC236}">
                  <a16:creationId xmlns:a16="http://schemas.microsoft.com/office/drawing/2014/main" id="{F0F4ED98-BA77-D72A-3A0F-4DF685F88B4C}"/>
                </a:ext>
              </a:extLst>
            </p:cNvPr>
            <p:cNvSpPr/>
            <p:nvPr/>
          </p:nvSpPr>
          <p:spPr>
            <a:xfrm rot="10800000">
              <a:off x="5168012" y="3618107"/>
              <a:ext cx="180753" cy="136757"/>
            </a:xfrm>
            <a:prstGeom prst="triangle">
              <a:avLst/>
            </a:prstGeom>
            <a:gradFill>
              <a:gsLst>
                <a:gs pos="0">
                  <a:schemeClr val="accent1"/>
                </a:gs>
                <a:gs pos="51000">
                  <a:srgbClr val="045285"/>
                </a:gs>
                <a:gs pos="100000">
                  <a:schemeClr val="accent2"/>
                </a:gs>
              </a:gsLst>
              <a:lin ang="7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Isosceles Triangle 19">
              <a:extLst>
                <a:ext uri="{FF2B5EF4-FFF2-40B4-BE49-F238E27FC236}">
                  <a16:creationId xmlns:a16="http://schemas.microsoft.com/office/drawing/2014/main" id="{AAD4373A-8E0E-7853-178E-4FF2F870B1E7}"/>
                </a:ext>
              </a:extLst>
            </p:cNvPr>
            <p:cNvSpPr/>
            <p:nvPr/>
          </p:nvSpPr>
          <p:spPr>
            <a:xfrm rot="10800000">
              <a:off x="3384108" y="3618107"/>
              <a:ext cx="180753" cy="136757"/>
            </a:xfrm>
            <a:prstGeom prst="triangle">
              <a:avLst/>
            </a:prstGeom>
            <a:gradFill>
              <a:gsLst>
                <a:gs pos="0">
                  <a:schemeClr val="accent1"/>
                </a:gs>
                <a:gs pos="51000">
                  <a:srgbClr val="045285"/>
                </a:gs>
                <a:gs pos="100000">
                  <a:schemeClr val="accent2"/>
                </a:gs>
              </a:gsLst>
              <a:lin ang="7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Isosceles Triangle 22">
              <a:extLst>
                <a:ext uri="{FF2B5EF4-FFF2-40B4-BE49-F238E27FC236}">
                  <a16:creationId xmlns:a16="http://schemas.microsoft.com/office/drawing/2014/main" id="{83C06D8E-2C29-BEDC-B306-FBCD755F5B1A}"/>
                </a:ext>
              </a:extLst>
            </p:cNvPr>
            <p:cNvSpPr/>
            <p:nvPr/>
          </p:nvSpPr>
          <p:spPr>
            <a:xfrm rot="10800000">
              <a:off x="1600204" y="3618107"/>
              <a:ext cx="180753" cy="136757"/>
            </a:xfrm>
            <a:prstGeom prst="triangle">
              <a:avLst/>
            </a:prstGeom>
            <a:gradFill>
              <a:gsLst>
                <a:gs pos="0">
                  <a:schemeClr val="accent1"/>
                </a:gs>
                <a:gs pos="51000">
                  <a:srgbClr val="045285"/>
                </a:gs>
                <a:gs pos="100000">
                  <a:schemeClr val="accent2"/>
                </a:gs>
              </a:gsLst>
              <a:lin ang="7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6" name="Group 25">
              <a:extLst>
                <a:ext uri="{FF2B5EF4-FFF2-40B4-BE49-F238E27FC236}">
                  <a16:creationId xmlns:a16="http://schemas.microsoft.com/office/drawing/2014/main" id="{EAD278B2-E2E0-84D2-6FC4-9E6D769F28E0}"/>
                </a:ext>
              </a:extLst>
            </p:cNvPr>
            <p:cNvGrpSpPr/>
            <p:nvPr/>
          </p:nvGrpSpPr>
          <p:grpSpPr>
            <a:xfrm>
              <a:off x="6194134" y="3806271"/>
              <a:ext cx="1696317" cy="1067678"/>
              <a:chOff x="5734946" y="3806271"/>
              <a:chExt cx="2062678" cy="1067678"/>
            </a:xfrm>
          </p:grpSpPr>
          <p:sp>
            <p:nvSpPr>
              <p:cNvPr id="15" name="Text 2">
                <a:extLst>
                  <a:ext uri="{FF2B5EF4-FFF2-40B4-BE49-F238E27FC236}">
                    <a16:creationId xmlns:a16="http://schemas.microsoft.com/office/drawing/2014/main" id="{976B4CD5-B74C-7E5C-C480-4FCB1CFE6FD0}"/>
                  </a:ext>
                </a:extLst>
              </p:cNvPr>
              <p:cNvSpPr/>
              <p:nvPr/>
            </p:nvSpPr>
            <p:spPr>
              <a:xfrm>
                <a:off x="5734946" y="3806271"/>
                <a:ext cx="2062678" cy="243256"/>
              </a:xfrm>
              <a:prstGeom prst="rect">
                <a:avLst/>
              </a:prstGeom>
              <a:noFill/>
              <a:ln/>
            </p:spPr>
            <p:txBody>
              <a:bodyPr wrap="none" lIns="91440" tIns="0" rIns="91440" bIns="0" rtlCol="0" anchor="t"/>
              <a:lstStyle/>
              <a:p>
                <a:pPr algn="ctr" rtl="1">
                  <a:lnSpc>
                    <a:spcPts val="2000"/>
                  </a:lnSpc>
                </a:pPr>
                <a:r>
                  <a:rPr lang="en-US" sz="1600" b="1" dirty="0">
                    <a:solidFill>
                      <a:schemeClr val="accent1"/>
                    </a:solidFill>
                    <a:latin typeface="Sakkal Majalla" panose="02000000000000000000" pitchFamily="2" charset="-78"/>
                    <a:ea typeface="Host Grotesk Medium" pitchFamily="34" charset="-122"/>
                    <a:cs typeface="Sakkal Majalla" panose="02000000000000000000" pitchFamily="2" charset="-78"/>
                  </a:rPr>
                  <a:t>المواءمة الاستراتيجية</a:t>
                </a:r>
                <a:endParaRPr lang="en-US" sz="1600" b="1" dirty="0">
                  <a:solidFill>
                    <a:schemeClr val="accent1"/>
                  </a:solidFill>
                </a:endParaRPr>
              </a:p>
            </p:txBody>
          </p:sp>
          <p:sp>
            <p:nvSpPr>
              <p:cNvPr id="16" name="Text 3">
                <a:extLst>
                  <a:ext uri="{FF2B5EF4-FFF2-40B4-BE49-F238E27FC236}">
                    <a16:creationId xmlns:a16="http://schemas.microsoft.com/office/drawing/2014/main" id="{03D49B26-3B48-5CC0-A235-F8119ED2A203}"/>
                  </a:ext>
                </a:extLst>
              </p:cNvPr>
              <p:cNvSpPr/>
              <p:nvPr/>
            </p:nvSpPr>
            <p:spPr>
              <a:xfrm>
                <a:off x="5734946" y="4163954"/>
                <a:ext cx="2062678" cy="709995"/>
              </a:xfrm>
              <a:prstGeom prst="rect">
                <a:avLst/>
              </a:prstGeom>
              <a:noFill/>
              <a:ln/>
            </p:spPr>
            <p:txBody>
              <a:bodyPr wrap="square" lIns="91440" tIns="0" rIns="91440" bIns="0" rtlCol="0" anchor="t"/>
              <a:lstStyle/>
              <a:p>
                <a:pPr marL="228600" indent="-228600" algn="r" rtl="1">
                  <a:lnSpc>
                    <a:spcPct val="90000"/>
                  </a:lnSpc>
                  <a:spcAft>
                    <a:spcPts val="600"/>
                  </a:spcAft>
                  <a:buFont typeface="Arial" panose="020B0604020202020204" pitchFamily="34" charset="0"/>
                  <a:buChar char="•"/>
                </a:pPr>
                <a:r>
                  <a:rPr lang="en-US" sz="1300" dirty="0">
                    <a:solidFill>
                      <a:srgbClr val="384653"/>
                    </a:solidFill>
                    <a:latin typeface="Sakkal Majalla" panose="02000000000000000000" pitchFamily="2" charset="-78"/>
                    <a:ea typeface="Roboto" pitchFamily="34" charset="-122"/>
                    <a:cs typeface="Sakkal Majalla" panose="02000000000000000000" pitchFamily="2" charset="-78"/>
                  </a:rPr>
                  <a:t>مواءمة </a:t>
                </a:r>
                <a:r>
                  <a:rPr lang="ar-EG" sz="1300" dirty="0">
                    <a:solidFill>
                      <a:srgbClr val="384653"/>
                    </a:solidFill>
                    <a:latin typeface="Sakkal Majalla" panose="02000000000000000000" pitchFamily="2" charset="-78"/>
                    <a:ea typeface="Roboto" pitchFamily="34" charset="-122"/>
                    <a:cs typeface="Sakkal Majalla" panose="02000000000000000000" pitchFamily="2" charset="-78"/>
                  </a:rPr>
                  <a:t> / تحديث </a:t>
                </a:r>
                <a:r>
                  <a:rPr lang="en-US" sz="1300" dirty="0">
                    <a:solidFill>
                      <a:srgbClr val="384653"/>
                    </a:solidFill>
                    <a:latin typeface="Sakkal Majalla" panose="02000000000000000000" pitchFamily="2" charset="-78"/>
                    <a:ea typeface="Roboto" pitchFamily="34" charset="-122"/>
                    <a:cs typeface="Sakkal Majalla" panose="02000000000000000000" pitchFamily="2" charset="-78"/>
                  </a:rPr>
                  <a:t>استراتيجية البنية المؤسسية مع استراتيجية التحول الرقمي المعتمدة</a:t>
                </a:r>
              </a:p>
              <a:p>
                <a:pPr marL="228600" indent="-228600" algn="r" rtl="1">
                  <a:lnSpc>
                    <a:spcPct val="90000"/>
                  </a:lnSpc>
                  <a:spcAft>
                    <a:spcPts val="600"/>
                  </a:spcAft>
                  <a:buFont typeface="Arial" panose="020B0604020202020204" pitchFamily="34" charset="0"/>
                  <a:buChar char="•"/>
                </a:pPr>
                <a:r>
                  <a:rPr lang="en-US" sz="1300" dirty="0">
                    <a:solidFill>
                      <a:srgbClr val="384653"/>
                    </a:solidFill>
                    <a:latin typeface="Sakkal Majalla" panose="02000000000000000000" pitchFamily="2" charset="-78"/>
                    <a:ea typeface="Roboto" pitchFamily="34" charset="-122"/>
                    <a:cs typeface="Sakkal Majalla" panose="02000000000000000000" pitchFamily="2" charset="-78"/>
                  </a:rPr>
                  <a:t>مواءمة</a:t>
                </a:r>
                <a:r>
                  <a:rPr lang="ar-EG" sz="1300" dirty="0">
                    <a:solidFill>
                      <a:srgbClr val="384653"/>
                    </a:solidFill>
                    <a:latin typeface="Sakkal Majalla" panose="02000000000000000000" pitchFamily="2" charset="-78"/>
                    <a:ea typeface="Roboto" pitchFamily="34" charset="-122"/>
                    <a:cs typeface="Sakkal Majalla" panose="02000000000000000000" pitchFamily="2" charset="-78"/>
                  </a:rPr>
                  <a:t> / تحديث</a:t>
                </a:r>
                <a:r>
                  <a:rPr lang="en-US" sz="1300" dirty="0">
                    <a:solidFill>
                      <a:srgbClr val="384653"/>
                    </a:solidFill>
                    <a:latin typeface="Sakkal Majalla" panose="02000000000000000000" pitchFamily="2" charset="-78"/>
                    <a:ea typeface="Roboto" pitchFamily="34" charset="-122"/>
                    <a:cs typeface="Sakkal Majalla" panose="02000000000000000000" pitchFamily="2" charset="-78"/>
                  </a:rPr>
                  <a:t> استراتيجية البنية المؤسسية </a:t>
                </a:r>
                <a:r>
                  <a:rPr lang="en-US" sz="1300" dirty="0" err="1">
                    <a:solidFill>
                      <a:srgbClr val="384653"/>
                    </a:solidFill>
                    <a:latin typeface="Sakkal Majalla" panose="02000000000000000000" pitchFamily="2" charset="-78"/>
                    <a:ea typeface="Roboto" pitchFamily="34" charset="-122"/>
                    <a:cs typeface="Sakkal Majalla" panose="02000000000000000000" pitchFamily="2" charset="-78"/>
                  </a:rPr>
                  <a:t>مع</a:t>
                </a:r>
                <a:r>
                  <a:rPr lang="en-US" sz="1300" dirty="0">
                    <a:solidFill>
                      <a:srgbClr val="384653"/>
                    </a:solidFill>
                    <a:latin typeface="Sakkal Majalla" panose="02000000000000000000" pitchFamily="2" charset="-78"/>
                    <a:ea typeface="Roboto" pitchFamily="34" charset="-122"/>
                    <a:cs typeface="Sakkal Majalla" panose="02000000000000000000" pitchFamily="2" charset="-78"/>
                  </a:rPr>
                  <a:t> </a:t>
                </a:r>
                <a:r>
                  <a:rPr lang="ar-EG" sz="1300" dirty="0">
                    <a:solidFill>
                      <a:srgbClr val="384653"/>
                    </a:solidFill>
                    <a:latin typeface="Sakkal Majalla" panose="02000000000000000000" pitchFamily="2" charset="-78"/>
                    <a:ea typeface="Roboto" pitchFamily="34" charset="-122"/>
                    <a:cs typeface="Sakkal Majalla" panose="02000000000000000000" pitchFamily="2" charset="-78"/>
                  </a:rPr>
                  <a:t>ال</a:t>
                </a:r>
                <a:r>
                  <a:rPr lang="en-US" sz="1300" dirty="0">
                    <a:solidFill>
                      <a:srgbClr val="384653"/>
                    </a:solidFill>
                    <a:latin typeface="Sakkal Majalla" panose="02000000000000000000" pitchFamily="2" charset="-78"/>
                    <a:ea typeface="Roboto" pitchFamily="34" charset="-122"/>
                    <a:cs typeface="Sakkal Majalla" panose="02000000000000000000" pitchFamily="2" charset="-78"/>
                  </a:rPr>
                  <a:t>استراتيجي</a:t>
                </a:r>
                <a:r>
                  <a:rPr lang="ar-EG" sz="1300" dirty="0">
                    <a:solidFill>
                      <a:srgbClr val="384653"/>
                    </a:solidFill>
                    <a:latin typeface="Sakkal Majalla" panose="02000000000000000000" pitchFamily="2" charset="-78"/>
                    <a:ea typeface="Roboto" pitchFamily="34" charset="-122"/>
                    <a:cs typeface="Sakkal Majalla" panose="02000000000000000000" pitchFamily="2" charset="-78"/>
                  </a:rPr>
                  <a:t>ات الرقمية المعتمدة في الهيئة</a:t>
                </a:r>
                <a:endParaRPr lang="en-US" sz="1300" dirty="0">
                  <a:solidFill>
                    <a:srgbClr val="384653"/>
                  </a:solidFill>
                  <a:latin typeface="Sakkal Majalla" panose="02000000000000000000" pitchFamily="2" charset="-78"/>
                  <a:ea typeface="Roboto" pitchFamily="34" charset="-122"/>
                  <a:cs typeface="Sakkal Majalla" panose="02000000000000000000" pitchFamily="2" charset="-78"/>
                </a:endParaRPr>
              </a:p>
            </p:txBody>
          </p:sp>
        </p:grpSp>
        <p:grpSp>
          <p:nvGrpSpPr>
            <p:cNvPr id="27" name="Group 26">
              <a:extLst>
                <a:ext uri="{FF2B5EF4-FFF2-40B4-BE49-F238E27FC236}">
                  <a16:creationId xmlns:a16="http://schemas.microsoft.com/office/drawing/2014/main" id="{4DBA2549-0C0D-F7B1-40F8-FBD61774830A}"/>
                </a:ext>
              </a:extLst>
            </p:cNvPr>
            <p:cNvGrpSpPr/>
            <p:nvPr/>
          </p:nvGrpSpPr>
          <p:grpSpPr>
            <a:xfrm>
              <a:off x="4410230" y="3806271"/>
              <a:ext cx="1696317" cy="1067678"/>
              <a:chOff x="3422137" y="3806271"/>
              <a:chExt cx="2062678" cy="1067678"/>
            </a:xfrm>
          </p:grpSpPr>
          <p:sp>
            <p:nvSpPr>
              <p:cNvPr id="18" name="Text 2">
                <a:extLst>
                  <a:ext uri="{FF2B5EF4-FFF2-40B4-BE49-F238E27FC236}">
                    <a16:creationId xmlns:a16="http://schemas.microsoft.com/office/drawing/2014/main" id="{C5853738-B6DD-FFFC-724F-5223EA83CC80}"/>
                  </a:ext>
                </a:extLst>
              </p:cNvPr>
              <p:cNvSpPr/>
              <p:nvPr/>
            </p:nvSpPr>
            <p:spPr>
              <a:xfrm>
                <a:off x="3422137" y="3806271"/>
                <a:ext cx="2062678" cy="243256"/>
              </a:xfrm>
              <a:prstGeom prst="rect">
                <a:avLst/>
              </a:prstGeom>
              <a:noFill/>
              <a:ln/>
            </p:spPr>
            <p:txBody>
              <a:bodyPr wrap="none" lIns="91440" tIns="0" rIns="91440" bIns="0" rtlCol="0" anchor="t"/>
              <a:lstStyle/>
              <a:p>
                <a:pPr algn="ctr" rtl="1">
                  <a:lnSpc>
                    <a:spcPts val="2000"/>
                  </a:lnSpc>
                </a:pPr>
                <a:r>
                  <a:rPr lang="ar-EG" sz="1600" b="1" dirty="0">
                    <a:solidFill>
                      <a:schemeClr val="accent1"/>
                    </a:solidFill>
                    <a:latin typeface="Sakkal Majalla" panose="02000000000000000000" pitchFamily="2" charset="-78"/>
                    <a:ea typeface="Host Grotesk Medium" pitchFamily="34" charset="-122"/>
                    <a:cs typeface="Sakkal Majalla" panose="02000000000000000000" pitchFamily="2" charset="-78"/>
                  </a:rPr>
                  <a:t>تحديث خارطة الطريق</a:t>
                </a:r>
              </a:p>
            </p:txBody>
          </p:sp>
          <p:sp>
            <p:nvSpPr>
              <p:cNvPr id="19" name="Text 3">
                <a:extLst>
                  <a:ext uri="{FF2B5EF4-FFF2-40B4-BE49-F238E27FC236}">
                    <a16:creationId xmlns:a16="http://schemas.microsoft.com/office/drawing/2014/main" id="{9343D3DF-A30C-CF0B-5147-3E1B05AA5366}"/>
                  </a:ext>
                </a:extLst>
              </p:cNvPr>
              <p:cNvSpPr/>
              <p:nvPr/>
            </p:nvSpPr>
            <p:spPr>
              <a:xfrm>
                <a:off x="3422137" y="4163954"/>
                <a:ext cx="2062678" cy="709995"/>
              </a:xfrm>
              <a:prstGeom prst="rect">
                <a:avLst/>
              </a:prstGeom>
              <a:noFill/>
              <a:ln/>
            </p:spPr>
            <p:txBody>
              <a:bodyPr wrap="square" lIns="91440" tIns="0" rIns="91440" bIns="0" rtlCol="0" anchor="t"/>
              <a:lstStyle/>
              <a:p>
                <a:pPr algn="r" rtl="1">
                  <a:lnSpc>
                    <a:spcPct val="90000"/>
                  </a:lnSpc>
                  <a:spcAft>
                    <a:spcPts val="600"/>
                  </a:spcAft>
                </a:pPr>
                <a:r>
                  <a:rPr lang="ar-EG" sz="1300" dirty="0">
                    <a:solidFill>
                      <a:srgbClr val="384653"/>
                    </a:solidFill>
                    <a:latin typeface="Sakkal Majalla" panose="02000000000000000000" pitchFamily="2" charset="-78"/>
                    <a:ea typeface="Roboto" pitchFamily="34" charset="-122"/>
                    <a:cs typeface="Sakkal Majalla" panose="02000000000000000000" pitchFamily="2" charset="-78"/>
                  </a:rPr>
                  <a:t>تحديث خارطة الطريق المعمارية وفق:</a:t>
                </a:r>
              </a:p>
              <a:p>
                <a:pPr marL="228600" indent="-228600" algn="r" rtl="1">
                  <a:lnSpc>
                    <a:spcPct val="90000"/>
                  </a:lnSpc>
                  <a:spcAft>
                    <a:spcPts val="600"/>
                  </a:spcAft>
                  <a:buFont typeface="Arial" panose="020B0604020202020204" pitchFamily="34" charset="0"/>
                  <a:buChar char="•"/>
                </a:pPr>
                <a:r>
                  <a:rPr lang="ar-EG" sz="1300" dirty="0">
                    <a:solidFill>
                      <a:srgbClr val="384653"/>
                    </a:solidFill>
                    <a:latin typeface="Sakkal Majalla" panose="02000000000000000000" pitchFamily="2" charset="-78"/>
                    <a:ea typeface="Roboto" pitchFamily="34" charset="-122"/>
                    <a:cs typeface="Sakkal Majalla" panose="02000000000000000000" pitchFamily="2" charset="-78"/>
                  </a:rPr>
                  <a:t>تقدم المبادرات</a:t>
                </a:r>
              </a:p>
              <a:p>
                <a:pPr marL="228600" indent="-228600" algn="r" rtl="1">
                  <a:lnSpc>
                    <a:spcPct val="90000"/>
                  </a:lnSpc>
                  <a:spcAft>
                    <a:spcPts val="600"/>
                  </a:spcAft>
                  <a:buFont typeface="Arial" panose="020B0604020202020204" pitchFamily="34" charset="0"/>
                  <a:buChar char="•"/>
                </a:pPr>
                <a:r>
                  <a:rPr lang="ar-EG" sz="1300" dirty="0">
                    <a:solidFill>
                      <a:srgbClr val="384653"/>
                    </a:solidFill>
                    <a:latin typeface="Sakkal Majalla" panose="02000000000000000000" pitchFamily="2" charset="-78"/>
                    <a:ea typeface="Roboto" pitchFamily="34" charset="-122"/>
                    <a:cs typeface="Sakkal Majalla" panose="02000000000000000000" pitchFamily="2" charset="-78"/>
                  </a:rPr>
                  <a:t>أولويات التحول الرقمي</a:t>
                </a:r>
              </a:p>
              <a:p>
                <a:pPr marL="228600" indent="-228600" algn="r" rtl="1">
                  <a:lnSpc>
                    <a:spcPct val="90000"/>
                  </a:lnSpc>
                  <a:spcAft>
                    <a:spcPts val="600"/>
                  </a:spcAft>
                  <a:buFont typeface="Arial" panose="020B0604020202020204" pitchFamily="34" charset="0"/>
                  <a:buChar char="•"/>
                </a:pPr>
                <a:r>
                  <a:rPr lang="ar-EG" sz="1300" dirty="0">
                    <a:solidFill>
                      <a:srgbClr val="384653"/>
                    </a:solidFill>
                    <a:latin typeface="Sakkal Majalla" panose="02000000000000000000" pitchFamily="2" charset="-78"/>
                    <a:ea typeface="Roboto" pitchFamily="34" charset="-122"/>
                    <a:cs typeface="Sakkal Majalla" panose="02000000000000000000" pitchFamily="2" charset="-78"/>
                  </a:rPr>
                  <a:t>المتطلبات الوطنية </a:t>
                </a:r>
                <a:r>
                  <a:rPr lang="en-US" sz="1300" dirty="0">
                    <a:solidFill>
                      <a:srgbClr val="384653"/>
                    </a:solidFill>
                    <a:latin typeface="Sakkal Majalla" panose="02000000000000000000" pitchFamily="2" charset="-78"/>
                    <a:ea typeface="Roboto" pitchFamily="34" charset="-122"/>
                    <a:cs typeface="Sakkal Majalla" panose="02000000000000000000" pitchFamily="2" charset="-78"/>
                  </a:rPr>
                  <a:t>NORA، DGA، NDMO</a:t>
                </a:r>
              </a:p>
              <a:p>
                <a:pPr marL="285750" indent="-285750" algn="r" rtl="1">
                  <a:lnSpc>
                    <a:spcPct val="90000"/>
                  </a:lnSpc>
                  <a:spcAft>
                    <a:spcPts val="600"/>
                  </a:spcAft>
                  <a:buFont typeface="Arial" panose="020B0604020202020204" pitchFamily="34" charset="0"/>
                  <a:buChar char="•"/>
                </a:pPr>
                <a:endParaRPr lang="en-US" sz="1300" dirty="0">
                  <a:solidFill>
                    <a:srgbClr val="384653"/>
                  </a:solidFill>
                  <a:latin typeface="Sakkal Majalla" panose="02000000000000000000" pitchFamily="2" charset="-78"/>
                  <a:ea typeface="Roboto" pitchFamily="34" charset="-122"/>
                  <a:cs typeface="Sakkal Majalla" panose="02000000000000000000" pitchFamily="2" charset="-78"/>
                </a:endParaRPr>
              </a:p>
            </p:txBody>
          </p:sp>
        </p:grpSp>
        <p:grpSp>
          <p:nvGrpSpPr>
            <p:cNvPr id="28" name="Group 27">
              <a:extLst>
                <a:ext uri="{FF2B5EF4-FFF2-40B4-BE49-F238E27FC236}">
                  <a16:creationId xmlns:a16="http://schemas.microsoft.com/office/drawing/2014/main" id="{3D52C8BA-3CE0-9CDA-C6DE-860EEEABB80A}"/>
                </a:ext>
              </a:extLst>
            </p:cNvPr>
            <p:cNvGrpSpPr/>
            <p:nvPr/>
          </p:nvGrpSpPr>
          <p:grpSpPr>
            <a:xfrm>
              <a:off x="2626326" y="3806271"/>
              <a:ext cx="1696317" cy="1067678"/>
              <a:chOff x="1269083" y="3806271"/>
              <a:chExt cx="2062678" cy="1067678"/>
            </a:xfrm>
          </p:grpSpPr>
          <p:sp>
            <p:nvSpPr>
              <p:cNvPr id="21" name="Text 2">
                <a:extLst>
                  <a:ext uri="{FF2B5EF4-FFF2-40B4-BE49-F238E27FC236}">
                    <a16:creationId xmlns:a16="http://schemas.microsoft.com/office/drawing/2014/main" id="{5596619B-FD15-8C09-900F-76D92E6F798F}"/>
                  </a:ext>
                </a:extLst>
              </p:cNvPr>
              <p:cNvSpPr/>
              <p:nvPr/>
            </p:nvSpPr>
            <p:spPr>
              <a:xfrm>
                <a:off x="1269083" y="3806271"/>
                <a:ext cx="2062678" cy="243256"/>
              </a:xfrm>
              <a:prstGeom prst="rect">
                <a:avLst/>
              </a:prstGeom>
              <a:noFill/>
              <a:ln/>
            </p:spPr>
            <p:txBody>
              <a:bodyPr wrap="none" lIns="91440" tIns="0" rIns="91440" bIns="0" rtlCol="0" anchor="t"/>
              <a:lstStyle/>
              <a:p>
                <a:pPr algn="ctr" rtl="1">
                  <a:lnSpc>
                    <a:spcPts val="2000"/>
                  </a:lnSpc>
                </a:pPr>
                <a:r>
                  <a:rPr lang="ar-EG" sz="1600" b="1" dirty="0">
                    <a:solidFill>
                      <a:schemeClr val="accent1"/>
                    </a:solidFill>
                    <a:latin typeface="Sakkal Majalla" panose="02000000000000000000" pitchFamily="2" charset="-78"/>
                    <a:ea typeface="Host Grotesk Medium" pitchFamily="34" charset="-122"/>
                    <a:cs typeface="Sakkal Majalla" panose="02000000000000000000" pitchFamily="2" charset="-78"/>
                  </a:rPr>
                  <a:t>المراجعة والتحديث</a:t>
                </a:r>
              </a:p>
            </p:txBody>
          </p:sp>
          <p:sp>
            <p:nvSpPr>
              <p:cNvPr id="22" name="Text 3">
                <a:extLst>
                  <a:ext uri="{FF2B5EF4-FFF2-40B4-BE49-F238E27FC236}">
                    <a16:creationId xmlns:a16="http://schemas.microsoft.com/office/drawing/2014/main" id="{252406CF-A589-3507-5161-15DE2CA1F57A}"/>
                  </a:ext>
                </a:extLst>
              </p:cNvPr>
              <p:cNvSpPr/>
              <p:nvPr/>
            </p:nvSpPr>
            <p:spPr>
              <a:xfrm>
                <a:off x="1269083" y="4163954"/>
                <a:ext cx="2062678" cy="709995"/>
              </a:xfrm>
              <a:prstGeom prst="rect">
                <a:avLst/>
              </a:prstGeom>
              <a:noFill/>
              <a:ln/>
            </p:spPr>
            <p:txBody>
              <a:bodyPr wrap="square" lIns="91440" tIns="0" rIns="91440" bIns="0" rtlCol="0" anchor="t"/>
              <a:lstStyle/>
              <a:p>
                <a:pPr algn="r" rtl="1">
                  <a:lnSpc>
                    <a:spcPct val="90000"/>
                  </a:lnSpc>
                  <a:spcAft>
                    <a:spcPts val="600"/>
                  </a:spcAft>
                </a:pPr>
                <a:r>
                  <a:rPr lang="ar-EG" sz="1300" dirty="0">
                    <a:solidFill>
                      <a:srgbClr val="384653"/>
                    </a:solidFill>
                    <a:latin typeface="Sakkal Majalla" panose="02000000000000000000" pitchFamily="2" charset="-78"/>
                    <a:ea typeface="Roboto" pitchFamily="34" charset="-122"/>
                    <a:cs typeface="Sakkal Majalla" panose="02000000000000000000" pitchFamily="2" charset="-78"/>
                  </a:rPr>
                  <a:t>مراجعة وتحديث عند الحاجة :</a:t>
                </a:r>
              </a:p>
              <a:p>
                <a:pPr marL="228600" indent="-228600" algn="r" rtl="1">
                  <a:lnSpc>
                    <a:spcPct val="90000"/>
                  </a:lnSpc>
                  <a:spcAft>
                    <a:spcPts val="600"/>
                  </a:spcAft>
                  <a:buFont typeface="Arial" panose="020B0604020202020204" pitchFamily="34" charset="0"/>
                  <a:buChar char="•"/>
                </a:pPr>
                <a:r>
                  <a:rPr lang="ar-EG" sz="1300" dirty="0">
                    <a:solidFill>
                      <a:srgbClr val="384653"/>
                    </a:solidFill>
                    <a:latin typeface="Sakkal Majalla" panose="02000000000000000000" pitchFamily="2" charset="-78"/>
                    <a:ea typeface="Roboto" pitchFamily="34" charset="-122"/>
                    <a:cs typeface="Sakkal Majalla" panose="02000000000000000000" pitchFamily="2" charset="-78"/>
                  </a:rPr>
                  <a:t>مبادئ البنية المؤسسية</a:t>
                </a:r>
              </a:p>
              <a:p>
                <a:pPr marL="228600" indent="-228600" algn="r" rtl="1">
                  <a:lnSpc>
                    <a:spcPct val="90000"/>
                  </a:lnSpc>
                  <a:spcAft>
                    <a:spcPts val="600"/>
                  </a:spcAft>
                  <a:buFont typeface="Arial" panose="020B0604020202020204" pitchFamily="34" charset="0"/>
                  <a:buChar char="•"/>
                </a:pPr>
                <a:r>
                  <a:rPr lang="ar-EG" sz="1300" dirty="0">
                    <a:solidFill>
                      <a:srgbClr val="384653"/>
                    </a:solidFill>
                    <a:latin typeface="Sakkal Majalla" panose="02000000000000000000" pitchFamily="2" charset="-78"/>
                    <a:ea typeface="Roboto" pitchFamily="34" charset="-122"/>
                    <a:cs typeface="Sakkal Majalla" panose="02000000000000000000" pitchFamily="2" charset="-78"/>
                  </a:rPr>
                  <a:t>مبادئ البنية المؤسسية</a:t>
                </a:r>
              </a:p>
              <a:p>
                <a:pPr marL="228600" indent="-228600" algn="r" rtl="1">
                  <a:lnSpc>
                    <a:spcPct val="90000"/>
                  </a:lnSpc>
                  <a:spcAft>
                    <a:spcPts val="600"/>
                  </a:spcAft>
                  <a:buFont typeface="Arial" panose="020B0604020202020204" pitchFamily="34" charset="0"/>
                  <a:buChar char="•"/>
                </a:pPr>
                <a:r>
                  <a:rPr lang="ar-EG" sz="1300" dirty="0">
                    <a:solidFill>
                      <a:srgbClr val="384653"/>
                    </a:solidFill>
                    <a:latin typeface="Sakkal Majalla" panose="02000000000000000000" pitchFamily="2" charset="-78"/>
                    <a:ea typeface="Roboto" pitchFamily="34" charset="-122"/>
                    <a:cs typeface="Sakkal Majalla" panose="02000000000000000000" pitchFamily="2" charset="-78"/>
                  </a:rPr>
                  <a:t>مؤشرات الأداء وحدود القياس</a:t>
                </a:r>
              </a:p>
            </p:txBody>
          </p:sp>
        </p:grpSp>
        <p:grpSp>
          <p:nvGrpSpPr>
            <p:cNvPr id="29" name="Group 28">
              <a:extLst>
                <a:ext uri="{FF2B5EF4-FFF2-40B4-BE49-F238E27FC236}">
                  <a16:creationId xmlns:a16="http://schemas.microsoft.com/office/drawing/2014/main" id="{E476ED3D-6C4B-9A63-62E1-C08C405791EE}"/>
                </a:ext>
              </a:extLst>
            </p:cNvPr>
            <p:cNvGrpSpPr/>
            <p:nvPr/>
          </p:nvGrpSpPr>
          <p:grpSpPr>
            <a:xfrm>
              <a:off x="842422" y="3806271"/>
              <a:ext cx="1696317" cy="1067678"/>
              <a:chOff x="-772597" y="3806271"/>
              <a:chExt cx="2062678" cy="1067678"/>
            </a:xfrm>
          </p:grpSpPr>
          <p:sp>
            <p:nvSpPr>
              <p:cNvPr id="24" name="Text 2">
                <a:extLst>
                  <a:ext uri="{FF2B5EF4-FFF2-40B4-BE49-F238E27FC236}">
                    <a16:creationId xmlns:a16="http://schemas.microsoft.com/office/drawing/2014/main" id="{85F23D82-F5C8-AC5F-C98B-BDECFD93981D}"/>
                  </a:ext>
                </a:extLst>
              </p:cNvPr>
              <p:cNvSpPr/>
              <p:nvPr/>
            </p:nvSpPr>
            <p:spPr>
              <a:xfrm>
                <a:off x="-772597" y="3806271"/>
                <a:ext cx="2062678" cy="243256"/>
              </a:xfrm>
              <a:prstGeom prst="rect">
                <a:avLst/>
              </a:prstGeom>
              <a:noFill/>
              <a:ln/>
            </p:spPr>
            <p:txBody>
              <a:bodyPr wrap="none" lIns="91440" tIns="0" rIns="91440" bIns="0" rtlCol="0" anchor="t"/>
              <a:lstStyle/>
              <a:p>
                <a:pPr algn="ctr" rtl="1">
                  <a:lnSpc>
                    <a:spcPts val="2000"/>
                  </a:lnSpc>
                </a:pPr>
                <a:r>
                  <a:rPr lang="ar-EG" sz="1600" b="1" dirty="0">
                    <a:solidFill>
                      <a:schemeClr val="accent1"/>
                    </a:solidFill>
                    <a:latin typeface="Sakkal Majalla" panose="02000000000000000000" pitchFamily="2" charset="-78"/>
                    <a:ea typeface="Host Grotesk Medium" pitchFamily="34" charset="-122"/>
                    <a:cs typeface="Sakkal Majalla" panose="02000000000000000000" pitchFamily="2" charset="-78"/>
                  </a:rPr>
                  <a:t>الاعتماد الرسمي</a:t>
                </a:r>
              </a:p>
            </p:txBody>
          </p:sp>
          <p:sp>
            <p:nvSpPr>
              <p:cNvPr id="25" name="Text 3">
                <a:extLst>
                  <a:ext uri="{FF2B5EF4-FFF2-40B4-BE49-F238E27FC236}">
                    <a16:creationId xmlns:a16="http://schemas.microsoft.com/office/drawing/2014/main" id="{C8FC9BE1-AD59-D804-6293-A4867C54D5A3}"/>
                  </a:ext>
                </a:extLst>
              </p:cNvPr>
              <p:cNvSpPr/>
              <p:nvPr/>
            </p:nvSpPr>
            <p:spPr>
              <a:xfrm>
                <a:off x="-772597" y="4163954"/>
                <a:ext cx="2062678" cy="709995"/>
              </a:xfrm>
              <a:prstGeom prst="rect">
                <a:avLst/>
              </a:prstGeom>
              <a:noFill/>
              <a:ln/>
            </p:spPr>
            <p:txBody>
              <a:bodyPr wrap="square" lIns="91440" tIns="0" rIns="91440" bIns="0" rtlCol="0" anchor="t"/>
              <a:lstStyle/>
              <a:p>
                <a:pPr algn="r" rtl="1">
                  <a:lnSpc>
                    <a:spcPct val="90000"/>
                  </a:lnSpc>
                  <a:spcAft>
                    <a:spcPts val="600"/>
                  </a:spcAft>
                </a:pPr>
                <a:r>
                  <a:rPr lang="ar-EG" sz="1300" dirty="0">
                    <a:solidFill>
                      <a:srgbClr val="384653"/>
                    </a:solidFill>
                    <a:latin typeface="Sakkal Majalla" panose="02000000000000000000" pitchFamily="2" charset="-78"/>
                    <a:ea typeface="Roboto" pitchFamily="34" charset="-122"/>
                    <a:cs typeface="Sakkal Majalla" panose="02000000000000000000" pitchFamily="2" charset="-78"/>
                  </a:rPr>
                  <a:t>اعتماد النسخ المحدثة من وثائق البنية المؤسسية من لجنة الحوكمة مع استمرار اعمال البنية المؤسسية التشغيلية</a:t>
                </a:r>
              </a:p>
            </p:txBody>
          </p:sp>
        </p:grpSp>
      </p:grpSp>
      <p:sp>
        <p:nvSpPr>
          <p:cNvPr id="4" name="Slide Number Placeholder 3">
            <a:extLst>
              <a:ext uri="{FF2B5EF4-FFF2-40B4-BE49-F238E27FC236}">
                <a16:creationId xmlns:a16="http://schemas.microsoft.com/office/drawing/2014/main" id="{186E3D8E-9A9D-CD1A-C320-D65BD5E7C1FB}"/>
              </a:ext>
            </a:extLst>
          </p:cNvPr>
          <p:cNvSpPr>
            <a:spLocks noGrp="1"/>
          </p:cNvSpPr>
          <p:nvPr>
            <p:ph type="sldNum" sz="quarter" idx="12"/>
          </p:nvPr>
        </p:nvSpPr>
        <p:spPr/>
        <p:txBody>
          <a:bodyPr/>
          <a:lstStyle/>
          <a:p>
            <a:fld id="{0BE4EC83-A869-464E-AE9F-881796FB085E}" type="slidenum">
              <a:rPr lang="en-US" smtClean="0"/>
              <a:t>61</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467B4-9896-6443-B102-1870CE98FFDC}"/>
            </a:ext>
          </a:extLst>
        </p:cNvPr>
        <p:cNvGrpSpPr/>
        <p:nvPr/>
      </p:nvGrpSpPr>
      <p:grpSpPr>
        <a:xfrm>
          <a:off x="0" y="0"/>
          <a:ext cx="0" cy="0"/>
          <a:chOff x="0" y="0"/>
          <a:chExt cx="0" cy="0"/>
        </a:xfrm>
      </p:grpSpPr>
      <p:pic>
        <p:nvPicPr>
          <p:cNvPr id="61" name="Picture 60">
            <a:extLst>
              <a:ext uri="{FF2B5EF4-FFF2-40B4-BE49-F238E27FC236}">
                <a16:creationId xmlns:a16="http://schemas.microsoft.com/office/drawing/2014/main" id="{01039AEC-6394-F5E2-380C-75848793508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8A5007E1-7056-8999-72DC-3A660928AACF}"/>
              </a:ext>
            </a:extLst>
          </p:cNvPr>
          <p:cNvSpPr txBox="1"/>
          <p:nvPr/>
        </p:nvSpPr>
        <p:spPr>
          <a:xfrm>
            <a:off x="7021336" y="1283196"/>
            <a:ext cx="4561064" cy="1215717"/>
          </a:xfrm>
          <a:prstGeom prst="rect">
            <a:avLst/>
          </a:prstGeom>
          <a:noFill/>
        </p:spPr>
        <p:txBody>
          <a:bodyPr wrap="square" lIns="0" rIns="0">
            <a:spAutoFit/>
          </a:bodyPr>
          <a:lstStyle/>
          <a:p>
            <a:pPr marR="0" algn="r" rtl="1">
              <a:lnSpc>
                <a:spcPct val="90000"/>
              </a:lnSpc>
            </a:pPr>
            <a:r>
              <a:rPr lang="ar-EG" sz="4000" b="1" dirty="0">
                <a:solidFill>
                  <a:schemeClr val="bg1"/>
                </a:solidFill>
                <a:effectLst/>
                <a:latin typeface="Sakkal Majalla" panose="02000000000000000000" pitchFamily="2" charset="-78"/>
                <a:ea typeface="Arial" panose="020B0604020202020204" pitchFamily="34" charset="0"/>
                <a:cs typeface="Sakkal Majalla" panose="02000000000000000000" pitchFamily="2" charset="-78"/>
              </a:rPr>
              <a:t>التشغيل لممارسة البنية المؤسسية</a:t>
            </a:r>
            <a:endParaRPr lang="en-GB" sz="4000" b="1" dirty="0">
              <a:solidFill>
                <a:schemeClr val="bg1"/>
              </a:solidFill>
              <a:effectLst/>
              <a:latin typeface="Sakkal Majalla" panose="02000000000000000000" pitchFamily="2" charset="-78"/>
              <a:ea typeface="Arial" panose="020B0604020202020204" pitchFamily="34" charset="0"/>
              <a:cs typeface="Sakkal Majalla" panose="02000000000000000000" pitchFamily="2" charset="-78"/>
            </a:endParaRPr>
          </a:p>
        </p:txBody>
      </p:sp>
      <p:sp>
        <p:nvSpPr>
          <p:cNvPr id="9" name="Freeform 3">
            <a:extLst>
              <a:ext uri="{FF2B5EF4-FFF2-40B4-BE49-F238E27FC236}">
                <a16:creationId xmlns:a16="http://schemas.microsoft.com/office/drawing/2014/main" id="{6A5205E8-98EB-D646-30D2-A9454D48F6CC}"/>
              </a:ext>
            </a:extLst>
          </p:cNvPr>
          <p:cNvSpPr/>
          <p:nvPr/>
        </p:nvSpPr>
        <p:spPr>
          <a:xfrm>
            <a:off x="2331349" y="2307932"/>
            <a:ext cx="1087300" cy="991201"/>
          </a:xfrm>
          <a:custGeom>
            <a:avLst/>
            <a:gdLst>
              <a:gd name="connsiteX0" fmla="*/ 1274371 w 1274371"/>
              <a:gd name="connsiteY0" fmla="*/ 0 h 1161738"/>
              <a:gd name="connsiteX1" fmla="*/ 1274371 w 1274371"/>
              <a:gd name="connsiteY1" fmla="*/ 874048 h 1161738"/>
              <a:gd name="connsiteX2" fmla="*/ 1207399 w 1274371"/>
              <a:gd name="connsiteY2" fmla="*/ 877429 h 1161738"/>
              <a:gd name="connsiteX3" fmla="*/ 757115 w 1274371"/>
              <a:gd name="connsiteY3" fmla="*/ 1091627 h 1161738"/>
              <a:gd name="connsiteX4" fmla="*/ 699269 w 1274371"/>
              <a:gd name="connsiteY4" fmla="*/ 1161738 h 1161738"/>
              <a:gd name="connsiteX5" fmla="*/ 0 w 1274371"/>
              <a:gd name="connsiteY5" fmla="*/ 634801 h 1161738"/>
              <a:gd name="connsiteX6" fmla="*/ 34610 w 1274371"/>
              <a:gd name="connsiteY6" fmla="*/ 588517 h 1161738"/>
              <a:gd name="connsiteX7" fmla="*/ 1118033 w 1274371"/>
              <a:gd name="connsiteY7" fmla="*/ 7894 h 1161738"/>
              <a:gd name="connsiteX8" fmla="*/ 1274371 w 1274371"/>
              <a:gd name="connsiteY8" fmla="*/ 0 h 1161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74371" h="1161738">
                <a:moveTo>
                  <a:pt x="1274371" y="0"/>
                </a:moveTo>
                <a:lnTo>
                  <a:pt x="1274371" y="874048"/>
                </a:lnTo>
                <a:lnTo>
                  <a:pt x="1207399" y="877429"/>
                </a:lnTo>
                <a:cubicBezTo>
                  <a:pt x="1032218" y="895220"/>
                  <a:pt x="874993" y="973750"/>
                  <a:pt x="757115" y="1091627"/>
                </a:cubicBezTo>
                <a:lnTo>
                  <a:pt x="699269" y="1161738"/>
                </a:lnTo>
                <a:lnTo>
                  <a:pt x="0" y="634801"/>
                </a:lnTo>
                <a:lnTo>
                  <a:pt x="34610" y="588517"/>
                </a:lnTo>
                <a:cubicBezTo>
                  <a:pt x="298481" y="268780"/>
                  <a:pt x="682763" y="52098"/>
                  <a:pt x="1118033" y="7894"/>
                </a:cubicBezTo>
                <a:lnTo>
                  <a:pt x="1274371" y="0"/>
                </a:lnTo>
                <a:close/>
              </a:path>
            </a:pathLst>
          </a:custGeom>
          <a:gradFill>
            <a:gsLst>
              <a:gs pos="0">
                <a:schemeClr val="accent2"/>
              </a:gs>
              <a:gs pos="8000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Freeform 4">
            <a:extLst>
              <a:ext uri="{FF2B5EF4-FFF2-40B4-BE49-F238E27FC236}">
                <a16:creationId xmlns:a16="http://schemas.microsoft.com/office/drawing/2014/main" id="{9F3DC24D-511B-76CA-4D8F-A91A82F86A62}"/>
              </a:ext>
            </a:extLst>
          </p:cNvPr>
          <p:cNvSpPr/>
          <p:nvPr/>
        </p:nvSpPr>
        <p:spPr>
          <a:xfrm>
            <a:off x="3434251" y="2307932"/>
            <a:ext cx="1065686" cy="983495"/>
          </a:xfrm>
          <a:custGeom>
            <a:avLst/>
            <a:gdLst>
              <a:gd name="connsiteX0" fmla="*/ 0 w 1249038"/>
              <a:gd name="connsiteY0" fmla="*/ 0 h 1152706"/>
              <a:gd name="connsiteX1" fmla="*/ 156336 w 1249038"/>
              <a:gd name="connsiteY1" fmla="*/ 7894 h 1152706"/>
              <a:gd name="connsiteX2" fmla="*/ 1239759 w 1249038"/>
              <a:gd name="connsiteY2" fmla="*/ 588517 h 1152706"/>
              <a:gd name="connsiteX3" fmla="*/ 1249038 w 1249038"/>
              <a:gd name="connsiteY3" fmla="*/ 600926 h 1152706"/>
              <a:gd name="connsiteX4" fmla="*/ 567648 w 1249038"/>
              <a:gd name="connsiteY4" fmla="*/ 1152706 h 1152706"/>
              <a:gd name="connsiteX5" fmla="*/ 517254 w 1249038"/>
              <a:gd name="connsiteY5" fmla="*/ 1091627 h 1152706"/>
              <a:gd name="connsiteX6" fmla="*/ 66970 w 1249038"/>
              <a:gd name="connsiteY6" fmla="*/ 877429 h 1152706"/>
              <a:gd name="connsiteX7" fmla="*/ 0 w 1249038"/>
              <a:gd name="connsiteY7" fmla="*/ 874048 h 1152706"/>
              <a:gd name="connsiteX8" fmla="*/ 0 w 1249038"/>
              <a:gd name="connsiteY8" fmla="*/ 0 h 1152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9038" h="1152706">
                <a:moveTo>
                  <a:pt x="0" y="0"/>
                </a:moveTo>
                <a:lnTo>
                  <a:pt x="156336" y="7894"/>
                </a:lnTo>
                <a:cubicBezTo>
                  <a:pt x="591607" y="52098"/>
                  <a:pt x="975888" y="268780"/>
                  <a:pt x="1239759" y="588517"/>
                </a:cubicBezTo>
                <a:lnTo>
                  <a:pt x="1249038" y="600926"/>
                </a:lnTo>
                <a:lnTo>
                  <a:pt x="567648" y="1152706"/>
                </a:lnTo>
                <a:lnTo>
                  <a:pt x="517254" y="1091627"/>
                </a:lnTo>
                <a:cubicBezTo>
                  <a:pt x="399376" y="973750"/>
                  <a:pt x="242151" y="895220"/>
                  <a:pt x="66970" y="877429"/>
                </a:cubicBezTo>
                <a:lnTo>
                  <a:pt x="0" y="874048"/>
                </a:lnTo>
                <a:lnTo>
                  <a:pt x="0" y="0"/>
                </a:lnTo>
                <a:close/>
              </a:path>
            </a:pathLst>
          </a:custGeom>
          <a:gradFill>
            <a:gsLst>
              <a:gs pos="0">
                <a:schemeClr val="accent2"/>
              </a:gs>
              <a:gs pos="8000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Freeform 5">
            <a:extLst>
              <a:ext uri="{FF2B5EF4-FFF2-40B4-BE49-F238E27FC236}">
                <a16:creationId xmlns:a16="http://schemas.microsoft.com/office/drawing/2014/main" id="{41942313-B0BC-BCAE-9437-4DB8952F26DA}"/>
              </a:ext>
            </a:extLst>
          </p:cNvPr>
          <p:cNvSpPr/>
          <p:nvPr/>
        </p:nvSpPr>
        <p:spPr>
          <a:xfrm>
            <a:off x="3928502" y="2833151"/>
            <a:ext cx="878849" cy="1134849"/>
          </a:xfrm>
          <a:custGeom>
            <a:avLst/>
            <a:gdLst>
              <a:gd name="connsiteX0" fmla="*/ 680711 w 1030056"/>
              <a:gd name="connsiteY0" fmla="*/ 0 h 1330101"/>
              <a:gd name="connsiteX1" fmla="*/ 753644 w 1030056"/>
              <a:gd name="connsiteY1" fmla="*/ 97531 h 1330101"/>
              <a:gd name="connsiteX2" fmla="*/ 1030056 w 1030056"/>
              <a:gd name="connsiteY2" fmla="*/ 1002443 h 1330101"/>
              <a:gd name="connsiteX3" fmla="*/ 997174 w 1030056"/>
              <a:gd name="connsiteY3" fmla="*/ 1328625 h 1330101"/>
              <a:gd name="connsiteX4" fmla="*/ 996795 w 1030056"/>
              <a:gd name="connsiteY4" fmla="*/ 1330101 h 1330101"/>
              <a:gd name="connsiteX5" fmla="*/ 141520 w 1030056"/>
              <a:gd name="connsiteY5" fmla="*/ 1148307 h 1330101"/>
              <a:gd name="connsiteX6" fmla="*/ 152165 w 1030056"/>
              <a:gd name="connsiteY6" fmla="*/ 1078558 h 1330101"/>
              <a:gd name="connsiteX7" fmla="*/ 156008 w 1030056"/>
              <a:gd name="connsiteY7" fmla="*/ 1002443 h 1330101"/>
              <a:gd name="connsiteX8" fmla="*/ 28869 w 1030056"/>
              <a:gd name="connsiteY8" fmla="*/ 586219 h 1330101"/>
              <a:gd name="connsiteX9" fmla="*/ 0 w 1030056"/>
              <a:gd name="connsiteY9" fmla="*/ 551230 h 1330101"/>
              <a:gd name="connsiteX10" fmla="*/ 680711 w 1030056"/>
              <a:gd name="connsiteY10" fmla="*/ 0 h 1330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30056" h="1330101">
                <a:moveTo>
                  <a:pt x="680711" y="0"/>
                </a:moveTo>
                <a:lnTo>
                  <a:pt x="753644" y="97531"/>
                </a:lnTo>
                <a:cubicBezTo>
                  <a:pt x="928156" y="355844"/>
                  <a:pt x="1030056" y="667243"/>
                  <a:pt x="1030056" y="1002443"/>
                </a:cubicBezTo>
                <a:cubicBezTo>
                  <a:pt x="1030056" y="1114176"/>
                  <a:pt x="1018734" y="1223265"/>
                  <a:pt x="997174" y="1328625"/>
                </a:cubicBezTo>
                <a:lnTo>
                  <a:pt x="996795" y="1330101"/>
                </a:lnTo>
                <a:lnTo>
                  <a:pt x="141520" y="1148307"/>
                </a:lnTo>
                <a:lnTo>
                  <a:pt x="152165" y="1078558"/>
                </a:lnTo>
                <a:cubicBezTo>
                  <a:pt x="154706" y="1053532"/>
                  <a:pt x="156008" y="1028140"/>
                  <a:pt x="156008" y="1002443"/>
                </a:cubicBezTo>
                <a:cubicBezTo>
                  <a:pt x="156008" y="848265"/>
                  <a:pt x="109138" y="705033"/>
                  <a:pt x="28869" y="586219"/>
                </a:cubicBezTo>
                <a:lnTo>
                  <a:pt x="0" y="551230"/>
                </a:lnTo>
                <a:lnTo>
                  <a:pt x="680711" y="0"/>
                </a:lnTo>
                <a:close/>
              </a:path>
            </a:pathLst>
          </a:custGeom>
          <a:gradFill>
            <a:gsLst>
              <a:gs pos="0">
                <a:schemeClr val="accent2"/>
              </a:gs>
              <a:gs pos="8000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eeform 6">
            <a:extLst>
              <a:ext uri="{FF2B5EF4-FFF2-40B4-BE49-F238E27FC236}">
                <a16:creationId xmlns:a16="http://schemas.microsoft.com/office/drawing/2014/main" id="{037C7BB8-3EEA-5782-F028-BA1226F8C8ED}"/>
              </a:ext>
            </a:extLst>
          </p:cNvPr>
          <p:cNvSpPr/>
          <p:nvPr/>
        </p:nvSpPr>
        <p:spPr>
          <a:xfrm>
            <a:off x="2045548" y="2862043"/>
            <a:ext cx="872481" cy="1149962"/>
          </a:xfrm>
          <a:custGeom>
            <a:avLst/>
            <a:gdLst>
              <a:gd name="connsiteX0" fmla="*/ 324022 w 1022593"/>
              <a:gd name="connsiteY0" fmla="*/ 0 h 1347814"/>
              <a:gd name="connsiteX1" fmla="*/ 1022593 w 1022593"/>
              <a:gd name="connsiteY1" fmla="*/ 526412 h 1347814"/>
              <a:gd name="connsiteX2" fmla="*/ 1001187 w 1022593"/>
              <a:gd name="connsiteY2" fmla="*/ 552356 h 1347814"/>
              <a:gd name="connsiteX3" fmla="*/ 874048 w 1022593"/>
              <a:gd name="connsiteY3" fmla="*/ 968580 h 1347814"/>
              <a:gd name="connsiteX4" fmla="*/ 889172 w 1022593"/>
              <a:gd name="connsiteY4" fmla="*/ 1118611 h 1347814"/>
              <a:gd name="connsiteX5" fmla="*/ 894677 w 1022593"/>
              <a:gd name="connsiteY5" fmla="*/ 1136346 h 1347814"/>
              <a:gd name="connsiteX6" fmla="*/ 46523 w 1022593"/>
              <a:gd name="connsiteY6" fmla="*/ 1347814 h 1347814"/>
              <a:gd name="connsiteX7" fmla="*/ 32882 w 1022593"/>
              <a:gd name="connsiteY7" fmla="*/ 1294762 h 1347814"/>
              <a:gd name="connsiteX8" fmla="*/ 0 w 1022593"/>
              <a:gd name="connsiteY8" fmla="*/ 968580 h 1347814"/>
              <a:gd name="connsiteX9" fmla="*/ 276412 w 1022593"/>
              <a:gd name="connsiteY9" fmla="*/ 63668 h 1347814"/>
              <a:gd name="connsiteX10" fmla="*/ 324022 w 1022593"/>
              <a:gd name="connsiteY10" fmla="*/ 0 h 13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2593" h="1347814">
                <a:moveTo>
                  <a:pt x="324022" y="0"/>
                </a:moveTo>
                <a:lnTo>
                  <a:pt x="1022593" y="526412"/>
                </a:lnTo>
                <a:lnTo>
                  <a:pt x="1001187" y="552356"/>
                </a:lnTo>
                <a:cubicBezTo>
                  <a:pt x="920918" y="671170"/>
                  <a:pt x="874048" y="814402"/>
                  <a:pt x="874048" y="968580"/>
                </a:cubicBezTo>
                <a:cubicBezTo>
                  <a:pt x="874048" y="1019973"/>
                  <a:pt x="879256" y="1070150"/>
                  <a:pt x="889172" y="1118611"/>
                </a:cubicBezTo>
                <a:lnTo>
                  <a:pt x="894677" y="1136346"/>
                </a:lnTo>
                <a:lnTo>
                  <a:pt x="46523" y="1347814"/>
                </a:lnTo>
                <a:lnTo>
                  <a:pt x="32882" y="1294762"/>
                </a:lnTo>
                <a:cubicBezTo>
                  <a:pt x="11322" y="1189402"/>
                  <a:pt x="0" y="1080313"/>
                  <a:pt x="0" y="968580"/>
                </a:cubicBezTo>
                <a:cubicBezTo>
                  <a:pt x="0" y="633380"/>
                  <a:pt x="101900" y="321981"/>
                  <a:pt x="276412" y="63668"/>
                </a:cubicBezTo>
                <a:lnTo>
                  <a:pt x="324022" y="0"/>
                </a:lnTo>
                <a:close/>
              </a:path>
            </a:pathLst>
          </a:custGeom>
          <a:gradFill>
            <a:gsLst>
              <a:gs pos="0">
                <a:schemeClr val="accent2"/>
              </a:gs>
              <a:gs pos="8000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eeform 7">
            <a:extLst>
              <a:ext uri="{FF2B5EF4-FFF2-40B4-BE49-F238E27FC236}">
                <a16:creationId xmlns:a16="http://schemas.microsoft.com/office/drawing/2014/main" id="{64B0C307-9AC5-9279-AC41-451653C9927E}"/>
              </a:ext>
            </a:extLst>
          </p:cNvPr>
          <p:cNvSpPr/>
          <p:nvPr/>
        </p:nvSpPr>
        <p:spPr>
          <a:xfrm>
            <a:off x="3718767" y="3827969"/>
            <a:ext cx="1056315" cy="1087450"/>
          </a:xfrm>
          <a:custGeom>
            <a:avLst/>
            <a:gdLst>
              <a:gd name="connsiteX0" fmla="*/ 382512 w 1238056"/>
              <a:gd name="connsiteY0" fmla="*/ 0 h 1274547"/>
              <a:gd name="connsiteX1" fmla="*/ 1238056 w 1238056"/>
              <a:gd name="connsiteY1" fmla="*/ 181852 h 1274547"/>
              <a:gd name="connsiteX2" fmla="*/ 1203112 w 1238056"/>
              <a:gd name="connsiteY2" fmla="*/ 317755 h 1274547"/>
              <a:gd name="connsiteX3" fmla="*/ 428855 w 1238056"/>
              <a:gd name="connsiteY3" fmla="*/ 1259611 h 1274547"/>
              <a:gd name="connsiteX4" fmla="*/ 397850 w 1238056"/>
              <a:gd name="connsiteY4" fmla="*/ 1274547 h 1274547"/>
              <a:gd name="connsiteX5" fmla="*/ 0 w 1238056"/>
              <a:gd name="connsiteY5" fmla="*/ 493722 h 1274547"/>
              <a:gd name="connsiteX6" fmla="*/ 73612 w 1238056"/>
              <a:gd name="connsiteY6" fmla="*/ 453767 h 1274547"/>
              <a:gd name="connsiteX7" fmla="*/ 343326 w 1238056"/>
              <a:gd name="connsiteY7" fmla="*/ 126236 h 1274547"/>
              <a:gd name="connsiteX8" fmla="*/ 382512 w 1238056"/>
              <a:gd name="connsiteY8" fmla="*/ 0 h 1274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8056" h="1274547">
                <a:moveTo>
                  <a:pt x="382512" y="0"/>
                </a:moveTo>
                <a:lnTo>
                  <a:pt x="1238056" y="181852"/>
                </a:lnTo>
                <a:lnTo>
                  <a:pt x="1203112" y="317755"/>
                </a:lnTo>
                <a:cubicBezTo>
                  <a:pt x="1077008" y="723192"/>
                  <a:pt x="795782" y="1060285"/>
                  <a:pt x="428855" y="1259611"/>
                </a:cubicBezTo>
                <a:lnTo>
                  <a:pt x="397850" y="1274547"/>
                </a:lnTo>
                <a:lnTo>
                  <a:pt x="0" y="493722"/>
                </a:lnTo>
                <a:lnTo>
                  <a:pt x="73612" y="453767"/>
                </a:lnTo>
                <a:cubicBezTo>
                  <a:pt x="192425" y="373499"/>
                  <a:pt x="286820" y="259831"/>
                  <a:pt x="343326" y="126236"/>
                </a:cubicBezTo>
                <a:lnTo>
                  <a:pt x="382512" y="0"/>
                </a:lnTo>
                <a:close/>
              </a:path>
            </a:pathLst>
          </a:custGeom>
          <a:gradFill>
            <a:gsLst>
              <a:gs pos="0">
                <a:schemeClr val="accent2"/>
              </a:gs>
              <a:gs pos="8000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eeform 8">
            <a:extLst>
              <a:ext uri="{FF2B5EF4-FFF2-40B4-BE49-F238E27FC236}">
                <a16:creationId xmlns:a16="http://schemas.microsoft.com/office/drawing/2014/main" id="{8BAC1C68-196F-8C57-09D7-B38B95C5AABF}"/>
              </a:ext>
            </a:extLst>
          </p:cNvPr>
          <p:cNvSpPr/>
          <p:nvPr/>
        </p:nvSpPr>
        <p:spPr>
          <a:xfrm>
            <a:off x="2089125" y="3846504"/>
            <a:ext cx="1065515" cy="1090349"/>
          </a:xfrm>
          <a:custGeom>
            <a:avLst/>
            <a:gdLst>
              <a:gd name="connsiteX0" fmla="*/ 849030 w 1248838"/>
              <a:gd name="connsiteY0" fmla="*/ 0 h 1277945"/>
              <a:gd name="connsiteX1" fmla="*/ 881472 w 1248838"/>
              <a:gd name="connsiteY1" fmla="*/ 104510 h 1277945"/>
              <a:gd name="connsiteX2" fmla="*/ 1151186 w 1248838"/>
              <a:gd name="connsiteY2" fmla="*/ 432041 h 1277945"/>
              <a:gd name="connsiteX3" fmla="*/ 1248838 w 1248838"/>
              <a:gd name="connsiteY3" fmla="*/ 485045 h 1277945"/>
              <a:gd name="connsiteX4" fmla="*/ 879102 w 1248838"/>
              <a:gd name="connsiteY4" fmla="*/ 1277945 h 1277945"/>
              <a:gd name="connsiteX5" fmla="*/ 795943 w 1248838"/>
              <a:gd name="connsiteY5" fmla="*/ 1237885 h 1277945"/>
              <a:gd name="connsiteX6" fmla="*/ 21686 w 1248838"/>
              <a:gd name="connsiteY6" fmla="*/ 296029 h 1277945"/>
              <a:gd name="connsiteX7" fmla="*/ 0 w 1248838"/>
              <a:gd name="connsiteY7" fmla="*/ 211687 h 1277945"/>
              <a:gd name="connsiteX8" fmla="*/ 849030 w 1248838"/>
              <a:gd name="connsiteY8" fmla="*/ 0 h 1277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838" h="1277945">
                <a:moveTo>
                  <a:pt x="849030" y="0"/>
                </a:moveTo>
                <a:lnTo>
                  <a:pt x="881472" y="104510"/>
                </a:lnTo>
                <a:cubicBezTo>
                  <a:pt x="937978" y="238105"/>
                  <a:pt x="1032373" y="351773"/>
                  <a:pt x="1151186" y="432041"/>
                </a:cubicBezTo>
                <a:lnTo>
                  <a:pt x="1248838" y="485045"/>
                </a:lnTo>
                <a:lnTo>
                  <a:pt x="879102" y="1277945"/>
                </a:lnTo>
                <a:lnTo>
                  <a:pt x="795943" y="1237885"/>
                </a:lnTo>
                <a:cubicBezTo>
                  <a:pt x="429017" y="1038559"/>
                  <a:pt x="147790" y="701466"/>
                  <a:pt x="21686" y="296029"/>
                </a:cubicBezTo>
                <a:lnTo>
                  <a:pt x="0" y="211687"/>
                </a:lnTo>
                <a:lnTo>
                  <a:pt x="849030" y="0"/>
                </a:lnTo>
                <a:close/>
              </a:path>
            </a:pathLst>
          </a:custGeom>
          <a:gradFill>
            <a:gsLst>
              <a:gs pos="0">
                <a:schemeClr val="accent2"/>
              </a:gs>
              <a:gs pos="8000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Freeform 9">
            <a:extLst>
              <a:ext uri="{FF2B5EF4-FFF2-40B4-BE49-F238E27FC236}">
                <a16:creationId xmlns:a16="http://schemas.microsoft.com/office/drawing/2014/main" id="{1B7D0F44-E32F-8A14-C526-1E30E788202D}"/>
              </a:ext>
            </a:extLst>
          </p:cNvPr>
          <p:cNvSpPr/>
          <p:nvPr/>
        </p:nvSpPr>
        <p:spPr>
          <a:xfrm>
            <a:off x="2853239" y="4256659"/>
            <a:ext cx="1190914" cy="812681"/>
          </a:xfrm>
          <a:custGeom>
            <a:avLst/>
            <a:gdLst>
              <a:gd name="connsiteX0" fmla="*/ 998364 w 1395812"/>
              <a:gd name="connsiteY0" fmla="*/ 0 h 952504"/>
              <a:gd name="connsiteX1" fmla="*/ 1395812 w 1395812"/>
              <a:gd name="connsiteY1" fmla="*/ 780036 h 952504"/>
              <a:gd name="connsiteX2" fmla="*/ 1301818 w 1395812"/>
              <a:gd name="connsiteY2" fmla="*/ 825315 h 952504"/>
              <a:gd name="connsiteX3" fmla="*/ 671830 w 1395812"/>
              <a:gd name="connsiteY3" fmla="*/ 952504 h 952504"/>
              <a:gd name="connsiteX4" fmla="*/ 41842 w 1395812"/>
              <a:gd name="connsiteY4" fmla="*/ 825315 h 952504"/>
              <a:gd name="connsiteX5" fmla="*/ 0 w 1395812"/>
              <a:gd name="connsiteY5" fmla="*/ 805159 h 952504"/>
              <a:gd name="connsiteX6" fmla="*/ 369361 w 1395812"/>
              <a:gd name="connsiteY6" fmla="*/ 13061 h 952504"/>
              <a:gd name="connsiteX7" fmla="*/ 382060 w 1395812"/>
              <a:gd name="connsiteY7" fmla="*/ 19954 h 952504"/>
              <a:gd name="connsiteX8" fmla="*/ 671830 w 1395812"/>
              <a:gd name="connsiteY8" fmla="*/ 78456 h 952504"/>
              <a:gd name="connsiteX9" fmla="*/ 961600 w 1395812"/>
              <a:gd name="connsiteY9" fmla="*/ 19954 h 952504"/>
              <a:gd name="connsiteX10" fmla="*/ 998364 w 1395812"/>
              <a:gd name="connsiteY10" fmla="*/ 0 h 952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5812" h="952504">
                <a:moveTo>
                  <a:pt x="998364" y="0"/>
                </a:moveTo>
                <a:lnTo>
                  <a:pt x="1395812" y="780036"/>
                </a:lnTo>
                <a:lnTo>
                  <a:pt x="1301818" y="825315"/>
                </a:lnTo>
                <a:cubicBezTo>
                  <a:pt x="1108185" y="907215"/>
                  <a:pt x="895297" y="952504"/>
                  <a:pt x="671830" y="952504"/>
                </a:cubicBezTo>
                <a:cubicBezTo>
                  <a:pt x="448364" y="952504"/>
                  <a:pt x="235475" y="907215"/>
                  <a:pt x="41842" y="825315"/>
                </a:cubicBezTo>
                <a:lnTo>
                  <a:pt x="0" y="805159"/>
                </a:lnTo>
                <a:lnTo>
                  <a:pt x="369361" y="13061"/>
                </a:lnTo>
                <a:lnTo>
                  <a:pt x="382060" y="19954"/>
                </a:lnTo>
                <a:cubicBezTo>
                  <a:pt x="471124" y="57625"/>
                  <a:pt x="569044" y="78456"/>
                  <a:pt x="671830" y="78456"/>
                </a:cubicBezTo>
                <a:cubicBezTo>
                  <a:pt x="774616" y="78456"/>
                  <a:pt x="872536" y="57625"/>
                  <a:pt x="961600" y="19954"/>
                </a:cubicBezTo>
                <a:lnTo>
                  <a:pt x="998364" y="0"/>
                </a:lnTo>
                <a:close/>
              </a:path>
            </a:pathLst>
          </a:custGeom>
          <a:gradFill>
            <a:gsLst>
              <a:gs pos="0">
                <a:schemeClr val="accent2"/>
              </a:gs>
              <a:gs pos="8000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Oval 15">
            <a:extLst>
              <a:ext uri="{FF2B5EF4-FFF2-40B4-BE49-F238E27FC236}">
                <a16:creationId xmlns:a16="http://schemas.microsoft.com/office/drawing/2014/main" id="{41008797-A55E-0928-998B-DAD02DEECCFF}"/>
              </a:ext>
            </a:extLst>
          </p:cNvPr>
          <p:cNvSpPr/>
          <p:nvPr/>
        </p:nvSpPr>
        <p:spPr>
          <a:xfrm>
            <a:off x="2722322" y="2984313"/>
            <a:ext cx="1408253" cy="140825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5552D099-BA45-2CAE-1FCB-13DE9514CC93}"/>
              </a:ext>
            </a:extLst>
          </p:cNvPr>
          <p:cNvGrpSpPr>
            <a:grpSpLocks noChangeAspect="1"/>
          </p:cNvGrpSpPr>
          <p:nvPr/>
        </p:nvGrpSpPr>
        <p:grpSpPr>
          <a:xfrm>
            <a:off x="3215435" y="3317383"/>
            <a:ext cx="422028" cy="742113"/>
            <a:chOff x="5938838" y="327025"/>
            <a:chExt cx="985838" cy="1733550"/>
          </a:xfrm>
          <a:solidFill>
            <a:schemeClr val="tx1">
              <a:lumMod val="85000"/>
              <a:lumOff val="15000"/>
            </a:schemeClr>
          </a:solidFill>
        </p:grpSpPr>
        <p:sp>
          <p:nvSpPr>
            <p:cNvPr id="18" name="Freeform 35">
              <a:extLst>
                <a:ext uri="{FF2B5EF4-FFF2-40B4-BE49-F238E27FC236}">
                  <a16:creationId xmlns:a16="http://schemas.microsoft.com/office/drawing/2014/main" id="{658CA85D-6476-D7BB-5F94-83BB33A6DB0C}"/>
                </a:ext>
              </a:extLst>
            </p:cNvPr>
            <p:cNvSpPr>
              <a:spLocks noEditPoints="1"/>
            </p:cNvSpPr>
            <p:nvPr/>
          </p:nvSpPr>
          <p:spPr bwMode="auto">
            <a:xfrm>
              <a:off x="6089651" y="327025"/>
              <a:ext cx="679450" cy="687388"/>
            </a:xfrm>
            <a:custGeom>
              <a:avLst/>
              <a:gdLst>
                <a:gd name="T0" fmla="*/ 692 w 1783"/>
                <a:gd name="T1" fmla="*/ 98 h 1800"/>
                <a:gd name="T2" fmla="*/ 610 w 1783"/>
                <a:gd name="T3" fmla="*/ 228 h 1800"/>
                <a:gd name="T4" fmla="*/ 500 w 1783"/>
                <a:gd name="T5" fmla="*/ 206 h 1800"/>
                <a:gd name="T6" fmla="*/ 135 w 1783"/>
                <a:gd name="T7" fmla="*/ 390 h 1800"/>
                <a:gd name="T8" fmla="*/ 226 w 1783"/>
                <a:gd name="T9" fmla="*/ 581 h 1800"/>
                <a:gd name="T10" fmla="*/ 197 w 1783"/>
                <a:gd name="T11" fmla="*/ 655 h 1800"/>
                <a:gd name="T12" fmla="*/ 0 w 1783"/>
                <a:gd name="T13" fmla="*/ 722 h 1800"/>
                <a:gd name="T14" fmla="*/ 126 w 1783"/>
                <a:gd name="T15" fmla="*/ 1113 h 1800"/>
                <a:gd name="T16" fmla="*/ 227 w 1783"/>
                <a:gd name="T17" fmla="*/ 1188 h 1800"/>
                <a:gd name="T18" fmla="*/ 187 w 1783"/>
                <a:gd name="T19" fmla="*/ 1315 h 1800"/>
                <a:gd name="T20" fmla="*/ 377 w 1783"/>
                <a:gd name="T21" fmla="*/ 1643 h 1800"/>
                <a:gd name="T22" fmla="*/ 487 w 1783"/>
                <a:gd name="T23" fmla="*/ 1600 h 1800"/>
                <a:gd name="T24" fmla="*/ 600 w 1783"/>
                <a:gd name="T25" fmla="*/ 1567 h 1800"/>
                <a:gd name="T26" fmla="*/ 686 w 1783"/>
                <a:gd name="T27" fmla="*/ 1669 h 1800"/>
                <a:gd name="T28" fmla="*/ 716 w 1783"/>
                <a:gd name="T29" fmla="*/ 1785 h 1800"/>
                <a:gd name="T30" fmla="*/ 956 w 1783"/>
                <a:gd name="T31" fmla="*/ 1798 h 1800"/>
                <a:gd name="T32" fmla="*/ 1090 w 1783"/>
                <a:gd name="T33" fmla="*/ 1722 h 1800"/>
                <a:gd name="T34" fmla="*/ 1134 w 1783"/>
                <a:gd name="T35" fmla="*/ 1598 h 1800"/>
                <a:gd name="T36" fmla="*/ 1214 w 1783"/>
                <a:gd name="T37" fmla="*/ 1563 h 1800"/>
                <a:gd name="T38" fmla="*/ 1332 w 1783"/>
                <a:gd name="T39" fmla="*/ 1621 h 1800"/>
                <a:gd name="T40" fmla="*/ 1482 w 1783"/>
                <a:gd name="T41" fmla="*/ 1576 h 1800"/>
                <a:gd name="T42" fmla="*/ 1585 w 1783"/>
                <a:gd name="T43" fmla="*/ 1289 h 1800"/>
                <a:gd name="T44" fmla="*/ 1568 w 1783"/>
                <a:gd name="T45" fmla="*/ 1180 h 1800"/>
                <a:gd name="T46" fmla="*/ 1657 w 1783"/>
                <a:gd name="T47" fmla="*/ 1113 h 1800"/>
                <a:gd name="T48" fmla="*/ 1783 w 1783"/>
                <a:gd name="T49" fmla="*/ 722 h 1800"/>
                <a:gd name="T50" fmla="*/ 1591 w 1783"/>
                <a:gd name="T51" fmla="*/ 655 h 1800"/>
                <a:gd name="T52" fmla="*/ 1558 w 1783"/>
                <a:gd name="T53" fmla="*/ 578 h 1800"/>
                <a:gd name="T54" fmla="*/ 1655 w 1783"/>
                <a:gd name="T55" fmla="*/ 397 h 1800"/>
                <a:gd name="T56" fmla="*/ 1393 w 1783"/>
                <a:gd name="T57" fmla="*/ 150 h 1800"/>
                <a:gd name="T58" fmla="*/ 1276 w 1783"/>
                <a:gd name="T59" fmla="*/ 213 h 1800"/>
                <a:gd name="T60" fmla="*/ 1173 w 1783"/>
                <a:gd name="T61" fmla="*/ 225 h 1800"/>
                <a:gd name="T62" fmla="*/ 1108 w 1783"/>
                <a:gd name="T63" fmla="*/ 141 h 1800"/>
                <a:gd name="T64" fmla="*/ 1060 w 1783"/>
                <a:gd name="T65" fmla="*/ 13 h 1800"/>
                <a:gd name="T66" fmla="*/ 831 w 1783"/>
                <a:gd name="T67" fmla="*/ 1 h 1800"/>
                <a:gd name="T68" fmla="*/ 1144 w 1783"/>
                <a:gd name="T69" fmla="*/ 390 h 1800"/>
                <a:gd name="T70" fmla="*/ 1372 w 1783"/>
                <a:gd name="T71" fmla="*/ 604 h 1800"/>
                <a:gd name="T72" fmla="*/ 1449 w 1783"/>
                <a:gd name="T73" fmla="*/ 797 h 1800"/>
                <a:gd name="T74" fmla="*/ 1408 w 1783"/>
                <a:gd name="T75" fmla="*/ 1132 h 1800"/>
                <a:gd name="T76" fmla="*/ 1237 w 1783"/>
                <a:gd name="T77" fmla="*/ 1349 h 1800"/>
                <a:gd name="T78" fmla="*/ 1037 w 1783"/>
                <a:gd name="T79" fmla="*/ 1446 h 1800"/>
                <a:gd name="T80" fmla="*/ 778 w 1783"/>
                <a:gd name="T81" fmla="*/ 1454 h 1800"/>
                <a:gd name="T82" fmla="*/ 611 w 1783"/>
                <a:gd name="T83" fmla="*/ 1393 h 1800"/>
                <a:gd name="T84" fmla="*/ 398 w 1783"/>
                <a:gd name="T85" fmla="*/ 1170 h 1800"/>
                <a:gd name="T86" fmla="*/ 333 w 1783"/>
                <a:gd name="T87" fmla="*/ 900 h 1800"/>
                <a:gd name="T88" fmla="*/ 409 w 1783"/>
                <a:gd name="T89" fmla="*/ 606 h 1800"/>
                <a:gd name="T90" fmla="*/ 662 w 1783"/>
                <a:gd name="T91" fmla="*/ 382 h 1800"/>
                <a:gd name="T92" fmla="*/ 855 w 1783"/>
                <a:gd name="T93" fmla="*/ 338 h 1800"/>
                <a:gd name="T94" fmla="*/ 1122 w 1783"/>
                <a:gd name="T95" fmla="*/ 380 h 1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83" h="1800">
                  <a:moveTo>
                    <a:pt x="723" y="13"/>
                  </a:moveTo>
                  <a:lnTo>
                    <a:pt x="715" y="22"/>
                  </a:lnTo>
                  <a:lnTo>
                    <a:pt x="698" y="69"/>
                  </a:lnTo>
                  <a:lnTo>
                    <a:pt x="692" y="98"/>
                  </a:lnTo>
                  <a:lnTo>
                    <a:pt x="686" y="128"/>
                  </a:lnTo>
                  <a:lnTo>
                    <a:pt x="665" y="177"/>
                  </a:lnTo>
                  <a:lnTo>
                    <a:pt x="636" y="212"/>
                  </a:lnTo>
                  <a:lnTo>
                    <a:pt x="610" y="228"/>
                  </a:lnTo>
                  <a:lnTo>
                    <a:pt x="591" y="233"/>
                  </a:lnTo>
                  <a:lnTo>
                    <a:pt x="582" y="233"/>
                  </a:lnTo>
                  <a:lnTo>
                    <a:pt x="563" y="231"/>
                  </a:lnTo>
                  <a:lnTo>
                    <a:pt x="500" y="206"/>
                  </a:lnTo>
                  <a:lnTo>
                    <a:pt x="465" y="188"/>
                  </a:lnTo>
                  <a:lnTo>
                    <a:pt x="383" y="142"/>
                  </a:lnTo>
                  <a:lnTo>
                    <a:pt x="260" y="265"/>
                  </a:lnTo>
                  <a:lnTo>
                    <a:pt x="135" y="390"/>
                  </a:lnTo>
                  <a:lnTo>
                    <a:pt x="185" y="482"/>
                  </a:lnTo>
                  <a:lnTo>
                    <a:pt x="200" y="510"/>
                  </a:lnTo>
                  <a:lnTo>
                    <a:pt x="219" y="551"/>
                  </a:lnTo>
                  <a:lnTo>
                    <a:pt x="226" y="581"/>
                  </a:lnTo>
                  <a:lnTo>
                    <a:pt x="223" y="606"/>
                  </a:lnTo>
                  <a:lnTo>
                    <a:pt x="218" y="620"/>
                  </a:lnTo>
                  <a:lnTo>
                    <a:pt x="213" y="634"/>
                  </a:lnTo>
                  <a:lnTo>
                    <a:pt x="197" y="655"/>
                  </a:lnTo>
                  <a:lnTo>
                    <a:pt x="170" y="671"/>
                  </a:lnTo>
                  <a:lnTo>
                    <a:pt x="129" y="687"/>
                  </a:lnTo>
                  <a:lnTo>
                    <a:pt x="100" y="695"/>
                  </a:lnTo>
                  <a:lnTo>
                    <a:pt x="0" y="722"/>
                  </a:lnTo>
                  <a:lnTo>
                    <a:pt x="0" y="900"/>
                  </a:lnTo>
                  <a:lnTo>
                    <a:pt x="0" y="1078"/>
                  </a:lnTo>
                  <a:lnTo>
                    <a:pt x="100" y="1105"/>
                  </a:lnTo>
                  <a:lnTo>
                    <a:pt x="126" y="1113"/>
                  </a:lnTo>
                  <a:lnTo>
                    <a:pt x="167" y="1128"/>
                  </a:lnTo>
                  <a:lnTo>
                    <a:pt x="198" y="1145"/>
                  </a:lnTo>
                  <a:lnTo>
                    <a:pt x="218" y="1165"/>
                  </a:lnTo>
                  <a:lnTo>
                    <a:pt x="227" y="1188"/>
                  </a:lnTo>
                  <a:lnTo>
                    <a:pt x="227" y="1217"/>
                  </a:lnTo>
                  <a:lnTo>
                    <a:pt x="218" y="1250"/>
                  </a:lnTo>
                  <a:lnTo>
                    <a:pt x="199" y="1291"/>
                  </a:lnTo>
                  <a:lnTo>
                    <a:pt x="187" y="1315"/>
                  </a:lnTo>
                  <a:lnTo>
                    <a:pt x="135" y="1410"/>
                  </a:lnTo>
                  <a:lnTo>
                    <a:pt x="255" y="1530"/>
                  </a:lnTo>
                  <a:lnTo>
                    <a:pt x="304" y="1578"/>
                  </a:lnTo>
                  <a:lnTo>
                    <a:pt x="377" y="1643"/>
                  </a:lnTo>
                  <a:lnTo>
                    <a:pt x="390" y="1650"/>
                  </a:lnTo>
                  <a:lnTo>
                    <a:pt x="401" y="1647"/>
                  </a:lnTo>
                  <a:lnTo>
                    <a:pt x="453" y="1620"/>
                  </a:lnTo>
                  <a:lnTo>
                    <a:pt x="487" y="1600"/>
                  </a:lnTo>
                  <a:lnTo>
                    <a:pt x="513" y="1583"/>
                  </a:lnTo>
                  <a:lnTo>
                    <a:pt x="550" y="1564"/>
                  </a:lnTo>
                  <a:lnTo>
                    <a:pt x="575" y="1559"/>
                  </a:lnTo>
                  <a:lnTo>
                    <a:pt x="600" y="1567"/>
                  </a:lnTo>
                  <a:lnTo>
                    <a:pt x="617" y="1575"/>
                  </a:lnTo>
                  <a:lnTo>
                    <a:pt x="634" y="1585"/>
                  </a:lnTo>
                  <a:lnTo>
                    <a:pt x="664" y="1621"/>
                  </a:lnTo>
                  <a:lnTo>
                    <a:pt x="686" y="1669"/>
                  </a:lnTo>
                  <a:lnTo>
                    <a:pt x="699" y="1723"/>
                  </a:lnTo>
                  <a:lnTo>
                    <a:pt x="700" y="1752"/>
                  </a:lnTo>
                  <a:lnTo>
                    <a:pt x="701" y="1763"/>
                  </a:lnTo>
                  <a:lnTo>
                    <a:pt x="716" y="1785"/>
                  </a:lnTo>
                  <a:lnTo>
                    <a:pt x="727" y="1790"/>
                  </a:lnTo>
                  <a:lnTo>
                    <a:pt x="748" y="1795"/>
                  </a:lnTo>
                  <a:lnTo>
                    <a:pt x="842" y="1800"/>
                  </a:lnTo>
                  <a:lnTo>
                    <a:pt x="956" y="1798"/>
                  </a:lnTo>
                  <a:lnTo>
                    <a:pt x="1044" y="1792"/>
                  </a:lnTo>
                  <a:lnTo>
                    <a:pt x="1060" y="1787"/>
                  </a:lnTo>
                  <a:lnTo>
                    <a:pt x="1069" y="1777"/>
                  </a:lnTo>
                  <a:lnTo>
                    <a:pt x="1090" y="1722"/>
                  </a:lnTo>
                  <a:lnTo>
                    <a:pt x="1100" y="1685"/>
                  </a:lnTo>
                  <a:lnTo>
                    <a:pt x="1106" y="1659"/>
                  </a:lnTo>
                  <a:lnTo>
                    <a:pt x="1118" y="1622"/>
                  </a:lnTo>
                  <a:lnTo>
                    <a:pt x="1134" y="1598"/>
                  </a:lnTo>
                  <a:lnTo>
                    <a:pt x="1156" y="1582"/>
                  </a:lnTo>
                  <a:lnTo>
                    <a:pt x="1172" y="1575"/>
                  </a:lnTo>
                  <a:lnTo>
                    <a:pt x="1188" y="1568"/>
                  </a:lnTo>
                  <a:lnTo>
                    <a:pt x="1214" y="1563"/>
                  </a:lnTo>
                  <a:lnTo>
                    <a:pt x="1241" y="1568"/>
                  </a:lnTo>
                  <a:lnTo>
                    <a:pt x="1276" y="1587"/>
                  </a:lnTo>
                  <a:lnTo>
                    <a:pt x="1300" y="1602"/>
                  </a:lnTo>
                  <a:lnTo>
                    <a:pt x="1332" y="1621"/>
                  </a:lnTo>
                  <a:lnTo>
                    <a:pt x="1383" y="1647"/>
                  </a:lnTo>
                  <a:lnTo>
                    <a:pt x="1393" y="1650"/>
                  </a:lnTo>
                  <a:lnTo>
                    <a:pt x="1406" y="1643"/>
                  </a:lnTo>
                  <a:lnTo>
                    <a:pt x="1482" y="1576"/>
                  </a:lnTo>
                  <a:lnTo>
                    <a:pt x="1532" y="1527"/>
                  </a:lnTo>
                  <a:lnTo>
                    <a:pt x="1655" y="1403"/>
                  </a:lnTo>
                  <a:lnTo>
                    <a:pt x="1602" y="1317"/>
                  </a:lnTo>
                  <a:lnTo>
                    <a:pt x="1585" y="1289"/>
                  </a:lnTo>
                  <a:lnTo>
                    <a:pt x="1564" y="1250"/>
                  </a:lnTo>
                  <a:lnTo>
                    <a:pt x="1558" y="1222"/>
                  </a:lnTo>
                  <a:lnTo>
                    <a:pt x="1562" y="1196"/>
                  </a:lnTo>
                  <a:lnTo>
                    <a:pt x="1568" y="1180"/>
                  </a:lnTo>
                  <a:lnTo>
                    <a:pt x="1575" y="1166"/>
                  </a:lnTo>
                  <a:lnTo>
                    <a:pt x="1591" y="1145"/>
                  </a:lnTo>
                  <a:lnTo>
                    <a:pt x="1617" y="1128"/>
                  </a:lnTo>
                  <a:lnTo>
                    <a:pt x="1657" y="1113"/>
                  </a:lnTo>
                  <a:lnTo>
                    <a:pt x="1685" y="1105"/>
                  </a:lnTo>
                  <a:lnTo>
                    <a:pt x="1783" y="1078"/>
                  </a:lnTo>
                  <a:lnTo>
                    <a:pt x="1783" y="900"/>
                  </a:lnTo>
                  <a:lnTo>
                    <a:pt x="1783" y="722"/>
                  </a:lnTo>
                  <a:lnTo>
                    <a:pt x="1685" y="695"/>
                  </a:lnTo>
                  <a:lnTo>
                    <a:pt x="1657" y="687"/>
                  </a:lnTo>
                  <a:lnTo>
                    <a:pt x="1617" y="672"/>
                  </a:lnTo>
                  <a:lnTo>
                    <a:pt x="1591" y="655"/>
                  </a:lnTo>
                  <a:lnTo>
                    <a:pt x="1575" y="634"/>
                  </a:lnTo>
                  <a:lnTo>
                    <a:pt x="1568" y="620"/>
                  </a:lnTo>
                  <a:lnTo>
                    <a:pt x="1562" y="604"/>
                  </a:lnTo>
                  <a:lnTo>
                    <a:pt x="1558" y="578"/>
                  </a:lnTo>
                  <a:lnTo>
                    <a:pt x="1564" y="550"/>
                  </a:lnTo>
                  <a:lnTo>
                    <a:pt x="1585" y="511"/>
                  </a:lnTo>
                  <a:lnTo>
                    <a:pt x="1602" y="483"/>
                  </a:lnTo>
                  <a:lnTo>
                    <a:pt x="1655" y="397"/>
                  </a:lnTo>
                  <a:lnTo>
                    <a:pt x="1532" y="273"/>
                  </a:lnTo>
                  <a:lnTo>
                    <a:pt x="1482" y="224"/>
                  </a:lnTo>
                  <a:lnTo>
                    <a:pt x="1406" y="157"/>
                  </a:lnTo>
                  <a:lnTo>
                    <a:pt x="1393" y="150"/>
                  </a:lnTo>
                  <a:lnTo>
                    <a:pt x="1383" y="153"/>
                  </a:lnTo>
                  <a:lnTo>
                    <a:pt x="1332" y="179"/>
                  </a:lnTo>
                  <a:lnTo>
                    <a:pt x="1300" y="198"/>
                  </a:lnTo>
                  <a:lnTo>
                    <a:pt x="1276" y="213"/>
                  </a:lnTo>
                  <a:lnTo>
                    <a:pt x="1241" y="231"/>
                  </a:lnTo>
                  <a:lnTo>
                    <a:pt x="1215" y="236"/>
                  </a:lnTo>
                  <a:lnTo>
                    <a:pt x="1189" y="231"/>
                  </a:lnTo>
                  <a:lnTo>
                    <a:pt x="1173" y="225"/>
                  </a:lnTo>
                  <a:lnTo>
                    <a:pt x="1159" y="219"/>
                  </a:lnTo>
                  <a:lnTo>
                    <a:pt x="1138" y="203"/>
                  </a:lnTo>
                  <a:lnTo>
                    <a:pt x="1122" y="178"/>
                  </a:lnTo>
                  <a:lnTo>
                    <a:pt x="1108" y="141"/>
                  </a:lnTo>
                  <a:lnTo>
                    <a:pt x="1102" y="115"/>
                  </a:lnTo>
                  <a:lnTo>
                    <a:pt x="1091" y="78"/>
                  </a:lnTo>
                  <a:lnTo>
                    <a:pt x="1069" y="23"/>
                  </a:lnTo>
                  <a:lnTo>
                    <a:pt x="1060" y="13"/>
                  </a:lnTo>
                  <a:lnTo>
                    <a:pt x="1044" y="8"/>
                  </a:lnTo>
                  <a:lnTo>
                    <a:pt x="953" y="1"/>
                  </a:lnTo>
                  <a:lnTo>
                    <a:pt x="892" y="0"/>
                  </a:lnTo>
                  <a:lnTo>
                    <a:pt x="831" y="1"/>
                  </a:lnTo>
                  <a:lnTo>
                    <a:pt x="739" y="8"/>
                  </a:lnTo>
                  <a:lnTo>
                    <a:pt x="723" y="13"/>
                  </a:lnTo>
                  <a:close/>
                  <a:moveTo>
                    <a:pt x="1122" y="380"/>
                  </a:moveTo>
                  <a:lnTo>
                    <a:pt x="1144" y="390"/>
                  </a:lnTo>
                  <a:lnTo>
                    <a:pt x="1187" y="415"/>
                  </a:lnTo>
                  <a:lnTo>
                    <a:pt x="1250" y="462"/>
                  </a:lnTo>
                  <a:lnTo>
                    <a:pt x="1326" y="539"/>
                  </a:lnTo>
                  <a:lnTo>
                    <a:pt x="1372" y="604"/>
                  </a:lnTo>
                  <a:lnTo>
                    <a:pt x="1398" y="649"/>
                  </a:lnTo>
                  <a:lnTo>
                    <a:pt x="1408" y="672"/>
                  </a:lnTo>
                  <a:lnTo>
                    <a:pt x="1426" y="713"/>
                  </a:lnTo>
                  <a:lnTo>
                    <a:pt x="1449" y="797"/>
                  </a:lnTo>
                  <a:lnTo>
                    <a:pt x="1458" y="882"/>
                  </a:lnTo>
                  <a:lnTo>
                    <a:pt x="1454" y="968"/>
                  </a:lnTo>
                  <a:lnTo>
                    <a:pt x="1437" y="1052"/>
                  </a:lnTo>
                  <a:lnTo>
                    <a:pt x="1408" y="1132"/>
                  </a:lnTo>
                  <a:lnTo>
                    <a:pt x="1367" y="1208"/>
                  </a:lnTo>
                  <a:lnTo>
                    <a:pt x="1313" y="1277"/>
                  </a:lnTo>
                  <a:lnTo>
                    <a:pt x="1282" y="1308"/>
                  </a:lnTo>
                  <a:lnTo>
                    <a:pt x="1237" y="1349"/>
                  </a:lnTo>
                  <a:lnTo>
                    <a:pt x="1173" y="1394"/>
                  </a:lnTo>
                  <a:lnTo>
                    <a:pt x="1130" y="1417"/>
                  </a:lnTo>
                  <a:lnTo>
                    <a:pt x="1085" y="1434"/>
                  </a:lnTo>
                  <a:lnTo>
                    <a:pt x="1037" y="1446"/>
                  </a:lnTo>
                  <a:lnTo>
                    <a:pt x="956" y="1456"/>
                  </a:lnTo>
                  <a:lnTo>
                    <a:pt x="892" y="1457"/>
                  </a:lnTo>
                  <a:lnTo>
                    <a:pt x="845" y="1457"/>
                  </a:lnTo>
                  <a:lnTo>
                    <a:pt x="778" y="1454"/>
                  </a:lnTo>
                  <a:lnTo>
                    <a:pt x="726" y="1444"/>
                  </a:lnTo>
                  <a:lnTo>
                    <a:pt x="676" y="1426"/>
                  </a:lnTo>
                  <a:lnTo>
                    <a:pt x="647" y="1412"/>
                  </a:lnTo>
                  <a:lnTo>
                    <a:pt x="611" y="1393"/>
                  </a:lnTo>
                  <a:lnTo>
                    <a:pt x="546" y="1349"/>
                  </a:lnTo>
                  <a:lnTo>
                    <a:pt x="488" y="1296"/>
                  </a:lnTo>
                  <a:lnTo>
                    <a:pt x="439" y="1236"/>
                  </a:lnTo>
                  <a:lnTo>
                    <a:pt x="398" y="1170"/>
                  </a:lnTo>
                  <a:lnTo>
                    <a:pt x="367" y="1098"/>
                  </a:lnTo>
                  <a:lnTo>
                    <a:pt x="345" y="1022"/>
                  </a:lnTo>
                  <a:lnTo>
                    <a:pt x="334" y="941"/>
                  </a:lnTo>
                  <a:lnTo>
                    <a:pt x="333" y="900"/>
                  </a:lnTo>
                  <a:lnTo>
                    <a:pt x="334" y="854"/>
                  </a:lnTo>
                  <a:lnTo>
                    <a:pt x="347" y="765"/>
                  </a:lnTo>
                  <a:lnTo>
                    <a:pt x="372" y="682"/>
                  </a:lnTo>
                  <a:lnTo>
                    <a:pt x="409" y="606"/>
                  </a:lnTo>
                  <a:lnTo>
                    <a:pt x="456" y="538"/>
                  </a:lnTo>
                  <a:lnTo>
                    <a:pt x="515" y="477"/>
                  </a:lnTo>
                  <a:lnTo>
                    <a:pt x="584" y="425"/>
                  </a:lnTo>
                  <a:lnTo>
                    <a:pt x="662" y="382"/>
                  </a:lnTo>
                  <a:lnTo>
                    <a:pt x="705" y="365"/>
                  </a:lnTo>
                  <a:lnTo>
                    <a:pt x="727" y="358"/>
                  </a:lnTo>
                  <a:lnTo>
                    <a:pt x="775" y="346"/>
                  </a:lnTo>
                  <a:lnTo>
                    <a:pt x="855" y="338"/>
                  </a:lnTo>
                  <a:lnTo>
                    <a:pt x="969" y="342"/>
                  </a:lnTo>
                  <a:lnTo>
                    <a:pt x="1050" y="356"/>
                  </a:lnTo>
                  <a:lnTo>
                    <a:pt x="1100" y="371"/>
                  </a:lnTo>
                  <a:lnTo>
                    <a:pt x="1122" y="3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36">
              <a:extLst>
                <a:ext uri="{FF2B5EF4-FFF2-40B4-BE49-F238E27FC236}">
                  <a16:creationId xmlns:a16="http://schemas.microsoft.com/office/drawing/2014/main" id="{C63B1465-6C64-1AC2-6D27-A7226D527318}"/>
                </a:ext>
              </a:extLst>
            </p:cNvPr>
            <p:cNvSpPr>
              <a:spLocks/>
            </p:cNvSpPr>
            <p:nvPr/>
          </p:nvSpPr>
          <p:spPr bwMode="auto">
            <a:xfrm>
              <a:off x="6276976" y="517525"/>
              <a:ext cx="307975" cy="306388"/>
            </a:xfrm>
            <a:custGeom>
              <a:avLst/>
              <a:gdLst>
                <a:gd name="T0" fmla="*/ 247 w 806"/>
                <a:gd name="T1" fmla="*/ 23 h 801"/>
                <a:gd name="T2" fmla="*/ 219 w 806"/>
                <a:gd name="T3" fmla="*/ 36 h 801"/>
                <a:gd name="T4" fmla="*/ 168 w 806"/>
                <a:gd name="T5" fmla="*/ 68 h 801"/>
                <a:gd name="T6" fmla="*/ 122 w 806"/>
                <a:gd name="T7" fmla="*/ 107 h 801"/>
                <a:gd name="T8" fmla="*/ 83 w 806"/>
                <a:gd name="T9" fmla="*/ 151 h 801"/>
                <a:gd name="T10" fmla="*/ 51 w 806"/>
                <a:gd name="T11" fmla="*/ 200 h 801"/>
                <a:gd name="T12" fmla="*/ 27 w 806"/>
                <a:gd name="T13" fmla="*/ 253 h 801"/>
                <a:gd name="T14" fmla="*/ 10 w 806"/>
                <a:gd name="T15" fmla="*/ 310 h 801"/>
                <a:gd name="T16" fmla="*/ 1 w 806"/>
                <a:gd name="T17" fmla="*/ 369 h 801"/>
                <a:gd name="T18" fmla="*/ 0 w 806"/>
                <a:gd name="T19" fmla="*/ 400 h 801"/>
                <a:gd name="T20" fmla="*/ 1 w 806"/>
                <a:gd name="T21" fmla="*/ 431 h 801"/>
                <a:gd name="T22" fmla="*/ 10 w 806"/>
                <a:gd name="T23" fmla="*/ 492 h 801"/>
                <a:gd name="T24" fmla="*/ 27 w 806"/>
                <a:gd name="T25" fmla="*/ 549 h 801"/>
                <a:gd name="T26" fmla="*/ 52 w 806"/>
                <a:gd name="T27" fmla="*/ 603 h 801"/>
                <a:gd name="T28" fmla="*/ 85 w 806"/>
                <a:gd name="T29" fmla="*/ 652 h 801"/>
                <a:gd name="T30" fmla="*/ 124 w 806"/>
                <a:gd name="T31" fmla="*/ 695 h 801"/>
                <a:gd name="T32" fmla="*/ 170 w 806"/>
                <a:gd name="T33" fmla="*/ 733 h 801"/>
                <a:gd name="T34" fmla="*/ 222 w 806"/>
                <a:gd name="T35" fmla="*/ 764 h 801"/>
                <a:gd name="T36" fmla="*/ 250 w 806"/>
                <a:gd name="T37" fmla="*/ 777 h 801"/>
                <a:gd name="T38" fmla="*/ 278 w 806"/>
                <a:gd name="T39" fmla="*/ 787 h 801"/>
                <a:gd name="T40" fmla="*/ 339 w 806"/>
                <a:gd name="T41" fmla="*/ 799 h 801"/>
                <a:gd name="T42" fmla="*/ 404 w 806"/>
                <a:gd name="T43" fmla="*/ 801 h 801"/>
                <a:gd name="T44" fmla="*/ 470 w 806"/>
                <a:gd name="T45" fmla="*/ 794 h 801"/>
                <a:gd name="T46" fmla="*/ 534 w 806"/>
                <a:gd name="T47" fmla="*/ 777 h 801"/>
                <a:gd name="T48" fmla="*/ 596 w 806"/>
                <a:gd name="T49" fmla="*/ 752 h 801"/>
                <a:gd name="T50" fmla="*/ 651 w 806"/>
                <a:gd name="T51" fmla="*/ 720 h 801"/>
                <a:gd name="T52" fmla="*/ 697 w 806"/>
                <a:gd name="T53" fmla="*/ 681 h 801"/>
                <a:gd name="T54" fmla="*/ 715 w 806"/>
                <a:gd name="T55" fmla="*/ 658 h 801"/>
                <a:gd name="T56" fmla="*/ 734 w 806"/>
                <a:gd name="T57" fmla="*/ 632 h 801"/>
                <a:gd name="T58" fmla="*/ 765 w 806"/>
                <a:gd name="T59" fmla="*/ 578 h 801"/>
                <a:gd name="T60" fmla="*/ 787 w 806"/>
                <a:gd name="T61" fmla="*/ 522 h 801"/>
                <a:gd name="T62" fmla="*/ 800 w 806"/>
                <a:gd name="T63" fmla="*/ 466 h 801"/>
                <a:gd name="T64" fmla="*/ 806 w 806"/>
                <a:gd name="T65" fmla="*/ 410 h 801"/>
                <a:gd name="T66" fmla="*/ 803 w 806"/>
                <a:gd name="T67" fmla="*/ 354 h 801"/>
                <a:gd name="T68" fmla="*/ 794 w 806"/>
                <a:gd name="T69" fmla="*/ 300 h 801"/>
                <a:gd name="T70" fmla="*/ 777 w 806"/>
                <a:gd name="T71" fmla="*/ 249 h 801"/>
                <a:gd name="T72" fmla="*/ 754 w 806"/>
                <a:gd name="T73" fmla="*/ 200 h 801"/>
                <a:gd name="T74" fmla="*/ 724 w 806"/>
                <a:gd name="T75" fmla="*/ 155 h 801"/>
                <a:gd name="T76" fmla="*/ 688 w 806"/>
                <a:gd name="T77" fmla="*/ 114 h 801"/>
                <a:gd name="T78" fmla="*/ 647 w 806"/>
                <a:gd name="T79" fmla="*/ 78 h 801"/>
                <a:gd name="T80" fmla="*/ 600 w 806"/>
                <a:gd name="T81" fmla="*/ 49 h 801"/>
                <a:gd name="T82" fmla="*/ 549 w 806"/>
                <a:gd name="T83" fmla="*/ 25 h 801"/>
                <a:gd name="T84" fmla="*/ 493 w 806"/>
                <a:gd name="T85" fmla="*/ 9 h 801"/>
                <a:gd name="T86" fmla="*/ 432 w 806"/>
                <a:gd name="T87" fmla="*/ 1 h 801"/>
                <a:gd name="T88" fmla="*/ 400 w 806"/>
                <a:gd name="T89" fmla="*/ 0 h 801"/>
                <a:gd name="T90" fmla="*/ 356 w 806"/>
                <a:gd name="T91" fmla="*/ 2 h 801"/>
                <a:gd name="T92" fmla="*/ 273 w 806"/>
                <a:gd name="T93" fmla="*/ 15 h 801"/>
                <a:gd name="T94" fmla="*/ 247 w 806"/>
                <a:gd name="T95" fmla="*/ 23 h 8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06" h="801">
                  <a:moveTo>
                    <a:pt x="247" y="23"/>
                  </a:moveTo>
                  <a:lnTo>
                    <a:pt x="219" y="36"/>
                  </a:lnTo>
                  <a:lnTo>
                    <a:pt x="168" y="68"/>
                  </a:lnTo>
                  <a:lnTo>
                    <a:pt x="122" y="107"/>
                  </a:lnTo>
                  <a:lnTo>
                    <a:pt x="83" y="151"/>
                  </a:lnTo>
                  <a:lnTo>
                    <a:pt x="51" y="200"/>
                  </a:lnTo>
                  <a:lnTo>
                    <a:pt x="27" y="253"/>
                  </a:lnTo>
                  <a:lnTo>
                    <a:pt x="10" y="310"/>
                  </a:lnTo>
                  <a:lnTo>
                    <a:pt x="1" y="369"/>
                  </a:lnTo>
                  <a:lnTo>
                    <a:pt x="0" y="400"/>
                  </a:lnTo>
                  <a:lnTo>
                    <a:pt x="1" y="431"/>
                  </a:lnTo>
                  <a:lnTo>
                    <a:pt x="10" y="492"/>
                  </a:lnTo>
                  <a:lnTo>
                    <a:pt x="27" y="549"/>
                  </a:lnTo>
                  <a:lnTo>
                    <a:pt x="52" y="603"/>
                  </a:lnTo>
                  <a:lnTo>
                    <a:pt x="85" y="652"/>
                  </a:lnTo>
                  <a:lnTo>
                    <a:pt x="124" y="695"/>
                  </a:lnTo>
                  <a:lnTo>
                    <a:pt x="170" y="733"/>
                  </a:lnTo>
                  <a:lnTo>
                    <a:pt x="222" y="764"/>
                  </a:lnTo>
                  <a:lnTo>
                    <a:pt x="250" y="777"/>
                  </a:lnTo>
                  <a:lnTo>
                    <a:pt x="278" y="787"/>
                  </a:lnTo>
                  <a:lnTo>
                    <a:pt x="339" y="799"/>
                  </a:lnTo>
                  <a:lnTo>
                    <a:pt x="404" y="801"/>
                  </a:lnTo>
                  <a:lnTo>
                    <a:pt x="470" y="794"/>
                  </a:lnTo>
                  <a:lnTo>
                    <a:pt x="534" y="777"/>
                  </a:lnTo>
                  <a:lnTo>
                    <a:pt x="596" y="752"/>
                  </a:lnTo>
                  <a:lnTo>
                    <a:pt x="651" y="720"/>
                  </a:lnTo>
                  <a:lnTo>
                    <a:pt x="697" y="681"/>
                  </a:lnTo>
                  <a:lnTo>
                    <a:pt x="715" y="658"/>
                  </a:lnTo>
                  <a:lnTo>
                    <a:pt x="734" y="632"/>
                  </a:lnTo>
                  <a:lnTo>
                    <a:pt x="765" y="578"/>
                  </a:lnTo>
                  <a:lnTo>
                    <a:pt x="787" y="522"/>
                  </a:lnTo>
                  <a:lnTo>
                    <a:pt x="800" y="466"/>
                  </a:lnTo>
                  <a:lnTo>
                    <a:pt x="806" y="410"/>
                  </a:lnTo>
                  <a:lnTo>
                    <a:pt x="803" y="354"/>
                  </a:lnTo>
                  <a:lnTo>
                    <a:pt x="794" y="300"/>
                  </a:lnTo>
                  <a:lnTo>
                    <a:pt x="777" y="249"/>
                  </a:lnTo>
                  <a:lnTo>
                    <a:pt x="754" y="200"/>
                  </a:lnTo>
                  <a:lnTo>
                    <a:pt x="724" y="155"/>
                  </a:lnTo>
                  <a:lnTo>
                    <a:pt x="688" y="114"/>
                  </a:lnTo>
                  <a:lnTo>
                    <a:pt x="647" y="78"/>
                  </a:lnTo>
                  <a:lnTo>
                    <a:pt x="600" y="49"/>
                  </a:lnTo>
                  <a:lnTo>
                    <a:pt x="549" y="25"/>
                  </a:lnTo>
                  <a:lnTo>
                    <a:pt x="493" y="9"/>
                  </a:lnTo>
                  <a:lnTo>
                    <a:pt x="432" y="1"/>
                  </a:lnTo>
                  <a:lnTo>
                    <a:pt x="400" y="0"/>
                  </a:lnTo>
                  <a:lnTo>
                    <a:pt x="356" y="2"/>
                  </a:lnTo>
                  <a:lnTo>
                    <a:pt x="273" y="15"/>
                  </a:lnTo>
                  <a:lnTo>
                    <a:pt x="24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56">
              <a:extLst>
                <a:ext uri="{FF2B5EF4-FFF2-40B4-BE49-F238E27FC236}">
                  <a16:creationId xmlns:a16="http://schemas.microsoft.com/office/drawing/2014/main" id="{470FEF26-60FD-0E8E-AF63-95737437419A}"/>
                </a:ext>
              </a:extLst>
            </p:cNvPr>
            <p:cNvSpPr>
              <a:spLocks/>
            </p:cNvSpPr>
            <p:nvPr/>
          </p:nvSpPr>
          <p:spPr bwMode="auto">
            <a:xfrm>
              <a:off x="5938838" y="792163"/>
              <a:ext cx="985838" cy="903288"/>
            </a:xfrm>
            <a:custGeom>
              <a:avLst/>
              <a:gdLst>
                <a:gd name="T0" fmla="*/ 99 w 2580"/>
                <a:gd name="T1" fmla="*/ 209 h 2368"/>
                <a:gd name="T2" fmla="*/ 23 w 2580"/>
                <a:gd name="T3" fmla="*/ 431 h 2368"/>
                <a:gd name="T4" fmla="*/ 0 w 2580"/>
                <a:gd name="T5" fmla="*/ 775 h 2368"/>
                <a:gd name="T6" fmla="*/ 19 w 2580"/>
                <a:gd name="T7" fmla="*/ 1096 h 2368"/>
                <a:gd name="T8" fmla="*/ 161 w 2580"/>
                <a:gd name="T9" fmla="*/ 1445 h 2368"/>
                <a:gd name="T10" fmla="*/ 762 w 2580"/>
                <a:gd name="T11" fmla="*/ 2366 h 2368"/>
                <a:gd name="T12" fmla="*/ 955 w 2580"/>
                <a:gd name="T13" fmla="*/ 1878 h 2368"/>
                <a:gd name="T14" fmla="*/ 761 w 2580"/>
                <a:gd name="T15" fmla="*/ 1378 h 2368"/>
                <a:gd name="T16" fmla="*/ 624 w 2580"/>
                <a:gd name="T17" fmla="*/ 1336 h 2368"/>
                <a:gd name="T18" fmla="*/ 529 w 2580"/>
                <a:gd name="T19" fmla="*/ 1241 h 2368"/>
                <a:gd name="T20" fmla="*/ 488 w 2580"/>
                <a:gd name="T21" fmla="*/ 1146 h 2368"/>
                <a:gd name="T22" fmla="*/ 484 w 2580"/>
                <a:gd name="T23" fmla="*/ 1032 h 2368"/>
                <a:gd name="T24" fmla="*/ 517 w 2580"/>
                <a:gd name="T25" fmla="*/ 907 h 2368"/>
                <a:gd name="T26" fmla="*/ 595 w 2580"/>
                <a:gd name="T27" fmla="*/ 813 h 2368"/>
                <a:gd name="T28" fmla="*/ 768 w 2580"/>
                <a:gd name="T29" fmla="*/ 744 h 2368"/>
                <a:gd name="T30" fmla="*/ 955 w 2580"/>
                <a:gd name="T31" fmla="*/ 783 h 2368"/>
                <a:gd name="T32" fmla="*/ 1028 w 2580"/>
                <a:gd name="T33" fmla="*/ 839 h 2368"/>
                <a:gd name="T34" fmla="*/ 1099 w 2580"/>
                <a:gd name="T35" fmla="*/ 957 h 2368"/>
                <a:gd name="T36" fmla="*/ 1134 w 2580"/>
                <a:gd name="T37" fmla="*/ 1225 h 2368"/>
                <a:gd name="T38" fmla="*/ 1445 w 2580"/>
                <a:gd name="T39" fmla="*/ 1110 h 2368"/>
                <a:gd name="T40" fmla="*/ 1479 w 2580"/>
                <a:gd name="T41" fmla="*/ 924 h 2368"/>
                <a:gd name="T42" fmla="*/ 1556 w 2580"/>
                <a:gd name="T43" fmla="*/ 828 h 2368"/>
                <a:gd name="T44" fmla="*/ 1738 w 2580"/>
                <a:gd name="T45" fmla="*/ 747 h 2368"/>
                <a:gd name="T46" fmla="*/ 1855 w 2580"/>
                <a:gd name="T47" fmla="*/ 751 h 2368"/>
                <a:gd name="T48" fmla="*/ 1949 w 2580"/>
                <a:gd name="T49" fmla="*/ 795 h 2368"/>
                <a:gd name="T50" fmla="*/ 2050 w 2580"/>
                <a:gd name="T51" fmla="*/ 903 h 2368"/>
                <a:gd name="T52" fmla="*/ 2093 w 2580"/>
                <a:gd name="T53" fmla="*/ 1067 h 2368"/>
                <a:gd name="T54" fmla="*/ 2057 w 2580"/>
                <a:gd name="T55" fmla="*/ 1213 h 2368"/>
                <a:gd name="T56" fmla="*/ 1995 w 2580"/>
                <a:gd name="T57" fmla="*/ 1300 h 2368"/>
                <a:gd name="T58" fmla="*/ 1885 w 2580"/>
                <a:gd name="T59" fmla="*/ 1361 h 2368"/>
                <a:gd name="T60" fmla="*/ 1617 w 2580"/>
                <a:gd name="T61" fmla="*/ 1391 h 2368"/>
                <a:gd name="T62" fmla="*/ 1712 w 2580"/>
                <a:gd name="T63" fmla="*/ 2363 h 2368"/>
                <a:gd name="T64" fmla="*/ 2187 w 2580"/>
                <a:gd name="T65" fmla="*/ 1798 h 2368"/>
                <a:gd name="T66" fmla="*/ 2479 w 2580"/>
                <a:gd name="T67" fmla="*/ 1312 h 2368"/>
                <a:gd name="T68" fmla="*/ 2574 w 2580"/>
                <a:gd name="T69" fmla="*/ 972 h 2368"/>
                <a:gd name="T70" fmla="*/ 2580 w 2580"/>
                <a:gd name="T71" fmla="*/ 684 h 2368"/>
                <a:gd name="T72" fmla="*/ 2529 w 2580"/>
                <a:gd name="T73" fmla="*/ 364 h 2368"/>
                <a:gd name="T74" fmla="*/ 2428 w 2580"/>
                <a:gd name="T75" fmla="*/ 125 h 2368"/>
                <a:gd name="T76" fmla="*/ 2357 w 2580"/>
                <a:gd name="T77" fmla="*/ 15 h 2368"/>
                <a:gd name="T78" fmla="*/ 2274 w 2580"/>
                <a:gd name="T79" fmla="*/ 8 h 2368"/>
                <a:gd name="T80" fmla="*/ 2174 w 2580"/>
                <a:gd name="T81" fmla="*/ 33 h 2368"/>
                <a:gd name="T82" fmla="*/ 2183 w 2580"/>
                <a:gd name="T83" fmla="*/ 105 h 2368"/>
                <a:gd name="T84" fmla="*/ 2235 w 2580"/>
                <a:gd name="T85" fmla="*/ 202 h 2368"/>
                <a:gd name="T86" fmla="*/ 2103 w 2580"/>
                <a:gd name="T87" fmla="*/ 363 h 2368"/>
                <a:gd name="T88" fmla="*/ 1857 w 2580"/>
                <a:gd name="T89" fmla="*/ 598 h 2368"/>
                <a:gd name="T90" fmla="*/ 1795 w 2580"/>
                <a:gd name="T91" fmla="*/ 631 h 2368"/>
                <a:gd name="T92" fmla="*/ 1694 w 2580"/>
                <a:gd name="T93" fmla="*/ 573 h 2368"/>
                <a:gd name="T94" fmla="*/ 1635 w 2580"/>
                <a:gd name="T95" fmla="*/ 581 h 2368"/>
                <a:gd name="T96" fmla="*/ 1287 w 2580"/>
                <a:gd name="T97" fmla="*/ 730 h 2368"/>
                <a:gd name="T98" fmla="*/ 948 w 2580"/>
                <a:gd name="T99" fmla="*/ 621 h 2368"/>
                <a:gd name="T100" fmla="*/ 919 w 2580"/>
                <a:gd name="T101" fmla="*/ 560 h 2368"/>
                <a:gd name="T102" fmla="*/ 852 w 2580"/>
                <a:gd name="T103" fmla="*/ 590 h 2368"/>
                <a:gd name="T104" fmla="*/ 762 w 2580"/>
                <a:gd name="T105" fmla="*/ 633 h 2368"/>
                <a:gd name="T106" fmla="*/ 535 w 2580"/>
                <a:gd name="T107" fmla="*/ 423 h 2368"/>
                <a:gd name="T108" fmla="*/ 384 w 2580"/>
                <a:gd name="T109" fmla="*/ 111 h 2368"/>
                <a:gd name="T110" fmla="*/ 408 w 2580"/>
                <a:gd name="T111" fmla="*/ 48 h 2368"/>
                <a:gd name="T112" fmla="*/ 325 w 2580"/>
                <a:gd name="T113" fmla="*/ 11 h 2368"/>
                <a:gd name="T114" fmla="*/ 241 w 2580"/>
                <a:gd name="T115" fmla="*/ 1 h 2368"/>
                <a:gd name="T116" fmla="*/ 165 w 2580"/>
                <a:gd name="T117" fmla="*/ 86 h 2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580" h="2368">
                  <a:moveTo>
                    <a:pt x="165" y="86"/>
                  </a:moveTo>
                  <a:lnTo>
                    <a:pt x="141" y="130"/>
                  </a:lnTo>
                  <a:lnTo>
                    <a:pt x="99" y="209"/>
                  </a:lnTo>
                  <a:lnTo>
                    <a:pt x="66" y="283"/>
                  </a:lnTo>
                  <a:lnTo>
                    <a:pt x="41" y="356"/>
                  </a:lnTo>
                  <a:lnTo>
                    <a:pt x="23" y="431"/>
                  </a:lnTo>
                  <a:lnTo>
                    <a:pt x="11" y="513"/>
                  </a:lnTo>
                  <a:lnTo>
                    <a:pt x="1" y="655"/>
                  </a:lnTo>
                  <a:lnTo>
                    <a:pt x="0" y="775"/>
                  </a:lnTo>
                  <a:lnTo>
                    <a:pt x="1" y="852"/>
                  </a:lnTo>
                  <a:lnTo>
                    <a:pt x="5" y="983"/>
                  </a:lnTo>
                  <a:lnTo>
                    <a:pt x="19" y="1096"/>
                  </a:lnTo>
                  <a:lnTo>
                    <a:pt x="46" y="1203"/>
                  </a:lnTo>
                  <a:lnTo>
                    <a:pt x="92" y="1316"/>
                  </a:lnTo>
                  <a:lnTo>
                    <a:pt x="161" y="1445"/>
                  </a:lnTo>
                  <a:lnTo>
                    <a:pt x="313" y="1690"/>
                  </a:lnTo>
                  <a:lnTo>
                    <a:pt x="465" y="1920"/>
                  </a:lnTo>
                  <a:lnTo>
                    <a:pt x="762" y="2366"/>
                  </a:lnTo>
                  <a:lnTo>
                    <a:pt x="860" y="2366"/>
                  </a:lnTo>
                  <a:lnTo>
                    <a:pt x="959" y="2366"/>
                  </a:lnTo>
                  <a:lnTo>
                    <a:pt x="955" y="1878"/>
                  </a:lnTo>
                  <a:lnTo>
                    <a:pt x="950" y="1391"/>
                  </a:lnTo>
                  <a:lnTo>
                    <a:pt x="817" y="1383"/>
                  </a:lnTo>
                  <a:lnTo>
                    <a:pt x="761" y="1378"/>
                  </a:lnTo>
                  <a:lnTo>
                    <a:pt x="694" y="1365"/>
                  </a:lnTo>
                  <a:lnTo>
                    <a:pt x="657" y="1352"/>
                  </a:lnTo>
                  <a:lnTo>
                    <a:pt x="624" y="1336"/>
                  </a:lnTo>
                  <a:lnTo>
                    <a:pt x="594" y="1316"/>
                  </a:lnTo>
                  <a:lnTo>
                    <a:pt x="554" y="1276"/>
                  </a:lnTo>
                  <a:lnTo>
                    <a:pt x="529" y="1241"/>
                  </a:lnTo>
                  <a:lnTo>
                    <a:pt x="515" y="1221"/>
                  </a:lnTo>
                  <a:lnTo>
                    <a:pt x="497" y="1185"/>
                  </a:lnTo>
                  <a:lnTo>
                    <a:pt x="488" y="1146"/>
                  </a:lnTo>
                  <a:lnTo>
                    <a:pt x="484" y="1097"/>
                  </a:lnTo>
                  <a:lnTo>
                    <a:pt x="484" y="1065"/>
                  </a:lnTo>
                  <a:lnTo>
                    <a:pt x="484" y="1032"/>
                  </a:lnTo>
                  <a:lnTo>
                    <a:pt x="488" y="983"/>
                  </a:lnTo>
                  <a:lnTo>
                    <a:pt x="498" y="944"/>
                  </a:lnTo>
                  <a:lnTo>
                    <a:pt x="517" y="907"/>
                  </a:lnTo>
                  <a:lnTo>
                    <a:pt x="530" y="886"/>
                  </a:lnTo>
                  <a:lnTo>
                    <a:pt x="550" y="859"/>
                  </a:lnTo>
                  <a:lnTo>
                    <a:pt x="595" y="813"/>
                  </a:lnTo>
                  <a:lnTo>
                    <a:pt x="648" y="779"/>
                  </a:lnTo>
                  <a:lnTo>
                    <a:pt x="706" y="756"/>
                  </a:lnTo>
                  <a:lnTo>
                    <a:pt x="768" y="744"/>
                  </a:lnTo>
                  <a:lnTo>
                    <a:pt x="831" y="745"/>
                  </a:lnTo>
                  <a:lnTo>
                    <a:pt x="894" y="757"/>
                  </a:lnTo>
                  <a:lnTo>
                    <a:pt x="955" y="783"/>
                  </a:lnTo>
                  <a:lnTo>
                    <a:pt x="984" y="801"/>
                  </a:lnTo>
                  <a:lnTo>
                    <a:pt x="1000" y="813"/>
                  </a:lnTo>
                  <a:lnTo>
                    <a:pt x="1028" y="839"/>
                  </a:lnTo>
                  <a:lnTo>
                    <a:pt x="1053" y="868"/>
                  </a:lnTo>
                  <a:lnTo>
                    <a:pt x="1074" y="901"/>
                  </a:lnTo>
                  <a:lnTo>
                    <a:pt x="1099" y="957"/>
                  </a:lnTo>
                  <a:lnTo>
                    <a:pt x="1120" y="1047"/>
                  </a:lnTo>
                  <a:lnTo>
                    <a:pt x="1125" y="1100"/>
                  </a:lnTo>
                  <a:lnTo>
                    <a:pt x="1134" y="1225"/>
                  </a:lnTo>
                  <a:lnTo>
                    <a:pt x="1284" y="1225"/>
                  </a:lnTo>
                  <a:lnTo>
                    <a:pt x="1434" y="1225"/>
                  </a:lnTo>
                  <a:lnTo>
                    <a:pt x="1445" y="1110"/>
                  </a:lnTo>
                  <a:lnTo>
                    <a:pt x="1451" y="1053"/>
                  </a:lnTo>
                  <a:lnTo>
                    <a:pt x="1462" y="975"/>
                  </a:lnTo>
                  <a:lnTo>
                    <a:pt x="1479" y="924"/>
                  </a:lnTo>
                  <a:lnTo>
                    <a:pt x="1508" y="882"/>
                  </a:lnTo>
                  <a:lnTo>
                    <a:pt x="1529" y="858"/>
                  </a:lnTo>
                  <a:lnTo>
                    <a:pt x="1556" y="828"/>
                  </a:lnTo>
                  <a:lnTo>
                    <a:pt x="1610" y="785"/>
                  </a:lnTo>
                  <a:lnTo>
                    <a:pt x="1668" y="759"/>
                  </a:lnTo>
                  <a:lnTo>
                    <a:pt x="1738" y="747"/>
                  </a:lnTo>
                  <a:lnTo>
                    <a:pt x="1780" y="746"/>
                  </a:lnTo>
                  <a:lnTo>
                    <a:pt x="1810" y="747"/>
                  </a:lnTo>
                  <a:lnTo>
                    <a:pt x="1855" y="751"/>
                  </a:lnTo>
                  <a:lnTo>
                    <a:pt x="1892" y="761"/>
                  </a:lnTo>
                  <a:lnTo>
                    <a:pt x="1928" y="781"/>
                  </a:lnTo>
                  <a:lnTo>
                    <a:pt x="1949" y="795"/>
                  </a:lnTo>
                  <a:lnTo>
                    <a:pt x="1974" y="813"/>
                  </a:lnTo>
                  <a:lnTo>
                    <a:pt x="2017" y="856"/>
                  </a:lnTo>
                  <a:lnTo>
                    <a:pt x="2050" y="903"/>
                  </a:lnTo>
                  <a:lnTo>
                    <a:pt x="2074" y="955"/>
                  </a:lnTo>
                  <a:lnTo>
                    <a:pt x="2088" y="1010"/>
                  </a:lnTo>
                  <a:lnTo>
                    <a:pt x="2093" y="1067"/>
                  </a:lnTo>
                  <a:lnTo>
                    <a:pt x="2087" y="1126"/>
                  </a:lnTo>
                  <a:lnTo>
                    <a:pt x="2070" y="1184"/>
                  </a:lnTo>
                  <a:lnTo>
                    <a:pt x="2057" y="1213"/>
                  </a:lnTo>
                  <a:lnTo>
                    <a:pt x="2046" y="1233"/>
                  </a:lnTo>
                  <a:lnTo>
                    <a:pt x="2023" y="1269"/>
                  </a:lnTo>
                  <a:lnTo>
                    <a:pt x="1995" y="1300"/>
                  </a:lnTo>
                  <a:lnTo>
                    <a:pt x="1964" y="1325"/>
                  </a:lnTo>
                  <a:lnTo>
                    <a:pt x="1927" y="1345"/>
                  </a:lnTo>
                  <a:lnTo>
                    <a:pt x="1885" y="1361"/>
                  </a:lnTo>
                  <a:lnTo>
                    <a:pt x="1811" y="1378"/>
                  </a:lnTo>
                  <a:lnTo>
                    <a:pt x="1752" y="1383"/>
                  </a:lnTo>
                  <a:lnTo>
                    <a:pt x="1617" y="1391"/>
                  </a:lnTo>
                  <a:lnTo>
                    <a:pt x="1617" y="1875"/>
                  </a:lnTo>
                  <a:lnTo>
                    <a:pt x="1617" y="2358"/>
                  </a:lnTo>
                  <a:lnTo>
                    <a:pt x="1712" y="2363"/>
                  </a:lnTo>
                  <a:lnTo>
                    <a:pt x="1809" y="2368"/>
                  </a:lnTo>
                  <a:lnTo>
                    <a:pt x="2110" y="1913"/>
                  </a:lnTo>
                  <a:lnTo>
                    <a:pt x="2187" y="1798"/>
                  </a:lnTo>
                  <a:lnTo>
                    <a:pt x="2313" y="1604"/>
                  </a:lnTo>
                  <a:lnTo>
                    <a:pt x="2409" y="1445"/>
                  </a:lnTo>
                  <a:lnTo>
                    <a:pt x="2479" y="1312"/>
                  </a:lnTo>
                  <a:lnTo>
                    <a:pt x="2527" y="1195"/>
                  </a:lnTo>
                  <a:lnTo>
                    <a:pt x="2558" y="1085"/>
                  </a:lnTo>
                  <a:lnTo>
                    <a:pt x="2574" y="972"/>
                  </a:lnTo>
                  <a:lnTo>
                    <a:pt x="2580" y="846"/>
                  </a:lnTo>
                  <a:lnTo>
                    <a:pt x="2580" y="775"/>
                  </a:lnTo>
                  <a:lnTo>
                    <a:pt x="2580" y="684"/>
                  </a:lnTo>
                  <a:lnTo>
                    <a:pt x="2568" y="531"/>
                  </a:lnTo>
                  <a:lnTo>
                    <a:pt x="2548" y="430"/>
                  </a:lnTo>
                  <a:lnTo>
                    <a:pt x="2529" y="364"/>
                  </a:lnTo>
                  <a:lnTo>
                    <a:pt x="2492" y="264"/>
                  </a:lnTo>
                  <a:lnTo>
                    <a:pt x="2459" y="191"/>
                  </a:lnTo>
                  <a:lnTo>
                    <a:pt x="2428" y="125"/>
                  </a:lnTo>
                  <a:lnTo>
                    <a:pt x="2394" y="61"/>
                  </a:lnTo>
                  <a:lnTo>
                    <a:pt x="2375" y="32"/>
                  </a:lnTo>
                  <a:lnTo>
                    <a:pt x="2357" y="15"/>
                  </a:lnTo>
                  <a:lnTo>
                    <a:pt x="2338" y="6"/>
                  </a:lnTo>
                  <a:lnTo>
                    <a:pt x="2305" y="4"/>
                  </a:lnTo>
                  <a:lnTo>
                    <a:pt x="2274" y="8"/>
                  </a:lnTo>
                  <a:lnTo>
                    <a:pt x="2242" y="14"/>
                  </a:lnTo>
                  <a:lnTo>
                    <a:pt x="2188" y="27"/>
                  </a:lnTo>
                  <a:lnTo>
                    <a:pt x="2174" y="33"/>
                  </a:lnTo>
                  <a:lnTo>
                    <a:pt x="2166" y="38"/>
                  </a:lnTo>
                  <a:lnTo>
                    <a:pt x="2161" y="54"/>
                  </a:lnTo>
                  <a:lnTo>
                    <a:pt x="2183" y="105"/>
                  </a:lnTo>
                  <a:lnTo>
                    <a:pt x="2232" y="186"/>
                  </a:lnTo>
                  <a:lnTo>
                    <a:pt x="2234" y="191"/>
                  </a:lnTo>
                  <a:lnTo>
                    <a:pt x="2235" y="202"/>
                  </a:lnTo>
                  <a:lnTo>
                    <a:pt x="2226" y="225"/>
                  </a:lnTo>
                  <a:lnTo>
                    <a:pt x="2185" y="277"/>
                  </a:lnTo>
                  <a:lnTo>
                    <a:pt x="2103" y="363"/>
                  </a:lnTo>
                  <a:lnTo>
                    <a:pt x="2042" y="425"/>
                  </a:lnTo>
                  <a:lnTo>
                    <a:pt x="1957" y="508"/>
                  </a:lnTo>
                  <a:lnTo>
                    <a:pt x="1857" y="598"/>
                  </a:lnTo>
                  <a:lnTo>
                    <a:pt x="1817" y="630"/>
                  </a:lnTo>
                  <a:lnTo>
                    <a:pt x="1809" y="633"/>
                  </a:lnTo>
                  <a:lnTo>
                    <a:pt x="1795" y="631"/>
                  </a:lnTo>
                  <a:lnTo>
                    <a:pt x="1746" y="607"/>
                  </a:lnTo>
                  <a:lnTo>
                    <a:pt x="1720" y="590"/>
                  </a:lnTo>
                  <a:lnTo>
                    <a:pt x="1694" y="573"/>
                  </a:lnTo>
                  <a:lnTo>
                    <a:pt x="1654" y="555"/>
                  </a:lnTo>
                  <a:lnTo>
                    <a:pt x="1647" y="556"/>
                  </a:lnTo>
                  <a:lnTo>
                    <a:pt x="1635" y="581"/>
                  </a:lnTo>
                  <a:lnTo>
                    <a:pt x="1617" y="645"/>
                  </a:lnTo>
                  <a:lnTo>
                    <a:pt x="1597" y="725"/>
                  </a:lnTo>
                  <a:lnTo>
                    <a:pt x="1287" y="730"/>
                  </a:lnTo>
                  <a:lnTo>
                    <a:pt x="977" y="733"/>
                  </a:lnTo>
                  <a:lnTo>
                    <a:pt x="959" y="663"/>
                  </a:lnTo>
                  <a:lnTo>
                    <a:pt x="948" y="621"/>
                  </a:lnTo>
                  <a:lnTo>
                    <a:pt x="936" y="582"/>
                  </a:lnTo>
                  <a:lnTo>
                    <a:pt x="928" y="567"/>
                  </a:lnTo>
                  <a:lnTo>
                    <a:pt x="919" y="560"/>
                  </a:lnTo>
                  <a:lnTo>
                    <a:pt x="906" y="561"/>
                  </a:lnTo>
                  <a:lnTo>
                    <a:pt x="879" y="574"/>
                  </a:lnTo>
                  <a:lnTo>
                    <a:pt x="852" y="590"/>
                  </a:lnTo>
                  <a:lnTo>
                    <a:pt x="821" y="607"/>
                  </a:lnTo>
                  <a:lnTo>
                    <a:pt x="772" y="631"/>
                  </a:lnTo>
                  <a:lnTo>
                    <a:pt x="762" y="633"/>
                  </a:lnTo>
                  <a:lnTo>
                    <a:pt x="744" y="621"/>
                  </a:lnTo>
                  <a:lnTo>
                    <a:pt x="620" y="507"/>
                  </a:lnTo>
                  <a:lnTo>
                    <a:pt x="535" y="423"/>
                  </a:lnTo>
                  <a:lnTo>
                    <a:pt x="324" y="213"/>
                  </a:lnTo>
                  <a:lnTo>
                    <a:pt x="367" y="141"/>
                  </a:lnTo>
                  <a:lnTo>
                    <a:pt x="384" y="111"/>
                  </a:lnTo>
                  <a:lnTo>
                    <a:pt x="406" y="63"/>
                  </a:lnTo>
                  <a:lnTo>
                    <a:pt x="409" y="51"/>
                  </a:lnTo>
                  <a:lnTo>
                    <a:pt x="408" y="48"/>
                  </a:lnTo>
                  <a:lnTo>
                    <a:pt x="399" y="40"/>
                  </a:lnTo>
                  <a:lnTo>
                    <a:pt x="374" y="27"/>
                  </a:lnTo>
                  <a:lnTo>
                    <a:pt x="325" y="11"/>
                  </a:lnTo>
                  <a:lnTo>
                    <a:pt x="272" y="1"/>
                  </a:lnTo>
                  <a:lnTo>
                    <a:pt x="250" y="0"/>
                  </a:lnTo>
                  <a:lnTo>
                    <a:pt x="241" y="1"/>
                  </a:lnTo>
                  <a:lnTo>
                    <a:pt x="222" y="11"/>
                  </a:lnTo>
                  <a:lnTo>
                    <a:pt x="191" y="46"/>
                  </a:lnTo>
                  <a:lnTo>
                    <a:pt x="165" y="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72">
              <a:extLst>
                <a:ext uri="{FF2B5EF4-FFF2-40B4-BE49-F238E27FC236}">
                  <a16:creationId xmlns:a16="http://schemas.microsoft.com/office/drawing/2014/main" id="{C3D1B8F0-ABF3-C115-DEE7-FC3170B45902}"/>
                </a:ext>
              </a:extLst>
            </p:cNvPr>
            <p:cNvSpPr>
              <a:spLocks/>
            </p:cNvSpPr>
            <p:nvPr/>
          </p:nvSpPr>
          <p:spPr bwMode="auto">
            <a:xfrm>
              <a:off x="6184901" y="1135063"/>
              <a:ext cx="120650" cy="127000"/>
            </a:xfrm>
            <a:custGeom>
              <a:avLst/>
              <a:gdLst>
                <a:gd name="T0" fmla="*/ 52 w 316"/>
                <a:gd name="T1" fmla="*/ 47 h 332"/>
                <a:gd name="T2" fmla="*/ 37 w 316"/>
                <a:gd name="T3" fmla="*/ 61 h 332"/>
                <a:gd name="T4" fmla="*/ 17 w 316"/>
                <a:gd name="T5" fmla="*/ 86 h 332"/>
                <a:gd name="T6" fmla="*/ 5 w 316"/>
                <a:gd name="T7" fmla="*/ 112 h 332"/>
                <a:gd name="T8" fmla="*/ 0 w 316"/>
                <a:gd name="T9" fmla="*/ 144 h 332"/>
                <a:gd name="T10" fmla="*/ 0 w 316"/>
                <a:gd name="T11" fmla="*/ 164 h 332"/>
                <a:gd name="T12" fmla="*/ 0 w 316"/>
                <a:gd name="T13" fmla="*/ 181 h 332"/>
                <a:gd name="T14" fmla="*/ 5 w 316"/>
                <a:gd name="T15" fmla="*/ 211 h 332"/>
                <a:gd name="T16" fmla="*/ 15 w 316"/>
                <a:gd name="T17" fmla="*/ 239 h 332"/>
                <a:gd name="T18" fmla="*/ 29 w 316"/>
                <a:gd name="T19" fmla="*/ 262 h 332"/>
                <a:gd name="T20" fmla="*/ 49 w 316"/>
                <a:gd name="T21" fmla="*/ 282 h 332"/>
                <a:gd name="T22" fmla="*/ 73 w 316"/>
                <a:gd name="T23" fmla="*/ 299 h 332"/>
                <a:gd name="T24" fmla="*/ 101 w 316"/>
                <a:gd name="T25" fmla="*/ 311 h 332"/>
                <a:gd name="T26" fmla="*/ 135 w 316"/>
                <a:gd name="T27" fmla="*/ 321 h 332"/>
                <a:gd name="T28" fmla="*/ 153 w 316"/>
                <a:gd name="T29" fmla="*/ 324 h 332"/>
                <a:gd name="T30" fmla="*/ 200 w 316"/>
                <a:gd name="T31" fmla="*/ 330 h 332"/>
                <a:gd name="T32" fmla="*/ 249 w 316"/>
                <a:gd name="T33" fmla="*/ 332 h 332"/>
                <a:gd name="T34" fmla="*/ 272 w 316"/>
                <a:gd name="T35" fmla="*/ 329 h 332"/>
                <a:gd name="T36" fmla="*/ 289 w 316"/>
                <a:gd name="T37" fmla="*/ 321 h 332"/>
                <a:gd name="T38" fmla="*/ 301 w 316"/>
                <a:gd name="T39" fmla="*/ 308 h 332"/>
                <a:gd name="T40" fmla="*/ 311 w 316"/>
                <a:gd name="T41" fmla="*/ 278 h 332"/>
                <a:gd name="T42" fmla="*/ 313 w 316"/>
                <a:gd name="T43" fmla="*/ 249 h 332"/>
                <a:gd name="T44" fmla="*/ 316 w 316"/>
                <a:gd name="T45" fmla="*/ 204 h 332"/>
                <a:gd name="T46" fmla="*/ 312 w 316"/>
                <a:gd name="T47" fmla="*/ 134 h 332"/>
                <a:gd name="T48" fmla="*/ 301 w 316"/>
                <a:gd name="T49" fmla="*/ 95 h 332"/>
                <a:gd name="T50" fmla="*/ 289 w 316"/>
                <a:gd name="T51" fmla="*/ 73 h 332"/>
                <a:gd name="T52" fmla="*/ 266 w 316"/>
                <a:gd name="T53" fmla="*/ 46 h 332"/>
                <a:gd name="T54" fmla="*/ 245 w 316"/>
                <a:gd name="T55" fmla="*/ 32 h 332"/>
                <a:gd name="T56" fmla="*/ 217 w 316"/>
                <a:gd name="T57" fmla="*/ 16 h 332"/>
                <a:gd name="T58" fmla="*/ 179 w 316"/>
                <a:gd name="T59" fmla="*/ 3 h 332"/>
                <a:gd name="T60" fmla="*/ 155 w 316"/>
                <a:gd name="T61" fmla="*/ 0 h 332"/>
                <a:gd name="T62" fmla="*/ 132 w 316"/>
                <a:gd name="T63" fmla="*/ 2 h 332"/>
                <a:gd name="T64" fmla="*/ 109 w 316"/>
                <a:gd name="T65" fmla="*/ 9 h 332"/>
                <a:gd name="T66" fmla="*/ 75 w 316"/>
                <a:gd name="T67" fmla="*/ 27 h 332"/>
                <a:gd name="T68" fmla="*/ 52 w 316"/>
                <a:gd name="T69" fmla="*/ 47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16" h="332">
                  <a:moveTo>
                    <a:pt x="52" y="47"/>
                  </a:moveTo>
                  <a:lnTo>
                    <a:pt x="37" y="61"/>
                  </a:lnTo>
                  <a:lnTo>
                    <a:pt x="17" y="86"/>
                  </a:lnTo>
                  <a:lnTo>
                    <a:pt x="5" y="112"/>
                  </a:lnTo>
                  <a:lnTo>
                    <a:pt x="0" y="144"/>
                  </a:lnTo>
                  <a:lnTo>
                    <a:pt x="0" y="164"/>
                  </a:lnTo>
                  <a:lnTo>
                    <a:pt x="0" y="181"/>
                  </a:lnTo>
                  <a:lnTo>
                    <a:pt x="5" y="211"/>
                  </a:lnTo>
                  <a:lnTo>
                    <a:pt x="15" y="239"/>
                  </a:lnTo>
                  <a:lnTo>
                    <a:pt x="29" y="262"/>
                  </a:lnTo>
                  <a:lnTo>
                    <a:pt x="49" y="282"/>
                  </a:lnTo>
                  <a:lnTo>
                    <a:pt x="73" y="299"/>
                  </a:lnTo>
                  <a:lnTo>
                    <a:pt x="101" y="311"/>
                  </a:lnTo>
                  <a:lnTo>
                    <a:pt x="135" y="321"/>
                  </a:lnTo>
                  <a:lnTo>
                    <a:pt x="153" y="324"/>
                  </a:lnTo>
                  <a:lnTo>
                    <a:pt x="200" y="330"/>
                  </a:lnTo>
                  <a:lnTo>
                    <a:pt x="249" y="332"/>
                  </a:lnTo>
                  <a:lnTo>
                    <a:pt x="272" y="329"/>
                  </a:lnTo>
                  <a:lnTo>
                    <a:pt x="289" y="321"/>
                  </a:lnTo>
                  <a:lnTo>
                    <a:pt x="301" y="308"/>
                  </a:lnTo>
                  <a:lnTo>
                    <a:pt x="311" y="278"/>
                  </a:lnTo>
                  <a:lnTo>
                    <a:pt x="313" y="249"/>
                  </a:lnTo>
                  <a:lnTo>
                    <a:pt x="316" y="204"/>
                  </a:lnTo>
                  <a:lnTo>
                    <a:pt x="312" y="134"/>
                  </a:lnTo>
                  <a:lnTo>
                    <a:pt x="301" y="95"/>
                  </a:lnTo>
                  <a:lnTo>
                    <a:pt x="289" y="73"/>
                  </a:lnTo>
                  <a:lnTo>
                    <a:pt x="266" y="46"/>
                  </a:lnTo>
                  <a:lnTo>
                    <a:pt x="245" y="32"/>
                  </a:lnTo>
                  <a:lnTo>
                    <a:pt x="217" y="16"/>
                  </a:lnTo>
                  <a:lnTo>
                    <a:pt x="179" y="3"/>
                  </a:lnTo>
                  <a:lnTo>
                    <a:pt x="155" y="0"/>
                  </a:lnTo>
                  <a:lnTo>
                    <a:pt x="132" y="2"/>
                  </a:lnTo>
                  <a:lnTo>
                    <a:pt x="109" y="9"/>
                  </a:lnTo>
                  <a:lnTo>
                    <a:pt x="75" y="27"/>
                  </a:lnTo>
                  <a:lnTo>
                    <a:pt x="52" y="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73">
              <a:extLst>
                <a:ext uri="{FF2B5EF4-FFF2-40B4-BE49-F238E27FC236}">
                  <a16:creationId xmlns:a16="http://schemas.microsoft.com/office/drawing/2014/main" id="{DDEA19E8-A8E5-D5C4-DBD9-DC1252462AE2}"/>
                </a:ext>
              </a:extLst>
            </p:cNvPr>
            <p:cNvSpPr>
              <a:spLocks/>
            </p:cNvSpPr>
            <p:nvPr/>
          </p:nvSpPr>
          <p:spPr bwMode="auto">
            <a:xfrm>
              <a:off x="6553201" y="1135063"/>
              <a:ext cx="123825" cy="127000"/>
            </a:xfrm>
            <a:custGeom>
              <a:avLst/>
              <a:gdLst>
                <a:gd name="T0" fmla="*/ 55 w 322"/>
                <a:gd name="T1" fmla="*/ 56 h 331"/>
                <a:gd name="T2" fmla="*/ 36 w 322"/>
                <a:gd name="T3" fmla="*/ 76 h 331"/>
                <a:gd name="T4" fmla="*/ 12 w 322"/>
                <a:gd name="T5" fmla="*/ 106 h 331"/>
                <a:gd name="T6" fmla="*/ 2 w 322"/>
                <a:gd name="T7" fmla="*/ 138 h 331"/>
                <a:gd name="T8" fmla="*/ 0 w 322"/>
                <a:gd name="T9" fmla="*/ 185 h 331"/>
                <a:gd name="T10" fmla="*/ 2 w 322"/>
                <a:gd name="T11" fmla="*/ 220 h 331"/>
                <a:gd name="T12" fmla="*/ 7 w 322"/>
                <a:gd name="T13" fmla="*/ 325 h 331"/>
                <a:gd name="T14" fmla="*/ 85 w 322"/>
                <a:gd name="T15" fmla="*/ 330 h 331"/>
                <a:gd name="T16" fmla="*/ 125 w 322"/>
                <a:gd name="T17" fmla="*/ 331 h 331"/>
                <a:gd name="T18" fmla="*/ 195 w 322"/>
                <a:gd name="T19" fmla="*/ 320 h 331"/>
                <a:gd name="T20" fmla="*/ 239 w 322"/>
                <a:gd name="T21" fmla="*/ 301 h 331"/>
                <a:gd name="T22" fmla="*/ 263 w 322"/>
                <a:gd name="T23" fmla="*/ 285 h 331"/>
                <a:gd name="T24" fmla="*/ 284 w 322"/>
                <a:gd name="T25" fmla="*/ 265 h 331"/>
                <a:gd name="T26" fmla="*/ 300 w 322"/>
                <a:gd name="T27" fmla="*/ 242 h 331"/>
                <a:gd name="T28" fmla="*/ 305 w 322"/>
                <a:gd name="T29" fmla="*/ 230 h 331"/>
                <a:gd name="T30" fmla="*/ 316 w 322"/>
                <a:gd name="T31" fmla="*/ 202 h 331"/>
                <a:gd name="T32" fmla="*/ 322 w 322"/>
                <a:gd name="T33" fmla="*/ 151 h 331"/>
                <a:gd name="T34" fmla="*/ 311 w 322"/>
                <a:gd name="T35" fmla="*/ 103 h 331"/>
                <a:gd name="T36" fmla="*/ 283 w 322"/>
                <a:gd name="T37" fmla="*/ 61 h 331"/>
                <a:gd name="T38" fmla="*/ 262 w 322"/>
                <a:gd name="T39" fmla="*/ 41 h 331"/>
                <a:gd name="T40" fmla="*/ 249 w 322"/>
                <a:gd name="T41" fmla="*/ 31 h 331"/>
                <a:gd name="T42" fmla="*/ 222 w 322"/>
                <a:gd name="T43" fmla="*/ 14 h 331"/>
                <a:gd name="T44" fmla="*/ 196 w 322"/>
                <a:gd name="T45" fmla="*/ 4 h 331"/>
                <a:gd name="T46" fmla="*/ 171 w 322"/>
                <a:gd name="T47" fmla="*/ 0 h 331"/>
                <a:gd name="T48" fmla="*/ 145 w 322"/>
                <a:gd name="T49" fmla="*/ 2 h 331"/>
                <a:gd name="T50" fmla="*/ 120 w 322"/>
                <a:gd name="T51" fmla="*/ 9 h 331"/>
                <a:gd name="T52" fmla="*/ 81 w 322"/>
                <a:gd name="T53" fmla="*/ 32 h 331"/>
                <a:gd name="T54" fmla="*/ 55 w 322"/>
                <a:gd name="T55" fmla="*/ 56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22" h="331">
                  <a:moveTo>
                    <a:pt x="55" y="56"/>
                  </a:moveTo>
                  <a:lnTo>
                    <a:pt x="36" y="76"/>
                  </a:lnTo>
                  <a:lnTo>
                    <a:pt x="12" y="106"/>
                  </a:lnTo>
                  <a:lnTo>
                    <a:pt x="2" y="138"/>
                  </a:lnTo>
                  <a:lnTo>
                    <a:pt x="0" y="185"/>
                  </a:lnTo>
                  <a:lnTo>
                    <a:pt x="2" y="220"/>
                  </a:lnTo>
                  <a:lnTo>
                    <a:pt x="7" y="325"/>
                  </a:lnTo>
                  <a:lnTo>
                    <a:pt x="85" y="330"/>
                  </a:lnTo>
                  <a:lnTo>
                    <a:pt x="125" y="331"/>
                  </a:lnTo>
                  <a:lnTo>
                    <a:pt x="195" y="320"/>
                  </a:lnTo>
                  <a:lnTo>
                    <a:pt x="239" y="301"/>
                  </a:lnTo>
                  <a:lnTo>
                    <a:pt x="263" y="285"/>
                  </a:lnTo>
                  <a:lnTo>
                    <a:pt x="284" y="265"/>
                  </a:lnTo>
                  <a:lnTo>
                    <a:pt x="300" y="242"/>
                  </a:lnTo>
                  <a:lnTo>
                    <a:pt x="305" y="230"/>
                  </a:lnTo>
                  <a:lnTo>
                    <a:pt x="316" y="202"/>
                  </a:lnTo>
                  <a:lnTo>
                    <a:pt x="322" y="151"/>
                  </a:lnTo>
                  <a:lnTo>
                    <a:pt x="311" y="103"/>
                  </a:lnTo>
                  <a:lnTo>
                    <a:pt x="283" y="61"/>
                  </a:lnTo>
                  <a:lnTo>
                    <a:pt x="262" y="41"/>
                  </a:lnTo>
                  <a:lnTo>
                    <a:pt x="249" y="31"/>
                  </a:lnTo>
                  <a:lnTo>
                    <a:pt x="222" y="14"/>
                  </a:lnTo>
                  <a:lnTo>
                    <a:pt x="196" y="4"/>
                  </a:lnTo>
                  <a:lnTo>
                    <a:pt x="171" y="0"/>
                  </a:lnTo>
                  <a:lnTo>
                    <a:pt x="145" y="2"/>
                  </a:lnTo>
                  <a:lnTo>
                    <a:pt x="120" y="9"/>
                  </a:lnTo>
                  <a:lnTo>
                    <a:pt x="81" y="32"/>
                  </a:lnTo>
                  <a:lnTo>
                    <a:pt x="55"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77">
              <a:extLst>
                <a:ext uri="{FF2B5EF4-FFF2-40B4-BE49-F238E27FC236}">
                  <a16:creationId xmlns:a16="http://schemas.microsoft.com/office/drawing/2014/main" id="{1C015FDC-3B85-1CB2-C2BA-7760E9180857}"/>
                </a:ext>
              </a:extLst>
            </p:cNvPr>
            <p:cNvSpPr>
              <a:spLocks/>
            </p:cNvSpPr>
            <p:nvPr/>
          </p:nvSpPr>
          <p:spPr bwMode="auto">
            <a:xfrm>
              <a:off x="6369051" y="1320800"/>
              <a:ext cx="120650" cy="374650"/>
            </a:xfrm>
            <a:custGeom>
              <a:avLst/>
              <a:gdLst>
                <a:gd name="T0" fmla="*/ 12 w 317"/>
                <a:gd name="T1" fmla="*/ 7 h 980"/>
                <a:gd name="T2" fmla="*/ 7 w 317"/>
                <a:gd name="T3" fmla="*/ 39 h 980"/>
                <a:gd name="T4" fmla="*/ 1 w 317"/>
                <a:gd name="T5" fmla="*/ 307 h 980"/>
                <a:gd name="T6" fmla="*/ 0 w 317"/>
                <a:gd name="T7" fmla="*/ 500 h 980"/>
                <a:gd name="T8" fmla="*/ 0 w 317"/>
                <a:gd name="T9" fmla="*/ 980 h 980"/>
                <a:gd name="T10" fmla="*/ 159 w 317"/>
                <a:gd name="T11" fmla="*/ 980 h 980"/>
                <a:gd name="T12" fmla="*/ 317 w 317"/>
                <a:gd name="T13" fmla="*/ 980 h 980"/>
                <a:gd name="T14" fmla="*/ 314 w 317"/>
                <a:gd name="T15" fmla="*/ 492 h 980"/>
                <a:gd name="T16" fmla="*/ 309 w 317"/>
                <a:gd name="T17" fmla="*/ 5 h 980"/>
                <a:gd name="T18" fmla="*/ 167 w 317"/>
                <a:gd name="T19" fmla="*/ 0 h 980"/>
                <a:gd name="T20" fmla="*/ 109 w 317"/>
                <a:gd name="T21" fmla="*/ 0 h 980"/>
                <a:gd name="T22" fmla="*/ 25 w 317"/>
                <a:gd name="T23" fmla="*/ 3 h 980"/>
                <a:gd name="T24" fmla="*/ 12 w 317"/>
                <a:gd name="T25" fmla="*/ 7 h 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7" h="980">
                  <a:moveTo>
                    <a:pt x="12" y="7"/>
                  </a:moveTo>
                  <a:lnTo>
                    <a:pt x="7" y="39"/>
                  </a:lnTo>
                  <a:lnTo>
                    <a:pt x="1" y="307"/>
                  </a:lnTo>
                  <a:lnTo>
                    <a:pt x="0" y="500"/>
                  </a:lnTo>
                  <a:lnTo>
                    <a:pt x="0" y="980"/>
                  </a:lnTo>
                  <a:lnTo>
                    <a:pt x="159" y="980"/>
                  </a:lnTo>
                  <a:lnTo>
                    <a:pt x="317" y="980"/>
                  </a:lnTo>
                  <a:lnTo>
                    <a:pt x="314" y="492"/>
                  </a:lnTo>
                  <a:lnTo>
                    <a:pt x="309" y="5"/>
                  </a:lnTo>
                  <a:lnTo>
                    <a:pt x="167" y="0"/>
                  </a:lnTo>
                  <a:lnTo>
                    <a:pt x="109" y="0"/>
                  </a:lnTo>
                  <a:lnTo>
                    <a:pt x="25" y="3"/>
                  </a:lnTo>
                  <a:lnTo>
                    <a:pt x="1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83">
              <a:extLst>
                <a:ext uri="{FF2B5EF4-FFF2-40B4-BE49-F238E27FC236}">
                  <a16:creationId xmlns:a16="http://schemas.microsoft.com/office/drawing/2014/main" id="{6FCB36C2-39C5-1A69-C075-F7623CBE20DF}"/>
                </a:ext>
              </a:extLst>
            </p:cNvPr>
            <p:cNvSpPr>
              <a:spLocks/>
            </p:cNvSpPr>
            <p:nvPr/>
          </p:nvSpPr>
          <p:spPr bwMode="auto">
            <a:xfrm>
              <a:off x="6242051" y="1755775"/>
              <a:ext cx="374650" cy="61913"/>
            </a:xfrm>
            <a:custGeom>
              <a:avLst/>
              <a:gdLst>
                <a:gd name="T0" fmla="*/ 15 w 983"/>
                <a:gd name="T1" fmla="*/ 12 h 160"/>
                <a:gd name="T2" fmla="*/ 9 w 983"/>
                <a:gd name="T3" fmla="*/ 22 h 160"/>
                <a:gd name="T4" fmla="*/ 1 w 983"/>
                <a:gd name="T5" fmla="*/ 59 h 160"/>
                <a:gd name="T6" fmla="*/ 0 w 983"/>
                <a:gd name="T7" fmla="*/ 80 h 160"/>
                <a:gd name="T8" fmla="*/ 1 w 983"/>
                <a:gd name="T9" fmla="*/ 101 h 160"/>
                <a:gd name="T10" fmla="*/ 9 w 983"/>
                <a:gd name="T11" fmla="*/ 138 h 160"/>
                <a:gd name="T12" fmla="*/ 15 w 983"/>
                <a:gd name="T13" fmla="*/ 147 h 160"/>
                <a:gd name="T14" fmla="*/ 25 w 983"/>
                <a:gd name="T15" fmla="*/ 150 h 160"/>
                <a:gd name="T16" fmla="*/ 97 w 983"/>
                <a:gd name="T17" fmla="*/ 156 h 160"/>
                <a:gd name="T18" fmla="*/ 304 w 983"/>
                <a:gd name="T19" fmla="*/ 160 h 160"/>
                <a:gd name="T20" fmla="*/ 507 w 983"/>
                <a:gd name="T21" fmla="*/ 158 h 160"/>
                <a:gd name="T22" fmla="*/ 983 w 983"/>
                <a:gd name="T23" fmla="*/ 153 h 160"/>
                <a:gd name="T24" fmla="*/ 983 w 983"/>
                <a:gd name="T25" fmla="*/ 80 h 160"/>
                <a:gd name="T26" fmla="*/ 983 w 983"/>
                <a:gd name="T27" fmla="*/ 7 h 160"/>
                <a:gd name="T28" fmla="*/ 507 w 983"/>
                <a:gd name="T29" fmla="*/ 2 h 160"/>
                <a:gd name="T30" fmla="*/ 304 w 983"/>
                <a:gd name="T31" fmla="*/ 0 h 160"/>
                <a:gd name="T32" fmla="*/ 97 w 983"/>
                <a:gd name="T33" fmla="*/ 4 h 160"/>
                <a:gd name="T34" fmla="*/ 25 w 983"/>
                <a:gd name="T35" fmla="*/ 9 h 160"/>
                <a:gd name="T36" fmla="*/ 15 w 983"/>
                <a:gd name="T37" fmla="*/ 12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83" h="160">
                  <a:moveTo>
                    <a:pt x="15" y="12"/>
                  </a:moveTo>
                  <a:lnTo>
                    <a:pt x="9" y="22"/>
                  </a:lnTo>
                  <a:lnTo>
                    <a:pt x="1" y="59"/>
                  </a:lnTo>
                  <a:lnTo>
                    <a:pt x="0" y="80"/>
                  </a:lnTo>
                  <a:lnTo>
                    <a:pt x="1" y="101"/>
                  </a:lnTo>
                  <a:lnTo>
                    <a:pt x="9" y="138"/>
                  </a:lnTo>
                  <a:lnTo>
                    <a:pt x="15" y="147"/>
                  </a:lnTo>
                  <a:lnTo>
                    <a:pt x="25" y="150"/>
                  </a:lnTo>
                  <a:lnTo>
                    <a:pt x="97" y="156"/>
                  </a:lnTo>
                  <a:lnTo>
                    <a:pt x="304" y="160"/>
                  </a:lnTo>
                  <a:lnTo>
                    <a:pt x="507" y="158"/>
                  </a:lnTo>
                  <a:lnTo>
                    <a:pt x="983" y="153"/>
                  </a:lnTo>
                  <a:lnTo>
                    <a:pt x="983" y="80"/>
                  </a:lnTo>
                  <a:lnTo>
                    <a:pt x="983" y="7"/>
                  </a:lnTo>
                  <a:lnTo>
                    <a:pt x="507" y="2"/>
                  </a:lnTo>
                  <a:lnTo>
                    <a:pt x="304" y="0"/>
                  </a:lnTo>
                  <a:lnTo>
                    <a:pt x="97" y="4"/>
                  </a:lnTo>
                  <a:lnTo>
                    <a:pt x="25" y="9"/>
                  </a:lnTo>
                  <a:lnTo>
                    <a:pt x="15"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86">
              <a:extLst>
                <a:ext uri="{FF2B5EF4-FFF2-40B4-BE49-F238E27FC236}">
                  <a16:creationId xmlns:a16="http://schemas.microsoft.com/office/drawing/2014/main" id="{7D9AA78E-2016-E33E-5B6C-BBC70855FFAA}"/>
                </a:ext>
              </a:extLst>
            </p:cNvPr>
            <p:cNvSpPr>
              <a:spLocks/>
            </p:cNvSpPr>
            <p:nvPr/>
          </p:nvSpPr>
          <p:spPr bwMode="auto">
            <a:xfrm>
              <a:off x="6245226" y="1879600"/>
              <a:ext cx="368300" cy="180975"/>
            </a:xfrm>
            <a:custGeom>
              <a:avLst/>
              <a:gdLst>
                <a:gd name="T0" fmla="*/ 4 w 966"/>
                <a:gd name="T1" fmla="*/ 6 h 474"/>
                <a:gd name="T2" fmla="*/ 2 w 966"/>
                <a:gd name="T3" fmla="*/ 10 h 474"/>
                <a:gd name="T4" fmla="*/ 0 w 966"/>
                <a:gd name="T5" fmla="*/ 26 h 474"/>
                <a:gd name="T6" fmla="*/ 4 w 966"/>
                <a:gd name="T7" fmla="*/ 64 h 474"/>
                <a:gd name="T8" fmla="*/ 20 w 966"/>
                <a:gd name="T9" fmla="*/ 131 h 474"/>
                <a:gd name="T10" fmla="*/ 43 w 966"/>
                <a:gd name="T11" fmla="*/ 200 h 474"/>
                <a:gd name="T12" fmla="*/ 56 w 966"/>
                <a:gd name="T13" fmla="*/ 228 h 474"/>
                <a:gd name="T14" fmla="*/ 72 w 966"/>
                <a:gd name="T15" fmla="*/ 255 h 474"/>
                <a:gd name="T16" fmla="*/ 119 w 966"/>
                <a:gd name="T17" fmla="*/ 315 h 474"/>
                <a:gd name="T18" fmla="*/ 180 w 966"/>
                <a:gd name="T19" fmla="*/ 373 h 474"/>
                <a:gd name="T20" fmla="*/ 245 w 966"/>
                <a:gd name="T21" fmla="*/ 424 h 474"/>
                <a:gd name="T22" fmla="*/ 278 w 966"/>
                <a:gd name="T23" fmla="*/ 443 h 474"/>
                <a:gd name="T24" fmla="*/ 295 w 966"/>
                <a:gd name="T25" fmla="*/ 451 h 474"/>
                <a:gd name="T26" fmla="*/ 339 w 966"/>
                <a:gd name="T27" fmla="*/ 463 h 474"/>
                <a:gd name="T28" fmla="*/ 423 w 966"/>
                <a:gd name="T29" fmla="*/ 474 h 474"/>
                <a:gd name="T30" fmla="*/ 549 w 966"/>
                <a:gd name="T31" fmla="*/ 472 h 474"/>
                <a:gd name="T32" fmla="*/ 635 w 966"/>
                <a:gd name="T33" fmla="*/ 459 h 474"/>
                <a:gd name="T34" fmla="*/ 681 w 966"/>
                <a:gd name="T35" fmla="*/ 445 h 474"/>
                <a:gd name="T36" fmla="*/ 699 w 966"/>
                <a:gd name="T37" fmla="*/ 436 h 474"/>
                <a:gd name="T38" fmla="*/ 726 w 966"/>
                <a:gd name="T39" fmla="*/ 421 h 474"/>
                <a:gd name="T40" fmla="*/ 776 w 966"/>
                <a:gd name="T41" fmla="*/ 386 h 474"/>
                <a:gd name="T42" fmla="*/ 822 w 966"/>
                <a:gd name="T43" fmla="*/ 345 h 474"/>
                <a:gd name="T44" fmla="*/ 863 w 966"/>
                <a:gd name="T45" fmla="*/ 300 h 474"/>
                <a:gd name="T46" fmla="*/ 898 w 966"/>
                <a:gd name="T47" fmla="*/ 251 h 474"/>
                <a:gd name="T48" fmla="*/ 927 w 966"/>
                <a:gd name="T49" fmla="*/ 200 h 474"/>
                <a:gd name="T50" fmla="*/ 948 w 966"/>
                <a:gd name="T51" fmla="*/ 148 h 474"/>
                <a:gd name="T52" fmla="*/ 960 w 966"/>
                <a:gd name="T53" fmla="*/ 96 h 474"/>
                <a:gd name="T54" fmla="*/ 963 w 966"/>
                <a:gd name="T55" fmla="*/ 71 h 474"/>
                <a:gd name="T56" fmla="*/ 966 w 966"/>
                <a:gd name="T57" fmla="*/ 6 h 474"/>
                <a:gd name="T58" fmla="*/ 489 w 966"/>
                <a:gd name="T59" fmla="*/ 1 h 474"/>
                <a:gd name="T60" fmla="*/ 299 w 966"/>
                <a:gd name="T61" fmla="*/ 0 h 474"/>
                <a:gd name="T62" fmla="*/ 35 w 966"/>
                <a:gd name="T63" fmla="*/ 3 h 474"/>
                <a:gd name="T64" fmla="*/ 4 w 966"/>
                <a:gd name="T65" fmla="*/ 6 h 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66" h="474">
                  <a:moveTo>
                    <a:pt x="4" y="6"/>
                  </a:moveTo>
                  <a:lnTo>
                    <a:pt x="2" y="10"/>
                  </a:lnTo>
                  <a:lnTo>
                    <a:pt x="0" y="26"/>
                  </a:lnTo>
                  <a:lnTo>
                    <a:pt x="4" y="64"/>
                  </a:lnTo>
                  <a:lnTo>
                    <a:pt x="20" y="131"/>
                  </a:lnTo>
                  <a:lnTo>
                    <a:pt x="43" y="200"/>
                  </a:lnTo>
                  <a:lnTo>
                    <a:pt x="56" y="228"/>
                  </a:lnTo>
                  <a:lnTo>
                    <a:pt x="72" y="255"/>
                  </a:lnTo>
                  <a:lnTo>
                    <a:pt x="119" y="315"/>
                  </a:lnTo>
                  <a:lnTo>
                    <a:pt x="180" y="373"/>
                  </a:lnTo>
                  <a:lnTo>
                    <a:pt x="245" y="424"/>
                  </a:lnTo>
                  <a:lnTo>
                    <a:pt x="278" y="443"/>
                  </a:lnTo>
                  <a:lnTo>
                    <a:pt x="295" y="451"/>
                  </a:lnTo>
                  <a:lnTo>
                    <a:pt x="339" y="463"/>
                  </a:lnTo>
                  <a:lnTo>
                    <a:pt x="423" y="474"/>
                  </a:lnTo>
                  <a:lnTo>
                    <a:pt x="549" y="472"/>
                  </a:lnTo>
                  <a:lnTo>
                    <a:pt x="635" y="459"/>
                  </a:lnTo>
                  <a:lnTo>
                    <a:pt x="681" y="445"/>
                  </a:lnTo>
                  <a:lnTo>
                    <a:pt x="699" y="436"/>
                  </a:lnTo>
                  <a:lnTo>
                    <a:pt x="726" y="421"/>
                  </a:lnTo>
                  <a:lnTo>
                    <a:pt x="776" y="386"/>
                  </a:lnTo>
                  <a:lnTo>
                    <a:pt x="822" y="345"/>
                  </a:lnTo>
                  <a:lnTo>
                    <a:pt x="863" y="300"/>
                  </a:lnTo>
                  <a:lnTo>
                    <a:pt x="898" y="251"/>
                  </a:lnTo>
                  <a:lnTo>
                    <a:pt x="927" y="200"/>
                  </a:lnTo>
                  <a:lnTo>
                    <a:pt x="948" y="148"/>
                  </a:lnTo>
                  <a:lnTo>
                    <a:pt x="960" y="96"/>
                  </a:lnTo>
                  <a:lnTo>
                    <a:pt x="963" y="71"/>
                  </a:lnTo>
                  <a:lnTo>
                    <a:pt x="966" y="6"/>
                  </a:lnTo>
                  <a:lnTo>
                    <a:pt x="489" y="1"/>
                  </a:lnTo>
                  <a:lnTo>
                    <a:pt x="299" y="0"/>
                  </a:lnTo>
                  <a:lnTo>
                    <a:pt x="35" y="3"/>
                  </a:lnTo>
                  <a:lnTo>
                    <a:pt x="4"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065" name="Rectangle 1064">
            <a:extLst>
              <a:ext uri="{FF2B5EF4-FFF2-40B4-BE49-F238E27FC236}">
                <a16:creationId xmlns:a16="http://schemas.microsoft.com/office/drawing/2014/main" id="{F36C9A80-1486-DDFE-DF84-BE5C72279D0B}"/>
              </a:ext>
            </a:extLst>
          </p:cNvPr>
          <p:cNvSpPr/>
          <p:nvPr/>
        </p:nvSpPr>
        <p:spPr>
          <a:xfrm>
            <a:off x="3845226" y="1591083"/>
            <a:ext cx="1334612" cy="646331"/>
          </a:xfrm>
          <a:prstGeom prst="rect">
            <a:avLst/>
          </a:prstGeom>
        </p:spPr>
        <p:txBody>
          <a:bodyPr wrap="square">
            <a:spAutoFit/>
          </a:bodyPr>
          <a:lstStyle/>
          <a:p>
            <a:pPr lvl="0" algn="ctr" rtl="1"/>
            <a:r>
              <a:rPr lang="ar-SY" b="1" dirty="0">
                <a:solidFill>
                  <a:schemeClr val="accent1"/>
                </a:solidFill>
              </a:rPr>
              <a:t>تشغيل خدمات البنية المؤسسية</a:t>
            </a:r>
            <a:endParaRPr lang="en-US" b="1" dirty="0">
              <a:solidFill>
                <a:schemeClr val="accent1"/>
              </a:solidFill>
            </a:endParaRPr>
          </a:p>
        </p:txBody>
      </p:sp>
      <p:sp>
        <p:nvSpPr>
          <p:cNvPr id="1066" name="Rectangle 1065">
            <a:extLst>
              <a:ext uri="{FF2B5EF4-FFF2-40B4-BE49-F238E27FC236}">
                <a16:creationId xmlns:a16="http://schemas.microsoft.com/office/drawing/2014/main" id="{4EEECD6C-0C51-DC44-FCB1-3CA6C57ABE39}"/>
              </a:ext>
            </a:extLst>
          </p:cNvPr>
          <p:cNvSpPr/>
          <p:nvPr/>
        </p:nvSpPr>
        <p:spPr>
          <a:xfrm>
            <a:off x="4778782" y="3095685"/>
            <a:ext cx="1169042" cy="646331"/>
          </a:xfrm>
          <a:prstGeom prst="rect">
            <a:avLst/>
          </a:prstGeom>
        </p:spPr>
        <p:txBody>
          <a:bodyPr wrap="square">
            <a:spAutoFit/>
          </a:bodyPr>
          <a:lstStyle/>
          <a:p>
            <a:pPr lvl="0" algn="ctr" rtl="1"/>
            <a:r>
              <a:rPr lang="ar-SY" b="1" dirty="0">
                <a:solidFill>
                  <a:schemeClr val="accent1"/>
                </a:solidFill>
              </a:rPr>
              <a:t>الحوكمة واللجان</a:t>
            </a:r>
          </a:p>
        </p:txBody>
      </p:sp>
      <p:sp>
        <p:nvSpPr>
          <p:cNvPr id="1067" name="Rectangle 1066">
            <a:extLst>
              <a:ext uri="{FF2B5EF4-FFF2-40B4-BE49-F238E27FC236}">
                <a16:creationId xmlns:a16="http://schemas.microsoft.com/office/drawing/2014/main" id="{D6D60F25-F832-2696-C006-EF40AD0A2AC9}"/>
              </a:ext>
            </a:extLst>
          </p:cNvPr>
          <p:cNvSpPr/>
          <p:nvPr/>
        </p:nvSpPr>
        <p:spPr>
          <a:xfrm>
            <a:off x="4506836" y="4435424"/>
            <a:ext cx="1589164" cy="646331"/>
          </a:xfrm>
          <a:prstGeom prst="rect">
            <a:avLst/>
          </a:prstGeom>
        </p:spPr>
        <p:txBody>
          <a:bodyPr wrap="square">
            <a:spAutoFit/>
          </a:bodyPr>
          <a:lstStyle/>
          <a:p>
            <a:pPr lvl="0" rtl="1"/>
            <a:r>
              <a:rPr lang="ar-SY" b="1" dirty="0">
                <a:solidFill>
                  <a:schemeClr val="accent1"/>
                </a:solidFill>
              </a:rPr>
              <a:t>الامتثال والمتطلبات الوطنية</a:t>
            </a:r>
          </a:p>
        </p:txBody>
      </p:sp>
      <p:sp>
        <p:nvSpPr>
          <p:cNvPr id="1068" name="Rectangle 1067">
            <a:extLst>
              <a:ext uri="{FF2B5EF4-FFF2-40B4-BE49-F238E27FC236}">
                <a16:creationId xmlns:a16="http://schemas.microsoft.com/office/drawing/2014/main" id="{E5E8966C-2708-8DAD-59E6-23CED9401CE0}"/>
              </a:ext>
            </a:extLst>
          </p:cNvPr>
          <p:cNvSpPr/>
          <p:nvPr/>
        </p:nvSpPr>
        <p:spPr>
          <a:xfrm>
            <a:off x="2796685" y="5359151"/>
            <a:ext cx="1259528" cy="646331"/>
          </a:xfrm>
          <a:prstGeom prst="rect">
            <a:avLst/>
          </a:prstGeom>
        </p:spPr>
        <p:txBody>
          <a:bodyPr wrap="square">
            <a:spAutoFit/>
          </a:bodyPr>
          <a:lstStyle/>
          <a:p>
            <a:pPr lvl="0" algn="ctr" rtl="1"/>
            <a:r>
              <a:rPr lang="ar-SY" b="1" dirty="0">
                <a:solidFill>
                  <a:schemeClr val="accent1"/>
                </a:solidFill>
              </a:rPr>
              <a:t>دراسات الجدوى والأثر</a:t>
            </a:r>
          </a:p>
        </p:txBody>
      </p:sp>
      <p:sp>
        <p:nvSpPr>
          <p:cNvPr id="1069" name="Rectangle 1068">
            <a:extLst>
              <a:ext uri="{FF2B5EF4-FFF2-40B4-BE49-F238E27FC236}">
                <a16:creationId xmlns:a16="http://schemas.microsoft.com/office/drawing/2014/main" id="{D41B179F-6198-58D4-B259-AD29A47C8101}"/>
              </a:ext>
            </a:extLst>
          </p:cNvPr>
          <p:cNvSpPr/>
          <p:nvPr/>
        </p:nvSpPr>
        <p:spPr>
          <a:xfrm>
            <a:off x="1039345" y="4573923"/>
            <a:ext cx="1152715" cy="923330"/>
          </a:xfrm>
          <a:prstGeom prst="rect">
            <a:avLst/>
          </a:prstGeom>
        </p:spPr>
        <p:txBody>
          <a:bodyPr wrap="square">
            <a:spAutoFit/>
          </a:bodyPr>
          <a:lstStyle/>
          <a:p>
            <a:pPr lvl="0" algn="r" rtl="1"/>
            <a:r>
              <a:rPr lang="ar-SY" b="1" dirty="0">
                <a:solidFill>
                  <a:schemeClr val="accent1"/>
                </a:solidFill>
              </a:rPr>
              <a:t>متابعة خارطة طريق التحول الرقمي</a:t>
            </a:r>
          </a:p>
        </p:txBody>
      </p:sp>
      <p:sp>
        <p:nvSpPr>
          <p:cNvPr id="1070" name="Rectangle 1069">
            <a:extLst>
              <a:ext uri="{FF2B5EF4-FFF2-40B4-BE49-F238E27FC236}">
                <a16:creationId xmlns:a16="http://schemas.microsoft.com/office/drawing/2014/main" id="{0DB37DFB-21FA-D86F-E3CC-0CE2BF983E10}"/>
              </a:ext>
            </a:extLst>
          </p:cNvPr>
          <p:cNvSpPr/>
          <p:nvPr/>
        </p:nvSpPr>
        <p:spPr>
          <a:xfrm>
            <a:off x="792418" y="2733023"/>
            <a:ext cx="1098223" cy="923330"/>
          </a:xfrm>
          <a:prstGeom prst="rect">
            <a:avLst/>
          </a:prstGeom>
        </p:spPr>
        <p:txBody>
          <a:bodyPr wrap="square">
            <a:spAutoFit/>
          </a:bodyPr>
          <a:lstStyle/>
          <a:p>
            <a:pPr lvl="0" algn="r" rtl="1"/>
            <a:r>
              <a:rPr lang="ar-SY" b="1" dirty="0">
                <a:solidFill>
                  <a:schemeClr val="accent1"/>
                </a:solidFill>
              </a:rPr>
              <a:t>المحاور المعرفية والتقارير</a:t>
            </a:r>
          </a:p>
        </p:txBody>
      </p:sp>
      <p:sp>
        <p:nvSpPr>
          <p:cNvPr id="1071" name="Rectangle 1070">
            <a:extLst>
              <a:ext uri="{FF2B5EF4-FFF2-40B4-BE49-F238E27FC236}">
                <a16:creationId xmlns:a16="http://schemas.microsoft.com/office/drawing/2014/main" id="{CD14B00E-0159-B623-71E3-549A09085F52}"/>
              </a:ext>
            </a:extLst>
          </p:cNvPr>
          <p:cNvSpPr/>
          <p:nvPr/>
        </p:nvSpPr>
        <p:spPr>
          <a:xfrm>
            <a:off x="1886016" y="1709392"/>
            <a:ext cx="1459222" cy="646331"/>
          </a:xfrm>
          <a:prstGeom prst="rect">
            <a:avLst/>
          </a:prstGeom>
        </p:spPr>
        <p:txBody>
          <a:bodyPr wrap="square">
            <a:spAutoFit/>
          </a:bodyPr>
          <a:lstStyle/>
          <a:p>
            <a:pPr lvl="0" algn="ctr" rtl="1"/>
            <a:r>
              <a:rPr lang="ar-SY" b="1" dirty="0">
                <a:solidFill>
                  <a:schemeClr val="accent1"/>
                </a:solidFill>
              </a:rPr>
              <a:t>الإقفال والاستدامة</a:t>
            </a:r>
          </a:p>
        </p:txBody>
      </p:sp>
      <p:sp>
        <p:nvSpPr>
          <p:cNvPr id="1172" name="Oval 1171">
            <a:extLst>
              <a:ext uri="{FF2B5EF4-FFF2-40B4-BE49-F238E27FC236}">
                <a16:creationId xmlns:a16="http://schemas.microsoft.com/office/drawing/2014/main" id="{75DA6779-1F5F-7A3B-1C07-1DBAB7ED1495}"/>
              </a:ext>
            </a:extLst>
          </p:cNvPr>
          <p:cNvSpPr/>
          <p:nvPr/>
        </p:nvSpPr>
        <p:spPr>
          <a:xfrm>
            <a:off x="3609058" y="1944916"/>
            <a:ext cx="268360" cy="26835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rIns="0" bIns="0" rtlCol="0" anchor="ctr"/>
          <a:lstStyle/>
          <a:p>
            <a:pPr algn="ctr"/>
            <a:r>
              <a:rPr lang="en-US" sz="1600" b="1" dirty="0"/>
              <a:t>01</a:t>
            </a:r>
            <a:endParaRPr lang="en-GB" sz="1600" b="1" dirty="0"/>
          </a:p>
        </p:txBody>
      </p:sp>
      <p:sp>
        <p:nvSpPr>
          <p:cNvPr id="1173" name="Oval 1172">
            <a:extLst>
              <a:ext uri="{FF2B5EF4-FFF2-40B4-BE49-F238E27FC236}">
                <a16:creationId xmlns:a16="http://schemas.microsoft.com/office/drawing/2014/main" id="{C8AC7CA2-B33F-D7AB-5D76-902BB2D8C99D}"/>
              </a:ext>
            </a:extLst>
          </p:cNvPr>
          <p:cNvSpPr/>
          <p:nvPr/>
        </p:nvSpPr>
        <p:spPr>
          <a:xfrm>
            <a:off x="4716360" y="2731250"/>
            <a:ext cx="268360" cy="26835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rIns="0" bIns="0" rtlCol="0" anchor="ctr"/>
          <a:lstStyle/>
          <a:p>
            <a:pPr algn="ctr"/>
            <a:r>
              <a:rPr lang="en-US" sz="1600" b="1" dirty="0"/>
              <a:t>02</a:t>
            </a:r>
            <a:endParaRPr lang="en-GB" sz="1600" b="1" dirty="0"/>
          </a:p>
        </p:txBody>
      </p:sp>
      <p:sp>
        <p:nvSpPr>
          <p:cNvPr id="1174" name="Oval 1173">
            <a:extLst>
              <a:ext uri="{FF2B5EF4-FFF2-40B4-BE49-F238E27FC236}">
                <a16:creationId xmlns:a16="http://schemas.microsoft.com/office/drawing/2014/main" id="{37CFC5F4-EF59-6DF0-32A6-33D9EAA2A177}"/>
              </a:ext>
            </a:extLst>
          </p:cNvPr>
          <p:cNvSpPr/>
          <p:nvPr/>
        </p:nvSpPr>
        <p:spPr>
          <a:xfrm>
            <a:off x="4806662" y="4166375"/>
            <a:ext cx="268360" cy="26835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rIns="0" bIns="0" rtlCol="0" anchor="ctr"/>
          <a:lstStyle/>
          <a:p>
            <a:pPr algn="ctr"/>
            <a:r>
              <a:rPr lang="en-US" sz="1600" b="1" dirty="0"/>
              <a:t>03</a:t>
            </a:r>
            <a:endParaRPr lang="en-GB" sz="1600" b="1" dirty="0"/>
          </a:p>
        </p:txBody>
      </p:sp>
      <p:sp>
        <p:nvSpPr>
          <p:cNvPr id="1175" name="Oval 1174">
            <a:extLst>
              <a:ext uri="{FF2B5EF4-FFF2-40B4-BE49-F238E27FC236}">
                <a16:creationId xmlns:a16="http://schemas.microsoft.com/office/drawing/2014/main" id="{822EF52F-0ABF-78AE-AA96-8577C0A65D25}"/>
              </a:ext>
            </a:extLst>
          </p:cNvPr>
          <p:cNvSpPr/>
          <p:nvPr/>
        </p:nvSpPr>
        <p:spPr>
          <a:xfrm>
            <a:off x="3811201" y="5083756"/>
            <a:ext cx="268360" cy="26835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rIns="0" bIns="0" rtlCol="0" anchor="ctr"/>
          <a:lstStyle/>
          <a:p>
            <a:pPr algn="ctr"/>
            <a:r>
              <a:rPr lang="en-US" sz="1600" b="1" dirty="0"/>
              <a:t>04</a:t>
            </a:r>
            <a:endParaRPr lang="en-GB" sz="1600" b="1" dirty="0"/>
          </a:p>
        </p:txBody>
      </p:sp>
      <p:sp>
        <p:nvSpPr>
          <p:cNvPr id="1176" name="Oval 1175">
            <a:extLst>
              <a:ext uri="{FF2B5EF4-FFF2-40B4-BE49-F238E27FC236}">
                <a16:creationId xmlns:a16="http://schemas.microsoft.com/office/drawing/2014/main" id="{6CC9D663-F203-D054-9CC9-47FFD41A2889}"/>
              </a:ext>
            </a:extLst>
          </p:cNvPr>
          <p:cNvSpPr/>
          <p:nvPr/>
        </p:nvSpPr>
        <p:spPr>
          <a:xfrm>
            <a:off x="1647554" y="3634071"/>
            <a:ext cx="268360" cy="26835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rIns="0" bIns="0" rtlCol="0" anchor="ctr"/>
          <a:lstStyle/>
          <a:p>
            <a:pPr algn="ctr"/>
            <a:r>
              <a:rPr lang="en-US" sz="1600" b="1" dirty="0"/>
              <a:t>06</a:t>
            </a:r>
            <a:endParaRPr lang="en-GB" sz="1600" b="1" dirty="0"/>
          </a:p>
        </p:txBody>
      </p:sp>
      <p:sp>
        <p:nvSpPr>
          <p:cNvPr id="1177" name="Oval 1176">
            <a:extLst>
              <a:ext uri="{FF2B5EF4-FFF2-40B4-BE49-F238E27FC236}">
                <a16:creationId xmlns:a16="http://schemas.microsoft.com/office/drawing/2014/main" id="{36289E8B-BE35-483D-90F4-7EE98DCCFB62}"/>
              </a:ext>
            </a:extLst>
          </p:cNvPr>
          <p:cNvSpPr/>
          <p:nvPr/>
        </p:nvSpPr>
        <p:spPr>
          <a:xfrm>
            <a:off x="2302890" y="4837372"/>
            <a:ext cx="268360" cy="26835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rIns="0" bIns="0" rtlCol="0" anchor="ctr"/>
          <a:lstStyle/>
          <a:p>
            <a:pPr algn="ctr"/>
            <a:r>
              <a:rPr lang="en-US" sz="1600" b="1" dirty="0"/>
              <a:t>05</a:t>
            </a:r>
            <a:endParaRPr lang="en-GB" sz="1600" b="1" dirty="0"/>
          </a:p>
        </p:txBody>
      </p:sp>
      <p:sp>
        <p:nvSpPr>
          <p:cNvPr id="1178" name="Oval 1177">
            <a:extLst>
              <a:ext uri="{FF2B5EF4-FFF2-40B4-BE49-F238E27FC236}">
                <a16:creationId xmlns:a16="http://schemas.microsoft.com/office/drawing/2014/main" id="{349B5E42-1D97-E7F9-A5EB-4E12BC474D57}"/>
              </a:ext>
            </a:extLst>
          </p:cNvPr>
          <p:cNvSpPr/>
          <p:nvPr/>
        </p:nvSpPr>
        <p:spPr>
          <a:xfrm>
            <a:off x="2197155" y="2327896"/>
            <a:ext cx="268360" cy="26835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rIns="0" bIns="0" rtlCol="0" anchor="ctr"/>
          <a:lstStyle/>
          <a:p>
            <a:pPr algn="ctr"/>
            <a:r>
              <a:rPr lang="en-US" sz="1600" b="1" dirty="0"/>
              <a:t>07</a:t>
            </a:r>
            <a:endParaRPr lang="en-GB" sz="1600" b="1" dirty="0"/>
          </a:p>
        </p:txBody>
      </p:sp>
      <p:sp>
        <p:nvSpPr>
          <p:cNvPr id="1154" name="Graphic 180">
            <a:extLst>
              <a:ext uri="{FF2B5EF4-FFF2-40B4-BE49-F238E27FC236}">
                <a16:creationId xmlns:a16="http://schemas.microsoft.com/office/drawing/2014/main" id="{133D0266-6975-C7B0-A79D-84F54E21A43F}"/>
              </a:ext>
            </a:extLst>
          </p:cNvPr>
          <p:cNvSpPr>
            <a:spLocks noChangeAspect="1"/>
          </p:cNvSpPr>
          <p:nvPr/>
        </p:nvSpPr>
        <p:spPr>
          <a:xfrm>
            <a:off x="2775130" y="2536331"/>
            <a:ext cx="411475" cy="411480"/>
          </a:xfrm>
          <a:custGeom>
            <a:avLst/>
            <a:gdLst>
              <a:gd name="connsiteX0" fmla="*/ 296483 w 822962"/>
              <a:gd name="connsiteY0" fmla="*/ 246901 h 822973"/>
              <a:gd name="connsiteX1" fmla="*/ 289935 w 822962"/>
              <a:gd name="connsiteY1" fmla="*/ 243115 h 822973"/>
              <a:gd name="connsiteX2" fmla="*/ 289057 w 822962"/>
              <a:gd name="connsiteY2" fmla="*/ 242559 h 822973"/>
              <a:gd name="connsiteX3" fmla="*/ 275394 w 822962"/>
              <a:gd name="connsiteY3" fmla="*/ 224143 h 822973"/>
              <a:gd name="connsiteX4" fmla="*/ 278522 w 822962"/>
              <a:gd name="connsiteY4" fmla="*/ 200470 h 822973"/>
              <a:gd name="connsiteX5" fmla="*/ 302653 w 822962"/>
              <a:gd name="connsiteY5" fmla="*/ 158673 h 822973"/>
              <a:gd name="connsiteX6" fmla="*/ 321480 w 822962"/>
              <a:gd name="connsiteY6" fmla="*/ 144326 h 822973"/>
              <a:gd name="connsiteX7" fmla="*/ 345016 w 822962"/>
              <a:gd name="connsiteY7" fmla="*/ 147380 h 822973"/>
              <a:gd name="connsiteX8" fmla="*/ 345189 w 822962"/>
              <a:gd name="connsiteY8" fmla="*/ 147473 h 822973"/>
              <a:gd name="connsiteX9" fmla="*/ 345189 w 822962"/>
              <a:gd name="connsiteY9" fmla="*/ 147454 h 822973"/>
              <a:gd name="connsiteX10" fmla="*/ 351716 w 822962"/>
              <a:gd name="connsiteY10" fmla="*/ 151222 h 822973"/>
              <a:gd name="connsiteX11" fmla="*/ 353985 w 822962"/>
              <a:gd name="connsiteY11" fmla="*/ 149887 h 822973"/>
              <a:gd name="connsiteX12" fmla="*/ 356226 w 822962"/>
              <a:gd name="connsiteY12" fmla="*/ 148616 h 822973"/>
              <a:gd name="connsiteX13" fmla="*/ 356226 w 822962"/>
              <a:gd name="connsiteY13" fmla="*/ 141043 h 822973"/>
              <a:gd name="connsiteX14" fmla="*/ 365396 w 822962"/>
              <a:gd name="connsiteY14" fmla="*/ 118942 h 822973"/>
              <a:gd name="connsiteX15" fmla="*/ 387497 w 822962"/>
              <a:gd name="connsiteY15" fmla="*/ 109771 h 822973"/>
              <a:gd name="connsiteX16" fmla="*/ 435468 w 822962"/>
              <a:gd name="connsiteY16" fmla="*/ 109771 h 822973"/>
              <a:gd name="connsiteX17" fmla="*/ 457578 w 822962"/>
              <a:gd name="connsiteY17" fmla="*/ 118942 h 822973"/>
              <a:gd name="connsiteX18" fmla="*/ 466748 w 822962"/>
              <a:gd name="connsiteY18" fmla="*/ 141043 h 822973"/>
              <a:gd name="connsiteX19" fmla="*/ 466748 w 822962"/>
              <a:gd name="connsiteY19" fmla="*/ 148642 h 822973"/>
              <a:gd name="connsiteX20" fmla="*/ 468969 w 822962"/>
              <a:gd name="connsiteY20" fmla="*/ 149895 h 822973"/>
              <a:gd name="connsiteX21" fmla="*/ 469005 w 822962"/>
              <a:gd name="connsiteY21" fmla="*/ 149913 h 822973"/>
              <a:gd name="connsiteX22" fmla="*/ 469023 w 822962"/>
              <a:gd name="connsiteY22" fmla="*/ 149895 h 822973"/>
              <a:gd name="connsiteX23" fmla="*/ 471264 w 822962"/>
              <a:gd name="connsiteY23" fmla="*/ 151220 h 822973"/>
              <a:gd name="connsiteX24" fmla="*/ 477800 w 822962"/>
              <a:gd name="connsiteY24" fmla="*/ 147443 h 822973"/>
              <a:gd name="connsiteX25" fmla="*/ 501502 w 822962"/>
              <a:gd name="connsiteY25" fmla="*/ 144323 h 822973"/>
              <a:gd name="connsiteX26" fmla="*/ 520475 w 822962"/>
              <a:gd name="connsiteY26" fmla="*/ 158861 h 822973"/>
              <a:gd name="connsiteX27" fmla="*/ 520859 w 822962"/>
              <a:gd name="connsiteY27" fmla="*/ 159584 h 822973"/>
              <a:gd name="connsiteX28" fmla="*/ 544460 w 822962"/>
              <a:gd name="connsiteY28" fmla="*/ 200467 h 822973"/>
              <a:gd name="connsiteX29" fmla="*/ 547589 w 822962"/>
              <a:gd name="connsiteY29" fmla="*/ 224131 h 822973"/>
              <a:gd name="connsiteX30" fmla="*/ 533039 w 822962"/>
              <a:gd name="connsiteY30" fmla="*/ 243103 h 822973"/>
              <a:gd name="connsiteX31" fmla="*/ 526482 w 822962"/>
              <a:gd name="connsiteY31" fmla="*/ 246898 h 822973"/>
              <a:gd name="connsiteX32" fmla="*/ 526508 w 822962"/>
              <a:gd name="connsiteY32" fmla="*/ 249523 h 822973"/>
              <a:gd name="connsiteX33" fmla="*/ 526482 w 822962"/>
              <a:gd name="connsiteY33" fmla="*/ 252139 h 822973"/>
              <a:gd name="connsiteX34" fmla="*/ 533039 w 822962"/>
              <a:gd name="connsiteY34" fmla="*/ 255917 h 822973"/>
              <a:gd name="connsiteX35" fmla="*/ 547589 w 822962"/>
              <a:gd name="connsiteY35" fmla="*/ 274889 h 822973"/>
              <a:gd name="connsiteX36" fmla="*/ 544460 w 822962"/>
              <a:gd name="connsiteY36" fmla="*/ 298553 h 822973"/>
              <a:gd name="connsiteX37" fmla="*/ 520457 w 822962"/>
              <a:gd name="connsiteY37" fmla="*/ 340138 h 822973"/>
              <a:gd name="connsiteX38" fmla="*/ 520484 w 822962"/>
              <a:gd name="connsiteY38" fmla="*/ 340138 h 822973"/>
              <a:gd name="connsiteX39" fmla="*/ 501512 w 822962"/>
              <a:gd name="connsiteY39" fmla="*/ 354688 h 822973"/>
              <a:gd name="connsiteX40" fmla="*/ 477985 w 822962"/>
              <a:gd name="connsiteY40" fmla="*/ 351643 h 822973"/>
              <a:gd name="connsiteX41" fmla="*/ 477804 w 822962"/>
              <a:gd name="connsiteY41" fmla="*/ 351551 h 822973"/>
              <a:gd name="connsiteX42" fmla="*/ 477804 w 822962"/>
              <a:gd name="connsiteY42" fmla="*/ 351569 h 822973"/>
              <a:gd name="connsiteX43" fmla="*/ 471267 w 822962"/>
              <a:gd name="connsiteY43" fmla="*/ 347800 h 822973"/>
              <a:gd name="connsiteX44" fmla="*/ 468999 w 822962"/>
              <a:gd name="connsiteY44" fmla="*/ 349146 h 822973"/>
              <a:gd name="connsiteX45" fmla="*/ 466758 w 822962"/>
              <a:gd name="connsiteY45" fmla="*/ 350408 h 822973"/>
              <a:gd name="connsiteX46" fmla="*/ 466758 w 822962"/>
              <a:gd name="connsiteY46" fmla="*/ 357980 h 822973"/>
              <a:gd name="connsiteX47" fmla="*/ 457587 w 822962"/>
              <a:gd name="connsiteY47" fmla="*/ 380091 h 822973"/>
              <a:gd name="connsiteX48" fmla="*/ 435477 w 822962"/>
              <a:gd name="connsiteY48" fmla="*/ 389261 h 822973"/>
              <a:gd name="connsiteX49" fmla="*/ 387507 w 822962"/>
              <a:gd name="connsiteY49" fmla="*/ 389261 h 822973"/>
              <a:gd name="connsiteX50" fmla="*/ 365405 w 822962"/>
              <a:gd name="connsiteY50" fmla="*/ 380091 h 822973"/>
              <a:gd name="connsiteX51" fmla="*/ 356235 w 822962"/>
              <a:gd name="connsiteY51" fmla="*/ 357980 h 822973"/>
              <a:gd name="connsiteX52" fmla="*/ 356235 w 822962"/>
              <a:gd name="connsiteY52" fmla="*/ 350390 h 822973"/>
              <a:gd name="connsiteX53" fmla="*/ 354023 w 822962"/>
              <a:gd name="connsiteY53" fmla="*/ 349137 h 822973"/>
              <a:gd name="connsiteX54" fmla="*/ 353988 w 822962"/>
              <a:gd name="connsiteY54" fmla="*/ 349119 h 822973"/>
              <a:gd name="connsiteX55" fmla="*/ 353969 w 822962"/>
              <a:gd name="connsiteY55" fmla="*/ 349137 h 822973"/>
              <a:gd name="connsiteX56" fmla="*/ 351728 w 822962"/>
              <a:gd name="connsiteY56" fmla="*/ 347812 h 822973"/>
              <a:gd name="connsiteX57" fmla="*/ 345201 w 822962"/>
              <a:gd name="connsiteY57" fmla="*/ 351572 h 822973"/>
              <a:gd name="connsiteX58" fmla="*/ 344269 w 822962"/>
              <a:gd name="connsiteY58" fmla="*/ 352066 h 822973"/>
              <a:gd name="connsiteX59" fmla="*/ 321484 w 822962"/>
              <a:gd name="connsiteY59" fmla="*/ 354700 h 822973"/>
              <a:gd name="connsiteX60" fmla="*/ 302511 w 822962"/>
              <a:gd name="connsiteY60" fmla="*/ 340163 h 822973"/>
              <a:gd name="connsiteX61" fmla="*/ 302137 w 822962"/>
              <a:gd name="connsiteY61" fmla="*/ 339448 h 822973"/>
              <a:gd name="connsiteX62" fmla="*/ 278527 w 822962"/>
              <a:gd name="connsiteY62" fmla="*/ 298565 h 822973"/>
              <a:gd name="connsiteX63" fmla="*/ 275398 w 822962"/>
              <a:gd name="connsiteY63" fmla="*/ 274901 h 822973"/>
              <a:gd name="connsiteX64" fmla="*/ 289935 w 822962"/>
              <a:gd name="connsiteY64" fmla="*/ 255929 h 822973"/>
              <a:gd name="connsiteX65" fmla="*/ 296493 w 822962"/>
              <a:gd name="connsiteY65" fmla="*/ 252143 h 822973"/>
              <a:gd name="connsiteX66" fmla="*/ 296467 w 822962"/>
              <a:gd name="connsiteY66" fmla="*/ 249517 h 822973"/>
              <a:gd name="connsiteX67" fmla="*/ 296484 w 822962"/>
              <a:gd name="connsiteY67" fmla="*/ 246901 h 822973"/>
              <a:gd name="connsiteX68" fmla="*/ 118069 w 822962"/>
              <a:gd name="connsiteY68" fmla="*/ 116203 h 822973"/>
              <a:gd name="connsiteX69" fmla="*/ 117759 w 822962"/>
              <a:gd name="connsiteY69" fmla="*/ 116751 h 822973"/>
              <a:gd name="connsiteX70" fmla="*/ 117694 w 822962"/>
              <a:gd name="connsiteY70" fmla="*/ 116861 h 822973"/>
              <a:gd name="connsiteX71" fmla="*/ 116158 w 822962"/>
              <a:gd name="connsiteY71" fmla="*/ 129544 h 822973"/>
              <a:gd name="connsiteX72" fmla="*/ 124185 w 822962"/>
              <a:gd name="connsiteY72" fmla="*/ 140317 h 822973"/>
              <a:gd name="connsiteX73" fmla="*/ 124203 w 822962"/>
              <a:gd name="connsiteY73" fmla="*/ 140317 h 822973"/>
              <a:gd name="connsiteX74" fmla="*/ 137526 w 822962"/>
              <a:gd name="connsiteY74" fmla="*/ 142228 h 822973"/>
              <a:gd name="connsiteX75" fmla="*/ 148299 w 822962"/>
              <a:gd name="connsiteY75" fmla="*/ 134200 h 822973"/>
              <a:gd name="connsiteX76" fmla="*/ 148299 w 822962"/>
              <a:gd name="connsiteY76" fmla="*/ 134183 h 822973"/>
              <a:gd name="connsiteX77" fmla="*/ 150209 w 822962"/>
              <a:gd name="connsiteY77" fmla="*/ 120860 h 822973"/>
              <a:gd name="connsiteX78" fmla="*/ 142181 w 822962"/>
              <a:gd name="connsiteY78" fmla="*/ 110079 h 822973"/>
              <a:gd name="connsiteX79" fmla="*/ 141634 w 822962"/>
              <a:gd name="connsiteY79" fmla="*/ 109769 h 822973"/>
              <a:gd name="connsiteX80" fmla="*/ 141634 w 822962"/>
              <a:gd name="connsiteY80" fmla="*/ 109787 h 822973"/>
              <a:gd name="connsiteX81" fmla="*/ 141524 w 822962"/>
              <a:gd name="connsiteY81" fmla="*/ 109712 h 822973"/>
              <a:gd name="connsiteX82" fmla="*/ 128840 w 822962"/>
              <a:gd name="connsiteY82" fmla="*/ 108177 h 822973"/>
              <a:gd name="connsiteX83" fmla="*/ 118068 w 822962"/>
              <a:gd name="connsiteY83" fmla="*/ 116205 h 822973"/>
              <a:gd name="connsiteX84" fmla="*/ 91241 w 822962"/>
              <a:gd name="connsiteY84" fmla="*/ 135762 h 822973"/>
              <a:gd name="connsiteX85" fmla="*/ 95429 w 822962"/>
              <a:gd name="connsiteY85" fmla="*/ 104124 h 822973"/>
              <a:gd name="connsiteX86" fmla="*/ 96361 w 822962"/>
              <a:gd name="connsiteY86" fmla="*/ 102487 h 822973"/>
              <a:gd name="connsiteX87" fmla="*/ 96387 w 822962"/>
              <a:gd name="connsiteY87" fmla="*/ 102505 h 822973"/>
              <a:gd name="connsiteX88" fmla="*/ 122611 w 822962"/>
              <a:gd name="connsiteY88" fmla="*/ 83255 h 822973"/>
              <a:gd name="connsiteX89" fmla="*/ 154240 w 822962"/>
              <a:gd name="connsiteY89" fmla="*/ 87452 h 822973"/>
              <a:gd name="connsiteX90" fmla="*/ 155886 w 822962"/>
              <a:gd name="connsiteY90" fmla="*/ 88375 h 822973"/>
              <a:gd name="connsiteX91" fmla="*/ 155868 w 822962"/>
              <a:gd name="connsiteY91" fmla="*/ 88402 h 822973"/>
              <a:gd name="connsiteX92" fmla="*/ 175106 w 822962"/>
              <a:gd name="connsiteY92" fmla="*/ 114616 h 822973"/>
              <a:gd name="connsiteX93" fmla="*/ 170287 w 822962"/>
              <a:gd name="connsiteY93" fmla="*/ 147343 h 822973"/>
              <a:gd name="connsiteX94" fmla="*/ 143733 w 822962"/>
              <a:gd name="connsiteY94" fmla="*/ 167122 h 822973"/>
              <a:gd name="connsiteX95" fmla="*/ 111014 w 822962"/>
              <a:gd name="connsiteY95" fmla="*/ 162294 h 822973"/>
              <a:gd name="connsiteX96" fmla="*/ 91226 w 822962"/>
              <a:gd name="connsiteY96" fmla="*/ 135749 h 822973"/>
              <a:gd name="connsiteX97" fmla="*/ 110068 w 822962"/>
              <a:gd name="connsiteY97" fmla="*/ 679785 h 822973"/>
              <a:gd name="connsiteX98" fmla="*/ 109758 w 822962"/>
              <a:gd name="connsiteY98" fmla="*/ 680332 h 822973"/>
              <a:gd name="connsiteX99" fmla="*/ 109776 w 822962"/>
              <a:gd name="connsiteY99" fmla="*/ 680332 h 822973"/>
              <a:gd name="connsiteX100" fmla="*/ 109702 w 822962"/>
              <a:gd name="connsiteY100" fmla="*/ 680442 h 822973"/>
              <a:gd name="connsiteX101" fmla="*/ 108166 w 822962"/>
              <a:gd name="connsiteY101" fmla="*/ 693126 h 822973"/>
              <a:gd name="connsiteX102" fmla="*/ 116202 w 822962"/>
              <a:gd name="connsiteY102" fmla="*/ 703898 h 822973"/>
              <a:gd name="connsiteX103" fmla="*/ 129525 w 822962"/>
              <a:gd name="connsiteY103" fmla="*/ 705809 h 822973"/>
              <a:gd name="connsiteX104" fmla="*/ 140298 w 822962"/>
              <a:gd name="connsiteY104" fmla="*/ 697781 h 822973"/>
              <a:gd name="connsiteX105" fmla="*/ 140298 w 822962"/>
              <a:gd name="connsiteY105" fmla="*/ 697764 h 822973"/>
              <a:gd name="connsiteX106" fmla="*/ 142209 w 822962"/>
              <a:gd name="connsiteY106" fmla="*/ 684441 h 822973"/>
              <a:gd name="connsiteX107" fmla="*/ 134181 w 822962"/>
              <a:gd name="connsiteY107" fmla="*/ 673660 h 822973"/>
              <a:gd name="connsiteX108" fmla="*/ 133633 w 822962"/>
              <a:gd name="connsiteY108" fmla="*/ 673350 h 822973"/>
              <a:gd name="connsiteX109" fmla="*/ 133633 w 822962"/>
              <a:gd name="connsiteY109" fmla="*/ 673368 h 822973"/>
              <a:gd name="connsiteX110" fmla="*/ 133523 w 822962"/>
              <a:gd name="connsiteY110" fmla="*/ 673294 h 822973"/>
              <a:gd name="connsiteX111" fmla="*/ 120848 w 822962"/>
              <a:gd name="connsiteY111" fmla="*/ 671758 h 822973"/>
              <a:gd name="connsiteX112" fmla="*/ 110068 w 822962"/>
              <a:gd name="connsiteY112" fmla="*/ 679786 h 822973"/>
              <a:gd name="connsiteX113" fmla="*/ 83249 w 822962"/>
              <a:gd name="connsiteY113" fmla="*/ 699344 h 822973"/>
              <a:gd name="connsiteX114" fmla="*/ 87437 w 822962"/>
              <a:gd name="connsiteY114" fmla="*/ 667705 h 822973"/>
              <a:gd name="connsiteX115" fmla="*/ 88369 w 822962"/>
              <a:gd name="connsiteY115" fmla="*/ 666077 h 822973"/>
              <a:gd name="connsiteX116" fmla="*/ 88396 w 822962"/>
              <a:gd name="connsiteY116" fmla="*/ 666077 h 822973"/>
              <a:gd name="connsiteX117" fmla="*/ 114619 w 822962"/>
              <a:gd name="connsiteY117" fmla="*/ 646839 h 822973"/>
              <a:gd name="connsiteX118" fmla="*/ 146257 w 822962"/>
              <a:gd name="connsiteY118" fmla="*/ 651036 h 822973"/>
              <a:gd name="connsiteX119" fmla="*/ 147894 w 822962"/>
              <a:gd name="connsiteY119" fmla="*/ 651959 h 822973"/>
              <a:gd name="connsiteX120" fmla="*/ 147877 w 822962"/>
              <a:gd name="connsiteY120" fmla="*/ 651986 h 822973"/>
              <a:gd name="connsiteX121" fmla="*/ 167126 w 822962"/>
              <a:gd name="connsiteY121" fmla="*/ 678209 h 822973"/>
              <a:gd name="connsiteX122" fmla="*/ 162307 w 822962"/>
              <a:gd name="connsiteY122" fmla="*/ 710928 h 822973"/>
              <a:gd name="connsiteX123" fmla="*/ 135762 w 822962"/>
              <a:gd name="connsiteY123" fmla="*/ 730710 h 822973"/>
              <a:gd name="connsiteX124" fmla="*/ 103035 w 822962"/>
              <a:gd name="connsiteY124" fmla="*/ 725887 h 822973"/>
              <a:gd name="connsiteX125" fmla="*/ 83247 w 822962"/>
              <a:gd name="connsiteY125" fmla="*/ 699344 h 822973"/>
              <a:gd name="connsiteX126" fmla="*/ 673883 w 822962"/>
              <a:gd name="connsiteY126" fmla="*/ 687997 h 822973"/>
              <a:gd name="connsiteX127" fmla="*/ 673517 w 822962"/>
              <a:gd name="connsiteY127" fmla="*/ 688544 h 822973"/>
              <a:gd name="connsiteX128" fmla="*/ 673591 w 822962"/>
              <a:gd name="connsiteY128" fmla="*/ 688544 h 822973"/>
              <a:gd name="connsiteX129" fmla="*/ 673517 w 822962"/>
              <a:gd name="connsiteY129" fmla="*/ 688654 h 822973"/>
              <a:gd name="connsiteX130" fmla="*/ 671915 w 822962"/>
              <a:gd name="connsiteY130" fmla="*/ 701338 h 822973"/>
              <a:gd name="connsiteX131" fmla="*/ 679982 w 822962"/>
              <a:gd name="connsiteY131" fmla="*/ 712110 h 822973"/>
              <a:gd name="connsiteX132" fmla="*/ 693278 w 822962"/>
              <a:gd name="connsiteY132" fmla="*/ 714021 h 822973"/>
              <a:gd name="connsiteX133" fmla="*/ 704104 w 822962"/>
              <a:gd name="connsiteY133" fmla="*/ 705993 h 822973"/>
              <a:gd name="connsiteX134" fmla="*/ 705997 w 822962"/>
              <a:gd name="connsiteY134" fmla="*/ 692662 h 822973"/>
              <a:gd name="connsiteX135" fmla="*/ 698005 w 822962"/>
              <a:gd name="connsiteY135" fmla="*/ 681881 h 822973"/>
              <a:gd name="connsiteX136" fmla="*/ 697428 w 822962"/>
              <a:gd name="connsiteY136" fmla="*/ 681571 h 822973"/>
              <a:gd name="connsiteX137" fmla="*/ 697428 w 822962"/>
              <a:gd name="connsiteY137" fmla="*/ 681589 h 822973"/>
              <a:gd name="connsiteX138" fmla="*/ 697353 w 822962"/>
              <a:gd name="connsiteY138" fmla="*/ 681515 h 822973"/>
              <a:gd name="connsiteX139" fmla="*/ 684643 w 822962"/>
              <a:gd name="connsiteY139" fmla="*/ 679988 h 822973"/>
              <a:gd name="connsiteX140" fmla="*/ 673889 w 822962"/>
              <a:gd name="connsiteY140" fmla="*/ 688016 h 822973"/>
              <a:gd name="connsiteX141" fmla="*/ 647007 w 822962"/>
              <a:gd name="connsiteY141" fmla="*/ 707556 h 822973"/>
              <a:gd name="connsiteX142" fmla="*/ 651222 w 822962"/>
              <a:gd name="connsiteY142" fmla="*/ 675926 h 822973"/>
              <a:gd name="connsiteX143" fmla="*/ 652163 w 822962"/>
              <a:gd name="connsiteY143" fmla="*/ 674290 h 822973"/>
              <a:gd name="connsiteX144" fmla="*/ 678377 w 822962"/>
              <a:gd name="connsiteY144" fmla="*/ 655061 h 822973"/>
              <a:gd name="connsiteX145" fmla="*/ 710042 w 822962"/>
              <a:gd name="connsiteY145" fmla="*/ 659258 h 822973"/>
              <a:gd name="connsiteX146" fmla="*/ 711643 w 822962"/>
              <a:gd name="connsiteY146" fmla="*/ 660190 h 822973"/>
              <a:gd name="connsiteX147" fmla="*/ 711643 w 822962"/>
              <a:gd name="connsiteY147" fmla="*/ 660208 h 822973"/>
              <a:gd name="connsiteX148" fmla="*/ 730892 w 822962"/>
              <a:gd name="connsiteY148" fmla="*/ 686431 h 822973"/>
              <a:gd name="connsiteX149" fmla="*/ 726099 w 822962"/>
              <a:gd name="connsiteY149" fmla="*/ 719151 h 822973"/>
              <a:gd name="connsiteX150" fmla="*/ 699520 w 822962"/>
              <a:gd name="connsiteY150" fmla="*/ 738940 h 822973"/>
              <a:gd name="connsiteX151" fmla="*/ 666840 w 822962"/>
              <a:gd name="connsiteY151" fmla="*/ 734132 h 822973"/>
              <a:gd name="connsiteX152" fmla="*/ 666840 w 822962"/>
              <a:gd name="connsiteY152" fmla="*/ 734109 h 822973"/>
              <a:gd name="connsiteX153" fmla="*/ 647007 w 822962"/>
              <a:gd name="connsiteY153" fmla="*/ 707566 h 822973"/>
              <a:gd name="connsiteX154" fmla="*/ 681875 w 822962"/>
              <a:gd name="connsiteY154" fmla="*/ 123993 h 822973"/>
              <a:gd name="connsiteX155" fmla="*/ 681509 w 822962"/>
              <a:gd name="connsiteY155" fmla="*/ 124532 h 822973"/>
              <a:gd name="connsiteX156" fmla="*/ 681583 w 822962"/>
              <a:gd name="connsiteY156" fmla="*/ 124532 h 822973"/>
              <a:gd name="connsiteX157" fmla="*/ 681509 w 822962"/>
              <a:gd name="connsiteY157" fmla="*/ 124651 h 822973"/>
              <a:gd name="connsiteX158" fmla="*/ 679982 w 822962"/>
              <a:gd name="connsiteY158" fmla="*/ 137325 h 822973"/>
              <a:gd name="connsiteX159" fmla="*/ 687974 w 822962"/>
              <a:gd name="connsiteY159" fmla="*/ 148106 h 822973"/>
              <a:gd name="connsiteX160" fmla="*/ 701342 w 822962"/>
              <a:gd name="connsiteY160" fmla="*/ 150017 h 822973"/>
              <a:gd name="connsiteX161" fmla="*/ 712096 w 822962"/>
              <a:gd name="connsiteY161" fmla="*/ 141989 h 822973"/>
              <a:gd name="connsiteX162" fmla="*/ 713988 w 822962"/>
              <a:gd name="connsiteY162" fmla="*/ 128657 h 822973"/>
              <a:gd name="connsiteX163" fmla="*/ 705997 w 822962"/>
              <a:gd name="connsiteY163" fmla="*/ 117877 h 822973"/>
              <a:gd name="connsiteX164" fmla="*/ 705411 w 822962"/>
              <a:gd name="connsiteY164" fmla="*/ 117567 h 822973"/>
              <a:gd name="connsiteX165" fmla="*/ 705336 w 822962"/>
              <a:gd name="connsiteY165" fmla="*/ 117514 h 822973"/>
              <a:gd name="connsiteX166" fmla="*/ 692626 w 822962"/>
              <a:gd name="connsiteY166" fmla="*/ 115968 h 822973"/>
              <a:gd name="connsiteX167" fmla="*/ 681872 w 822962"/>
              <a:gd name="connsiteY167" fmla="*/ 124005 h 822973"/>
              <a:gd name="connsiteX168" fmla="*/ 654999 w 822962"/>
              <a:gd name="connsiteY168" fmla="*/ 143552 h 822973"/>
              <a:gd name="connsiteX169" fmla="*/ 659214 w 822962"/>
              <a:gd name="connsiteY169" fmla="*/ 111914 h 822973"/>
              <a:gd name="connsiteX170" fmla="*/ 660155 w 822962"/>
              <a:gd name="connsiteY170" fmla="*/ 110285 h 822973"/>
              <a:gd name="connsiteX171" fmla="*/ 686369 w 822962"/>
              <a:gd name="connsiteY171" fmla="*/ 91048 h 822973"/>
              <a:gd name="connsiteX172" fmla="*/ 718037 w 822962"/>
              <a:gd name="connsiteY172" fmla="*/ 95236 h 822973"/>
              <a:gd name="connsiteX173" fmla="*/ 719637 w 822962"/>
              <a:gd name="connsiteY173" fmla="*/ 96168 h 822973"/>
              <a:gd name="connsiteX174" fmla="*/ 719637 w 822962"/>
              <a:gd name="connsiteY174" fmla="*/ 96195 h 822973"/>
              <a:gd name="connsiteX175" fmla="*/ 738885 w 822962"/>
              <a:gd name="connsiteY175" fmla="*/ 122409 h 822973"/>
              <a:gd name="connsiteX176" fmla="*/ 734092 w 822962"/>
              <a:gd name="connsiteY176" fmla="*/ 155128 h 822973"/>
              <a:gd name="connsiteX177" fmla="*/ 734092 w 822962"/>
              <a:gd name="connsiteY177" fmla="*/ 155146 h 822973"/>
              <a:gd name="connsiteX178" fmla="*/ 707511 w 822962"/>
              <a:gd name="connsiteY178" fmla="*/ 174925 h 822973"/>
              <a:gd name="connsiteX179" fmla="*/ 674823 w 822962"/>
              <a:gd name="connsiteY179" fmla="*/ 170106 h 822973"/>
              <a:gd name="connsiteX180" fmla="*/ 654991 w 822962"/>
              <a:gd name="connsiteY180" fmla="*/ 143551 h 822973"/>
              <a:gd name="connsiteX181" fmla="*/ 248594 w 822962"/>
              <a:gd name="connsiteY181" fmla="*/ 719014 h 822973"/>
              <a:gd name="connsiteX182" fmla="*/ 180442 w 822962"/>
              <a:gd name="connsiteY182" fmla="*/ 725361 h 822973"/>
              <a:gd name="connsiteX183" fmla="*/ 168839 w 822962"/>
              <a:gd name="connsiteY183" fmla="*/ 739283 h 822973"/>
              <a:gd name="connsiteX184" fmla="*/ 169890 w 822962"/>
              <a:gd name="connsiteY184" fmla="*/ 743344 h 822973"/>
              <a:gd name="connsiteX185" fmla="*/ 197375 w 822962"/>
              <a:gd name="connsiteY185" fmla="*/ 804960 h 822973"/>
              <a:gd name="connsiteX186" fmla="*/ 214309 w 822962"/>
              <a:gd name="connsiteY186" fmla="*/ 811444 h 822973"/>
              <a:gd name="connsiteX187" fmla="*/ 220783 w 822962"/>
              <a:gd name="connsiteY187" fmla="*/ 794505 h 822973"/>
              <a:gd name="connsiteX188" fmla="*/ 210195 w 822962"/>
              <a:gd name="connsiteY188" fmla="*/ 770769 h 822973"/>
              <a:gd name="connsiteX189" fmla="*/ 418175 w 822962"/>
              <a:gd name="connsiteY189" fmla="*/ 822897 h 822973"/>
              <a:gd name="connsiteX190" fmla="*/ 635048 w 822962"/>
              <a:gd name="connsiteY190" fmla="*/ 756451 h 822973"/>
              <a:gd name="connsiteX191" fmla="*/ 638826 w 822962"/>
              <a:gd name="connsiteY191" fmla="*/ 738719 h 822973"/>
              <a:gd name="connsiteX192" fmla="*/ 621085 w 822962"/>
              <a:gd name="connsiteY192" fmla="*/ 734947 h 822973"/>
              <a:gd name="connsiteX193" fmla="*/ 417784 w 822962"/>
              <a:gd name="connsiteY193" fmla="*/ 797286 h 822973"/>
              <a:gd name="connsiteX194" fmla="*/ 220830 w 822962"/>
              <a:gd name="connsiteY194" fmla="*/ 747345 h 822973"/>
              <a:gd name="connsiteX195" fmla="*/ 250896 w 822962"/>
              <a:gd name="connsiteY195" fmla="*/ 744541 h 822973"/>
              <a:gd name="connsiteX196" fmla="*/ 262499 w 822962"/>
              <a:gd name="connsiteY196" fmla="*/ 730627 h 822973"/>
              <a:gd name="connsiteX197" fmla="*/ 248580 w 822962"/>
              <a:gd name="connsiteY197" fmla="*/ 719021 h 822973"/>
              <a:gd name="connsiteX198" fmla="*/ 602650 w 822962"/>
              <a:gd name="connsiteY198" fmla="*/ 28223 h 822973"/>
              <a:gd name="connsiteX199" fmla="*/ 613404 w 822962"/>
              <a:gd name="connsiteY199" fmla="*/ 53471 h 822973"/>
              <a:gd name="connsiteX200" fmla="*/ 403457 w 822962"/>
              <a:gd name="connsiteY200" fmla="*/ 71 h 822973"/>
              <a:gd name="connsiteX201" fmla="*/ 186790 w 822962"/>
              <a:gd name="connsiteY201" fmla="*/ 66201 h 822973"/>
              <a:gd name="connsiteX202" fmla="*/ 183022 w 822962"/>
              <a:gd name="connsiteY202" fmla="*/ 83942 h 822973"/>
              <a:gd name="connsiteX203" fmla="*/ 200762 w 822962"/>
              <a:gd name="connsiteY203" fmla="*/ 87710 h 822973"/>
              <a:gd name="connsiteX204" fmla="*/ 403858 w 822962"/>
              <a:gd name="connsiteY204" fmla="*/ 25696 h 822973"/>
              <a:gd name="connsiteX205" fmla="*/ 601666 w 822962"/>
              <a:gd name="connsiteY205" fmla="*/ 76289 h 822973"/>
              <a:gd name="connsiteX206" fmla="*/ 573037 w 822962"/>
              <a:gd name="connsiteY206" fmla="*/ 78465 h 822973"/>
              <a:gd name="connsiteX207" fmla="*/ 561188 w 822962"/>
              <a:gd name="connsiteY207" fmla="*/ 92226 h 822973"/>
              <a:gd name="connsiteX208" fmla="*/ 574949 w 822962"/>
              <a:gd name="connsiteY208" fmla="*/ 104076 h 822973"/>
              <a:gd name="connsiteX209" fmla="*/ 642213 w 822962"/>
              <a:gd name="connsiteY209" fmla="*/ 98983 h 822973"/>
              <a:gd name="connsiteX210" fmla="*/ 642213 w 822962"/>
              <a:gd name="connsiteY210" fmla="*/ 98965 h 822973"/>
              <a:gd name="connsiteX211" fmla="*/ 642358 w 822962"/>
              <a:gd name="connsiteY211" fmla="*/ 98947 h 822973"/>
              <a:gd name="connsiteX212" fmla="*/ 646282 w 822962"/>
              <a:gd name="connsiteY212" fmla="*/ 97968 h 822973"/>
              <a:gd name="connsiteX213" fmla="*/ 653038 w 822962"/>
              <a:gd name="connsiteY213" fmla="*/ 81144 h 822973"/>
              <a:gd name="connsiteX214" fmla="*/ 626264 w 822962"/>
              <a:gd name="connsiteY214" fmla="*/ 18169 h 822973"/>
              <a:gd name="connsiteX215" fmla="*/ 609428 w 822962"/>
              <a:gd name="connsiteY215" fmla="*/ 11394 h 822973"/>
              <a:gd name="connsiteX216" fmla="*/ 602644 w 822962"/>
              <a:gd name="connsiteY216" fmla="*/ 28218 h 822973"/>
              <a:gd name="connsiteX217" fmla="*/ 28223 w 822962"/>
              <a:gd name="connsiteY217" fmla="*/ 219295 h 822973"/>
              <a:gd name="connsiteX218" fmla="*/ 53471 w 822962"/>
              <a:gd name="connsiteY218" fmla="*/ 208541 h 822973"/>
              <a:gd name="connsiteX219" fmla="*/ 59 w 822962"/>
              <a:gd name="connsiteY219" fmla="*/ 417893 h 822973"/>
              <a:gd name="connsiteX220" fmla="*/ 65493 w 822962"/>
              <a:gd name="connsiteY220" fmla="*/ 634103 h 822973"/>
              <a:gd name="connsiteX221" fmla="*/ 83233 w 822962"/>
              <a:gd name="connsiteY221" fmla="*/ 637969 h 822973"/>
              <a:gd name="connsiteX222" fmla="*/ 87099 w 822962"/>
              <a:gd name="connsiteY222" fmla="*/ 620229 h 822973"/>
              <a:gd name="connsiteX223" fmla="*/ 25687 w 822962"/>
              <a:gd name="connsiteY223" fmla="*/ 417491 h 822973"/>
              <a:gd name="connsiteX224" fmla="*/ 76288 w 822962"/>
              <a:gd name="connsiteY224" fmla="*/ 220286 h 822973"/>
              <a:gd name="connsiteX225" fmla="*/ 78464 w 822962"/>
              <a:gd name="connsiteY225" fmla="*/ 248905 h 822973"/>
              <a:gd name="connsiteX226" fmla="*/ 92225 w 822962"/>
              <a:gd name="connsiteY226" fmla="*/ 260755 h 822973"/>
              <a:gd name="connsiteX227" fmla="*/ 104075 w 822962"/>
              <a:gd name="connsiteY227" fmla="*/ 246994 h 822973"/>
              <a:gd name="connsiteX228" fmla="*/ 98982 w 822962"/>
              <a:gd name="connsiteY228" fmla="*/ 179721 h 822973"/>
              <a:gd name="connsiteX229" fmla="*/ 98964 w 822962"/>
              <a:gd name="connsiteY229" fmla="*/ 179721 h 822973"/>
              <a:gd name="connsiteX230" fmla="*/ 98964 w 822962"/>
              <a:gd name="connsiteY230" fmla="*/ 179593 h 822973"/>
              <a:gd name="connsiteX231" fmla="*/ 98964 w 822962"/>
              <a:gd name="connsiteY231" fmla="*/ 179585 h 822973"/>
              <a:gd name="connsiteX232" fmla="*/ 97976 w 822962"/>
              <a:gd name="connsiteY232" fmla="*/ 175661 h 822973"/>
              <a:gd name="connsiteX233" fmla="*/ 81153 w 822962"/>
              <a:gd name="connsiteY233" fmla="*/ 168878 h 822973"/>
              <a:gd name="connsiteX234" fmla="*/ 18177 w 822962"/>
              <a:gd name="connsiteY234" fmla="*/ 195688 h 822973"/>
              <a:gd name="connsiteX235" fmla="*/ 11394 w 822962"/>
              <a:gd name="connsiteY235" fmla="*/ 212524 h 822973"/>
              <a:gd name="connsiteX236" fmla="*/ 28217 w 822962"/>
              <a:gd name="connsiteY236" fmla="*/ 219298 h 822973"/>
              <a:gd name="connsiteX237" fmla="*/ 718989 w 822962"/>
              <a:gd name="connsiteY237" fmla="*/ 573366 h 822973"/>
              <a:gd name="connsiteX238" fmla="*/ 725314 w 822962"/>
              <a:gd name="connsiteY238" fmla="*/ 641508 h 822973"/>
              <a:gd name="connsiteX239" fmla="*/ 739259 w 822962"/>
              <a:gd name="connsiteY239" fmla="*/ 653102 h 822973"/>
              <a:gd name="connsiteX240" fmla="*/ 743328 w 822962"/>
              <a:gd name="connsiteY240" fmla="*/ 652052 h 822973"/>
              <a:gd name="connsiteX241" fmla="*/ 804920 w 822962"/>
              <a:gd name="connsiteY241" fmla="*/ 624566 h 822973"/>
              <a:gd name="connsiteX242" fmla="*/ 811382 w 822962"/>
              <a:gd name="connsiteY242" fmla="*/ 607632 h 822973"/>
              <a:gd name="connsiteX243" fmla="*/ 794458 w 822962"/>
              <a:gd name="connsiteY243" fmla="*/ 601149 h 822973"/>
              <a:gd name="connsiteX244" fmla="*/ 771141 w 822962"/>
              <a:gd name="connsiteY244" fmla="*/ 611547 h 822973"/>
              <a:gd name="connsiteX245" fmla="*/ 822858 w 822962"/>
              <a:gd name="connsiteY245" fmla="*/ 403094 h 822973"/>
              <a:gd name="connsiteX246" fmla="*/ 755169 w 822962"/>
              <a:gd name="connsiteY246" fmla="*/ 185459 h 822973"/>
              <a:gd name="connsiteX247" fmla="*/ 737445 w 822962"/>
              <a:gd name="connsiteY247" fmla="*/ 181792 h 822973"/>
              <a:gd name="connsiteX248" fmla="*/ 733810 w 822962"/>
              <a:gd name="connsiteY248" fmla="*/ 199524 h 822973"/>
              <a:gd name="connsiteX249" fmla="*/ 797300 w 822962"/>
              <a:gd name="connsiteY249" fmla="*/ 403588 h 822973"/>
              <a:gd name="connsiteX250" fmla="*/ 747328 w 822962"/>
              <a:gd name="connsiteY250" fmla="*/ 601609 h 822973"/>
              <a:gd name="connsiteX251" fmla="*/ 744494 w 822962"/>
              <a:gd name="connsiteY251" fmla="*/ 571039 h 822973"/>
              <a:gd name="connsiteX252" fmla="*/ 730625 w 822962"/>
              <a:gd name="connsiteY252" fmla="*/ 559446 h 822973"/>
              <a:gd name="connsiteX253" fmla="*/ 718997 w 822962"/>
              <a:gd name="connsiteY253" fmla="*/ 573364 h 822973"/>
              <a:gd name="connsiteX254" fmla="*/ 579150 w 822962"/>
              <a:gd name="connsiteY254" fmla="*/ 481415 h 822973"/>
              <a:gd name="connsiteX255" fmla="*/ 558073 w 822962"/>
              <a:gd name="connsiteY255" fmla="*/ 472682 h 822973"/>
              <a:gd name="connsiteX256" fmla="*/ 536996 w 822962"/>
              <a:gd name="connsiteY256" fmla="*/ 481415 h 822973"/>
              <a:gd name="connsiteX257" fmla="*/ 528262 w 822962"/>
              <a:gd name="connsiteY257" fmla="*/ 502492 h 822973"/>
              <a:gd name="connsiteX258" fmla="*/ 536996 w 822962"/>
              <a:gd name="connsiteY258" fmla="*/ 523569 h 822973"/>
              <a:gd name="connsiteX259" fmla="*/ 558073 w 822962"/>
              <a:gd name="connsiteY259" fmla="*/ 532293 h 822973"/>
              <a:gd name="connsiteX260" fmla="*/ 579150 w 822962"/>
              <a:gd name="connsiteY260" fmla="*/ 523569 h 822973"/>
              <a:gd name="connsiteX261" fmla="*/ 587883 w 822962"/>
              <a:gd name="connsiteY261" fmla="*/ 502492 h 822973"/>
              <a:gd name="connsiteX262" fmla="*/ 579150 w 822962"/>
              <a:gd name="connsiteY262" fmla="*/ 481415 h 822973"/>
              <a:gd name="connsiteX263" fmla="*/ 558073 w 822962"/>
              <a:gd name="connsiteY263" fmla="*/ 446961 h 822973"/>
              <a:gd name="connsiteX264" fmla="*/ 597336 w 822962"/>
              <a:gd name="connsiteY264" fmla="*/ 463229 h 822973"/>
              <a:gd name="connsiteX265" fmla="*/ 613603 w 822962"/>
              <a:gd name="connsiteY265" fmla="*/ 502492 h 822973"/>
              <a:gd name="connsiteX266" fmla="*/ 597336 w 822962"/>
              <a:gd name="connsiteY266" fmla="*/ 541747 h 822973"/>
              <a:gd name="connsiteX267" fmla="*/ 558073 w 822962"/>
              <a:gd name="connsiteY267" fmla="*/ 558015 h 822973"/>
              <a:gd name="connsiteX268" fmla="*/ 518809 w 822962"/>
              <a:gd name="connsiteY268" fmla="*/ 541747 h 822973"/>
              <a:gd name="connsiteX269" fmla="*/ 502542 w 822962"/>
              <a:gd name="connsiteY269" fmla="*/ 502492 h 822973"/>
              <a:gd name="connsiteX270" fmla="*/ 518809 w 822962"/>
              <a:gd name="connsiteY270" fmla="*/ 463229 h 822973"/>
              <a:gd name="connsiteX271" fmla="*/ 558073 w 822962"/>
              <a:gd name="connsiteY271" fmla="*/ 446961 h 822973"/>
              <a:gd name="connsiteX272" fmla="*/ 286000 w 822962"/>
              <a:gd name="connsiteY272" fmla="*/ 481415 h 822973"/>
              <a:gd name="connsiteX273" fmla="*/ 264924 w 822962"/>
              <a:gd name="connsiteY273" fmla="*/ 472682 h 822973"/>
              <a:gd name="connsiteX274" fmla="*/ 243847 w 822962"/>
              <a:gd name="connsiteY274" fmla="*/ 481415 h 822973"/>
              <a:gd name="connsiteX275" fmla="*/ 235113 w 822962"/>
              <a:gd name="connsiteY275" fmla="*/ 502492 h 822973"/>
              <a:gd name="connsiteX276" fmla="*/ 243847 w 822962"/>
              <a:gd name="connsiteY276" fmla="*/ 523569 h 822973"/>
              <a:gd name="connsiteX277" fmla="*/ 264924 w 822962"/>
              <a:gd name="connsiteY277" fmla="*/ 532293 h 822973"/>
              <a:gd name="connsiteX278" fmla="*/ 286000 w 822962"/>
              <a:gd name="connsiteY278" fmla="*/ 523569 h 822973"/>
              <a:gd name="connsiteX279" fmla="*/ 294725 w 822962"/>
              <a:gd name="connsiteY279" fmla="*/ 502492 h 822973"/>
              <a:gd name="connsiteX280" fmla="*/ 286000 w 822962"/>
              <a:gd name="connsiteY280" fmla="*/ 481415 h 822973"/>
              <a:gd name="connsiteX281" fmla="*/ 264924 w 822962"/>
              <a:gd name="connsiteY281" fmla="*/ 446961 h 822973"/>
              <a:gd name="connsiteX282" fmla="*/ 304187 w 822962"/>
              <a:gd name="connsiteY282" fmla="*/ 463229 h 822973"/>
              <a:gd name="connsiteX283" fmla="*/ 320454 w 822962"/>
              <a:gd name="connsiteY283" fmla="*/ 502492 h 822973"/>
              <a:gd name="connsiteX284" fmla="*/ 304187 w 822962"/>
              <a:gd name="connsiteY284" fmla="*/ 541747 h 822973"/>
              <a:gd name="connsiteX285" fmla="*/ 264924 w 822962"/>
              <a:gd name="connsiteY285" fmla="*/ 558015 h 822973"/>
              <a:gd name="connsiteX286" fmla="*/ 225660 w 822962"/>
              <a:gd name="connsiteY286" fmla="*/ 541747 h 822973"/>
              <a:gd name="connsiteX287" fmla="*/ 209393 w 822962"/>
              <a:gd name="connsiteY287" fmla="*/ 502492 h 822973"/>
              <a:gd name="connsiteX288" fmla="*/ 225660 w 822962"/>
              <a:gd name="connsiteY288" fmla="*/ 463229 h 822973"/>
              <a:gd name="connsiteX289" fmla="*/ 264924 w 822962"/>
              <a:gd name="connsiteY289" fmla="*/ 446961 h 822973"/>
              <a:gd name="connsiteX290" fmla="*/ 432571 w 822962"/>
              <a:gd name="connsiteY290" fmla="*/ 228443 h 822973"/>
              <a:gd name="connsiteX291" fmla="*/ 411494 w 822962"/>
              <a:gd name="connsiteY291" fmla="*/ 219709 h 822973"/>
              <a:gd name="connsiteX292" fmla="*/ 390417 w 822962"/>
              <a:gd name="connsiteY292" fmla="*/ 228443 h 822973"/>
              <a:gd name="connsiteX293" fmla="*/ 381693 w 822962"/>
              <a:gd name="connsiteY293" fmla="*/ 249510 h 822973"/>
              <a:gd name="connsiteX294" fmla="*/ 390417 w 822962"/>
              <a:gd name="connsiteY294" fmla="*/ 270587 h 822973"/>
              <a:gd name="connsiteX295" fmla="*/ 411494 w 822962"/>
              <a:gd name="connsiteY295" fmla="*/ 279321 h 822973"/>
              <a:gd name="connsiteX296" fmla="*/ 432571 w 822962"/>
              <a:gd name="connsiteY296" fmla="*/ 270587 h 822973"/>
              <a:gd name="connsiteX297" fmla="*/ 441304 w 822962"/>
              <a:gd name="connsiteY297" fmla="*/ 249510 h 822973"/>
              <a:gd name="connsiteX298" fmla="*/ 432571 w 822962"/>
              <a:gd name="connsiteY298" fmla="*/ 228443 h 822973"/>
              <a:gd name="connsiteX299" fmla="*/ 450758 w 822962"/>
              <a:gd name="connsiteY299" fmla="*/ 210256 h 822973"/>
              <a:gd name="connsiteX300" fmla="*/ 411494 w 822962"/>
              <a:gd name="connsiteY300" fmla="*/ 193989 h 822973"/>
              <a:gd name="connsiteX301" fmla="*/ 372239 w 822962"/>
              <a:gd name="connsiteY301" fmla="*/ 210256 h 822973"/>
              <a:gd name="connsiteX302" fmla="*/ 355972 w 822962"/>
              <a:gd name="connsiteY302" fmla="*/ 249511 h 822973"/>
              <a:gd name="connsiteX303" fmla="*/ 372239 w 822962"/>
              <a:gd name="connsiteY303" fmla="*/ 288775 h 822973"/>
              <a:gd name="connsiteX304" fmla="*/ 411494 w 822962"/>
              <a:gd name="connsiteY304" fmla="*/ 305042 h 822973"/>
              <a:gd name="connsiteX305" fmla="*/ 450758 w 822962"/>
              <a:gd name="connsiteY305" fmla="*/ 288775 h 822973"/>
              <a:gd name="connsiteX306" fmla="*/ 467025 w 822962"/>
              <a:gd name="connsiteY306" fmla="*/ 249511 h 822973"/>
              <a:gd name="connsiteX307" fmla="*/ 450758 w 822962"/>
              <a:gd name="connsiteY307" fmla="*/ 210256 h 822973"/>
              <a:gd name="connsiteX308" fmla="*/ 443066 w 822962"/>
              <a:gd name="connsiteY308" fmla="*/ 499862 h 822973"/>
              <a:gd name="connsiteX309" fmla="*/ 443040 w 822962"/>
              <a:gd name="connsiteY309" fmla="*/ 502469 h 822973"/>
              <a:gd name="connsiteX310" fmla="*/ 443075 w 822962"/>
              <a:gd name="connsiteY310" fmla="*/ 505104 h 822973"/>
              <a:gd name="connsiteX311" fmla="*/ 436518 w 822962"/>
              <a:gd name="connsiteY311" fmla="*/ 508890 h 822973"/>
              <a:gd name="connsiteX312" fmla="*/ 436536 w 822962"/>
              <a:gd name="connsiteY312" fmla="*/ 508907 h 822973"/>
              <a:gd name="connsiteX313" fmla="*/ 421969 w 822962"/>
              <a:gd name="connsiteY313" fmla="*/ 527853 h 822973"/>
              <a:gd name="connsiteX314" fmla="*/ 425106 w 822962"/>
              <a:gd name="connsiteY314" fmla="*/ 551525 h 822973"/>
              <a:gd name="connsiteX315" fmla="*/ 448505 w 822962"/>
              <a:gd name="connsiteY315" fmla="*/ 592052 h 822973"/>
              <a:gd name="connsiteX316" fmla="*/ 449493 w 822962"/>
              <a:gd name="connsiteY316" fmla="*/ 593835 h 822973"/>
              <a:gd name="connsiteX317" fmla="*/ 449493 w 822962"/>
              <a:gd name="connsiteY317" fmla="*/ 593816 h 822973"/>
              <a:gd name="connsiteX318" fmla="*/ 468064 w 822962"/>
              <a:gd name="connsiteY318" fmla="*/ 607670 h 822973"/>
              <a:gd name="connsiteX319" fmla="*/ 490394 w 822962"/>
              <a:gd name="connsiteY319" fmla="*/ 605265 h 822973"/>
              <a:gd name="connsiteX320" fmla="*/ 492486 w 822962"/>
              <a:gd name="connsiteY320" fmla="*/ 604131 h 822973"/>
              <a:gd name="connsiteX321" fmla="*/ 498329 w 822962"/>
              <a:gd name="connsiteY321" fmla="*/ 600747 h 822973"/>
              <a:gd name="connsiteX322" fmla="*/ 499857 w 822962"/>
              <a:gd name="connsiteY322" fmla="*/ 601660 h 822973"/>
              <a:gd name="connsiteX323" fmla="*/ 500541 w 822962"/>
              <a:gd name="connsiteY323" fmla="*/ 602089 h 822973"/>
              <a:gd name="connsiteX324" fmla="*/ 502818 w 822962"/>
              <a:gd name="connsiteY324" fmla="*/ 603369 h 822973"/>
              <a:gd name="connsiteX325" fmla="*/ 502818 w 822962"/>
              <a:gd name="connsiteY325" fmla="*/ 610942 h 822973"/>
              <a:gd name="connsiteX326" fmla="*/ 511989 w 822962"/>
              <a:gd name="connsiteY326" fmla="*/ 633042 h 822973"/>
              <a:gd name="connsiteX327" fmla="*/ 534089 w 822962"/>
              <a:gd name="connsiteY327" fmla="*/ 642213 h 822973"/>
              <a:gd name="connsiteX328" fmla="*/ 582060 w 822962"/>
              <a:gd name="connsiteY328" fmla="*/ 642213 h 822973"/>
              <a:gd name="connsiteX329" fmla="*/ 604161 w 822962"/>
              <a:gd name="connsiteY329" fmla="*/ 633042 h 822973"/>
              <a:gd name="connsiteX330" fmla="*/ 613331 w 822962"/>
              <a:gd name="connsiteY330" fmla="*/ 610942 h 822973"/>
              <a:gd name="connsiteX331" fmla="*/ 613331 w 822962"/>
              <a:gd name="connsiteY331" fmla="*/ 603369 h 822973"/>
              <a:gd name="connsiteX332" fmla="*/ 615564 w 822962"/>
              <a:gd name="connsiteY332" fmla="*/ 602098 h 822973"/>
              <a:gd name="connsiteX333" fmla="*/ 617842 w 822962"/>
              <a:gd name="connsiteY333" fmla="*/ 600761 h 822973"/>
              <a:gd name="connsiteX334" fmla="*/ 624369 w 822962"/>
              <a:gd name="connsiteY334" fmla="*/ 604529 h 822973"/>
              <a:gd name="connsiteX335" fmla="*/ 624369 w 822962"/>
              <a:gd name="connsiteY335" fmla="*/ 604512 h 822973"/>
              <a:gd name="connsiteX336" fmla="*/ 624562 w 822962"/>
              <a:gd name="connsiteY336" fmla="*/ 604613 h 822973"/>
              <a:gd name="connsiteX337" fmla="*/ 648098 w 822962"/>
              <a:gd name="connsiteY337" fmla="*/ 607658 h 822973"/>
              <a:gd name="connsiteX338" fmla="*/ 667053 w 822962"/>
              <a:gd name="connsiteY338" fmla="*/ 593121 h 822973"/>
              <a:gd name="connsiteX339" fmla="*/ 667053 w 822962"/>
              <a:gd name="connsiteY339" fmla="*/ 593102 h 822973"/>
              <a:gd name="connsiteX340" fmla="*/ 691020 w 822962"/>
              <a:gd name="connsiteY340" fmla="*/ 551517 h 822973"/>
              <a:gd name="connsiteX341" fmla="*/ 694148 w 822962"/>
              <a:gd name="connsiteY341" fmla="*/ 527845 h 822973"/>
              <a:gd name="connsiteX342" fmla="*/ 680498 w 822962"/>
              <a:gd name="connsiteY342" fmla="*/ 509429 h 822973"/>
              <a:gd name="connsiteX343" fmla="*/ 679629 w 822962"/>
              <a:gd name="connsiteY343" fmla="*/ 508872 h 822973"/>
              <a:gd name="connsiteX344" fmla="*/ 673093 w 822962"/>
              <a:gd name="connsiteY344" fmla="*/ 505086 h 822973"/>
              <a:gd name="connsiteX345" fmla="*/ 673093 w 822962"/>
              <a:gd name="connsiteY345" fmla="*/ 499838 h 822973"/>
              <a:gd name="connsiteX346" fmla="*/ 679629 w 822962"/>
              <a:gd name="connsiteY346" fmla="*/ 496053 h 822973"/>
              <a:gd name="connsiteX347" fmla="*/ 694157 w 822962"/>
              <a:gd name="connsiteY347" fmla="*/ 477080 h 822973"/>
              <a:gd name="connsiteX348" fmla="*/ 691029 w 822962"/>
              <a:gd name="connsiteY348" fmla="*/ 453416 h 822973"/>
              <a:gd name="connsiteX349" fmla="*/ 667419 w 822962"/>
              <a:gd name="connsiteY349" fmla="*/ 412542 h 822973"/>
              <a:gd name="connsiteX350" fmla="*/ 667053 w 822962"/>
              <a:gd name="connsiteY350" fmla="*/ 411827 h 822973"/>
              <a:gd name="connsiteX351" fmla="*/ 648098 w 822962"/>
              <a:gd name="connsiteY351" fmla="*/ 397290 h 822973"/>
              <a:gd name="connsiteX352" fmla="*/ 625304 w 822962"/>
              <a:gd name="connsiteY352" fmla="*/ 399924 h 822973"/>
              <a:gd name="connsiteX353" fmla="*/ 624372 w 822962"/>
              <a:gd name="connsiteY353" fmla="*/ 400419 h 822973"/>
              <a:gd name="connsiteX354" fmla="*/ 617853 w 822962"/>
              <a:gd name="connsiteY354" fmla="*/ 404177 h 822973"/>
              <a:gd name="connsiteX355" fmla="*/ 615612 w 822962"/>
              <a:gd name="connsiteY355" fmla="*/ 402853 h 822973"/>
              <a:gd name="connsiteX356" fmla="*/ 615594 w 822962"/>
              <a:gd name="connsiteY356" fmla="*/ 402880 h 822973"/>
              <a:gd name="connsiteX357" fmla="*/ 615559 w 822962"/>
              <a:gd name="connsiteY357" fmla="*/ 402853 h 822973"/>
              <a:gd name="connsiteX358" fmla="*/ 613338 w 822962"/>
              <a:gd name="connsiteY358" fmla="*/ 401600 h 822973"/>
              <a:gd name="connsiteX359" fmla="*/ 613338 w 822962"/>
              <a:gd name="connsiteY359" fmla="*/ 394009 h 822973"/>
              <a:gd name="connsiteX360" fmla="*/ 604167 w 822962"/>
              <a:gd name="connsiteY360" fmla="*/ 371899 h 822973"/>
              <a:gd name="connsiteX361" fmla="*/ 582066 w 822962"/>
              <a:gd name="connsiteY361" fmla="*/ 362738 h 822973"/>
              <a:gd name="connsiteX362" fmla="*/ 534096 w 822962"/>
              <a:gd name="connsiteY362" fmla="*/ 362738 h 822973"/>
              <a:gd name="connsiteX363" fmla="*/ 511995 w 822962"/>
              <a:gd name="connsiteY363" fmla="*/ 371899 h 822973"/>
              <a:gd name="connsiteX364" fmla="*/ 502825 w 822962"/>
              <a:gd name="connsiteY364" fmla="*/ 394009 h 822973"/>
              <a:gd name="connsiteX365" fmla="*/ 502825 w 822962"/>
              <a:gd name="connsiteY365" fmla="*/ 401573 h 822973"/>
              <a:gd name="connsiteX366" fmla="*/ 500583 w 822962"/>
              <a:gd name="connsiteY366" fmla="*/ 402836 h 822973"/>
              <a:gd name="connsiteX367" fmla="*/ 498315 w 822962"/>
              <a:gd name="connsiteY367" fmla="*/ 404181 h 822973"/>
              <a:gd name="connsiteX368" fmla="*/ 491787 w 822962"/>
              <a:gd name="connsiteY368" fmla="*/ 400412 h 822973"/>
              <a:gd name="connsiteX369" fmla="*/ 491787 w 822962"/>
              <a:gd name="connsiteY369" fmla="*/ 400439 h 822973"/>
              <a:gd name="connsiteX370" fmla="*/ 491606 w 822962"/>
              <a:gd name="connsiteY370" fmla="*/ 400338 h 822973"/>
              <a:gd name="connsiteX371" fmla="*/ 468079 w 822962"/>
              <a:gd name="connsiteY371" fmla="*/ 397284 h 822973"/>
              <a:gd name="connsiteX372" fmla="*/ 449107 w 822962"/>
              <a:gd name="connsiteY372" fmla="*/ 411821 h 822973"/>
              <a:gd name="connsiteX373" fmla="*/ 449124 w 822962"/>
              <a:gd name="connsiteY373" fmla="*/ 411821 h 822973"/>
              <a:gd name="connsiteX374" fmla="*/ 425112 w 822962"/>
              <a:gd name="connsiteY374" fmla="*/ 453419 h 822973"/>
              <a:gd name="connsiteX375" fmla="*/ 421975 w 822962"/>
              <a:gd name="connsiteY375" fmla="*/ 477083 h 822973"/>
              <a:gd name="connsiteX376" fmla="*/ 436524 w 822962"/>
              <a:gd name="connsiteY376" fmla="*/ 496055 h 822973"/>
              <a:gd name="connsiteX377" fmla="*/ 443082 w 822962"/>
              <a:gd name="connsiteY377" fmla="*/ 499841 h 822973"/>
              <a:gd name="connsiteX378" fmla="*/ 449368 w 822962"/>
              <a:gd name="connsiteY378" fmla="*/ 473874 h 822973"/>
              <a:gd name="connsiteX379" fmla="*/ 462735 w 822962"/>
              <a:gd name="connsiteY379" fmla="*/ 481592 h 822973"/>
              <a:gd name="connsiteX380" fmla="*/ 469073 w 822962"/>
              <a:gd name="connsiteY380" fmla="*/ 493900 h 822973"/>
              <a:gd name="connsiteX381" fmla="*/ 468662 w 822962"/>
              <a:gd name="connsiteY381" fmla="*/ 502466 h 822973"/>
              <a:gd name="connsiteX382" fmla="*/ 469037 w 822962"/>
              <a:gd name="connsiteY382" fmla="*/ 510431 h 822973"/>
              <a:gd name="connsiteX383" fmla="*/ 462765 w 822962"/>
              <a:gd name="connsiteY383" fmla="*/ 523362 h 822973"/>
              <a:gd name="connsiteX384" fmla="*/ 449380 w 822962"/>
              <a:gd name="connsiteY384" fmla="*/ 531089 h 822973"/>
              <a:gd name="connsiteX385" fmla="*/ 449380 w 822962"/>
              <a:gd name="connsiteY385" fmla="*/ 531072 h 822973"/>
              <a:gd name="connsiteX386" fmla="*/ 449335 w 822962"/>
              <a:gd name="connsiteY386" fmla="*/ 531089 h 822973"/>
              <a:gd name="connsiteX387" fmla="*/ 446793 w 822962"/>
              <a:gd name="connsiteY387" fmla="*/ 534492 h 822973"/>
              <a:gd name="connsiteX388" fmla="*/ 447314 w 822962"/>
              <a:gd name="connsiteY388" fmla="*/ 538772 h 822973"/>
              <a:gd name="connsiteX389" fmla="*/ 470686 w 822962"/>
              <a:gd name="connsiteY389" fmla="*/ 579262 h 822973"/>
              <a:gd name="connsiteX390" fmla="*/ 470897 w 822962"/>
              <a:gd name="connsiteY390" fmla="*/ 579563 h 822973"/>
              <a:gd name="connsiteX391" fmla="*/ 470871 w 822962"/>
              <a:gd name="connsiteY391" fmla="*/ 579581 h 822973"/>
              <a:gd name="connsiteX392" fmla="*/ 470888 w 822962"/>
              <a:gd name="connsiteY392" fmla="*/ 579607 h 822973"/>
              <a:gd name="connsiteX393" fmla="*/ 471299 w 822962"/>
              <a:gd name="connsiteY393" fmla="*/ 580265 h 822973"/>
              <a:gd name="connsiteX394" fmla="*/ 474701 w 822962"/>
              <a:gd name="connsiteY394" fmla="*/ 582852 h 822973"/>
              <a:gd name="connsiteX395" fmla="*/ 478589 w 822962"/>
              <a:gd name="connsiteY395" fmla="*/ 582543 h 822973"/>
              <a:gd name="connsiteX396" fmla="*/ 478928 w 822962"/>
              <a:gd name="connsiteY396" fmla="*/ 582340 h 822973"/>
              <a:gd name="connsiteX397" fmla="*/ 492305 w 822962"/>
              <a:gd name="connsiteY397" fmla="*/ 574613 h 822973"/>
              <a:gd name="connsiteX398" fmla="*/ 506167 w 822962"/>
              <a:gd name="connsiteY398" fmla="*/ 575262 h 822973"/>
              <a:gd name="connsiteX399" fmla="*/ 512733 w 822962"/>
              <a:gd name="connsiteY399" fmla="*/ 579542 h 822973"/>
              <a:gd name="connsiteX400" fmla="*/ 513400 w 822962"/>
              <a:gd name="connsiteY400" fmla="*/ 579899 h 822973"/>
              <a:gd name="connsiteX401" fmla="*/ 520046 w 822962"/>
              <a:gd name="connsiteY401" fmla="*/ 583393 h 822973"/>
              <a:gd name="connsiteX402" fmla="*/ 528533 w 822962"/>
              <a:gd name="connsiteY402" fmla="*/ 595490 h 822973"/>
              <a:gd name="connsiteX403" fmla="*/ 528533 w 822962"/>
              <a:gd name="connsiteY403" fmla="*/ 610944 h 822973"/>
              <a:gd name="connsiteX404" fmla="*/ 530170 w 822962"/>
              <a:gd name="connsiteY404" fmla="*/ 614867 h 822973"/>
              <a:gd name="connsiteX405" fmla="*/ 534084 w 822962"/>
              <a:gd name="connsiteY405" fmla="*/ 616504 h 822973"/>
              <a:gd name="connsiteX406" fmla="*/ 582054 w 822962"/>
              <a:gd name="connsiteY406" fmla="*/ 616504 h 822973"/>
              <a:gd name="connsiteX407" fmla="*/ 585977 w 822962"/>
              <a:gd name="connsiteY407" fmla="*/ 614867 h 822973"/>
              <a:gd name="connsiteX408" fmla="*/ 587615 w 822962"/>
              <a:gd name="connsiteY408" fmla="*/ 610944 h 822973"/>
              <a:gd name="connsiteX409" fmla="*/ 587615 w 822962"/>
              <a:gd name="connsiteY409" fmla="*/ 595635 h 822973"/>
              <a:gd name="connsiteX410" fmla="*/ 595157 w 822962"/>
              <a:gd name="connsiteY410" fmla="*/ 583785 h 822973"/>
              <a:gd name="connsiteX411" fmla="*/ 602819 w 822962"/>
              <a:gd name="connsiteY411" fmla="*/ 579898 h 822973"/>
              <a:gd name="connsiteX412" fmla="*/ 609641 w 822962"/>
              <a:gd name="connsiteY412" fmla="*/ 575520 h 822973"/>
              <a:gd name="connsiteX413" fmla="*/ 623860 w 822962"/>
              <a:gd name="connsiteY413" fmla="*/ 574615 h 822973"/>
              <a:gd name="connsiteX414" fmla="*/ 637228 w 822962"/>
              <a:gd name="connsiteY414" fmla="*/ 582333 h 822973"/>
              <a:gd name="connsiteX415" fmla="*/ 637228 w 822962"/>
              <a:gd name="connsiteY415" fmla="*/ 582351 h 822973"/>
              <a:gd name="connsiteX416" fmla="*/ 641478 w 822962"/>
              <a:gd name="connsiteY416" fmla="*/ 582845 h 822973"/>
              <a:gd name="connsiteX417" fmla="*/ 644824 w 822962"/>
              <a:gd name="connsiteY417" fmla="*/ 580259 h 822973"/>
              <a:gd name="connsiteX418" fmla="*/ 644899 w 822962"/>
              <a:gd name="connsiteY418" fmla="*/ 580276 h 822973"/>
              <a:gd name="connsiteX419" fmla="*/ 668866 w 822962"/>
              <a:gd name="connsiteY419" fmla="*/ 538763 h 822973"/>
              <a:gd name="connsiteX420" fmla="*/ 669378 w 822962"/>
              <a:gd name="connsiteY420" fmla="*/ 534483 h 822973"/>
              <a:gd name="connsiteX421" fmla="*/ 667202 w 822962"/>
              <a:gd name="connsiteY421" fmla="*/ 531310 h 822973"/>
              <a:gd name="connsiteX422" fmla="*/ 666764 w 822962"/>
              <a:gd name="connsiteY422" fmla="*/ 531080 h 822973"/>
              <a:gd name="connsiteX423" fmla="*/ 653396 w 822962"/>
              <a:gd name="connsiteY423" fmla="*/ 523362 h 822973"/>
              <a:gd name="connsiteX424" fmla="*/ 647077 w 822962"/>
              <a:gd name="connsiteY424" fmla="*/ 511054 h 822973"/>
              <a:gd name="connsiteX425" fmla="*/ 647515 w 822962"/>
              <a:gd name="connsiteY425" fmla="*/ 502488 h 822973"/>
              <a:gd name="connsiteX426" fmla="*/ 647077 w 822962"/>
              <a:gd name="connsiteY426" fmla="*/ 494513 h 822973"/>
              <a:gd name="connsiteX427" fmla="*/ 653396 w 822962"/>
              <a:gd name="connsiteY427" fmla="*/ 481592 h 822973"/>
              <a:gd name="connsiteX428" fmla="*/ 666764 w 822962"/>
              <a:gd name="connsiteY428" fmla="*/ 473865 h 822973"/>
              <a:gd name="connsiteX429" fmla="*/ 669380 w 822962"/>
              <a:gd name="connsiteY429" fmla="*/ 470462 h 822973"/>
              <a:gd name="connsiteX430" fmla="*/ 668869 w 822962"/>
              <a:gd name="connsiteY430" fmla="*/ 466182 h 822973"/>
              <a:gd name="connsiteX431" fmla="*/ 645259 w 822962"/>
              <a:gd name="connsiteY431" fmla="*/ 425335 h 822973"/>
              <a:gd name="connsiteX432" fmla="*/ 644830 w 822962"/>
              <a:gd name="connsiteY432" fmla="*/ 424686 h 822973"/>
              <a:gd name="connsiteX433" fmla="*/ 641484 w 822962"/>
              <a:gd name="connsiteY433" fmla="*/ 422091 h 822973"/>
              <a:gd name="connsiteX434" fmla="*/ 637561 w 822962"/>
              <a:gd name="connsiteY434" fmla="*/ 422412 h 822973"/>
              <a:gd name="connsiteX435" fmla="*/ 637222 w 822962"/>
              <a:gd name="connsiteY435" fmla="*/ 422615 h 822973"/>
              <a:gd name="connsiteX436" fmla="*/ 623837 w 822962"/>
              <a:gd name="connsiteY436" fmla="*/ 430342 h 822973"/>
              <a:gd name="connsiteX437" fmla="*/ 609975 w 822962"/>
              <a:gd name="connsiteY437" fmla="*/ 429684 h 822973"/>
              <a:gd name="connsiteX438" fmla="*/ 602743 w 822962"/>
              <a:gd name="connsiteY438" fmla="*/ 425038 h 822973"/>
              <a:gd name="connsiteX439" fmla="*/ 602760 w 822962"/>
              <a:gd name="connsiteY439" fmla="*/ 425011 h 822973"/>
              <a:gd name="connsiteX440" fmla="*/ 596105 w 822962"/>
              <a:gd name="connsiteY440" fmla="*/ 421537 h 822973"/>
              <a:gd name="connsiteX441" fmla="*/ 587610 w 822962"/>
              <a:gd name="connsiteY441" fmla="*/ 409441 h 822973"/>
              <a:gd name="connsiteX442" fmla="*/ 587610 w 822962"/>
              <a:gd name="connsiteY442" fmla="*/ 393986 h 822973"/>
              <a:gd name="connsiteX443" fmla="*/ 585972 w 822962"/>
              <a:gd name="connsiteY443" fmla="*/ 390064 h 822973"/>
              <a:gd name="connsiteX444" fmla="*/ 582050 w 822962"/>
              <a:gd name="connsiteY444" fmla="*/ 388435 h 822973"/>
              <a:gd name="connsiteX445" fmla="*/ 534079 w 822962"/>
              <a:gd name="connsiteY445" fmla="*/ 388435 h 822973"/>
              <a:gd name="connsiteX446" fmla="*/ 530165 w 822962"/>
              <a:gd name="connsiteY446" fmla="*/ 390064 h 822973"/>
              <a:gd name="connsiteX447" fmla="*/ 528528 w 822962"/>
              <a:gd name="connsiteY447" fmla="*/ 393986 h 822973"/>
              <a:gd name="connsiteX448" fmla="*/ 528528 w 822962"/>
              <a:gd name="connsiteY448" fmla="*/ 409295 h 822973"/>
              <a:gd name="connsiteX449" fmla="*/ 520994 w 822962"/>
              <a:gd name="connsiteY449" fmla="*/ 421145 h 822973"/>
              <a:gd name="connsiteX450" fmla="*/ 513332 w 822962"/>
              <a:gd name="connsiteY450" fmla="*/ 425023 h 822973"/>
              <a:gd name="connsiteX451" fmla="*/ 506501 w 822962"/>
              <a:gd name="connsiteY451" fmla="*/ 429402 h 822973"/>
              <a:gd name="connsiteX452" fmla="*/ 492282 w 822962"/>
              <a:gd name="connsiteY452" fmla="*/ 430306 h 822973"/>
              <a:gd name="connsiteX453" fmla="*/ 478914 w 822962"/>
              <a:gd name="connsiteY453" fmla="*/ 422588 h 822973"/>
              <a:gd name="connsiteX454" fmla="*/ 478914 w 822962"/>
              <a:gd name="connsiteY454" fmla="*/ 422561 h 822973"/>
              <a:gd name="connsiteX455" fmla="*/ 474691 w 822962"/>
              <a:gd name="connsiteY455" fmla="*/ 422059 h 822973"/>
              <a:gd name="connsiteX456" fmla="*/ 471288 w 822962"/>
              <a:gd name="connsiteY456" fmla="*/ 424654 h 822973"/>
              <a:gd name="connsiteX457" fmla="*/ 471271 w 822962"/>
              <a:gd name="connsiteY457" fmla="*/ 424654 h 822973"/>
              <a:gd name="connsiteX458" fmla="*/ 447304 w 822962"/>
              <a:gd name="connsiteY458" fmla="*/ 466150 h 822973"/>
              <a:gd name="connsiteX459" fmla="*/ 446782 w 822962"/>
              <a:gd name="connsiteY459" fmla="*/ 470430 h 822973"/>
              <a:gd name="connsiteX460" fmla="*/ 449369 w 822962"/>
              <a:gd name="connsiteY460" fmla="*/ 473833 h 822973"/>
              <a:gd name="connsiteX461" fmla="*/ 149910 w 822962"/>
              <a:gd name="connsiteY461" fmla="*/ 499862 h 822973"/>
              <a:gd name="connsiteX462" fmla="*/ 149882 w 822962"/>
              <a:gd name="connsiteY462" fmla="*/ 502469 h 822973"/>
              <a:gd name="connsiteX463" fmla="*/ 149910 w 822962"/>
              <a:gd name="connsiteY463" fmla="*/ 505104 h 822973"/>
              <a:gd name="connsiteX464" fmla="*/ 143352 w 822962"/>
              <a:gd name="connsiteY464" fmla="*/ 508890 h 822973"/>
              <a:gd name="connsiteX465" fmla="*/ 128814 w 822962"/>
              <a:gd name="connsiteY465" fmla="*/ 527862 h 822973"/>
              <a:gd name="connsiteX466" fmla="*/ 131943 w 822962"/>
              <a:gd name="connsiteY466" fmla="*/ 551535 h 822973"/>
              <a:gd name="connsiteX467" fmla="*/ 155544 w 822962"/>
              <a:gd name="connsiteY467" fmla="*/ 592409 h 822973"/>
              <a:gd name="connsiteX468" fmla="*/ 155928 w 822962"/>
              <a:gd name="connsiteY468" fmla="*/ 593132 h 822973"/>
              <a:gd name="connsiteX469" fmla="*/ 174900 w 822962"/>
              <a:gd name="connsiteY469" fmla="*/ 607670 h 822973"/>
              <a:gd name="connsiteX470" fmla="*/ 197685 w 822962"/>
              <a:gd name="connsiteY470" fmla="*/ 605026 h 822973"/>
              <a:gd name="connsiteX471" fmla="*/ 198626 w 822962"/>
              <a:gd name="connsiteY471" fmla="*/ 604541 h 822973"/>
              <a:gd name="connsiteX472" fmla="*/ 205163 w 822962"/>
              <a:gd name="connsiteY472" fmla="*/ 600755 h 822973"/>
              <a:gd name="connsiteX473" fmla="*/ 206690 w 822962"/>
              <a:gd name="connsiteY473" fmla="*/ 601669 h 822973"/>
              <a:gd name="connsiteX474" fmla="*/ 207383 w 822962"/>
              <a:gd name="connsiteY474" fmla="*/ 602097 h 822973"/>
              <a:gd name="connsiteX475" fmla="*/ 209696 w 822962"/>
              <a:gd name="connsiteY475" fmla="*/ 603404 h 822973"/>
              <a:gd name="connsiteX476" fmla="*/ 209696 w 822962"/>
              <a:gd name="connsiteY476" fmla="*/ 610947 h 822973"/>
              <a:gd name="connsiteX477" fmla="*/ 209652 w 822962"/>
              <a:gd name="connsiteY477" fmla="*/ 610947 h 822973"/>
              <a:gd name="connsiteX478" fmla="*/ 218823 w 822962"/>
              <a:gd name="connsiteY478" fmla="*/ 633047 h 822973"/>
              <a:gd name="connsiteX479" fmla="*/ 240933 w 822962"/>
              <a:gd name="connsiteY479" fmla="*/ 642219 h 822973"/>
              <a:gd name="connsiteX480" fmla="*/ 288903 w 822962"/>
              <a:gd name="connsiteY480" fmla="*/ 642219 h 822973"/>
              <a:gd name="connsiteX481" fmla="*/ 311004 w 822962"/>
              <a:gd name="connsiteY481" fmla="*/ 633047 h 822973"/>
              <a:gd name="connsiteX482" fmla="*/ 320165 w 822962"/>
              <a:gd name="connsiteY482" fmla="*/ 610947 h 822973"/>
              <a:gd name="connsiteX483" fmla="*/ 320121 w 822962"/>
              <a:gd name="connsiteY483" fmla="*/ 610947 h 822973"/>
              <a:gd name="connsiteX484" fmla="*/ 320121 w 822962"/>
              <a:gd name="connsiteY484" fmla="*/ 603404 h 822973"/>
              <a:gd name="connsiteX485" fmla="*/ 322407 w 822962"/>
              <a:gd name="connsiteY485" fmla="*/ 602106 h 822973"/>
              <a:gd name="connsiteX486" fmla="*/ 324675 w 822962"/>
              <a:gd name="connsiteY486" fmla="*/ 600770 h 822973"/>
              <a:gd name="connsiteX487" fmla="*/ 331202 w 822962"/>
              <a:gd name="connsiteY487" fmla="*/ 604538 h 822973"/>
              <a:gd name="connsiteX488" fmla="*/ 331202 w 822962"/>
              <a:gd name="connsiteY488" fmla="*/ 604520 h 822973"/>
              <a:gd name="connsiteX489" fmla="*/ 331256 w 822962"/>
              <a:gd name="connsiteY489" fmla="*/ 604538 h 822973"/>
              <a:gd name="connsiteX490" fmla="*/ 354920 w 822962"/>
              <a:gd name="connsiteY490" fmla="*/ 607667 h 822973"/>
              <a:gd name="connsiteX491" fmla="*/ 373318 w 822962"/>
              <a:gd name="connsiteY491" fmla="*/ 594079 h 822973"/>
              <a:gd name="connsiteX492" fmla="*/ 373491 w 822962"/>
              <a:gd name="connsiteY492" fmla="*/ 593822 h 822973"/>
              <a:gd name="connsiteX493" fmla="*/ 373473 w 822962"/>
              <a:gd name="connsiteY493" fmla="*/ 593822 h 822973"/>
              <a:gd name="connsiteX494" fmla="*/ 373883 w 822962"/>
              <a:gd name="connsiteY494" fmla="*/ 593129 h 822973"/>
              <a:gd name="connsiteX495" fmla="*/ 373866 w 822962"/>
              <a:gd name="connsiteY495" fmla="*/ 593111 h 822973"/>
              <a:gd name="connsiteX496" fmla="*/ 397869 w 822962"/>
              <a:gd name="connsiteY496" fmla="*/ 551525 h 822973"/>
              <a:gd name="connsiteX497" fmla="*/ 400998 w 822962"/>
              <a:gd name="connsiteY497" fmla="*/ 527853 h 822973"/>
              <a:gd name="connsiteX498" fmla="*/ 387335 w 822962"/>
              <a:gd name="connsiteY498" fmla="*/ 509437 h 822973"/>
              <a:gd name="connsiteX499" fmla="*/ 386456 w 822962"/>
              <a:gd name="connsiteY499" fmla="*/ 508881 h 822973"/>
              <a:gd name="connsiteX500" fmla="*/ 379899 w 822962"/>
              <a:gd name="connsiteY500" fmla="*/ 505094 h 822973"/>
              <a:gd name="connsiteX501" fmla="*/ 379917 w 822962"/>
              <a:gd name="connsiteY501" fmla="*/ 502478 h 822973"/>
              <a:gd name="connsiteX502" fmla="*/ 379890 w 822962"/>
              <a:gd name="connsiteY502" fmla="*/ 499853 h 822973"/>
              <a:gd name="connsiteX503" fmla="*/ 386448 w 822962"/>
              <a:gd name="connsiteY503" fmla="*/ 496066 h 822973"/>
              <a:gd name="connsiteX504" fmla="*/ 386430 w 822962"/>
              <a:gd name="connsiteY504" fmla="*/ 496049 h 822973"/>
              <a:gd name="connsiteX505" fmla="*/ 400988 w 822962"/>
              <a:gd name="connsiteY505" fmla="*/ 477094 h 822973"/>
              <a:gd name="connsiteX506" fmla="*/ 397860 w 822962"/>
              <a:gd name="connsiteY506" fmla="*/ 453430 h 822973"/>
              <a:gd name="connsiteX507" fmla="*/ 374077 w 822962"/>
              <a:gd name="connsiteY507" fmla="*/ 412217 h 822973"/>
              <a:gd name="connsiteX508" fmla="*/ 373592 w 822962"/>
              <a:gd name="connsiteY508" fmla="*/ 411404 h 822973"/>
              <a:gd name="connsiteX509" fmla="*/ 354910 w 822962"/>
              <a:gd name="connsiteY509" fmla="*/ 397287 h 822973"/>
              <a:gd name="connsiteX510" fmla="*/ 332116 w 822962"/>
              <a:gd name="connsiteY510" fmla="*/ 399929 h 822973"/>
              <a:gd name="connsiteX511" fmla="*/ 331193 w 822962"/>
              <a:gd name="connsiteY511" fmla="*/ 400415 h 822973"/>
              <a:gd name="connsiteX512" fmla="*/ 324657 w 822962"/>
              <a:gd name="connsiteY512" fmla="*/ 404192 h 822973"/>
              <a:gd name="connsiteX513" fmla="*/ 323130 w 822962"/>
              <a:gd name="connsiteY513" fmla="*/ 403287 h 822973"/>
              <a:gd name="connsiteX514" fmla="*/ 322436 w 822962"/>
              <a:gd name="connsiteY514" fmla="*/ 402849 h 822973"/>
              <a:gd name="connsiteX515" fmla="*/ 320114 w 822962"/>
              <a:gd name="connsiteY515" fmla="*/ 401552 h 822973"/>
              <a:gd name="connsiteX516" fmla="*/ 320114 w 822962"/>
              <a:gd name="connsiteY516" fmla="*/ 394018 h 822973"/>
              <a:gd name="connsiteX517" fmla="*/ 320159 w 822962"/>
              <a:gd name="connsiteY517" fmla="*/ 394018 h 822973"/>
              <a:gd name="connsiteX518" fmla="*/ 310998 w 822962"/>
              <a:gd name="connsiteY518" fmla="*/ 371908 h 822973"/>
              <a:gd name="connsiteX519" fmla="*/ 288896 w 822962"/>
              <a:gd name="connsiteY519" fmla="*/ 362747 h 822973"/>
              <a:gd name="connsiteX520" fmla="*/ 240927 w 822962"/>
              <a:gd name="connsiteY520" fmla="*/ 362747 h 822973"/>
              <a:gd name="connsiteX521" fmla="*/ 218816 w 822962"/>
              <a:gd name="connsiteY521" fmla="*/ 371908 h 822973"/>
              <a:gd name="connsiteX522" fmla="*/ 209645 w 822962"/>
              <a:gd name="connsiteY522" fmla="*/ 394018 h 822973"/>
              <a:gd name="connsiteX523" fmla="*/ 209645 w 822962"/>
              <a:gd name="connsiteY523" fmla="*/ 401581 h 822973"/>
              <a:gd name="connsiteX524" fmla="*/ 207404 w 822962"/>
              <a:gd name="connsiteY524" fmla="*/ 402844 h 822973"/>
              <a:gd name="connsiteX525" fmla="*/ 205135 w 822962"/>
              <a:gd name="connsiteY525" fmla="*/ 404189 h 822973"/>
              <a:gd name="connsiteX526" fmla="*/ 198608 w 822962"/>
              <a:gd name="connsiteY526" fmla="*/ 400421 h 822973"/>
              <a:gd name="connsiteX527" fmla="*/ 198608 w 822962"/>
              <a:gd name="connsiteY527" fmla="*/ 400447 h 822973"/>
              <a:gd name="connsiteX528" fmla="*/ 198555 w 822962"/>
              <a:gd name="connsiteY528" fmla="*/ 400421 h 822973"/>
              <a:gd name="connsiteX529" fmla="*/ 174891 w 822962"/>
              <a:gd name="connsiteY529" fmla="*/ 397292 h 822973"/>
              <a:gd name="connsiteX530" fmla="*/ 156502 w 822962"/>
              <a:gd name="connsiteY530" fmla="*/ 410871 h 822973"/>
              <a:gd name="connsiteX531" fmla="*/ 156319 w 822962"/>
              <a:gd name="connsiteY531" fmla="*/ 411127 h 822973"/>
              <a:gd name="connsiteX532" fmla="*/ 156319 w 822962"/>
              <a:gd name="connsiteY532" fmla="*/ 411145 h 822973"/>
              <a:gd name="connsiteX533" fmla="*/ 155918 w 822962"/>
              <a:gd name="connsiteY533" fmla="*/ 411829 h 822973"/>
              <a:gd name="connsiteX534" fmla="*/ 155945 w 822962"/>
              <a:gd name="connsiteY534" fmla="*/ 411829 h 822973"/>
              <a:gd name="connsiteX535" fmla="*/ 131932 w 822962"/>
              <a:gd name="connsiteY535" fmla="*/ 453427 h 822973"/>
              <a:gd name="connsiteX536" fmla="*/ 128804 w 822962"/>
              <a:gd name="connsiteY536" fmla="*/ 477091 h 822973"/>
              <a:gd name="connsiteX537" fmla="*/ 143342 w 822962"/>
              <a:gd name="connsiteY537" fmla="*/ 496063 h 822973"/>
              <a:gd name="connsiteX538" fmla="*/ 149899 w 822962"/>
              <a:gd name="connsiteY538" fmla="*/ 499850 h 822973"/>
              <a:gd name="connsiteX539" fmla="*/ 156220 w 822962"/>
              <a:gd name="connsiteY539" fmla="*/ 473874 h 822973"/>
              <a:gd name="connsiteX540" fmla="*/ 169578 w 822962"/>
              <a:gd name="connsiteY540" fmla="*/ 481592 h 822973"/>
              <a:gd name="connsiteX541" fmla="*/ 175915 w 822962"/>
              <a:gd name="connsiteY541" fmla="*/ 493900 h 822973"/>
              <a:gd name="connsiteX542" fmla="*/ 175504 w 822962"/>
              <a:gd name="connsiteY542" fmla="*/ 502466 h 822973"/>
              <a:gd name="connsiteX543" fmla="*/ 175879 w 822962"/>
              <a:gd name="connsiteY543" fmla="*/ 510441 h 822973"/>
              <a:gd name="connsiteX544" fmla="*/ 169608 w 822962"/>
              <a:gd name="connsiteY544" fmla="*/ 523362 h 822973"/>
              <a:gd name="connsiteX545" fmla="*/ 156231 w 822962"/>
              <a:gd name="connsiteY545" fmla="*/ 531089 h 822973"/>
              <a:gd name="connsiteX546" fmla="*/ 153636 w 822962"/>
              <a:gd name="connsiteY546" fmla="*/ 534492 h 822973"/>
              <a:gd name="connsiteX547" fmla="*/ 154156 w 822962"/>
              <a:gd name="connsiteY547" fmla="*/ 538772 h 822973"/>
              <a:gd name="connsiteX548" fmla="*/ 177731 w 822962"/>
              <a:gd name="connsiteY548" fmla="*/ 579610 h 822973"/>
              <a:gd name="connsiteX549" fmla="*/ 178142 w 822962"/>
              <a:gd name="connsiteY549" fmla="*/ 580268 h 822973"/>
              <a:gd name="connsiteX550" fmla="*/ 181544 w 822962"/>
              <a:gd name="connsiteY550" fmla="*/ 582855 h 822973"/>
              <a:gd name="connsiteX551" fmla="*/ 185440 w 822962"/>
              <a:gd name="connsiteY551" fmla="*/ 582533 h 822973"/>
              <a:gd name="connsiteX552" fmla="*/ 185771 w 822962"/>
              <a:gd name="connsiteY552" fmla="*/ 582340 h 822973"/>
              <a:gd name="connsiteX553" fmla="*/ 199148 w 822962"/>
              <a:gd name="connsiteY553" fmla="*/ 574613 h 822973"/>
              <a:gd name="connsiteX554" fmla="*/ 213009 w 822962"/>
              <a:gd name="connsiteY554" fmla="*/ 575262 h 822973"/>
              <a:gd name="connsiteX555" fmla="*/ 219575 w 822962"/>
              <a:gd name="connsiteY555" fmla="*/ 579542 h 822973"/>
              <a:gd name="connsiteX556" fmla="*/ 220242 w 822962"/>
              <a:gd name="connsiteY556" fmla="*/ 579899 h 822973"/>
              <a:gd name="connsiteX557" fmla="*/ 227842 w 822962"/>
              <a:gd name="connsiteY557" fmla="*/ 583831 h 822973"/>
              <a:gd name="connsiteX558" fmla="*/ 235331 w 822962"/>
              <a:gd name="connsiteY558" fmla="*/ 595491 h 822973"/>
              <a:gd name="connsiteX559" fmla="*/ 235331 w 822962"/>
              <a:gd name="connsiteY559" fmla="*/ 610945 h 822973"/>
              <a:gd name="connsiteX560" fmla="*/ 235375 w 822962"/>
              <a:gd name="connsiteY560" fmla="*/ 610945 h 822973"/>
              <a:gd name="connsiteX561" fmla="*/ 237021 w 822962"/>
              <a:gd name="connsiteY561" fmla="*/ 614867 h 822973"/>
              <a:gd name="connsiteX562" fmla="*/ 240944 w 822962"/>
              <a:gd name="connsiteY562" fmla="*/ 616505 h 822973"/>
              <a:gd name="connsiteX563" fmla="*/ 288914 w 822962"/>
              <a:gd name="connsiteY563" fmla="*/ 616505 h 822973"/>
              <a:gd name="connsiteX564" fmla="*/ 292829 w 822962"/>
              <a:gd name="connsiteY564" fmla="*/ 614867 h 822973"/>
              <a:gd name="connsiteX565" fmla="*/ 294466 w 822962"/>
              <a:gd name="connsiteY565" fmla="*/ 610945 h 822973"/>
              <a:gd name="connsiteX566" fmla="*/ 294519 w 822962"/>
              <a:gd name="connsiteY566" fmla="*/ 610945 h 822973"/>
              <a:gd name="connsiteX567" fmla="*/ 294519 w 822962"/>
              <a:gd name="connsiteY567" fmla="*/ 596634 h 822973"/>
              <a:gd name="connsiteX568" fmla="*/ 302009 w 822962"/>
              <a:gd name="connsiteY568" fmla="*/ 583787 h 822973"/>
              <a:gd name="connsiteX569" fmla="*/ 309670 w 822962"/>
              <a:gd name="connsiteY569" fmla="*/ 579899 h 822973"/>
              <a:gd name="connsiteX570" fmla="*/ 316493 w 822962"/>
              <a:gd name="connsiteY570" fmla="*/ 575521 h 822973"/>
              <a:gd name="connsiteX571" fmla="*/ 330721 w 822962"/>
              <a:gd name="connsiteY571" fmla="*/ 574616 h 822973"/>
              <a:gd name="connsiteX572" fmla="*/ 343303 w 822962"/>
              <a:gd name="connsiteY572" fmla="*/ 581876 h 822973"/>
              <a:gd name="connsiteX573" fmla="*/ 344618 w 822962"/>
              <a:gd name="connsiteY573" fmla="*/ 582626 h 822973"/>
              <a:gd name="connsiteX574" fmla="*/ 348312 w 822962"/>
              <a:gd name="connsiteY574" fmla="*/ 582855 h 822973"/>
              <a:gd name="connsiteX575" fmla="*/ 351440 w 822962"/>
              <a:gd name="connsiteY575" fmla="*/ 580679 h 822973"/>
              <a:gd name="connsiteX576" fmla="*/ 352107 w 822962"/>
              <a:gd name="connsiteY576" fmla="*/ 579563 h 822973"/>
              <a:gd name="connsiteX577" fmla="*/ 352125 w 822962"/>
              <a:gd name="connsiteY577" fmla="*/ 579581 h 822973"/>
              <a:gd name="connsiteX578" fmla="*/ 375691 w 822962"/>
              <a:gd name="connsiteY578" fmla="*/ 538781 h 822973"/>
              <a:gd name="connsiteX579" fmla="*/ 376212 w 822962"/>
              <a:gd name="connsiteY579" fmla="*/ 534501 h 822973"/>
              <a:gd name="connsiteX580" fmla="*/ 374018 w 822962"/>
              <a:gd name="connsiteY580" fmla="*/ 531328 h 822973"/>
              <a:gd name="connsiteX581" fmla="*/ 373616 w 822962"/>
              <a:gd name="connsiteY581" fmla="*/ 531098 h 822973"/>
              <a:gd name="connsiteX582" fmla="*/ 360257 w 822962"/>
              <a:gd name="connsiteY582" fmla="*/ 523380 h 822973"/>
              <a:gd name="connsiteX583" fmla="*/ 353911 w 822962"/>
              <a:gd name="connsiteY583" fmla="*/ 511072 h 822973"/>
              <a:gd name="connsiteX584" fmla="*/ 354322 w 822962"/>
              <a:gd name="connsiteY584" fmla="*/ 502494 h 822973"/>
              <a:gd name="connsiteX585" fmla="*/ 353956 w 822962"/>
              <a:gd name="connsiteY585" fmla="*/ 494529 h 822973"/>
              <a:gd name="connsiteX586" fmla="*/ 360228 w 822962"/>
              <a:gd name="connsiteY586" fmla="*/ 481607 h 822973"/>
              <a:gd name="connsiteX587" fmla="*/ 373613 w 822962"/>
              <a:gd name="connsiteY587" fmla="*/ 473880 h 822973"/>
              <a:gd name="connsiteX588" fmla="*/ 373631 w 822962"/>
              <a:gd name="connsiteY588" fmla="*/ 473897 h 822973"/>
              <a:gd name="connsiteX589" fmla="*/ 373667 w 822962"/>
              <a:gd name="connsiteY589" fmla="*/ 473880 h 822973"/>
              <a:gd name="connsiteX590" fmla="*/ 376208 w 822962"/>
              <a:gd name="connsiteY590" fmla="*/ 470478 h 822973"/>
              <a:gd name="connsiteX591" fmla="*/ 375688 w 822962"/>
              <a:gd name="connsiteY591" fmla="*/ 466197 h 822973"/>
              <a:gd name="connsiteX592" fmla="*/ 351702 w 822962"/>
              <a:gd name="connsiteY592" fmla="*/ 424648 h 822973"/>
              <a:gd name="connsiteX593" fmla="*/ 348300 w 822962"/>
              <a:gd name="connsiteY593" fmla="*/ 422106 h 822973"/>
              <a:gd name="connsiteX594" fmla="*/ 344412 w 822962"/>
              <a:gd name="connsiteY594" fmla="*/ 422427 h 822973"/>
              <a:gd name="connsiteX595" fmla="*/ 344073 w 822962"/>
              <a:gd name="connsiteY595" fmla="*/ 422630 h 822973"/>
              <a:gd name="connsiteX596" fmla="*/ 330696 w 822962"/>
              <a:gd name="connsiteY596" fmla="*/ 430357 h 822973"/>
              <a:gd name="connsiteX597" fmla="*/ 316835 w 822962"/>
              <a:gd name="connsiteY597" fmla="*/ 429699 h 822973"/>
              <a:gd name="connsiteX598" fmla="*/ 310269 w 822962"/>
              <a:gd name="connsiteY598" fmla="*/ 425419 h 822973"/>
              <a:gd name="connsiteX599" fmla="*/ 309602 w 822962"/>
              <a:gd name="connsiteY599" fmla="*/ 425053 h 822973"/>
              <a:gd name="connsiteX600" fmla="*/ 302002 w 822962"/>
              <a:gd name="connsiteY600" fmla="*/ 421121 h 822973"/>
              <a:gd name="connsiteX601" fmla="*/ 294514 w 822962"/>
              <a:gd name="connsiteY601" fmla="*/ 409470 h 822973"/>
              <a:gd name="connsiteX602" fmla="*/ 294514 w 822962"/>
              <a:gd name="connsiteY602" fmla="*/ 394016 h 822973"/>
              <a:gd name="connsiteX603" fmla="*/ 294460 w 822962"/>
              <a:gd name="connsiteY603" fmla="*/ 394016 h 822973"/>
              <a:gd name="connsiteX604" fmla="*/ 292823 w 822962"/>
              <a:gd name="connsiteY604" fmla="*/ 390093 h 822973"/>
              <a:gd name="connsiteX605" fmla="*/ 288909 w 822962"/>
              <a:gd name="connsiteY605" fmla="*/ 388465 h 822973"/>
              <a:gd name="connsiteX606" fmla="*/ 240939 w 822962"/>
              <a:gd name="connsiteY606" fmla="*/ 388465 h 822973"/>
              <a:gd name="connsiteX607" fmla="*/ 237015 w 822962"/>
              <a:gd name="connsiteY607" fmla="*/ 390093 h 822973"/>
              <a:gd name="connsiteX608" fmla="*/ 235379 w 822962"/>
              <a:gd name="connsiteY608" fmla="*/ 394016 h 822973"/>
              <a:gd name="connsiteX609" fmla="*/ 235379 w 822962"/>
              <a:gd name="connsiteY609" fmla="*/ 409325 h 822973"/>
              <a:gd name="connsiteX610" fmla="*/ 227836 w 822962"/>
              <a:gd name="connsiteY610" fmla="*/ 421175 h 822973"/>
              <a:gd name="connsiteX611" fmla="*/ 220174 w 822962"/>
              <a:gd name="connsiteY611" fmla="*/ 425053 h 822973"/>
              <a:gd name="connsiteX612" fmla="*/ 213351 w 822962"/>
              <a:gd name="connsiteY612" fmla="*/ 429432 h 822973"/>
              <a:gd name="connsiteX613" fmla="*/ 199123 w 822962"/>
              <a:gd name="connsiteY613" fmla="*/ 430337 h 822973"/>
              <a:gd name="connsiteX614" fmla="*/ 186541 w 822962"/>
              <a:gd name="connsiteY614" fmla="*/ 423068 h 822973"/>
              <a:gd name="connsiteX615" fmla="*/ 185226 w 822962"/>
              <a:gd name="connsiteY615" fmla="*/ 422327 h 822973"/>
              <a:gd name="connsiteX616" fmla="*/ 181532 w 822962"/>
              <a:gd name="connsiteY616" fmla="*/ 422089 h 822973"/>
              <a:gd name="connsiteX617" fmla="*/ 178404 w 822962"/>
              <a:gd name="connsiteY617" fmla="*/ 424265 h 822973"/>
              <a:gd name="connsiteX618" fmla="*/ 177737 w 822962"/>
              <a:gd name="connsiteY618" fmla="*/ 425390 h 822973"/>
              <a:gd name="connsiteX619" fmla="*/ 177710 w 822962"/>
              <a:gd name="connsiteY619" fmla="*/ 425372 h 822973"/>
              <a:gd name="connsiteX620" fmla="*/ 154144 w 822962"/>
              <a:gd name="connsiteY620" fmla="*/ 466181 h 822973"/>
              <a:gd name="connsiteX621" fmla="*/ 153624 w 822962"/>
              <a:gd name="connsiteY621" fmla="*/ 470461 h 822973"/>
              <a:gd name="connsiteX622" fmla="*/ 156219 w 822962"/>
              <a:gd name="connsiteY622" fmla="*/ 473863 h 822973"/>
              <a:gd name="connsiteX623" fmla="*/ 302798 w 822962"/>
              <a:gd name="connsiteY623" fmla="*/ 220897 h 822973"/>
              <a:gd name="connsiteX624" fmla="*/ 316166 w 822962"/>
              <a:gd name="connsiteY624" fmla="*/ 228616 h 822973"/>
              <a:gd name="connsiteX625" fmla="*/ 322512 w 822962"/>
              <a:gd name="connsiteY625" fmla="*/ 240924 h 822973"/>
              <a:gd name="connsiteX626" fmla="*/ 322101 w 822962"/>
              <a:gd name="connsiteY626" fmla="*/ 249502 h 822973"/>
              <a:gd name="connsiteX627" fmla="*/ 322467 w 822962"/>
              <a:gd name="connsiteY627" fmla="*/ 257467 h 822973"/>
              <a:gd name="connsiteX628" fmla="*/ 316195 w 822962"/>
              <a:gd name="connsiteY628" fmla="*/ 270389 h 822973"/>
              <a:gd name="connsiteX629" fmla="*/ 302819 w 822962"/>
              <a:gd name="connsiteY629" fmla="*/ 278124 h 822973"/>
              <a:gd name="connsiteX630" fmla="*/ 300232 w 822962"/>
              <a:gd name="connsiteY630" fmla="*/ 281518 h 822973"/>
              <a:gd name="connsiteX631" fmla="*/ 300744 w 822962"/>
              <a:gd name="connsiteY631" fmla="*/ 285807 h 822973"/>
              <a:gd name="connsiteX632" fmla="*/ 324318 w 822962"/>
              <a:gd name="connsiteY632" fmla="*/ 326645 h 822973"/>
              <a:gd name="connsiteX633" fmla="*/ 324729 w 822962"/>
              <a:gd name="connsiteY633" fmla="*/ 327303 h 822973"/>
              <a:gd name="connsiteX634" fmla="*/ 328131 w 822962"/>
              <a:gd name="connsiteY634" fmla="*/ 329890 h 822973"/>
              <a:gd name="connsiteX635" fmla="*/ 332019 w 822962"/>
              <a:gd name="connsiteY635" fmla="*/ 329569 h 822973"/>
              <a:gd name="connsiteX636" fmla="*/ 332358 w 822962"/>
              <a:gd name="connsiteY636" fmla="*/ 329366 h 822973"/>
              <a:gd name="connsiteX637" fmla="*/ 345735 w 822962"/>
              <a:gd name="connsiteY637" fmla="*/ 321638 h 822973"/>
              <a:gd name="connsiteX638" fmla="*/ 359597 w 822962"/>
              <a:gd name="connsiteY638" fmla="*/ 322297 h 822973"/>
              <a:gd name="connsiteX639" fmla="*/ 366830 w 822962"/>
              <a:gd name="connsiteY639" fmla="*/ 326943 h 822973"/>
              <a:gd name="connsiteX640" fmla="*/ 366830 w 822962"/>
              <a:gd name="connsiteY640" fmla="*/ 326961 h 822973"/>
              <a:gd name="connsiteX641" fmla="*/ 373467 w 822962"/>
              <a:gd name="connsiteY641" fmla="*/ 330434 h 822973"/>
              <a:gd name="connsiteX642" fmla="*/ 381962 w 822962"/>
              <a:gd name="connsiteY642" fmla="*/ 342531 h 822973"/>
              <a:gd name="connsiteX643" fmla="*/ 381962 w 822962"/>
              <a:gd name="connsiteY643" fmla="*/ 357977 h 822973"/>
              <a:gd name="connsiteX644" fmla="*/ 383599 w 822962"/>
              <a:gd name="connsiteY644" fmla="*/ 361900 h 822973"/>
              <a:gd name="connsiteX645" fmla="*/ 387513 w 822962"/>
              <a:gd name="connsiteY645" fmla="*/ 363537 h 822973"/>
              <a:gd name="connsiteX646" fmla="*/ 435484 w 822962"/>
              <a:gd name="connsiteY646" fmla="*/ 363537 h 822973"/>
              <a:gd name="connsiteX647" fmla="*/ 439406 w 822962"/>
              <a:gd name="connsiteY647" fmla="*/ 361900 h 822973"/>
              <a:gd name="connsiteX648" fmla="*/ 441044 w 822962"/>
              <a:gd name="connsiteY648" fmla="*/ 357977 h 822973"/>
              <a:gd name="connsiteX649" fmla="*/ 441044 w 822962"/>
              <a:gd name="connsiteY649" fmla="*/ 342680 h 822973"/>
              <a:gd name="connsiteX650" fmla="*/ 448586 w 822962"/>
              <a:gd name="connsiteY650" fmla="*/ 330822 h 822973"/>
              <a:gd name="connsiteX651" fmla="*/ 456248 w 822962"/>
              <a:gd name="connsiteY651" fmla="*/ 326943 h 822973"/>
              <a:gd name="connsiteX652" fmla="*/ 463070 w 822962"/>
              <a:gd name="connsiteY652" fmla="*/ 322565 h 822973"/>
              <a:gd name="connsiteX653" fmla="*/ 477298 w 822962"/>
              <a:gd name="connsiteY653" fmla="*/ 321660 h 822973"/>
              <a:gd name="connsiteX654" fmla="*/ 490666 w 822962"/>
              <a:gd name="connsiteY654" fmla="*/ 329379 h 822973"/>
              <a:gd name="connsiteX655" fmla="*/ 490666 w 822962"/>
              <a:gd name="connsiteY655" fmla="*/ 329405 h 822973"/>
              <a:gd name="connsiteX656" fmla="*/ 494890 w 822962"/>
              <a:gd name="connsiteY656" fmla="*/ 329908 h 822973"/>
              <a:gd name="connsiteX657" fmla="*/ 498292 w 822962"/>
              <a:gd name="connsiteY657" fmla="*/ 327322 h 822973"/>
              <a:gd name="connsiteX658" fmla="*/ 498319 w 822962"/>
              <a:gd name="connsiteY658" fmla="*/ 327322 h 822973"/>
              <a:gd name="connsiteX659" fmla="*/ 522286 w 822962"/>
              <a:gd name="connsiteY659" fmla="*/ 285826 h 822973"/>
              <a:gd name="connsiteX660" fmla="*/ 522798 w 822962"/>
              <a:gd name="connsiteY660" fmla="*/ 281537 h 822973"/>
              <a:gd name="connsiteX661" fmla="*/ 520212 w 822962"/>
              <a:gd name="connsiteY661" fmla="*/ 278143 h 822973"/>
              <a:gd name="connsiteX662" fmla="*/ 506844 w 822962"/>
              <a:gd name="connsiteY662" fmla="*/ 270425 h 822973"/>
              <a:gd name="connsiteX663" fmla="*/ 500506 w 822962"/>
              <a:gd name="connsiteY663" fmla="*/ 258117 h 822973"/>
              <a:gd name="connsiteX664" fmla="*/ 500917 w 822962"/>
              <a:gd name="connsiteY664" fmla="*/ 249551 h 822973"/>
              <a:gd name="connsiteX665" fmla="*/ 500551 w 822962"/>
              <a:gd name="connsiteY665" fmla="*/ 241586 h 822973"/>
              <a:gd name="connsiteX666" fmla="*/ 506823 w 822962"/>
              <a:gd name="connsiteY666" fmla="*/ 228655 h 822973"/>
              <a:gd name="connsiteX667" fmla="*/ 520200 w 822962"/>
              <a:gd name="connsiteY667" fmla="*/ 220928 h 822973"/>
              <a:gd name="connsiteX668" fmla="*/ 522787 w 822962"/>
              <a:gd name="connsiteY668" fmla="*/ 217526 h 822973"/>
              <a:gd name="connsiteX669" fmla="*/ 522275 w 822962"/>
              <a:gd name="connsiteY669" fmla="*/ 213245 h 822973"/>
              <a:gd name="connsiteX670" fmla="*/ 498691 w 822962"/>
              <a:gd name="connsiteY670" fmla="*/ 172407 h 822973"/>
              <a:gd name="connsiteX671" fmla="*/ 498290 w 822962"/>
              <a:gd name="connsiteY671" fmla="*/ 171748 h 822973"/>
              <a:gd name="connsiteX672" fmla="*/ 494888 w 822962"/>
              <a:gd name="connsiteY672" fmla="*/ 169162 h 822973"/>
              <a:gd name="connsiteX673" fmla="*/ 490664 w 822962"/>
              <a:gd name="connsiteY673" fmla="*/ 169683 h 822973"/>
              <a:gd name="connsiteX674" fmla="*/ 477278 w 822962"/>
              <a:gd name="connsiteY674" fmla="*/ 177411 h 822973"/>
              <a:gd name="connsiteX675" fmla="*/ 463417 w 822962"/>
              <a:gd name="connsiteY675" fmla="*/ 176762 h 822973"/>
              <a:gd name="connsiteX676" fmla="*/ 456192 w 822962"/>
              <a:gd name="connsiteY676" fmla="*/ 172115 h 822973"/>
              <a:gd name="connsiteX677" fmla="*/ 456211 w 822962"/>
              <a:gd name="connsiteY677" fmla="*/ 172097 h 822973"/>
              <a:gd name="connsiteX678" fmla="*/ 449555 w 822962"/>
              <a:gd name="connsiteY678" fmla="*/ 168623 h 822973"/>
              <a:gd name="connsiteX679" fmla="*/ 441051 w 822962"/>
              <a:gd name="connsiteY679" fmla="*/ 156527 h 822973"/>
              <a:gd name="connsiteX680" fmla="*/ 441051 w 822962"/>
              <a:gd name="connsiteY680" fmla="*/ 141073 h 822973"/>
              <a:gd name="connsiteX681" fmla="*/ 439414 w 822962"/>
              <a:gd name="connsiteY681" fmla="*/ 137159 h 822973"/>
              <a:gd name="connsiteX682" fmla="*/ 435491 w 822962"/>
              <a:gd name="connsiteY682" fmla="*/ 135512 h 822973"/>
              <a:gd name="connsiteX683" fmla="*/ 387521 w 822962"/>
              <a:gd name="connsiteY683" fmla="*/ 135512 h 822973"/>
              <a:gd name="connsiteX684" fmla="*/ 383607 w 822962"/>
              <a:gd name="connsiteY684" fmla="*/ 137159 h 822973"/>
              <a:gd name="connsiteX685" fmla="*/ 381969 w 822962"/>
              <a:gd name="connsiteY685" fmla="*/ 141073 h 822973"/>
              <a:gd name="connsiteX686" fmla="*/ 381969 w 822962"/>
              <a:gd name="connsiteY686" fmla="*/ 156381 h 822973"/>
              <a:gd name="connsiteX687" fmla="*/ 374436 w 822962"/>
              <a:gd name="connsiteY687" fmla="*/ 168239 h 822973"/>
              <a:gd name="connsiteX688" fmla="*/ 366774 w 822962"/>
              <a:gd name="connsiteY688" fmla="*/ 172118 h 822973"/>
              <a:gd name="connsiteX689" fmla="*/ 359943 w 822962"/>
              <a:gd name="connsiteY689" fmla="*/ 176496 h 822973"/>
              <a:gd name="connsiteX690" fmla="*/ 345724 w 822962"/>
              <a:gd name="connsiteY690" fmla="*/ 177410 h 822973"/>
              <a:gd name="connsiteX691" fmla="*/ 332356 w 822962"/>
              <a:gd name="connsiteY691" fmla="*/ 169692 h 822973"/>
              <a:gd name="connsiteX692" fmla="*/ 332356 w 822962"/>
              <a:gd name="connsiteY692" fmla="*/ 169674 h 822973"/>
              <a:gd name="connsiteX693" fmla="*/ 328132 w 822962"/>
              <a:gd name="connsiteY693" fmla="*/ 169171 h 822973"/>
              <a:gd name="connsiteX694" fmla="*/ 324730 w 822962"/>
              <a:gd name="connsiteY694" fmla="*/ 171704 h 822973"/>
              <a:gd name="connsiteX695" fmla="*/ 300744 w 822962"/>
              <a:gd name="connsiteY695" fmla="*/ 213254 h 822973"/>
              <a:gd name="connsiteX696" fmla="*/ 300232 w 822962"/>
              <a:gd name="connsiteY696" fmla="*/ 217534 h 822973"/>
              <a:gd name="connsiteX697" fmla="*/ 302418 w 822962"/>
              <a:gd name="connsiteY697" fmla="*/ 220716 h 822973"/>
              <a:gd name="connsiteX698" fmla="*/ 302819 w 822962"/>
              <a:gd name="connsiteY698" fmla="*/ 220936 h 822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Lst>
            <a:rect l="l" t="t" r="r" b="b"/>
            <a:pathLst>
              <a:path w="822962" h="822973">
                <a:moveTo>
                  <a:pt x="296483" y="246901"/>
                </a:moveTo>
                <a:lnTo>
                  <a:pt x="289935" y="243115"/>
                </a:lnTo>
                <a:cubicBezTo>
                  <a:pt x="289634" y="242943"/>
                  <a:pt x="289340" y="242749"/>
                  <a:pt x="289057" y="242559"/>
                </a:cubicBezTo>
                <a:cubicBezTo>
                  <a:pt x="282071" y="238198"/>
                  <a:pt x="277371" y="231522"/>
                  <a:pt x="275394" y="224143"/>
                </a:cubicBezTo>
                <a:cubicBezTo>
                  <a:pt x="273328" y="216451"/>
                  <a:pt x="274215" y="207947"/>
                  <a:pt x="278522" y="200470"/>
                </a:cubicBezTo>
                <a:lnTo>
                  <a:pt x="302653" y="158673"/>
                </a:lnTo>
                <a:cubicBezTo>
                  <a:pt x="306997" y="151303"/>
                  <a:pt x="313872" y="146365"/>
                  <a:pt x="321480" y="144326"/>
                </a:cubicBezTo>
                <a:cubicBezTo>
                  <a:pt x="329115" y="142278"/>
                  <a:pt x="337565" y="143138"/>
                  <a:pt x="345016" y="147380"/>
                </a:cubicBezTo>
                <a:lnTo>
                  <a:pt x="345189" y="147473"/>
                </a:lnTo>
                <a:lnTo>
                  <a:pt x="345189" y="147454"/>
                </a:lnTo>
                <a:lnTo>
                  <a:pt x="351716" y="151222"/>
                </a:lnTo>
                <a:cubicBezTo>
                  <a:pt x="352467" y="150774"/>
                  <a:pt x="353217" y="150327"/>
                  <a:pt x="353985" y="149887"/>
                </a:cubicBezTo>
                <a:cubicBezTo>
                  <a:pt x="354744" y="149448"/>
                  <a:pt x="355493" y="149017"/>
                  <a:pt x="356226" y="148616"/>
                </a:cubicBezTo>
                <a:lnTo>
                  <a:pt x="356226" y="141043"/>
                </a:lnTo>
                <a:cubicBezTo>
                  <a:pt x="356226" y="132420"/>
                  <a:pt x="359747" y="124613"/>
                  <a:pt x="365396" y="118942"/>
                </a:cubicBezTo>
                <a:cubicBezTo>
                  <a:pt x="371058" y="113280"/>
                  <a:pt x="378875" y="109771"/>
                  <a:pt x="387497" y="109771"/>
                </a:cubicBezTo>
                <a:lnTo>
                  <a:pt x="435468" y="109771"/>
                </a:lnTo>
                <a:cubicBezTo>
                  <a:pt x="444099" y="109771"/>
                  <a:pt x="451907" y="113292"/>
                  <a:pt x="457578" y="118942"/>
                </a:cubicBezTo>
                <a:cubicBezTo>
                  <a:pt x="463239" y="124612"/>
                  <a:pt x="466748" y="132420"/>
                  <a:pt x="466748" y="141043"/>
                </a:cubicBezTo>
                <a:lnTo>
                  <a:pt x="466748" y="148642"/>
                </a:lnTo>
                <a:cubicBezTo>
                  <a:pt x="467499" y="149044"/>
                  <a:pt x="468240" y="149464"/>
                  <a:pt x="468969" y="149895"/>
                </a:cubicBezTo>
                <a:lnTo>
                  <a:pt x="469005" y="149913"/>
                </a:lnTo>
                <a:lnTo>
                  <a:pt x="469023" y="149895"/>
                </a:lnTo>
                <a:cubicBezTo>
                  <a:pt x="469773" y="150333"/>
                  <a:pt x="470523" y="150774"/>
                  <a:pt x="471264" y="151220"/>
                </a:cubicBezTo>
                <a:lnTo>
                  <a:pt x="477800" y="147443"/>
                </a:lnTo>
                <a:cubicBezTo>
                  <a:pt x="485281" y="143126"/>
                  <a:pt x="493793" y="142257"/>
                  <a:pt x="501502" y="144323"/>
                </a:cubicBezTo>
                <a:cubicBezTo>
                  <a:pt x="509221" y="146389"/>
                  <a:pt x="516168" y="151411"/>
                  <a:pt x="520475" y="158861"/>
                </a:cubicBezTo>
                <a:cubicBezTo>
                  <a:pt x="520603" y="159098"/>
                  <a:pt x="520740" y="159337"/>
                  <a:pt x="520859" y="159584"/>
                </a:cubicBezTo>
                <a:lnTo>
                  <a:pt x="544460" y="200467"/>
                </a:lnTo>
                <a:cubicBezTo>
                  <a:pt x="548776" y="207938"/>
                  <a:pt x="549655" y="216442"/>
                  <a:pt x="547589" y="224131"/>
                </a:cubicBezTo>
                <a:cubicBezTo>
                  <a:pt x="545523" y="231849"/>
                  <a:pt x="540511" y="238796"/>
                  <a:pt x="533039" y="243103"/>
                </a:cubicBezTo>
                <a:lnTo>
                  <a:pt x="526482" y="246898"/>
                </a:lnTo>
                <a:cubicBezTo>
                  <a:pt x="526508" y="247767"/>
                  <a:pt x="526508" y="248645"/>
                  <a:pt x="526508" y="249523"/>
                </a:cubicBezTo>
                <a:cubicBezTo>
                  <a:pt x="526508" y="250392"/>
                  <a:pt x="526508" y="251271"/>
                  <a:pt x="526482" y="252139"/>
                </a:cubicBezTo>
                <a:lnTo>
                  <a:pt x="533039" y="255917"/>
                </a:lnTo>
                <a:cubicBezTo>
                  <a:pt x="540510" y="260224"/>
                  <a:pt x="545520" y="267165"/>
                  <a:pt x="547589" y="274889"/>
                </a:cubicBezTo>
                <a:cubicBezTo>
                  <a:pt x="549646" y="282581"/>
                  <a:pt x="548768" y="291084"/>
                  <a:pt x="544460" y="298553"/>
                </a:cubicBezTo>
                <a:lnTo>
                  <a:pt x="520457" y="340138"/>
                </a:lnTo>
                <a:lnTo>
                  <a:pt x="520484" y="340138"/>
                </a:lnTo>
                <a:cubicBezTo>
                  <a:pt x="516177" y="347600"/>
                  <a:pt x="509227" y="352619"/>
                  <a:pt x="501512" y="354688"/>
                </a:cubicBezTo>
                <a:cubicBezTo>
                  <a:pt x="493868" y="356745"/>
                  <a:pt x="485427" y="355885"/>
                  <a:pt x="477985" y="351643"/>
                </a:cubicBezTo>
                <a:lnTo>
                  <a:pt x="477804" y="351551"/>
                </a:lnTo>
                <a:lnTo>
                  <a:pt x="477804" y="351569"/>
                </a:lnTo>
                <a:lnTo>
                  <a:pt x="471267" y="347800"/>
                </a:lnTo>
                <a:cubicBezTo>
                  <a:pt x="470517" y="348259"/>
                  <a:pt x="469767" y="348696"/>
                  <a:pt x="468999" y="349146"/>
                </a:cubicBezTo>
                <a:cubicBezTo>
                  <a:pt x="468240" y="349583"/>
                  <a:pt x="467499" y="350006"/>
                  <a:pt x="466758" y="350408"/>
                </a:cubicBezTo>
                <a:lnTo>
                  <a:pt x="466758" y="357980"/>
                </a:lnTo>
                <a:cubicBezTo>
                  <a:pt x="466758" y="366603"/>
                  <a:pt x="463245" y="374432"/>
                  <a:pt x="457587" y="380091"/>
                </a:cubicBezTo>
                <a:cubicBezTo>
                  <a:pt x="451917" y="385752"/>
                  <a:pt x="444100" y="389261"/>
                  <a:pt x="435477" y="389261"/>
                </a:cubicBezTo>
                <a:lnTo>
                  <a:pt x="387507" y="389261"/>
                </a:lnTo>
                <a:cubicBezTo>
                  <a:pt x="378884" y="389261"/>
                  <a:pt x="371055" y="385740"/>
                  <a:pt x="365405" y="380091"/>
                </a:cubicBezTo>
                <a:cubicBezTo>
                  <a:pt x="359744" y="374420"/>
                  <a:pt x="356235" y="366604"/>
                  <a:pt x="356235" y="357980"/>
                </a:cubicBezTo>
                <a:lnTo>
                  <a:pt x="356235" y="350390"/>
                </a:lnTo>
                <a:cubicBezTo>
                  <a:pt x="355493" y="349988"/>
                  <a:pt x="354753" y="349569"/>
                  <a:pt x="354023" y="349137"/>
                </a:cubicBezTo>
                <a:lnTo>
                  <a:pt x="353988" y="349119"/>
                </a:lnTo>
                <a:lnTo>
                  <a:pt x="353969" y="349137"/>
                </a:lnTo>
                <a:cubicBezTo>
                  <a:pt x="353210" y="348699"/>
                  <a:pt x="352470" y="348259"/>
                  <a:pt x="351728" y="347812"/>
                </a:cubicBezTo>
                <a:lnTo>
                  <a:pt x="345201" y="351572"/>
                </a:lnTo>
                <a:cubicBezTo>
                  <a:pt x="344900" y="351753"/>
                  <a:pt x="344588" y="351911"/>
                  <a:pt x="344269" y="352066"/>
                </a:cubicBezTo>
                <a:cubicBezTo>
                  <a:pt x="337018" y="355954"/>
                  <a:pt x="328880" y="356683"/>
                  <a:pt x="321484" y="354700"/>
                </a:cubicBezTo>
                <a:cubicBezTo>
                  <a:pt x="313765" y="352634"/>
                  <a:pt x="306818" y="347613"/>
                  <a:pt x="302511" y="340163"/>
                </a:cubicBezTo>
                <a:cubicBezTo>
                  <a:pt x="302383" y="339924"/>
                  <a:pt x="302255" y="339686"/>
                  <a:pt x="302137" y="339448"/>
                </a:cubicBezTo>
                <a:lnTo>
                  <a:pt x="278527" y="298565"/>
                </a:lnTo>
                <a:cubicBezTo>
                  <a:pt x="274211" y="291094"/>
                  <a:pt x="273332" y="282590"/>
                  <a:pt x="275398" y="274901"/>
                </a:cubicBezTo>
                <a:cubicBezTo>
                  <a:pt x="277464" y="267174"/>
                  <a:pt x="282485" y="260236"/>
                  <a:pt x="289935" y="255929"/>
                </a:cubicBezTo>
                <a:lnTo>
                  <a:pt x="296493" y="252143"/>
                </a:lnTo>
                <a:cubicBezTo>
                  <a:pt x="296475" y="251274"/>
                  <a:pt x="296467" y="250387"/>
                  <a:pt x="296467" y="249517"/>
                </a:cubicBezTo>
                <a:cubicBezTo>
                  <a:pt x="296467" y="248649"/>
                  <a:pt x="296467" y="247770"/>
                  <a:pt x="296484" y="246901"/>
                </a:cubicBezTo>
                <a:close/>
                <a:moveTo>
                  <a:pt x="118069" y="116203"/>
                </a:moveTo>
                <a:lnTo>
                  <a:pt x="117759" y="116751"/>
                </a:lnTo>
                <a:lnTo>
                  <a:pt x="117694" y="116861"/>
                </a:lnTo>
                <a:cubicBezTo>
                  <a:pt x="115545" y="120847"/>
                  <a:pt x="115098" y="125374"/>
                  <a:pt x="116158" y="129544"/>
                </a:cubicBezTo>
                <a:cubicBezTo>
                  <a:pt x="117265" y="133896"/>
                  <a:pt x="120016" y="137828"/>
                  <a:pt x="124185" y="140317"/>
                </a:cubicBezTo>
                <a:lnTo>
                  <a:pt x="124203" y="140317"/>
                </a:lnTo>
                <a:cubicBezTo>
                  <a:pt x="128346" y="142785"/>
                  <a:pt x="133127" y="143335"/>
                  <a:pt x="137526" y="142228"/>
                </a:cubicBezTo>
                <a:cubicBezTo>
                  <a:pt x="141878" y="141121"/>
                  <a:pt x="145810" y="138361"/>
                  <a:pt x="148299" y="134200"/>
                </a:cubicBezTo>
                <a:lnTo>
                  <a:pt x="148299" y="134183"/>
                </a:lnTo>
                <a:cubicBezTo>
                  <a:pt x="150778" y="130039"/>
                  <a:pt x="151317" y="125259"/>
                  <a:pt x="150209" y="120860"/>
                </a:cubicBezTo>
                <a:cubicBezTo>
                  <a:pt x="149102" y="116499"/>
                  <a:pt x="146352" y="112567"/>
                  <a:pt x="142181" y="110079"/>
                </a:cubicBezTo>
                <a:lnTo>
                  <a:pt x="141634" y="109769"/>
                </a:lnTo>
                <a:lnTo>
                  <a:pt x="141634" y="109787"/>
                </a:lnTo>
                <a:cubicBezTo>
                  <a:pt x="141634" y="109787"/>
                  <a:pt x="141524" y="109712"/>
                  <a:pt x="141524" y="109712"/>
                </a:cubicBezTo>
                <a:cubicBezTo>
                  <a:pt x="137529" y="107564"/>
                  <a:pt x="133011" y="107126"/>
                  <a:pt x="128840" y="108177"/>
                </a:cubicBezTo>
                <a:cubicBezTo>
                  <a:pt x="124488" y="109275"/>
                  <a:pt x="120557" y="112043"/>
                  <a:pt x="118068" y="116205"/>
                </a:cubicBezTo>
                <a:close/>
                <a:moveTo>
                  <a:pt x="91241" y="135762"/>
                </a:moveTo>
                <a:cubicBezTo>
                  <a:pt x="88633" y="125449"/>
                  <a:pt x="89842" y="114137"/>
                  <a:pt x="95429" y="104124"/>
                </a:cubicBezTo>
                <a:cubicBezTo>
                  <a:pt x="95694" y="103568"/>
                  <a:pt x="96006" y="103017"/>
                  <a:pt x="96361" y="102487"/>
                </a:cubicBezTo>
                <a:lnTo>
                  <a:pt x="96387" y="102505"/>
                </a:lnTo>
                <a:cubicBezTo>
                  <a:pt x="102522" y="92548"/>
                  <a:pt x="112068" y="85916"/>
                  <a:pt x="122611" y="83255"/>
                </a:cubicBezTo>
                <a:cubicBezTo>
                  <a:pt x="132925" y="80647"/>
                  <a:pt x="144236" y="81856"/>
                  <a:pt x="154240" y="87452"/>
                </a:cubicBezTo>
                <a:cubicBezTo>
                  <a:pt x="154796" y="87708"/>
                  <a:pt x="155347" y="88030"/>
                  <a:pt x="155886" y="88375"/>
                </a:cubicBezTo>
                <a:lnTo>
                  <a:pt x="155868" y="88402"/>
                </a:lnTo>
                <a:cubicBezTo>
                  <a:pt x="165825" y="94536"/>
                  <a:pt x="172448" y="104082"/>
                  <a:pt x="175106" y="114616"/>
                </a:cubicBezTo>
                <a:cubicBezTo>
                  <a:pt x="177812" y="125305"/>
                  <a:pt x="176421" y="137056"/>
                  <a:pt x="170287" y="147343"/>
                </a:cubicBezTo>
                <a:cubicBezTo>
                  <a:pt x="164160" y="157603"/>
                  <a:pt x="154466" y="164413"/>
                  <a:pt x="143733" y="167122"/>
                </a:cubicBezTo>
                <a:cubicBezTo>
                  <a:pt x="133053" y="169819"/>
                  <a:pt x="121293" y="168438"/>
                  <a:pt x="111014" y="162294"/>
                </a:cubicBezTo>
                <a:cubicBezTo>
                  <a:pt x="100745" y="156178"/>
                  <a:pt x="93935" y="146486"/>
                  <a:pt x="91226" y="135749"/>
                </a:cubicBezTo>
                <a:close/>
                <a:moveTo>
                  <a:pt x="110068" y="679785"/>
                </a:moveTo>
                <a:lnTo>
                  <a:pt x="109758" y="680332"/>
                </a:lnTo>
                <a:lnTo>
                  <a:pt x="109776" y="680332"/>
                </a:lnTo>
                <a:lnTo>
                  <a:pt x="109702" y="680442"/>
                </a:lnTo>
                <a:cubicBezTo>
                  <a:pt x="107552" y="684428"/>
                  <a:pt x="107115" y="688955"/>
                  <a:pt x="108166" y="693126"/>
                </a:cubicBezTo>
                <a:cubicBezTo>
                  <a:pt x="109273" y="697477"/>
                  <a:pt x="112032" y="701409"/>
                  <a:pt x="116202" y="703898"/>
                </a:cubicBezTo>
                <a:cubicBezTo>
                  <a:pt x="120345" y="706366"/>
                  <a:pt x="125126" y="706916"/>
                  <a:pt x="129525" y="705809"/>
                </a:cubicBezTo>
                <a:cubicBezTo>
                  <a:pt x="133886" y="704702"/>
                  <a:pt x="137818" y="701952"/>
                  <a:pt x="140298" y="697781"/>
                </a:cubicBezTo>
                <a:lnTo>
                  <a:pt x="140298" y="697764"/>
                </a:lnTo>
                <a:cubicBezTo>
                  <a:pt x="142777" y="693620"/>
                  <a:pt x="143325" y="688840"/>
                  <a:pt x="142209" y="684441"/>
                </a:cubicBezTo>
                <a:cubicBezTo>
                  <a:pt x="141110" y="680080"/>
                  <a:pt x="138351" y="676148"/>
                  <a:pt x="134181" y="673660"/>
                </a:cubicBezTo>
                <a:lnTo>
                  <a:pt x="133633" y="673350"/>
                </a:lnTo>
                <a:lnTo>
                  <a:pt x="133633" y="673368"/>
                </a:lnTo>
                <a:lnTo>
                  <a:pt x="133523" y="673294"/>
                </a:lnTo>
                <a:cubicBezTo>
                  <a:pt x="129537" y="671145"/>
                  <a:pt x="125010" y="670708"/>
                  <a:pt x="120848" y="671758"/>
                </a:cubicBezTo>
                <a:cubicBezTo>
                  <a:pt x="116488" y="672866"/>
                  <a:pt x="112556" y="675625"/>
                  <a:pt x="110068" y="679786"/>
                </a:cubicBezTo>
                <a:close/>
                <a:moveTo>
                  <a:pt x="83249" y="699344"/>
                </a:moveTo>
                <a:cubicBezTo>
                  <a:pt x="80641" y="689030"/>
                  <a:pt x="81850" y="677719"/>
                  <a:pt x="87437" y="667705"/>
                </a:cubicBezTo>
                <a:cubicBezTo>
                  <a:pt x="87702" y="667157"/>
                  <a:pt x="88024" y="666598"/>
                  <a:pt x="88369" y="666077"/>
                </a:cubicBezTo>
                <a:lnTo>
                  <a:pt x="88396" y="666077"/>
                </a:lnTo>
                <a:cubicBezTo>
                  <a:pt x="94530" y="656129"/>
                  <a:pt x="104076" y="649509"/>
                  <a:pt x="114619" y="646839"/>
                </a:cubicBezTo>
                <a:cubicBezTo>
                  <a:pt x="124933" y="644232"/>
                  <a:pt x="136244" y="645440"/>
                  <a:pt x="146257" y="651036"/>
                </a:cubicBezTo>
                <a:cubicBezTo>
                  <a:pt x="146814" y="651302"/>
                  <a:pt x="147364" y="651614"/>
                  <a:pt x="147894" y="651959"/>
                </a:cubicBezTo>
                <a:lnTo>
                  <a:pt x="147877" y="651986"/>
                </a:lnTo>
                <a:cubicBezTo>
                  <a:pt x="157842" y="658121"/>
                  <a:pt x="164456" y="667666"/>
                  <a:pt x="167126" y="678209"/>
                </a:cubicBezTo>
                <a:cubicBezTo>
                  <a:pt x="169823" y="688890"/>
                  <a:pt x="168433" y="700650"/>
                  <a:pt x="162307" y="710928"/>
                </a:cubicBezTo>
                <a:cubicBezTo>
                  <a:pt x="156182" y="721185"/>
                  <a:pt x="146487" y="727998"/>
                  <a:pt x="135762" y="730710"/>
                </a:cubicBezTo>
                <a:cubicBezTo>
                  <a:pt x="125074" y="733416"/>
                  <a:pt x="113313" y="732021"/>
                  <a:pt x="103035" y="725887"/>
                </a:cubicBezTo>
                <a:cubicBezTo>
                  <a:pt x="92775" y="719768"/>
                  <a:pt x="85956" y="710080"/>
                  <a:pt x="83247" y="699344"/>
                </a:cubicBezTo>
                <a:close/>
                <a:moveTo>
                  <a:pt x="673883" y="687997"/>
                </a:moveTo>
                <a:lnTo>
                  <a:pt x="673517" y="688544"/>
                </a:lnTo>
                <a:lnTo>
                  <a:pt x="673591" y="688544"/>
                </a:lnTo>
                <a:lnTo>
                  <a:pt x="673517" y="688654"/>
                </a:lnTo>
                <a:cubicBezTo>
                  <a:pt x="671341" y="692640"/>
                  <a:pt x="670900" y="697167"/>
                  <a:pt x="671915" y="701338"/>
                </a:cubicBezTo>
                <a:cubicBezTo>
                  <a:pt x="673076" y="705699"/>
                  <a:pt x="675838" y="709621"/>
                  <a:pt x="679982" y="712110"/>
                </a:cubicBezTo>
                <a:cubicBezTo>
                  <a:pt x="684125" y="714578"/>
                  <a:pt x="688915" y="715128"/>
                  <a:pt x="693278" y="714021"/>
                </a:cubicBezTo>
                <a:cubicBezTo>
                  <a:pt x="697639" y="712923"/>
                  <a:pt x="701636" y="710155"/>
                  <a:pt x="704104" y="705993"/>
                </a:cubicBezTo>
                <a:cubicBezTo>
                  <a:pt x="706571" y="701841"/>
                  <a:pt x="707083" y="697061"/>
                  <a:pt x="705997" y="692662"/>
                </a:cubicBezTo>
                <a:cubicBezTo>
                  <a:pt x="704908" y="688301"/>
                  <a:pt x="702148" y="684369"/>
                  <a:pt x="698005" y="681881"/>
                </a:cubicBezTo>
                <a:lnTo>
                  <a:pt x="697428" y="681571"/>
                </a:lnTo>
                <a:lnTo>
                  <a:pt x="697428" y="681589"/>
                </a:lnTo>
                <a:lnTo>
                  <a:pt x="697353" y="681515"/>
                </a:lnTo>
                <a:cubicBezTo>
                  <a:pt x="693359" y="679365"/>
                  <a:pt x="688787" y="678928"/>
                  <a:pt x="684643" y="679988"/>
                </a:cubicBezTo>
                <a:cubicBezTo>
                  <a:pt x="680282" y="681095"/>
                  <a:pt x="676369" y="683845"/>
                  <a:pt x="673889" y="688016"/>
                </a:cubicBezTo>
                <a:close/>
                <a:moveTo>
                  <a:pt x="647007" y="707556"/>
                </a:moveTo>
                <a:cubicBezTo>
                  <a:pt x="644390" y="697242"/>
                  <a:pt x="645626" y="685931"/>
                  <a:pt x="651222" y="675926"/>
                </a:cubicBezTo>
                <a:cubicBezTo>
                  <a:pt x="651514" y="675370"/>
                  <a:pt x="651799" y="674819"/>
                  <a:pt x="652163" y="674290"/>
                </a:cubicBezTo>
                <a:cubicBezTo>
                  <a:pt x="658336" y="664351"/>
                  <a:pt x="667855" y="657722"/>
                  <a:pt x="678377" y="655061"/>
                </a:cubicBezTo>
                <a:cubicBezTo>
                  <a:pt x="688691" y="652465"/>
                  <a:pt x="700019" y="653671"/>
                  <a:pt x="710042" y="659258"/>
                </a:cubicBezTo>
                <a:cubicBezTo>
                  <a:pt x="710554" y="659523"/>
                  <a:pt x="711131" y="659835"/>
                  <a:pt x="711643" y="660190"/>
                </a:cubicBezTo>
                <a:lnTo>
                  <a:pt x="711643" y="660208"/>
                </a:lnTo>
                <a:cubicBezTo>
                  <a:pt x="721588" y="666342"/>
                  <a:pt x="728202" y="675888"/>
                  <a:pt x="730892" y="686431"/>
                </a:cubicBezTo>
                <a:cubicBezTo>
                  <a:pt x="733582" y="697112"/>
                  <a:pt x="732203" y="708872"/>
                  <a:pt x="726099" y="719151"/>
                </a:cubicBezTo>
                <a:cubicBezTo>
                  <a:pt x="719927" y="729423"/>
                  <a:pt x="710262" y="736227"/>
                  <a:pt x="699520" y="738940"/>
                </a:cubicBezTo>
                <a:cubicBezTo>
                  <a:pt x="688839" y="741645"/>
                  <a:pt x="677079" y="740251"/>
                  <a:pt x="666840" y="734132"/>
                </a:cubicBezTo>
                <a:lnTo>
                  <a:pt x="666840" y="734109"/>
                </a:lnTo>
                <a:cubicBezTo>
                  <a:pt x="656526" y="727990"/>
                  <a:pt x="649769" y="718305"/>
                  <a:pt x="647007" y="707566"/>
                </a:cubicBezTo>
                <a:close/>
                <a:moveTo>
                  <a:pt x="681875" y="123993"/>
                </a:moveTo>
                <a:lnTo>
                  <a:pt x="681509" y="124532"/>
                </a:lnTo>
                <a:lnTo>
                  <a:pt x="681583" y="124532"/>
                </a:lnTo>
                <a:lnTo>
                  <a:pt x="681509" y="124651"/>
                </a:lnTo>
                <a:cubicBezTo>
                  <a:pt x="679333" y="128637"/>
                  <a:pt x="678892" y="133164"/>
                  <a:pt x="679982" y="137325"/>
                </a:cubicBezTo>
                <a:cubicBezTo>
                  <a:pt x="681071" y="141677"/>
                  <a:pt x="683830" y="145618"/>
                  <a:pt x="687974" y="148106"/>
                </a:cubicBezTo>
                <a:cubicBezTo>
                  <a:pt x="692117" y="150574"/>
                  <a:pt x="696907" y="151124"/>
                  <a:pt x="701342" y="150017"/>
                </a:cubicBezTo>
                <a:cubicBezTo>
                  <a:pt x="705702" y="148910"/>
                  <a:pt x="709616" y="146138"/>
                  <a:pt x="712096" y="141989"/>
                </a:cubicBezTo>
                <a:cubicBezTo>
                  <a:pt x="714563" y="137846"/>
                  <a:pt x="715141" y="133056"/>
                  <a:pt x="713988" y="128657"/>
                </a:cubicBezTo>
                <a:cubicBezTo>
                  <a:pt x="712899" y="124306"/>
                  <a:pt x="710140" y="120364"/>
                  <a:pt x="705997" y="117877"/>
                </a:cubicBezTo>
                <a:lnTo>
                  <a:pt x="705411" y="117567"/>
                </a:lnTo>
                <a:lnTo>
                  <a:pt x="705336" y="117514"/>
                </a:lnTo>
                <a:cubicBezTo>
                  <a:pt x="701342" y="115364"/>
                  <a:pt x="696770" y="114918"/>
                  <a:pt x="692626" y="115968"/>
                </a:cubicBezTo>
                <a:cubicBezTo>
                  <a:pt x="688265" y="117076"/>
                  <a:pt x="684351" y="119835"/>
                  <a:pt x="681872" y="124005"/>
                </a:cubicBezTo>
                <a:close/>
                <a:moveTo>
                  <a:pt x="654999" y="143552"/>
                </a:moveTo>
                <a:cubicBezTo>
                  <a:pt x="652457" y="133238"/>
                  <a:pt x="653618" y="121927"/>
                  <a:pt x="659214" y="111914"/>
                </a:cubicBezTo>
                <a:cubicBezTo>
                  <a:pt x="659505" y="111358"/>
                  <a:pt x="659791" y="110807"/>
                  <a:pt x="660155" y="110285"/>
                </a:cubicBezTo>
                <a:cubicBezTo>
                  <a:pt x="666328" y="100338"/>
                  <a:pt x="675847" y="93718"/>
                  <a:pt x="686369" y="91048"/>
                </a:cubicBezTo>
                <a:cubicBezTo>
                  <a:pt x="696683" y="88440"/>
                  <a:pt x="708011" y="89649"/>
                  <a:pt x="718037" y="95236"/>
                </a:cubicBezTo>
                <a:cubicBezTo>
                  <a:pt x="718624" y="95501"/>
                  <a:pt x="719127" y="95823"/>
                  <a:pt x="719637" y="96168"/>
                </a:cubicBezTo>
                <a:lnTo>
                  <a:pt x="719637" y="96195"/>
                </a:lnTo>
                <a:cubicBezTo>
                  <a:pt x="729581" y="102320"/>
                  <a:pt x="736272" y="111875"/>
                  <a:pt x="738885" y="122409"/>
                </a:cubicBezTo>
                <a:cubicBezTo>
                  <a:pt x="741575" y="133097"/>
                  <a:pt x="740188" y="144849"/>
                  <a:pt x="734092" y="155128"/>
                </a:cubicBezTo>
                <a:lnTo>
                  <a:pt x="734092" y="155146"/>
                </a:lnTo>
                <a:cubicBezTo>
                  <a:pt x="727996" y="165406"/>
                  <a:pt x="718258" y="172208"/>
                  <a:pt x="707511" y="174925"/>
                </a:cubicBezTo>
                <a:cubicBezTo>
                  <a:pt x="696831" y="177630"/>
                  <a:pt x="685062" y="176231"/>
                  <a:pt x="674823" y="170106"/>
                </a:cubicBezTo>
                <a:cubicBezTo>
                  <a:pt x="664581" y="163989"/>
                  <a:pt x="657753" y="154285"/>
                  <a:pt x="654991" y="143551"/>
                </a:cubicBezTo>
                <a:close/>
                <a:moveTo>
                  <a:pt x="248594" y="719014"/>
                </a:moveTo>
                <a:lnTo>
                  <a:pt x="180442" y="725361"/>
                </a:lnTo>
                <a:cubicBezTo>
                  <a:pt x="173391" y="726001"/>
                  <a:pt x="168208" y="732234"/>
                  <a:pt x="168839" y="739283"/>
                </a:cubicBezTo>
                <a:cubicBezTo>
                  <a:pt x="168967" y="740723"/>
                  <a:pt x="169333" y="742095"/>
                  <a:pt x="169890" y="743344"/>
                </a:cubicBezTo>
                <a:lnTo>
                  <a:pt x="197375" y="804960"/>
                </a:lnTo>
                <a:cubicBezTo>
                  <a:pt x="200266" y="811421"/>
                  <a:pt x="207844" y="814325"/>
                  <a:pt x="214309" y="811444"/>
                </a:cubicBezTo>
                <a:cubicBezTo>
                  <a:pt x="220774" y="808564"/>
                  <a:pt x="223673" y="800975"/>
                  <a:pt x="220783" y="794505"/>
                </a:cubicBezTo>
                <a:lnTo>
                  <a:pt x="210195" y="770769"/>
                </a:lnTo>
                <a:cubicBezTo>
                  <a:pt x="275912" y="807482"/>
                  <a:pt x="347637" y="824254"/>
                  <a:pt x="418175" y="822897"/>
                </a:cubicBezTo>
                <a:cubicBezTo>
                  <a:pt x="494939" y="821419"/>
                  <a:pt x="570316" y="798483"/>
                  <a:pt x="635048" y="756451"/>
                </a:cubicBezTo>
                <a:cubicBezTo>
                  <a:pt x="640974" y="752603"/>
                  <a:pt x="642639" y="744655"/>
                  <a:pt x="638826" y="738719"/>
                </a:cubicBezTo>
                <a:cubicBezTo>
                  <a:pt x="634968" y="732776"/>
                  <a:pt x="627030" y="731091"/>
                  <a:pt x="621085" y="734947"/>
                </a:cubicBezTo>
                <a:cubicBezTo>
                  <a:pt x="560369" y="774381"/>
                  <a:pt x="489717" y="795892"/>
                  <a:pt x="417784" y="797286"/>
                </a:cubicBezTo>
                <a:cubicBezTo>
                  <a:pt x="350934" y="798574"/>
                  <a:pt x="282978" y="782504"/>
                  <a:pt x="220830" y="747345"/>
                </a:cubicBezTo>
                <a:lnTo>
                  <a:pt x="250896" y="744541"/>
                </a:lnTo>
                <a:cubicBezTo>
                  <a:pt x="257947" y="743901"/>
                  <a:pt x="263138" y="737675"/>
                  <a:pt x="262499" y="730627"/>
                </a:cubicBezTo>
                <a:cubicBezTo>
                  <a:pt x="261859" y="723586"/>
                  <a:pt x="255623" y="718381"/>
                  <a:pt x="248580" y="719021"/>
                </a:cubicBezTo>
                <a:close/>
                <a:moveTo>
                  <a:pt x="602650" y="28223"/>
                </a:moveTo>
                <a:lnTo>
                  <a:pt x="613404" y="53471"/>
                </a:lnTo>
                <a:cubicBezTo>
                  <a:pt x="547155" y="15925"/>
                  <a:pt x="474720" y="-1256"/>
                  <a:pt x="403457" y="71"/>
                </a:cubicBezTo>
                <a:cubicBezTo>
                  <a:pt x="326793" y="1497"/>
                  <a:pt x="251507" y="24321"/>
                  <a:pt x="186790" y="66201"/>
                </a:cubicBezTo>
                <a:cubicBezTo>
                  <a:pt x="180855" y="70060"/>
                  <a:pt x="179164" y="77997"/>
                  <a:pt x="183022" y="83942"/>
                </a:cubicBezTo>
                <a:cubicBezTo>
                  <a:pt x="186889" y="89877"/>
                  <a:pt x="194827" y="91559"/>
                  <a:pt x="200762" y="87710"/>
                </a:cubicBezTo>
                <a:cubicBezTo>
                  <a:pt x="261443" y="48428"/>
                  <a:pt x="332017" y="27030"/>
                  <a:pt x="403858" y="25696"/>
                </a:cubicBezTo>
                <a:cubicBezTo>
                  <a:pt x="471022" y="24452"/>
                  <a:pt x="539296" y="40728"/>
                  <a:pt x="601666" y="76289"/>
                </a:cubicBezTo>
                <a:lnTo>
                  <a:pt x="573037" y="78465"/>
                </a:lnTo>
                <a:cubicBezTo>
                  <a:pt x="565959" y="78986"/>
                  <a:pt x="560667" y="85159"/>
                  <a:pt x="561188" y="92226"/>
                </a:cubicBezTo>
                <a:cubicBezTo>
                  <a:pt x="561717" y="99304"/>
                  <a:pt x="567882" y="104606"/>
                  <a:pt x="574949" y="104076"/>
                </a:cubicBezTo>
                <a:lnTo>
                  <a:pt x="642213" y="98983"/>
                </a:lnTo>
                <a:lnTo>
                  <a:pt x="642213" y="98965"/>
                </a:lnTo>
                <a:lnTo>
                  <a:pt x="642358" y="98947"/>
                </a:lnTo>
                <a:cubicBezTo>
                  <a:pt x="643665" y="98828"/>
                  <a:pt x="645046" y="98510"/>
                  <a:pt x="646282" y="97968"/>
                </a:cubicBezTo>
                <a:cubicBezTo>
                  <a:pt x="652818" y="95196"/>
                  <a:pt x="655862" y="87663"/>
                  <a:pt x="653038" y="81144"/>
                </a:cubicBezTo>
                <a:lnTo>
                  <a:pt x="626264" y="18169"/>
                </a:lnTo>
                <a:cubicBezTo>
                  <a:pt x="623483" y="11650"/>
                  <a:pt x="615959" y="8614"/>
                  <a:pt x="609428" y="11394"/>
                </a:cubicBezTo>
                <a:cubicBezTo>
                  <a:pt x="602919" y="14174"/>
                  <a:pt x="599874" y="21699"/>
                  <a:pt x="602644" y="28218"/>
                </a:cubicBezTo>
                <a:close/>
                <a:moveTo>
                  <a:pt x="28223" y="219295"/>
                </a:moveTo>
                <a:lnTo>
                  <a:pt x="53471" y="208541"/>
                </a:lnTo>
                <a:cubicBezTo>
                  <a:pt x="16044" y="274597"/>
                  <a:pt x="-1146" y="346813"/>
                  <a:pt x="59" y="417893"/>
                </a:cubicBezTo>
                <a:cubicBezTo>
                  <a:pt x="1366" y="494367"/>
                  <a:pt x="23943" y="569485"/>
                  <a:pt x="65493" y="634103"/>
                </a:cubicBezTo>
                <a:cubicBezTo>
                  <a:pt x="69323" y="640064"/>
                  <a:pt x="77271" y="641803"/>
                  <a:pt x="83233" y="637969"/>
                </a:cubicBezTo>
                <a:cubicBezTo>
                  <a:pt x="89195" y="634138"/>
                  <a:pt x="90933" y="626191"/>
                  <a:pt x="87099" y="620229"/>
                </a:cubicBezTo>
                <a:cubicBezTo>
                  <a:pt x="48092" y="559575"/>
                  <a:pt x="26905" y="489142"/>
                  <a:pt x="25687" y="417491"/>
                </a:cubicBezTo>
                <a:cubicBezTo>
                  <a:pt x="24544" y="350521"/>
                  <a:pt x="40828" y="282465"/>
                  <a:pt x="76288" y="220286"/>
                </a:cubicBezTo>
                <a:lnTo>
                  <a:pt x="78464" y="248905"/>
                </a:lnTo>
                <a:cubicBezTo>
                  <a:pt x="78994" y="255984"/>
                  <a:pt x="85159" y="261285"/>
                  <a:pt x="92225" y="260755"/>
                </a:cubicBezTo>
                <a:cubicBezTo>
                  <a:pt x="99304" y="260226"/>
                  <a:pt x="104605" y="254070"/>
                  <a:pt x="104075" y="246994"/>
                </a:cubicBezTo>
                <a:lnTo>
                  <a:pt x="98982" y="179721"/>
                </a:lnTo>
                <a:lnTo>
                  <a:pt x="98964" y="179721"/>
                </a:lnTo>
                <a:lnTo>
                  <a:pt x="98964" y="179593"/>
                </a:lnTo>
                <a:lnTo>
                  <a:pt x="98964" y="179585"/>
                </a:lnTo>
                <a:cubicBezTo>
                  <a:pt x="98845" y="178260"/>
                  <a:pt x="98515" y="176941"/>
                  <a:pt x="97976" y="175661"/>
                </a:cubicBezTo>
                <a:cubicBezTo>
                  <a:pt x="95205" y="169142"/>
                  <a:pt x="87672" y="166107"/>
                  <a:pt x="81153" y="168878"/>
                </a:cubicBezTo>
                <a:lnTo>
                  <a:pt x="18177" y="195688"/>
                </a:lnTo>
                <a:cubicBezTo>
                  <a:pt x="11658" y="198460"/>
                  <a:pt x="8622" y="205993"/>
                  <a:pt x="11394" y="212524"/>
                </a:cubicBezTo>
                <a:cubicBezTo>
                  <a:pt x="14174" y="219034"/>
                  <a:pt x="21707" y="222078"/>
                  <a:pt x="28217" y="219298"/>
                </a:cubicBezTo>
                <a:close/>
                <a:moveTo>
                  <a:pt x="718989" y="573366"/>
                </a:moveTo>
                <a:lnTo>
                  <a:pt x="725314" y="641508"/>
                </a:lnTo>
                <a:cubicBezTo>
                  <a:pt x="725962" y="648548"/>
                  <a:pt x="732203" y="653742"/>
                  <a:pt x="739259" y="653102"/>
                </a:cubicBezTo>
                <a:cubicBezTo>
                  <a:pt x="740706" y="652974"/>
                  <a:pt x="742093" y="652609"/>
                  <a:pt x="743328" y="652052"/>
                </a:cubicBezTo>
                <a:lnTo>
                  <a:pt x="804920" y="624566"/>
                </a:lnTo>
                <a:cubicBezTo>
                  <a:pt x="811382" y="621685"/>
                  <a:pt x="814293" y="614098"/>
                  <a:pt x="811382" y="607632"/>
                </a:cubicBezTo>
                <a:cubicBezTo>
                  <a:pt x="808547" y="601167"/>
                  <a:pt x="800927" y="598268"/>
                  <a:pt x="794458" y="601149"/>
                </a:cubicBezTo>
                <a:lnTo>
                  <a:pt x="771141" y="611547"/>
                </a:lnTo>
                <a:cubicBezTo>
                  <a:pt x="807816" y="545663"/>
                  <a:pt x="824458" y="473762"/>
                  <a:pt x="822858" y="403094"/>
                </a:cubicBezTo>
                <a:cubicBezTo>
                  <a:pt x="821189" y="325979"/>
                  <a:pt x="797795" y="250305"/>
                  <a:pt x="755169" y="185459"/>
                </a:cubicBezTo>
                <a:cubicBezTo>
                  <a:pt x="751313" y="179542"/>
                  <a:pt x="743396" y="177908"/>
                  <a:pt x="737445" y="181792"/>
                </a:cubicBezTo>
                <a:cubicBezTo>
                  <a:pt x="731562" y="185679"/>
                  <a:pt x="729894" y="193616"/>
                  <a:pt x="733810" y="199524"/>
                </a:cubicBezTo>
                <a:cubicBezTo>
                  <a:pt x="773762" y="260332"/>
                  <a:pt x="795700" y="331289"/>
                  <a:pt x="797300" y="403588"/>
                </a:cubicBezTo>
                <a:cubicBezTo>
                  <a:pt x="798748" y="470778"/>
                  <a:pt x="782693" y="539132"/>
                  <a:pt x="747328" y="601609"/>
                </a:cubicBezTo>
                <a:lnTo>
                  <a:pt x="744494" y="571039"/>
                </a:lnTo>
                <a:cubicBezTo>
                  <a:pt x="743907" y="563999"/>
                  <a:pt x="737666" y="558806"/>
                  <a:pt x="730625" y="559446"/>
                </a:cubicBezTo>
                <a:cubicBezTo>
                  <a:pt x="723569" y="560086"/>
                  <a:pt x="718342" y="566313"/>
                  <a:pt x="718997" y="573364"/>
                </a:cubicBezTo>
                <a:close/>
                <a:moveTo>
                  <a:pt x="579150" y="481415"/>
                </a:moveTo>
                <a:cubicBezTo>
                  <a:pt x="573333" y="475591"/>
                  <a:pt x="565699" y="472682"/>
                  <a:pt x="558073" y="472682"/>
                </a:cubicBezTo>
                <a:cubicBezTo>
                  <a:pt x="550446" y="472682"/>
                  <a:pt x="542812" y="475599"/>
                  <a:pt x="536996" y="481415"/>
                </a:cubicBezTo>
                <a:cubicBezTo>
                  <a:pt x="531179" y="487232"/>
                  <a:pt x="528262" y="494866"/>
                  <a:pt x="528262" y="502492"/>
                </a:cubicBezTo>
                <a:cubicBezTo>
                  <a:pt x="528262" y="510118"/>
                  <a:pt x="531179" y="517744"/>
                  <a:pt x="536996" y="523569"/>
                </a:cubicBezTo>
                <a:cubicBezTo>
                  <a:pt x="542812" y="529386"/>
                  <a:pt x="550446" y="532293"/>
                  <a:pt x="558073" y="532293"/>
                </a:cubicBezTo>
                <a:cubicBezTo>
                  <a:pt x="565699" y="532293"/>
                  <a:pt x="573333" y="529386"/>
                  <a:pt x="579150" y="523569"/>
                </a:cubicBezTo>
                <a:cubicBezTo>
                  <a:pt x="584966" y="517744"/>
                  <a:pt x="587883" y="510118"/>
                  <a:pt x="587883" y="502492"/>
                </a:cubicBezTo>
                <a:cubicBezTo>
                  <a:pt x="587883" y="494866"/>
                  <a:pt x="584966" y="487232"/>
                  <a:pt x="579150" y="481415"/>
                </a:cubicBezTo>
                <a:close/>
                <a:moveTo>
                  <a:pt x="558073" y="446961"/>
                </a:moveTo>
                <a:cubicBezTo>
                  <a:pt x="572292" y="446961"/>
                  <a:pt x="586493" y="452385"/>
                  <a:pt x="597336" y="463229"/>
                </a:cubicBezTo>
                <a:cubicBezTo>
                  <a:pt x="608179" y="474072"/>
                  <a:pt x="613603" y="488282"/>
                  <a:pt x="613603" y="502492"/>
                </a:cubicBezTo>
                <a:cubicBezTo>
                  <a:pt x="613603" y="516702"/>
                  <a:pt x="608171" y="530903"/>
                  <a:pt x="597336" y="541747"/>
                </a:cubicBezTo>
                <a:cubicBezTo>
                  <a:pt x="586493" y="552591"/>
                  <a:pt x="572282" y="558015"/>
                  <a:pt x="558073" y="558015"/>
                </a:cubicBezTo>
                <a:cubicBezTo>
                  <a:pt x="543863" y="558015"/>
                  <a:pt x="529652" y="552591"/>
                  <a:pt x="518809" y="541747"/>
                </a:cubicBezTo>
                <a:cubicBezTo>
                  <a:pt x="507974" y="530904"/>
                  <a:pt x="502542" y="516703"/>
                  <a:pt x="502542" y="502492"/>
                </a:cubicBezTo>
                <a:cubicBezTo>
                  <a:pt x="502542" y="488282"/>
                  <a:pt x="507965" y="474072"/>
                  <a:pt x="518809" y="463229"/>
                </a:cubicBezTo>
                <a:cubicBezTo>
                  <a:pt x="529652" y="452385"/>
                  <a:pt x="543872" y="446961"/>
                  <a:pt x="558073" y="446961"/>
                </a:cubicBezTo>
                <a:close/>
                <a:moveTo>
                  <a:pt x="286000" y="481415"/>
                </a:moveTo>
                <a:cubicBezTo>
                  <a:pt x="280176" y="475591"/>
                  <a:pt x="272550" y="472682"/>
                  <a:pt x="264924" y="472682"/>
                </a:cubicBezTo>
                <a:cubicBezTo>
                  <a:pt x="257297" y="472682"/>
                  <a:pt x="249663" y="475599"/>
                  <a:pt x="243847" y="481415"/>
                </a:cubicBezTo>
                <a:cubicBezTo>
                  <a:pt x="238021" y="487232"/>
                  <a:pt x="235113" y="494866"/>
                  <a:pt x="235113" y="502492"/>
                </a:cubicBezTo>
                <a:cubicBezTo>
                  <a:pt x="235113" y="510118"/>
                  <a:pt x="238021" y="517744"/>
                  <a:pt x="243847" y="523569"/>
                </a:cubicBezTo>
                <a:cubicBezTo>
                  <a:pt x="249663" y="529386"/>
                  <a:pt x="257289" y="532293"/>
                  <a:pt x="264924" y="532293"/>
                </a:cubicBezTo>
                <a:cubicBezTo>
                  <a:pt x="272559" y="532293"/>
                  <a:pt x="280176" y="529386"/>
                  <a:pt x="286000" y="523569"/>
                </a:cubicBezTo>
                <a:cubicBezTo>
                  <a:pt x="291817" y="517744"/>
                  <a:pt x="294725" y="510118"/>
                  <a:pt x="294725" y="502492"/>
                </a:cubicBezTo>
                <a:cubicBezTo>
                  <a:pt x="294725" y="494866"/>
                  <a:pt x="291817" y="487232"/>
                  <a:pt x="286000" y="481415"/>
                </a:cubicBezTo>
                <a:close/>
                <a:moveTo>
                  <a:pt x="264924" y="446961"/>
                </a:moveTo>
                <a:cubicBezTo>
                  <a:pt x="279133" y="446961"/>
                  <a:pt x="293344" y="452385"/>
                  <a:pt x="304187" y="463229"/>
                </a:cubicBezTo>
                <a:cubicBezTo>
                  <a:pt x="315030" y="474072"/>
                  <a:pt x="320454" y="488282"/>
                  <a:pt x="320454" y="502492"/>
                </a:cubicBezTo>
                <a:cubicBezTo>
                  <a:pt x="320454" y="516702"/>
                  <a:pt x="315031" y="530903"/>
                  <a:pt x="304187" y="541747"/>
                </a:cubicBezTo>
                <a:cubicBezTo>
                  <a:pt x="293344" y="552591"/>
                  <a:pt x="279133" y="558015"/>
                  <a:pt x="264924" y="558015"/>
                </a:cubicBezTo>
                <a:cubicBezTo>
                  <a:pt x="250714" y="558015"/>
                  <a:pt x="236503" y="552591"/>
                  <a:pt x="225660" y="541747"/>
                </a:cubicBezTo>
                <a:cubicBezTo>
                  <a:pt x="214817" y="530903"/>
                  <a:pt x="209393" y="516703"/>
                  <a:pt x="209393" y="502492"/>
                </a:cubicBezTo>
                <a:cubicBezTo>
                  <a:pt x="209393" y="488282"/>
                  <a:pt x="214808" y="474072"/>
                  <a:pt x="225660" y="463229"/>
                </a:cubicBezTo>
                <a:cubicBezTo>
                  <a:pt x="236503" y="452385"/>
                  <a:pt x="250714" y="446961"/>
                  <a:pt x="264924" y="446961"/>
                </a:cubicBezTo>
                <a:close/>
                <a:moveTo>
                  <a:pt x="432571" y="228443"/>
                </a:moveTo>
                <a:cubicBezTo>
                  <a:pt x="426755" y="222618"/>
                  <a:pt x="419129" y="219709"/>
                  <a:pt x="411494" y="219709"/>
                </a:cubicBezTo>
                <a:cubicBezTo>
                  <a:pt x="403860" y="219709"/>
                  <a:pt x="396234" y="222617"/>
                  <a:pt x="390417" y="228443"/>
                </a:cubicBezTo>
                <a:cubicBezTo>
                  <a:pt x="384601" y="234259"/>
                  <a:pt x="381693" y="241885"/>
                  <a:pt x="381693" y="249510"/>
                </a:cubicBezTo>
                <a:cubicBezTo>
                  <a:pt x="381693" y="257137"/>
                  <a:pt x="384601" y="264771"/>
                  <a:pt x="390417" y="270587"/>
                </a:cubicBezTo>
                <a:cubicBezTo>
                  <a:pt x="396234" y="276412"/>
                  <a:pt x="403868" y="279321"/>
                  <a:pt x="411494" y="279321"/>
                </a:cubicBezTo>
                <a:cubicBezTo>
                  <a:pt x="419120" y="279321"/>
                  <a:pt x="426755" y="276413"/>
                  <a:pt x="432571" y="270587"/>
                </a:cubicBezTo>
                <a:cubicBezTo>
                  <a:pt x="438387" y="264771"/>
                  <a:pt x="441304" y="257145"/>
                  <a:pt x="441304" y="249510"/>
                </a:cubicBezTo>
                <a:cubicBezTo>
                  <a:pt x="441304" y="241875"/>
                  <a:pt x="438387" y="234258"/>
                  <a:pt x="432571" y="228443"/>
                </a:cubicBezTo>
                <a:close/>
                <a:moveTo>
                  <a:pt x="450758" y="210256"/>
                </a:moveTo>
                <a:cubicBezTo>
                  <a:pt x="439915" y="199413"/>
                  <a:pt x="425704" y="193989"/>
                  <a:pt x="411494" y="193989"/>
                </a:cubicBezTo>
                <a:cubicBezTo>
                  <a:pt x="397284" y="193989"/>
                  <a:pt x="383074" y="199412"/>
                  <a:pt x="372239" y="210256"/>
                </a:cubicBezTo>
                <a:cubicBezTo>
                  <a:pt x="361396" y="221099"/>
                  <a:pt x="355972" y="235310"/>
                  <a:pt x="355972" y="249511"/>
                </a:cubicBezTo>
                <a:cubicBezTo>
                  <a:pt x="355972" y="263713"/>
                  <a:pt x="361404" y="277932"/>
                  <a:pt x="372239" y="288775"/>
                </a:cubicBezTo>
                <a:cubicBezTo>
                  <a:pt x="383074" y="299618"/>
                  <a:pt x="397293" y="305042"/>
                  <a:pt x="411494" y="305042"/>
                </a:cubicBezTo>
                <a:cubicBezTo>
                  <a:pt x="425696" y="305042"/>
                  <a:pt x="439915" y="299619"/>
                  <a:pt x="450758" y="288775"/>
                </a:cubicBezTo>
                <a:cubicBezTo>
                  <a:pt x="461601" y="277932"/>
                  <a:pt x="467025" y="263721"/>
                  <a:pt x="467025" y="249511"/>
                </a:cubicBezTo>
                <a:cubicBezTo>
                  <a:pt x="467025" y="235301"/>
                  <a:pt x="461602" y="221100"/>
                  <a:pt x="450758" y="210256"/>
                </a:cubicBezTo>
                <a:close/>
                <a:moveTo>
                  <a:pt x="443066" y="499862"/>
                </a:moveTo>
                <a:cubicBezTo>
                  <a:pt x="443040" y="500722"/>
                  <a:pt x="443040" y="501600"/>
                  <a:pt x="443040" y="502469"/>
                </a:cubicBezTo>
                <a:cubicBezTo>
                  <a:pt x="443040" y="503356"/>
                  <a:pt x="443057" y="504226"/>
                  <a:pt x="443075" y="505104"/>
                </a:cubicBezTo>
                <a:lnTo>
                  <a:pt x="436518" y="508890"/>
                </a:lnTo>
                <a:lnTo>
                  <a:pt x="436536" y="508907"/>
                </a:lnTo>
                <a:cubicBezTo>
                  <a:pt x="429055" y="513233"/>
                  <a:pt x="424038" y="520174"/>
                  <a:pt x="421969" y="527853"/>
                </a:cubicBezTo>
                <a:cubicBezTo>
                  <a:pt x="419911" y="535545"/>
                  <a:pt x="420790" y="544049"/>
                  <a:pt x="425106" y="551525"/>
                </a:cubicBezTo>
                <a:lnTo>
                  <a:pt x="448505" y="592052"/>
                </a:lnTo>
                <a:cubicBezTo>
                  <a:pt x="448778" y="592665"/>
                  <a:pt x="449109" y="593248"/>
                  <a:pt x="449493" y="593835"/>
                </a:cubicBezTo>
                <a:lnTo>
                  <a:pt x="449493" y="593816"/>
                </a:lnTo>
                <a:cubicBezTo>
                  <a:pt x="453836" y="600904"/>
                  <a:pt x="460584" y="605657"/>
                  <a:pt x="468064" y="607670"/>
                </a:cubicBezTo>
                <a:cubicBezTo>
                  <a:pt x="475296" y="609608"/>
                  <a:pt x="483253" y="608941"/>
                  <a:pt x="490394" y="605265"/>
                </a:cubicBezTo>
                <a:cubicBezTo>
                  <a:pt x="491117" y="604964"/>
                  <a:pt x="491811" y="604580"/>
                  <a:pt x="492486" y="604131"/>
                </a:cubicBezTo>
                <a:lnTo>
                  <a:pt x="498329" y="600747"/>
                </a:lnTo>
                <a:lnTo>
                  <a:pt x="499857" y="601660"/>
                </a:lnTo>
                <a:cubicBezTo>
                  <a:pt x="500086" y="601815"/>
                  <a:pt x="500306" y="601952"/>
                  <a:pt x="500541" y="602089"/>
                </a:cubicBezTo>
                <a:cubicBezTo>
                  <a:pt x="501291" y="602527"/>
                  <a:pt x="502041" y="602949"/>
                  <a:pt x="502818" y="603369"/>
                </a:cubicBezTo>
                <a:lnTo>
                  <a:pt x="502818" y="610942"/>
                </a:lnTo>
                <a:cubicBezTo>
                  <a:pt x="502818" y="619564"/>
                  <a:pt x="506330" y="627380"/>
                  <a:pt x="511989" y="633042"/>
                </a:cubicBezTo>
                <a:cubicBezTo>
                  <a:pt x="517650" y="638713"/>
                  <a:pt x="525467" y="642213"/>
                  <a:pt x="534089" y="642213"/>
                </a:cubicBezTo>
                <a:lnTo>
                  <a:pt x="582060" y="642213"/>
                </a:lnTo>
                <a:cubicBezTo>
                  <a:pt x="590682" y="642213"/>
                  <a:pt x="598512" y="638701"/>
                  <a:pt x="604161" y="633042"/>
                </a:cubicBezTo>
                <a:cubicBezTo>
                  <a:pt x="609831" y="627381"/>
                  <a:pt x="613331" y="619564"/>
                  <a:pt x="613331" y="610942"/>
                </a:cubicBezTo>
                <a:lnTo>
                  <a:pt x="613331" y="603369"/>
                </a:lnTo>
                <a:cubicBezTo>
                  <a:pt x="614064" y="602958"/>
                  <a:pt x="614814" y="602535"/>
                  <a:pt x="615564" y="602098"/>
                </a:cubicBezTo>
                <a:cubicBezTo>
                  <a:pt x="616332" y="601660"/>
                  <a:pt x="617091" y="601211"/>
                  <a:pt x="617842" y="600761"/>
                </a:cubicBezTo>
                <a:lnTo>
                  <a:pt x="624369" y="604529"/>
                </a:lnTo>
                <a:lnTo>
                  <a:pt x="624369" y="604512"/>
                </a:lnTo>
                <a:lnTo>
                  <a:pt x="624562" y="604613"/>
                </a:lnTo>
                <a:cubicBezTo>
                  <a:pt x="631998" y="608854"/>
                  <a:pt x="640446" y="609706"/>
                  <a:pt x="648098" y="607658"/>
                </a:cubicBezTo>
                <a:cubicBezTo>
                  <a:pt x="655798" y="605592"/>
                  <a:pt x="662776" y="600571"/>
                  <a:pt x="667053" y="593121"/>
                </a:cubicBezTo>
                <a:lnTo>
                  <a:pt x="667053" y="593102"/>
                </a:lnTo>
                <a:lnTo>
                  <a:pt x="691020" y="551517"/>
                </a:lnTo>
                <a:cubicBezTo>
                  <a:pt x="695381" y="544046"/>
                  <a:pt x="696250" y="535533"/>
                  <a:pt x="694148" y="527845"/>
                </a:cubicBezTo>
                <a:cubicBezTo>
                  <a:pt x="692184" y="520466"/>
                  <a:pt x="687463" y="513790"/>
                  <a:pt x="680498" y="509429"/>
                </a:cubicBezTo>
                <a:cubicBezTo>
                  <a:pt x="680207" y="509227"/>
                  <a:pt x="679921" y="509045"/>
                  <a:pt x="679629" y="508872"/>
                </a:cubicBezTo>
                <a:lnTo>
                  <a:pt x="673093" y="505086"/>
                </a:lnTo>
                <a:lnTo>
                  <a:pt x="673093" y="499838"/>
                </a:lnTo>
                <a:lnTo>
                  <a:pt x="679629" y="496053"/>
                </a:lnTo>
                <a:cubicBezTo>
                  <a:pt x="687109" y="491745"/>
                  <a:pt x="692119" y="484804"/>
                  <a:pt x="694157" y="477080"/>
                </a:cubicBezTo>
                <a:cubicBezTo>
                  <a:pt x="696261" y="469389"/>
                  <a:pt x="695393" y="460885"/>
                  <a:pt x="691029" y="453416"/>
                </a:cubicBezTo>
                <a:lnTo>
                  <a:pt x="667419" y="412542"/>
                </a:lnTo>
                <a:cubicBezTo>
                  <a:pt x="667345" y="412303"/>
                  <a:pt x="667199" y="412066"/>
                  <a:pt x="667053" y="411827"/>
                </a:cubicBezTo>
                <a:cubicBezTo>
                  <a:pt x="662764" y="404365"/>
                  <a:pt x="655796" y="399356"/>
                  <a:pt x="648098" y="397290"/>
                </a:cubicBezTo>
                <a:cubicBezTo>
                  <a:pt x="640692" y="395305"/>
                  <a:pt x="632555" y="396037"/>
                  <a:pt x="625304" y="399924"/>
                </a:cubicBezTo>
                <a:cubicBezTo>
                  <a:pt x="624982" y="400079"/>
                  <a:pt x="624673" y="400233"/>
                  <a:pt x="624372" y="400419"/>
                </a:cubicBezTo>
                <a:lnTo>
                  <a:pt x="617853" y="404177"/>
                </a:lnTo>
                <a:cubicBezTo>
                  <a:pt x="617103" y="403728"/>
                  <a:pt x="616353" y="403281"/>
                  <a:pt x="615612" y="402853"/>
                </a:cubicBezTo>
                <a:lnTo>
                  <a:pt x="615594" y="402880"/>
                </a:lnTo>
                <a:lnTo>
                  <a:pt x="615559" y="402853"/>
                </a:lnTo>
                <a:cubicBezTo>
                  <a:pt x="614817" y="402424"/>
                  <a:pt x="614076" y="402010"/>
                  <a:pt x="613338" y="401600"/>
                </a:cubicBezTo>
                <a:lnTo>
                  <a:pt x="613338" y="394009"/>
                </a:lnTo>
                <a:cubicBezTo>
                  <a:pt x="613338" y="385387"/>
                  <a:pt x="609825" y="377559"/>
                  <a:pt x="604167" y="371899"/>
                </a:cubicBezTo>
                <a:cubicBezTo>
                  <a:pt x="598506" y="366238"/>
                  <a:pt x="590689" y="362738"/>
                  <a:pt x="582066" y="362738"/>
                </a:cubicBezTo>
                <a:lnTo>
                  <a:pt x="534096" y="362738"/>
                </a:lnTo>
                <a:cubicBezTo>
                  <a:pt x="525473" y="362738"/>
                  <a:pt x="517645" y="366250"/>
                  <a:pt x="511995" y="371899"/>
                </a:cubicBezTo>
                <a:cubicBezTo>
                  <a:pt x="506324" y="377570"/>
                  <a:pt x="502825" y="385387"/>
                  <a:pt x="502825" y="394009"/>
                </a:cubicBezTo>
                <a:lnTo>
                  <a:pt x="502825" y="401573"/>
                </a:lnTo>
                <a:cubicBezTo>
                  <a:pt x="502092" y="401984"/>
                  <a:pt x="501342" y="402407"/>
                  <a:pt x="500583" y="402836"/>
                </a:cubicBezTo>
                <a:cubicBezTo>
                  <a:pt x="499815" y="403284"/>
                  <a:pt x="499056" y="403723"/>
                  <a:pt x="498315" y="404181"/>
                </a:cubicBezTo>
                <a:lnTo>
                  <a:pt x="491787" y="400412"/>
                </a:lnTo>
                <a:lnTo>
                  <a:pt x="491787" y="400439"/>
                </a:lnTo>
                <a:lnTo>
                  <a:pt x="491606" y="400338"/>
                </a:lnTo>
                <a:cubicBezTo>
                  <a:pt x="484170" y="396087"/>
                  <a:pt x="475722" y="395236"/>
                  <a:pt x="468079" y="397284"/>
                </a:cubicBezTo>
                <a:cubicBezTo>
                  <a:pt x="460361" y="399349"/>
                  <a:pt x="453413" y="404371"/>
                  <a:pt x="449107" y="411821"/>
                </a:cubicBezTo>
                <a:lnTo>
                  <a:pt x="449124" y="411821"/>
                </a:lnTo>
                <a:lnTo>
                  <a:pt x="425112" y="453419"/>
                </a:lnTo>
                <a:cubicBezTo>
                  <a:pt x="420796" y="460890"/>
                  <a:pt x="419918" y="469394"/>
                  <a:pt x="421975" y="477083"/>
                </a:cubicBezTo>
                <a:cubicBezTo>
                  <a:pt x="424050" y="484810"/>
                  <a:pt x="429062" y="491748"/>
                  <a:pt x="436524" y="496055"/>
                </a:cubicBezTo>
                <a:lnTo>
                  <a:pt x="443082" y="499841"/>
                </a:lnTo>
                <a:close/>
                <a:moveTo>
                  <a:pt x="449368" y="473874"/>
                </a:moveTo>
                <a:lnTo>
                  <a:pt x="462735" y="481592"/>
                </a:lnTo>
                <a:cubicBezTo>
                  <a:pt x="466932" y="484033"/>
                  <a:pt x="469558" y="488751"/>
                  <a:pt x="469073" y="493900"/>
                </a:cubicBezTo>
                <a:cubicBezTo>
                  <a:pt x="468799" y="496808"/>
                  <a:pt x="468662" y="499668"/>
                  <a:pt x="468662" y="502466"/>
                </a:cubicBezTo>
                <a:cubicBezTo>
                  <a:pt x="468662" y="505083"/>
                  <a:pt x="468790" y="507744"/>
                  <a:pt x="469037" y="510431"/>
                </a:cubicBezTo>
                <a:cubicBezTo>
                  <a:pt x="469751" y="515462"/>
                  <a:pt x="467427" y="520665"/>
                  <a:pt x="462765" y="523362"/>
                </a:cubicBezTo>
                <a:lnTo>
                  <a:pt x="449380" y="531089"/>
                </a:lnTo>
                <a:lnTo>
                  <a:pt x="449380" y="531072"/>
                </a:lnTo>
                <a:lnTo>
                  <a:pt x="449335" y="531089"/>
                </a:lnTo>
                <a:cubicBezTo>
                  <a:pt x="448047" y="531831"/>
                  <a:pt x="447168" y="533074"/>
                  <a:pt x="446793" y="534492"/>
                </a:cubicBezTo>
                <a:cubicBezTo>
                  <a:pt x="446418" y="535917"/>
                  <a:pt x="446555" y="537454"/>
                  <a:pt x="447314" y="538772"/>
                </a:cubicBezTo>
                <a:lnTo>
                  <a:pt x="470686" y="579262"/>
                </a:lnTo>
                <a:lnTo>
                  <a:pt x="470897" y="579563"/>
                </a:lnTo>
                <a:lnTo>
                  <a:pt x="470871" y="579581"/>
                </a:lnTo>
                <a:lnTo>
                  <a:pt x="470888" y="579607"/>
                </a:lnTo>
                <a:cubicBezTo>
                  <a:pt x="471035" y="579828"/>
                  <a:pt x="471171" y="580045"/>
                  <a:pt x="471299" y="580265"/>
                </a:cubicBezTo>
                <a:cubicBezTo>
                  <a:pt x="472067" y="581581"/>
                  <a:pt x="473302" y="582477"/>
                  <a:pt x="474701" y="582852"/>
                </a:cubicBezTo>
                <a:cubicBezTo>
                  <a:pt x="475991" y="583191"/>
                  <a:pt x="477362" y="583117"/>
                  <a:pt x="478589" y="582543"/>
                </a:cubicBezTo>
                <a:lnTo>
                  <a:pt x="478928" y="582340"/>
                </a:lnTo>
                <a:lnTo>
                  <a:pt x="492305" y="574613"/>
                </a:lnTo>
                <a:cubicBezTo>
                  <a:pt x="496529" y="572181"/>
                  <a:pt x="501943" y="572252"/>
                  <a:pt x="506167" y="575262"/>
                </a:cubicBezTo>
                <a:cubicBezTo>
                  <a:pt x="508387" y="576833"/>
                  <a:pt x="510584" y="578271"/>
                  <a:pt x="512733" y="579542"/>
                </a:cubicBezTo>
                <a:cubicBezTo>
                  <a:pt x="512962" y="579652"/>
                  <a:pt x="513182" y="579780"/>
                  <a:pt x="513400" y="579899"/>
                </a:cubicBezTo>
                <a:cubicBezTo>
                  <a:pt x="515641" y="581188"/>
                  <a:pt x="517862" y="582357"/>
                  <a:pt x="520046" y="583393"/>
                </a:cubicBezTo>
                <a:cubicBezTo>
                  <a:pt x="524993" y="585185"/>
                  <a:pt x="528533" y="589930"/>
                  <a:pt x="528533" y="595490"/>
                </a:cubicBezTo>
                <a:lnTo>
                  <a:pt x="528533" y="610944"/>
                </a:lnTo>
                <a:cubicBezTo>
                  <a:pt x="528533" y="612463"/>
                  <a:pt x="529155" y="613862"/>
                  <a:pt x="530170" y="614867"/>
                </a:cubicBezTo>
                <a:cubicBezTo>
                  <a:pt x="531176" y="615873"/>
                  <a:pt x="532566" y="616504"/>
                  <a:pt x="534084" y="616504"/>
                </a:cubicBezTo>
                <a:lnTo>
                  <a:pt x="582054" y="616504"/>
                </a:lnTo>
                <a:cubicBezTo>
                  <a:pt x="583572" y="616504"/>
                  <a:pt x="584971" y="615873"/>
                  <a:pt x="585977" y="614867"/>
                </a:cubicBezTo>
                <a:cubicBezTo>
                  <a:pt x="586984" y="613862"/>
                  <a:pt x="587615" y="612463"/>
                  <a:pt x="587615" y="610944"/>
                </a:cubicBezTo>
                <a:lnTo>
                  <a:pt x="587615" y="595635"/>
                </a:lnTo>
                <a:cubicBezTo>
                  <a:pt x="587560" y="590698"/>
                  <a:pt x="590368" y="585953"/>
                  <a:pt x="595157" y="583785"/>
                </a:cubicBezTo>
                <a:cubicBezTo>
                  <a:pt x="598092" y="582440"/>
                  <a:pt x="600652" y="581151"/>
                  <a:pt x="602819" y="579898"/>
                </a:cubicBezTo>
                <a:cubicBezTo>
                  <a:pt x="605039" y="578618"/>
                  <a:pt x="607317" y="577154"/>
                  <a:pt x="609641" y="575520"/>
                </a:cubicBezTo>
                <a:cubicBezTo>
                  <a:pt x="613648" y="572466"/>
                  <a:pt x="619244" y="571927"/>
                  <a:pt x="623860" y="574615"/>
                </a:cubicBezTo>
                <a:lnTo>
                  <a:pt x="637228" y="582333"/>
                </a:lnTo>
                <a:lnTo>
                  <a:pt x="637228" y="582351"/>
                </a:lnTo>
                <a:cubicBezTo>
                  <a:pt x="638517" y="583084"/>
                  <a:pt x="640035" y="583220"/>
                  <a:pt x="641478" y="582845"/>
                </a:cubicBezTo>
                <a:cubicBezTo>
                  <a:pt x="642860" y="582479"/>
                  <a:pt x="644095" y="581583"/>
                  <a:pt x="644824" y="580259"/>
                </a:cubicBezTo>
                <a:lnTo>
                  <a:pt x="644899" y="580276"/>
                </a:lnTo>
                <a:lnTo>
                  <a:pt x="668866" y="538763"/>
                </a:lnTo>
                <a:cubicBezTo>
                  <a:pt x="669598" y="537447"/>
                  <a:pt x="669735" y="535911"/>
                  <a:pt x="669378" y="534483"/>
                </a:cubicBezTo>
                <a:cubicBezTo>
                  <a:pt x="669011" y="533202"/>
                  <a:pt x="668288" y="532059"/>
                  <a:pt x="667202" y="531310"/>
                </a:cubicBezTo>
                <a:lnTo>
                  <a:pt x="666764" y="531080"/>
                </a:lnTo>
                <a:lnTo>
                  <a:pt x="653396" y="523362"/>
                </a:lnTo>
                <a:cubicBezTo>
                  <a:pt x="649182" y="520921"/>
                  <a:pt x="646565" y="516203"/>
                  <a:pt x="647077" y="511054"/>
                </a:cubicBezTo>
                <a:cubicBezTo>
                  <a:pt x="647369" y="508146"/>
                  <a:pt x="647515" y="505286"/>
                  <a:pt x="647515" y="502488"/>
                </a:cubicBezTo>
                <a:cubicBezTo>
                  <a:pt x="647515" y="499871"/>
                  <a:pt x="647369" y="497210"/>
                  <a:pt x="647077" y="494513"/>
                </a:cubicBezTo>
                <a:cubicBezTo>
                  <a:pt x="646420" y="489474"/>
                  <a:pt x="648750" y="484292"/>
                  <a:pt x="653396" y="481592"/>
                </a:cubicBezTo>
                <a:lnTo>
                  <a:pt x="666764" y="473865"/>
                </a:lnTo>
                <a:cubicBezTo>
                  <a:pt x="668071" y="473097"/>
                  <a:pt x="669014" y="471852"/>
                  <a:pt x="669380" y="470462"/>
                </a:cubicBezTo>
                <a:cubicBezTo>
                  <a:pt x="669747" y="469027"/>
                  <a:pt x="669600" y="467500"/>
                  <a:pt x="668869" y="466182"/>
                </a:cubicBezTo>
                <a:lnTo>
                  <a:pt x="645259" y="425335"/>
                </a:lnTo>
                <a:cubicBezTo>
                  <a:pt x="645113" y="425124"/>
                  <a:pt x="644967" y="424898"/>
                  <a:pt x="644830" y="424686"/>
                </a:cubicBezTo>
                <a:cubicBezTo>
                  <a:pt x="644098" y="423371"/>
                  <a:pt x="642866" y="422475"/>
                  <a:pt x="641484" y="422091"/>
                </a:cubicBezTo>
                <a:cubicBezTo>
                  <a:pt x="640169" y="421751"/>
                  <a:pt x="638787" y="421826"/>
                  <a:pt x="637561" y="422412"/>
                </a:cubicBezTo>
                <a:lnTo>
                  <a:pt x="637222" y="422615"/>
                </a:lnTo>
                <a:lnTo>
                  <a:pt x="623837" y="430342"/>
                </a:lnTo>
                <a:cubicBezTo>
                  <a:pt x="619622" y="432774"/>
                  <a:pt x="614199" y="432694"/>
                  <a:pt x="609975" y="429684"/>
                </a:cubicBezTo>
                <a:cubicBezTo>
                  <a:pt x="607680" y="428047"/>
                  <a:pt x="605266" y="426503"/>
                  <a:pt x="602743" y="425038"/>
                </a:cubicBezTo>
                <a:lnTo>
                  <a:pt x="602760" y="425011"/>
                </a:lnTo>
                <a:cubicBezTo>
                  <a:pt x="600620" y="423784"/>
                  <a:pt x="598408" y="422624"/>
                  <a:pt x="596105" y="421537"/>
                </a:cubicBezTo>
                <a:cubicBezTo>
                  <a:pt x="591157" y="419754"/>
                  <a:pt x="587610" y="415010"/>
                  <a:pt x="587610" y="409441"/>
                </a:cubicBezTo>
                <a:lnTo>
                  <a:pt x="587610" y="393986"/>
                </a:lnTo>
                <a:cubicBezTo>
                  <a:pt x="587610" y="392459"/>
                  <a:pt x="586987" y="391070"/>
                  <a:pt x="585972" y="390064"/>
                </a:cubicBezTo>
                <a:cubicBezTo>
                  <a:pt x="584957" y="389057"/>
                  <a:pt x="583577" y="388435"/>
                  <a:pt x="582050" y="388435"/>
                </a:cubicBezTo>
                <a:lnTo>
                  <a:pt x="534079" y="388435"/>
                </a:lnTo>
                <a:cubicBezTo>
                  <a:pt x="532562" y="388435"/>
                  <a:pt x="531171" y="389057"/>
                  <a:pt x="530165" y="390064"/>
                </a:cubicBezTo>
                <a:cubicBezTo>
                  <a:pt x="529150" y="391079"/>
                  <a:pt x="528528" y="392459"/>
                  <a:pt x="528528" y="393986"/>
                </a:cubicBezTo>
                <a:lnTo>
                  <a:pt x="528528" y="409295"/>
                </a:lnTo>
                <a:cubicBezTo>
                  <a:pt x="528582" y="414224"/>
                  <a:pt x="525774" y="418969"/>
                  <a:pt x="520994" y="421145"/>
                </a:cubicBezTo>
                <a:cubicBezTo>
                  <a:pt x="518051" y="422481"/>
                  <a:pt x="515500" y="423779"/>
                  <a:pt x="513332" y="425023"/>
                </a:cubicBezTo>
                <a:cubicBezTo>
                  <a:pt x="511100" y="426312"/>
                  <a:pt x="508826" y="427767"/>
                  <a:pt x="506501" y="429402"/>
                </a:cubicBezTo>
                <a:cubicBezTo>
                  <a:pt x="502507" y="432456"/>
                  <a:pt x="496898" y="432986"/>
                  <a:pt x="492282" y="430306"/>
                </a:cubicBezTo>
                <a:lnTo>
                  <a:pt x="478914" y="422588"/>
                </a:lnTo>
                <a:lnTo>
                  <a:pt x="478914" y="422561"/>
                </a:lnTo>
                <a:cubicBezTo>
                  <a:pt x="477626" y="421821"/>
                  <a:pt x="476099" y="421684"/>
                  <a:pt x="474691" y="422059"/>
                </a:cubicBezTo>
                <a:cubicBezTo>
                  <a:pt x="473301" y="422433"/>
                  <a:pt x="472056" y="423330"/>
                  <a:pt x="471288" y="424654"/>
                </a:cubicBezTo>
                <a:lnTo>
                  <a:pt x="471271" y="424654"/>
                </a:lnTo>
                <a:cubicBezTo>
                  <a:pt x="471271" y="424654"/>
                  <a:pt x="447304" y="466150"/>
                  <a:pt x="447304" y="466150"/>
                </a:cubicBezTo>
                <a:cubicBezTo>
                  <a:pt x="446545" y="467457"/>
                  <a:pt x="446408" y="468993"/>
                  <a:pt x="446782" y="470430"/>
                </a:cubicBezTo>
                <a:cubicBezTo>
                  <a:pt x="447149" y="471821"/>
                  <a:pt x="448045" y="473056"/>
                  <a:pt x="449369" y="473833"/>
                </a:cubicBezTo>
                <a:close/>
                <a:moveTo>
                  <a:pt x="149910" y="499862"/>
                </a:moveTo>
                <a:cubicBezTo>
                  <a:pt x="149891" y="500722"/>
                  <a:pt x="149882" y="501600"/>
                  <a:pt x="149882" y="502469"/>
                </a:cubicBezTo>
                <a:cubicBezTo>
                  <a:pt x="149882" y="503356"/>
                  <a:pt x="149882" y="504226"/>
                  <a:pt x="149910" y="505104"/>
                </a:cubicBezTo>
                <a:lnTo>
                  <a:pt x="143352" y="508890"/>
                </a:lnTo>
                <a:cubicBezTo>
                  <a:pt x="135890" y="513197"/>
                  <a:pt x="130880" y="520147"/>
                  <a:pt x="128814" y="527862"/>
                </a:cubicBezTo>
                <a:cubicBezTo>
                  <a:pt x="126749" y="535554"/>
                  <a:pt x="127636" y="544058"/>
                  <a:pt x="131943" y="551535"/>
                </a:cubicBezTo>
                <a:lnTo>
                  <a:pt x="155544" y="592409"/>
                </a:lnTo>
                <a:cubicBezTo>
                  <a:pt x="155672" y="592647"/>
                  <a:pt x="155800" y="592885"/>
                  <a:pt x="155928" y="593132"/>
                </a:cubicBezTo>
                <a:cubicBezTo>
                  <a:pt x="160235" y="600594"/>
                  <a:pt x="167185" y="605604"/>
                  <a:pt x="174900" y="607670"/>
                </a:cubicBezTo>
                <a:cubicBezTo>
                  <a:pt x="182297" y="609655"/>
                  <a:pt x="190426" y="608914"/>
                  <a:pt x="197685" y="605026"/>
                </a:cubicBezTo>
                <a:cubicBezTo>
                  <a:pt x="197996" y="604881"/>
                  <a:pt x="198308" y="604717"/>
                  <a:pt x="198626" y="604541"/>
                </a:cubicBezTo>
                <a:lnTo>
                  <a:pt x="205163" y="600755"/>
                </a:lnTo>
                <a:lnTo>
                  <a:pt x="206690" y="601669"/>
                </a:lnTo>
                <a:cubicBezTo>
                  <a:pt x="206919" y="601823"/>
                  <a:pt x="207148" y="601961"/>
                  <a:pt x="207383" y="602097"/>
                </a:cubicBezTo>
                <a:cubicBezTo>
                  <a:pt x="208142" y="602547"/>
                  <a:pt x="208920" y="602976"/>
                  <a:pt x="209696" y="603404"/>
                </a:cubicBezTo>
                <a:lnTo>
                  <a:pt x="209696" y="610947"/>
                </a:lnTo>
                <a:lnTo>
                  <a:pt x="209652" y="610947"/>
                </a:lnTo>
                <a:cubicBezTo>
                  <a:pt x="209652" y="619570"/>
                  <a:pt x="213164" y="627386"/>
                  <a:pt x="218823" y="633047"/>
                </a:cubicBezTo>
                <a:cubicBezTo>
                  <a:pt x="224483" y="638709"/>
                  <a:pt x="232309" y="642219"/>
                  <a:pt x="240933" y="642219"/>
                </a:cubicBezTo>
                <a:lnTo>
                  <a:pt x="288903" y="642219"/>
                </a:lnTo>
                <a:cubicBezTo>
                  <a:pt x="297526" y="642219"/>
                  <a:pt x="305342" y="638706"/>
                  <a:pt x="311004" y="633047"/>
                </a:cubicBezTo>
                <a:cubicBezTo>
                  <a:pt x="316665" y="627386"/>
                  <a:pt x="320165" y="619570"/>
                  <a:pt x="320165" y="610947"/>
                </a:cubicBezTo>
                <a:lnTo>
                  <a:pt x="320121" y="610947"/>
                </a:lnTo>
                <a:lnTo>
                  <a:pt x="320121" y="603404"/>
                </a:lnTo>
                <a:cubicBezTo>
                  <a:pt x="320870" y="602984"/>
                  <a:pt x="321629" y="602553"/>
                  <a:pt x="322407" y="602106"/>
                </a:cubicBezTo>
                <a:cubicBezTo>
                  <a:pt x="323165" y="601669"/>
                  <a:pt x="323934" y="601219"/>
                  <a:pt x="324675" y="600770"/>
                </a:cubicBezTo>
                <a:lnTo>
                  <a:pt x="331202" y="604538"/>
                </a:lnTo>
                <a:lnTo>
                  <a:pt x="331202" y="604520"/>
                </a:lnTo>
                <a:lnTo>
                  <a:pt x="331256" y="604538"/>
                </a:lnTo>
                <a:cubicBezTo>
                  <a:pt x="338727" y="608854"/>
                  <a:pt x="347231" y="609732"/>
                  <a:pt x="354920" y="607667"/>
                </a:cubicBezTo>
                <a:cubicBezTo>
                  <a:pt x="362308" y="605681"/>
                  <a:pt x="368984" y="601020"/>
                  <a:pt x="373318" y="594079"/>
                </a:cubicBezTo>
                <a:lnTo>
                  <a:pt x="373491" y="593822"/>
                </a:lnTo>
                <a:lnTo>
                  <a:pt x="373473" y="593822"/>
                </a:lnTo>
                <a:cubicBezTo>
                  <a:pt x="373473" y="593822"/>
                  <a:pt x="373883" y="593129"/>
                  <a:pt x="373883" y="593129"/>
                </a:cubicBezTo>
                <a:lnTo>
                  <a:pt x="373866" y="593111"/>
                </a:lnTo>
                <a:lnTo>
                  <a:pt x="397869" y="551525"/>
                </a:lnTo>
                <a:cubicBezTo>
                  <a:pt x="402185" y="544055"/>
                  <a:pt x="403063" y="535541"/>
                  <a:pt x="400998" y="527853"/>
                </a:cubicBezTo>
                <a:cubicBezTo>
                  <a:pt x="399021" y="520475"/>
                  <a:pt x="394321" y="513798"/>
                  <a:pt x="387335" y="509437"/>
                </a:cubicBezTo>
                <a:cubicBezTo>
                  <a:pt x="387052" y="509235"/>
                  <a:pt x="386757" y="509053"/>
                  <a:pt x="386456" y="508881"/>
                </a:cubicBezTo>
                <a:lnTo>
                  <a:pt x="379899" y="505094"/>
                </a:lnTo>
                <a:cubicBezTo>
                  <a:pt x="379917" y="504226"/>
                  <a:pt x="379917" y="503347"/>
                  <a:pt x="379917" y="502478"/>
                </a:cubicBezTo>
                <a:cubicBezTo>
                  <a:pt x="379917" y="501600"/>
                  <a:pt x="379917" y="500722"/>
                  <a:pt x="379890" y="499853"/>
                </a:cubicBezTo>
                <a:lnTo>
                  <a:pt x="386448" y="496066"/>
                </a:lnTo>
                <a:lnTo>
                  <a:pt x="386430" y="496049"/>
                </a:lnTo>
                <a:cubicBezTo>
                  <a:pt x="393910" y="491714"/>
                  <a:pt x="398920" y="484783"/>
                  <a:pt x="400988" y="477094"/>
                </a:cubicBezTo>
                <a:cubicBezTo>
                  <a:pt x="403054" y="469402"/>
                  <a:pt x="402176" y="460898"/>
                  <a:pt x="397860" y="453430"/>
                </a:cubicBezTo>
                <a:lnTo>
                  <a:pt x="374077" y="412217"/>
                </a:lnTo>
                <a:cubicBezTo>
                  <a:pt x="373922" y="411943"/>
                  <a:pt x="373767" y="411669"/>
                  <a:pt x="373592" y="411404"/>
                </a:cubicBezTo>
                <a:cubicBezTo>
                  <a:pt x="369249" y="404162"/>
                  <a:pt x="362444" y="399308"/>
                  <a:pt x="354910" y="397287"/>
                </a:cubicBezTo>
                <a:cubicBezTo>
                  <a:pt x="347514" y="395301"/>
                  <a:pt x="339376" y="396033"/>
                  <a:pt x="332116" y="399929"/>
                </a:cubicBezTo>
                <a:cubicBezTo>
                  <a:pt x="331807" y="400076"/>
                  <a:pt x="331503" y="400239"/>
                  <a:pt x="331193" y="400415"/>
                </a:cubicBezTo>
                <a:lnTo>
                  <a:pt x="324657" y="404192"/>
                </a:lnTo>
                <a:lnTo>
                  <a:pt x="323130" y="403287"/>
                </a:lnTo>
                <a:cubicBezTo>
                  <a:pt x="322900" y="403132"/>
                  <a:pt x="322671" y="402986"/>
                  <a:pt x="322436" y="402849"/>
                </a:cubicBezTo>
                <a:cubicBezTo>
                  <a:pt x="321677" y="402412"/>
                  <a:pt x="320900" y="401981"/>
                  <a:pt x="320114" y="401552"/>
                </a:cubicBezTo>
                <a:lnTo>
                  <a:pt x="320114" y="394018"/>
                </a:lnTo>
                <a:lnTo>
                  <a:pt x="320159" y="394018"/>
                </a:lnTo>
                <a:cubicBezTo>
                  <a:pt x="320159" y="385396"/>
                  <a:pt x="316647" y="377567"/>
                  <a:pt x="310998" y="371908"/>
                </a:cubicBezTo>
                <a:cubicBezTo>
                  <a:pt x="305336" y="366247"/>
                  <a:pt x="297519" y="362747"/>
                  <a:pt x="288896" y="362747"/>
                </a:cubicBezTo>
                <a:lnTo>
                  <a:pt x="240927" y="362747"/>
                </a:lnTo>
                <a:cubicBezTo>
                  <a:pt x="232304" y="362747"/>
                  <a:pt x="224474" y="366259"/>
                  <a:pt x="218816" y="371908"/>
                </a:cubicBezTo>
                <a:cubicBezTo>
                  <a:pt x="213155" y="377578"/>
                  <a:pt x="209645" y="385395"/>
                  <a:pt x="209645" y="394018"/>
                </a:cubicBezTo>
                <a:lnTo>
                  <a:pt x="209645" y="401581"/>
                </a:lnTo>
                <a:cubicBezTo>
                  <a:pt x="208913" y="401992"/>
                  <a:pt x="208172" y="402415"/>
                  <a:pt x="207404" y="402844"/>
                </a:cubicBezTo>
                <a:cubicBezTo>
                  <a:pt x="206645" y="403293"/>
                  <a:pt x="205877" y="403731"/>
                  <a:pt x="205135" y="404189"/>
                </a:cubicBezTo>
                <a:lnTo>
                  <a:pt x="198608" y="400421"/>
                </a:lnTo>
                <a:lnTo>
                  <a:pt x="198608" y="400447"/>
                </a:lnTo>
                <a:lnTo>
                  <a:pt x="198555" y="400421"/>
                </a:lnTo>
                <a:cubicBezTo>
                  <a:pt x="191093" y="396105"/>
                  <a:pt x="182580" y="395226"/>
                  <a:pt x="174891" y="397292"/>
                </a:cubicBezTo>
                <a:cubicBezTo>
                  <a:pt x="167503" y="399269"/>
                  <a:pt x="160827" y="403948"/>
                  <a:pt x="156502" y="410871"/>
                </a:cubicBezTo>
                <a:lnTo>
                  <a:pt x="156319" y="411127"/>
                </a:lnTo>
                <a:lnTo>
                  <a:pt x="156319" y="411145"/>
                </a:lnTo>
                <a:cubicBezTo>
                  <a:pt x="156319" y="411145"/>
                  <a:pt x="155918" y="411829"/>
                  <a:pt x="155918" y="411829"/>
                </a:cubicBezTo>
                <a:lnTo>
                  <a:pt x="155945" y="411829"/>
                </a:lnTo>
                <a:lnTo>
                  <a:pt x="131932" y="453427"/>
                </a:lnTo>
                <a:cubicBezTo>
                  <a:pt x="127616" y="460898"/>
                  <a:pt x="126739" y="469402"/>
                  <a:pt x="128804" y="477091"/>
                </a:cubicBezTo>
                <a:cubicBezTo>
                  <a:pt x="130870" y="484818"/>
                  <a:pt x="135892" y="491756"/>
                  <a:pt x="143342" y="496063"/>
                </a:cubicBezTo>
                <a:lnTo>
                  <a:pt x="149899" y="499850"/>
                </a:lnTo>
                <a:close/>
                <a:moveTo>
                  <a:pt x="156220" y="473874"/>
                </a:moveTo>
                <a:lnTo>
                  <a:pt x="169578" y="481592"/>
                </a:lnTo>
                <a:cubicBezTo>
                  <a:pt x="173766" y="484033"/>
                  <a:pt x="176400" y="488751"/>
                  <a:pt x="175915" y="493900"/>
                </a:cubicBezTo>
                <a:cubicBezTo>
                  <a:pt x="175642" y="496808"/>
                  <a:pt x="175504" y="499668"/>
                  <a:pt x="175504" y="502466"/>
                </a:cubicBezTo>
                <a:cubicBezTo>
                  <a:pt x="175504" y="505083"/>
                  <a:pt x="175632" y="507744"/>
                  <a:pt x="175879" y="510441"/>
                </a:cubicBezTo>
                <a:cubicBezTo>
                  <a:pt x="176594" y="515471"/>
                  <a:pt x="174269" y="520662"/>
                  <a:pt x="169608" y="523362"/>
                </a:cubicBezTo>
                <a:lnTo>
                  <a:pt x="156231" y="531089"/>
                </a:lnTo>
                <a:cubicBezTo>
                  <a:pt x="154906" y="531848"/>
                  <a:pt x="154019" y="533102"/>
                  <a:pt x="153636" y="534492"/>
                </a:cubicBezTo>
                <a:cubicBezTo>
                  <a:pt x="153260" y="535917"/>
                  <a:pt x="153397" y="537454"/>
                  <a:pt x="154156" y="538772"/>
                </a:cubicBezTo>
                <a:lnTo>
                  <a:pt x="177731" y="579610"/>
                </a:lnTo>
                <a:cubicBezTo>
                  <a:pt x="177877" y="579831"/>
                  <a:pt x="178005" y="580048"/>
                  <a:pt x="178142" y="580268"/>
                </a:cubicBezTo>
                <a:cubicBezTo>
                  <a:pt x="178901" y="581584"/>
                  <a:pt x="180154" y="582480"/>
                  <a:pt x="181544" y="582855"/>
                </a:cubicBezTo>
                <a:cubicBezTo>
                  <a:pt x="182833" y="583194"/>
                  <a:pt x="184205" y="583119"/>
                  <a:pt x="185440" y="582533"/>
                </a:cubicBezTo>
                <a:lnTo>
                  <a:pt x="185771" y="582340"/>
                </a:lnTo>
                <a:lnTo>
                  <a:pt x="199148" y="574613"/>
                </a:lnTo>
                <a:cubicBezTo>
                  <a:pt x="203362" y="572181"/>
                  <a:pt x="208795" y="572252"/>
                  <a:pt x="213009" y="575262"/>
                </a:cubicBezTo>
                <a:cubicBezTo>
                  <a:pt x="215242" y="576833"/>
                  <a:pt x="217427" y="578271"/>
                  <a:pt x="219575" y="579542"/>
                </a:cubicBezTo>
                <a:cubicBezTo>
                  <a:pt x="219805" y="579652"/>
                  <a:pt x="220025" y="579780"/>
                  <a:pt x="220242" y="579899"/>
                </a:cubicBezTo>
                <a:cubicBezTo>
                  <a:pt x="222811" y="581381"/>
                  <a:pt x="225344" y="582697"/>
                  <a:pt x="227842" y="583831"/>
                </a:cubicBezTo>
                <a:cubicBezTo>
                  <a:pt x="232259" y="585852"/>
                  <a:pt x="235331" y="590314"/>
                  <a:pt x="235331" y="595491"/>
                </a:cubicBezTo>
                <a:lnTo>
                  <a:pt x="235331" y="610945"/>
                </a:lnTo>
                <a:lnTo>
                  <a:pt x="235375" y="610945"/>
                </a:lnTo>
                <a:cubicBezTo>
                  <a:pt x="235375" y="612463"/>
                  <a:pt x="236006" y="613862"/>
                  <a:pt x="237021" y="614867"/>
                </a:cubicBezTo>
                <a:cubicBezTo>
                  <a:pt x="238036" y="615873"/>
                  <a:pt x="239417" y="616505"/>
                  <a:pt x="240944" y="616505"/>
                </a:cubicBezTo>
                <a:lnTo>
                  <a:pt x="288914" y="616505"/>
                </a:lnTo>
                <a:cubicBezTo>
                  <a:pt x="290432" y="616505"/>
                  <a:pt x="291822" y="615873"/>
                  <a:pt x="292829" y="614867"/>
                </a:cubicBezTo>
                <a:cubicBezTo>
                  <a:pt x="293835" y="613862"/>
                  <a:pt x="294466" y="612463"/>
                  <a:pt x="294466" y="610945"/>
                </a:cubicBezTo>
                <a:lnTo>
                  <a:pt x="294519" y="610945"/>
                </a:lnTo>
                <a:lnTo>
                  <a:pt x="294519" y="596634"/>
                </a:lnTo>
                <a:cubicBezTo>
                  <a:pt x="294043" y="591347"/>
                  <a:pt x="296906" y="586100"/>
                  <a:pt x="302009" y="583787"/>
                </a:cubicBezTo>
                <a:cubicBezTo>
                  <a:pt x="304952" y="582441"/>
                  <a:pt x="307512" y="581153"/>
                  <a:pt x="309670" y="579899"/>
                </a:cubicBezTo>
                <a:cubicBezTo>
                  <a:pt x="311902" y="578619"/>
                  <a:pt x="314168" y="577155"/>
                  <a:pt x="316493" y="575521"/>
                </a:cubicBezTo>
                <a:cubicBezTo>
                  <a:pt x="320498" y="572467"/>
                  <a:pt x="326095" y="571928"/>
                  <a:pt x="330721" y="574616"/>
                </a:cubicBezTo>
                <a:lnTo>
                  <a:pt x="343303" y="581876"/>
                </a:lnTo>
                <a:cubicBezTo>
                  <a:pt x="343752" y="582096"/>
                  <a:pt x="344190" y="582352"/>
                  <a:pt x="344618" y="582626"/>
                </a:cubicBezTo>
                <a:cubicBezTo>
                  <a:pt x="345797" y="583120"/>
                  <a:pt x="347098" y="583174"/>
                  <a:pt x="348312" y="582855"/>
                </a:cubicBezTo>
                <a:cubicBezTo>
                  <a:pt x="349547" y="582524"/>
                  <a:pt x="350673" y="581778"/>
                  <a:pt x="351440" y="580679"/>
                </a:cubicBezTo>
                <a:cubicBezTo>
                  <a:pt x="351643" y="580304"/>
                  <a:pt x="351860" y="579920"/>
                  <a:pt x="352107" y="579563"/>
                </a:cubicBezTo>
                <a:lnTo>
                  <a:pt x="352125" y="579581"/>
                </a:lnTo>
                <a:lnTo>
                  <a:pt x="375691" y="538781"/>
                </a:lnTo>
                <a:cubicBezTo>
                  <a:pt x="376450" y="537466"/>
                  <a:pt x="376587" y="535930"/>
                  <a:pt x="376212" y="534501"/>
                </a:cubicBezTo>
                <a:cubicBezTo>
                  <a:pt x="375863" y="533221"/>
                  <a:pt x="375104" y="532078"/>
                  <a:pt x="374018" y="531328"/>
                </a:cubicBezTo>
                <a:lnTo>
                  <a:pt x="373616" y="531098"/>
                </a:lnTo>
                <a:lnTo>
                  <a:pt x="360257" y="523380"/>
                </a:lnTo>
                <a:cubicBezTo>
                  <a:pt x="356060" y="520939"/>
                  <a:pt x="353435" y="516222"/>
                  <a:pt x="353911" y="511072"/>
                </a:cubicBezTo>
                <a:cubicBezTo>
                  <a:pt x="354194" y="508165"/>
                  <a:pt x="354322" y="505304"/>
                  <a:pt x="354322" y="502494"/>
                </a:cubicBezTo>
                <a:cubicBezTo>
                  <a:pt x="354322" y="499886"/>
                  <a:pt x="354194" y="497216"/>
                  <a:pt x="353956" y="494529"/>
                </a:cubicBezTo>
                <a:cubicBezTo>
                  <a:pt x="353233" y="489498"/>
                  <a:pt x="355566" y="484307"/>
                  <a:pt x="360228" y="481607"/>
                </a:cubicBezTo>
                <a:lnTo>
                  <a:pt x="373613" y="473880"/>
                </a:lnTo>
                <a:lnTo>
                  <a:pt x="373631" y="473897"/>
                </a:lnTo>
                <a:lnTo>
                  <a:pt x="373667" y="473880"/>
                </a:lnTo>
                <a:cubicBezTo>
                  <a:pt x="374956" y="473138"/>
                  <a:pt x="375825" y="471886"/>
                  <a:pt x="376208" y="470478"/>
                </a:cubicBezTo>
                <a:cubicBezTo>
                  <a:pt x="376584" y="469043"/>
                  <a:pt x="376447" y="467507"/>
                  <a:pt x="375688" y="466197"/>
                </a:cubicBezTo>
                <a:lnTo>
                  <a:pt x="351702" y="424648"/>
                </a:lnTo>
                <a:cubicBezTo>
                  <a:pt x="350961" y="423359"/>
                  <a:pt x="349708" y="422481"/>
                  <a:pt x="348300" y="422106"/>
                </a:cubicBezTo>
                <a:cubicBezTo>
                  <a:pt x="347012" y="421767"/>
                  <a:pt x="345630" y="421841"/>
                  <a:pt x="344412" y="422427"/>
                </a:cubicBezTo>
                <a:lnTo>
                  <a:pt x="344073" y="422630"/>
                </a:lnTo>
                <a:lnTo>
                  <a:pt x="330696" y="430357"/>
                </a:lnTo>
                <a:cubicBezTo>
                  <a:pt x="326473" y="432789"/>
                  <a:pt x="321059" y="432709"/>
                  <a:pt x="316835" y="429699"/>
                </a:cubicBezTo>
                <a:cubicBezTo>
                  <a:pt x="314614" y="428119"/>
                  <a:pt x="312417" y="426681"/>
                  <a:pt x="310269" y="425419"/>
                </a:cubicBezTo>
                <a:cubicBezTo>
                  <a:pt x="310048" y="425300"/>
                  <a:pt x="309819" y="425190"/>
                  <a:pt x="309602" y="425053"/>
                </a:cubicBezTo>
                <a:cubicBezTo>
                  <a:pt x="307033" y="423570"/>
                  <a:pt x="304491" y="422255"/>
                  <a:pt x="302002" y="421121"/>
                </a:cubicBezTo>
                <a:cubicBezTo>
                  <a:pt x="297585" y="419100"/>
                  <a:pt x="294514" y="414638"/>
                  <a:pt x="294514" y="409470"/>
                </a:cubicBezTo>
                <a:lnTo>
                  <a:pt x="294514" y="394016"/>
                </a:lnTo>
                <a:lnTo>
                  <a:pt x="294460" y="394016"/>
                </a:lnTo>
                <a:cubicBezTo>
                  <a:pt x="294460" y="392490"/>
                  <a:pt x="293838" y="391099"/>
                  <a:pt x="292823" y="390093"/>
                </a:cubicBezTo>
                <a:cubicBezTo>
                  <a:pt x="291808" y="389088"/>
                  <a:pt x="290427" y="388465"/>
                  <a:pt x="288909" y="388465"/>
                </a:cubicBezTo>
                <a:lnTo>
                  <a:pt x="240939" y="388465"/>
                </a:lnTo>
                <a:cubicBezTo>
                  <a:pt x="239412" y="388465"/>
                  <a:pt x="238022" y="389088"/>
                  <a:pt x="237015" y="390093"/>
                </a:cubicBezTo>
                <a:cubicBezTo>
                  <a:pt x="236009" y="391108"/>
                  <a:pt x="235379" y="392490"/>
                  <a:pt x="235379" y="394016"/>
                </a:cubicBezTo>
                <a:lnTo>
                  <a:pt x="235379" y="409325"/>
                </a:lnTo>
                <a:cubicBezTo>
                  <a:pt x="235432" y="414254"/>
                  <a:pt x="232625" y="418998"/>
                  <a:pt x="227836" y="421175"/>
                </a:cubicBezTo>
                <a:cubicBezTo>
                  <a:pt x="224901" y="422511"/>
                  <a:pt x="222341" y="423809"/>
                  <a:pt x="220174" y="425053"/>
                </a:cubicBezTo>
                <a:cubicBezTo>
                  <a:pt x="217953" y="426343"/>
                  <a:pt x="215667" y="427798"/>
                  <a:pt x="213351" y="429432"/>
                </a:cubicBezTo>
                <a:cubicBezTo>
                  <a:pt x="209346" y="432486"/>
                  <a:pt x="203749" y="433015"/>
                  <a:pt x="199123" y="430337"/>
                </a:cubicBezTo>
                <a:lnTo>
                  <a:pt x="186541" y="423068"/>
                </a:lnTo>
                <a:cubicBezTo>
                  <a:pt x="186092" y="422848"/>
                  <a:pt x="185654" y="422600"/>
                  <a:pt x="185226" y="422327"/>
                </a:cubicBezTo>
                <a:cubicBezTo>
                  <a:pt x="184056" y="421824"/>
                  <a:pt x="182746" y="421771"/>
                  <a:pt x="181532" y="422089"/>
                </a:cubicBezTo>
                <a:cubicBezTo>
                  <a:pt x="180297" y="422428"/>
                  <a:pt x="179171" y="423166"/>
                  <a:pt x="178404" y="424265"/>
                </a:cubicBezTo>
                <a:cubicBezTo>
                  <a:pt x="178201" y="424649"/>
                  <a:pt x="177975" y="425023"/>
                  <a:pt x="177737" y="425390"/>
                </a:cubicBezTo>
                <a:lnTo>
                  <a:pt x="177710" y="425372"/>
                </a:lnTo>
                <a:lnTo>
                  <a:pt x="154144" y="466181"/>
                </a:lnTo>
                <a:cubicBezTo>
                  <a:pt x="153385" y="467497"/>
                  <a:pt x="153249" y="469024"/>
                  <a:pt x="153624" y="470461"/>
                </a:cubicBezTo>
                <a:cubicBezTo>
                  <a:pt x="153998" y="471851"/>
                  <a:pt x="154895" y="473087"/>
                  <a:pt x="156219" y="473863"/>
                </a:cubicBezTo>
                <a:close/>
                <a:moveTo>
                  <a:pt x="302798" y="220897"/>
                </a:moveTo>
                <a:lnTo>
                  <a:pt x="316166" y="228616"/>
                </a:lnTo>
                <a:cubicBezTo>
                  <a:pt x="320362" y="231056"/>
                  <a:pt x="322988" y="235775"/>
                  <a:pt x="322512" y="240924"/>
                </a:cubicBezTo>
                <a:cubicBezTo>
                  <a:pt x="322229" y="243831"/>
                  <a:pt x="322092" y="246692"/>
                  <a:pt x="322101" y="249502"/>
                </a:cubicBezTo>
                <a:cubicBezTo>
                  <a:pt x="322101" y="252119"/>
                  <a:pt x="322229" y="254780"/>
                  <a:pt x="322467" y="257467"/>
                </a:cubicBezTo>
                <a:cubicBezTo>
                  <a:pt x="323190" y="262498"/>
                  <a:pt x="320866" y="267701"/>
                  <a:pt x="316195" y="270389"/>
                </a:cubicBezTo>
                <a:lnTo>
                  <a:pt x="302819" y="278124"/>
                </a:lnTo>
                <a:cubicBezTo>
                  <a:pt x="301493" y="278892"/>
                  <a:pt x="300606" y="280128"/>
                  <a:pt x="300232" y="281518"/>
                </a:cubicBezTo>
                <a:cubicBezTo>
                  <a:pt x="299848" y="282943"/>
                  <a:pt x="299994" y="284488"/>
                  <a:pt x="300744" y="285807"/>
                </a:cubicBezTo>
                <a:lnTo>
                  <a:pt x="324318" y="326645"/>
                </a:lnTo>
                <a:cubicBezTo>
                  <a:pt x="324456" y="326866"/>
                  <a:pt x="324592" y="327083"/>
                  <a:pt x="324729" y="327303"/>
                </a:cubicBezTo>
                <a:cubicBezTo>
                  <a:pt x="325488" y="328619"/>
                  <a:pt x="326742" y="329515"/>
                  <a:pt x="328131" y="329890"/>
                </a:cubicBezTo>
                <a:cubicBezTo>
                  <a:pt x="329420" y="330229"/>
                  <a:pt x="330792" y="330154"/>
                  <a:pt x="332019" y="329569"/>
                </a:cubicBezTo>
                <a:lnTo>
                  <a:pt x="332358" y="329366"/>
                </a:lnTo>
                <a:lnTo>
                  <a:pt x="345735" y="321638"/>
                </a:lnTo>
                <a:cubicBezTo>
                  <a:pt x="349950" y="319207"/>
                  <a:pt x="355382" y="319287"/>
                  <a:pt x="359597" y="322297"/>
                </a:cubicBezTo>
                <a:cubicBezTo>
                  <a:pt x="361892" y="323934"/>
                  <a:pt x="364306" y="325478"/>
                  <a:pt x="366830" y="326943"/>
                </a:cubicBezTo>
                <a:lnTo>
                  <a:pt x="366830" y="326961"/>
                </a:lnTo>
                <a:cubicBezTo>
                  <a:pt x="368952" y="328187"/>
                  <a:pt x="371172" y="329348"/>
                  <a:pt x="373467" y="330434"/>
                </a:cubicBezTo>
                <a:cubicBezTo>
                  <a:pt x="378423" y="332217"/>
                  <a:pt x="381962" y="336962"/>
                  <a:pt x="381962" y="342531"/>
                </a:cubicBezTo>
                <a:lnTo>
                  <a:pt x="381962" y="357977"/>
                </a:lnTo>
                <a:cubicBezTo>
                  <a:pt x="381962" y="359504"/>
                  <a:pt x="382593" y="360894"/>
                  <a:pt x="383599" y="361900"/>
                </a:cubicBezTo>
                <a:cubicBezTo>
                  <a:pt x="384614" y="362906"/>
                  <a:pt x="385995" y="363537"/>
                  <a:pt x="387513" y="363537"/>
                </a:cubicBezTo>
                <a:lnTo>
                  <a:pt x="435484" y="363537"/>
                </a:lnTo>
                <a:cubicBezTo>
                  <a:pt x="437011" y="363537"/>
                  <a:pt x="438400" y="362906"/>
                  <a:pt x="439406" y="361900"/>
                </a:cubicBezTo>
                <a:cubicBezTo>
                  <a:pt x="440413" y="360894"/>
                  <a:pt x="441044" y="359504"/>
                  <a:pt x="441044" y="357977"/>
                </a:cubicBezTo>
                <a:lnTo>
                  <a:pt x="441044" y="342680"/>
                </a:lnTo>
                <a:cubicBezTo>
                  <a:pt x="440999" y="337742"/>
                  <a:pt x="443797" y="332998"/>
                  <a:pt x="448586" y="330822"/>
                </a:cubicBezTo>
                <a:cubicBezTo>
                  <a:pt x="451531" y="329485"/>
                  <a:pt x="454081" y="328188"/>
                  <a:pt x="456248" y="326943"/>
                </a:cubicBezTo>
                <a:cubicBezTo>
                  <a:pt x="458481" y="325655"/>
                  <a:pt x="460746" y="324199"/>
                  <a:pt x="463070" y="322565"/>
                </a:cubicBezTo>
                <a:cubicBezTo>
                  <a:pt x="467077" y="319512"/>
                  <a:pt x="472673" y="318981"/>
                  <a:pt x="477298" y="321660"/>
                </a:cubicBezTo>
                <a:lnTo>
                  <a:pt x="490666" y="329379"/>
                </a:lnTo>
                <a:lnTo>
                  <a:pt x="490666" y="329405"/>
                </a:lnTo>
                <a:cubicBezTo>
                  <a:pt x="491955" y="330147"/>
                  <a:pt x="493482" y="330283"/>
                  <a:pt x="494890" y="329908"/>
                </a:cubicBezTo>
                <a:cubicBezTo>
                  <a:pt x="496280" y="329543"/>
                  <a:pt x="497516" y="328637"/>
                  <a:pt x="498292" y="327322"/>
                </a:cubicBezTo>
                <a:lnTo>
                  <a:pt x="498319" y="327322"/>
                </a:lnTo>
                <a:cubicBezTo>
                  <a:pt x="498319" y="327322"/>
                  <a:pt x="522286" y="285826"/>
                  <a:pt x="522286" y="285826"/>
                </a:cubicBezTo>
                <a:cubicBezTo>
                  <a:pt x="523045" y="284510"/>
                  <a:pt x="523182" y="282975"/>
                  <a:pt x="522798" y="281537"/>
                </a:cubicBezTo>
                <a:cubicBezTo>
                  <a:pt x="522432" y="280147"/>
                  <a:pt x="521536" y="278902"/>
                  <a:pt x="520212" y="278143"/>
                </a:cubicBezTo>
                <a:lnTo>
                  <a:pt x="506844" y="270425"/>
                </a:lnTo>
                <a:cubicBezTo>
                  <a:pt x="502647" y="267984"/>
                  <a:pt x="500013" y="263266"/>
                  <a:pt x="500506" y="258117"/>
                </a:cubicBezTo>
                <a:cubicBezTo>
                  <a:pt x="500781" y="255209"/>
                  <a:pt x="500917" y="252348"/>
                  <a:pt x="500917" y="249551"/>
                </a:cubicBezTo>
                <a:cubicBezTo>
                  <a:pt x="500917" y="246934"/>
                  <a:pt x="500789" y="244273"/>
                  <a:pt x="500551" y="241586"/>
                </a:cubicBezTo>
                <a:cubicBezTo>
                  <a:pt x="499828" y="236546"/>
                  <a:pt x="502152" y="231352"/>
                  <a:pt x="506823" y="228655"/>
                </a:cubicBezTo>
                <a:lnTo>
                  <a:pt x="520200" y="220928"/>
                </a:lnTo>
                <a:cubicBezTo>
                  <a:pt x="521525" y="220169"/>
                  <a:pt x="522412" y="218925"/>
                  <a:pt x="522787" y="217526"/>
                </a:cubicBezTo>
                <a:cubicBezTo>
                  <a:pt x="523171" y="216109"/>
                  <a:pt x="523024" y="214564"/>
                  <a:pt x="522275" y="213245"/>
                </a:cubicBezTo>
                <a:lnTo>
                  <a:pt x="498691" y="172407"/>
                </a:lnTo>
                <a:cubicBezTo>
                  <a:pt x="498546" y="172187"/>
                  <a:pt x="498409" y="171969"/>
                  <a:pt x="498290" y="171748"/>
                </a:cubicBezTo>
                <a:cubicBezTo>
                  <a:pt x="497522" y="170433"/>
                  <a:pt x="496277" y="169537"/>
                  <a:pt x="494888" y="169162"/>
                </a:cubicBezTo>
                <a:cubicBezTo>
                  <a:pt x="493488" y="168787"/>
                  <a:pt x="491961" y="168924"/>
                  <a:pt x="490664" y="169683"/>
                </a:cubicBezTo>
                <a:lnTo>
                  <a:pt x="477278" y="177411"/>
                </a:lnTo>
                <a:cubicBezTo>
                  <a:pt x="473064" y="179852"/>
                  <a:pt x="467641" y="179771"/>
                  <a:pt x="463417" y="176762"/>
                </a:cubicBezTo>
                <a:cubicBezTo>
                  <a:pt x="461131" y="175133"/>
                  <a:pt x="458708" y="173579"/>
                  <a:pt x="456192" y="172115"/>
                </a:cubicBezTo>
                <a:lnTo>
                  <a:pt x="456211" y="172097"/>
                </a:lnTo>
                <a:cubicBezTo>
                  <a:pt x="454061" y="170871"/>
                  <a:pt x="451850" y="169710"/>
                  <a:pt x="449555" y="168623"/>
                </a:cubicBezTo>
                <a:cubicBezTo>
                  <a:pt x="444599" y="166840"/>
                  <a:pt x="441051" y="162096"/>
                  <a:pt x="441051" y="156527"/>
                </a:cubicBezTo>
                <a:lnTo>
                  <a:pt x="441051" y="141073"/>
                </a:lnTo>
                <a:cubicBezTo>
                  <a:pt x="441051" y="139555"/>
                  <a:pt x="440429" y="138165"/>
                  <a:pt x="439414" y="137159"/>
                </a:cubicBezTo>
                <a:cubicBezTo>
                  <a:pt x="438408" y="136152"/>
                  <a:pt x="437017" y="135512"/>
                  <a:pt x="435491" y="135512"/>
                </a:cubicBezTo>
                <a:lnTo>
                  <a:pt x="387521" y="135512"/>
                </a:lnTo>
                <a:cubicBezTo>
                  <a:pt x="386002" y="135512"/>
                  <a:pt x="384612" y="136143"/>
                  <a:pt x="383607" y="137159"/>
                </a:cubicBezTo>
                <a:cubicBezTo>
                  <a:pt x="382601" y="138165"/>
                  <a:pt x="381969" y="139555"/>
                  <a:pt x="381969" y="141073"/>
                </a:cubicBezTo>
                <a:lnTo>
                  <a:pt x="381969" y="156381"/>
                </a:lnTo>
                <a:cubicBezTo>
                  <a:pt x="382023" y="161320"/>
                  <a:pt x="379225" y="166064"/>
                  <a:pt x="374436" y="168239"/>
                </a:cubicBezTo>
                <a:cubicBezTo>
                  <a:pt x="371492" y="169576"/>
                  <a:pt x="368941" y="170874"/>
                  <a:pt x="366774" y="172118"/>
                </a:cubicBezTo>
                <a:cubicBezTo>
                  <a:pt x="364541" y="173398"/>
                  <a:pt x="362268" y="174863"/>
                  <a:pt x="359943" y="176496"/>
                </a:cubicBezTo>
                <a:cubicBezTo>
                  <a:pt x="355948" y="179560"/>
                  <a:pt x="350340" y="180089"/>
                  <a:pt x="345724" y="177410"/>
                </a:cubicBezTo>
                <a:lnTo>
                  <a:pt x="332356" y="169692"/>
                </a:lnTo>
                <a:lnTo>
                  <a:pt x="332356" y="169674"/>
                </a:lnTo>
                <a:cubicBezTo>
                  <a:pt x="331058" y="168933"/>
                  <a:pt x="329540" y="168796"/>
                  <a:pt x="328132" y="169171"/>
                </a:cubicBezTo>
                <a:cubicBezTo>
                  <a:pt x="326724" y="169546"/>
                  <a:pt x="325471" y="170424"/>
                  <a:pt x="324730" y="171704"/>
                </a:cubicBezTo>
                <a:lnTo>
                  <a:pt x="300744" y="213254"/>
                </a:lnTo>
                <a:cubicBezTo>
                  <a:pt x="299985" y="214570"/>
                  <a:pt x="299848" y="216105"/>
                  <a:pt x="300232" y="217534"/>
                </a:cubicBezTo>
                <a:cubicBezTo>
                  <a:pt x="300563" y="218814"/>
                  <a:pt x="301322" y="219957"/>
                  <a:pt x="302418" y="220716"/>
                </a:cubicBezTo>
                <a:lnTo>
                  <a:pt x="302819" y="220936"/>
                </a:lnTo>
                <a:close/>
              </a:path>
            </a:pathLst>
          </a:custGeom>
          <a:solidFill>
            <a:schemeClr val="bg1"/>
          </a:solidFill>
          <a:ln w="762" cap="flat">
            <a:noFill/>
            <a:prstDash val="solid"/>
            <a:miter/>
          </a:ln>
        </p:spPr>
        <p:txBody>
          <a:bodyPr rtlCol="0" anchor="ctr"/>
          <a:lstStyle/>
          <a:p>
            <a:endParaRPr lang="en-GB"/>
          </a:p>
        </p:txBody>
      </p:sp>
      <p:sp>
        <p:nvSpPr>
          <p:cNvPr id="1050" name="TextBox 1049">
            <a:extLst>
              <a:ext uri="{FF2B5EF4-FFF2-40B4-BE49-F238E27FC236}">
                <a16:creationId xmlns:a16="http://schemas.microsoft.com/office/drawing/2014/main" id="{03EC5AED-9848-05B3-8DB2-3919461F914F}"/>
              </a:ext>
            </a:extLst>
          </p:cNvPr>
          <p:cNvSpPr txBox="1"/>
          <p:nvPr/>
        </p:nvSpPr>
        <p:spPr>
          <a:xfrm>
            <a:off x="8377486" y="3965980"/>
            <a:ext cx="3013868" cy="698921"/>
          </a:xfrm>
          <a:prstGeom prst="rect">
            <a:avLst/>
          </a:prstGeom>
          <a:noFill/>
        </p:spPr>
        <p:txBody>
          <a:bodyPr wrap="square">
            <a:spAutoFit/>
          </a:bodyPr>
          <a:lstStyle/>
          <a:p>
            <a:pPr algn="just" rtl="1">
              <a:lnSpc>
                <a:spcPct val="80000"/>
              </a:lnSpc>
            </a:pPr>
            <a:r>
              <a:rPr lang="ar-EG" sz="2200" b="1" dirty="0">
                <a:solidFill>
                  <a:schemeClr val="bg1"/>
                </a:solidFill>
              </a:rPr>
              <a:t>تشمل أعمال التشغيل المستمرة لمكتب البنية المؤسسية ما يلي:</a:t>
            </a:r>
          </a:p>
        </p:txBody>
      </p:sp>
      <p:grpSp>
        <p:nvGrpSpPr>
          <p:cNvPr id="1057" name="Group 1056">
            <a:extLst>
              <a:ext uri="{FF2B5EF4-FFF2-40B4-BE49-F238E27FC236}">
                <a16:creationId xmlns:a16="http://schemas.microsoft.com/office/drawing/2014/main" id="{3465B405-0634-8A0F-586F-ACAE820F600B}"/>
              </a:ext>
            </a:extLst>
          </p:cNvPr>
          <p:cNvGrpSpPr>
            <a:grpSpLocks noChangeAspect="1"/>
          </p:cNvGrpSpPr>
          <p:nvPr/>
        </p:nvGrpSpPr>
        <p:grpSpPr>
          <a:xfrm>
            <a:off x="2442838" y="4119730"/>
            <a:ext cx="352697" cy="411480"/>
            <a:chOff x="10645776" y="334963"/>
            <a:chExt cx="1228725" cy="1433513"/>
          </a:xfrm>
          <a:solidFill>
            <a:schemeClr val="bg1"/>
          </a:solidFill>
        </p:grpSpPr>
        <p:sp>
          <p:nvSpPr>
            <p:cNvPr id="1058" name="Freeform 20">
              <a:extLst>
                <a:ext uri="{FF2B5EF4-FFF2-40B4-BE49-F238E27FC236}">
                  <a16:creationId xmlns:a16="http://schemas.microsoft.com/office/drawing/2014/main" id="{5CB12E67-7666-2B9B-9FC4-F81C221B7DB5}"/>
                </a:ext>
              </a:extLst>
            </p:cNvPr>
            <p:cNvSpPr>
              <a:spLocks noEditPoints="1"/>
            </p:cNvSpPr>
            <p:nvPr/>
          </p:nvSpPr>
          <p:spPr bwMode="auto">
            <a:xfrm>
              <a:off x="10645776" y="334963"/>
              <a:ext cx="1228725" cy="1433513"/>
            </a:xfrm>
            <a:custGeom>
              <a:avLst/>
              <a:gdLst>
                <a:gd name="T0" fmla="*/ 838 w 2963"/>
                <a:gd name="T1" fmla="*/ 153 h 3465"/>
                <a:gd name="T2" fmla="*/ 277 w 2963"/>
                <a:gd name="T3" fmla="*/ 259 h 3465"/>
                <a:gd name="T4" fmla="*/ 0 w 2963"/>
                <a:gd name="T5" fmla="*/ 1299 h 3465"/>
                <a:gd name="T6" fmla="*/ 195 w 2963"/>
                <a:gd name="T7" fmla="*/ 3419 h 3465"/>
                <a:gd name="T8" fmla="*/ 2341 w 2963"/>
                <a:gd name="T9" fmla="*/ 3456 h 3465"/>
                <a:gd name="T10" fmla="*/ 2673 w 2963"/>
                <a:gd name="T11" fmla="*/ 3146 h 3465"/>
                <a:gd name="T12" fmla="*/ 2837 w 2963"/>
                <a:gd name="T13" fmla="*/ 2817 h 3465"/>
                <a:gd name="T14" fmla="*/ 2878 w 2963"/>
                <a:gd name="T15" fmla="*/ 2614 h 3465"/>
                <a:gd name="T16" fmla="*/ 2937 w 2963"/>
                <a:gd name="T17" fmla="*/ 2344 h 3465"/>
                <a:gd name="T18" fmla="*/ 2890 w 2963"/>
                <a:gd name="T19" fmla="*/ 2183 h 3465"/>
                <a:gd name="T20" fmla="*/ 2681 w 2963"/>
                <a:gd name="T21" fmla="*/ 1283 h 3465"/>
                <a:gd name="T22" fmla="*/ 2389 w 2963"/>
                <a:gd name="T23" fmla="*/ 258 h 3465"/>
                <a:gd name="T24" fmla="*/ 1790 w 2963"/>
                <a:gd name="T25" fmla="*/ 151 h 3465"/>
                <a:gd name="T26" fmla="*/ 1380 w 2963"/>
                <a:gd name="T27" fmla="*/ 0 h 3465"/>
                <a:gd name="T28" fmla="*/ 1614 w 2963"/>
                <a:gd name="T29" fmla="*/ 229 h 3465"/>
                <a:gd name="T30" fmla="*/ 1336 w 2963"/>
                <a:gd name="T31" fmla="*/ 548 h 3465"/>
                <a:gd name="T32" fmla="*/ 1134 w 2963"/>
                <a:gd name="T33" fmla="*/ 162 h 3465"/>
                <a:gd name="T34" fmla="*/ 731 w 2963"/>
                <a:gd name="T35" fmla="*/ 445 h 3465"/>
                <a:gd name="T36" fmla="*/ 441 w 2963"/>
                <a:gd name="T37" fmla="*/ 3026 h 3465"/>
                <a:gd name="T38" fmla="*/ 2449 w 2963"/>
                <a:gd name="T39" fmla="*/ 3183 h 3465"/>
                <a:gd name="T40" fmla="*/ 2545 w 2963"/>
                <a:gd name="T41" fmla="*/ 2984 h 3465"/>
                <a:gd name="T42" fmla="*/ 2586 w 2963"/>
                <a:gd name="T43" fmla="*/ 3165 h 3465"/>
                <a:gd name="T44" fmla="*/ 223 w 2963"/>
                <a:gd name="T45" fmla="*/ 3343 h 3465"/>
                <a:gd name="T46" fmla="*/ 143 w 2963"/>
                <a:gd name="T47" fmla="*/ 432 h 3465"/>
                <a:gd name="T48" fmla="*/ 2448 w 2963"/>
                <a:gd name="T49" fmla="*/ 356 h 3465"/>
                <a:gd name="T50" fmla="*/ 2575 w 2963"/>
                <a:gd name="T51" fmla="*/ 2015 h 3465"/>
                <a:gd name="T52" fmla="*/ 2400 w 2963"/>
                <a:gd name="T53" fmla="*/ 480 h 3465"/>
                <a:gd name="T54" fmla="*/ 2390 w 2963"/>
                <a:gd name="T55" fmla="*/ 340 h 3465"/>
                <a:gd name="T56" fmla="*/ 2251 w 2963"/>
                <a:gd name="T57" fmla="*/ 532 h 3465"/>
                <a:gd name="T58" fmla="*/ 2353 w 2963"/>
                <a:gd name="T59" fmla="*/ 1951 h 3465"/>
                <a:gd name="T60" fmla="*/ 2218 w 2963"/>
                <a:gd name="T61" fmla="*/ 2053 h 3465"/>
                <a:gd name="T62" fmla="*/ 523 w 2963"/>
                <a:gd name="T63" fmla="*/ 2198 h 3465"/>
                <a:gd name="T64" fmla="*/ 2015 w 2963"/>
                <a:gd name="T65" fmla="*/ 2256 h 3465"/>
                <a:gd name="T66" fmla="*/ 1915 w 2963"/>
                <a:gd name="T67" fmla="*/ 2390 h 3465"/>
                <a:gd name="T68" fmla="*/ 894 w 2963"/>
                <a:gd name="T69" fmla="*/ 2489 h 3465"/>
                <a:gd name="T70" fmla="*/ 1954 w 2963"/>
                <a:gd name="T71" fmla="*/ 2607 h 3465"/>
                <a:gd name="T72" fmla="*/ 1523 w 2963"/>
                <a:gd name="T73" fmla="*/ 2698 h 3465"/>
                <a:gd name="T74" fmla="*/ 2176 w 2963"/>
                <a:gd name="T75" fmla="*/ 2911 h 3465"/>
                <a:gd name="T76" fmla="*/ 2316 w 2963"/>
                <a:gd name="T77" fmla="*/ 2982 h 3465"/>
                <a:gd name="T78" fmla="*/ 2396 w 2963"/>
                <a:gd name="T79" fmla="*/ 3120 h 3465"/>
                <a:gd name="T80" fmla="*/ 717 w 2963"/>
                <a:gd name="T81" fmla="*/ 2943 h 3465"/>
                <a:gd name="T82" fmla="*/ 436 w 2963"/>
                <a:gd name="T83" fmla="*/ 2715 h 3465"/>
                <a:gd name="T84" fmla="*/ 424 w 2963"/>
                <a:gd name="T85" fmla="*/ 532 h 3465"/>
                <a:gd name="T86" fmla="*/ 2605 w 2963"/>
                <a:gd name="T87" fmla="*/ 2150 h 3465"/>
                <a:gd name="T88" fmla="*/ 2775 w 2963"/>
                <a:gd name="T89" fmla="*/ 2188 h 3465"/>
                <a:gd name="T90" fmla="*/ 2791 w 2963"/>
                <a:gd name="T91" fmla="*/ 2374 h 3465"/>
                <a:gd name="T92" fmla="*/ 2878 w 2963"/>
                <a:gd name="T93" fmla="*/ 2513 h 3465"/>
                <a:gd name="T94" fmla="*/ 2756 w 2963"/>
                <a:gd name="T95" fmla="*/ 2670 h 3465"/>
                <a:gd name="T96" fmla="*/ 2702 w 2963"/>
                <a:gd name="T97" fmla="*/ 2819 h 3465"/>
                <a:gd name="T98" fmla="*/ 2508 w 2963"/>
                <a:gd name="T99" fmla="*/ 2856 h 3465"/>
                <a:gd name="T100" fmla="*/ 2368 w 2963"/>
                <a:gd name="T101" fmla="*/ 2876 h 3465"/>
                <a:gd name="T102" fmla="*/ 2210 w 2963"/>
                <a:gd name="T103" fmla="*/ 2796 h 3465"/>
                <a:gd name="T104" fmla="*/ 2093 w 2963"/>
                <a:gd name="T105" fmla="*/ 2724 h 3465"/>
                <a:gd name="T106" fmla="*/ 2045 w 2963"/>
                <a:gd name="T107" fmla="*/ 2543 h 3465"/>
                <a:gd name="T108" fmla="*/ 2015 w 2963"/>
                <a:gd name="T109" fmla="*/ 2408 h 3465"/>
                <a:gd name="T110" fmla="*/ 2112 w 2963"/>
                <a:gd name="T111" fmla="*/ 2251 h 3465"/>
                <a:gd name="T112" fmla="*/ 2190 w 2963"/>
                <a:gd name="T113" fmla="*/ 2130 h 3465"/>
                <a:gd name="T114" fmla="*/ 2361 w 2963"/>
                <a:gd name="T115" fmla="*/ 2070 h 3465"/>
                <a:gd name="T116" fmla="*/ 2501 w 2963"/>
                <a:gd name="T117" fmla="*/ 2065 h 3465"/>
                <a:gd name="T118" fmla="*/ 345 w 2963"/>
                <a:gd name="T119" fmla="*/ 2798 h 3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963" h="3465">
                  <a:moveTo>
                    <a:pt x="1185" y="23"/>
                  </a:moveTo>
                  <a:lnTo>
                    <a:pt x="1160" y="36"/>
                  </a:lnTo>
                  <a:lnTo>
                    <a:pt x="1106" y="76"/>
                  </a:lnTo>
                  <a:lnTo>
                    <a:pt x="1085" y="96"/>
                  </a:lnTo>
                  <a:lnTo>
                    <a:pt x="1069" y="113"/>
                  </a:lnTo>
                  <a:lnTo>
                    <a:pt x="1042" y="134"/>
                  </a:lnTo>
                  <a:lnTo>
                    <a:pt x="1003" y="145"/>
                  </a:lnTo>
                  <a:lnTo>
                    <a:pt x="939" y="150"/>
                  </a:lnTo>
                  <a:lnTo>
                    <a:pt x="890" y="151"/>
                  </a:lnTo>
                  <a:lnTo>
                    <a:pt x="838" y="153"/>
                  </a:lnTo>
                  <a:lnTo>
                    <a:pt x="775" y="157"/>
                  </a:lnTo>
                  <a:lnTo>
                    <a:pt x="751" y="164"/>
                  </a:lnTo>
                  <a:lnTo>
                    <a:pt x="742" y="171"/>
                  </a:lnTo>
                  <a:lnTo>
                    <a:pt x="736" y="186"/>
                  </a:lnTo>
                  <a:lnTo>
                    <a:pt x="735" y="201"/>
                  </a:lnTo>
                  <a:lnTo>
                    <a:pt x="730" y="248"/>
                  </a:lnTo>
                  <a:lnTo>
                    <a:pt x="505" y="248"/>
                  </a:lnTo>
                  <a:lnTo>
                    <a:pt x="436" y="248"/>
                  </a:lnTo>
                  <a:lnTo>
                    <a:pt x="340" y="251"/>
                  </a:lnTo>
                  <a:lnTo>
                    <a:pt x="277" y="259"/>
                  </a:lnTo>
                  <a:lnTo>
                    <a:pt x="229" y="274"/>
                  </a:lnTo>
                  <a:lnTo>
                    <a:pt x="205" y="285"/>
                  </a:lnTo>
                  <a:lnTo>
                    <a:pt x="172" y="301"/>
                  </a:lnTo>
                  <a:lnTo>
                    <a:pt x="113" y="350"/>
                  </a:lnTo>
                  <a:lnTo>
                    <a:pt x="62" y="411"/>
                  </a:lnTo>
                  <a:lnTo>
                    <a:pt x="26" y="480"/>
                  </a:lnTo>
                  <a:lnTo>
                    <a:pt x="15" y="516"/>
                  </a:lnTo>
                  <a:lnTo>
                    <a:pt x="11" y="546"/>
                  </a:lnTo>
                  <a:lnTo>
                    <a:pt x="4" y="738"/>
                  </a:lnTo>
                  <a:lnTo>
                    <a:pt x="0" y="1299"/>
                  </a:lnTo>
                  <a:lnTo>
                    <a:pt x="1" y="1893"/>
                  </a:lnTo>
                  <a:lnTo>
                    <a:pt x="5" y="2651"/>
                  </a:lnTo>
                  <a:lnTo>
                    <a:pt x="14" y="3125"/>
                  </a:lnTo>
                  <a:lnTo>
                    <a:pt x="23" y="3217"/>
                  </a:lnTo>
                  <a:lnTo>
                    <a:pt x="30" y="3247"/>
                  </a:lnTo>
                  <a:lnTo>
                    <a:pt x="35" y="3256"/>
                  </a:lnTo>
                  <a:lnTo>
                    <a:pt x="51" y="3284"/>
                  </a:lnTo>
                  <a:lnTo>
                    <a:pt x="92" y="3336"/>
                  </a:lnTo>
                  <a:lnTo>
                    <a:pt x="141" y="3382"/>
                  </a:lnTo>
                  <a:lnTo>
                    <a:pt x="195" y="3419"/>
                  </a:lnTo>
                  <a:lnTo>
                    <a:pt x="223" y="3433"/>
                  </a:lnTo>
                  <a:lnTo>
                    <a:pt x="235" y="3438"/>
                  </a:lnTo>
                  <a:lnTo>
                    <a:pt x="264" y="3447"/>
                  </a:lnTo>
                  <a:lnTo>
                    <a:pt x="339" y="3456"/>
                  </a:lnTo>
                  <a:lnTo>
                    <a:pt x="562" y="3462"/>
                  </a:lnTo>
                  <a:lnTo>
                    <a:pt x="999" y="3465"/>
                  </a:lnTo>
                  <a:lnTo>
                    <a:pt x="1340" y="3465"/>
                  </a:lnTo>
                  <a:lnTo>
                    <a:pt x="1680" y="3465"/>
                  </a:lnTo>
                  <a:lnTo>
                    <a:pt x="2118" y="3462"/>
                  </a:lnTo>
                  <a:lnTo>
                    <a:pt x="2341" y="3456"/>
                  </a:lnTo>
                  <a:lnTo>
                    <a:pt x="2415" y="3447"/>
                  </a:lnTo>
                  <a:lnTo>
                    <a:pt x="2445" y="3438"/>
                  </a:lnTo>
                  <a:lnTo>
                    <a:pt x="2456" y="3433"/>
                  </a:lnTo>
                  <a:lnTo>
                    <a:pt x="2484" y="3419"/>
                  </a:lnTo>
                  <a:lnTo>
                    <a:pt x="2534" y="3388"/>
                  </a:lnTo>
                  <a:lnTo>
                    <a:pt x="2576" y="3351"/>
                  </a:lnTo>
                  <a:lnTo>
                    <a:pt x="2611" y="3309"/>
                  </a:lnTo>
                  <a:lnTo>
                    <a:pt x="2639" y="3261"/>
                  </a:lnTo>
                  <a:lnTo>
                    <a:pt x="2660" y="3207"/>
                  </a:lnTo>
                  <a:lnTo>
                    <a:pt x="2673" y="3146"/>
                  </a:lnTo>
                  <a:lnTo>
                    <a:pt x="2680" y="3079"/>
                  </a:lnTo>
                  <a:lnTo>
                    <a:pt x="2681" y="3043"/>
                  </a:lnTo>
                  <a:lnTo>
                    <a:pt x="2682" y="2971"/>
                  </a:lnTo>
                  <a:lnTo>
                    <a:pt x="2690" y="2925"/>
                  </a:lnTo>
                  <a:lnTo>
                    <a:pt x="2702" y="2915"/>
                  </a:lnTo>
                  <a:lnTo>
                    <a:pt x="2711" y="2915"/>
                  </a:lnTo>
                  <a:lnTo>
                    <a:pt x="2718" y="2914"/>
                  </a:lnTo>
                  <a:lnTo>
                    <a:pt x="2739" y="2903"/>
                  </a:lnTo>
                  <a:lnTo>
                    <a:pt x="2780" y="2872"/>
                  </a:lnTo>
                  <a:lnTo>
                    <a:pt x="2837" y="2817"/>
                  </a:lnTo>
                  <a:lnTo>
                    <a:pt x="2869" y="2778"/>
                  </a:lnTo>
                  <a:lnTo>
                    <a:pt x="2880" y="2758"/>
                  </a:lnTo>
                  <a:lnTo>
                    <a:pt x="2881" y="2751"/>
                  </a:lnTo>
                  <a:lnTo>
                    <a:pt x="2880" y="2741"/>
                  </a:lnTo>
                  <a:lnTo>
                    <a:pt x="2866" y="2706"/>
                  </a:lnTo>
                  <a:lnTo>
                    <a:pt x="2855" y="2688"/>
                  </a:lnTo>
                  <a:lnTo>
                    <a:pt x="2844" y="2672"/>
                  </a:lnTo>
                  <a:lnTo>
                    <a:pt x="2836" y="2647"/>
                  </a:lnTo>
                  <a:lnTo>
                    <a:pt x="2846" y="2630"/>
                  </a:lnTo>
                  <a:lnTo>
                    <a:pt x="2878" y="2614"/>
                  </a:lnTo>
                  <a:lnTo>
                    <a:pt x="2903" y="2605"/>
                  </a:lnTo>
                  <a:lnTo>
                    <a:pt x="2921" y="2599"/>
                  </a:lnTo>
                  <a:lnTo>
                    <a:pt x="2943" y="2586"/>
                  </a:lnTo>
                  <a:lnTo>
                    <a:pt x="2955" y="2562"/>
                  </a:lnTo>
                  <a:lnTo>
                    <a:pt x="2960" y="2518"/>
                  </a:lnTo>
                  <a:lnTo>
                    <a:pt x="2961" y="2483"/>
                  </a:lnTo>
                  <a:lnTo>
                    <a:pt x="2963" y="2444"/>
                  </a:lnTo>
                  <a:lnTo>
                    <a:pt x="2958" y="2386"/>
                  </a:lnTo>
                  <a:lnTo>
                    <a:pt x="2947" y="2357"/>
                  </a:lnTo>
                  <a:lnTo>
                    <a:pt x="2937" y="2344"/>
                  </a:lnTo>
                  <a:lnTo>
                    <a:pt x="2924" y="2336"/>
                  </a:lnTo>
                  <a:lnTo>
                    <a:pt x="2907" y="2332"/>
                  </a:lnTo>
                  <a:lnTo>
                    <a:pt x="2898" y="2331"/>
                  </a:lnTo>
                  <a:lnTo>
                    <a:pt x="2879" y="2330"/>
                  </a:lnTo>
                  <a:lnTo>
                    <a:pt x="2858" y="2320"/>
                  </a:lnTo>
                  <a:lnTo>
                    <a:pt x="2849" y="2310"/>
                  </a:lnTo>
                  <a:lnTo>
                    <a:pt x="2843" y="2291"/>
                  </a:lnTo>
                  <a:lnTo>
                    <a:pt x="2849" y="2255"/>
                  </a:lnTo>
                  <a:lnTo>
                    <a:pt x="2860" y="2235"/>
                  </a:lnTo>
                  <a:lnTo>
                    <a:pt x="2890" y="2183"/>
                  </a:lnTo>
                  <a:lnTo>
                    <a:pt x="2806" y="2098"/>
                  </a:lnTo>
                  <a:lnTo>
                    <a:pt x="2772" y="2065"/>
                  </a:lnTo>
                  <a:lnTo>
                    <a:pt x="2729" y="2032"/>
                  </a:lnTo>
                  <a:lnTo>
                    <a:pt x="2708" y="2022"/>
                  </a:lnTo>
                  <a:lnTo>
                    <a:pt x="2703" y="2023"/>
                  </a:lnTo>
                  <a:lnTo>
                    <a:pt x="2700" y="2023"/>
                  </a:lnTo>
                  <a:lnTo>
                    <a:pt x="2695" y="2009"/>
                  </a:lnTo>
                  <a:lnTo>
                    <a:pt x="2689" y="1953"/>
                  </a:lnTo>
                  <a:lnTo>
                    <a:pt x="2682" y="1674"/>
                  </a:lnTo>
                  <a:lnTo>
                    <a:pt x="2681" y="1283"/>
                  </a:lnTo>
                  <a:lnTo>
                    <a:pt x="2681" y="538"/>
                  </a:lnTo>
                  <a:lnTo>
                    <a:pt x="2636" y="446"/>
                  </a:lnTo>
                  <a:lnTo>
                    <a:pt x="2625" y="425"/>
                  </a:lnTo>
                  <a:lnTo>
                    <a:pt x="2598" y="385"/>
                  </a:lnTo>
                  <a:lnTo>
                    <a:pt x="2568" y="350"/>
                  </a:lnTo>
                  <a:lnTo>
                    <a:pt x="2535" y="319"/>
                  </a:lnTo>
                  <a:lnTo>
                    <a:pt x="2518" y="306"/>
                  </a:lnTo>
                  <a:lnTo>
                    <a:pt x="2493" y="289"/>
                  </a:lnTo>
                  <a:lnTo>
                    <a:pt x="2450" y="268"/>
                  </a:lnTo>
                  <a:lnTo>
                    <a:pt x="2389" y="258"/>
                  </a:lnTo>
                  <a:lnTo>
                    <a:pt x="2282" y="253"/>
                  </a:lnTo>
                  <a:lnTo>
                    <a:pt x="2198" y="251"/>
                  </a:lnTo>
                  <a:lnTo>
                    <a:pt x="1950" y="246"/>
                  </a:lnTo>
                  <a:lnTo>
                    <a:pt x="1945" y="201"/>
                  </a:lnTo>
                  <a:lnTo>
                    <a:pt x="1943" y="186"/>
                  </a:lnTo>
                  <a:lnTo>
                    <a:pt x="1937" y="171"/>
                  </a:lnTo>
                  <a:lnTo>
                    <a:pt x="1928" y="164"/>
                  </a:lnTo>
                  <a:lnTo>
                    <a:pt x="1904" y="157"/>
                  </a:lnTo>
                  <a:lnTo>
                    <a:pt x="1841" y="153"/>
                  </a:lnTo>
                  <a:lnTo>
                    <a:pt x="1790" y="151"/>
                  </a:lnTo>
                  <a:lnTo>
                    <a:pt x="1741" y="150"/>
                  </a:lnTo>
                  <a:lnTo>
                    <a:pt x="1676" y="145"/>
                  </a:lnTo>
                  <a:lnTo>
                    <a:pt x="1638" y="134"/>
                  </a:lnTo>
                  <a:lnTo>
                    <a:pt x="1610" y="113"/>
                  </a:lnTo>
                  <a:lnTo>
                    <a:pt x="1595" y="96"/>
                  </a:lnTo>
                  <a:lnTo>
                    <a:pt x="1573" y="76"/>
                  </a:lnTo>
                  <a:lnTo>
                    <a:pt x="1516" y="36"/>
                  </a:lnTo>
                  <a:lnTo>
                    <a:pt x="1490" y="23"/>
                  </a:lnTo>
                  <a:lnTo>
                    <a:pt x="1459" y="12"/>
                  </a:lnTo>
                  <a:lnTo>
                    <a:pt x="1380" y="0"/>
                  </a:lnTo>
                  <a:lnTo>
                    <a:pt x="1293" y="0"/>
                  </a:lnTo>
                  <a:lnTo>
                    <a:pt x="1214" y="12"/>
                  </a:lnTo>
                  <a:lnTo>
                    <a:pt x="1185" y="23"/>
                  </a:lnTo>
                  <a:close/>
                  <a:moveTo>
                    <a:pt x="1483" y="106"/>
                  </a:moveTo>
                  <a:lnTo>
                    <a:pt x="1504" y="120"/>
                  </a:lnTo>
                  <a:lnTo>
                    <a:pt x="1544" y="161"/>
                  </a:lnTo>
                  <a:lnTo>
                    <a:pt x="1556" y="181"/>
                  </a:lnTo>
                  <a:lnTo>
                    <a:pt x="1565" y="199"/>
                  </a:lnTo>
                  <a:lnTo>
                    <a:pt x="1583" y="220"/>
                  </a:lnTo>
                  <a:lnTo>
                    <a:pt x="1614" y="229"/>
                  </a:lnTo>
                  <a:lnTo>
                    <a:pt x="1675" y="231"/>
                  </a:lnTo>
                  <a:lnTo>
                    <a:pt x="1723" y="231"/>
                  </a:lnTo>
                  <a:lnTo>
                    <a:pt x="1863" y="231"/>
                  </a:lnTo>
                  <a:lnTo>
                    <a:pt x="1868" y="383"/>
                  </a:lnTo>
                  <a:lnTo>
                    <a:pt x="1870" y="444"/>
                  </a:lnTo>
                  <a:lnTo>
                    <a:pt x="1869" y="530"/>
                  </a:lnTo>
                  <a:lnTo>
                    <a:pt x="1866" y="541"/>
                  </a:lnTo>
                  <a:lnTo>
                    <a:pt x="1834" y="544"/>
                  </a:lnTo>
                  <a:lnTo>
                    <a:pt x="1546" y="548"/>
                  </a:lnTo>
                  <a:lnTo>
                    <a:pt x="1336" y="548"/>
                  </a:lnTo>
                  <a:lnTo>
                    <a:pt x="815" y="548"/>
                  </a:lnTo>
                  <a:lnTo>
                    <a:pt x="815" y="390"/>
                  </a:lnTo>
                  <a:lnTo>
                    <a:pt x="815" y="231"/>
                  </a:lnTo>
                  <a:lnTo>
                    <a:pt x="956" y="231"/>
                  </a:lnTo>
                  <a:lnTo>
                    <a:pt x="1005" y="231"/>
                  </a:lnTo>
                  <a:lnTo>
                    <a:pt x="1065" y="229"/>
                  </a:lnTo>
                  <a:lnTo>
                    <a:pt x="1097" y="220"/>
                  </a:lnTo>
                  <a:lnTo>
                    <a:pt x="1114" y="199"/>
                  </a:lnTo>
                  <a:lnTo>
                    <a:pt x="1123" y="181"/>
                  </a:lnTo>
                  <a:lnTo>
                    <a:pt x="1134" y="162"/>
                  </a:lnTo>
                  <a:lnTo>
                    <a:pt x="1165" y="129"/>
                  </a:lnTo>
                  <a:lnTo>
                    <a:pt x="1204" y="103"/>
                  </a:lnTo>
                  <a:lnTo>
                    <a:pt x="1249" y="84"/>
                  </a:lnTo>
                  <a:lnTo>
                    <a:pt x="1299" y="74"/>
                  </a:lnTo>
                  <a:lnTo>
                    <a:pt x="1351" y="72"/>
                  </a:lnTo>
                  <a:lnTo>
                    <a:pt x="1405" y="78"/>
                  </a:lnTo>
                  <a:lnTo>
                    <a:pt x="1458" y="94"/>
                  </a:lnTo>
                  <a:lnTo>
                    <a:pt x="1483" y="106"/>
                  </a:lnTo>
                  <a:close/>
                  <a:moveTo>
                    <a:pt x="731" y="388"/>
                  </a:moveTo>
                  <a:lnTo>
                    <a:pt x="731" y="445"/>
                  </a:lnTo>
                  <a:lnTo>
                    <a:pt x="513" y="451"/>
                  </a:lnTo>
                  <a:lnTo>
                    <a:pt x="439" y="453"/>
                  </a:lnTo>
                  <a:lnTo>
                    <a:pt x="345" y="457"/>
                  </a:lnTo>
                  <a:lnTo>
                    <a:pt x="296" y="467"/>
                  </a:lnTo>
                  <a:lnTo>
                    <a:pt x="269" y="487"/>
                  </a:lnTo>
                  <a:lnTo>
                    <a:pt x="255" y="503"/>
                  </a:lnTo>
                  <a:lnTo>
                    <a:pt x="215" y="550"/>
                  </a:lnTo>
                  <a:lnTo>
                    <a:pt x="215" y="1670"/>
                  </a:lnTo>
                  <a:lnTo>
                    <a:pt x="215" y="2790"/>
                  </a:lnTo>
                  <a:lnTo>
                    <a:pt x="441" y="3026"/>
                  </a:lnTo>
                  <a:lnTo>
                    <a:pt x="668" y="3265"/>
                  </a:lnTo>
                  <a:lnTo>
                    <a:pt x="1503" y="3265"/>
                  </a:lnTo>
                  <a:lnTo>
                    <a:pt x="1781" y="3265"/>
                  </a:lnTo>
                  <a:lnTo>
                    <a:pt x="2133" y="3263"/>
                  </a:lnTo>
                  <a:lnTo>
                    <a:pt x="2306" y="3256"/>
                  </a:lnTo>
                  <a:lnTo>
                    <a:pt x="2362" y="3246"/>
                  </a:lnTo>
                  <a:lnTo>
                    <a:pt x="2385" y="3237"/>
                  </a:lnTo>
                  <a:lnTo>
                    <a:pt x="2395" y="3231"/>
                  </a:lnTo>
                  <a:lnTo>
                    <a:pt x="2416" y="3217"/>
                  </a:lnTo>
                  <a:lnTo>
                    <a:pt x="2449" y="3183"/>
                  </a:lnTo>
                  <a:lnTo>
                    <a:pt x="2470" y="3140"/>
                  </a:lnTo>
                  <a:lnTo>
                    <a:pt x="2481" y="3087"/>
                  </a:lnTo>
                  <a:lnTo>
                    <a:pt x="2481" y="3056"/>
                  </a:lnTo>
                  <a:lnTo>
                    <a:pt x="2482" y="3041"/>
                  </a:lnTo>
                  <a:lnTo>
                    <a:pt x="2485" y="3018"/>
                  </a:lnTo>
                  <a:lnTo>
                    <a:pt x="2493" y="3004"/>
                  </a:lnTo>
                  <a:lnTo>
                    <a:pt x="2509" y="2997"/>
                  </a:lnTo>
                  <a:lnTo>
                    <a:pt x="2520" y="2995"/>
                  </a:lnTo>
                  <a:lnTo>
                    <a:pt x="2529" y="2993"/>
                  </a:lnTo>
                  <a:lnTo>
                    <a:pt x="2545" y="2984"/>
                  </a:lnTo>
                  <a:lnTo>
                    <a:pt x="2559" y="2968"/>
                  </a:lnTo>
                  <a:lnTo>
                    <a:pt x="2571" y="2946"/>
                  </a:lnTo>
                  <a:lnTo>
                    <a:pt x="2576" y="2931"/>
                  </a:lnTo>
                  <a:lnTo>
                    <a:pt x="2583" y="2913"/>
                  </a:lnTo>
                  <a:lnTo>
                    <a:pt x="2589" y="2901"/>
                  </a:lnTo>
                  <a:lnTo>
                    <a:pt x="2592" y="2901"/>
                  </a:lnTo>
                  <a:lnTo>
                    <a:pt x="2596" y="2936"/>
                  </a:lnTo>
                  <a:lnTo>
                    <a:pt x="2596" y="3023"/>
                  </a:lnTo>
                  <a:lnTo>
                    <a:pt x="2596" y="3087"/>
                  </a:lnTo>
                  <a:lnTo>
                    <a:pt x="2586" y="3165"/>
                  </a:lnTo>
                  <a:lnTo>
                    <a:pt x="2574" y="3209"/>
                  </a:lnTo>
                  <a:lnTo>
                    <a:pt x="2558" y="3246"/>
                  </a:lnTo>
                  <a:lnTo>
                    <a:pt x="2536" y="3279"/>
                  </a:lnTo>
                  <a:lnTo>
                    <a:pt x="2509" y="3307"/>
                  </a:lnTo>
                  <a:lnTo>
                    <a:pt x="2475" y="3332"/>
                  </a:lnTo>
                  <a:lnTo>
                    <a:pt x="2456" y="3343"/>
                  </a:lnTo>
                  <a:lnTo>
                    <a:pt x="2390" y="3381"/>
                  </a:lnTo>
                  <a:lnTo>
                    <a:pt x="1340" y="3381"/>
                  </a:lnTo>
                  <a:lnTo>
                    <a:pt x="290" y="3381"/>
                  </a:lnTo>
                  <a:lnTo>
                    <a:pt x="223" y="3343"/>
                  </a:lnTo>
                  <a:lnTo>
                    <a:pt x="209" y="3335"/>
                  </a:lnTo>
                  <a:lnTo>
                    <a:pt x="179" y="3311"/>
                  </a:lnTo>
                  <a:lnTo>
                    <a:pt x="151" y="3283"/>
                  </a:lnTo>
                  <a:lnTo>
                    <a:pt x="128" y="3254"/>
                  </a:lnTo>
                  <a:lnTo>
                    <a:pt x="120" y="3240"/>
                  </a:lnTo>
                  <a:lnTo>
                    <a:pt x="81" y="3173"/>
                  </a:lnTo>
                  <a:lnTo>
                    <a:pt x="86" y="1840"/>
                  </a:lnTo>
                  <a:lnTo>
                    <a:pt x="90" y="506"/>
                  </a:lnTo>
                  <a:lnTo>
                    <a:pt x="130" y="451"/>
                  </a:lnTo>
                  <a:lnTo>
                    <a:pt x="143" y="432"/>
                  </a:lnTo>
                  <a:lnTo>
                    <a:pt x="170" y="400"/>
                  </a:lnTo>
                  <a:lnTo>
                    <a:pt x="198" y="376"/>
                  </a:lnTo>
                  <a:lnTo>
                    <a:pt x="229" y="358"/>
                  </a:lnTo>
                  <a:lnTo>
                    <a:pt x="268" y="346"/>
                  </a:lnTo>
                  <a:lnTo>
                    <a:pt x="317" y="338"/>
                  </a:lnTo>
                  <a:lnTo>
                    <a:pt x="413" y="332"/>
                  </a:lnTo>
                  <a:lnTo>
                    <a:pt x="503" y="331"/>
                  </a:lnTo>
                  <a:lnTo>
                    <a:pt x="731" y="331"/>
                  </a:lnTo>
                  <a:lnTo>
                    <a:pt x="731" y="388"/>
                  </a:lnTo>
                  <a:close/>
                  <a:moveTo>
                    <a:pt x="2448" y="356"/>
                  </a:moveTo>
                  <a:lnTo>
                    <a:pt x="2470" y="370"/>
                  </a:lnTo>
                  <a:lnTo>
                    <a:pt x="2522" y="417"/>
                  </a:lnTo>
                  <a:lnTo>
                    <a:pt x="2543" y="443"/>
                  </a:lnTo>
                  <a:lnTo>
                    <a:pt x="2590" y="503"/>
                  </a:lnTo>
                  <a:lnTo>
                    <a:pt x="2593" y="1288"/>
                  </a:lnTo>
                  <a:lnTo>
                    <a:pt x="2594" y="1711"/>
                  </a:lnTo>
                  <a:lnTo>
                    <a:pt x="2589" y="1983"/>
                  </a:lnTo>
                  <a:lnTo>
                    <a:pt x="2583" y="2022"/>
                  </a:lnTo>
                  <a:lnTo>
                    <a:pt x="2578" y="2022"/>
                  </a:lnTo>
                  <a:lnTo>
                    <a:pt x="2575" y="2015"/>
                  </a:lnTo>
                  <a:lnTo>
                    <a:pt x="2569" y="2001"/>
                  </a:lnTo>
                  <a:lnTo>
                    <a:pt x="2557" y="1978"/>
                  </a:lnTo>
                  <a:lnTo>
                    <a:pt x="2543" y="1962"/>
                  </a:lnTo>
                  <a:lnTo>
                    <a:pt x="2527" y="1953"/>
                  </a:lnTo>
                  <a:lnTo>
                    <a:pt x="2518" y="1951"/>
                  </a:lnTo>
                  <a:lnTo>
                    <a:pt x="2483" y="1946"/>
                  </a:lnTo>
                  <a:lnTo>
                    <a:pt x="2478" y="1246"/>
                  </a:lnTo>
                  <a:lnTo>
                    <a:pt x="2473" y="545"/>
                  </a:lnTo>
                  <a:lnTo>
                    <a:pt x="2418" y="496"/>
                  </a:lnTo>
                  <a:lnTo>
                    <a:pt x="2400" y="480"/>
                  </a:lnTo>
                  <a:lnTo>
                    <a:pt x="2367" y="459"/>
                  </a:lnTo>
                  <a:lnTo>
                    <a:pt x="2318" y="450"/>
                  </a:lnTo>
                  <a:lnTo>
                    <a:pt x="2227" y="448"/>
                  </a:lnTo>
                  <a:lnTo>
                    <a:pt x="2156" y="448"/>
                  </a:lnTo>
                  <a:lnTo>
                    <a:pt x="1948" y="448"/>
                  </a:lnTo>
                  <a:lnTo>
                    <a:pt x="1948" y="390"/>
                  </a:lnTo>
                  <a:lnTo>
                    <a:pt x="1948" y="331"/>
                  </a:lnTo>
                  <a:lnTo>
                    <a:pt x="2173" y="331"/>
                  </a:lnTo>
                  <a:lnTo>
                    <a:pt x="2287" y="332"/>
                  </a:lnTo>
                  <a:lnTo>
                    <a:pt x="2390" y="340"/>
                  </a:lnTo>
                  <a:lnTo>
                    <a:pt x="2433" y="350"/>
                  </a:lnTo>
                  <a:lnTo>
                    <a:pt x="2448" y="356"/>
                  </a:lnTo>
                  <a:close/>
                  <a:moveTo>
                    <a:pt x="731" y="573"/>
                  </a:moveTo>
                  <a:lnTo>
                    <a:pt x="731" y="615"/>
                  </a:lnTo>
                  <a:lnTo>
                    <a:pt x="1340" y="615"/>
                  </a:lnTo>
                  <a:lnTo>
                    <a:pt x="1948" y="615"/>
                  </a:lnTo>
                  <a:lnTo>
                    <a:pt x="1948" y="573"/>
                  </a:lnTo>
                  <a:lnTo>
                    <a:pt x="1948" y="531"/>
                  </a:lnTo>
                  <a:lnTo>
                    <a:pt x="2146" y="531"/>
                  </a:lnTo>
                  <a:lnTo>
                    <a:pt x="2251" y="532"/>
                  </a:lnTo>
                  <a:lnTo>
                    <a:pt x="2334" y="540"/>
                  </a:lnTo>
                  <a:lnTo>
                    <a:pt x="2363" y="550"/>
                  </a:lnTo>
                  <a:lnTo>
                    <a:pt x="2371" y="558"/>
                  </a:lnTo>
                  <a:lnTo>
                    <a:pt x="2376" y="563"/>
                  </a:lnTo>
                  <a:lnTo>
                    <a:pt x="2383" y="580"/>
                  </a:lnTo>
                  <a:lnTo>
                    <a:pt x="2390" y="630"/>
                  </a:lnTo>
                  <a:lnTo>
                    <a:pt x="2398" y="881"/>
                  </a:lnTo>
                  <a:lnTo>
                    <a:pt x="2398" y="1265"/>
                  </a:lnTo>
                  <a:lnTo>
                    <a:pt x="2398" y="1946"/>
                  </a:lnTo>
                  <a:lnTo>
                    <a:pt x="2353" y="1951"/>
                  </a:lnTo>
                  <a:lnTo>
                    <a:pt x="2340" y="1953"/>
                  </a:lnTo>
                  <a:lnTo>
                    <a:pt x="2321" y="1959"/>
                  </a:lnTo>
                  <a:lnTo>
                    <a:pt x="2309" y="1971"/>
                  </a:lnTo>
                  <a:lnTo>
                    <a:pt x="2303" y="1990"/>
                  </a:lnTo>
                  <a:lnTo>
                    <a:pt x="2301" y="2003"/>
                  </a:lnTo>
                  <a:lnTo>
                    <a:pt x="2298" y="2024"/>
                  </a:lnTo>
                  <a:lnTo>
                    <a:pt x="2286" y="2046"/>
                  </a:lnTo>
                  <a:lnTo>
                    <a:pt x="2275" y="2055"/>
                  </a:lnTo>
                  <a:lnTo>
                    <a:pt x="2255" y="2061"/>
                  </a:lnTo>
                  <a:lnTo>
                    <a:pt x="2218" y="2053"/>
                  </a:lnTo>
                  <a:lnTo>
                    <a:pt x="2196" y="2041"/>
                  </a:lnTo>
                  <a:lnTo>
                    <a:pt x="2148" y="2013"/>
                  </a:lnTo>
                  <a:lnTo>
                    <a:pt x="2068" y="2088"/>
                  </a:lnTo>
                  <a:lnTo>
                    <a:pt x="1986" y="2165"/>
                  </a:lnTo>
                  <a:lnTo>
                    <a:pt x="1255" y="2168"/>
                  </a:lnTo>
                  <a:lnTo>
                    <a:pt x="845" y="2172"/>
                  </a:lnTo>
                  <a:lnTo>
                    <a:pt x="583" y="2180"/>
                  </a:lnTo>
                  <a:lnTo>
                    <a:pt x="535" y="2188"/>
                  </a:lnTo>
                  <a:lnTo>
                    <a:pt x="524" y="2194"/>
                  </a:lnTo>
                  <a:lnTo>
                    <a:pt x="523" y="2198"/>
                  </a:lnTo>
                  <a:lnTo>
                    <a:pt x="524" y="2202"/>
                  </a:lnTo>
                  <a:lnTo>
                    <a:pt x="535" y="2208"/>
                  </a:lnTo>
                  <a:lnTo>
                    <a:pt x="583" y="2216"/>
                  </a:lnTo>
                  <a:lnTo>
                    <a:pt x="846" y="2224"/>
                  </a:lnTo>
                  <a:lnTo>
                    <a:pt x="1258" y="2228"/>
                  </a:lnTo>
                  <a:lnTo>
                    <a:pt x="1663" y="2231"/>
                  </a:lnTo>
                  <a:lnTo>
                    <a:pt x="1937" y="2239"/>
                  </a:lnTo>
                  <a:lnTo>
                    <a:pt x="1993" y="2246"/>
                  </a:lnTo>
                  <a:lnTo>
                    <a:pt x="2011" y="2252"/>
                  </a:lnTo>
                  <a:lnTo>
                    <a:pt x="2015" y="2256"/>
                  </a:lnTo>
                  <a:lnTo>
                    <a:pt x="2024" y="2270"/>
                  </a:lnTo>
                  <a:lnTo>
                    <a:pt x="2029" y="2295"/>
                  </a:lnTo>
                  <a:lnTo>
                    <a:pt x="2016" y="2316"/>
                  </a:lnTo>
                  <a:lnTo>
                    <a:pt x="1987" y="2331"/>
                  </a:lnTo>
                  <a:lnTo>
                    <a:pt x="1966" y="2336"/>
                  </a:lnTo>
                  <a:lnTo>
                    <a:pt x="1952" y="2340"/>
                  </a:lnTo>
                  <a:lnTo>
                    <a:pt x="1931" y="2348"/>
                  </a:lnTo>
                  <a:lnTo>
                    <a:pt x="1920" y="2360"/>
                  </a:lnTo>
                  <a:lnTo>
                    <a:pt x="1915" y="2378"/>
                  </a:lnTo>
                  <a:lnTo>
                    <a:pt x="1915" y="2390"/>
                  </a:lnTo>
                  <a:lnTo>
                    <a:pt x="1915" y="2431"/>
                  </a:lnTo>
                  <a:lnTo>
                    <a:pt x="1403" y="2435"/>
                  </a:lnTo>
                  <a:lnTo>
                    <a:pt x="1089" y="2438"/>
                  </a:lnTo>
                  <a:lnTo>
                    <a:pt x="936" y="2445"/>
                  </a:lnTo>
                  <a:lnTo>
                    <a:pt x="907" y="2450"/>
                  </a:lnTo>
                  <a:lnTo>
                    <a:pt x="894" y="2457"/>
                  </a:lnTo>
                  <a:lnTo>
                    <a:pt x="890" y="2467"/>
                  </a:lnTo>
                  <a:lnTo>
                    <a:pt x="890" y="2473"/>
                  </a:lnTo>
                  <a:lnTo>
                    <a:pt x="890" y="2479"/>
                  </a:lnTo>
                  <a:lnTo>
                    <a:pt x="894" y="2489"/>
                  </a:lnTo>
                  <a:lnTo>
                    <a:pt x="907" y="2496"/>
                  </a:lnTo>
                  <a:lnTo>
                    <a:pt x="936" y="2501"/>
                  </a:lnTo>
                  <a:lnTo>
                    <a:pt x="1089" y="2508"/>
                  </a:lnTo>
                  <a:lnTo>
                    <a:pt x="1403" y="2511"/>
                  </a:lnTo>
                  <a:lnTo>
                    <a:pt x="1915" y="2515"/>
                  </a:lnTo>
                  <a:lnTo>
                    <a:pt x="1915" y="2556"/>
                  </a:lnTo>
                  <a:lnTo>
                    <a:pt x="1915" y="2568"/>
                  </a:lnTo>
                  <a:lnTo>
                    <a:pt x="1920" y="2585"/>
                  </a:lnTo>
                  <a:lnTo>
                    <a:pt x="1933" y="2597"/>
                  </a:lnTo>
                  <a:lnTo>
                    <a:pt x="1954" y="2607"/>
                  </a:lnTo>
                  <a:lnTo>
                    <a:pt x="1970" y="2611"/>
                  </a:lnTo>
                  <a:lnTo>
                    <a:pt x="1995" y="2619"/>
                  </a:lnTo>
                  <a:lnTo>
                    <a:pt x="2016" y="2636"/>
                  </a:lnTo>
                  <a:lnTo>
                    <a:pt x="2022" y="2650"/>
                  </a:lnTo>
                  <a:lnTo>
                    <a:pt x="2023" y="2658"/>
                  </a:lnTo>
                  <a:lnTo>
                    <a:pt x="2023" y="2663"/>
                  </a:lnTo>
                  <a:lnTo>
                    <a:pt x="2018" y="2672"/>
                  </a:lnTo>
                  <a:lnTo>
                    <a:pt x="1994" y="2682"/>
                  </a:lnTo>
                  <a:lnTo>
                    <a:pt x="1826" y="2693"/>
                  </a:lnTo>
                  <a:lnTo>
                    <a:pt x="1523" y="2698"/>
                  </a:lnTo>
                  <a:lnTo>
                    <a:pt x="1023" y="2706"/>
                  </a:lnTo>
                  <a:lnTo>
                    <a:pt x="1018" y="2743"/>
                  </a:lnTo>
                  <a:lnTo>
                    <a:pt x="1013" y="2781"/>
                  </a:lnTo>
                  <a:lnTo>
                    <a:pt x="1510" y="2781"/>
                  </a:lnTo>
                  <a:lnTo>
                    <a:pt x="2008" y="2781"/>
                  </a:lnTo>
                  <a:lnTo>
                    <a:pt x="2073" y="2848"/>
                  </a:lnTo>
                  <a:lnTo>
                    <a:pt x="2098" y="2873"/>
                  </a:lnTo>
                  <a:lnTo>
                    <a:pt x="2137" y="2904"/>
                  </a:lnTo>
                  <a:lnTo>
                    <a:pt x="2161" y="2912"/>
                  </a:lnTo>
                  <a:lnTo>
                    <a:pt x="2176" y="2911"/>
                  </a:lnTo>
                  <a:lnTo>
                    <a:pt x="2201" y="2902"/>
                  </a:lnTo>
                  <a:lnTo>
                    <a:pt x="2221" y="2890"/>
                  </a:lnTo>
                  <a:lnTo>
                    <a:pt x="2237" y="2880"/>
                  </a:lnTo>
                  <a:lnTo>
                    <a:pt x="2257" y="2875"/>
                  </a:lnTo>
                  <a:lnTo>
                    <a:pt x="2268" y="2877"/>
                  </a:lnTo>
                  <a:lnTo>
                    <a:pt x="2282" y="2889"/>
                  </a:lnTo>
                  <a:lnTo>
                    <a:pt x="2298" y="2925"/>
                  </a:lnTo>
                  <a:lnTo>
                    <a:pt x="2305" y="2951"/>
                  </a:lnTo>
                  <a:lnTo>
                    <a:pt x="2308" y="2964"/>
                  </a:lnTo>
                  <a:lnTo>
                    <a:pt x="2316" y="2982"/>
                  </a:lnTo>
                  <a:lnTo>
                    <a:pt x="2328" y="2993"/>
                  </a:lnTo>
                  <a:lnTo>
                    <a:pt x="2345" y="2998"/>
                  </a:lnTo>
                  <a:lnTo>
                    <a:pt x="2356" y="2998"/>
                  </a:lnTo>
                  <a:lnTo>
                    <a:pt x="2369" y="2998"/>
                  </a:lnTo>
                  <a:lnTo>
                    <a:pt x="2386" y="3003"/>
                  </a:lnTo>
                  <a:lnTo>
                    <a:pt x="2395" y="3016"/>
                  </a:lnTo>
                  <a:lnTo>
                    <a:pt x="2398" y="3042"/>
                  </a:lnTo>
                  <a:lnTo>
                    <a:pt x="2398" y="3061"/>
                  </a:lnTo>
                  <a:lnTo>
                    <a:pt x="2398" y="3084"/>
                  </a:lnTo>
                  <a:lnTo>
                    <a:pt x="2396" y="3120"/>
                  </a:lnTo>
                  <a:lnTo>
                    <a:pt x="2385" y="3140"/>
                  </a:lnTo>
                  <a:lnTo>
                    <a:pt x="2372" y="3151"/>
                  </a:lnTo>
                  <a:lnTo>
                    <a:pt x="2339" y="3163"/>
                  </a:lnTo>
                  <a:lnTo>
                    <a:pt x="2261" y="3174"/>
                  </a:lnTo>
                  <a:lnTo>
                    <a:pt x="2135" y="3179"/>
                  </a:lnTo>
                  <a:lnTo>
                    <a:pt x="1840" y="3180"/>
                  </a:lnTo>
                  <a:lnTo>
                    <a:pt x="1530" y="3178"/>
                  </a:lnTo>
                  <a:lnTo>
                    <a:pt x="723" y="3173"/>
                  </a:lnTo>
                  <a:lnTo>
                    <a:pt x="720" y="3015"/>
                  </a:lnTo>
                  <a:lnTo>
                    <a:pt x="717" y="2943"/>
                  </a:lnTo>
                  <a:lnTo>
                    <a:pt x="710" y="2848"/>
                  </a:lnTo>
                  <a:lnTo>
                    <a:pt x="699" y="2805"/>
                  </a:lnTo>
                  <a:lnTo>
                    <a:pt x="688" y="2785"/>
                  </a:lnTo>
                  <a:lnTo>
                    <a:pt x="666" y="2762"/>
                  </a:lnTo>
                  <a:lnTo>
                    <a:pt x="643" y="2748"/>
                  </a:lnTo>
                  <a:lnTo>
                    <a:pt x="627" y="2739"/>
                  </a:lnTo>
                  <a:lnTo>
                    <a:pt x="592" y="2726"/>
                  </a:lnTo>
                  <a:lnTo>
                    <a:pt x="545" y="2718"/>
                  </a:lnTo>
                  <a:lnTo>
                    <a:pt x="480" y="2715"/>
                  </a:lnTo>
                  <a:lnTo>
                    <a:pt x="436" y="2715"/>
                  </a:lnTo>
                  <a:lnTo>
                    <a:pt x="281" y="2715"/>
                  </a:lnTo>
                  <a:lnTo>
                    <a:pt x="281" y="1653"/>
                  </a:lnTo>
                  <a:lnTo>
                    <a:pt x="282" y="1038"/>
                  </a:lnTo>
                  <a:lnTo>
                    <a:pt x="289" y="659"/>
                  </a:lnTo>
                  <a:lnTo>
                    <a:pt x="298" y="589"/>
                  </a:lnTo>
                  <a:lnTo>
                    <a:pt x="305" y="567"/>
                  </a:lnTo>
                  <a:lnTo>
                    <a:pt x="310" y="561"/>
                  </a:lnTo>
                  <a:lnTo>
                    <a:pt x="319" y="553"/>
                  </a:lnTo>
                  <a:lnTo>
                    <a:pt x="345" y="541"/>
                  </a:lnTo>
                  <a:lnTo>
                    <a:pt x="424" y="532"/>
                  </a:lnTo>
                  <a:lnTo>
                    <a:pt x="535" y="531"/>
                  </a:lnTo>
                  <a:lnTo>
                    <a:pt x="731" y="531"/>
                  </a:lnTo>
                  <a:lnTo>
                    <a:pt x="731" y="573"/>
                  </a:lnTo>
                  <a:close/>
                  <a:moveTo>
                    <a:pt x="2501" y="2065"/>
                  </a:moveTo>
                  <a:lnTo>
                    <a:pt x="2506" y="2078"/>
                  </a:lnTo>
                  <a:lnTo>
                    <a:pt x="2520" y="2100"/>
                  </a:lnTo>
                  <a:lnTo>
                    <a:pt x="2538" y="2120"/>
                  </a:lnTo>
                  <a:lnTo>
                    <a:pt x="2558" y="2134"/>
                  </a:lnTo>
                  <a:lnTo>
                    <a:pt x="2581" y="2145"/>
                  </a:lnTo>
                  <a:lnTo>
                    <a:pt x="2605" y="2150"/>
                  </a:lnTo>
                  <a:lnTo>
                    <a:pt x="2629" y="2149"/>
                  </a:lnTo>
                  <a:lnTo>
                    <a:pt x="2652" y="2142"/>
                  </a:lnTo>
                  <a:lnTo>
                    <a:pt x="2663" y="2136"/>
                  </a:lnTo>
                  <a:lnTo>
                    <a:pt x="2676" y="2128"/>
                  </a:lnTo>
                  <a:lnTo>
                    <a:pt x="2695" y="2121"/>
                  </a:lnTo>
                  <a:lnTo>
                    <a:pt x="2711" y="2125"/>
                  </a:lnTo>
                  <a:lnTo>
                    <a:pt x="2731" y="2141"/>
                  </a:lnTo>
                  <a:lnTo>
                    <a:pt x="2745" y="2155"/>
                  </a:lnTo>
                  <a:lnTo>
                    <a:pt x="2758" y="2168"/>
                  </a:lnTo>
                  <a:lnTo>
                    <a:pt x="2775" y="2188"/>
                  </a:lnTo>
                  <a:lnTo>
                    <a:pt x="2779" y="2205"/>
                  </a:lnTo>
                  <a:lnTo>
                    <a:pt x="2772" y="2226"/>
                  </a:lnTo>
                  <a:lnTo>
                    <a:pt x="2765" y="2240"/>
                  </a:lnTo>
                  <a:lnTo>
                    <a:pt x="2758" y="2253"/>
                  </a:lnTo>
                  <a:lnTo>
                    <a:pt x="2751" y="2274"/>
                  </a:lnTo>
                  <a:lnTo>
                    <a:pt x="2752" y="2295"/>
                  </a:lnTo>
                  <a:lnTo>
                    <a:pt x="2762" y="2321"/>
                  </a:lnTo>
                  <a:lnTo>
                    <a:pt x="2770" y="2338"/>
                  </a:lnTo>
                  <a:lnTo>
                    <a:pt x="2776" y="2351"/>
                  </a:lnTo>
                  <a:lnTo>
                    <a:pt x="2791" y="2374"/>
                  </a:lnTo>
                  <a:lnTo>
                    <a:pt x="2807" y="2390"/>
                  </a:lnTo>
                  <a:lnTo>
                    <a:pt x="2825" y="2399"/>
                  </a:lnTo>
                  <a:lnTo>
                    <a:pt x="2835" y="2401"/>
                  </a:lnTo>
                  <a:lnTo>
                    <a:pt x="2846" y="2403"/>
                  </a:lnTo>
                  <a:lnTo>
                    <a:pt x="2862" y="2410"/>
                  </a:lnTo>
                  <a:lnTo>
                    <a:pt x="2871" y="2425"/>
                  </a:lnTo>
                  <a:lnTo>
                    <a:pt x="2877" y="2450"/>
                  </a:lnTo>
                  <a:lnTo>
                    <a:pt x="2878" y="2468"/>
                  </a:lnTo>
                  <a:lnTo>
                    <a:pt x="2880" y="2487"/>
                  </a:lnTo>
                  <a:lnTo>
                    <a:pt x="2878" y="2513"/>
                  </a:lnTo>
                  <a:lnTo>
                    <a:pt x="2869" y="2527"/>
                  </a:lnTo>
                  <a:lnTo>
                    <a:pt x="2850" y="2535"/>
                  </a:lnTo>
                  <a:lnTo>
                    <a:pt x="2835" y="2538"/>
                  </a:lnTo>
                  <a:lnTo>
                    <a:pt x="2823" y="2541"/>
                  </a:lnTo>
                  <a:lnTo>
                    <a:pt x="2801" y="2554"/>
                  </a:lnTo>
                  <a:lnTo>
                    <a:pt x="2783" y="2572"/>
                  </a:lnTo>
                  <a:lnTo>
                    <a:pt x="2769" y="2594"/>
                  </a:lnTo>
                  <a:lnTo>
                    <a:pt x="2760" y="2618"/>
                  </a:lnTo>
                  <a:lnTo>
                    <a:pt x="2755" y="2644"/>
                  </a:lnTo>
                  <a:lnTo>
                    <a:pt x="2756" y="2670"/>
                  </a:lnTo>
                  <a:lnTo>
                    <a:pt x="2763" y="2694"/>
                  </a:lnTo>
                  <a:lnTo>
                    <a:pt x="2770" y="2705"/>
                  </a:lnTo>
                  <a:lnTo>
                    <a:pt x="2778" y="2717"/>
                  </a:lnTo>
                  <a:lnTo>
                    <a:pt x="2786" y="2735"/>
                  </a:lnTo>
                  <a:lnTo>
                    <a:pt x="2783" y="2752"/>
                  </a:lnTo>
                  <a:lnTo>
                    <a:pt x="2767" y="2772"/>
                  </a:lnTo>
                  <a:lnTo>
                    <a:pt x="2753" y="2786"/>
                  </a:lnTo>
                  <a:lnTo>
                    <a:pt x="2739" y="2800"/>
                  </a:lnTo>
                  <a:lnTo>
                    <a:pt x="2719" y="2816"/>
                  </a:lnTo>
                  <a:lnTo>
                    <a:pt x="2702" y="2819"/>
                  </a:lnTo>
                  <a:lnTo>
                    <a:pt x="2684" y="2811"/>
                  </a:lnTo>
                  <a:lnTo>
                    <a:pt x="2671" y="2803"/>
                  </a:lnTo>
                  <a:lnTo>
                    <a:pt x="2660" y="2797"/>
                  </a:lnTo>
                  <a:lnTo>
                    <a:pt x="2636" y="2790"/>
                  </a:lnTo>
                  <a:lnTo>
                    <a:pt x="2611" y="2789"/>
                  </a:lnTo>
                  <a:lnTo>
                    <a:pt x="2585" y="2793"/>
                  </a:lnTo>
                  <a:lnTo>
                    <a:pt x="2560" y="2803"/>
                  </a:lnTo>
                  <a:lnTo>
                    <a:pt x="2538" y="2817"/>
                  </a:lnTo>
                  <a:lnTo>
                    <a:pt x="2521" y="2835"/>
                  </a:lnTo>
                  <a:lnTo>
                    <a:pt x="2508" y="2856"/>
                  </a:lnTo>
                  <a:lnTo>
                    <a:pt x="2505" y="2868"/>
                  </a:lnTo>
                  <a:lnTo>
                    <a:pt x="2502" y="2883"/>
                  </a:lnTo>
                  <a:lnTo>
                    <a:pt x="2494" y="2903"/>
                  </a:lnTo>
                  <a:lnTo>
                    <a:pt x="2479" y="2912"/>
                  </a:lnTo>
                  <a:lnTo>
                    <a:pt x="2454" y="2913"/>
                  </a:lnTo>
                  <a:lnTo>
                    <a:pt x="2435" y="2911"/>
                  </a:lnTo>
                  <a:lnTo>
                    <a:pt x="2418" y="2910"/>
                  </a:lnTo>
                  <a:lnTo>
                    <a:pt x="2393" y="2904"/>
                  </a:lnTo>
                  <a:lnTo>
                    <a:pt x="2377" y="2893"/>
                  </a:lnTo>
                  <a:lnTo>
                    <a:pt x="2368" y="2876"/>
                  </a:lnTo>
                  <a:lnTo>
                    <a:pt x="2365" y="2865"/>
                  </a:lnTo>
                  <a:lnTo>
                    <a:pt x="2362" y="2854"/>
                  </a:lnTo>
                  <a:lnTo>
                    <a:pt x="2350" y="2836"/>
                  </a:lnTo>
                  <a:lnTo>
                    <a:pt x="2333" y="2820"/>
                  </a:lnTo>
                  <a:lnTo>
                    <a:pt x="2308" y="2806"/>
                  </a:lnTo>
                  <a:lnTo>
                    <a:pt x="2293" y="2800"/>
                  </a:lnTo>
                  <a:lnTo>
                    <a:pt x="2274" y="2793"/>
                  </a:lnTo>
                  <a:lnTo>
                    <a:pt x="2246" y="2786"/>
                  </a:lnTo>
                  <a:lnTo>
                    <a:pt x="2227" y="2786"/>
                  </a:lnTo>
                  <a:lnTo>
                    <a:pt x="2210" y="2796"/>
                  </a:lnTo>
                  <a:lnTo>
                    <a:pt x="2200" y="2805"/>
                  </a:lnTo>
                  <a:lnTo>
                    <a:pt x="2189" y="2814"/>
                  </a:lnTo>
                  <a:lnTo>
                    <a:pt x="2174" y="2823"/>
                  </a:lnTo>
                  <a:lnTo>
                    <a:pt x="2158" y="2821"/>
                  </a:lnTo>
                  <a:lnTo>
                    <a:pt x="2137" y="2806"/>
                  </a:lnTo>
                  <a:lnTo>
                    <a:pt x="2121" y="2793"/>
                  </a:lnTo>
                  <a:lnTo>
                    <a:pt x="2106" y="2779"/>
                  </a:lnTo>
                  <a:lnTo>
                    <a:pt x="2088" y="2760"/>
                  </a:lnTo>
                  <a:lnTo>
                    <a:pt x="2084" y="2744"/>
                  </a:lnTo>
                  <a:lnTo>
                    <a:pt x="2093" y="2724"/>
                  </a:lnTo>
                  <a:lnTo>
                    <a:pt x="2103" y="2710"/>
                  </a:lnTo>
                  <a:lnTo>
                    <a:pt x="2112" y="2696"/>
                  </a:lnTo>
                  <a:lnTo>
                    <a:pt x="2121" y="2675"/>
                  </a:lnTo>
                  <a:lnTo>
                    <a:pt x="2122" y="2654"/>
                  </a:lnTo>
                  <a:lnTo>
                    <a:pt x="2114" y="2628"/>
                  </a:lnTo>
                  <a:lnTo>
                    <a:pt x="2106" y="2610"/>
                  </a:lnTo>
                  <a:lnTo>
                    <a:pt x="2099" y="2594"/>
                  </a:lnTo>
                  <a:lnTo>
                    <a:pt x="2084" y="2570"/>
                  </a:lnTo>
                  <a:lnTo>
                    <a:pt x="2067" y="2554"/>
                  </a:lnTo>
                  <a:lnTo>
                    <a:pt x="2045" y="2543"/>
                  </a:lnTo>
                  <a:lnTo>
                    <a:pt x="2031" y="2540"/>
                  </a:lnTo>
                  <a:lnTo>
                    <a:pt x="2016" y="2536"/>
                  </a:lnTo>
                  <a:lnTo>
                    <a:pt x="1996" y="2527"/>
                  </a:lnTo>
                  <a:lnTo>
                    <a:pt x="1985" y="2513"/>
                  </a:lnTo>
                  <a:lnTo>
                    <a:pt x="1982" y="2489"/>
                  </a:lnTo>
                  <a:lnTo>
                    <a:pt x="1981" y="2471"/>
                  </a:lnTo>
                  <a:lnTo>
                    <a:pt x="1982" y="2454"/>
                  </a:lnTo>
                  <a:lnTo>
                    <a:pt x="1985" y="2430"/>
                  </a:lnTo>
                  <a:lnTo>
                    <a:pt x="1996" y="2416"/>
                  </a:lnTo>
                  <a:lnTo>
                    <a:pt x="2015" y="2408"/>
                  </a:lnTo>
                  <a:lnTo>
                    <a:pt x="2030" y="2405"/>
                  </a:lnTo>
                  <a:lnTo>
                    <a:pt x="2042" y="2402"/>
                  </a:lnTo>
                  <a:lnTo>
                    <a:pt x="2063" y="2391"/>
                  </a:lnTo>
                  <a:lnTo>
                    <a:pt x="2081" y="2375"/>
                  </a:lnTo>
                  <a:lnTo>
                    <a:pt x="2097" y="2352"/>
                  </a:lnTo>
                  <a:lnTo>
                    <a:pt x="2105" y="2338"/>
                  </a:lnTo>
                  <a:lnTo>
                    <a:pt x="2113" y="2319"/>
                  </a:lnTo>
                  <a:lnTo>
                    <a:pt x="2123" y="2293"/>
                  </a:lnTo>
                  <a:lnTo>
                    <a:pt x="2122" y="2272"/>
                  </a:lnTo>
                  <a:lnTo>
                    <a:pt x="2112" y="2251"/>
                  </a:lnTo>
                  <a:lnTo>
                    <a:pt x="2103" y="2238"/>
                  </a:lnTo>
                  <a:lnTo>
                    <a:pt x="2094" y="2224"/>
                  </a:lnTo>
                  <a:lnTo>
                    <a:pt x="2085" y="2204"/>
                  </a:lnTo>
                  <a:lnTo>
                    <a:pt x="2088" y="2188"/>
                  </a:lnTo>
                  <a:lnTo>
                    <a:pt x="2104" y="2167"/>
                  </a:lnTo>
                  <a:lnTo>
                    <a:pt x="2118" y="2153"/>
                  </a:lnTo>
                  <a:lnTo>
                    <a:pt x="2132" y="2139"/>
                  </a:lnTo>
                  <a:lnTo>
                    <a:pt x="2152" y="2123"/>
                  </a:lnTo>
                  <a:lnTo>
                    <a:pt x="2169" y="2120"/>
                  </a:lnTo>
                  <a:lnTo>
                    <a:pt x="2190" y="2130"/>
                  </a:lnTo>
                  <a:lnTo>
                    <a:pt x="2205" y="2140"/>
                  </a:lnTo>
                  <a:lnTo>
                    <a:pt x="2219" y="2149"/>
                  </a:lnTo>
                  <a:lnTo>
                    <a:pt x="2239" y="2159"/>
                  </a:lnTo>
                  <a:lnTo>
                    <a:pt x="2258" y="2158"/>
                  </a:lnTo>
                  <a:lnTo>
                    <a:pt x="2283" y="2147"/>
                  </a:lnTo>
                  <a:lnTo>
                    <a:pt x="2301" y="2136"/>
                  </a:lnTo>
                  <a:lnTo>
                    <a:pt x="2323" y="2122"/>
                  </a:lnTo>
                  <a:lnTo>
                    <a:pt x="2349" y="2094"/>
                  </a:lnTo>
                  <a:lnTo>
                    <a:pt x="2359" y="2077"/>
                  </a:lnTo>
                  <a:lnTo>
                    <a:pt x="2361" y="2070"/>
                  </a:lnTo>
                  <a:lnTo>
                    <a:pt x="2363" y="2061"/>
                  </a:lnTo>
                  <a:lnTo>
                    <a:pt x="2371" y="2046"/>
                  </a:lnTo>
                  <a:lnTo>
                    <a:pt x="2383" y="2036"/>
                  </a:lnTo>
                  <a:lnTo>
                    <a:pt x="2401" y="2028"/>
                  </a:lnTo>
                  <a:lnTo>
                    <a:pt x="2411" y="2026"/>
                  </a:lnTo>
                  <a:lnTo>
                    <a:pt x="2450" y="2021"/>
                  </a:lnTo>
                  <a:lnTo>
                    <a:pt x="2470" y="2016"/>
                  </a:lnTo>
                  <a:lnTo>
                    <a:pt x="2476" y="2019"/>
                  </a:lnTo>
                  <a:lnTo>
                    <a:pt x="2493" y="2045"/>
                  </a:lnTo>
                  <a:lnTo>
                    <a:pt x="2501" y="2065"/>
                  </a:lnTo>
                  <a:close/>
                  <a:moveTo>
                    <a:pt x="621" y="2835"/>
                  </a:moveTo>
                  <a:lnTo>
                    <a:pt x="628" y="2845"/>
                  </a:lnTo>
                  <a:lnTo>
                    <a:pt x="638" y="2875"/>
                  </a:lnTo>
                  <a:lnTo>
                    <a:pt x="647" y="2937"/>
                  </a:lnTo>
                  <a:lnTo>
                    <a:pt x="648" y="2996"/>
                  </a:lnTo>
                  <a:lnTo>
                    <a:pt x="648" y="3121"/>
                  </a:lnTo>
                  <a:lnTo>
                    <a:pt x="563" y="3040"/>
                  </a:lnTo>
                  <a:lnTo>
                    <a:pt x="482" y="2957"/>
                  </a:lnTo>
                  <a:lnTo>
                    <a:pt x="411" y="2876"/>
                  </a:lnTo>
                  <a:lnTo>
                    <a:pt x="345" y="2798"/>
                  </a:lnTo>
                  <a:lnTo>
                    <a:pt x="471" y="2798"/>
                  </a:lnTo>
                  <a:lnTo>
                    <a:pt x="510" y="2798"/>
                  </a:lnTo>
                  <a:lnTo>
                    <a:pt x="562" y="2801"/>
                  </a:lnTo>
                  <a:lnTo>
                    <a:pt x="594" y="2809"/>
                  </a:lnTo>
                  <a:lnTo>
                    <a:pt x="613" y="2824"/>
                  </a:lnTo>
                  <a:lnTo>
                    <a:pt x="621" y="28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59" name="Freeform 21">
              <a:extLst>
                <a:ext uri="{FF2B5EF4-FFF2-40B4-BE49-F238E27FC236}">
                  <a16:creationId xmlns:a16="http://schemas.microsoft.com/office/drawing/2014/main" id="{3D8CAEF4-F671-7590-6473-5E5FC385FC5C}"/>
                </a:ext>
              </a:extLst>
            </p:cNvPr>
            <p:cNvSpPr>
              <a:spLocks noEditPoints="1"/>
            </p:cNvSpPr>
            <p:nvPr/>
          </p:nvSpPr>
          <p:spPr bwMode="auto">
            <a:xfrm>
              <a:off x="10990263" y="712788"/>
              <a:ext cx="449263" cy="449263"/>
            </a:xfrm>
            <a:custGeom>
              <a:avLst/>
              <a:gdLst>
                <a:gd name="T0" fmla="*/ 887 w 1085"/>
                <a:gd name="T1" fmla="*/ 37 h 1083"/>
                <a:gd name="T2" fmla="*/ 900 w 1085"/>
                <a:gd name="T3" fmla="*/ 71 h 1083"/>
                <a:gd name="T4" fmla="*/ 918 w 1085"/>
                <a:gd name="T5" fmla="*/ 99 h 1083"/>
                <a:gd name="T6" fmla="*/ 892 w 1085"/>
                <a:gd name="T7" fmla="*/ 116 h 1083"/>
                <a:gd name="T8" fmla="*/ 850 w 1085"/>
                <a:gd name="T9" fmla="*/ 119 h 1083"/>
                <a:gd name="T10" fmla="*/ 667 w 1085"/>
                <a:gd name="T11" fmla="*/ 180 h 1083"/>
                <a:gd name="T12" fmla="*/ 525 w 1085"/>
                <a:gd name="T13" fmla="*/ 251 h 1083"/>
                <a:gd name="T14" fmla="*/ 449 w 1085"/>
                <a:gd name="T15" fmla="*/ 304 h 1083"/>
                <a:gd name="T16" fmla="*/ 281 w 1085"/>
                <a:gd name="T17" fmla="*/ 475 h 1083"/>
                <a:gd name="T18" fmla="*/ 185 w 1085"/>
                <a:gd name="T19" fmla="*/ 621 h 1083"/>
                <a:gd name="T20" fmla="*/ 142 w 1085"/>
                <a:gd name="T21" fmla="*/ 707 h 1083"/>
                <a:gd name="T22" fmla="*/ 101 w 1085"/>
                <a:gd name="T23" fmla="*/ 815 h 1083"/>
                <a:gd name="T24" fmla="*/ 93 w 1085"/>
                <a:gd name="T25" fmla="*/ 837 h 1083"/>
                <a:gd name="T26" fmla="*/ 51 w 1085"/>
                <a:gd name="T27" fmla="*/ 880 h 1083"/>
                <a:gd name="T28" fmla="*/ 12 w 1085"/>
                <a:gd name="T29" fmla="*/ 924 h 1083"/>
                <a:gd name="T30" fmla="*/ 0 w 1085"/>
                <a:gd name="T31" fmla="*/ 992 h 1083"/>
                <a:gd name="T32" fmla="*/ 29 w 1085"/>
                <a:gd name="T33" fmla="*/ 1050 h 1083"/>
                <a:gd name="T34" fmla="*/ 92 w 1085"/>
                <a:gd name="T35" fmla="*/ 1082 h 1083"/>
                <a:gd name="T36" fmla="*/ 130 w 1085"/>
                <a:gd name="T37" fmla="*/ 1082 h 1083"/>
                <a:gd name="T38" fmla="*/ 185 w 1085"/>
                <a:gd name="T39" fmla="*/ 1058 h 1083"/>
                <a:gd name="T40" fmla="*/ 218 w 1085"/>
                <a:gd name="T41" fmla="*/ 1011 h 1083"/>
                <a:gd name="T42" fmla="*/ 222 w 1085"/>
                <a:gd name="T43" fmla="*/ 954 h 1083"/>
                <a:gd name="T44" fmla="*/ 201 w 1085"/>
                <a:gd name="T45" fmla="*/ 911 h 1083"/>
                <a:gd name="T46" fmla="*/ 200 w 1085"/>
                <a:gd name="T47" fmla="*/ 775 h 1083"/>
                <a:gd name="T48" fmla="*/ 262 w 1085"/>
                <a:gd name="T49" fmla="*/ 637 h 1083"/>
                <a:gd name="T50" fmla="*/ 390 w 1085"/>
                <a:gd name="T51" fmla="*/ 470 h 1083"/>
                <a:gd name="T52" fmla="*/ 476 w 1085"/>
                <a:gd name="T53" fmla="*/ 388 h 1083"/>
                <a:gd name="T54" fmla="*/ 648 w 1085"/>
                <a:gd name="T55" fmla="*/ 272 h 1083"/>
                <a:gd name="T56" fmla="*/ 805 w 1085"/>
                <a:gd name="T57" fmla="*/ 215 h 1083"/>
                <a:gd name="T58" fmla="*/ 914 w 1085"/>
                <a:gd name="T59" fmla="*/ 189 h 1083"/>
                <a:gd name="T60" fmla="*/ 950 w 1085"/>
                <a:gd name="T61" fmla="*/ 193 h 1083"/>
                <a:gd name="T62" fmla="*/ 945 w 1085"/>
                <a:gd name="T63" fmla="*/ 212 h 1083"/>
                <a:gd name="T64" fmla="*/ 928 w 1085"/>
                <a:gd name="T65" fmla="*/ 231 h 1083"/>
                <a:gd name="T66" fmla="*/ 920 w 1085"/>
                <a:gd name="T67" fmla="*/ 281 h 1083"/>
                <a:gd name="T68" fmla="*/ 943 w 1085"/>
                <a:gd name="T69" fmla="*/ 306 h 1083"/>
                <a:gd name="T70" fmla="*/ 966 w 1085"/>
                <a:gd name="T71" fmla="*/ 302 h 1083"/>
                <a:gd name="T72" fmla="*/ 1026 w 1085"/>
                <a:gd name="T73" fmla="*/ 236 h 1083"/>
                <a:gd name="T74" fmla="*/ 1081 w 1085"/>
                <a:gd name="T75" fmla="*/ 151 h 1083"/>
                <a:gd name="T76" fmla="*/ 1080 w 1085"/>
                <a:gd name="T77" fmla="*/ 128 h 1083"/>
                <a:gd name="T78" fmla="*/ 983 w 1085"/>
                <a:gd name="T79" fmla="*/ 37 h 1083"/>
                <a:gd name="T80" fmla="*/ 920 w 1085"/>
                <a:gd name="T81" fmla="*/ 0 h 1083"/>
                <a:gd name="T82" fmla="*/ 895 w 1085"/>
                <a:gd name="T83" fmla="*/ 16 h 1083"/>
                <a:gd name="T84" fmla="*/ 151 w 1085"/>
                <a:gd name="T85" fmla="*/ 966 h 1083"/>
                <a:gd name="T86" fmla="*/ 140 w 1085"/>
                <a:gd name="T87" fmla="*/ 988 h 1083"/>
                <a:gd name="T88" fmla="*/ 100 w 1085"/>
                <a:gd name="T89" fmla="*/ 996 h 1083"/>
                <a:gd name="T90" fmla="*/ 83 w 1085"/>
                <a:gd name="T91" fmla="*/ 990 h 1083"/>
                <a:gd name="T92" fmla="*/ 74 w 1085"/>
                <a:gd name="T93" fmla="*/ 971 h 1083"/>
                <a:gd name="T94" fmla="*/ 92 w 1085"/>
                <a:gd name="T95" fmla="*/ 950 h 1083"/>
                <a:gd name="T96" fmla="*/ 135 w 1085"/>
                <a:gd name="T97" fmla="*/ 946 h 1083"/>
                <a:gd name="T98" fmla="*/ 151 w 1085"/>
                <a:gd name="T99" fmla="*/ 966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85" h="1083">
                  <a:moveTo>
                    <a:pt x="890" y="26"/>
                  </a:moveTo>
                  <a:lnTo>
                    <a:pt x="887" y="37"/>
                  </a:lnTo>
                  <a:lnTo>
                    <a:pt x="892" y="62"/>
                  </a:lnTo>
                  <a:lnTo>
                    <a:pt x="900" y="71"/>
                  </a:lnTo>
                  <a:lnTo>
                    <a:pt x="910" y="82"/>
                  </a:lnTo>
                  <a:lnTo>
                    <a:pt x="918" y="99"/>
                  </a:lnTo>
                  <a:lnTo>
                    <a:pt x="912" y="110"/>
                  </a:lnTo>
                  <a:lnTo>
                    <a:pt x="892" y="116"/>
                  </a:lnTo>
                  <a:lnTo>
                    <a:pt x="876" y="116"/>
                  </a:lnTo>
                  <a:lnTo>
                    <a:pt x="850" y="119"/>
                  </a:lnTo>
                  <a:lnTo>
                    <a:pt x="768" y="142"/>
                  </a:lnTo>
                  <a:lnTo>
                    <a:pt x="667" y="180"/>
                  </a:lnTo>
                  <a:lnTo>
                    <a:pt x="567" y="227"/>
                  </a:lnTo>
                  <a:lnTo>
                    <a:pt x="525" y="251"/>
                  </a:lnTo>
                  <a:lnTo>
                    <a:pt x="499" y="267"/>
                  </a:lnTo>
                  <a:lnTo>
                    <a:pt x="449" y="304"/>
                  </a:lnTo>
                  <a:lnTo>
                    <a:pt x="374" y="370"/>
                  </a:lnTo>
                  <a:lnTo>
                    <a:pt x="281" y="475"/>
                  </a:lnTo>
                  <a:lnTo>
                    <a:pt x="220" y="561"/>
                  </a:lnTo>
                  <a:lnTo>
                    <a:pt x="185" y="621"/>
                  </a:lnTo>
                  <a:lnTo>
                    <a:pt x="170" y="651"/>
                  </a:lnTo>
                  <a:lnTo>
                    <a:pt x="142" y="707"/>
                  </a:lnTo>
                  <a:lnTo>
                    <a:pt x="105" y="796"/>
                  </a:lnTo>
                  <a:lnTo>
                    <a:pt x="101" y="815"/>
                  </a:lnTo>
                  <a:lnTo>
                    <a:pt x="101" y="821"/>
                  </a:lnTo>
                  <a:lnTo>
                    <a:pt x="93" y="837"/>
                  </a:lnTo>
                  <a:lnTo>
                    <a:pt x="72" y="864"/>
                  </a:lnTo>
                  <a:lnTo>
                    <a:pt x="51" y="880"/>
                  </a:lnTo>
                  <a:lnTo>
                    <a:pt x="35" y="893"/>
                  </a:lnTo>
                  <a:lnTo>
                    <a:pt x="12" y="924"/>
                  </a:lnTo>
                  <a:lnTo>
                    <a:pt x="1" y="958"/>
                  </a:lnTo>
                  <a:lnTo>
                    <a:pt x="0" y="992"/>
                  </a:lnTo>
                  <a:lnTo>
                    <a:pt x="10" y="1023"/>
                  </a:lnTo>
                  <a:lnTo>
                    <a:pt x="29" y="1050"/>
                  </a:lnTo>
                  <a:lnTo>
                    <a:pt x="56" y="1071"/>
                  </a:lnTo>
                  <a:lnTo>
                    <a:pt x="92" y="1082"/>
                  </a:lnTo>
                  <a:lnTo>
                    <a:pt x="113" y="1083"/>
                  </a:lnTo>
                  <a:lnTo>
                    <a:pt x="130" y="1082"/>
                  </a:lnTo>
                  <a:lnTo>
                    <a:pt x="160" y="1074"/>
                  </a:lnTo>
                  <a:lnTo>
                    <a:pt x="185" y="1058"/>
                  </a:lnTo>
                  <a:lnTo>
                    <a:pt x="205" y="1036"/>
                  </a:lnTo>
                  <a:lnTo>
                    <a:pt x="218" y="1011"/>
                  </a:lnTo>
                  <a:lnTo>
                    <a:pt x="224" y="983"/>
                  </a:lnTo>
                  <a:lnTo>
                    <a:pt x="222" y="954"/>
                  </a:lnTo>
                  <a:lnTo>
                    <a:pt x="211" y="925"/>
                  </a:lnTo>
                  <a:lnTo>
                    <a:pt x="201" y="911"/>
                  </a:lnTo>
                  <a:lnTo>
                    <a:pt x="166" y="868"/>
                  </a:lnTo>
                  <a:lnTo>
                    <a:pt x="200" y="775"/>
                  </a:lnTo>
                  <a:lnTo>
                    <a:pt x="217" y="727"/>
                  </a:lnTo>
                  <a:lnTo>
                    <a:pt x="262" y="637"/>
                  </a:lnTo>
                  <a:lnTo>
                    <a:pt x="320" y="552"/>
                  </a:lnTo>
                  <a:lnTo>
                    <a:pt x="390" y="470"/>
                  </a:lnTo>
                  <a:lnTo>
                    <a:pt x="431" y="430"/>
                  </a:lnTo>
                  <a:lnTo>
                    <a:pt x="476" y="388"/>
                  </a:lnTo>
                  <a:lnTo>
                    <a:pt x="561" y="323"/>
                  </a:lnTo>
                  <a:lnTo>
                    <a:pt x="648" y="272"/>
                  </a:lnTo>
                  <a:lnTo>
                    <a:pt x="747" y="232"/>
                  </a:lnTo>
                  <a:lnTo>
                    <a:pt x="805" y="215"/>
                  </a:lnTo>
                  <a:lnTo>
                    <a:pt x="849" y="202"/>
                  </a:lnTo>
                  <a:lnTo>
                    <a:pt x="914" y="189"/>
                  </a:lnTo>
                  <a:lnTo>
                    <a:pt x="941" y="189"/>
                  </a:lnTo>
                  <a:lnTo>
                    <a:pt x="950" y="193"/>
                  </a:lnTo>
                  <a:lnTo>
                    <a:pt x="952" y="201"/>
                  </a:lnTo>
                  <a:lnTo>
                    <a:pt x="945" y="212"/>
                  </a:lnTo>
                  <a:lnTo>
                    <a:pt x="938" y="220"/>
                  </a:lnTo>
                  <a:lnTo>
                    <a:pt x="928" y="231"/>
                  </a:lnTo>
                  <a:lnTo>
                    <a:pt x="919" y="256"/>
                  </a:lnTo>
                  <a:lnTo>
                    <a:pt x="920" y="281"/>
                  </a:lnTo>
                  <a:lnTo>
                    <a:pt x="933" y="301"/>
                  </a:lnTo>
                  <a:lnTo>
                    <a:pt x="943" y="306"/>
                  </a:lnTo>
                  <a:lnTo>
                    <a:pt x="950" y="308"/>
                  </a:lnTo>
                  <a:lnTo>
                    <a:pt x="966" y="302"/>
                  </a:lnTo>
                  <a:lnTo>
                    <a:pt x="999" y="273"/>
                  </a:lnTo>
                  <a:lnTo>
                    <a:pt x="1026" y="236"/>
                  </a:lnTo>
                  <a:lnTo>
                    <a:pt x="1049" y="204"/>
                  </a:lnTo>
                  <a:lnTo>
                    <a:pt x="1081" y="151"/>
                  </a:lnTo>
                  <a:lnTo>
                    <a:pt x="1085" y="140"/>
                  </a:lnTo>
                  <a:lnTo>
                    <a:pt x="1080" y="128"/>
                  </a:lnTo>
                  <a:lnTo>
                    <a:pt x="1040" y="85"/>
                  </a:lnTo>
                  <a:lnTo>
                    <a:pt x="983" y="37"/>
                  </a:lnTo>
                  <a:lnTo>
                    <a:pt x="933" y="3"/>
                  </a:lnTo>
                  <a:lnTo>
                    <a:pt x="920" y="0"/>
                  </a:lnTo>
                  <a:lnTo>
                    <a:pt x="911" y="1"/>
                  </a:lnTo>
                  <a:lnTo>
                    <a:pt x="895" y="16"/>
                  </a:lnTo>
                  <a:lnTo>
                    <a:pt x="890" y="26"/>
                  </a:lnTo>
                  <a:close/>
                  <a:moveTo>
                    <a:pt x="151" y="966"/>
                  </a:moveTo>
                  <a:lnTo>
                    <a:pt x="150" y="975"/>
                  </a:lnTo>
                  <a:lnTo>
                    <a:pt x="140" y="988"/>
                  </a:lnTo>
                  <a:lnTo>
                    <a:pt x="122" y="995"/>
                  </a:lnTo>
                  <a:lnTo>
                    <a:pt x="100" y="996"/>
                  </a:lnTo>
                  <a:lnTo>
                    <a:pt x="90" y="993"/>
                  </a:lnTo>
                  <a:lnTo>
                    <a:pt x="83" y="990"/>
                  </a:lnTo>
                  <a:lnTo>
                    <a:pt x="75" y="984"/>
                  </a:lnTo>
                  <a:lnTo>
                    <a:pt x="74" y="971"/>
                  </a:lnTo>
                  <a:lnTo>
                    <a:pt x="85" y="958"/>
                  </a:lnTo>
                  <a:lnTo>
                    <a:pt x="92" y="950"/>
                  </a:lnTo>
                  <a:lnTo>
                    <a:pt x="114" y="943"/>
                  </a:lnTo>
                  <a:lnTo>
                    <a:pt x="135" y="946"/>
                  </a:lnTo>
                  <a:lnTo>
                    <a:pt x="150" y="958"/>
                  </a:lnTo>
                  <a:lnTo>
                    <a:pt x="151" y="9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60" name="Freeform 22">
              <a:extLst>
                <a:ext uri="{FF2B5EF4-FFF2-40B4-BE49-F238E27FC236}">
                  <a16:creationId xmlns:a16="http://schemas.microsoft.com/office/drawing/2014/main" id="{F5401E2C-4223-6130-B3CD-2D8C5C463ED2}"/>
                </a:ext>
              </a:extLst>
            </p:cNvPr>
            <p:cNvSpPr>
              <a:spLocks/>
            </p:cNvSpPr>
            <p:nvPr/>
          </p:nvSpPr>
          <p:spPr bwMode="auto">
            <a:xfrm>
              <a:off x="10958513" y="727076"/>
              <a:ext cx="93663" cy="88900"/>
            </a:xfrm>
            <a:custGeom>
              <a:avLst/>
              <a:gdLst>
                <a:gd name="T0" fmla="*/ 2 w 227"/>
                <a:gd name="T1" fmla="*/ 18 h 214"/>
                <a:gd name="T2" fmla="*/ 0 w 227"/>
                <a:gd name="T3" fmla="*/ 22 h 214"/>
                <a:gd name="T4" fmla="*/ 1 w 227"/>
                <a:gd name="T5" fmla="*/ 33 h 214"/>
                <a:gd name="T6" fmla="*/ 9 w 227"/>
                <a:gd name="T7" fmla="*/ 53 h 214"/>
                <a:gd name="T8" fmla="*/ 19 w 227"/>
                <a:gd name="T9" fmla="*/ 67 h 214"/>
                <a:gd name="T10" fmla="*/ 28 w 227"/>
                <a:gd name="T11" fmla="*/ 77 h 214"/>
                <a:gd name="T12" fmla="*/ 38 w 227"/>
                <a:gd name="T13" fmla="*/ 92 h 214"/>
                <a:gd name="T14" fmla="*/ 39 w 227"/>
                <a:gd name="T15" fmla="*/ 106 h 214"/>
                <a:gd name="T16" fmla="*/ 30 w 227"/>
                <a:gd name="T17" fmla="*/ 123 h 214"/>
                <a:gd name="T18" fmla="*/ 22 w 227"/>
                <a:gd name="T19" fmla="*/ 135 h 214"/>
                <a:gd name="T20" fmla="*/ 14 w 227"/>
                <a:gd name="T21" fmla="*/ 147 h 214"/>
                <a:gd name="T22" fmla="*/ 5 w 227"/>
                <a:gd name="T23" fmla="*/ 169 h 214"/>
                <a:gd name="T24" fmla="*/ 3 w 227"/>
                <a:gd name="T25" fmla="*/ 187 h 214"/>
                <a:gd name="T26" fmla="*/ 7 w 227"/>
                <a:gd name="T27" fmla="*/ 202 h 214"/>
                <a:gd name="T28" fmla="*/ 17 w 227"/>
                <a:gd name="T29" fmla="*/ 211 h 214"/>
                <a:gd name="T30" fmla="*/ 31 w 227"/>
                <a:gd name="T31" fmla="*/ 214 h 214"/>
                <a:gd name="T32" fmla="*/ 49 w 227"/>
                <a:gd name="T33" fmla="*/ 210 h 214"/>
                <a:gd name="T34" fmla="*/ 70 w 227"/>
                <a:gd name="T35" fmla="*/ 198 h 214"/>
                <a:gd name="T36" fmla="*/ 81 w 227"/>
                <a:gd name="T37" fmla="*/ 188 h 214"/>
                <a:gd name="T38" fmla="*/ 91 w 227"/>
                <a:gd name="T39" fmla="*/ 180 h 214"/>
                <a:gd name="T40" fmla="*/ 105 w 227"/>
                <a:gd name="T41" fmla="*/ 171 h 214"/>
                <a:gd name="T42" fmla="*/ 117 w 227"/>
                <a:gd name="T43" fmla="*/ 171 h 214"/>
                <a:gd name="T44" fmla="*/ 133 w 227"/>
                <a:gd name="T45" fmla="*/ 182 h 214"/>
                <a:gd name="T46" fmla="*/ 144 w 227"/>
                <a:gd name="T47" fmla="*/ 192 h 214"/>
                <a:gd name="T48" fmla="*/ 157 w 227"/>
                <a:gd name="T49" fmla="*/ 202 h 214"/>
                <a:gd name="T50" fmla="*/ 185 w 227"/>
                <a:gd name="T51" fmla="*/ 211 h 214"/>
                <a:gd name="T52" fmla="*/ 210 w 227"/>
                <a:gd name="T53" fmla="*/ 209 h 214"/>
                <a:gd name="T54" fmla="*/ 223 w 227"/>
                <a:gd name="T55" fmla="*/ 198 h 214"/>
                <a:gd name="T56" fmla="*/ 227 w 227"/>
                <a:gd name="T57" fmla="*/ 188 h 214"/>
                <a:gd name="T58" fmla="*/ 227 w 227"/>
                <a:gd name="T59" fmla="*/ 182 h 214"/>
                <a:gd name="T60" fmla="*/ 226 w 227"/>
                <a:gd name="T61" fmla="*/ 171 h 214"/>
                <a:gd name="T62" fmla="*/ 211 w 227"/>
                <a:gd name="T63" fmla="*/ 143 h 214"/>
                <a:gd name="T64" fmla="*/ 199 w 227"/>
                <a:gd name="T65" fmla="*/ 130 h 214"/>
                <a:gd name="T66" fmla="*/ 190 w 227"/>
                <a:gd name="T67" fmla="*/ 120 h 214"/>
                <a:gd name="T68" fmla="*/ 181 w 227"/>
                <a:gd name="T69" fmla="*/ 106 h 214"/>
                <a:gd name="T70" fmla="*/ 181 w 227"/>
                <a:gd name="T71" fmla="*/ 94 h 214"/>
                <a:gd name="T72" fmla="*/ 192 w 227"/>
                <a:gd name="T73" fmla="*/ 79 h 214"/>
                <a:gd name="T74" fmla="*/ 201 w 227"/>
                <a:gd name="T75" fmla="*/ 68 h 214"/>
                <a:gd name="T76" fmla="*/ 211 w 227"/>
                <a:gd name="T77" fmla="*/ 55 h 214"/>
                <a:gd name="T78" fmla="*/ 221 w 227"/>
                <a:gd name="T79" fmla="*/ 31 h 214"/>
                <a:gd name="T80" fmla="*/ 217 w 227"/>
                <a:gd name="T81" fmla="*/ 12 h 214"/>
                <a:gd name="T82" fmla="*/ 200 w 227"/>
                <a:gd name="T83" fmla="*/ 1 h 214"/>
                <a:gd name="T84" fmla="*/ 187 w 227"/>
                <a:gd name="T85" fmla="*/ 0 h 214"/>
                <a:gd name="T86" fmla="*/ 177 w 227"/>
                <a:gd name="T87" fmla="*/ 1 h 214"/>
                <a:gd name="T88" fmla="*/ 154 w 227"/>
                <a:gd name="T89" fmla="*/ 15 h 214"/>
                <a:gd name="T90" fmla="*/ 144 w 227"/>
                <a:gd name="T91" fmla="*/ 25 h 214"/>
                <a:gd name="T92" fmla="*/ 137 w 227"/>
                <a:gd name="T93" fmla="*/ 32 h 214"/>
                <a:gd name="T94" fmla="*/ 126 w 227"/>
                <a:gd name="T95" fmla="*/ 41 h 214"/>
                <a:gd name="T96" fmla="*/ 115 w 227"/>
                <a:gd name="T97" fmla="*/ 41 h 214"/>
                <a:gd name="T98" fmla="*/ 100 w 227"/>
                <a:gd name="T99" fmla="*/ 32 h 214"/>
                <a:gd name="T100" fmla="*/ 89 w 227"/>
                <a:gd name="T101" fmla="*/ 25 h 214"/>
                <a:gd name="T102" fmla="*/ 74 w 227"/>
                <a:gd name="T103" fmla="*/ 15 h 214"/>
                <a:gd name="T104" fmla="*/ 47 w 227"/>
                <a:gd name="T105" fmla="*/ 3 h 214"/>
                <a:gd name="T106" fmla="*/ 25 w 227"/>
                <a:gd name="T107" fmla="*/ 1 h 214"/>
                <a:gd name="T108" fmla="*/ 8 w 227"/>
                <a:gd name="T109" fmla="*/ 10 h 214"/>
                <a:gd name="T110" fmla="*/ 2 w 227"/>
                <a:gd name="T111" fmla="*/ 18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27" h="214">
                  <a:moveTo>
                    <a:pt x="2" y="18"/>
                  </a:moveTo>
                  <a:lnTo>
                    <a:pt x="0" y="22"/>
                  </a:lnTo>
                  <a:lnTo>
                    <a:pt x="1" y="33"/>
                  </a:lnTo>
                  <a:lnTo>
                    <a:pt x="9" y="53"/>
                  </a:lnTo>
                  <a:lnTo>
                    <a:pt x="19" y="67"/>
                  </a:lnTo>
                  <a:lnTo>
                    <a:pt x="28" y="77"/>
                  </a:lnTo>
                  <a:lnTo>
                    <a:pt x="38" y="92"/>
                  </a:lnTo>
                  <a:lnTo>
                    <a:pt x="39" y="106"/>
                  </a:lnTo>
                  <a:lnTo>
                    <a:pt x="30" y="123"/>
                  </a:lnTo>
                  <a:lnTo>
                    <a:pt x="22" y="135"/>
                  </a:lnTo>
                  <a:lnTo>
                    <a:pt x="14" y="147"/>
                  </a:lnTo>
                  <a:lnTo>
                    <a:pt x="5" y="169"/>
                  </a:lnTo>
                  <a:lnTo>
                    <a:pt x="3" y="187"/>
                  </a:lnTo>
                  <a:lnTo>
                    <a:pt x="7" y="202"/>
                  </a:lnTo>
                  <a:lnTo>
                    <a:pt x="17" y="211"/>
                  </a:lnTo>
                  <a:lnTo>
                    <a:pt x="31" y="214"/>
                  </a:lnTo>
                  <a:lnTo>
                    <a:pt x="49" y="210"/>
                  </a:lnTo>
                  <a:lnTo>
                    <a:pt x="70" y="198"/>
                  </a:lnTo>
                  <a:lnTo>
                    <a:pt x="81" y="188"/>
                  </a:lnTo>
                  <a:lnTo>
                    <a:pt x="91" y="180"/>
                  </a:lnTo>
                  <a:lnTo>
                    <a:pt x="105" y="171"/>
                  </a:lnTo>
                  <a:lnTo>
                    <a:pt x="117" y="171"/>
                  </a:lnTo>
                  <a:lnTo>
                    <a:pt x="133" y="182"/>
                  </a:lnTo>
                  <a:lnTo>
                    <a:pt x="144" y="192"/>
                  </a:lnTo>
                  <a:lnTo>
                    <a:pt x="157" y="202"/>
                  </a:lnTo>
                  <a:lnTo>
                    <a:pt x="185" y="211"/>
                  </a:lnTo>
                  <a:lnTo>
                    <a:pt x="210" y="209"/>
                  </a:lnTo>
                  <a:lnTo>
                    <a:pt x="223" y="198"/>
                  </a:lnTo>
                  <a:lnTo>
                    <a:pt x="227" y="188"/>
                  </a:lnTo>
                  <a:lnTo>
                    <a:pt x="227" y="182"/>
                  </a:lnTo>
                  <a:lnTo>
                    <a:pt x="226" y="171"/>
                  </a:lnTo>
                  <a:lnTo>
                    <a:pt x="211" y="143"/>
                  </a:lnTo>
                  <a:lnTo>
                    <a:pt x="199" y="130"/>
                  </a:lnTo>
                  <a:lnTo>
                    <a:pt x="190" y="120"/>
                  </a:lnTo>
                  <a:lnTo>
                    <a:pt x="181" y="106"/>
                  </a:lnTo>
                  <a:lnTo>
                    <a:pt x="181" y="94"/>
                  </a:lnTo>
                  <a:lnTo>
                    <a:pt x="192" y="79"/>
                  </a:lnTo>
                  <a:lnTo>
                    <a:pt x="201" y="68"/>
                  </a:lnTo>
                  <a:lnTo>
                    <a:pt x="211" y="55"/>
                  </a:lnTo>
                  <a:lnTo>
                    <a:pt x="221" y="31"/>
                  </a:lnTo>
                  <a:lnTo>
                    <a:pt x="217" y="12"/>
                  </a:lnTo>
                  <a:lnTo>
                    <a:pt x="200" y="1"/>
                  </a:lnTo>
                  <a:lnTo>
                    <a:pt x="187" y="0"/>
                  </a:lnTo>
                  <a:lnTo>
                    <a:pt x="177" y="1"/>
                  </a:lnTo>
                  <a:lnTo>
                    <a:pt x="154" y="15"/>
                  </a:lnTo>
                  <a:lnTo>
                    <a:pt x="144" y="25"/>
                  </a:lnTo>
                  <a:lnTo>
                    <a:pt x="137" y="32"/>
                  </a:lnTo>
                  <a:lnTo>
                    <a:pt x="126" y="41"/>
                  </a:lnTo>
                  <a:lnTo>
                    <a:pt x="115" y="41"/>
                  </a:lnTo>
                  <a:lnTo>
                    <a:pt x="100" y="32"/>
                  </a:lnTo>
                  <a:lnTo>
                    <a:pt x="89" y="25"/>
                  </a:lnTo>
                  <a:lnTo>
                    <a:pt x="74" y="15"/>
                  </a:lnTo>
                  <a:lnTo>
                    <a:pt x="47" y="3"/>
                  </a:lnTo>
                  <a:lnTo>
                    <a:pt x="25" y="1"/>
                  </a:lnTo>
                  <a:lnTo>
                    <a:pt x="8" y="10"/>
                  </a:lnTo>
                  <a:lnTo>
                    <a:pt x="2"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61" name="Freeform 23">
              <a:extLst>
                <a:ext uri="{FF2B5EF4-FFF2-40B4-BE49-F238E27FC236}">
                  <a16:creationId xmlns:a16="http://schemas.microsoft.com/office/drawing/2014/main" id="{B098006A-32DF-24F2-97DD-1A503968707A}"/>
                </a:ext>
              </a:extLst>
            </p:cNvPr>
            <p:cNvSpPr>
              <a:spLocks/>
            </p:cNvSpPr>
            <p:nvPr/>
          </p:nvSpPr>
          <p:spPr bwMode="auto">
            <a:xfrm>
              <a:off x="11349038" y="1058863"/>
              <a:ext cx="95250" cy="87313"/>
            </a:xfrm>
            <a:custGeom>
              <a:avLst/>
              <a:gdLst>
                <a:gd name="T0" fmla="*/ 8 w 227"/>
                <a:gd name="T1" fmla="*/ 17 h 213"/>
                <a:gd name="T2" fmla="*/ 6 w 227"/>
                <a:gd name="T3" fmla="*/ 21 h 213"/>
                <a:gd name="T4" fmla="*/ 7 w 227"/>
                <a:gd name="T5" fmla="*/ 32 h 213"/>
                <a:gd name="T6" fmla="*/ 15 w 227"/>
                <a:gd name="T7" fmla="*/ 53 h 213"/>
                <a:gd name="T8" fmla="*/ 27 w 227"/>
                <a:gd name="T9" fmla="*/ 67 h 213"/>
                <a:gd name="T10" fmla="*/ 36 w 227"/>
                <a:gd name="T11" fmla="*/ 78 h 213"/>
                <a:gd name="T12" fmla="*/ 46 w 227"/>
                <a:gd name="T13" fmla="*/ 93 h 213"/>
                <a:gd name="T14" fmla="*/ 46 w 227"/>
                <a:gd name="T15" fmla="*/ 105 h 213"/>
                <a:gd name="T16" fmla="*/ 37 w 227"/>
                <a:gd name="T17" fmla="*/ 119 h 213"/>
                <a:gd name="T18" fmla="*/ 28 w 227"/>
                <a:gd name="T19" fmla="*/ 129 h 213"/>
                <a:gd name="T20" fmla="*/ 16 w 227"/>
                <a:gd name="T21" fmla="*/ 142 h 213"/>
                <a:gd name="T22" fmla="*/ 1 w 227"/>
                <a:gd name="T23" fmla="*/ 170 h 213"/>
                <a:gd name="T24" fmla="*/ 0 w 227"/>
                <a:gd name="T25" fmla="*/ 181 h 213"/>
                <a:gd name="T26" fmla="*/ 0 w 227"/>
                <a:gd name="T27" fmla="*/ 187 h 213"/>
                <a:gd name="T28" fmla="*/ 5 w 227"/>
                <a:gd name="T29" fmla="*/ 197 h 213"/>
                <a:gd name="T30" fmla="*/ 17 w 227"/>
                <a:gd name="T31" fmla="*/ 208 h 213"/>
                <a:gd name="T32" fmla="*/ 42 w 227"/>
                <a:gd name="T33" fmla="*/ 210 h 213"/>
                <a:gd name="T34" fmla="*/ 70 w 227"/>
                <a:gd name="T35" fmla="*/ 201 h 213"/>
                <a:gd name="T36" fmla="*/ 83 w 227"/>
                <a:gd name="T37" fmla="*/ 191 h 213"/>
                <a:gd name="T38" fmla="*/ 94 w 227"/>
                <a:gd name="T39" fmla="*/ 181 h 213"/>
                <a:gd name="T40" fmla="*/ 110 w 227"/>
                <a:gd name="T41" fmla="*/ 170 h 213"/>
                <a:gd name="T42" fmla="*/ 122 w 227"/>
                <a:gd name="T43" fmla="*/ 170 h 213"/>
                <a:gd name="T44" fmla="*/ 137 w 227"/>
                <a:gd name="T45" fmla="*/ 179 h 213"/>
                <a:gd name="T46" fmla="*/ 147 w 227"/>
                <a:gd name="T47" fmla="*/ 187 h 213"/>
                <a:gd name="T48" fmla="*/ 158 w 227"/>
                <a:gd name="T49" fmla="*/ 197 h 213"/>
                <a:gd name="T50" fmla="*/ 178 w 227"/>
                <a:gd name="T51" fmla="*/ 209 h 213"/>
                <a:gd name="T52" fmla="*/ 196 w 227"/>
                <a:gd name="T53" fmla="*/ 213 h 213"/>
                <a:gd name="T54" fmla="*/ 211 w 227"/>
                <a:gd name="T55" fmla="*/ 210 h 213"/>
                <a:gd name="T56" fmla="*/ 220 w 227"/>
                <a:gd name="T57" fmla="*/ 201 h 213"/>
                <a:gd name="T58" fmla="*/ 224 w 227"/>
                <a:gd name="T59" fmla="*/ 186 h 213"/>
                <a:gd name="T60" fmla="*/ 222 w 227"/>
                <a:gd name="T61" fmla="*/ 168 h 213"/>
                <a:gd name="T62" fmla="*/ 213 w 227"/>
                <a:gd name="T63" fmla="*/ 146 h 213"/>
                <a:gd name="T64" fmla="*/ 205 w 227"/>
                <a:gd name="T65" fmla="*/ 134 h 213"/>
                <a:gd name="T66" fmla="*/ 197 w 227"/>
                <a:gd name="T67" fmla="*/ 122 h 213"/>
                <a:gd name="T68" fmla="*/ 189 w 227"/>
                <a:gd name="T69" fmla="*/ 105 h 213"/>
                <a:gd name="T70" fmla="*/ 190 w 227"/>
                <a:gd name="T71" fmla="*/ 91 h 213"/>
                <a:gd name="T72" fmla="*/ 200 w 227"/>
                <a:gd name="T73" fmla="*/ 76 h 213"/>
                <a:gd name="T74" fmla="*/ 208 w 227"/>
                <a:gd name="T75" fmla="*/ 66 h 213"/>
                <a:gd name="T76" fmla="*/ 219 w 227"/>
                <a:gd name="T77" fmla="*/ 52 h 213"/>
                <a:gd name="T78" fmla="*/ 227 w 227"/>
                <a:gd name="T79" fmla="*/ 32 h 213"/>
                <a:gd name="T80" fmla="*/ 227 w 227"/>
                <a:gd name="T81" fmla="*/ 21 h 213"/>
                <a:gd name="T82" fmla="*/ 225 w 227"/>
                <a:gd name="T83" fmla="*/ 17 h 213"/>
                <a:gd name="T84" fmla="*/ 218 w 227"/>
                <a:gd name="T85" fmla="*/ 8 h 213"/>
                <a:gd name="T86" fmla="*/ 196 w 227"/>
                <a:gd name="T87" fmla="*/ 0 h 213"/>
                <a:gd name="T88" fmla="*/ 169 w 227"/>
                <a:gd name="T89" fmla="*/ 2 h 213"/>
                <a:gd name="T90" fmla="*/ 143 w 227"/>
                <a:gd name="T91" fmla="*/ 14 h 213"/>
                <a:gd name="T92" fmla="*/ 133 w 227"/>
                <a:gd name="T93" fmla="*/ 24 h 213"/>
                <a:gd name="T94" fmla="*/ 126 w 227"/>
                <a:gd name="T95" fmla="*/ 32 h 213"/>
                <a:gd name="T96" fmla="*/ 115 w 227"/>
                <a:gd name="T97" fmla="*/ 41 h 213"/>
                <a:gd name="T98" fmla="*/ 105 w 227"/>
                <a:gd name="T99" fmla="*/ 41 h 213"/>
                <a:gd name="T100" fmla="*/ 92 w 227"/>
                <a:gd name="T101" fmla="*/ 32 h 213"/>
                <a:gd name="T102" fmla="*/ 83 w 227"/>
                <a:gd name="T103" fmla="*/ 24 h 213"/>
                <a:gd name="T104" fmla="*/ 72 w 227"/>
                <a:gd name="T105" fmla="*/ 14 h 213"/>
                <a:gd name="T106" fmla="*/ 50 w 227"/>
                <a:gd name="T107" fmla="*/ 2 h 213"/>
                <a:gd name="T108" fmla="*/ 30 w 227"/>
                <a:gd name="T109" fmla="*/ 0 h 213"/>
                <a:gd name="T110" fmla="*/ 14 w 227"/>
                <a:gd name="T111" fmla="*/ 9 h 213"/>
                <a:gd name="T112" fmla="*/ 8 w 227"/>
                <a:gd name="T113" fmla="*/ 17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27" h="213">
                  <a:moveTo>
                    <a:pt x="8" y="17"/>
                  </a:moveTo>
                  <a:lnTo>
                    <a:pt x="6" y="21"/>
                  </a:lnTo>
                  <a:lnTo>
                    <a:pt x="7" y="32"/>
                  </a:lnTo>
                  <a:lnTo>
                    <a:pt x="15" y="53"/>
                  </a:lnTo>
                  <a:lnTo>
                    <a:pt x="27" y="67"/>
                  </a:lnTo>
                  <a:lnTo>
                    <a:pt x="36" y="78"/>
                  </a:lnTo>
                  <a:lnTo>
                    <a:pt x="46" y="93"/>
                  </a:lnTo>
                  <a:lnTo>
                    <a:pt x="46" y="105"/>
                  </a:lnTo>
                  <a:lnTo>
                    <a:pt x="37" y="119"/>
                  </a:lnTo>
                  <a:lnTo>
                    <a:pt x="28" y="129"/>
                  </a:lnTo>
                  <a:lnTo>
                    <a:pt x="16" y="142"/>
                  </a:lnTo>
                  <a:lnTo>
                    <a:pt x="1" y="170"/>
                  </a:lnTo>
                  <a:lnTo>
                    <a:pt x="0" y="181"/>
                  </a:lnTo>
                  <a:lnTo>
                    <a:pt x="0" y="187"/>
                  </a:lnTo>
                  <a:lnTo>
                    <a:pt x="5" y="197"/>
                  </a:lnTo>
                  <a:lnTo>
                    <a:pt x="17" y="208"/>
                  </a:lnTo>
                  <a:lnTo>
                    <a:pt x="42" y="210"/>
                  </a:lnTo>
                  <a:lnTo>
                    <a:pt x="70" y="201"/>
                  </a:lnTo>
                  <a:lnTo>
                    <a:pt x="83" y="191"/>
                  </a:lnTo>
                  <a:lnTo>
                    <a:pt x="94" y="181"/>
                  </a:lnTo>
                  <a:lnTo>
                    <a:pt x="110" y="170"/>
                  </a:lnTo>
                  <a:lnTo>
                    <a:pt x="122" y="170"/>
                  </a:lnTo>
                  <a:lnTo>
                    <a:pt x="137" y="179"/>
                  </a:lnTo>
                  <a:lnTo>
                    <a:pt x="147" y="187"/>
                  </a:lnTo>
                  <a:lnTo>
                    <a:pt x="158" y="197"/>
                  </a:lnTo>
                  <a:lnTo>
                    <a:pt x="178" y="209"/>
                  </a:lnTo>
                  <a:lnTo>
                    <a:pt x="196" y="213"/>
                  </a:lnTo>
                  <a:lnTo>
                    <a:pt x="211" y="210"/>
                  </a:lnTo>
                  <a:lnTo>
                    <a:pt x="220" y="201"/>
                  </a:lnTo>
                  <a:lnTo>
                    <a:pt x="224" y="186"/>
                  </a:lnTo>
                  <a:lnTo>
                    <a:pt x="222" y="168"/>
                  </a:lnTo>
                  <a:lnTo>
                    <a:pt x="213" y="146"/>
                  </a:lnTo>
                  <a:lnTo>
                    <a:pt x="205" y="134"/>
                  </a:lnTo>
                  <a:lnTo>
                    <a:pt x="197" y="122"/>
                  </a:lnTo>
                  <a:lnTo>
                    <a:pt x="189" y="105"/>
                  </a:lnTo>
                  <a:lnTo>
                    <a:pt x="190" y="91"/>
                  </a:lnTo>
                  <a:lnTo>
                    <a:pt x="200" y="76"/>
                  </a:lnTo>
                  <a:lnTo>
                    <a:pt x="208" y="66"/>
                  </a:lnTo>
                  <a:lnTo>
                    <a:pt x="219" y="52"/>
                  </a:lnTo>
                  <a:lnTo>
                    <a:pt x="227" y="32"/>
                  </a:lnTo>
                  <a:lnTo>
                    <a:pt x="227" y="21"/>
                  </a:lnTo>
                  <a:lnTo>
                    <a:pt x="225" y="17"/>
                  </a:lnTo>
                  <a:lnTo>
                    <a:pt x="218" y="8"/>
                  </a:lnTo>
                  <a:lnTo>
                    <a:pt x="196" y="0"/>
                  </a:lnTo>
                  <a:lnTo>
                    <a:pt x="169" y="2"/>
                  </a:lnTo>
                  <a:lnTo>
                    <a:pt x="143" y="14"/>
                  </a:lnTo>
                  <a:lnTo>
                    <a:pt x="133" y="24"/>
                  </a:lnTo>
                  <a:lnTo>
                    <a:pt x="126" y="32"/>
                  </a:lnTo>
                  <a:lnTo>
                    <a:pt x="115" y="41"/>
                  </a:lnTo>
                  <a:lnTo>
                    <a:pt x="105" y="41"/>
                  </a:lnTo>
                  <a:lnTo>
                    <a:pt x="92" y="32"/>
                  </a:lnTo>
                  <a:lnTo>
                    <a:pt x="83" y="24"/>
                  </a:lnTo>
                  <a:lnTo>
                    <a:pt x="72" y="14"/>
                  </a:lnTo>
                  <a:lnTo>
                    <a:pt x="50" y="2"/>
                  </a:lnTo>
                  <a:lnTo>
                    <a:pt x="30" y="0"/>
                  </a:lnTo>
                  <a:lnTo>
                    <a:pt x="14" y="9"/>
                  </a:lnTo>
                  <a:lnTo>
                    <a:pt x="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62" name="Freeform 24">
              <a:extLst>
                <a:ext uri="{FF2B5EF4-FFF2-40B4-BE49-F238E27FC236}">
                  <a16:creationId xmlns:a16="http://schemas.microsoft.com/office/drawing/2014/main" id="{CA25DCB7-833E-2316-0BB3-6C905B32EB58}"/>
                </a:ext>
              </a:extLst>
            </p:cNvPr>
            <p:cNvSpPr>
              <a:spLocks/>
            </p:cNvSpPr>
            <p:nvPr/>
          </p:nvSpPr>
          <p:spPr bwMode="auto">
            <a:xfrm>
              <a:off x="10863263" y="1341438"/>
              <a:ext cx="103188" cy="34925"/>
            </a:xfrm>
            <a:custGeom>
              <a:avLst/>
              <a:gdLst>
                <a:gd name="T0" fmla="*/ 3 w 250"/>
                <a:gd name="T1" fmla="*/ 24 h 84"/>
                <a:gd name="T2" fmla="*/ 1 w 250"/>
                <a:gd name="T3" fmla="*/ 31 h 84"/>
                <a:gd name="T4" fmla="*/ 0 w 250"/>
                <a:gd name="T5" fmla="*/ 44 h 84"/>
                <a:gd name="T6" fmla="*/ 5 w 250"/>
                <a:gd name="T7" fmla="*/ 55 h 84"/>
                <a:gd name="T8" fmla="*/ 15 w 250"/>
                <a:gd name="T9" fmla="*/ 65 h 84"/>
                <a:gd name="T10" fmla="*/ 39 w 250"/>
                <a:gd name="T11" fmla="*/ 76 h 84"/>
                <a:gd name="T12" fmla="*/ 91 w 250"/>
                <a:gd name="T13" fmla="*/ 83 h 84"/>
                <a:gd name="T14" fmla="*/ 125 w 250"/>
                <a:gd name="T15" fmla="*/ 84 h 84"/>
                <a:gd name="T16" fmla="*/ 159 w 250"/>
                <a:gd name="T17" fmla="*/ 83 h 84"/>
                <a:gd name="T18" fmla="*/ 211 w 250"/>
                <a:gd name="T19" fmla="*/ 76 h 84"/>
                <a:gd name="T20" fmla="*/ 235 w 250"/>
                <a:gd name="T21" fmla="*/ 65 h 84"/>
                <a:gd name="T22" fmla="*/ 245 w 250"/>
                <a:gd name="T23" fmla="*/ 55 h 84"/>
                <a:gd name="T24" fmla="*/ 250 w 250"/>
                <a:gd name="T25" fmla="*/ 44 h 84"/>
                <a:gd name="T26" fmla="*/ 249 w 250"/>
                <a:gd name="T27" fmla="*/ 31 h 84"/>
                <a:gd name="T28" fmla="*/ 247 w 250"/>
                <a:gd name="T29" fmla="*/ 24 h 84"/>
                <a:gd name="T30" fmla="*/ 243 w 250"/>
                <a:gd name="T31" fmla="*/ 18 h 84"/>
                <a:gd name="T32" fmla="*/ 227 w 250"/>
                <a:gd name="T33" fmla="*/ 9 h 84"/>
                <a:gd name="T34" fmla="*/ 179 w 250"/>
                <a:gd name="T35" fmla="*/ 1 h 84"/>
                <a:gd name="T36" fmla="*/ 125 w 250"/>
                <a:gd name="T37" fmla="*/ 0 h 84"/>
                <a:gd name="T38" fmla="*/ 71 w 250"/>
                <a:gd name="T39" fmla="*/ 1 h 84"/>
                <a:gd name="T40" fmla="*/ 23 w 250"/>
                <a:gd name="T41" fmla="*/ 9 h 84"/>
                <a:gd name="T42" fmla="*/ 7 w 250"/>
                <a:gd name="T43" fmla="*/ 18 h 84"/>
                <a:gd name="T44" fmla="*/ 3 w 250"/>
                <a:gd name="T45" fmla="*/ 2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50" h="84">
                  <a:moveTo>
                    <a:pt x="3" y="24"/>
                  </a:moveTo>
                  <a:lnTo>
                    <a:pt x="1" y="31"/>
                  </a:lnTo>
                  <a:lnTo>
                    <a:pt x="0" y="44"/>
                  </a:lnTo>
                  <a:lnTo>
                    <a:pt x="5" y="55"/>
                  </a:lnTo>
                  <a:lnTo>
                    <a:pt x="15" y="65"/>
                  </a:lnTo>
                  <a:lnTo>
                    <a:pt x="39" y="76"/>
                  </a:lnTo>
                  <a:lnTo>
                    <a:pt x="91" y="83"/>
                  </a:lnTo>
                  <a:lnTo>
                    <a:pt x="125" y="84"/>
                  </a:lnTo>
                  <a:lnTo>
                    <a:pt x="159" y="83"/>
                  </a:lnTo>
                  <a:lnTo>
                    <a:pt x="211" y="76"/>
                  </a:lnTo>
                  <a:lnTo>
                    <a:pt x="235" y="65"/>
                  </a:lnTo>
                  <a:lnTo>
                    <a:pt x="245" y="55"/>
                  </a:lnTo>
                  <a:lnTo>
                    <a:pt x="250" y="44"/>
                  </a:lnTo>
                  <a:lnTo>
                    <a:pt x="249" y="31"/>
                  </a:lnTo>
                  <a:lnTo>
                    <a:pt x="247" y="24"/>
                  </a:lnTo>
                  <a:lnTo>
                    <a:pt x="243" y="18"/>
                  </a:lnTo>
                  <a:lnTo>
                    <a:pt x="227" y="9"/>
                  </a:lnTo>
                  <a:lnTo>
                    <a:pt x="179" y="1"/>
                  </a:lnTo>
                  <a:lnTo>
                    <a:pt x="125" y="0"/>
                  </a:lnTo>
                  <a:lnTo>
                    <a:pt x="71" y="1"/>
                  </a:lnTo>
                  <a:lnTo>
                    <a:pt x="23" y="9"/>
                  </a:lnTo>
                  <a:lnTo>
                    <a:pt x="7" y="18"/>
                  </a:lnTo>
                  <a:lnTo>
                    <a:pt x="3"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63" name="Freeform 25">
              <a:extLst>
                <a:ext uri="{FF2B5EF4-FFF2-40B4-BE49-F238E27FC236}">
                  <a16:creationId xmlns:a16="http://schemas.microsoft.com/office/drawing/2014/main" id="{64E85A89-6949-4F60-2704-73551FDDA7CA}"/>
                </a:ext>
              </a:extLst>
            </p:cNvPr>
            <p:cNvSpPr>
              <a:spLocks noEditPoints="1"/>
            </p:cNvSpPr>
            <p:nvPr/>
          </p:nvSpPr>
          <p:spPr bwMode="auto">
            <a:xfrm>
              <a:off x="11563351" y="1266826"/>
              <a:ext cx="180975" cy="179388"/>
            </a:xfrm>
            <a:custGeom>
              <a:avLst/>
              <a:gdLst>
                <a:gd name="T0" fmla="*/ 93 w 436"/>
                <a:gd name="T1" fmla="*/ 42 h 435"/>
                <a:gd name="T2" fmla="*/ 19 w 436"/>
                <a:gd name="T3" fmla="*/ 137 h 435"/>
                <a:gd name="T4" fmla="*/ 0 w 436"/>
                <a:gd name="T5" fmla="*/ 222 h 435"/>
                <a:gd name="T6" fmla="*/ 18 w 436"/>
                <a:gd name="T7" fmla="*/ 298 h 435"/>
                <a:gd name="T8" fmla="*/ 86 w 436"/>
                <a:gd name="T9" fmla="*/ 391 h 435"/>
                <a:gd name="T10" fmla="*/ 125 w 436"/>
                <a:gd name="T11" fmla="*/ 417 h 435"/>
                <a:gd name="T12" fmla="*/ 207 w 436"/>
                <a:gd name="T13" fmla="*/ 435 h 435"/>
                <a:gd name="T14" fmla="*/ 294 w 436"/>
                <a:gd name="T15" fmla="*/ 421 h 435"/>
                <a:gd name="T16" fmla="*/ 370 w 436"/>
                <a:gd name="T17" fmla="*/ 378 h 435"/>
                <a:gd name="T18" fmla="*/ 408 w 436"/>
                <a:gd name="T19" fmla="*/ 330 h 435"/>
                <a:gd name="T20" fmla="*/ 430 w 436"/>
                <a:gd name="T21" fmla="*/ 275 h 435"/>
                <a:gd name="T22" fmla="*/ 436 w 436"/>
                <a:gd name="T23" fmla="*/ 202 h 435"/>
                <a:gd name="T24" fmla="*/ 420 w 436"/>
                <a:gd name="T25" fmla="*/ 135 h 435"/>
                <a:gd name="T26" fmla="*/ 385 w 436"/>
                <a:gd name="T27" fmla="*/ 78 h 435"/>
                <a:gd name="T28" fmla="*/ 336 w 436"/>
                <a:gd name="T29" fmla="*/ 34 h 435"/>
                <a:gd name="T30" fmla="*/ 276 w 436"/>
                <a:gd name="T31" fmla="*/ 6 h 435"/>
                <a:gd name="T32" fmla="*/ 208 w 436"/>
                <a:gd name="T33" fmla="*/ 0 h 435"/>
                <a:gd name="T34" fmla="*/ 136 w 436"/>
                <a:gd name="T35" fmla="*/ 18 h 435"/>
                <a:gd name="T36" fmla="*/ 310 w 436"/>
                <a:gd name="T37" fmla="*/ 120 h 435"/>
                <a:gd name="T38" fmla="*/ 346 w 436"/>
                <a:gd name="T39" fmla="*/ 167 h 435"/>
                <a:gd name="T40" fmla="*/ 357 w 436"/>
                <a:gd name="T41" fmla="*/ 238 h 435"/>
                <a:gd name="T42" fmla="*/ 330 w 436"/>
                <a:gd name="T43" fmla="*/ 305 h 435"/>
                <a:gd name="T44" fmla="*/ 270 w 436"/>
                <a:gd name="T45" fmla="*/ 350 h 435"/>
                <a:gd name="T46" fmla="*/ 225 w 436"/>
                <a:gd name="T47" fmla="*/ 359 h 435"/>
                <a:gd name="T48" fmla="*/ 141 w 436"/>
                <a:gd name="T49" fmla="*/ 334 h 435"/>
                <a:gd name="T50" fmla="*/ 91 w 436"/>
                <a:gd name="T51" fmla="*/ 267 h 435"/>
                <a:gd name="T52" fmla="*/ 88 w 436"/>
                <a:gd name="T53" fmla="*/ 182 h 435"/>
                <a:gd name="T54" fmla="*/ 125 w 436"/>
                <a:gd name="T55" fmla="*/ 122 h 435"/>
                <a:gd name="T56" fmla="*/ 156 w 436"/>
                <a:gd name="T57" fmla="*/ 97 h 435"/>
                <a:gd name="T58" fmla="*/ 202 w 436"/>
                <a:gd name="T59" fmla="*/ 82 h 435"/>
                <a:gd name="T60" fmla="*/ 251 w 436"/>
                <a:gd name="T61" fmla="*/ 87 h 435"/>
                <a:gd name="T62" fmla="*/ 310 w 436"/>
                <a:gd name="T63" fmla="*/ 120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6" h="435">
                  <a:moveTo>
                    <a:pt x="118" y="27"/>
                  </a:moveTo>
                  <a:lnTo>
                    <a:pt x="93" y="42"/>
                  </a:lnTo>
                  <a:lnTo>
                    <a:pt x="51" y="84"/>
                  </a:lnTo>
                  <a:lnTo>
                    <a:pt x="19" y="137"/>
                  </a:lnTo>
                  <a:lnTo>
                    <a:pt x="1" y="194"/>
                  </a:lnTo>
                  <a:lnTo>
                    <a:pt x="0" y="222"/>
                  </a:lnTo>
                  <a:lnTo>
                    <a:pt x="1" y="246"/>
                  </a:lnTo>
                  <a:lnTo>
                    <a:pt x="18" y="298"/>
                  </a:lnTo>
                  <a:lnTo>
                    <a:pt x="48" y="348"/>
                  </a:lnTo>
                  <a:lnTo>
                    <a:pt x="86" y="391"/>
                  </a:lnTo>
                  <a:lnTo>
                    <a:pt x="108" y="407"/>
                  </a:lnTo>
                  <a:lnTo>
                    <a:pt x="125" y="417"/>
                  </a:lnTo>
                  <a:lnTo>
                    <a:pt x="165" y="431"/>
                  </a:lnTo>
                  <a:lnTo>
                    <a:pt x="207" y="435"/>
                  </a:lnTo>
                  <a:lnTo>
                    <a:pt x="251" y="432"/>
                  </a:lnTo>
                  <a:lnTo>
                    <a:pt x="294" y="421"/>
                  </a:lnTo>
                  <a:lnTo>
                    <a:pt x="335" y="403"/>
                  </a:lnTo>
                  <a:lnTo>
                    <a:pt x="370" y="378"/>
                  </a:lnTo>
                  <a:lnTo>
                    <a:pt x="398" y="348"/>
                  </a:lnTo>
                  <a:lnTo>
                    <a:pt x="408" y="330"/>
                  </a:lnTo>
                  <a:lnTo>
                    <a:pt x="417" y="312"/>
                  </a:lnTo>
                  <a:lnTo>
                    <a:pt x="430" y="275"/>
                  </a:lnTo>
                  <a:lnTo>
                    <a:pt x="436" y="238"/>
                  </a:lnTo>
                  <a:lnTo>
                    <a:pt x="436" y="202"/>
                  </a:lnTo>
                  <a:lnTo>
                    <a:pt x="430" y="168"/>
                  </a:lnTo>
                  <a:lnTo>
                    <a:pt x="420" y="135"/>
                  </a:lnTo>
                  <a:lnTo>
                    <a:pt x="405" y="105"/>
                  </a:lnTo>
                  <a:lnTo>
                    <a:pt x="385" y="78"/>
                  </a:lnTo>
                  <a:lnTo>
                    <a:pt x="362" y="54"/>
                  </a:lnTo>
                  <a:lnTo>
                    <a:pt x="336" y="34"/>
                  </a:lnTo>
                  <a:lnTo>
                    <a:pt x="307" y="18"/>
                  </a:lnTo>
                  <a:lnTo>
                    <a:pt x="276" y="6"/>
                  </a:lnTo>
                  <a:lnTo>
                    <a:pt x="243" y="0"/>
                  </a:lnTo>
                  <a:lnTo>
                    <a:pt x="208" y="0"/>
                  </a:lnTo>
                  <a:lnTo>
                    <a:pt x="172" y="6"/>
                  </a:lnTo>
                  <a:lnTo>
                    <a:pt x="136" y="18"/>
                  </a:lnTo>
                  <a:lnTo>
                    <a:pt x="118" y="27"/>
                  </a:lnTo>
                  <a:close/>
                  <a:moveTo>
                    <a:pt x="310" y="120"/>
                  </a:moveTo>
                  <a:lnTo>
                    <a:pt x="325" y="135"/>
                  </a:lnTo>
                  <a:lnTo>
                    <a:pt x="346" y="167"/>
                  </a:lnTo>
                  <a:lnTo>
                    <a:pt x="357" y="202"/>
                  </a:lnTo>
                  <a:lnTo>
                    <a:pt x="357" y="238"/>
                  </a:lnTo>
                  <a:lnTo>
                    <a:pt x="348" y="273"/>
                  </a:lnTo>
                  <a:lnTo>
                    <a:pt x="330" y="305"/>
                  </a:lnTo>
                  <a:lnTo>
                    <a:pt x="304" y="331"/>
                  </a:lnTo>
                  <a:lnTo>
                    <a:pt x="270" y="350"/>
                  </a:lnTo>
                  <a:lnTo>
                    <a:pt x="250" y="355"/>
                  </a:lnTo>
                  <a:lnTo>
                    <a:pt x="225" y="359"/>
                  </a:lnTo>
                  <a:lnTo>
                    <a:pt x="180" y="354"/>
                  </a:lnTo>
                  <a:lnTo>
                    <a:pt x="141" y="334"/>
                  </a:lnTo>
                  <a:lnTo>
                    <a:pt x="111" y="304"/>
                  </a:lnTo>
                  <a:lnTo>
                    <a:pt x="91" y="267"/>
                  </a:lnTo>
                  <a:lnTo>
                    <a:pt x="83" y="225"/>
                  </a:lnTo>
                  <a:lnTo>
                    <a:pt x="88" y="182"/>
                  </a:lnTo>
                  <a:lnTo>
                    <a:pt x="108" y="141"/>
                  </a:lnTo>
                  <a:lnTo>
                    <a:pt x="125" y="122"/>
                  </a:lnTo>
                  <a:lnTo>
                    <a:pt x="135" y="112"/>
                  </a:lnTo>
                  <a:lnTo>
                    <a:pt x="156" y="97"/>
                  </a:lnTo>
                  <a:lnTo>
                    <a:pt x="178" y="87"/>
                  </a:lnTo>
                  <a:lnTo>
                    <a:pt x="202" y="82"/>
                  </a:lnTo>
                  <a:lnTo>
                    <a:pt x="226" y="82"/>
                  </a:lnTo>
                  <a:lnTo>
                    <a:pt x="251" y="87"/>
                  </a:lnTo>
                  <a:lnTo>
                    <a:pt x="287" y="103"/>
                  </a:lnTo>
                  <a:lnTo>
                    <a:pt x="310" y="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075" name="Group 1074">
            <a:extLst>
              <a:ext uri="{FF2B5EF4-FFF2-40B4-BE49-F238E27FC236}">
                <a16:creationId xmlns:a16="http://schemas.microsoft.com/office/drawing/2014/main" id="{59565533-C8F9-C45B-ABE8-B24DEFAB9DC2}"/>
              </a:ext>
            </a:extLst>
          </p:cNvPr>
          <p:cNvGrpSpPr>
            <a:grpSpLocks noChangeAspect="1"/>
          </p:cNvGrpSpPr>
          <p:nvPr/>
        </p:nvGrpSpPr>
        <p:grpSpPr>
          <a:xfrm>
            <a:off x="3655117" y="2536331"/>
            <a:ext cx="409500" cy="411480"/>
            <a:chOff x="10656888" y="4908551"/>
            <a:chExt cx="1312863" cy="1319213"/>
          </a:xfrm>
          <a:solidFill>
            <a:schemeClr val="bg1"/>
          </a:solidFill>
        </p:grpSpPr>
        <p:sp>
          <p:nvSpPr>
            <p:cNvPr id="1076" name="Freeform 608">
              <a:extLst>
                <a:ext uri="{FF2B5EF4-FFF2-40B4-BE49-F238E27FC236}">
                  <a16:creationId xmlns:a16="http://schemas.microsoft.com/office/drawing/2014/main" id="{20FDDADD-8038-D139-2810-1F1B85E66D91}"/>
                </a:ext>
              </a:extLst>
            </p:cNvPr>
            <p:cNvSpPr>
              <a:spLocks noEditPoints="1"/>
            </p:cNvSpPr>
            <p:nvPr/>
          </p:nvSpPr>
          <p:spPr bwMode="auto">
            <a:xfrm>
              <a:off x="10671176" y="4908551"/>
              <a:ext cx="1298575" cy="933450"/>
            </a:xfrm>
            <a:custGeom>
              <a:avLst/>
              <a:gdLst>
                <a:gd name="T0" fmla="*/ 10 w 3182"/>
                <a:gd name="T1" fmla="*/ 1887 h 2285"/>
                <a:gd name="T2" fmla="*/ 1191 w 3182"/>
                <a:gd name="T3" fmla="*/ 2065 h 2285"/>
                <a:gd name="T4" fmla="*/ 1328 w 3182"/>
                <a:gd name="T5" fmla="*/ 2053 h 2285"/>
                <a:gd name="T6" fmla="*/ 1488 w 3182"/>
                <a:gd name="T7" fmla="*/ 2105 h 2285"/>
                <a:gd name="T8" fmla="*/ 1698 w 3182"/>
                <a:gd name="T9" fmla="*/ 2280 h 2285"/>
                <a:gd name="T10" fmla="*/ 1919 w 3182"/>
                <a:gd name="T11" fmla="*/ 2101 h 2285"/>
                <a:gd name="T12" fmla="*/ 2166 w 3182"/>
                <a:gd name="T13" fmla="*/ 2100 h 2285"/>
                <a:gd name="T14" fmla="*/ 2335 w 3182"/>
                <a:gd name="T15" fmla="*/ 1825 h 2285"/>
                <a:gd name="T16" fmla="*/ 2206 w 3182"/>
                <a:gd name="T17" fmla="*/ 1707 h 2285"/>
                <a:gd name="T18" fmla="*/ 2424 w 3182"/>
                <a:gd name="T19" fmla="*/ 1690 h 2285"/>
                <a:gd name="T20" fmla="*/ 2871 w 3182"/>
                <a:gd name="T21" fmla="*/ 1654 h 2285"/>
                <a:gd name="T22" fmla="*/ 3116 w 3182"/>
                <a:gd name="T23" fmla="*/ 1405 h 2285"/>
                <a:gd name="T24" fmla="*/ 3179 w 3182"/>
                <a:gd name="T25" fmla="*/ 1067 h 2285"/>
                <a:gd name="T26" fmla="*/ 3035 w 3182"/>
                <a:gd name="T27" fmla="*/ 749 h 2285"/>
                <a:gd name="T28" fmla="*/ 2671 w 3182"/>
                <a:gd name="T29" fmla="*/ 557 h 2285"/>
                <a:gd name="T30" fmla="*/ 2223 w 3182"/>
                <a:gd name="T31" fmla="*/ 696 h 2285"/>
                <a:gd name="T32" fmla="*/ 2021 w 3182"/>
                <a:gd name="T33" fmla="*/ 1112 h 2285"/>
                <a:gd name="T34" fmla="*/ 1931 w 3182"/>
                <a:gd name="T35" fmla="*/ 1193 h 2285"/>
                <a:gd name="T36" fmla="*/ 1860 w 3182"/>
                <a:gd name="T37" fmla="*/ 992 h 2285"/>
                <a:gd name="T38" fmla="*/ 1638 w 3182"/>
                <a:gd name="T39" fmla="*/ 0 h 2285"/>
                <a:gd name="T40" fmla="*/ 1634 w 3182"/>
                <a:gd name="T41" fmla="*/ 112 h 2285"/>
                <a:gd name="T42" fmla="*/ 1582 w 3182"/>
                <a:gd name="T43" fmla="*/ 984 h 2285"/>
                <a:gd name="T44" fmla="*/ 1512 w 3182"/>
                <a:gd name="T45" fmla="*/ 1143 h 2285"/>
                <a:gd name="T46" fmla="*/ 1291 w 3182"/>
                <a:gd name="T47" fmla="*/ 1203 h 2285"/>
                <a:gd name="T48" fmla="*/ 1112 w 3182"/>
                <a:gd name="T49" fmla="*/ 1350 h 2285"/>
                <a:gd name="T50" fmla="*/ 1103 w 3182"/>
                <a:gd name="T51" fmla="*/ 1499 h 2285"/>
                <a:gd name="T52" fmla="*/ 1185 w 3182"/>
                <a:gd name="T53" fmla="*/ 1638 h 2285"/>
                <a:gd name="T54" fmla="*/ 1098 w 3182"/>
                <a:gd name="T55" fmla="*/ 1786 h 2285"/>
                <a:gd name="T56" fmla="*/ 1085 w 3182"/>
                <a:gd name="T57" fmla="*/ 1890 h 2285"/>
                <a:gd name="T58" fmla="*/ 146 w 3182"/>
                <a:gd name="T59" fmla="*/ 1886 h 2285"/>
                <a:gd name="T60" fmla="*/ 101 w 3182"/>
                <a:gd name="T61" fmla="*/ 1198 h 2285"/>
                <a:gd name="T62" fmla="*/ 1521 w 3182"/>
                <a:gd name="T63" fmla="*/ 90 h 2285"/>
                <a:gd name="T64" fmla="*/ 2993 w 3182"/>
                <a:gd name="T65" fmla="*/ 840 h 2285"/>
                <a:gd name="T66" fmla="*/ 3078 w 3182"/>
                <a:gd name="T67" fmla="*/ 1252 h 2285"/>
                <a:gd name="T68" fmla="*/ 2922 w 3182"/>
                <a:gd name="T69" fmla="*/ 1509 h 2285"/>
                <a:gd name="T70" fmla="*/ 2638 w 3182"/>
                <a:gd name="T71" fmla="*/ 1630 h 2285"/>
                <a:gd name="T72" fmla="*/ 2357 w 3182"/>
                <a:gd name="T73" fmla="*/ 1566 h 2285"/>
                <a:gd name="T74" fmla="*/ 2319 w 3182"/>
                <a:gd name="T75" fmla="*/ 1473 h 2285"/>
                <a:gd name="T76" fmla="*/ 2209 w 3182"/>
                <a:gd name="T77" fmla="*/ 1232 h 2285"/>
                <a:gd name="T78" fmla="*/ 2102 w 3182"/>
                <a:gd name="T79" fmla="*/ 1161 h 2285"/>
                <a:gd name="T80" fmla="*/ 2192 w 3182"/>
                <a:gd name="T81" fmla="*/ 865 h 2285"/>
                <a:gd name="T82" fmla="*/ 2466 w 3182"/>
                <a:gd name="T83" fmla="*/ 663 h 2285"/>
                <a:gd name="T84" fmla="*/ 2816 w 3182"/>
                <a:gd name="T85" fmla="*/ 692 h 2285"/>
                <a:gd name="T86" fmla="*/ 1828 w 3182"/>
                <a:gd name="T87" fmla="*/ 1235 h 2285"/>
                <a:gd name="T88" fmla="*/ 2078 w 3182"/>
                <a:gd name="T89" fmla="*/ 1318 h 2285"/>
                <a:gd name="T90" fmla="*/ 2215 w 3182"/>
                <a:gd name="T91" fmla="*/ 1433 h 2285"/>
                <a:gd name="T92" fmla="*/ 2117 w 3182"/>
                <a:gd name="T93" fmla="*/ 1535 h 2285"/>
                <a:gd name="T94" fmla="*/ 2146 w 3182"/>
                <a:gd name="T95" fmla="*/ 1794 h 2285"/>
                <a:gd name="T96" fmla="*/ 2164 w 3182"/>
                <a:gd name="T97" fmla="*/ 1961 h 2285"/>
                <a:gd name="T98" fmla="*/ 1971 w 3182"/>
                <a:gd name="T99" fmla="*/ 1962 h 2285"/>
                <a:gd name="T100" fmla="*/ 1783 w 3182"/>
                <a:gd name="T101" fmla="*/ 2115 h 2285"/>
                <a:gd name="T102" fmla="*/ 1603 w 3182"/>
                <a:gd name="T103" fmla="*/ 2106 h 2285"/>
                <a:gd name="T104" fmla="*/ 1464 w 3182"/>
                <a:gd name="T105" fmla="*/ 1991 h 2285"/>
                <a:gd name="T106" fmla="*/ 1254 w 3182"/>
                <a:gd name="T107" fmla="*/ 1987 h 2285"/>
                <a:gd name="T108" fmla="*/ 1180 w 3182"/>
                <a:gd name="T109" fmla="*/ 1836 h 2285"/>
                <a:gd name="T110" fmla="*/ 1277 w 3182"/>
                <a:gd name="T111" fmla="*/ 1684 h 2285"/>
                <a:gd name="T112" fmla="*/ 1168 w 3182"/>
                <a:gd name="T113" fmla="*/ 1437 h 2285"/>
                <a:gd name="T114" fmla="*/ 1286 w 3182"/>
                <a:gd name="T115" fmla="*/ 1301 h 2285"/>
                <a:gd name="T116" fmla="*/ 1546 w 3182"/>
                <a:gd name="T117" fmla="*/ 1248 h 2285"/>
                <a:gd name="T118" fmla="*/ 1601 w 3182"/>
                <a:gd name="T119" fmla="*/ 1083 h 2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182" h="2285">
                  <a:moveTo>
                    <a:pt x="391" y="87"/>
                  </a:moveTo>
                  <a:lnTo>
                    <a:pt x="291" y="193"/>
                  </a:lnTo>
                  <a:lnTo>
                    <a:pt x="155" y="347"/>
                  </a:lnTo>
                  <a:lnTo>
                    <a:pt x="0" y="518"/>
                  </a:lnTo>
                  <a:lnTo>
                    <a:pt x="5" y="1202"/>
                  </a:lnTo>
                  <a:lnTo>
                    <a:pt x="10" y="1887"/>
                  </a:lnTo>
                  <a:lnTo>
                    <a:pt x="65" y="1935"/>
                  </a:lnTo>
                  <a:lnTo>
                    <a:pt x="118" y="1983"/>
                  </a:lnTo>
                  <a:lnTo>
                    <a:pt x="633" y="1983"/>
                  </a:lnTo>
                  <a:lnTo>
                    <a:pt x="1146" y="1983"/>
                  </a:lnTo>
                  <a:lnTo>
                    <a:pt x="1178" y="2042"/>
                  </a:lnTo>
                  <a:lnTo>
                    <a:pt x="1191" y="2065"/>
                  </a:lnTo>
                  <a:lnTo>
                    <a:pt x="1208" y="2087"/>
                  </a:lnTo>
                  <a:lnTo>
                    <a:pt x="1220" y="2095"/>
                  </a:lnTo>
                  <a:lnTo>
                    <a:pt x="1241" y="2097"/>
                  </a:lnTo>
                  <a:lnTo>
                    <a:pt x="1280" y="2081"/>
                  </a:lnTo>
                  <a:lnTo>
                    <a:pt x="1308" y="2065"/>
                  </a:lnTo>
                  <a:lnTo>
                    <a:pt x="1328" y="2053"/>
                  </a:lnTo>
                  <a:lnTo>
                    <a:pt x="1355" y="2041"/>
                  </a:lnTo>
                  <a:lnTo>
                    <a:pt x="1375" y="2040"/>
                  </a:lnTo>
                  <a:lnTo>
                    <a:pt x="1397" y="2052"/>
                  </a:lnTo>
                  <a:lnTo>
                    <a:pt x="1413" y="2063"/>
                  </a:lnTo>
                  <a:lnTo>
                    <a:pt x="1456" y="2089"/>
                  </a:lnTo>
                  <a:lnTo>
                    <a:pt x="1488" y="2105"/>
                  </a:lnTo>
                  <a:lnTo>
                    <a:pt x="1495" y="2108"/>
                  </a:lnTo>
                  <a:lnTo>
                    <a:pt x="1507" y="2121"/>
                  </a:lnTo>
                  <a:lnTo>
                    <a:pt x="1518" y="2156"/>
                  </a:lnTo>
                  <a:lnTo>
                    <a:pt x="1521" y="2195"/>
                  </a:lnTo>
                  <a:lnTo>
                    <a:pt x="1526" y="2275"/>
                  </a:lnTo>
                  <a:lnTo>
                    <a:pt x="1698" y="2280"/>
                  </a:lnTo>
                  <a:lnTo>
                    <a:pt x="1868" y="2285"/>
                  </a:lnTo>
                  <a:lnTo>
                    <a:pt x="1868" y="2210"/>
                  </a:lnTo>
                  <a:lnTo>
                    <a:pt x="1868" y="2186"/>
                  </a:lnTo>
                  <a:lnTo>
                    <a:pt x="1873" y="2152"/>
                  </a:lnTo>
                  <a:lnTo>
                    <a:pt x="1888" y="2127"/>
                  </a:lnTo>
                  <a:lnTo>
                    <a:pt x="1919" y="2101"/>
                  </a:lnTo>
                  <a:lnTo>
                    <a:pt x="1943" y="2085"/>
                  </a:lnTo>
                  <a:lnTo>
                    <a:pt x="2020" y="2033"/>
                  </a:lnTo>
                  <a:lnTo>
                    <a:pt x="2085" y="2067"/>
                  </a:lnTo>
                  <a:lnTo>
                    <a:pt x="2112" y="2080"/>
                  </a:lnTo>
                  <a:lnTo>
                    <a:pt x="2157" y="2098"/>
                  </a:lnTo>
                  <a:lnTo>
                    <a:pt x="2166" y="2100"/>
                  </a:lnTo>
                  <a:lnTo>
                    <a:pt x="2171" y="2098"/>
                  </a:lnTo>
                  <a:lnTo>
                    <a:pt x="2188" y="2078"/>
                  </a:lnTo>
                  <a:lnTo>
                    <a:pt x="2227" y="2022"/>
                  </a:lnTo>
                  <a:lnTo>
                    <a:pt x="2287" y="1925"/>
                  </a:lnTo>
                  <a:lnTo>
                    <a:pt x="2330" y="1843"/>
                  </a:lnTo>
                  <a:lnTo>
                    <a:pt x="2335" y="1825"/>
                  </a:lnTo>
                  <a:lnTo>
                    <a:pt x="2331" y="1816"/>
                  </a:lnTo>
                  <a:lnTo>
                    <a:pt x="2295" y="1784"/>
                  </a:lnTo>
                  <a:lnTo>
                    <a:pt x="2268" y="1767"/>
                  </a:lnTo>
                  <a:lnTo>
                    <a:pt x="2247" y="1753"/>
                  </a:lnTo>
                  <a:lnTo>
                    <a:pt x="2219" y="1731"/>
                  </a:lnTo>
                  <a:lnTo>
                    <a:pt x="2206" y="1707"/>
                  </a:lnTo>
                  <a:lnTo>
                    <a:pt x="2201" y="1672"/>
                  </a:lnTo>
                  <a:lnTo>
                    <a:pt x="2201" y="1647"/>
                  </a:lnTo>
                  <a:lnTo>
                    <a:pt x="2201" y="1568"/>
                  </a:lnTo>
                  <a:lnTo>
                    <a:pt x="2296" y="1627"/>
                  </a:lnTo>
                  <a:lnTo>
                    <a:pt x="2342" y="1653"/>
                  </a:lnTo>
                  <a:lnTo>
                    <a:pt x="2424" y="1690"/>
                  </a:lnTo>
                  <a:lnTo>
                    <a:pt x="2504" y="1710"/>
                  </a:lnTo>
                  <a:lnTo>
                    <a:pt x="2592" y="1716"/>
                  </a:lnTo>
                  <a:lnTo>
                    <a:pt x="2643" y="1713"/>
                  </a:lnTo>
                  <a:lnTo>
                    <a:pt x="2694" y="1709"/>
                  </a:lnTo>
                  <a:lnTo>
                    <a:pt x="2788" y="1689"/>
                  </a:lnTo>
                  <a:lnTo>
                    <a:pt x="2871" y="1654"/>
                  </a:lnTo>
                  <a:lnTo>
                    <a:pt x="2948" y="1605"/>
                  </a:lnTo>
                  <a:lnTo>
                    <a:pt x="2985" y="1573"/>
                  </a:lnTo>
                  <a:lnTo>
                    <a:pt x="3008" y="1552"/>
                  </a:lnTo>
                  <a:lnTo>
                    <a:pt x="3049" y="1505"/>
                  </a:lnTo>
                  <a:lnTo>
                    <a:pt x="3085" y="1456"/>
                  </a:lnTo>
                  <a:lnTo>
                    <a:pt x="3116" y="1405"/>
                  </a:lnTo>
                  <a:lnTo>
                    <a:pt x="3140" y="1351"/>
                  </a:lnTo>
                  <a:lnTo>
                    <a:pt x="3159" y="1296"/>
                  </a:lnTo>
                  <a:lnTo>
                    <a:pt x="3173" y="1239"/>
                  </a:lnTo>
                  <a:lnTo>
                    <a:pt x="3181" y="1182"/>
                  </a:lnTo>
                  <a:lnTo>
                    <a:pt x="3182" y="1124"/>
                  </a:lnTo>
                  <a:lnTo>
                    <a:pt x="3179" y="1067"/>
                  </a:lnTo>
                  <a:lnTo>
                    <a:pt x="3169" y="1010"/>
                  </a:lnTo>
                  <a:lnTo>
                    <a:pt x="3154" y="954"/>
                  </a:lnTo>
                  <a:lnTo>
                    <a:pt x="3133" y="900"/>
                  </a:lnTo>
                  <a:lnTo>
                    <a:pt x="3106" y="847"/>
                  </a:lnTo>
                  <a:lnTo>
                    <a:pt x="3073" y="797"/>
                  </a:lnTo>
                  <a:lnTo>
                    <a:pt x="3035" y="749"/>
                  </a:lnTo>
                  <a:lnTo>
                    <a:pt x="3013" y="727"/>
                  </a:lnTo>
                  <a:lnTo>
                    <a:pt x="2979" y="694"/>
                  </a:lnTo>
                  <a:lnTo>
                    <a:pt x="2906" y="641"/>
                  </a:lnTo>
                  <a:lnTo>
                    <a:pt x="2830" y="600"/>
                  </a:lnTo>
                  <a:lnTo>
                    <a:pt x="2751" y="573"/>
                  </a:lnTo>
                  <a:lnTo>
                    <a:pt x="2671" y="557"/>
                  </a:lnTo>
                  <a:lnTo>
                    <a:pt x="2590" y="554"/>
                  </a:lnTo>
                  <a:lnTo>
                    <a:pt x="2510" y="561"/>
                  </a:lnTo>
                  <a:lnTo>
                    <a:pt x="2432" y="580"/>
                  </a:lnTo>
                  <a:lnTo>
                    <a:pt x="2358" y="609"/>
                  </a:lnTo>
                  <a:lnTo>
                    <a:pt x="2288" y="648"/>
                  </a:lnTo>
                  <a:lnTo>
                    <a:pt x="2223" y="696"/>
                  </a:lnTo>
                  <a:lnTo>
                    <a:pt x="2165" y="754"/>
                  </a:lnTo>
                  <a:lnTo>
                    <a:pt x="2116" y="820"/>
                  </a:lnTo>
                  <a:lnTo>
                    <a:pt x="2075" y="894"/>
                  </a:lnTo>
                  <a:lnTo>
                    <a:pt x="2044" y="975"/>
                  </a:lnTo>
                  <a:lnTo>
                    <a:pt x="2026" y="1064"/>
                  </a:lnTo>
                  <a:lnTo>
                    <a:pt x="2021" y="1112"/>
                  </a:lnTo>
                  <a:lnTo>
                    <a:pt x="2017" y="1161"/>
                  </a:lnTo>
                  <a:lnTo>
                    <a:pt x="2010" y="1212"/>
                  </a:lnTo>
                  <a:lnTo>
                    <a:pt x="2006" y="1229"/>
                  </a:lnTo>
                  <a:lnTo>
                    <a:pt x="2003" y="1230"/>
                  </a:lnTo>
                  <a:lnTo>
                    <a:pt x="1981" y="1218"/>
                  </a:lnTo>
                  <a:lnTo>
                    <a:pt x="1931" y="1193"/>
                  </a:lnTo>
                  <a:lnTo>
                    <a:pt x="1911" y="1183"/>
                  </a:lnTo>
                  <a:lnTo>
                    <a:pt x="1885" y="1164"/>
                  </a:lnTo>
                  <a:lnTo>
                    <a:pt x="1872" y="1141"/>
                  </a:lnTo>
                  <a:lnTo>
                    <a:pt x="1866" y="1104"/>
                  </a:lnTo>
                  <a:lnTo>
                    <a:pt x="1865" y="1077"/>
                  </a:lnTo>
                  <a:lnTo>
                    <a:pt x="1860" y="992"/>
                  </a:lnTo>
                  <a:lnTo>
                    <a:pt x="1798" y="987"/>
                  </a:lnTo>
                  <a:lnTo>
                    <a:pt x="1735" y="982"/>
                  </a:lnTo>
                  <a:lnTo>
                    <a:pt x="1735" y="540"/>
                  </a:lnTo>
                  <a:lnTo>
                    <a:pt x="1735" y="97"/>
                  </a:lnTo>
                  <a:lnTo>
                    <a:pt x="1686" y="48"/>
                  </a:lnTo>
                  <a:lnTo>
                    <a:pt x="1638" y="0"/>
                  </a:lnTo>
                  <a:lnTo>
                    <a:pt x="1056" y="0"/>
                  </a:lnTo>
                  <a:lnTo>
                    <a:pt x="475" y="0"/>
                  </a:lnTo>
                  <a:lnTo>
                    <a:pt x="391" y="87"/>
                  </a:lnTo>
                  <a:close/>
                  <a:moveTo>
                    <a:pt x="1620" y="100"/>
                  </a:moveTo>
                  <a:lnTo>
                    <a:pt x="1625" y="103"/>
                  </a:lnTo>
                  <a:lnTo>
                    <a:pt x="1634" y="112"/>
                  </a:lnTo>
                  <a:lnTo>
                    <a:pt x="1643" y="139"/>
                  </a:lnTo>
                  <a:lnTo>
                    <a:pt x="1651" y="291"/>
                  </a:lnTo>
                  <a:lnTo>
                    <a:pt x="1651" y="550"/>
                  </a:lnTo>
                  <a:lnTo>
                    <a:pt x="1651" y="983"/>
                  </a:lnTo>
                  <a:lnTo>
                    <a:pt x="1605" y="983"/>
                  </a:lnTo>
                  <a:lnTo>
                    <a:pt x="1582" y="984"/>
                  </a:lnTo>
                  <a:lnTo>
                    <a:pt x="1549" y="996"/>
                  </a:lnTo>
                  <a:lnTo>
                    <a:pt x="1528" y="1021"/>
                  </a:lnTo>
                  <a:lnTo>
                    <a:pt x="1519" y="1062"/>
                  </a:lnTo>
                  <a:lnTo>
                    <a:pt x="1518" y="1090"/>
                  </a:lnTo>
                  <a:lnTo>
                    <a:pt x="1517" y="1112"/>
                  </a:lnTo>
                  <a:lnTo>
                    <a:pt x="1512" y="1143"/>
                  </a:lnTo>
                  <a:lnTo>
                    <a:pt x="1497" y="1166"/>
                  </a:lnTo>
                  <a:lnTo>
                    <a:pt x="1466" y="1189"/>
                  </a:lnTo>
                  <a:lnTo>
                    <a:pt x="1441" y="1203"/>
                  </a:lnTo>
                  <a:lnTo>
                    <a:pt x="1368" y="1248"/>
                  </a:lnTo>
                  <a:lnTo>
                    <a:pt x="1313" y="1217"/>
                  </a:lnTo>
                  <a:lnTo>
                    <a:pt x="1291" y="1203"/>
                  </a:lnTo>
                  <a:lnTo>
                    <a:pt x="1247" y="1185"/>
                  </a:lnTo>
                  <a:lnTo>
                    <a:pt x="1233" y="1183"/>
                  </a:lnTo>
                  <a:lnTo>
                    <a:pt x="1227" y="1185"/>
                  </a:lnTo>
                  <a:lnTo>
                    <a:pt x="1208" y="1204"/>
                  </a:lnTo>
                  <a:lnTo>
                    <a:pt x="1169" y="1256"/>
                  </a:lnTo>
                  <a:lnTo>
                    <a:pt x="1112" y="1350"/>
                  </a:lnTo>
                  <a:lnTo>
                    <a:pt x="1081" y="1414"/>
                  </a:lnTo>
                  <a:lnTo>
                    <a:pt x="1069" y="1445"/>
                  </a:lnTo>
                  <a:lnTo>
                    <a:pt x="1068" y="1455"/>
                  </a:lnTo>
                  <a:lnTo>
                    <a:pt x="1069" y="1460"/>
                  </a:lnTo>
                  <a:lnTo>
                    <a:pt x="1078" y="1474"/>
                  </a:lnTo>
                  <a:lnTo>
                    <a:pt x="1103" y="1499"/>
                  </a:lnTo>
                  <a:lnTo>
                    <a:pt x="1126" y="1515"/>
                  </a:lnTo>
                  <a:lnTo>
                    <a:pt x="1145" y="1526"/>
                  </a:lnTo>
                  <a:lnTo>
                    <a:pt x="1169" y="1545"/>
                  </a:lnTo>
                  <a:lnTo>
                    <a:pt x="1181" y="1570"/>
                  </a:lnTo>
                  <a:lnTo>
                    <a:pt x="1185" y="1609"/>
                  </a:lnTo>
                  <a:lnTo>
                    <a:pt x="1185" y="1638"/>
                  </a:lnTo>
                  <a:lnTo>
                    <a:pt x="1185" y="1668"/>
                  </a:lnTo>
                  <a:lnTo>
                    <a:pt x="1181" y="1708"/>
                  </a:lnTo>
                  <a:lnTo>
                    <a:pt x="1168" y="1735"/>
                  </a:lnTo>
                  <a:lnTo>
                    <a:pt x="1140" y="1758"/>
                  </a:lnTo>
                  <a:lnTo>
                    <a:pt x="1118" y="1773"/>
                  </a:lnTo>
                  <a:lnTo>
                    <a:pt x="1098" y="1786"/>
                  </a:lnTo>
                  <a:lnTo>
                    <a:pt x="1073" y="1806"/>
                  </a:lnTo>
                  <a:lnTo>
                    <a:pt x="1062" y="1823"/>
                  </a:lnTo>
                  <a:lnTo>
                    <a:pt x="1063" y="1840"/>
                  </a:lnTo>
                  <a:lnTo>
                    <a:pt x="1068" y="1850"/>
                  </a:lnTo>
                  <a:lnTo>
                    <a:pt x="1081" y="1876"/>
                  </a:lnTo>
                  <a:lnTo>
                    <a:pt x="1085" y="1890"/>
                  </a:lnTo>
                  <a:lnTo>
                    <a:pt x="1077" y="1893"/>
                  </a:lnTo>
                  <a:lnTo>
                    <a:pt x="1002" y="1898"/>
                  </a:lnTo>
                  <a:lnTo>
                    <a:pt x="796" y="1901"/>
                  </a:lnTo>
                  <a:lnTo>
                    <a:pt x="446" y="1898"/>
                  </a:lnTo>
                  <a:lnTo>
                    <a:pt x="231" y="1892"/>
                  </a:lnTo>
                  <a:lnTo>
                    <a:pt x="146" y="1886"/>
                  </a:lnTo>
                  <a:lnTo>
                    <a:pt x="133" y="1883"/>
                  </a:lnTo>
                  <a:lnTo>
                    <a:pt x="128" y="1880"/>
                  </a:lnTo>
                  <a:lnTo>
                    <a:pt x="119" y="1870"/>
                  </a:lnTo>
                  <a:lnTo>
                    <a:pt x="110" y="1833"/>
                  </a:lnTo>
                  <a:lnTo>
                    <a:pt x="102" y="1604"/>
                  </a:lnTo>
                  <a:lnTo>
                    <a:pt x="101" y="1198"/>
                  </a:lnTo>
                  <a:lnTo>
                    <a:pt x="101" y="532"/>
                  </a:lnTo>
                  <a:lnTo>
                    <a:pt x="305" y="307"/>
                  </a:lnTo>
                  <a:lnTo>
                    <a:pt x="506" y="83"/>
                  </a:lnTo>
                  <a:lnTo>
                    <a:pt x="1046" y="83"/>
                  </a:lnTo>
                  <a:lnTo>
                    <a:pt x="1286" y="84"/>
                  </a:lnTo>
                  <a:lnTo>
                    <a:pt x="1521" y="90"/>
                  </a:lnTo>
                  <a:lnTo>
                    <a:pt x="1606" y="96"/>
                  </a:lnTo>
                  <a:lnTo>
                    <a:pt x="1620" y="100"/>
                  </a:lnTo>
                  <a:close/>
                  <a:moveTo>
                    <a:pt x="2838" y="705"/>
                  </a:moveTo>
                  <a:lnTo>
                    <a:pt x="2875" y="728"/>
                  </a:lnTo>
                  <a:lnTo>
                    <a:pt x="2939" y="780"/>
                  </a:lnTo>
                  <a:lnTo>
                    <a:pt x="2993" y="840"/>
                  </a:lnTo>
                  <a:lnTo>
                    <a:pt x="3036" y="907"/>
                  </a:lnTo>
                  <a:lnTo>
                    <a:pt x="3068" y="978"/>
                  </a:lnTo>
                  <a:lnTo>
                    <a:pt x="3087" y="1054"/>
                  </a:lnTo>
                  <a:lnTo>
                    <a:pt x="3093" y="1132"/>
                  </a:lnTo>
                  <a:lnTo>
                    <a:pt x="3087" y="1212"/>
                  </a:lnTo>
                  <a:lnTo>
                    <a:pt x="3078" y="1252"/>
                  </a:lnTo>
                  <a:lnTo>
                    <a:pt x="3070" y="1280"/>
                  </a:lnTo>
                  <a:lnTo>
                    <a:pt x="3050" y="1334"/>
                  </a:lnTo>
                  <a:lnTo>
                    <a:pt x="3024" y="1384"/>
                  </a:lnTo>
                  <a:lnTo>
                    <a:pt x="2994" y="1430"/>
                  </a:lnTo>
                  <a:lnTo>
                    <a:pt x="2960" y="1472"/>
                  </a:lnTo>
                  <a:lnTo>
                    <a:pt x="2922" y="1509"/>
                  </a:lnTo>
                  <a:lnTo>
                    <a:pt x="2881" y="1542"/>
                  </a:lnTo>
                  <a:lnTo>
                    <a:pt x="2836" y="1570"/>
                  </a:lnTo>
                  <a:lnTo>
                    <a:pt x="2789" y="1593"/>
                  </a:lnTo>
                  <a:lnTo>
                    <a:pt x="2740" y="1611"/>
                  </a:lnTo>
                  <a:lnTo>
                    <a:pt x="2690" y="1623"/>
                  </a:lnTo>
                  <a:lnTo>
                    <a:pt x="2638" y="1630"/>
                  </a:lnTo>
                  <a:lnTo>
                    <a:pt x="2585" y="1631"/>
                  </a:lnTo>
                  <a:lnTo>
                    <a:pt x="2531" y="1626"/>
                  </a:lnTo>
                  <a:lnTo>
                    <a:pt x="2478" y="1614"/>
                  </a:lnTo>
                  <a:lnTo>
                    <a:pt x="2424" y="1597"/>
                  </a:lnTo>
                  <a:lnTo>
                    <a:pt x="2398" y="1585"/>
                  </a:lnTo>
                  <a:lnTo>
                    <a:pt x="2357" y="1566"/>
                  </a:lnTo>
                  <a:lnTo>
                    <a:pt x="2306" y="1539"/>
                  </a:lnTo>
                  <a:lnTo>
                    <a:pt x="2291" y="1524"/>
                  </a:lnTo>
                  <a:lnTo>
                    <a:pt x="2289" y="1514"/>
                  </a:lnTo>
                  <a:lnTo>
                    <a:pt x="2296" y="1498"/>
                  </a:lnTo>
                  <a:lnTo>
                    <a:pt x="2308" y="1485"/>
                  </a:lnTo>
                  <a:lnTo>
                    <a:pt x="2319" y="1473"/>
                  </a:lnTo>
                  <a:lnTo>
                    <a:pt x="2328" y="1453"/>
                  </a:lnTo>
                  <a:lnTo>
                    <a:pt x="2320" y="1421"/>
                  </a:lnTo>
                  <a:lnTo>
                    <a:pt x="2290" y="1365"/>
                  </a:lnTo>
                  <a:lnTo>
                    <a:pt x="2265" y="1322"/>
                  </a:lnTo>
                  <a:lnTo>
                    <a:pt x="2243" y="1284"/>
                  </a:lnTo>
                  <a:lnTo>
                    <a:pt x="2209" y="1232"/>
                  </a:lnTo>
                  <a:lnTo>
                    <a:pt x="2182" y="1202"/>
                  </a:lnTo>
                  <a:lnTo>
                    <a:pt x="2157" y="1189"/>
                  </a:lnTo>
                  <a:lnTo>
                    <a:pt x="2143" y="1187"/>
                  </a:lnTo>
                  <a:lnTo>
                    <a:pt x="2128" y="1185"/>
                  </a:lnTo>
                  <a:lnTo>
                    <a:pt x="2109" y="1178"/>
                  </a:lnTo>
                  <a:lnTo>
                    <a:pt x="2102" y="1161"/>
                  </a:lnTo>
                  <a:lnTo>
                    <a:pt x="2103" y="1126"/>
                  </a:lnTo>
                  <a:lnTo>
                    <a:pt x="2106" y="1098"/>
                  </a:lnTo>
                  <a:lnTo>
                    <a:pt x="2112" y="1062"/>
                  </a:lnTo>
                  <a:lnTo>
                    <a:pt x="2130" y="992"/>
                  </a:lnTo>
                  <a:lnTo>
                    <a:pt x="2157" y="926"/>
                  </a:lnTo>
                  <a:lnTo>
                    <a:pt x="2192" y="865"/>
                  </a:lnTo>
                  <a:lnTo>
                    <a:pt x="2234" y="810"/>
                  </a:lnTo>
                  <a:lnTo>
                    <a:pt x="2283" y="761"/>
                  </a:lnTo>
                  <a:lnTo>
                    <a:pt x="2339" y="719"/>
                  </a:lnTo>
                  <a:lnTo>
                    <a:pt x="2400" y="685"/>
                  </a:lnTo>
                  <a:lnTo>
                    <a:pt x="2433" y="672"/>
                  </a:lnTo>
                  <a:lnTo>
                    <a:pt x="2466" y="663"/>
                  </a:lnTo>
                  <a:lnTo>
                    <a:pt x="2566" y="654"/>
                  </a:lnTo>
                  <a:lnTo>
                    <a:pt x="2628" y="655"/>
                  </a:lnTo>
                  <a:lnTo>
                    <a:pt x="2667" y="657"/>
                  </a:lnTo>
                  <a:lnTo>
                    <a:pt x="2727" y="663"/>
                  </a:lnTo>
                  <a:lnTo>
                    <a:pt x="2774" y="674"/>
                  </a:lnTo>
                  <a:lnTo>
                    <a:pt x="2816" y="692"/>
                  </a:lnTo>
                  <a:lnTo>
                    <a:pt x="2838" y="705"/>
                  </a:lnTo>
                  <a:close/>
                  <a:moveTo>
                    <a:pt x="1785" y="1152"/>
                  </a:moveTo>
                  <a:lnTo>
                    <a:pt x="1785" y="1173"/>
                  </a:lnTo>
                  <a:lnTo>
                    <a:pt x="1789" y="1202"/>
                  </a:lnTo>
                  <a:lnTo>
                    <a:pt x="1802" y="1220"/>
                  </a:lnTo>
                  <a:lnTo>
                    <a:pt x="1828" y="1235"/>
                  </a:lnTo>
                  <a:lnTo>
                    <a:pt x="1848" y="1243"/>
                  </a:lnTo>
                  <a:lnTo>
                    <a:pt x="1876" y="1256"/>
                  </a:lnTo>
                  <a:lnTo>
                    <a:pt x="1939" y="1293"/>
                  </a:lnTo>
                  <a:lnTo>
                    <a:pt x="1965" y="1312"/>
                  </a:lnTo>
                  <a:lnTo>
                    <a:pt x="2020" y="1353"/>
                  </a:lnTo>
                  <a:lnTo>
                    <a:pt x="2078" y="1318"/>
                  </a:lnTo>
                  <a:lnTo>
                    <a:pt x="2124" y="1291"/>
                  </a:lnTo>
                  <a:lnTo>
                    <a:pt x="2140" y="1283"/>
                  </a:lnTo>
                  <a:lnTo>
                    <a:pt x="2152" y="1301"/>
                  </a:lnTo>
                  <a:lnTo>
                    <a:pt x="2185" y="1360"/>
                  </a:lnTo>
                  <a:lnTo>
                    <a:pt x="2207" y="1402"/>
                  </a:lnTo>
                  <a:lnTo>
                    <a:pt x="2215" y="1433"/>
                  </a:lnTo>
                  <a:lnTo>
                    <a:pt x="2209" y="1445"/>
                  </a:lnTo>
                  <a:lnTo>
                    <a:pt x="2201" y="1450"/>
                  </a:lnTo>
                  <a:lnTo>
                    <a:pt x="2172" y="1467"/>
                  </a:lnTo>
                  <a:lnTo>
                    <a:pt x="2143" y="1490"/>
                  </a:lnTo>
                  <a:lnTo>
                    <a:pt x="2129" y="1506"/>
                  </a:lnTo>
                  <a:lnTo>
                    <a:pt x="2117" y="1535"/>
                  </a:lnTo>
                  <a:lnTo>
                    <a:pt x="2111" y="1597"/>
                  </a:lnTo>
                  <a:lnTo>
                    <a:pt x="2111" y="1643"/>
                  </a:lnTo>
                  <a:lnTo>
                    <a:pt x="2111" y="1688"/>
                  </a:lnTo>
                  <a:lnTo>
                    <a:pt x="2113" y="1744"/>
                  </a:lnTo>
                  <a:lnTo>
                    <a:pt x="2123" y="1774"/>
                  </a:lnTo>
                  <a:lnTo>
                    <a:pt x="2146" y="1794"/>
                  </a:lnTo>
                  <a:lnTo>
                    <a:pt x="2165" y="1805"/>
                  </a:lnTo>
                  <a:lnTo>
                    <a:pt x="2186" y="1818"/>
                  </a:lnTo>
                  <a:lnTo>
                    <a:pt x="2215" y="1843"/>
                  </a:lnTo>
                  <a:lnTo>
                    <a:pt x="2218" y="1850"/>
                  </a:lnTo>
                  <a:lnTo>
                    <a:pt x="2212" y="1869"/>
                  </a:lnTo>
                  <a:lnTo>
                    <a:pt x="2164" y="1961"/>
                  </a:lnTo>
                  <a:lnTo>
                    <a:pt x="2141" y="1997"/>
                  </a:lnTo>
                  <a:lnTo>
                    <a:pt x="2137" y="1997"/>
                  </a:lnTo>
                  <a:lnTo>
                    <a:pt x="2102" y="1979"/>
                  </a:lnTo>
                  <a:lnTo>
                    <a:pt x="2078" y="1965"/>
                  </a:lnTo>
                  <a:lnTo>
                    <a:pt x="2016" y="1928"/>
                  </a:lnTo>
                  <a:lnTo>
                    <a:pt x="1971" y="1962"/>
                  </a:lnTo>
                  <a:lnTo>
                    <a:pt x="1921" y="1996"/>
                  </a:lnTo>
                  <a:lnTo>
                    <a:pt x="1856" y="2032"/>
                  </a:lnTo>
                  <a:lnTo>
                    <a:pt x="1834" y="2043"/>
                  </a:lnTo>
                  <a:lnTo>
                    <a:pt x="1806" y="2062"/>
                  </a:lnTo>
                  <a:lnTo>
                    <a:pt x="1790" y="2084"/>
                  </a:lnTo>
                  <a:lnTo>
                    <a:pt x="1783" y="2115"/>
                  </a:lnTo>
                  <a:lnTo>
                    <a:pt x="1781" y="2137"/>
                  </a:lnTo>
                  <a:lnTo>
                    <a:pt x="1776" y="2208"/>
                  </a:lnTo>
                  <a:lnTo>
                    <a:pt x="1693" y="2208"/>
                  </a:lnTo>
                  <a:lnTo>
                    <a:pt x="1610" y="2208"/>
                  </a:lnTo>
                  <a:lnTo>
                    <a:pt x="1605" y="2130"/>
                  </a:lnTo>
                  <a:lnTo>
                    <a:pt x="1603" y="2106"/>
                  </a:lnTo>
                  <a:lnTo>
                    <a:pt x="1597" y="2073"/>
                  </a:lnTo>
                  <a:lnTo>
                    <a:pt x="1586" y="2054"/>
                  </a:lnTo>
                  <a:lnTo>
                    <a:pt x="1564" y="2041"/>
                  </a:lnTo>
                  <a:lnTo>
                    <a:pt x="1548" y="2035"/>
                  </a:lnTo>
                  <a:lnTo>
                    <a:pt x="1524" y="2025"/>
                  </a:lnTo>
                  <a:lnTo>
                    <a:pt x="1464" y="1991"/>
                  </a:lnTo>
                  <a:lnTo>
                    <a:pt x="1438" y="1972"/>
                  </a:lnTo>
                  <a:lnTo>
                    <a:pt x="1380" y="1927"/>
                  </a:lnTo>
                  <a:lnTo>
                    <a:pt x="1316" y="1963"/>
                  </a:lnTo>
                  <a:lnTo>
                    <a:pt x="1293" y="1977"/>
                  </a:lnTo>
                  <a:lnTo>
                    <a:pt x="1267" y="1987"/>
                  </a:lnTo>
                  <a:lnTo>
                    <a:pt x="1254" y="1987"/>
                  </a:lnTo>
                  <a:lnTo>
                    <a:pt x="1236" y="1976"/>
                  </a:lnTo>
                  <a:lnTo>
                    <a:pt x="1210" y="1936"/>
                  </a:lnTo>
                  <a:lnTo>
                    <a:pt x="1193" y="1902"/>
                  </a:lnTo>
                  <a:lnTo>
                    <a:pt x="1178" y="1871"/>
                  </a:lnTo>
                  <a:lnTo>
                    <a:pt x="1174" y="1846"/>
                  </a:lnTo>
                  <a:lnTo>
                    <a:pt x="1180" y="1836"/>
                  </a:lnTo>
                  <a:lnTo>
                    <a:pt x="1186" y="1832"/>
                  </a:lnTo>
                  <a:lnTo>
                    <a:pt x="1215" y="1815"/>
                  </a:lnTo>
                  <a:lnTo>
                    <a:pt x="1244" y="1793"/>
                  </a:lnTo>
                  <a:lnTo>
                    <a:pt x="1257" y="1777"/>
                  </a:lnTo>
                  <a:lnTo>
                    <a:pt x="1270" y="1747"/>
                  </a:lnTo>
                  <a:lnTo>
                    <a:pt x="1277" y="1684"/>
                  </a:lnTo>
                  <a:lnTo>
                    <a:pt x="1278" y="1637"/>
                  </a:lnTo>
                  <a:lnTo>
                    <a:pt x="1280" y="1502"/>
                  </a:lnTo>
                  <a:lnTo>
                    <a:pt x="1223" y="1472"/>
                  </a:lnTo>
                  <a:lnTo>
                    <a:pt x="1201" y="1460"/>
                  </a:lnTo>
                  <a:lnTo>
                    <a:pt x="1171" y="1441"/>
                  </a:lnTo>
                  <a:lnTo>
                    <a:pt x="1168" y="1437"/>
                  </a:lnTo>
                  <a:lnTo>
                    <a:pt x="1175" y="1418"/>
                  </a:lnTo>
                  <a:lnTo>
                    <a:pt x="1222" y="1330"/>
                  </a:lnTo>
                  <a:lnTo>
                    <a:pt x="1238" y="1305"/>
                  </a:lnTo>
                  <a:lnTo>
                    <a:pt x="1243" y="1299"/>
                  </a:lnTo>
                  <a:lnTo>
                    <a:pt x="1256" y="1294"/>
                  </a:lnTo>
                  <a:lnTo>
                    <a:pt x="1286" y="1301"/>
                  </a:lnTo>
                  <a:lnTo>
                    <a:pt x="1318" y="1317"/>
                  </a:lnTo>
                  <a:lnTo>
                    <a:pt x="1380" y="1348"/>
                  </a:lnTo>
                  <a:lnTo>
                    <a:pt x="1435" y="1308"/>
                  </a:lnTo>
                  <a:lnTo>
                    <a:pt x="1460" y="1291"/>
                  </a:lnTo>
                  <a:lnTo>
                    <a:pt x="1520" y="1259"/>
                  </a:lnTo>
                  <a:lnTo>
                    <a:pt x="1546" y="1248"/>
                  </a:lnTo>
                  <a:lnTo>
                    <a:pt x="1564" y="1242"/>
                  </a:lnTo>
                  <a:lnTo>
                    <a:pt x="1587" y="1230"/>
                  </a:lnTo>
                  <a:lnTo>
                    <a:pt x="1598" y="1212"/>
                  </a:lnTo>
                  <a:lnTo>
                    <a:pt x="1601" y="1180"/>
                  </a:lnTo>
                  <a:lnTo>
                    <a:pt x="1601" y="1157"/>
                  </a:lnTo>
                  <a:lnTo>
                    <a:pt x="1601" y="1083"/>
                  </a:lnTo>
                  <a:lnTo>
                    <a:pt x="1693" y="1083"/>
                  </a:lnTo>
                  <a:lnTo>
                    <a:pt x="1785" y="1083"/>
                  </a:lnTo>
                  <a:lnTo>
                    <a:pt x="1785" y="11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081" name="Freeform 609">
              <a:extLst>
                <a:ext uri="{FF2B5EF4-FFF2-40B4-BE49-F238E27FC236}">
                  <a16:creationId xmlns:a16="http://schemas.microsoft.com/office/drawing/2014/main" id="{83A2ADD4-0C81-781D-8F1B-B5E20B8B4980}"/>
                </a:ext>
              </a:extLst>
            </p:cNvPr>
            <p:cNvSpPr>
              <a:spLocks/>
            </p:cNvSpPr>
            <p:nvPr/>
          </p:nvSpPr>
          <p:spPr bwMode="auto">
            <a:xfrm>
              <a:off x="10874376" y="4970464"/>
              <a:ext cx="34925" cy="33338"/>
            </a:xfrm>
            <a:custGeom>
              <a:avLst/>
              <a:gdLst>
                <a:gd name="T0" fmla="*/ 0 w 84"/>
                <a:gd name="T1" fmla="*/ 42 h 83"/>
                <a:gd name="T2" fmla="*/ 1 w 84"/>
                <a:gd name="T3" fmla="*/ 53 h 83"/>
                <a:gd name="T4" fmla="*/ 5 w 84"/>
                <a:gd name="T5" fmla="*/ 70 h 83"/>
                <a:gd name="T6" fmla="*/ 14 w 84"/>
                <a:gd name="T7" fmla="*/ 79 h 83"/>
                <a:gd name="T8" fmla="*/ 30 w 84"/>
                <a:gd name="T9" fmla="*/ 83 h 83"/>
                <a:gd name="T10" fmla="*/ 42 w 84"/>
                <a:gd name="T11" fmla="*/ 83 h 83"/>
                <a:gd name="T12" fmla="*/ 54 w 84"/>
                <a:gd name="T13" fmla="*/ 83 h 83"/>
                <a:gd name="T14" fmla="*/ 70 w 84"/>
                <a:gd name="T15" fmla="*/ 79 h 83"/>
                <a:gd name="T16" fmla="*/ 80 w 84"/>
                <a:gd name="T17" fmla="*/ 70 h 83"/>
                <a:gd name="T18" fmla="*/ 83 w 84"/>
                <a:gd name="T19" fmla="*/ 53 h 83"/>
                <a:gd name="T20" fmla="*/ 84 w 84"/>
                <a:gd name="T21" fmla="*/ 42 h 83"/>
                <a:gd name="T22" fmla="*/ 83 w 84"/>
                <a:gd name="T23" fmla="*/ 30 h 83"/>
                <a:gd name="T24" fmla="*/ 80 w 84"/>
                <a:gd name="T25" fmla="*/ 14 h 83"/>
                <a:gd name="T26" fmla="*/ 70 w 84"/>
                <a:gd name="T27" fmla="*/ 4 h 83"/>
                <a:gd name="T28" fmla="*/ 54 w 84"/>
                <a:gd name="T29" fmla="*/ 0 h 83"/>
                <a:gd name="T30" fmla="*/ 42 w 84"/>
                <a:gd name="T31" fmla="*/ 0 h 83"/>
                <a:gd name="T32" fmla="*/ 30 w 84"/>
                <a:gd name="T33" fmla="*/ 0 h 83"/>
                <a:gd name="T34" fmla="*/ 14 w 84"/>
                <a:gd name="T35" fmla="*/ 4 h 83"/>
                <a:gd name="T36" fmla="*/ 5 w 84"/>
                <a:gd name="T37" fmla="*/ 14 h 83"/>
                <a:gd name="T38" fmla="*/ 1 w 84"/>
                <a:gd name="T39" fmla="*/ 30 h 83"/>
                <a:gd name="T40" fmla="*/ 0 w 84"/>
                <a:gd name="T41" fmla="*/ 42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 h="83">
                  <a:moveTo>
                    <a:pt x="0" y="42"/>
                  </a:moveTo>
                  <a:lnTo>
                    <a:pt x="1" y="53"/>
                  </a:lnTo>
                  <a:lnTo>
                    <a:pt x="5" y="70"/>
                  </a:lnTo>
                  <a:lnTo>
                    <a:pt x="14" y="79"/>
                  </a:lnTo>
                  <a:lnTo>
                    <a:pt x="30" y="83"/>
                  </a:lnTo>
                  <a:lnTo>
                    <a:pt x="42" y="83"/>
                  </a:lnTo>
                  <a:lnTo>
                    <a:pt x="54" y="83"/>
                  </a:lnTo>
                  <a:lnTo>
                    <a:pt x="70" y="79"/>
                  </a:lnTo>
                  <a:lnTo>
                    <a:pt x="80" y="70"/>
                  </a:lnTo>
                  <a:lnTo>
                    <a:pt x="83" y="53"/>
                  </a:lnTo>
                  <a:lnTo>
                    <a:pt x="84" y="42"/>
                  </a:lnTo>
                  <a:lnTo>
                    <a:pt x="83" y="30"/>
                  </a:lnTo>
                  <a:lnTo>
                    <a:pt x="80" y="14"/>
                  </a:lnTo>
                  <a:lnTo>
                    <a:pt x="70" y="4"/>
                  </a:lnTo>
                  <a:lnTo>
                    <a:pt x="54" y="0"/>
                  </a:lnTo>
                  <a:lnTo>
                    <a:pt x="42" y="0"/>
                  </a:lnTo>
                  <a:lnTo>
                    <a:pt x="30" y="0"/>
                  </a:lnTo>
                  <a:lnTo>
                    <a:pt x="14" y="4"/>
                  </a:lnTo>
                  <a:lnTo>
                    <a:pt x="5" y="14"/>
                  </a:lnTo>
                  <a:lnTo>
                    <a:pt x="1" y="3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082" name="Freeform 610">
              <a:extLst>
                <a:ext uri="{FF2B5EF4-FFF2-40B4-BE49-F238E27FC236}">
                  <a16:creationId xmlns:a16="http://schemas.microsoft.com/office/drawing/2014/main" id="{6689A656-222A-432C-3FB9-49EC6224344D}"/>
                </a:ext>
              </a:extLst>
            </p:cNvPr>
            <p:cNvSpPr>
              <a:spLocks noEditPoints="1"/>
            </p:cNvSpPr>
            <p:nvPr/>
          </p:nvSpPr>
          <p:spPr bwMode="auto">
            <a:xfrm>
              <a:off x="11099801" y="5018089"/>
              <a:ext cx="176213" cy="169863"/>
            </a:xfrm>
            <a:custGeom>
              <a:avLst/>
              <a:gdLst>
                <a:gd name="T0" fmla="*/ 19 w 433"/>
                <a:gd name="T1" fmla="*/ 20 h 416"/>
                <a:gd name="T2" fmla="*/ 15 w 433"/>
                <a:gd name="T3" fmla="*/ 27 h 416"/>
                <a:gd name="T4" fmla="*/ 7 w 433"/>
                <a:gd name="T5" fmla="*/ 61 h 416"/>
                <a:gd name="T6" fmla="*/ 0 w 433"/>
                <a:gd name="T7" fmla="*/ 142 h 416"/>
                <a:gd name="T8" fmla="*/ 0 w 433"/>
                <a:gd name="T9" fmla="*/ 274 h 416"/>
                <a:gd name="T10" fmla="*/ 7 w 433"/>
                <a:gd name="T11" fmla="*/ 355 h 416"/>
                <a:gd name="T12" fmla="*/ 15 w 433"/>
                <a:gd name="T13" fmla="*/ 389 h 416"/>
                <a:gd name="T14" fmla="*/ 19 w 433"/>
                <a:gd name="T15" fmla="*/ 396 h 416"/>
                <a:gd name="T16" fmla="*/ 27 w 433"/>
                <a:gd name="T17" fmla="*/ 401 h 416"/>
                <a:gd name="T18" fmla="*/ 62 w 433"/>
                <a:gd name="T19" fmla="*/ 409 h 416"/>
                <a:gd name="T20" fmla="*/ 147 w 433"/>
                <a:gd name="T21" fmla="*/ 416 h 416"/>
                <a:gd name="T22" fmla="*/ 285 w 433"/>
                <a:gd name="T23" fmla="*/ 416 h 416"/>
                <a:gd name="T24" fmla="*/ 370 w 433"/>
                <a:gd name="T25" fmla="*/ 409 h 416"/>
                <a:gd name="T26" fmla="*/ 405 w 433"/>
                <a:gd name="T27" fmla="*/ 401 h 416"/>
                <a:gd name="T28" fmla="*/ 413 w 433"/>
                <a:gd name="T29" fmla="*/ 396 h 416"/>
                <a:gd name="T30" fmla="*/ 417 w 433"/>
                <a:gd name="T31" fmla="*/ 390 h 416"/>
                <a:gd name="T32" fmla="*/ 425 w 433"/>
                <a:gd name="T33" fmla="*/ 360 h 416"/>
                <a:gd name="T34" fmla="*/ 432 w 433"/>
                <a:gd name="T35" fmla="*/ 284 h 416"/>
                <a:gd name="T36" fmla="*/ 433 w 433"/>
                <a:gd name="T37" fmla="*/ 208 h 416"/>
                <a:gd name="T38" fmla="*/ 432 w 433"/>
                <a:gd name="T39" fmla="*/ 132 h 416"/>
                <a:gd name="T40" fmla="*/ 425 w 433"/>
                <a:gd name="T41" fmla="*/ 56 h 416"/>
                <a:gd name="T42" fmla="*/ 417 w 433"/>
                <a:gd name="T43" fmla="*/ 26 h 416"/>
                <a:gd name="T44" fmla="*/ 413 w 433"/>
                <a:gd name="T45" fmla="*/ 20 h 416"/>
                <a:gd name="T46" fmla="*/ 406 w 433"/>
                <a:gd name="T47" fmla="*/ 15 h 416"/>
                <a:gd name="T48" fmla="*/ 376 w 433"/>
                <a:gd name="T49" fmla="*/ 7 h 416"/>
                <a:gd name="T50" fmla="*/ 296 w 433"/>
                <a:gd name="T51" fmla="*/ 1 h 416"/>
                <a:gd name="T52" fmla="*/ 216 w 433"/>
                <a:gd name="T53" fmla="*/ 0 h 416"/>
                <a:gd name="T54" fmla="*/ 136 w 433"/>
                <a:gd name="T55" fmla="*/ 1 h 416"/>
                <a:gd name="T56" fmla="*/ 56 w 433"/>
                <a:gd name="T57" fmla="*/ 7 h 416"/>
                <a:gd name="T58" fmla="*/ 26 w 433"/>
                <a:gd name="T59" fmla="*/ 15 h 416"/>
                <a:gd name="T60" fmla="*/ 19 w 433"/>
                <a:gd name="T61" fmla="*/ 20 h 416"/>
                <a:gd name="T62" fmla="*/ 333 w 433"/>
                <a:gd name="T63" fmla="*/ 200 h 416"/>
                <a:gd name="T64" fmla="*/ 333 w 433"/>
                <a:gd name="T65" fmla="*/ 316 h 416"/>
                <a:gd name="T66" fmla="*/ 216 w 433"/>
                <a:gd name="T67" fmla="*/ 316 h 416"/>
                <a:gd name="T68" fmla="*/ 99 w 433"/>
                <a:gd name="T69" fmla="*/ 316 h 416"/>
                <a:gd name="T70" fmla="*/ 99 w 433"/>
                <a:gd name="T71" fmla="*/ 200 h 416"/>
                <a:gd name="T72" fmla="*/ 99 w 433"/>
                <a:gd name="T73" fmla="*/ 83 h 416"/>
                <a:gd name="T74" fmla="*/ 216 w 433"/>
                <a:gd name="T75" fmla="*/ 83 h 416"/>
                <a:gd name="T76" fmla="*/ 333 w 433"/>
                <a:gd name="T77" fmla="*/ 83 h 416"/>
                <a:gd name="T78" fmla="*/ 333 w 433"/>
                <a:gd name="T79" fmla="*/ 200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33" h="416">
                  <a:moveTo>
                    <a:pt x="19" y="20"/>
                  </a:moveTo>
                  <a:lnTo>
                    <a:pt x="15" y="27"/>
                  </a:lnTo>
                  <a:lnTo>
                    <a:pt x="7" y="61"/>
                  </a:lnTo>
                  <a:lnTo>
                    <a:pt x="0" y="142"/>
                  </a:lnTo>
                  <a:lnTo>
                    <a:pt x="0" y="274"/>
                  </a:lnTo>
                  <a:lnTo>
                    <a:pt x="7" y="355"/>
                  </a:lnTo>
                  <a:lnTo>
                    <a:pt x="15" y="389"/>
                  </a:lnTo>
                  <a:lnTo>
                    <a:pt x="19" y="396"/>
                  </a:lnTo>
                  <a:lnTo>
                    <a:pt x="27" y="401"/>
                  </a:lnTo>
                  <a:lnTo>
                    <a:pt x="62" y="409"/>
                  </a:lnTo>
                  <a:lnTo>
                    <a:pt x="147" y="416"/>
                  </a:lnTo>
                  <a:lnTo>
                    <a:pt x="285" y="416"/>
                  </a:lnTo>
                  <a:lnTo>
                    <a:pt x="370" y="409"/>
                  </a:lnTo>
                  <a:lnTo>
                    <a:pt x="405" y="401"/>
                  </a:lnTo>
                  <a:lnTo>
                    <a:pt x="413" y="396"/>
                  </a:lnTo>
                  <a:lnTo>
                    <a:pt x="417" y="390"/>
                  </a:lnTo>
                  <a:lnTo>
                    <a:pt x="425" y="360"/>
                  </a:lnTo>
                  <a:lnTo>
                    <a:pt x="432" y="284"/>
                  </a:lnTo>
                  <a:lnTo>
                    <a:pt x="433" y="208"/>
                  </a:lnTo>
                  <a:lnTo>
                    <a:pt x="432" y="132"/>
                  </a:lnTo>
                  <a:lnTo>
                    <a:pt x="425" y="56"/>
                  </a:lnTo>
                  <a:lnTo>
                    <a:pt x="417" y="26"/>
                  </a:lnTo>
                  <a:lnTo>
                    <a:pt x="413" y="20"/>
                  </a:lnTo>
                  <a:lnTo>
                    <a:pt x="406" y="15"/>
                  </a:lnTo>
                  <a:lnTo>
                    <a:pt x="376" y="7"/>
                  </a:lnTo>
                  <a:lnTo>
                    <a:pt x="296" y="1"/>
                  </a:lnTo>
                  <a:lnTo>
                    <a:pt x="216" y="0"/>
                  </a:lnTo>
                  <a:lnTo>
                    <a:pt x="136" y="1"/>
                  </a:lnTo>
                  <a:lnTo>
                    <a:pt x="56" y="7"/>
                  </a:lnTo>
                  <a:lnTo>
                    <a:pt x="26" y="15"/>
                  </a:lnTo>
                  <a:lnTo>
                    <a:pt x="19" y="20"/>
                  </a:lnTo>
                  <a:close/>
                  <a:moveTo>
                    <a:pt x="333" y="200"/>
                  </a:moveTo>
                  <a:lnTo>
                    <a:pt x="333" y="316"/>
                  </a:lnTo>
                  <a:lnTo>
                    <a:pt x="216" y="316"/>
                  </a:lnTo>
                  <a:lnTo>
                    <a:pt x="99" y="316"/>
                  </a:lnTo>
                  <a:lnTo>
                    <a:pt x="99" y="200"/>
                  </a:lnTo>
                  <a:lnTo>
                    <a:pt x="99" y="83"/>
                  </a:lnTo>
                  <a:lnTo>
                    <a:pt x="216" y="83"/>
                  </a:lnTo>
                  <a:lnTo>
                    <a:pt x="333" y="83"/>
                  </a:lnTo>
                  <a:lnTo>
                    <a:pt x="333" y="2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083" name="Freeform 611">
              <a:extLst>
                <a:ext uri="{FF2B5EF4-FFF2-40B4-BE49-F238E27FC236}">
                  <a16:creationId xmlns:a16="http://schemas.microsoft.com/office/drawing/2014/main" id="{78154218-C22F-C3C0-568F-FB129B37DEF2}"/>
                </a:ext>
              </a:extLst>
            </p:cNvPr>
            <p:cNvSpPr>
              <a:spLocks/>
            </p:cNvSpPr>
            <p:nvPr/>
          </p:nvSpPr>
          <p:spPr bwMode="auto">
            <a:xfrm>
              <a:off x="10874376" y="5038726"/>
              <a:ext cx="34925" cy="33338"/>
            </a:xfrm>
            <a:custGeom>
              <a:avLst/>
              <a:gdLst>
                <a:gd name="T0" fmla="*/ 0 w 84"/>
                <a:gd name="T1" fmla="*/ 41 h 83"/>
                <a:gd name="T2" fmla="*/ 1 w 84"/>
                <a:gd name="T3" fmla="*/ 53 h 83"/>
                <a:gd name="T4" fmla="*/ 5 w 84"/>
                <a:gd name="T5" fmla="*/ 69 h 83"/>
                <a:gd name="T6" fmla="*/ 14 w 84"/>
                <a:gd name="T7" fmla="*/ 79 h 83"/>
                <a:gd name="T8" fmla="*/ 30 w 84"/>
                <a:gd name="T9" fmla="*/ 83 h 83"/>
                <a:gd name="T10" fmla="*/ 42 w 84"/>
                <a:gd name="T11" fmla="*/ 83 h 83"/>
                <a:gd name="T12" fmla="*/ 54 w 84"/>
                <a:gd name="T13" fmla="*/ 83 h 83"/>
                <a:gd name="T14" fmla="*/ 70 w 84"/>
                <a:gd name="T15" fmla="*/ 79 h 83"/>
                <a:gd name="T16" fmla="*/ 80 w 84"/>
                <a:gd name="T17" fmla="*/ 69 h 83"/>
                <a:gd name="T18" fmla="*/ 83 w 84"/>
                <a:gd name="T19" fmla="*/ 53 h 83"/>
                <a:gd name="T20" fmla="*/ 84 w 84"/>
                <a:gd name="T21" fmla="*/ 41 h 83"/>
                <a:gd name="T22" fmla="*/ 83 w 84"/>
                <a:gd name="T23" fmla="*/ 30 h 83"/>
                <a:gd name="T24" fmla="*/ 80 w 84"/>
                <a:gd name="T25" fmla="*/ 13 h 83"/>
                <a:gd name="T26" fmla="*/ 70 w 84"/>
                <a:gd name="T27" fmla="*/ 4 h 83"/>
                <a:gd name="T28" fmla="*/ 54 w 84"/>
                <a:gd name="T29" fmla="*/ 0 h 83"/>
                <a:gd name="T30" fmla="*/ 42 w 84"/>
                <a:gd name="T31" fmla="*/ 0 h 83"/>
                <a:gd name="T32" fmla="*/ 30 w 84"/>
                <a:gd name="T33" fmla="*/ 0 h 83"/>
                <a:gd name="T34" fmla="*/ 14 w 84"/>
                <a:gd name="T35" fmla="*/ 4 h 83"/>
                <a:gd name="T36" fmla="*/ 5 w 84"/>
                <a:gd name="T37" fmla="*/ 13 h 83"/>
                <a:gd name="T38" fmla="*/ 1 w 84"/>
                <a:gd name="T39" fmla="*/ 30 h 83"/>
                <a:gd name="T40" fmla="*/ 0 w 84"/>
                <a:gd name="T41" fmla="*/ 4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 h="83">
                  <a:moveTo>
                    <a:pt x="0" y="41"/>
                  </a:moveTo>
                  <a:lnTo>
                    <a:pt x="1" y="53"/>
                  </a:lnTo>
                  <a:lnTo>
                    <a:pt x="5" y="69"/>
                  </a:lnTo>
                  <a:lnTo>
                    <a:pt x="14" y="79"/>
                  </a:lnTo>
                  <a:lnTo>
                    <a:pt x="30" y="83"/>
                  </a:lnTo>
                  <a:lnTo>
                    <a:pt x="42" y="83"/>
                  </a:lnTo>
                  <a:lnTo>
                    <a:pt x="54" y="83"/>
                  </a:lnTo>
                  <a:lnTo>
                    <a:pt x="70" y="79"/>
                  </a:lnTo>
                  <a:lnTo>
                    <a:pt x="80" y="69"/>
                  </a:lnTo>
                  <a:lnTo>
                    <a:pt x="83" y="53"/>
                  </a:lnTo>
                  <a:lnTo>
                    <a:pt x="84" y="41"/>
                  </a:lnTo>
                  <a:lnTo>
                    <a:pt x="83" y="30"/>
                  </a:lnTo>
                  <a:lnTo>
                    <a:pt x="80" y="13"/>
                  </a:lnTo>
                  <a:lnTo>
                    <a:pt x="70" y="4"/>
                  </a:lnTo>
                  <a:lnTo>
                    <a:pt x="54" y="0"/>
                  </a:lnTo>
                  <a:lnTo>
                    <a:pt x="42" y="0"/>
                  </a:lnTo>
                  <a:lnTo>
                    <a:pt x="30" y="0"/>
                  </a:lnTo>
                  <a:lnTo>
                    <a:pt x="14" y="4"/>
                  </a:lnTo>
                  <a:lnTo>
                    <a:pt x="5" y="13"/>
                  </a:lnTo>
                  <a:lnTo>
                    <a:pt x="1" y="30"/>
                  </a:lnTo>
                  <a:lnTo>
                    <a:pt x="0"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084" name="Freeform 612">
              <a:extLst>
                <a:ext uri="{FF2B5EF4-FFF2-40B4-BE49-F238E27FC236}">
                  <a16:creationId xmlns:a16="http://schemas.microsoft.com/office/drawing/2014/main" id="{71B8FBBB-5E99-E765-9F9F-F916F782B710}"/>
                </a:ext>
              </a:extLst>
            </p:cNvPr>
            <p:cNvSpPr>
              <a:spLocks/>
            </p:cNvSpPr>
            <p:nvPr/>
          </p:nvSpPr>
          <p:spPr bwMode="auto">
            <a:xfrm>
              <a:off x="10733088" y="5106989"/>
              <a:ext cx="36513" cy="39688"/>
            </a:xfrm>
            <a:custGeom>
              <a:avLst/>
              <a:gdLst>
                <a:gd name="T0" fmla="*/ 5 w 90"/>
                <a:gd name="T1" fmla="*/ 21 h 95"/>
                <a:gd name="T2" fmla="*/ 0 w 90"/>
                <a:gd name="T3" fmla="*/ 37 h 95"/>
                <a:gd name="T4" fmla="*/ 1 w 90"/>
                <a:gd name="T5" fmla="*/ 65 h 95"/>
                <a:gd name="T6" fmla="*/ 15 w 90"/>
                <a:gd name="T7" fmla="*/ 86 h 95"/>
                <a:gd name="T8" fmla="*/ 37 w 90"/>
                <a:gd name="T9" fmla="*/ 95 h 95"/>
                <a:gd name="T10" fmla="*/ 52 w 90"/>
                <a:gd name="T11" fmla="*/ 94 h 95"/>
                <a:gd name="T12" fmla="*/ 62 w 90"/>
                <a:gd name="T13" fmla="*/ 92 h 95"/>
                <a:gd name="T14" fmla="*/ 76 w 90"/>
                <a:gd name="T15" fmla="*/ 86 h 95"/>
                <a:gd name="T16" fmla="*/ 86 w 90"/>
                <a:gd name="T17" fmla="*/ 75 h 95"/>
                <a:gd name="T18" fmla="*/ 90 w 90"/>
                <a:gd name="T19" fmla="*/ 58 h 95"/>
                <a:gd name="T20" fmla="*/ 90 w 90"/>
                <a:gd name="T21" fmla="*/ 47 h 95"/>
                <a:gd name="T22" fmla="*/ 90 w 90"/>
                <a:gd name="T23" fmla="*/ 37 h 95"/>
                <a:gd name="T24" fmla="*/ 86 w 90"/>
                <a:gd name="T25" fmla="*/ 20 h 95"/>
                <a:gd name="T26" fmla="*/ 76 w 90"/>
                <a:gd name="T27" fmla="*/ 9 h 95"/>
                <a:gd name="T28" fmla="*/ 62 w 90"/>
                <a:gd name="T29" fmla="*/ 2 h 95"/>
                <a:gd name="T30" fmla="*/ 52 w 90"/>
                <a:gd name="T31" fmla="*/ 1 h 95"/>
                <a:gd name="T32" fmla="*/ 36 w 90"/>
                <a:gd name="T33" fmla="*/ 0 h 95"/>
                <a:gd name="T34" fmla="*/ 16 w 90"/>
                <a:gd name="T35" fmla="*/ 7 h 95"/>
                <a:gd name="T36" fmla="*/ 7 w 90"/>
                <a:gd name="T37" fmla="*/ 15 h 95"/>
                <a:gd name="T38" fmla="*/ 5 w 90"/>
                <a:gd name="T39" fmla="*/ 2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 h="95">
                  <a:moveTo>
                    <a:pt x="5" y="21"/>
                  </a:moveTo>
                  <a:lnTo>
                    <a:pt x="0" y="37"/>
                  </a:lnTo>
                  <a:lnTo>
                    <a:pt x="1" y="65"/>
                  </a:lnTo>
                  <a:lnTo>
                    <a:pt x="15" y="86"/>
                  </a:lnTo>
                  <a:lnTo>
                    <a:pt x="37" y="95"/>
                  </a:lnTo>
                  <a:lnTo>
                    <a:pt x="52" y="94"/>
                  </a:lnTo>
                  <a:lnTo>
                    <a:pt x="62" y="92"/>
                  </a:lnTo>
                  <a:lnTo>
                    <a:pt x="76" y="86"/>
                  </a:lnTo>
                  <a:lnTo>
                    <a:pt x="86" y="75"/>
                  </a:lnTo>
                  <a:lnTo>
                    <a:pt x="90" y="58"/>
                  </a:lnTo>
                  <a:lnTo>
                    <a:pt x="90" y="47"/>
                  </a:lnTo>
                  <a:lnTo>
                    <a:pt x="90" y="37"/>
                  </a:lnTo>
                  <a:lnTo>
                    <a:pt x="86" y="20"/>
                  </a:lnTo>
                  <a:lnTo>
                    <a:pt x="76" y="9"/>
                  </a:lnTo>
                  <a:lnTo>
                    <a:pt x="62" y="2"/>
                  </a:lnTo>
                  <a:lnTo>
                    <a:pt x="52" y="1"/>
                  </a:lnTo>
                  <a:lnTo>
                    <a:pt x="36" y="0"/>
                  </a:lnTo>
                  <a:lnTo>
                    <a:pt x="16" y="7"/>
                  </a:lnTo>
                  <a:lnTo>
                    <a:pt x="7" y="15"/>
                  </a:lnTo>
                  <a:lnTo>
                    <a:pt x="5"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085" name="Freeform 613">
              <a:extLst>
                <a:ext uri="{FF2B5EF4-FFF2-40B4-BE49-F238E27FC236}">
                  <a16:creationId xmlns:a16="http://schemas.microsoft.com/office/drawing/2014/main" id="{D6359AF2-932D-7710-2A81-E012F31D313F}"/>
                </a:ext>
              </a:extLst>
            </p:cNvPr>
            <p:cNvSpPr>
              <a:spLocks/>
            </p:cNvSpPr>
            <p:nvPr/>
          </p:nvSpPr>
          <p:spPr bwMode="auto">
            <a:xfrm>
              <a:off x="10807701" y="5106989"/>
              <a:ext cx="33338" cy="39688"/>
            </a:xfrm>
            <a:custGeom>
              <a:avLst/>
              <a:gdLst>
                <a:gd name="T0" fmla="*/ 0 w 81"/>
                <a:gd name="T1" fmla="*/ 47 h 98"/>
                <a:gd name="T2" fmla="*/ 0 w 81"/>
                <a:gd name="T3" fmla="*/ 62 h 98"/>
                <a:gd name="T4" fmla="*/ 3 w 81"/>
                <a:gd name="T5" fmla="*/ 83 h 98"/>
                <a:gd name="T6" fmla="*/ 13 w 81"/>
                <a:gd name="T7" fmla="*/ 94 h 98"/>
                <a:gd name="T8" fmla="*/ 30 w 81"/>
                <a:gd name="T9" fmla="*/ 98 h 98"/>
                <a:gd name="T10" fmla="*/ 43 w 81"/>
                <a:gd name="T11" fmla="*/ 98 h 98"/>
                <a:gd name="T12" fmla="*/ 56 w 81"/>
                <a:gd name="T13" fmla="*/ 98 h 98"/>
                <a:gd name="T14" fmla="*/ 72 w 81"/>
                <a:gd name="T15" fmla="*/ 94 h 98"/>
                <a:gd name="T16" fmla="*/ 80 w 81"/>
                <a:gd name="T17" fmla="*/ 84 h 98"/>
                <a:gd name="T18" fmla="*/ 81 w 81"/>
                <a:gd name="T19" fmla="*/ 66 h 98"/>
                <a:gd name="T20" fmla="*/ 80 w 81"/>
                <a:gd name="T21" fmla="*/ 52 h 98"/>
                <a:gd name="T22" fmla="*/ 78 w 81"/>
                <a:gd name="T23" fmla="*/ 40 h 98"/>
                <a:gd name="T24" fmla="*/ 72 w 81"/>
                <a:gd name="T25" fmla="*/ 23 h 98"/>
                <a:gd name="T26" fmla="*/ 62 w 81"/>
                <a:gd name="T27" fmla="*/ 10 h 98"/>
                <a:gd name="T28" fmla="*/ 48 w 81"/>
                <a:gd name="T29" fmla="*/ 3 h 98"/>
                <a:gd name="T30" fmla="*/ 38 w 81"/>
                <a:gd name="T31" fmla="*/ 2 h 98"/>
                <a:gd name="T32" fmla="*/ 26 w 81"/>
                <a:gd name="T33" fmla="*/ 0 h 98"/>
                <a:gd name="T34" fmla="*/ 11 w 81"/>
                <a:gd name="T35" fmla="*/ 2 h 98"/>
                <a:gd name="T36" fmla="*/ 3 w 81"/>
                <a:gd name="T37" fmla="*/ 12 h 98"/>
                <a:gd name="T38" fmla="*/ 0 w 81"/>
                <a:gd name="T39" fmla="*/ 32 h 98"/>
                <a:gd name="T40" fmla="*/ 0 w 81"/>
                <a:gd name="T41" fmla="*/ 47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1" h="98">
                  <a:moveTo>
                    <a:pt x="0" y="47"/>
                  </a:moveTo>
                  <a:lnTo>
                    <a:pt x="0" y="62"/>
                  </a:lnTo>
                  <a:lnTo>
                    <a:pt x="3" y="83"/>
                  </a:lnTo>
                  <a:lnTo>
                    <a:pt x="13" y="94"/>
                  </a:lnTo>
                  <a:lnTo>
                    <a:pt x="30" y="98"/>
                  </a:lnTo>
                  <a:lnTo>
                    <a:pt x="43" y="98"/>
                  </a:lnTo>
                  <a:lnTo>
                    <a:pt x="56" y="98"/>
                  </a:lnTo>
                  <a:lnTo>
                    <a:pt x="72" y="94"/>
                  </a:lnTo>
                  <a:lnTo>
                    <a:pt x="80" y="84"/>
                  </a:lnTo>
                  <a:lnTo>
                    <a:pt x="81" y="66"/>
                  </a:lnTo>
                  <a:lnTo>
                    <a:pt x="80" y="52"/>
                  </a:lnTo>
                  <a:lnTo>
                    <a:pt x="78" y="40"/>
                  </a:lnTo>
                  <a:lnTo>
                    <a:pt x="72" y="23"/>
                  </a:lnTo>
                  <a:lnTo>
                    <a:pt x="62" y="10"/>
                  </a:lnTo>
                  <a:lnTo>
                    <a:pt x="48" y="3"/>
                  </a:lnTo>
                  <a:lnTo>
                    <a:pt x="38" y="2"/>
                  </a:lnTo>
                  <a:lnTo>
                    <a:pt x="26" y="0"/>
                  </a:lnTo>
                  <a:lnTo>
                    <a:pt x="11" y="2"/>
                  </a:lnTo>
                  <a:lnTo>
                    <a:pt x="3" y="12"/>
                  </a:lnTo>
                  <a:lnTo>
                    <a:pt x="0" y="32"/>
                  </a:lnTo>
                  <a:lnTo>
                    <a:pt x="0" y="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086" name="Freeform 614">
              <a:extLst>
                <a:ext uri="{FF2B5EF4-FFF2-40B4-BE49-F238E27FC236}">
                  <a16:creationId xmlns:a16="http://schemas.microsoft.com/office/drawing/2014/main" id="{F3B37ACE-E349-EA46-BFAE-D87A7E7BB397}"/>
                </a:ext>
              </a:extLst>
            </p:cNvPr>
            <p:cNvSpPr>
              <a:spLocks/>
            </p:cNvSpPr>
            <p:nvPr/>
          </p:nvSpPr>
          <p:spPr bwMode="auto">
            <a:xfrm>
              <a:off x="10874376" y="5105401"/>
              <a:ext cx="34925" cy="41275"/>
            </a:xfrm>
            <a:custGeom>
              <a:avLst/>
              <a:gdLst>
                <a:gd name="T0" fmla="*/ 0 w 84"/>
                <a:gd name="T1" fmla="*/ 50 h 100"/>
                <a:gd name="T2" fmla="*/ 1 w 84"/>
                <a:gd name="T3" fmla="*/ 65 h 100"/>
                <a:gd name="T4" fmla="*/ 4 w 84"/>
                <a:gd name="T5" fmla="*/ 85 h 100"/>
                <a:gd name="T6" fmla="*/ 13 w 84"/>
                <a:gd name="T7" fmla="*/ 96 h 100"/>
                <a:gd name="T8" fmla="*/ 30 w 84"/>
                <a:gd name="T9" fmla="*/ 100 h 100"/>
                <a:gd name="T10" fmla="*/ 42 w 84"/>
                <a:gd name="T11" fmla="*/ 100 h 100"/>
                <a:gd name="T12" fmla="*/ 54 w 84"/>
                <a:gd name="T13" fmla="*/ 100 h 100"/>
                <a:gd name="T14" fmla="*/ 71 w 84"/>
                <a:gd name="T15" fmla="*/ 96 h 100"/>
                <a:gd name="T16" fmla="*/ 80 w 84"/>
                <a:gd name="T17" fmla="*/ 85 h 100"/>
                <a:gd name="T18" fmla="*/ 83 w 84"/>
                <a:gd name="T19" fmla="*/ 65 h 100"/>
                <a:gd name="T20" fmla="*/ 84 w 84"/>
                <a:gd name="T21" fmla="*/ 50 h 100"/>
                <a:gd name="T22" fmla="*/ 83 w 84"/>
                <a:gd name="T23" fmla="*/ 36 h 100"/>
                <a:gd name="T24" fmla="*/ 80 w 84"/>
                <a:gd name="T25" fmla="*/ 16 h 100"/>
                <a:gd name="T26" fmla="*/ 71 w 84"/>
                <a:gd name="T27" fmla="*/ 5 h 100"/>
                <a:gd name="T28" fmla="*/ 54 w 84"/>
                <a:gd name="T29" fmla="*/ 1 h 100"/>
                <a:gd name="T30" fmla="*/ 42 w 84"/>
                <a:gd name="T31" fmla="*/ 0 h 100"/>
                <a:gd name="T32" fmla="*/ 30 w 84"/>
                <a:gd name="T33" fmla="*/ 1 h 100"/>
                <a:gd name="T34" fmla="*/ 13 w 84"/>
                <a:gd name="T35" fmla="*/ 5 h 100"/>
                <a:gd name="T36" fmla="*/ 4 w 84"/>
                <a:gd name="T37" fmla="*/ 16 h 100"/>
                <a:gd name="T38" fmla="*/ 1 w 84"/>
                <a:gd name="T39" fmla="*/ 36 h 100"/>
                <a:gd name="T40" fmla="*/ 0 w 84"/>
                <a:gd name="T41" fmla="*/ 5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 h="100">
                  <a:moveTo>
                    <a:pt x="0" y="50"/>
                  </a:moveTo>
                  <a:lnTo>
                    <a:pt x="1" y="65"/>
                  </a:lnTo>
                  <a:lnTo>
                    <a:pt x="4" y="85"/>
                  </a:lnTo>
                  <a:lnTo>
                    <a:pt x="13" y="96"/>
                  </a:lnTo>
                  <a:lnTo>
                    <a:pt x="30" y="100"/>
                  </a:lnTo>
                  <a:lnTo>
                    <a:pt x="42" y="100"/>
                  </a:lnTo>
                  <a:lnTo>
                    <a:pt x="54" y="100"/>
                  </a:lnTo>
                  <a:lnTo>
                    <a:pt x="71" y="96"/>
                  </a:lnTo>
                  <a:lnTo>
                    <a:pt x="80" y="85"/>
                  </a:lnTo>
                  <a:lnTo>
                    <a:pt x="83" y="65"/>
                  </a:lnTo>
                  <a:lnTo>
                    <a:pt x="84" y="50"/>
                  </a:lnTo>
                  <a:lnTo>
                    <a:pt x="83" y="36"/>
                  </a:lnTo>
                  <a:lnTo>
                    <a:pt x="80" y="16"/>
                  </a:lnTo>
                  <a:lnTo>
                    <a:pt x="71" y="5"/>
                  </a:lnTo>
                  <a:lnTo>
                    <a:pt x="54" y="1"/>
                  </a:lnTo>
                  <a:lnTo>
                    <a:pt x="42" y="0"/>
                  </a:lnTo>
                  <a:lnTo>
                    <a:pt x="30" y="1"/>
                  </a:lnTo>
                  <a:lnTo>
                    <a:pt x="13" y="5"/>
                  </a:lnTo>
                  <a:lnTo>
                    <a:pt x="4" y="16"/>
                  </a:lnTo>
                  <a:lnTo>
                    <a:pt x="1" y="36"/>
                  </a:lnTo>
                  <a:lnTo>
                    <a:pt x="0"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087" name="Freeform 615">
              <a:extLst>
                <a:ext uri="{FF2B5EF4-FFF2-40B4-BE49-F238E27FC236}">
                  <a16:creationId xmlns:a16="http://schemas.microsoft.com/office/drawing/2014/main" id="{64A3C91E-D66E-659F-A9FE-3774ED9A2C6F}"/>
                </a:ext>
              </a:extLst>
            </p:cNvPr>
            <p:cNvSpPr>
              <a:spLocks/>
            </p:cNvSpPr>
            <p:nvPr/>
          </p:nvSpPr>
          <p:spPr bwMode="auto">
            <a:xfrm>
              <a:off x="10780713" y="5256214"/>
              <a:ext cx="247650" cy="31750"/>
            </a:xfrm>
            <a:custGeom>
              <a:avLst/>
              <a:gdLst>
                <a:gd name="T0" fmla="*/ 3 w 606"/>
                <a:gd name="T1" fmla="*/ 23 h 78"/>
                <a:gd name="T2" fmla="*/ 0 w 606"/>
                <a:gd name="T3" fmla="*/ 35 h 78"/>
                <a:gd name="T4" fmla="*/ 4 w 606"/>
                <a:gd name="T5" fmla="*/ 59 h 78"/>
                <a:gd name="T6" fmla="*/ 10 w 606"/>
                <a:gd name="T7" fmla="*/ 66 h 78"/>
                <a:gd name="T8" fmla="*/ 17 w 606"/>
                <a:gd name="T9" fmla="*/ 69 h 78"/>
                <a:gd name="T10" fmla="*/ 64 w 606"/>
                <a:gd name="T11" fmla="*/ 74 h 78"/>
                <a:gd name="T12" fmla="*/ 194 w 606"/>
                <a:gd name="T13" fmla="*/ 78 h 78"/>
                <a:gd name="T14" fmla="*/ 316 w 606"/>
                <a:gd name="T15" fmla="*/ 78 h 78"/>
                <a:gd name="T16" fmla="*/ 491 w 606"/>
                <a:gd name="T17" fmla="*/ 75 h 78"/>
                <a:gd name="T18" fmla="*/ 589 w 606"/>
                <a:gd name="T19" fmla="*/ 65 h 78"/>
                <a:gd name="T20" fmla="*/ 604 w 606"/>
                <a:gd name="T21" fmla="*/ 55 h 78"/>
                <a:gd name="T22" fmla="*/ 606 w 606"/>
                <a:gd name="T23" fmla="*/ 45 h 78"/>
                <a:gd name="T24" fmla="*/ 606 w 606"/>
                <a:gd name="T25" fmla="*/ 40 h 78"/>
                <a:gd name="T26" fmla="*/ 606 w 606"/>
                <a:gd name="T27" fmla="*/ 34 h 78"/>
                <a:gd name="T28" fmla="*/ 603 w 606"/>
                <a:gd name="T29" fmla="*/ 25 h 78"/>
                <a:gd name="T30" fmla="*/ 589 w 606"/>
                <a:gd name="T31" fmla="*/ 15 h 78"/>
                <a:gd name="T32" fmla="*/ 488 w 606"/>
                <a:gd name="T33" fmla="*/ 5 h 78"/>
                <a:gd name="T34" fmla="*/ 310 w 606"/>
                <a:gd name="T35" fmla="*/ 1 h 78"/>
                <a:gd name="T36" fmla="*/ 143 w 606"/>
                <a:gd name="T37" fmla="*/ 0 h 78"/>
                <a:gd name="T38" fmla="*/ 35 w 606"/>
                <a:gd name="T39" fmla="*/ 6 h 78"/>
                <a:gd name="T40" fmla="*/ 8 w 606"/>
                <a:gd name="T41" fmla="*/ 15 h 78"/>
                <a:gd name="T42" fmla="*/ 3 w 606"/>
                <a:gd name="T43" fmla="*/ 2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6" h="78">
                  <a:moveTo>
                    <a:pt x="3" y="23"/>
                  </a:moveTo>
                  <a:lnTo>
                    <a:pt x="0" y="35"/>
                  </a:lnTo>
                  <a:lnTo>
                    <a:pt x="4" y="59"/>
                  </a:lnTo>
                  <a:lnTo>
                    <a:pt x="10" y="66"/>
                  </a:lnTo>
                  <a:lnTo>
                    <a:pt x="17" y="69"/>
                  </a:lnTo>
                  <a:lnTo>
                    <a:pt x="64" y="74"/>
                  </a:lnTo>
                  <a:lnTo>
                    <a:pt x="194" y="78"/>
                  </a:lnTo>
                  <a:lnTo>
                    <a:pt x="316" y="78"/>
                  </a:lnTo>
                  <a:lnTo>
                    <a:pt x="491" y="75"/>
                  </a:lnTo>
                  <a:lnTo>
                    <a:pt x="589" y="65"/>
                  </a:lnTo>
                  <a:lnTo>
                    <a:pt x="604" y="55"/>
                  </a:lnTo>
                  <a:lnTo>
                    <a:pt x="606" y="45"/>
                  </a:lnTo>
                  <a:lnTo>
                    <a:pt x="606" y="40"/>
                  </a:lnTo>
                  <a:lnTo>
                    <a:pt x="606" y="34"/>
                  </a:lnTo>
                  <a:lnTo>
                    <a:pt x="603" y="25"/>
                  </a:lnTo>
                  <a:lnTo>
                    <a:pt x="589" y="15"/>
                  </a:lnTo>
                  <a:lnTo>
                    <a:pt x="488" y="5"/>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52" name="Freeform 616">
              <a:extLst>
                <a:ext uri="{FF2B5EF4-FFF2-40B4-BE49-F238E27FC236}">
                  <a16:creationId xmlns:a16="http://schemas.microsoft.com/office/drawing/2014/main" id="{2924EC7C-D135-750A-42E0-0AD568915BC8}"/>
                </a:ext>
              </a:extLst>
            </p:cNvPr>
            <p:cNvSpPr>
              <a:spLocks/>
            </p:cNvSpPr>
            <p:nvPr/>
          </p:nvSpPr>
          <p:spPr bwMode="auto">
            <a:xfrm>
              <a:off x="10780713" y="5359401"/>
              <a:ext cx="247650" cy="31750"/>
            </a:xfrm>
            <a:custGeom>
              <a:avLst/>
              <a:gdLst>
                <a:gd name="T0" fmla="*/ 3 w 606"/>
                <a:gd name="T1" fmla="*/ 23 h 78"/>
                <a:gd name="T2" fmla="*/ 0 w 606"/>
                <a:gd name="T3" fmla="*/ 35 h 78"/>
                <a:gd name="T4" fmla="*/ 4 w 606"/>
                <a:gd name="T5" fmla="*/ 59 h 78"/>
                <a:gd name="T6" fmla="*/ 10 w 606"/>
                <a:gd name="T7" fmla="*/ 66 h 78"/>
                <a:gd name="T8" fmla="*/ 17 w 606"/>
                <a:gd name="T9" fmla="*/ 69 h 78"/>
                <a:gd name="T10" fmla="*/ 64 w 606"/>
                <a:gd name="T11" fmla="*/ 74 h 78"/>
                <a:gd name="T12" fmla="*/ 194 w 606"/>
                <a:gd name="T13" fmla="*/ 78 h 78"/>
                <a:gd name="T14" fmla="*/ 316 w 606"/>
                <a:gd name="T15" fmla="*/ 78 h 78"/>
                <a:gd name="T16" fmla="*/ 491 w 606"/>
                <a:gd name="T17" fmla="*/ 75 h 78"/>
                <a:gd name="T18" fmla="*/ 589 w 606"/>
                <a:gd name="T19" fmla="*/ 65 h 78"/>
                <a:gd name="T20" fmla="*/ 604 w 606"/>
                <a:gd name="T21" fmla="*/ 55 h 78"/>
                <a:gd name="T22" fmla="*/ 606 w 606"/>
                <a:gd name="T23" fmla="*/ 45 h 78"/>
                <a:gd name="T24" fmla="*/ 606 w 606"/>
                <a:gd name="T25" fmla="*/ 40 h 78"/>
                <a:gd name="T26" fmla="*/ 606 w 606"/>
                <a:gd name="T27" fmla="*/ 34 h 78"/>
                <a:gd name="T28" fmla="*/ 603 w 606"/>
                <a:gd name="T29" fmla="*/ 25 h 78"/>
                <a:gd name="T30" fmla="*/ 589 w 606"/>
                <a:gd name="T31" fmla="*/ 15 h 78"/>
                <a:gd name="T32" fmla="*/ 488 w 606"/>
                <a:gd name="T33" fmla="*/ 5 h 78"/>
                <a:gd name="T34" fmla="*/ 310 w 606"/>
                <a:gd name="T35" fmla="*/ 1 h 78"/>
                <a:gd name="T36" fmla="*/ 143 w 606"/>
                <a:gd name="T37" fmla="*/ 0 h 78"/>
                <a:gd name="T38" fmla="*/ 35 w 606"/>
                <a:gd name="T39" fmla="*/ 6 h 78"/>
                <a:gd name="T40" fmla="*/ 8 w 606"/>
                <a:gd name="T41" fmla="*/ 15 h 78"/>
                <a:gd name="T42" fmla="*/ 3 w 606"/>
                <a:gd name="T43" fmla="*/ 2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6" h="78">
                  <a:moveTo>
                    <a:pt x="3" y="23"/>
                  </a:moveTo>
                  <a:lnTo>
                    <a:pt x="0" y="35"/>
                  </a:lnTo>
                  <a:lnTo>
                    <a:pt x="4" y="59"/>
                  </a:lnTo>
                  <a:lnTo>
                    <a:pt x="10" y="66"/>
                  </a:lnTo>
                  <a:lnTo>
                    <a:pt x="17" y="69"/>
                  </a:lnTo>
                  <a:lnTo>
                    <a:pt x="64" y="74"/>
                  </a:lnTo>
                  <a:lnTo>
                    <a:pt x="194" y="78"/>
                  </a:lnTo>
                  <a:lnTo>
                    <a:pt x="316" y="78"/>
                  </a:lnTo>
                  <a:lnTo>
                    <a:pt x="491" y="75"/>
                  </a:lnTo>
                  <a:lnTo>
                    <a:pt x="589" y="65"/>
                  </a:lnTo>
                  <a:lnTo>
                    <a:pt x="604" y="55"/>
                  </a:lnTo>
                  <a:lnTo>
                    <a:pt x="606" y="45"/>
                  </a:lnTo>
                  <a:lnTo>
                    <a:pt x="606" y="40"/>
                  </a:lnTo>
                  <a:lnTo>
                    <a:pt x="606" y="34"/>
                  </a:lnTo>
                  <a:lnTo>
                    <a:pt x="603" y="25"/>
                  </a:lnTo>
                  <a:lnTo>
                    <a:pt x="589" y="15"/>
                  </a:lnTo>
                  <a:lnTo>
                    <a:pt x="488" y="5"/>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53" name="Freeform 617">
              <a:extLst>
                <a:ext uri="{FF2B5EF4-FFF2-40B4-BE49-F238E27FC236}">
                  <a16:creationId xmlns:a16="http://schemas.microsoft.com/office/drawing/2014/main" id="{92D41407-74C7-07CA-C3AE-C99F8C9ED066}"/>
                </a:ext>
              </a:extLst>
            </p:cNvPr>
            <p:cNvSpPr>
              <a:spLocks/>
            </p:cNvSpPr>
            <p:nvPr/>
          </p:nvSpPr>
          <p:spPr bwMode="auto">
            <a:xfrm>
              <a:off x="10780713" y="5461001"/>
              <a:ext cx="247650" cy="31750"/>
            </a:xfrm>
            <a:custGeom>
              <a:avLst/>
              <a:gdLst>
                <a:gd name="T0" fmla="*/ 3 w 606"/>
                <a:gd name="T1" fmla="*/ 23 h 78"/>
                <a:gd name="T2" fmla="*/ 0 w 606"/>
                <a:gd name="T3" fmla="*/ 35 h 78"/>
                <a:gd name="T4" fmla="*/ 4 w 606"/>
                <a:gd name="T5" fmla="*/ 59 h 78"/>
                <a:gd name="T6" fmla="*/ 10 w 606"/>
                <a:gd name="T7" fmla="*/ 66 h 78"/>
                <a:gd name="T8" fmla="*/ 17 w 606"/>
                <a:gd name="T9" fmla="*/ 69 h 78"/>
                <a:gd name="T10" fmla="*/ 64 w 606"/>
                <a:gd name="T11" fmla="*/ 74 h 78"/>
                <a:gd name="T12" fmla="*/ 194 w 606"/>
                <a:gd name="T13" fmla="*/ 78 h 78"/>
                <a:gd name="T14" fmla="*/ 316 w 606"/>
                <a:gd name="T15" fmla="*/ 78 h 78"/>
                <a:gd name="T16" fmla="*/ 491 w 606"/>
                <a:gd name="T17" fmla="*/ 75 h 78"/>
                <a:gd name="T18" fmla="*/ 589 w 606"/>
                <a:gd name="T19" fmla="*/ 65 h 78"/>
                <a:gd name="T20" fmla="*/ 604 w 606"/>
                <a:gd name="T21" fmla="*/ 55 h 78"/>
                <a:gd name="T22" fmla="*/ 606 w 606"/>
                <a:gd name="T23" fmla="*/ 45 h 78"/>
                <a:gd name="T24" fmla="*/ 606 w 606"/>
                <a:gd name="T25" fmla="*/ 40 h 78"/>
                <a:gd name="T26" fmla="*/ 606 w 606"/>
                <a:gd name="T27" fmla="*/ 34 h 78"/>
                <a:gd name="T28" fmla="*/ 603 w 606"/>
                <a:gd name="T29" fmla="*/ 25 h 78"/>
                <a:gd name="T30" fmla="*/ 589 w 606"/>
                <a:gd name="T31" fmla="*/ 15 h 78"/>
                <a:gd name="T32" fmla="*/ 488 w 606"/>
                <a:gd name="T33" fmla="*/ 5 h 78"/>
                <a:gd name="T34" fmla="*/ 310 w 606"/>
                <a:gd name="T35" fmla="*/ 1 h 78"/>
                <a:gd name="T36" fmla="*/ 143 w 606"/>
                <a:gd name="T37" fmla="*/ 0 h 78"/>
                <a:gd name="T38" fmla="*/ 35 w 606"/>
                <a:gd name="T39" fmla="*/ 6 h 78"/>
                <a:gd name="T40" fmla="*/ 8 w 606"/>
                <a:gd name="T41" fmla="*/ 15 h 78"/>
                <a:gd name="T42" fmla="*/ 3 w 606"/>
                <a:gd name="T43" fmla="*/ 2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6" h="78">
                  <a:moveTo>
                    <a:pt x="3" y="23"/>
                  </a:moveTo>
                  <a:lnTo>
                    <a:pt x="0" y="35"/>
                  </a:lnTo>
                  <a:lnTo>
                    <a:pt x="4" y="59"/>
                  </a:lnTo>
                  <a:lnTo>
                    <a:pt x="10" y="66"/>
                  </a:lnTo>
                  <a:lnTo>
                    <a:pt x="17" y="69"/>
                  </a:lnTo>
                  <a:lnTo>
                    <a:pt x="64" y="74"/>
                  </a:lnTo>
                  <a:lnTo>
                    <a:pt x="194" y="78"/>
                  </a:lnTo>
                  <a:lnTo>
                    <a:pt x="316" y="78"/>
                  </a:lnTo>
                  <a:lnTo>
                    <a:pt x="491" y="75"/>
                  </a:lnTo>
                  <a:lnTo>
                    <a:pt x="589" y="65"/>
                  </a:lnTo>
                  <a:lnTo>
                    <a:pt x="604" y="55"/>
                  </a:lnTo>
                  <a:lnTo>
                    <a:pt x="606" y="45"/>
                  </a:lnTo>
                  <a:lnTo>
                    <a:pt x="606" y="40"/>
                  </a:lnTo>
                  <a:lnTo>
                    <a:pt x="606" y="34"/>
                  </a:lnTo>
                  <a:lnTo>
                    <a:pt x="603" y="25"/>
                  </a:lnTo>
                  <a:lnTo>
                    <a:pt x="589" y="15"/>
                  </a:lnTo>
                  <a:lnTo>
                    <a:pt x="488" y="5"/>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55" name="Freeform 618">
              <a:extLst>
                <a:ext uri="{FF2B5EF4-FFF2-40B4-BE49-F238E27FC236}">
                  <a16:creationId xmlns:a16="http://schemas.microsoft.com/office/drawing/2014/main" id="{12950E7A-C3A9-5C02-BE28-63ECEB4DDE14}"/>
                </a:ext>
              </a:extLst>
            </p:cNvPr>
            <p:cNvSpPr>
              <a:spLocks/>
            </p:cNvSpPr>
            <p:nvPr/>
          </p:nvSpPr>
          <p:spPr bwMode="auto">
            <a:xfrm>
              <a:off x="10780713" y="5562601"/>
              <a:ext cx="250825" cy="34925"/>
            </a:xfrm>
            <a:custGeom>
              <a:avLst/>
              <a:gdLst>
                <a:gd name="T0" fmla="*/ 3 w 613"/>
                <a:gd name="T1" fmla="*/ 23 h 83"/>
                <a:gd name="T2" fmla="*/ 0 w 613"/>
                <a:gd name="T3" fmla="*/ 35 h 83"/>
                <a:gd name="T4" fmla="*/ 4 w 613"/>
                <a:gd name="T5" fmla="*/ 59 h 83"/>
                <a:gd name="T6" fmla="*/ 10 w 613"/>
                <a:gd name="T7" fmla="*/ 66 h 83"/>
                <a:gd name="T8" fmla="*/ 24 w 613"/>
                <a:gd name="T9" fmla="*/ 71 h 83"/>
                <a:gd name="T10" fmla="*/ 129 w 613"/>
                <a:gd name="T11" fmla="*/ 79 h 83"/>
                <a:gd name="T12" fmla="*/ 297 w 613"/>
                <a:gd name="T13" fmla="*/ 83 h 83"/>
                <a:gd name="T14" fmla="*/ 495 w 613"/>
                <a:gd name="T15" fmla="*/ 83 h 83"/>
                <a:gd name="T16" fmla="*/ 595 w 613"/>
                <a:gd name="T17" fmla="*/ 81 h 83"/>
                <a:gd name="T18" fmla="*/ 599 w 613"/>
                <a:gd name="T19" fmla="*/ 81 h 83"/>
                <a:gd name="T20" fmla="*/ 607 w 613"/>
                <a:gd name="T21" fmla="*/ 76 h 83"/>
                <a:gd name="T22" fmla="*/ 613 w 613"/>
                <a:gd name="T23" fmla="*/ 59 h 83"/>
                <a:gd name="T24" fmla="*/ 611 w 613"/>
                <a:gd name="T25" fmla="*/ 43 h 83"/>
                <a:gd name="T26" fmla="*/ 610 w 613"/>
                <a:gd name="T27" fmla="*/ 30 h 83"/>
                <a:gd name="T28" fmla="*/ 599 w 613"/>
                <a:gd name="T29" fmla="*/ 18 h 83"/>
                <a:gd name="T30" fmla="*/ 582 w 613"/>
                <a:gd name="T31" fmla="*/ 12 h 83"/>
                <a:gd name="T32" fmla="*/ 536 w 613"/>
                <a:gd name="T33" fmla="*/ 7 h 83"/>
                <a:gd name="T34" fmla="*/ 411 w 613"/>
                <a:gd name="T35" fmla="*/ 3 h 83"/>
                <a:gd name="T36" fmla="*/ 310 w 613"/>
                <a:gd name="T37" fmla="*/ 1 h 83"/>
                <a:gd name="T38" fmla="*/ 143 w 613"/>
                <a:gd name="T39" fmla="*/ 0 h 83"/>
                <a:gd name="T40" fmla="*/ 35 w 613"/>
                <a:gd name="T41" fmla="*/ 6 h 83"/>
                <a:gd name="T42" fmla="*/ 8 w 613"/>
                <a:gd name="T43" fmla="*/ 15 h 83"/>
                <a:gd name="T44" fmla="*/ 3 w 613"/>
                <a:gd name="T45" fmla="*/ 2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13" h="83">
                  <a:moveTo>
                    <a:pt x="3" y="23"/>
                  </a:moveTo>
                  <a:lnTo>
                    <a:pt x="0" y="35"/>
                  </a:lnTo>
                  <a:lnTo>
                    <a:pt x="4" y="59"/>
                  </a:lnTo>
                  <a:lnTo>
                    <a:pt x="10" y="66"/>
                  </a:lnTo>
                  <a:lnTo>
                    <a:pt x="24" y="71"/>
                  </a:lnTo>
                  <a:lnTo>
                    <a:pt x="129" y="79"/>
                  </a:lnTo>
                  <a:lnTo>
                    <a:pt x="297" y="83"/>
                  </a:lnTo>
                  <a:lnTo>
                    <a:pt x="495" y="83"/>
                  </a:lnTo>
                  <a:lnTo>
                    <a:pt x="595" y="81"/>
                  </a:lnTo>
                  <a:lnTo>
                    <a:pt x="599" y="81"/>
                  </a:lnTo>
                  <a:lnTo>
                    <a:pt x="607" y="76"/>
                  </a:lnTo>
                  <a:lnTo>
                    <a:pt x="613" y="59"/>
                  </a:lnTo>
                  <a:lnTo>
                    <a:pt x="611" y="43"/>
                  </a:lnTo>
                  <a:lnTo>
                    <a:pt x="610" y="30"/>
                  </a:lnTo>
                  <a:lnTo>
                    <a:pt x="599" y="18"/>
                  </a:lnTo>
                  <a:lnTo>
                    <a:pt x="582" y="12"/>
                  </a:lnTo>
                  <a:lnTo>
                    <a:pt x="536" y="7"/>
                  </a:lnTo>
                  <a:lnTo>
                    <a:pt x="411" y="3"/>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56" name="Freeform 619">
              <a:extLst>
                <a:ext uri="{FF2B5EF4-FFF2-40B4-BE49-F238E27FC236}">
                  <a16:creationId xmlns:a16="http://schemas.microsoft.com/office/drawing/2014/main" id="{CEB3ECB2-5121-9C69-D321-1F281BEAC349}"/>
                </a:ext>
              </a:extLst>
            </p:cNvPr>
            <p:cNvSpPr>
              <a:spLocks noEditPoints="1"/>
            </p:cNvSpPr>
            <p:nvPr/>
          </p:nvSpPr>
          <p:spPr bwMode="auto">
            <a:xfrm>
              <a:off x="11596688" y="5276851"/>
              <a:ext cx="266700" cy="195263"/>
            </a:xfrm>
            <a:custGeom>
              <a:avLst/>
              <a:gdLst>
                <a:gd name="T0" fmla="*/ 335 w 655"/>
                <a:gd name="T1" fmla="*/ 117 h 481"/>
                <a:gd name="T2" fmla="*/ 265 w 655"/>
                <a:gd name="T3" fmla="*/ 167 h 481"/>
                <a:gd name="T4" fmla="*/ 238 w 655"/>
                <a:gd name="T5" fmla="*/ 147 h 481"/>
                <a:gd name="T6" fmla="*/ 216 w 655"/>
                <a:gd name="T7" fmla="*/ 124 h 481"/>
                <a:gd name="T8" fmla="*/ 169 w 655"/>
                <a:gd name="T9" fmla="*/ 101 h 481"/>
                <a:gd name="T10" fmla="*/ 115 w 655"/>
                <a:gd name="T11" fmla="*/ 100 h 481"/>
                <a:gd name="T12" fmla="*/ 64 w 655"/>
                <a:gd name="T13" fmla="*/ 117 h 481"/>
                <a:gd name="T14" fmla="*/ 35 w 655"/>
                <a:gd name="T15" fmla="*/ 143 h 481"/>
                <a:gd name="T16" fmla="*/ 2 w 655"/>
                <a:gd name="T17" fmla="*/ 204 h 481"/>
                <a:gd name="T18" fmla="*/ 1 w 655"/>
                <a:gd name="T19" fmla="*/ 228 h 481"/>
                <a:gd name="T20" fmla="*/ 58 w 655"/>
                <a:gd name="T21" fmla="*/ 316 h 481"/>
                <a:gd name="T22" fmla="*/ 188 w 655"/>
                <a:gd name="T23" fmla="*/ 453 h 481"/>
                <a:gd name="T24" fmla="*/ 227 w 655"/>
                <a:gd name="T25" fmla="*/ 477 h 481"/>
                <a:gd name="T26" fmla="*/ 281 w 655"/>
                <a:gd name="T27" fmla="*/ 478 h 481"/>
                <a:gd name="T28" fmla="*/ 347 w 655"/>
                <a:gd name="T29" fmla="*/ 444 h 481"/>
                <a:gd name="T30" fmla="*/ 485 w 655"/>
                <a:gd name="T31" fmla="*/ 333 h 481"/>
                <a:gd name="T32" fmla="*/ 613 w 655"/>
                <a:gd name="T33" fmla="*/ 212 h 481"/>
                <a:gd name="T34" fmla="*/ 652 w 655"/>
                <a:gd name="T35" fmla="*/ 143 h 481"/>
                <a:gd name="T36" fmla="*/ 651 w 655"/>
                <a:gd name="T37" fmla="*/ 93 h 481"/>
                <a:gd name="T38" fmla="*/ 639 w 655"/>
                <a:gd name="T39" fmla="*/ 61 h 481"/>
                <a:gd name="T40" fmla="*/ 594 w 655"/>
                <a:gd name="T41" fmla="*/ 10 h 481"/>
                <a:gd name="T42" fmla="*/ 529 w 655"/>
                <a:gd name="T43" fmla="*/ 1 h 481"/>
                <a:gd name="T44" fmla="*/ 446 w 655"/>
                <a:gd name="T45" fmla="*/ 32 h 481"/>
                <a:gd name="T46" fmla="*/ 375 w 655"/>
                <a:gd name="T47" fmla="*/ 83 h 481"/>
                <a:gd name="T48" fmla="*/ 575 w 655"/>
                <a:gd name="T49" fmla="*/ 113 h 481"/>
                <a:gd name="T50" fmla="*/ 563 w 655"/>
                <a:gd name="T51" fmla="*/ 146 h 481"/>
                <a:gd name="T52" fmla="*/ 439 w 655"/>
                <a:gd name="T53" fmla="*/ 262 h 481"/>
                <a:gd name="T54" fmla="*/ 333 w 655"/>
                <a:gd name="T55" fmla="*/ 348 h 481"/>
                <a:gd name="T56" fmla="*/ 250 w 655"/>
                <a:gd name="T57" fmla="*/ 396 h 481"/>
                <a:gd name="T58" fmla="*/ 226 w 655"/>
                <a:gd name="T59" fmla="*/ 385 h 481"/>
                <a:gd name="T60" fmla="*/ 134 w 655"/>
                <a:gd name="T61" fmla="*/ 274 h 481"/>
                <a:gd name="T62" fmla="*/ 106 w 655"/>
                <a:gd name="T63" fmla="*/ 214 h 481"/>
                <a:gd name="T64" fmla="*/ 110 w 655"/>
                <a:gd name="T65" fmla="*/ 202 h 481"/>
                <a:gd name="T66" fmla="*/ 138 w 655"/>
                <a:gd name="T67" fmla="*/ 184 h 481"/>
                <a:gd name="T68" fmla="*/ 198 w 655"/>
                <a:gd name="T69" fmla="*/ 209 h 481"/>
                <a:gd name="T70" fmla="*/ 222 w 655"/>
                <a:gd name="T71" fmla="*/ 242 h 481"/>
                <a:gd name="T72" fmla="*/ 262 w 655"/>
                <a:gd name="T73" fmla="*/ 267 h 481"/>
                <a:gd name="T74" fmla="*/ 351 w 655"/>
                <a:gd name="T75" fmla="*/ 211 h 481"/>
                <a:gd name="T76" fmla="*/ 437 w 655"/>
                <a:gd name="T77" fmla="*/ 142 h 481"/>
                <a:gd name="T78" fmla="*/ 531 w 655"/>
                <a:gd name="T79" fmla="*/ 86 h 481"/>
                <a:gd name="T80" fmla="*/ 560 w 655"/>
                <a:gd name="T81" fmla="*/ 90 h 481"/>
                <a:gd name="T82" fmla="*/ 573 w 655"/>
                <a:gd name="T83" fmla="*/ 108 h 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55" h="481">
                  <a:moveTo>
                    <a:pt x="375" y="83"/>
                  </a:moveTo>
                  <a:lnTo>
                    <a:pt x="335" y="117"/>
                  </a:lnTo>
                  <a:lnTo>
                    <a:pt x="275" y="162"/>
                  </a:lnTo>
                  <a:lnTo>
                    <a:pt x="265" y="167"/>
                  </a:lnTo>
                  <a:lnTo>
                    <a:pt x="260" y="165"/>
                  </a:lnTo>
                  <a:lnTo>
                    <a:pt x="238" y="147"/>
                  </a:lnTo>
                  <a:lnTo>
                    <a:pt x="225" y="133"/>
                  </a:lnTo>
                  <a:lnTo>
                    <a:pt x="216" y="124"/>
                  </a:lnTo>
                  <a:lnTo>
                    <a:pt x="194" y="110"/>
                  </a:lnTo>
                  <a:lnTo>
                    <a:pt x="169" y="101"/>
                  </a:lnTo>
                  <a:lnTo>
                    <a:pt x="142" y="98"/>
                  </a:lnTo>
                  <a:lnTo>
                    <a:pt x="115" y="100"/>
                  </a:lnTo>
                  <a:lnTo>
                    <a:pt x="89" y="106"/>
                  </a:lnTo>
                  <a:lnTo>
                    <a:pt x="64" y="117"/>
                  </a:lnTo>
                  <a:lnTo>
                    <a:pt x="44" y="133"/>
                  </a:lnTo>
                  <a:lnTo>
                    <a:pt x="35" y="143"/>
                  </a:lnTo>
                  <a:lnTo>
                    <a:pt x="21" y="163"/>
                  </a:lnTo>
                  <a:lnTo>
                    <a:pt x="2" y="204"/>
                  </a:lnTo>
                  <a:lnTo>
                    <a:pt x="0" y="218"/>
                  </a:lnTo>
                  <a:lnTo>
                    <a:pt x="1" y="228"/>
                  </a:lnTo>
                  <a:lnTo>
                    <a:pt x="16" y="257"/>
                  </a:lnTo>
                  <a:lnTo>
                    <a:pt x="58" y="316"/>
                  </a:lnTo>
                  <a:lnTo>
                    <a:pt x="134" y="402"/>
                  </a:lnTo>
                  <a:lnTo>
                    <a:pt x="188" y="453"/>
                  </a:lnTo>
                  <a:lnTo>
                    <a:pt x="217" y="473"/>
                  </a:lnTo>
                  <a:lnTo>
                    <a:pt x="227" y="477"/>
                  </a:lnTo>
                  <a:lnTo>
                    <a:pt x="248" y="481"/>
                  </a:lnTo>
                  <a:lnTo>
                    <a:pt x="281" y="478"/>
                  </a:lnTo>
                  <a:lnTo>
                    <a:pt x="304" y="469"/>
                  </a:lnTo>
                  <a:lnTo>
                    <a:pt x="347" y="444"/>
                  </a:lnTo>
                  <a:lnTo>
                    <a:pt x="428" y="381"/>
                  </a:lnTo>
                  <a:lnTo>
                    <a:pt x="485" y="333"/>
                  </a:lnTo>
                  <a:lnTo>
                    <a:pt x="540" y="285"/>
                  </a:lnTo>
                  <a:lnTo>
                    <a:pt x="613" y="212"/>
                  </a:lnTo>
                  <a:lnTo>
                    <a:pt x="642" y="169"/>
                  </a:lnTo>
                  <a:lnTo>
                    <a:pt x="652" y="143"/>
                  </a:lnTo>
                  <a:lnTo>
                    <a:pt x="655" y="118"/>
                  </a:lnTo>
                  <a:lnTo>
                    <a:pt x="651" y="93"/>
                  </a:lnTo>
                  <a:lnTo>
                    <a:pt x="647" y="80"/>
                  </a:lnTo>
                  <a:lnTo>
                    <a:pt x="639" y="61"/>
                  </a:lnTo>
                  <a:lnTo>
                    <a:pt x="619" y="30"/>
                  </a:lnTo>
                  <a:lnTo>
                    <a:pt x="594" y="10"/>
                  </a:lnTo>
                  <a:lnTo>
                    <a:pt x="564" y="0"/>
                  </a:lnTo>
                  <a:lnTo>
                    <a:pt x="529" y="1"/>
                  </a:lnTo>
                  <a:lnTo>
                    <a:pt x="490" y="12"/>
                  </a:lnTo>
                  <a:lnTo>
                    <a:pt x="446" y="32"/>
                  </a:lnTo>
                  <a:lnTo>
                    <a:pt x="400" y="64"/>
                  </a:lnTo>
                  <a:lnTo>
                    <a:pt x="375" y="83"/>
                  </a:lnTo>
                  <a:close/>
                  <a:moveTo>
                    <a:pt x="573" y="108"/>
                  </a:moveTo>
                  <a:lnTo>
                    <a:pt x="575" y="113"/>
                  </a:lnTo>
                  <a:lnTo>
                    <a:pt x="574" y="125"/>
                  </a:lnTo>
                  <a:lnTo>
                    <a:pt x="563" y="146"/>
                  </a:lnTo>
                  <a:lnTo>
                    <a:pt x="520" y="191"/>
                  </a:lnTo>
                  <a:lnTo>
                    <a:pt x="439" y="262"/>
                  </a:lnTo>
                  <a:lnTo>
                    <a:pt x="380" y="312"/>
                  </a:lnTo>
                  <a:lnTo>
                    <a:pt x="333" y="348"/>
                  </a:lnTo>
                  <a:lnTo>
                    <a:pt x="275" y="385"/>
                  </a:lnTo>
                  <a:lnTo>
                    <a:pt x="250" y="396"/>
                  </a:lnTo>
                  <a:lnTo>
                    <a:pt x="243" y="395"/>
                  </a:lnTo>
                  <a:lnTo>
                    <a:pt x="226" y="385"/>
                  </a:lnTo>
                  <a:lnTo>
                    <a:pt x="180" y="336"/>
                  </a:lnTo>
                  <a:lnTo>
                    <a:pt x="134" y="274"/>
                  </a:lnTo>
                  <a:lnTo>
                    <a:pt x="112" y="234"/>
                  </a:lnTo>
                  <a:lnTo>
                    <a:pt x="106" y="214"/>
                  </a:lnTo>
                  <a:lnTo>
                    <a:pt x="107" y="208"/>
                  </a:lnTo>
                  <a:lnTo>
                    <a:pt x="110" y="202"/>
                  </a:lnTo>
                  <a:lnTo>
                    <a:pt x="119" y="191"/>
                  </a:lnTo>
                  <a:lnTo>
                    <a:pt x="138" y="184"/>
                  </a:lnTo>
                  <a:lnTo>
                    <a:pt x="168" y="188"/>
                  </a:lnTo>
                  <a:lnTo>
                    <a:pt x="198" y="209"/>
                  </a:lnTo>
                  <a:lnTo>
                    <a:pt x="210" y="225"/>
                  </a:lnTo>
                  <a:lnTo>
                    <a:pt x="222" y="242"/>
                  </a:lnTo>
                  <a:lnTo>
                    <a:pt x="250" y="264"/>
                  </a:lnTo>
                  <a:lnTo>
                    <a:pt x="262" y="267"/>
                  </a:lnTo>
                  <a:lnTo>
                    <a:pt x="278" y="261"/>
                  </a:lnTo>
                  <a:lnTo>
                    <a:pt x="351" y="211"/>
                  </a:lnTo>
                  <a:lnTo>
                    <a:pt x="397" y="175"/>
                  </a:lnTo>
                  <a:lnTo>
                    <a:pt x="437" y="142"/>
                  </a:lnTo>
                  <a:lnTo>
                    <a:pt x="498" y="100"/>
                  </a:lnTo>
                  <a:lnTo>
                    <a:pt x="531" y="86"/>
                  </a:lnTo>
                  <a:lnTo>
                    <a:pt x="547" y="85"/>
                  </a:lnTo>
                  <a:lnTo>
                    <a:pt x="560" y="90"/>
                  </a:lnTo>
                  <a:lnTo>
                    <a:pt x="570" y="100"/>
                  </a:lnTo>
                  <a:lnTo>
                    <a:pt x="573"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57" name="Freeform 620">
              <a:extLst>
                <a:ext uri="{FF2B5EF4-FFF2-40B4-BE49-F238E27FC236}">
                  <a16:creationId xmlns:a16="http://schemas.microsoft.com/office/drawing/2014/main" id="{7F1BF36E-3363-6DB5-B272-655BC762F9AF}"/>
                </a:ext>
              </a:extLst>
            </p:cNvPr>
            <p:cNvSpPr>
              <a:spLocks noEditPoints="1"/>
            </p:cNvSpPr>
            <p:nvPr/>
          </p:nvSpPr>
          <p:spPr bwMode="auto">
            <a:xfrm>
              <a:off x="11245851" y="5461001"/>
              <a:ext cx="234950" cy="234950"/>
            </a:xfrm>
            <a:custGeom>
              <a:avLst/>
              <a:gdLst>
                <a:gd name="T0" fmla="*/ 145 w 575"/>
                <a:gd name="T1" fmla="*/ 41 h 578"/>
                <a:gd name="T2" fmla="*/ 76 w 575"/>
                <a:gd name="T3" fmla="*/ 94 h 578"/>
                <a:gd name="T4" fmla="*/ 29 w 575"/>
                <a:gd name="T5" fmla="*/ 162 h 578"/>
                <a:gd name="T6" fmla="*/ 4 w 575"/>
                <a:gd name="T7" fmla="*/ 239 h 578"/>
                <a:gd name="T8" fmla="*/ 1 w 575"/>
                <a:gd name="T9" fmla="*/ 319 h 578"/>
                <a:gd name="T10" fmla="*/ 20 w 575"/>
                <a:gd name="T11" fmla="*/ 398 h 578"/>
                <a:gd name="T12" fmla="*/ 60 w 575"/>
                <a:gd name="T13" fmla="*/ 468 h 578"/>
                <a:gd name="T14" fmla="*/ 122 w 575"/>
                <a:gd name="T15" fmla="*/ 526 h 578"/>
                <a:gd name="T16" fmla="*/ 182 w 575"/>
                <a:gd name="T17" fmla="*/ 557 h 578"/>
                <a:gd name="T18" fmla="*/ 263 w 575"/>
                <a:gd name="T19" fmla="*/ 577 h 578"/>
                <a:gd name="T20" fmla="*/ 363 w 575"/>
                <a:gd name="T21" fmla="*/ 569 h 578"/>
                <a:gd name="T22" fmla="*/ 449 w 575"/>
                <a:gd name="T23" fmla="*/ 528 h 578"/>
                <a:gd name="T24" fmla="*/ 516 w 575"/>
                <a:gd name="T25" fmla="*/ 462 h 578"/>
                <a:gd name="T26" fmla="*/ 560 w 575"/>
                <a:gd name="T27" fmla="*/ 378 h 578"/>
                <a:gd name="T28" fmla="*/ 575 w 575"/>
                <a:gd name="T29" fmla="*/ 285 h 578"/>
                <a:gd name="T30" fmla="*/ 558 w 575"/>
                <a:gd name="T31" fmla="*/ 190 h 578"/>
                <a:gd name="T32" fmla="*/ 503 w 575"/>
                <a:gd name="T33" fmla="*/ 100 h 578"/>
                <a:gd name="T34" fmla="*/ 465 w 575"/>
                <a:gd name="T35" fmla="*/ 64 h 578"/>
                <a:gd name="T36" fmla="*/ 392 w 575"/>
                <a:gd name="T37" fmla="*/ 19 h 578"/>
                <a:gd name="T38" fmla="*/ 313 w 575"/>
                <a:gd name="T39" fmla="*/ 0 h 578"/>
                <a:gd name="T40" fmla="*/ 230 w 575"/>
                <a:gd name="T41" fmla="*/ 8 h 578"/>
                <a:gd name="T42" fmla="*/ 166 w 575"/>
                <a:gd name="T43" fmla="*/ 31 h 578"/>
                <a:gd name="T44" fmla="*/ 403 w 575"/>
                <a:gd name="T45" fmla="*/ 125 h 578"/>
                <a:gd name="T46" fmla="*/ 455 w 575"/>
                <a:gd name="T47" fmla="*/ 179 h 578"/>
                <a:gd name="T48" fmla="*/ 487 w 575"/>
                <a:gd name="T49" fmla="*/ 288 h 578"/>
                <a:gd name="T50" fmla="*/ 457 w 575"/>
                <a:gd name="T51" fmla="*/ 396 h 578"/>
                <a:gd name="T52" fmla="*/ 384 w 575"/>
                <a:gd name="T53" fmla="*/ 465 h 578"/>
                <a:gd name="T54" fmla="*/ 341 w 575"/>
                <a:gd name="T55" fmla="*/ 482 h 578"/>
                <a:gd name="T56" fmla="*/ 288 w 575"/>
                <a:gd name="T57" fmla="*/ 489 h 578"/>
                <a:gd name="T58" fmla="*/ 219 w 575"/>
                <a:gd name="T59" fmla="*/ 477 h 578"/>
                <a:gd name="T60" fmla="*/ 157 w 575"/>
                <a:gd name="T61" fmla="*/ 444 h 578"/>
                <a:gd name="T62" fmla="*/ 112 w 575"/>
                <a:gd name="T63" fmla="*/ 393 h 578"/>
                <a:gd name="T64" fmla="*/ 92 w 575"/>
                <a:gd name="T65" fmla="*/ 351 h 578"/>
                <a:gd name="T66" fmla="*/ 79 w 575"/>
                <a:gd name="T67" fmla="*/ 272 h 578"/>
                <a:gd name="T68" fmla="*/ 104 w 575"/>
                <a:gd name="T69" fmla="*/ 204 h 578"/>
                <a:gd name="T70" fmla="*/ 141 w 575"/>
                <a:gd name="T71" fmla="*/ 148 h 578"/>
                <a:gd name="T72" fmla="*/ 208 w 575"/>
                <a:gd name="T73" fmla="*/ 100 h 578"/>
                <a:gd name="T74" fmla="*/ 287 w 575"/>
                <a:gd name="T75" fmla="*/ 85 h 578"/>
                <a:gd name="T76" fmla="*/ 369 w 575"/>
                <a:gd name="T77" fmla="*/ 105 h 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75" h="578">
                  <a:moveTo>
                    <a:pt x="166" y="31"/>
                  </a:moveTo>
                  <a:lnTo>
                    <a:pt x="145" y="41"/>
                  </a:lnTo>
                  <a:lnTo>
                    <a:pt x="107" y="65"/>
                  </a:lnTo>
                  <a:lnTo>
                    <a:pt x="76" y="94"/>
                  </a:lnTo>
                  <a:lnTo>
                    <a:pt x="50" y="126"/>
                  </a:lnTo>
                  <a:lnTo>
                    <a:pt x="29" y="162"/>
                  </a:lnTo>
                  <a:lnTo>
                    <a:pt x="14" y="199"/>
                  </a:lnTo>
                  <a:lnTo>
                    <a:pt x="4" y="239"/>
                  </a:lnTo>
                  <a:lnTo>
                    <a:pt x="0" y="279"/>
                  </a:lnTo>
                  <a:lnTo>
                    <a:pt x="1" y="319"/>
                  </a:lnTo>
                  <a:lnTo>
                    <a:pt x="8" y="359"/>
                  </a:lnTo>
                  <a:lnTo>
                    <a:pt x="20" y="398"/>
                  </a:lnTo>
                  <a:lnTo>
                    <a:pt x="38" y="434"/>
                  </a:lnTo>
                  <a:lnTo>
                    <a:pt x="60" y="468"/>
                  </a:lnTo>
                  <a:lnTo>
                    <a:pt x="88" y="499"/>
                  </a:lnTo>
                  <a:lnTo>
                    <a:pt x="122" y="526"/>
                  </a:lnTo>
                  <a:lnTo>
                    <a:pt x="161" y="548"/>
                  </a:lnTo>
                  <a:lnTo>
                    <a:pt x="182" y="557"/>
                  </a:lnTo>
                  <a:lnTo>
                    <a:pt x="210" y="567"/>
                  </a:lnTo>
                  <a:lnTo>
                    <a:pt x="263" y="577"/>
                  </a:lnTo>
                  <a:lnTo>
                    <a:pt x="315" y="578"/>
                  </a:lnTo>
                  <a:lnTo>
                    <a:pt x="363" y="569"/>
                  </a:lnTo>
                  <a:lnTo>
                    <a:pt x="408" y="552"/>
                  </a:lnTo>
                  <a:lnTo>
                    <a:pt x="449" y="528"/>
                  </a:lnTo>
                  <a:lnTo>
                    <a:pt x="485" y="497"/>
                  </a:lnTo>
                  <a:lnTo>
                    <a:pt x="516" y="462"/>
                  </a:lnTo>
                  <a:lnTo>
                    <a:pt x="541" y="422"/>
                  </a:lnTo>
                  <a:lnTo>
                    <a:pt x="560" y="378"/>
                  </a:lnTo>
                  <a:lnTo>
                    <a:pt x="571" y="332"/>
                  </a:lnTo>
                  <a:lnTo>
                    <a:pt x="575" y="285"/>
                  </a:lnTo>
                  <a:lnTo>
                    <a:pt x="571" y="237"/>
                  </a:lnTo>
                  <a:lnTo>
                    <a:pt x="558" y="190"/>
                  </a:lnTo>
                  <a:lnTo>
                    <a:pt x="536" y="143"/>
                  </a:lnTo>
                  <a:lnTo>
                    <a:pt x="503" y="100"/>
                  </a:lnTo>
                  <a:lnTo>
                    <a:pt x="482" y="79"/>
                  </a:lnTo>
                  <a:lnTo>
                    <a:pt x="465" y="64"/>
                  </a:lnTo>
                  <a:lnTo>
                    <a:pt x="429" y="38"/>
                  </a:lnTo>
                  <a:lnTo>
                    <a:pt x="392" y="19"/>
                  </a:lnTo>
                  <a:lnTo>
                    <a:pt x="353" y="7"/>
                  </a:lnTo>
                  <a:lnTo>
                    <a:pt x="313" y="0"/>
                  </a:lnTo>
                  <a:lnTo>
                    <a:pt x="272" y="1"/>
                  </a:lnTo>
                  <a:lnTo>
                    <a:pt x="230" y="8"/>
                  </a:lnTo>
                  <a:lnTo>
                    <a:pt x="187" y="21"/>
                  </a:lnTo>
                  <a:lnTo>
                    <a:pt x="166" y="31"/>
                  </a:lnTo>
                  <a:close/>
                  <a:moveTo>
                    <a:pt x="389" y="116"/>
                  </a:moveTo>
                  <a:lnTo>
                    <a:pt x="403" y="125"/>
                  </a:lnTo>
                  <a:lnTo>
                    <a:pt x="427" y="145"/>
                  </a:lnTo>
                  <a:lnTo>
                    <a:pt x="455" y="179"/>
                  </a:lnTo>
                  <a:lnTo>
                    <a:pt x="479" y="232"/>
                  </a:lnTo>
                  <a:lnTo>
                    <a:pt x="487" y="288"/>
                  </a:lnTo>
                  <a:lnTo>
                    <a:pt x="479" y="344"/>
                  </a:lnTo>
                  <a:lnTo>
                    <a:pt x="457" y="396"/>
                  </a:lnTo>
                  <a:lnTo>
                    <a:pt x="421" y="440"/>
                  </a:lnTo>
                  <a:lnTo>
                    <a:pt x="384" y="465"/>
                  </a:lnTo>
                  <a:lnTo>
                    <a:pt x="356" y="478"/>
                  </a:lnTo>
                  <a:lnTo>
                    <a:pt x="341" y="482"/>
                  </a:lnTo>
                  <a:lnTo>
                    <a:pt x="323" y="486"/>
                  </a:lnTo>
                  <a:lnTo>
                    <a:pt x="288" y="489"/>
                  </a:lnTo>
                  <a:lnTo>
                    <a:pt x="253" y="486"/>
                  </a:lnTo>
                  <a:lnTo>
                    <a:pt x="219" y="477"/>
                  </a:lnTo>
                  <a:lnTo>
                    <a:pt x="186" y="463"/>
                  </a:lnTo>
                  <a:lnTo>
                    <a:pt x="157" y="444"/>
                  </a:lnTo>
                  <a:lnTo>
                    <a:pt x="132" y="420"/>
                  </a:lnTo>
                  <a:lnTo>
                    <a:pt x="112" y="393"/>
                  </a:lnTo>
                  <a:lnTo>
                    <a:pt x="104" y="377"/>
                  </a:lnTo>
                  <a:lnTo>
                    <a:pt x="92" y="351"/>
                  </a:lnTo>
                  <a:lnTo>
                    <a:pt x="79" y="309"/>
                  </a:lnTo>
                  <a:lnTo>
                    <a:pt x="79" y="272"/>
                  </a:lnTo>
                  <a:lnTo>
                    <a:pt x="92" y="230"/>
                  </a:lnTo>
                  <a:lnTo>
                    <a:pt x="104" y="204"/>
                  </a:lnTo>
                  <a:lnTo>
                    <a:pt x="115" y="183"/>
                  </a:lnTo>
                  <a:lnTo>
                    <a:pt x="141" y="148"/>
                  </a:lnTo>
                  <a:lnTo>
                    <a:pt x="172" y="120"/>
                  </a:lnTo>
                  <a:lnTo>
                    <a:pt x="208" y="100"/>
                  </a:lnTo>
                  <a:lnTo>
                    <a:pt x="247" y="88"/>
                  </a:lnTo>
                  <a:lnTo>
                    <a:pt x="287" y="85"/>
                  </a:lnTo>
                  <a:lnTo>
                    <a:pt x="328" y="90"/>
                  </a:lnTo>
                  <a:lnTo>
                    <a:pt x="369" y="105"/>
                  </a:lnTo>
                  <a:lnTo>
                    <a:pt x="389" y="1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158" name="Freeform 624">
              <a:extLst>
                <a:ext uri="{FF2B5EF4-FFF2-40B4-BE49-F238E27FC236}">
                  <a16:creationId xmlns:a16="http://schemas.microsoft.com/office/drawing/2014/main" id="{076357DB-3FB2-3B2D-2241-3746358CA79C}"/>
                </a:ext>
              </a:extLst>
            </p:cNvPr>
            <p:cNvSpPr>
              <a:spLocks noEditPoints="1"/>
            </p:cNvSpPr>
            <p:nvPr/>
          </p:nvSpPr>
          <p:spPr bwMode="auto">
            <a:xfrm>
              <a:off x="10656888" y="5753101"/>
              <a:ext cx="1219200" cy="474663"/>
            </a:xfrm>
            <a:custGeom>
              <a:avLst/>
              <a:gdLst>
                <a:gd name="T0" fmla="*/ 38 w 2983"/>
                <a:gd name="T1" fmla="*/ 54 h 1163"/>
                <a:gd name="T2" fmla="*/ 2 w 2983"/>
                <a:gd name="T3" fmla="*/ 189 h 1163"/>
                <a:gd name="T4" fmla="*/ 5 w 2983"/>
                <a:gd name="T5" fmla="*/ 877 h 1163"/>
                <a:gd name="T6" fmla="*/ 63 w 2983"/>
                <a:gd name="T7" fmla="*/ 1017 h 1163"/>
                <a:gd name="T8" fmla="*/ 243 w 2983"/>
                <a:gd name="T9" fmla="*/ 1032 h 1163"/>
                <a:gd name="T10" fmla="*/ 439 w 2983"/>
                <a:gd name="T11" fmla="*/ 1009 h 1163"/>
                <a:gd name="T12" fmla="*/ 483 w 2983"/>
                <a:gd name="T13" fmla="*/ 949 h 1163"/>
                <a:gd name="T14" fmla="*/ 565 w 2983"/>
                <a:gd name="T15" fmla="*/ 935 h 1163"/>
                <a:gd name="T16" fmla="*/ 1013 w 2983"/>
                <a:gd name="T17" fmla="*/ 1061 h 1163"/>
                <a:gd name="T18" fmla="*/ 1472 w 2983"/>
                <a:gd name="T19" fmla="*/ 1163 h 1163"/>
                <a:gd name="T20" fmla="*/ 1768 w 2983"/>
                <a:gd name="T21" fmla="*/ 1137 h 1163"/>
                <a:gd name="T22" fmla="*/ 2576 w 2983"/>
                <a:gd name="T23" fmla="*/ 634 h 1163"/>
                <a:gd name="T24" fmla="*/ 2955 w 2983"/>
                <a:gd name="T25" fmla="*/ 357 h 1163"/>
                <a:gd name="T26" fmla="*/ 2983 w 2983"/>
                <a:gd name="T27" fmla="*/ 252 h 1163"/>
                <a:gd name="T28" fmla="*/ 2942 w 2983"/>
                <a:gd name="T29" fmla="*/ 138 h 1163"/>
                <a:gd name="T30" fmla="*/ 2845 w 2983"/>
                <a:gd name="T31" fmla="*/ 67 h 1163"/>
                <a:gd name="T32" fmla="*/ 2672 w 2983"/>
                <a:gd name="T33" fmla="*/ 92 h 1163"/>
                <a:gd name="T34" fmla="*/ 1942 w 2983"/>
                <a:gd name="T35" fmla="*/ 464 h 1163"/>
                <a:gd name="T36" fmla="*/ 1869 w 2983"/>
                <a:gd name="T37" fmla="*/ 330 h 1163"/>
                <a:gd name="T38" fmla="*/ 1637 w 2983"/>
                <a:gd name="T39" fmla="*/ 299 h 1163"/>
                <a:gd name="T40" fmla="*/ 1330 w 2983"/>
                <a:gd name="T41" fmla="*/ 246 h 1163"/>
                <a:gd name="T42" fmla="*/ 1014 w 2983"/>
                <a:gd name="T43" fmla="*/ 119 h 1163"/>
                <a:gd name="T44" fmla="*/ 688 w 2983"/>
                <a:gd name="T45" fmla="*/ 66 h 1163"/>
                <a:gd name="T46" fmla="*/ 515 w 2983"/>
                <a:gd name="T47" fmla="*/ 92 h 1163"/>
                <a:gd name="T48" fmla="*/ 454 w 2983"/>
                <a:gd name="T49" fmla="*/ 53 h 1163"/>
                <a:gd name="T50" fmla="*/ 293 w 2983"/>
                <a:gd name="T51" fmla="*/ 2 h 1163"/>
                <a:gd name="T52" fmla="*/ 200 w 2983"/>
                <a:gd name="T53" fmla="*/ 175 h 1163"/>
                <a:gd name="T54" fmla="*/ 165 w 2983"/>
                <a:gd name="T55" fmla="*/ 247 h 1163"/>
                <a:gd name="T56" fmla="*/ 95 w 2983"/>
                <a:gd name="T57" fmla="*/ 227 h 1163"/>
                <a:gd name="T58" fmla="*/ 88 w 2983"/>
                <a:gd name="T59" fmla="*/ 132 h 1163"/>
                <a:gd name="T60" fmla="*/ 167 w 2983"/>
                <a:gd name="T61" fmla="*/ 99 h 1163"/>
                <a:gd name="T62" fmla="*/ 200 w 2983"/>
                <a:gd name="T63" fmla="*/ 175 h 1163"/>
                <a:gd name="T64" fmla="*/ 323 w 2983"/>
                <a:gd name="T65" fmla="*/ 249 h 1163"/>
                <a:gd name="T66" fmla="*/ 283 w 2983"/>
                <a:gd name="T67" fmla="*/ 172 h 1163"/>
                <a:gd name="T68" fmla="*/ 319 w 2983"/>
                <a:gd name="T69" fmla="*/ 100 h 1163"/>
                <a:gd name="T70" fmla="*/ 389 w 2983"/>
                <a:gd name="T71" fmla="*/ 125 h 1163"/>
                <a:gd name="T72" fmla="*/ 941 w 2983"/>
                <a:gd name="T73" fmla="*/ 187 h 1163"/>
                <a:gd name="T74" fmla="*/ 1375 w 2983"/>
                <a:gd name="T75" fmla="*/ 354 h 1163"/>
                <a:gd name="T76" fmla="*/ 1716 w 2983"/>
                <a:gd name="T77" fmla="*/ 383 h 1163"/>
                <a:gd name="T78" fmla="*/ 1836 w 2983"/>
                <a:gd name="T79" fmla="*/ 421 h 1163"/>
                <a:gd name="T80" fmla="*/ 1793 w 2983"/>
                <a:gd name="T81" fmla="*/ 547 h 1163"/>
                <a:gd name="T82" fmla="*/ 1690 w 2983"/>
                <a:gd name="T83" fmla="*/ 613 h 1163"/>
                <a:gd name="T84" fmla="*/ 1033 w 2983"/>
                <a:gd name="T85" fmla="*/ 632 h 1163"/>
                <a:gd name="T86" fmla="*/ 1480 w 2983"/>
                <a:gd name="T87" fmla="*/ 715 h 1163"/>
                <a:gd name="T88" fmla="*/ 1811 w 2983"/>
                <a:gd name="T89" fmla="*/ 653 h 1163"/>
                <a:gd name="T90" fmla="*/ 2152 w 2983"/>
                <a:gd name="T91" fmla="*/ 449 h 1163"/>
                <a:gd name="T92" fmla="*/ 2768 w 2983"/>
                <a:gd name="T93" fmla="*/ 154 h 1163"/>
                <a:gd name="T94" fmla="*/ 2881 w 2983"/>
                <a:gd name="T95" fmla="*/ 194 h 1163"/>
                <a:gd name="T96" fmla="*/ 2870 w 2983"/>
                <a:gd name="T97" fmla="*/ 320 h 1163"/>
                <a:gd name="T98" fmla="*/ 2484 w 2983"/>
                <a:gd name="T99" fmla="*/ 595 h 1163"/>
                <a:gd name="T100" fmla="*/ 1738 w 2983"/>
                <a:gd name="T101" fmla="*/ 1064 h 1163"/>
                <a:gd name="T102" fmla="*/ 1473 w 2983"/>
                <a:gd name="T103" fmla="*/ 1079 h 1163"/>
                <a:gd name="T104" fmla="*/ 915 w 2983"/>
                <a:gd name="T105" fmla="*/ 940 h 1163"/>
                <a:gd name="T106" fmla="*/ 558 w 2983"/>
                <a:gd name="T107" fmla="*/ 846 h 1163"/>
                <a:gd name="T108" fmla="*/ 490 w 2983"/>
                <a:gd name="T109" fmla="*/ 804 h 1163"/>
                <a:gd name="T110" fmla="*/ 483 w 2983"/>
                <a:gd name="T111" fmla="*/ 202 h 1163"/>
                <a:gd name="T112" fmla="*/ 746 w 2983"/>
                <a:gd name="T113" fmla="*/ 152 h 1163"/>
                <a:gd name="T114" fmla="*/ 392 w 2983"/>
                <a:gd name="T115" fmla="*/ 940 h 1163"/>
                <a:gd name="T116" fmla="*/ 83 w 2983"/>
                <a:gd name="T117" fmla="*/ 332 h 1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83" h="1163">
                  <a:moveTo>
                    <a:pt x="100" y="10"/>
                  </a:moveTo>
                  <a:lnTo>
                    <a:pt x="88" y="16"/>
                  </a:lnTo>
                  <a:lnTo>
                    <a:pt x="54" y="40"/>
                  </a:lnTo>
                  <a:lnTo>
                    <a:pt x="38" y="54"/>
                  </a:lnTo>
                  <a:lnTo>
                    <a:pt x="25" y="65"/>
                  </a:lnTo>
                  <a:lnTo>
                    <a:pt x="12" y="90"/>
                  </a:lnTo>
                  <a:lnTo>
                    <a:pt x="7" y="118"/>
                  </a:lnTo>
                  <a:lnTo>
                    <a:pt x="2" y="189"/>
                  </a:lnTo>
                  <a:lnTo>
                    <a:pt x="0" y="370"/>
                  </a:lnTo>
                  <a:lnTo>
                    <a:pt x="0" y="515"/>
                  </a:lnTo>
                  <a:lnTo>
                    <a:pt x="0" y="701"/>
                  </a:lnTo>
                  <a:lnTo>
                    <a:pt x="5" y="877"/>
                  </a:lnTo>
                  <a:lnTo>
                    <a:pt x="16" y="952"/>
                  </a:lnTo>
                  <a:lnTo>
                    <a:pt x="32" y="988"/>
                  </a:lnTo>
                  <a:lnTo>
                    <a:pt x="46" y="1005"/>
                  </a:lnTo>
                  <a:lnTo>
                    <a:pt x="63" y="1017"/>
                  </a:lnTo>
                  <a:lnTo>
                    <a:pt x="85" y="1025"/>
                  </a:lnTo>
                  <a:lnTo>
                    <a:pt x="125" y="1031"/>
                  </a:lnTo>
                  <a:lnTo>
                    <a:pt x="198" y="1032"/>
                  </a:lnTo>
                  <a:lnTo>
                    <a:pt x="243" y="1032"/>
                  </a:lnTo>
                  <a:lnTo>
                    <a:pt x="296" y="1032"/>
                  </a:lnTo>
                  <a:lnTo>
                    <a:pt x="369" y="1029"/>
                  </a:lnTo>
                  <a:lnTo>
                    <a:pt x="413" y="1022"/>
                  </a:lnTo>
                  <a:lnTo>
                    <a:pt x="439" y="1009"/>
                  </a:lnTo>
                  <a:lnTo>
                    <a:pt x="450" y="999"/>
                  </a:lnTo>
                  <a:lnTo>
                    <a:pt x="463" y="984"/>
                  </a:lnTo>
                  <a:lnTo>
                    <a:pt x="481" y="957"/>
                  </a:lnTo>
                  <a:lnTo>
                    <a:pt x="483" y="949"/>
                  </a:lnTo>
                  <a:lnTo>
                    <a:pt x="484" y="942"/>
                  </a:lnTo>
                  <a:lnTo>
                    <a:pt x="498" y="934"/>
                  </a:lnTo>
                  <a:lnTo>
                    <a:pt x="525" y="931"/>
                  </a:lnTo>
                  <a:lnTo>
                    <a:pt x="565" y="935"/>
                  </a:lnTo>
                  <a:lnTo>
                    <a:pt x="647" y="951"/>
                  </a:lnTo>
                  <a:lnTo>
                    <a:pt x="800" y="993"/>
                  </a:lnTo>
                  <a:lnTo>
                    <a:pt x="895" y="1024"/>
                  </a:lnTo>
                  <a:lnTo>
                    <a:pt x="1013" y="1061"/>
                  </a:lnTo>
                  <a:lnTo>
                    <a:pt x="1224" y="1124"/>
                  </a:lnTo>
                  <a:lnTo>
                    <a:pt x="1283" y="1139"/>
                  </a:lnTo>
                  <a:lnTo>
                    <a:pt x="1341" y="1151"/>
                  </a:lnTo>
                  <a:lnTo>
                    <a:pt x="1472" y="1163"/>
                  </a:lnTo>
                  <a:lnTo>
                    <a:pt x="1605" y="1163"/>
                  </a:lnTo>
                  <a:lnTo>
                    <a:pt x="1695" y="1153"/>
                  </a:lnTo>
                  <a:lnTo>
                    <a:pt x="1746" y="1143"/>
                  </a:lnTo>
                  <a:lnTo>
                    <a:pt x="1768" y="1137"/>
                  </a:lnTo>
                  <a:lnTo>
                    <a:pt x="1795" y="1126"/>
                  </a:lnTo>
                  <a:lnTo>
                    <a:pt x="1907" y="1062"/>
                  </a:lnTo>
                  <a:lnTo>
                    <a:pt x="2166" y="902"/>
                  </a:lnTo>
                  <a:lnTo>
                    <a:pt x="2576" y="634"/>
                  </a:lnTo>
                  <a:lnTo>
                    <a:pt x="2825" y="463"/>
                  </a:lnTo>
                  <a:lnTo>
                    <a:pt x="2926" y="387"/>
                  </a:lnTo>
                  <a:lnTo>
                    <a:pt x="2945" y="369"/>
                  </a:lnTo>
                  <a:lnTo>
                    <a:pt x="2955" y="357"/>
                  </a:lnTo>
                  <a:lnTo>
                    <a:pt x="2969" y="331"/>
                  </a:lnTo>
                  <a:lnTo>
                    <a:pt x="2978" y="303"/>
                  </a:lnTo>
                  <a:lnTo>
                    <a:pt x="2983" y="270"/>
                  </a:lnTo>
                  <a:lnTo>
                    <a:pt x="2983" y="252"/>
                  </a:lnTo>
                  <a:lnTo>
                    <a:pt x="2983" y="230"/>
                  </a:lnTo>
                  <a:lnTo>
                    <a:pt x="2978" y="196"/>
                  </a:lnTo>
                  <a:lnTo>
                    <a:pt x="2965" y="167"/>
                  </a:lnTo>
                  <a:lnTo>
                    <a:pt x="2942" y="138"/>
                  </a:lnTo>
                  <a:lnTo>
                    <a:pt x="2925" y="120"/>
                  </a:lnTo>
                  <a:lnTo>
                    <a:pt x="2905" y="101"/>
                  </a:lnTo>
                  <a:lnTo>
                    <a:pt x="2875" y="77"/>
                  </a:lnTo>
                  <a:lnTo>
                    <a:pt x="2845" y="67"/>
                  </a:lnTo>
                  <a:lnTo>
                    <a:pt x="2802" y="68"/>
                  </a:lnTo>
                  <a:lnTo>
                    <a:pt x="2770" y="70"/>
                  </a:lnTo>
                  <a:lnTo>
                    <a:pt x="2740" y="74"/>
                  </a:lnTo>
                  <a:lnTo>
                    <a:pt x="2672" y="92"/>
                  </a:lnTo>
                  <a:lnTo>
                    <a:pt x="2572" y="136"/>
                  </a:lnTo>
                  <a:lnTo>
                    <a:pt x="2418" y="213"/>
                  </a:lnTo>
                  <a:lnTo>
                    <a:pt x="2308" y="270"/>
                  </a:lnTo>
                  <a:lnTo>
                    <a:pt x="1942" y="464"/>
                  </a:lnTo>
                  <a:lnTo>
                    <a:pt x="1925" y="415"/>
                  </a:lnTo>
                  <a:lnTo>
                    <a:pt x="1913" y="381"/>
                  </a:lnTo>
                  <a:lnTo>
                    <a:pt x="1890" y="346"/>
                  </a:lnTo>
                  <a:lnTo>
                    <a:pt x="1869" y="330"/>
                  </a:lnTo>
                  <a:lnTo>
                    <a:pt x="1840" y="318"/>
                  </a:lnTo>
                  <a:lnTo>
                    <a:pt x="1800" y="310"/>
                  </a:lnTo>
                  <a:lnTo>
                    <a:pt x="1717" y="302"/>
                  </a:lnTo>
                  <a:lnTo>
                    <a:pt x="1637" y="299"/>
                  </a:lnTo>
                  <a:lnTo>
                    <a:pt x="1567" y="296"/>
                  </a:lnTo>
                  <a:lnTo>
                    <a:pt x="1471" y="288"/>
                  </a:lnTo>
                  <a:lnTo>
                    <a:pt x="1401" y="273"/>
                  </a:lnTo>
                  <a:lnTo>
                    <a:pt x="1330" y="246"/>
                  </a:lnTo>
                  <a:lnTo>
                    <a:pt x="1283" y="225"/>
                  </a:lnTo>
                  <a:lnTo>
                    <a:pt x="1224" y="199"/>
                  </a:lnTo>
                  <a:lnTo>
                    <a:pt x="1114" y="154"/>
                  </a:lnTo>
                  <a:lnTo>
                    <a:pt x="1014" y="119"/>
                  </a:lnTo>
                  <a:lnTo>
                    <a:pt x="923" y="93"/>
                  </a:lnTo>
                  <a:lnTo>
                    <a:pt x="840" y="76"/>
                  </a:lnTo>
                  <a:lnTo>
                    <a:pt x="762" y="67"/>
                  </a:lnTo>
                  <a:lnTo>
                    <a:pt x="688" y="66"/>
                  </a:lnTo>
                  <a:lnTo>
                    <a:pt x="618" y="73"/>
                  </a:lnTo>
                  <a:lnTo>
                    <a:pt x="583" y="80"/>
                  </a:lnTo>
                  <a:lnTo>
                    <a:pt x="554" y="87"/>
                  </a:lnTo>
                  <a:lnTo>
                    <a:pt x="515" y="92"/>
                  </a:lnTo>
                  <a:lnTo>
                    <a:pt x="492" y="90"/>
                  </a:lnTo>
                  <a:lnTo>
                    <a:pt x="475" y="77"/>
                  </a:lnTo>
                  <a:lnTo>
                    <a:pt x="467" y="67"/>
                  </a:lnTo>
                  <a:lnTo>
                    <a:pt x="454" y="53"/>
                  </a:lnTo>
                  <a:lnTo>
                    <a:pt x="415" y="25"/>
                  </a:lnTo>
                  <a:lnTo>
                    <a:pt x="395" y="17"/>
                  </a:lnTo>
                  <a:lnTo>
                    <a:pt x="372" y="11"/>
                  </a:lnTo>
                  <a:lnTo>
                    <a:pt x="293" y="2"/>
                  </a:lnTo>
                  <a:lnTo>
                    <a:pt x="200" y="0"/>
                  </a:lnTo>
                  <a:lnTo>
                    <a:pt x="122" y="5"/>
                  </a:lnTo>
                  <a:lnTo>
                    <a:pt x="100" y="10"/>
                  </a:lnTo>
                  <a:close/>
                  <a:moveTo>
                    <a:pt x="200" y="175"/>
                  </a:moveTo>
                  <a:lnTo>
                    <a:pt x="200" y="201"/>
                  </a:lnTo>
                  <a:lnTo>
                    <a:pt x="198" y="233"/>
                  </a:lnTo>
                  <a:lnTo>
                    <a:pt x="188" y="246"/>
                  </a:lnTo>
                  <a:lnTo>
                    <a:pt x="165" y="247"/>
                  </a:lnTo>
                  <a:lnTo>
                    <a:pt x="147" y="245"/>
                  </a:lnTo>
                  <a:lnTo>
                    <a:pt x="130" y="243"/>
                  </a:lnTo>
                  <a:lnTo>
                    <a:pt x="108" y="238"/>
                  </a:lnTo>
                  <a:lnTo>
                    <a:pt x="95" y="227"/>
                  </a:lnTo>
                  <a:lnTo>
                    <a:pt x="88" y="208"/>
                  </a:lnTo>
                  <a:lnTo>
                    <a:pt x="87" y="194"/>
                  </a:lnTo>
                  <a:lnTo>
                    <a:pt x="84" y="168"/>
                  </a:lnTo>
                  <a:lnTo>
                    <a:pt x="88" y="132"/>
                  </a:lnTo>
                  <a:lnTo>
                    <a:pt x="102" y="109"/>
                  </a:lnTo>
                  <a:lnTo>
                    <a:pt x="130" y="99"/>
                  </a:lnTo>
                  <a:lnTo>
                    <a:pt x="150" y="99"/>
                  </a:lnTo>
                  <a:lnTo>
                    <a:pt x="167" y="99"/>
                  </a:lnTo>
                  <a:lnTo>
                    <a:pt x="188" y="103"/>
                  </a:lnTo>
                  <a:lnTo>
                    <a:pt x="197" y="117"/>
                  </a:lnTo>
                  <a:lnTo>
                    <a:pt x="200" y="150"/>
                  </a:lnTo>
                  <a:lnTo>
                    <a:pt x="200" y="175"/>
                  </a:lnTo>
                  <a:close/>
                  <a:moveTo>
                    <a:pt x="397" y="177"/>
                  </a:moveTo>
                  <a:lnTo>
                    <a:pt x="402" y="249"/>
                  </a:lnTo>
                  <a:lnTo>
                    <a:pt x="343" y="249"/>
                  </a:lnTo>
                  <a:lnTo>
                    <a:pt x="323" y="249"/>
                  </a:lnTo>
                  <a:lnTo>
                    <a:pt x="297" y="245"/>
                  </a:lnTo>
                  <a:lnTo>
                    <a:pt x="286" y="231"/>
                  </a:lnTo>
                  <a:lnTo>
                    <a:pt x="283" y="198"/>
                  </a:lnTo>
                  <a:lnTo>
                    <a:pt x="283" y="172"/>
                  </a:lnTo>
                  <a:lnTo>
                    <a:pt x="283" y="146"/>
                  </a:lnTo>
                  <a:lnTo>
                    <a:pt x="286" y="115"/>
                  </a:lnTo>
                  <a:lnTo>
                    <a:pt x="296" y="102"/>
                  </a:lnTo>
                  <a:lnTo>
                    <a:pt x="319" y="100"/>
                  </a:lnTo>
                  <a:lnTo>
                    <a:pt x="338" y="102"/>
                  </a:lnTo>
                  <a:lnTo>
                    <a:pt x="356" y="104"/>
                  </a:lnTo>
                  <a:lnTo>
                    <a:pt x="378" y="110"/>
                  </a:lnTo>
                  <a:lnTo>
                    <a:pt x="389" y="125"/>
                  </a:lnTo>
                  <a:lnTo>
                    <a:pt x="395" y="155"/>
                  </a:lnTo>
                  <a:lnTo>
                    <a:pt x="397" y="177"/>
                  </a:lnTo>
                  <a:close/>
                  <a:moveTo>
                    <a:pt x="887" y="174"/>
                  </a:moveTo>
                  <a:lnTo>
                    <a:pt x="941" y="187"/>
                  </a:lnTo>
                  <a:lnTo>
                    <a:pt x="1096" y="240"/>
                  </a:lnTo>
                  <a:lnTo>
                    <a:pt x="1170" y="270"/>
                  </a:lnTo>
                  <a:lnTo>
                    <a:pt x="1256" y="307"/>
                  </a:lnTo>
                  <a:lnTo>
                    <a:pt x="1375" y="354"/>
                  </a:lnTo>
                  <a:lnTo>
                    <a:pt x="1465" y="375"/>
                  </a:lnTo>
                  <a:lnTo>
                    <a:pt x="1561" y="382"/>
                  </a:lnTo>
                  <a:lnTo>
                    <a:pt x="1627" y="382"/>
                  </a:lnTo>
                  <a:lnTo>
                    <a:pt x="1716" y="383"/>
                  </a:lnTo>
                  <a:lnTo>
                    <a:pt x="1789" y="391"/>
                  </a:lnTo>
                  <a:lnTo>
                    <a:pt x="1816" y="401"/>
                  </a:lnTo>
                  <a:lnTo>
                    <a:pt x="1825" y="409"/>
                  </a:lnTo>
                  <a:lnTo>
                    <a:pt x="1836" y="421"/>
                  </a:lnTo>
                  <a:lnTo>
                    <a:pt x="1843" y="451"/>
                  </a:lnTo>
                  <a:lnTo>
                    <a:pt x="1835" y="486"/>
                  </a:lnTo>
                  <a:lnTo>
                    <a:pt x="1811" y="525"/>
                  </a:lnTo>
                  <a:lnTo>
                    <a:pt x="1793" y="547"/>
                  </a:lnTo>
                  <a:lnTo>
                    <a:pt x="1781" y="561"/>
                  </a:lnTo>
                  <a:lnTo>
                    <a:pt x="1755" y="583"/>
                  </a:lnTo>
                  <a:lnTo>
                    <a:pt x="1726" y="600"/>
                  </a:lnTo>
                  <a:lnTo>
                    <a:pt x="1690" y="613"/>
                  </a:lnTo>
                  <a:lnTo>
                    <a:pt x="1615" y="625"/>
                  </a:lnTo>
                  <a:lnTo>
                    <a:pt x="1457" y="632"/>
                  </a:lnTo>
                  <a:lnTo>
                    <a:pt x="1342" y="632"/>
                  </a:lnTo>
                  <a:lnTo>
                    <a:pt x="1033" y="632"/>
                  </a:lnTo>
                  <a:lnTo>
                    <a:pt x="1033" y="674"/>
                  </a:lnTo>
                  <a:lnTo>
                    <a:pt x="1033" y="715"/>
                  </a:lnTo>
                  <a:lnTo>
                    <a:pt x="1358" y="715"/>
                  </a:lnTo>
                  <a:lnTo>
                    <a:pt x="1480" y="715"/>
                  </a:lnTo>
                  <a:lnTo>
                    <a:pt x="1644" y="709"/>
                  </a:lnTo>
                  <a:lnTo>
                    <a:pt x="1721" y="696"/>
                  </a:lnTo>
                  <a:lnTo>
                    <a:pt x="1760" y="683"/>
                  </a:lnTo>
                  <a:lnTo>
                    <a:pt x="1811" y="653"/>
                  </a:lnTo>
                  <a:lnTo>
                    <a:pt x="1847" y="624"/>
                  </a:lnTo>
                  <a:lnTo>
                    <a:pt x="1867" y="609"/>
                  </a:lnTo>
                  <a:lnTo>
                    <a:pt x="1954" y="557"/>
                  </a:lnTo>
                  <a:lnTo>
                    <a:pt x="2152" y="449"/>
                  </a:lnTo>
                  <a:lnTo>
                    <a:pt x="2469" y="287"/>
                  </a:lnTo>
                  <a:lnTo>
                    <a:pt x="2665" y="194"/>
                  </a:lnTo>
                  <a:lnTo>
                    <a:pt x="2749" y="159"/>
                  </a:lnTo>
                  <a:lnTo>
                    <a:pt x="2768" y="154"/>
                  </a:lnTo>
                  <a:lnTo>
                    <a:pt x="2790" y="152"/>
                  </a:lnTo>
                  <a:lnTo>
                    <a:pt x="2828" y="157"/>
                  </a:lnTo>
                  <a:lnTo>
                    <a:pt x="2859" y="172"/>
                  </a:lnTo>
                  <a:lnTo>
                    <a:pt x="2881" y="194"/>
                  </a:lnTo>
                  <a:lnTo>
                    <a:pt x="2894" y="222"/>
                  </a:lnTo>
                  <a:lnTo>
                    <a:pt x="2898" y="254"/>
                  </a:lnTo>
                  <a:lnTo>
                    <a:pt x="2890" y="287"/>
                  </a:lnTo>
                  <a:lnTo>
                    <a:pt x="2870" y="320"/>
                  </a:lnTo>
                  <a:lnTo>
                    <a:pt x="2855" y="335"/>
                  </a:lnTo>
                  <a:lnTo>
                    <a:pt x="2832" y="355"/>
                  </a:lnTo>
                  <a:lnTo>
                    <a:pt x="2727" y="430"/>
                  </a:lnTo>
                  <a:lnTo>
                    <a:pt x="2484" y="595"/>
                  </a:lnTo>
                  <a:lnTo>
                    <a:pt x="2094" y="850"/>
                  </a:lnTo>
                  <a:lnTo>
                    <a:pt x="1856" y="999"/>
                  </a:lnTo>
                  <a:lnTo>
                    <a:pt x="1758" y="1056"/>
                  </a:lnTo>
                  <a:lnTo>
                    <a:pt x="1738" y="1064"/>
                  </a:lnTo>
                  <a:lnTo>
                    <a:pt x="1706" y="1072"/>
                  </a:lnTo>
                  <a:lnTo>
                    <a:pt x="1637" y="1082"/>
                  </a:lnTo>
                  <a:lnTo>
                    <a:pt x="1560" y="1085"/>
                  </a:lnTo>
                  <a:lnTo>
                    <a:pt x="1473" y="1079"/>
                  </a:lnTo>
                  <a:lnTo>
                    <a:pt x="1375" y="1064"/>
                  </a:lnTo>
                  <a:lnTo>
                    <a:pt x="1264" y="1040"/>
                  </a:lnTo>
                  <a:lnTo>
                    <a:pt x="1071" y="989"/>
                  </a:lnTo>
                  <a:lnTo>
                    <a:pt x="915" y="940"/>
                  </a:lnTo>
                  <a:lnTo>
                    <a:pt x="800" y="904"/>
                  </a:lnTo>
                  <a:lnTo>
                    <a:pt x="626" y="854"/>
                  </a:lnTo>
                  <a:lnTo>
                    <a:pt x="595" y="849"/>
                  </a:lnTo>
                  <a:lnTo>
                    <a:pt x="558" y="846"/>
                  </a:lnTo>
                  <a:lnTo>
                    <a:pt x="522" y="839"/>
                  </a:lnTo>
                  <a:lnTo>
                    <a:pt x="508" y="835"/>
                  </a:lnTo>
                  <a:lnTo>
                    <a:pt x="496" y="822"/>
                  </a:lnTo>
                  <a:lnTo>
                    <a:pt x="490" y="804"/>
                  </a:lnTo>
                  <a:lnTo>
                    <a:pt x="485" y="754"/>
                  </a:lnTo>
                  <a:lnTo>
                    <a:pt x="483" y="622"/>
                  </a:lnTo>
                  <a:lnTo>
                    <a:pt x="483" y="515"/>
                  </a:lnTo>
                  <a:lnTo>
                    <a:pt x="483" y="202"/>
                  </a:lnTo>
                  <a:lnTo>
                    <a:pt x="538" y="184"/>
                  </a:lnTo>
                  <a:lnTo>
                    <a:pt x="583" y="170"/>
                  </a:lnTo>
                  <a:lnTo>
                    <a:pt x="665" y="155"/>
                  </a:lnTo>
                  <a:lnTo>
                    <a:pt x="746" y="152"/>
                  </a:lnTo>
                  <a:lnTo>
                    <a:pt x="835" y="163"/>
                  </a:lnTo>
                  <a:lnTo>
                    <a:pt x="887" y="174"/>
                  </a:lnTo>
                  <a:close/>
                  <a:moveTo>
                    <a:pt x="397" y="635"/>
                  </a:moveTo>
                  <a:lnTo>
                    <a:pt x="392" y="940"/>
                  </a:lnTo>
                  <a:lnTo>
                    <a:pt x="242" y="940"/>
                  </a:lnTo>
                  <a:lnTo>
                    <a:pt x="92" y="940"/>
                  </a:lnTo>
                  <a:lnTo>
                    <a:pt x="87" y="635"/>
                  </a:lnTo>
                  <a:lnTo>
                    <a:pt x="83" y="332"/>
                  </a:lnTo>
                  <a:lnTo>
                    <a:pt x="242" y="332"/>
                  </a:lnTo>
                  <a:lnTo>
                    <a:pt x="400" y="332"/>
                  </a:lnTo>
                  <a:lnTo>
                    <a:pt x="397" y="6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3" name="Graphic 4">
            <a:extLst>
              <a:ext uri="{FF2B5EF4-FFF2-40B4-BE49-F238E27FC236}">
                <a16:creationId xmlns:a16="http://schemas.microsoft.com/office/drawing/2014/main" id="{0114E20E-3179-DDA3-8CCD-CFCEA021BFA0}"/>
              </a:ext>
            </a:extLst>
          </p:cNvPr>
          <p:cNvGrpSpPr>
            <a:grpSpLocks noChangeAspect="1"/>
          </p:cNvGrpSpPr>
          <p:nvPr/>
        </p:nvGrpSpPr>
        <p:grpSpPr>
          <a:xfrm>
            <a:off x="3207547" y="4497516"/>
            <a:ext cx="411480" cy="411480"/>
            <a:chOff x="5056922" y="-47904"/>
            <a:chExt cx="888382" cy="888382"/>
          </a:xfrm>
          <a:solidFill>
            <a:schemeClr val="bg1"/>
          </a:solidFill>
        </p:grpSpPr>
        <p:sp>
          <p:nvSpPr>
            <p:cNvPr id="7" name="Freeform: Shape 6">
              <a:extLst>
                <a:ext uri="{FF2B5EF4-FFF2-40B4-BE49-F238E27FC236}">
                  <a16:creationId xmlns:a16="http://schemas.microsoft.com/office/drawing/2014/main" id="{676412B8-EE84-4641-FD03-C3F24AD19B0F}"/>
                </a:ext>
              </a:extLst>
            </p:cNvPr>
            <p:cNvSpPr/>
            <p:nvPr/>
          </p:nvSpPr>
          <p:spPr>
            <a:xfrm>
              <a:off x="5271235" y="697602"/>
              <a:ext cx="85725" cy="85725"/>
            </a:xfrm>
            <a:custGeom>
              <a:avLst/>
              <a:gdLst>
                <a:gd name="csX0" fmla="*/ 42863 w 85725"/>
                <a:gd name="csY0" fmla="*/ 0 h 85725"/>
                <a:gd name="csX1" fmla="*/ 0 w 85725"/>
                <a:gd name="csY1" fmla="*/ 42863 h 85725"/>
                <a:gd name="csX2" fmla="*/ 42863 w 85725"/>
                <a:gd name="csY2" fmla="*/ 85725 h 85725"/>
                <a:gd name="csX3" fmla="*/ 85725 w 85725"/>
                <a:gd name="csY3" fmla="*/ 42863 h 85725"/>
                <a:gd name="csX4" fmla="*/ 42863 w 85725"/>
                <a:gd name="csY4" fmla="*/ 0 h 85725"/>
                <a:gd name="csX5" fmla="*/ 42863 w 85725"/>
                <a:gd name="csY5" fmla="*/ 57150 h 85725"/>
                <a:gd name="csX6" fmla="*/ 28575 w 85725"/>
                <a:gd name="csY6" fmla="*/ 42863 h 85725"/>
                <a:gd name="csX7" fmla="*/ 42863 w 85725"/>
                <a:gd name="csY7" fmla="*/ 28575 h 85725"/>
                <a:gd name="csX8" fmla="*/ 57150 w 85725"/>
                <a:gd name="csY8" fmla="*/ 42863 h 85725"/>
                <a:gd name="csX9" fmla="*/ 42863 w 85725"/>
                <a:gd name="csY9" fmla="*/ 57150 h 85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5725" h="85725">
                  <a:moveTo>
                    <a:pt x="42863" y="0"/>
                  </a:moveTo>
                  <a:cubicBezTo>
                    <a:pt x="19231" y="0"/>
                    <a:pt x="0" y="19231"/>
                    <a:pt x="0" y="42863"/>
                  </a:cubicBezTo>
                  <a:cubicBezTo>
                    <a:pt x="0" y="66494"/>
                    <a:pt x="19231" y="85725"/>
                    <a:pt x="42863" y="85725"/>
                  </a:cubicBezTo>
                  <a:cubicBezTo>
                    <a:pt x="66494" y="85725"/>
                    <a:pt x="85725" y="66494"/>
                    <a:pt x="85725" y="42863"/>
                  </a:cubicBezTo>
                  <a:cubicBezTo>
                    <a:pt x="85725" y="19231"/>
                    <a:pt x="66494" y="0"/>
                    <a:pt x="42863" y="0"/>
                  </a:cubicBezTo>
                  <a:close/>
                  <a:moveTo>
                    <a:pt x="42863" y="57150"/>
                  </a:moveTo>
                  <a:cubicBezTo>
                    <a:pt x="34976" y="57150"/>
                    <a:pt x="28575" y="50749"/>
                    <a:pt x="28575" y="42863"/>
                  </a:cubicBezTo>
                  <a:cubicBezTo>
                    <a:pt x="28575" y="34976"/>
                    <a:pt x="34976" y="28575"/>
                    <a:pt x="42863" y="28575"/>
                  </a:cubicBezTo>
                  <a:cubicBezTo>
                    <a:pt x="50749" y="28575"/>
                    <a:pt x="57150" y="34976"/>
                    <a:pt x="57150" y="42863"/>
                  </a:cubicBezTo>
                  <a:cubicBezTo>
                    <a:pt x="57150" y="50749"/>
                    <a:pt x="50749" y="57150"/>
                    <a:pt x="42863" y="57150"/>
                  </a:cubicBezTo>
                  <a:close/>
                </a:path>
              </a:pathLst>
            </a:custGeom>
            <a:grpFill/>
            <a:ln w="14288" cap="flat">
              <a:noFill/>
              <a:prstDash val="solid"/>
              <a:miter/>
            </a:ln>
          </p:spPr>
          <p:txBody>
            <a:bodyPr/>
            <a:lstStyle/>
            <a:p>
              <a:endParaRPr lang="en-GB"/>
            </a:p>
          </p:txBody>
        </p:sp>
        <p:sp>
          <p:nvSpPr>
            <p:cNvPr id="8" name="Freeform: Shape 7">
              <a:extLst>
                <a:ext uri="{FF2B5EF4-FFF2-40B4-BE49-F238E27FC236}">
                  <a16:creationId xmlns:a16="http://schemas.microsoft.com/office/drawing/2014/main" id="{501852C2-B1DE-921E-727D-571DB5A6B24C}"/>
                </a:ext>
              </a:extLst>
            </p:cNvPr>
            <p:cNvSpPr/>
            <p:nvPr/>
          </p:nvSpPr>
          <p:spPr>
            <a:xfrm>
              <a:off x="5056922" y="-47904"/>
              <a:ext cx="888382" cy="888382"/>
            </a:xfrm>
            <a:custGeom>
              <a:avLst/>
              <a:gdLst>
                <a:gd name="csX0" fmla="*/ 507721 w 888382"/>
                <a:gd name="csY0" fmla="*/ 374032 h 888382"/>
                <a:gd name="csX1" fmla="*/ 514350 w 888382"/>
                <a:gd name="csY1" fmla="*/ 316882 h 888382"/>
                <a:gd name="csX2" fmla="*/ 501120 w 888382"/>
                <a:gd name="csY2" fmla="*/ 236015 h 888382"/>
                <a:gd name="csX3" fmla="*/ 514350 w 888382"/>
                <a:gd name="csY3" fmla="*/ 222785 h 888382"/>
                <a:gd name="csX4" fmla="*/ 628650 w 888382"/>
                <a:gd name="csY4" fmla="*/ 337085 h 888382"/>
                <a:gd name="csX5" fmla="*/ 785813 w 888382"/>
                <a:gd name="csY5" fmla="*/ 179922 h 888382"/>
                <a:gd name="csX6" fmla="*/ 853064 w 888382"/>
                <a:gd name="csY6" fmla="*/ 247174 h 888382"/>
                <a:gd name="csX7" fmla="*/ 888383 w 888382"/>
                <a:gd name="csY7" fmla="*/ 0 h 888382"/>
                <a:gd name="csX8" fmla="*/ 641209 w 888382"/>
                <a:gd name="csY8" fmla="*/ 35319 h 888382"/>
                <a:gd name="csX9" fmla="*/ 708460 w 888382"/>
                <a:gd name="csY9" fmla="*/ 102570 h 888382"/>
                <a:gd name="csX10" fmla="*/ 628650 w 888382"/>
                <a:gd name="csY10" fmla="*/ 182380 h 888382"/>
                <a:gd name="csX11" fmla="*/ 514350 w 888382"/>
                <a:gd name="csY11" fmla="*/ 68080 h 888382"/>
                <a:gd name="csX12" fmla="*/ 442898 w 888382"/>
                <a:gd name="csY12" fmla="*/ 139532 h 888382"/>
                <a:gd name="csX13" fmla="*/ 257175 w 888382"/>
                <a:gd name="csY13" fmla="*/ 59707 h 888382"/>
                <a:gd name="csX14" fmla="*/ 0 w 888382"/>
                <a:gd name="csY14" fmla="*/ 316882 h 888382"/>
                <a:gd name="csX15" fmla="*/ 182566 w 888382"/>
                <a:gd name="csY15" fmla="*/ 562942 h 888382"/>
                <a:gd name="csX16" fmla="*/ 187423 w 888382"/>
                <a:gd name="csY16" fmla="*/ 571086 h 888382"/>
                <a:gd name="csX17" fmla="*/ 200011 w 888382"/>
                <a:gd name="csY17" fmla="*/ 615048 h 888382"/>
                <a:gd name="csX18" fmla="*/ 159106 w 888382"/>
                <a:gd name="csY18" fmla="*/ 762967 h 888382"/>
                <a:gd name="csX19" fmla="*/ 157163 w 888382"/>
                <a:gd name="csY19" fmla="*/ 782569 h 888382"/>
                <a:gd name="csX20" fmla="*/ 157163 w 888382"/>
                <a:gd name="csY20" fmla="*/ 788370 h 888382"/>
                <a:gd name="csX21" fmla="*/ 257175 w 888382"/>
                <a:gd name="csY21" fmla="*/ 888382 h 888382"/>
                <a:gd name="csX22" fmla="*/ 800100 w 888382"/>
                <a:gd name="csY22" fmla="*/ 888382 h 888382"/>
                <a:gd name="csX23" fmla="*/ 800100 w 888382"/>
                <a:gd name="csY23" fmla="*/ 774082 h 888382"/>
                <a:gd name="csX24" fmla="*/ 849292 w 888382"/>
                <a:gd name="csY24" fmla="*/ 774082 h 888382"/>
                <a:gd name="csX25" fmla="*/ 814745 w 888382"/>
                <a:gd name="csY25" fmla="*/ 681957 h 888382"/>
                <a:gd name="csX26" fmla="*/ 885825 w 888382"/>
                <a:gd name="csY26" fmla="*/ 729334 h 888382"/>
                <a:gd name="csX27" fmla="*/ 885825 w 888382"/>
                <a:gd name="csY27" fmla="*/ 437826 h 888382"/>
                <a:gd name="csX28" fmla="*/ 790142 w 888382"/>
                <a:gd name="csY28" fmla="*/ 374032 h 888382"/>
                <a:gd name="csX29" fmla="*/ 771525 w 888382"/>
                <a:gd name="csY29" fmla="*/ 402607 h 888382"/>
                <a:gd name="csX30" fmla="*/ 771525 w 888382"/>
                <a:gd name="csY30" fmla="*/ 631207 h 888382"/>
                <a:gd name="csX31" fmla="*/ 742950 w 888382"/>
                <a:gd name="csY31" fmla="*/ 631207 h 888382"/>
                <a:gd name="csX32" fmla="*/ 742950 w 888382"/>
                <a:gd name="csY32" fmla="*/ 516907 h 888382"/>
                <a:gd name="csX33" fmla="*/ 628650 w 888382"/>
                <a:gd name="csY33" fmla="*/ 516907 h 888382"/>
                <a:gd name="csX34" fmla="*/ 628650 w 888382"/>
                <a:gd name="csY34" fmla="*/ 431182 h 888382"/>
                <a:gd name="csX35" fmla="*/ 487204 w 888382"/>
                <a:gd name="csY35" fmla="*/ 431182 h 888382"/>
                <a:gd name="csX36" fmla="*/ 499334 w 888382"/>
                <a:gd name="csY36" fmla="*/ 402607 h 888382"/>
                <a:gd name="csX37" fmla="*/ 314339 w 888382"/>
                <a:gd name="csY37" fmla="*/ 615048 h 888382"/>
                <a:gd name="csX38" fmla="*/ 326927 w 888382"/>
                <a:gd name="csY38" fmla="*/ 571100 h 888382"/>
                <a:gd name="csX39" fmla="*/ 331784 w 888382"/>
                <a:gd name="csY39" fmla="*/ 562942 h 888382"/>
                <a:gd name="csX40" fmla="*/ 342900 w 888382"/>
                <a:gd name="csY40" fmla="*/ 559056 h 888382"/>
                <a:gd name="csX41" fmla="*/ 342900 w 888382"/>
                <a:gd name="csY41" fmla="*/ 631207 h 888382"/>
                <a:gd name="csX42" fmla="*/ 318811 w 888382"/>
                <a:gd name="csY42" fmla="*/ 631207 h 888382"/>
                <a:gd name="csX43" fmla="*/ 371475 w 888382"/>
                <a:gd name="csY43" fmla="*/ 546911 h 888382"/>
                <a:gd name="csX44" fmla="*/ 470859 w 888382"/>
                <a:gd name="csY44" fmla="*/ 459757 h 888382"/>
                <a:gd name="csX45" fmla="*/ 600075 w 888382"/>
                <a:gd name="csY45" fmla="*/ 459757 h 888382"/>
                <a:gd name="csX46" fmla="*/ 600075 w 888382"/>
                <a:gd name="csY46" fmla="*/ 516907 h 888382"/>
                <a:gd name="csX47" fmla="*/ 514350 w 888382"/>
                <a:gd name="csY47" fmla="*/ 516907 h 888382"/>
                <a:gd name="csX48" fmla="*/ 514350 w 888382"/>
                <a:gd name="csY48" fmla="*/ 631207 h 888382"/>
                <a:gd name="csX49" fmla="*/ 371475 w 888382"/>
                <a:gd name="csY49" fmla="*/ 631207 h 888382"/>
                <a:gd name="csX50" fmla="*/ 542925 w 888382"/>
                <a:gd name="csY50" fmla="*/ 545482 h 888382"/>
                <a:gd name="csX51" fmla="*/ 714375 w 888382"/>
                <a:gd name="csY51" fmla="*/ 545482 h 888382"/>
                <a:gd name="csX52" fmla="*/ 714375 w 888382"/>
                <a:gd name="csY52" fmla="*/ 631207 h 888382"/>
                <a:gd name="csX53" fmla="*/ 542925 w 888382"/>
                <a:gd name="csY53" fmla="*/ 631207 h 888382"/>
                <a:gd name="csX54" fmla="*/ 628650 w 888382"/>
                <a:gd name="csY54" fmla="*/ 222785 h 888382"/>
                <a:gd name="csX55" fmla="*/ 748865 w 888382"/>
                <a:gd name="csY55" fmla="*/ 102570 h 888382"/>
                <a:gd name="csX56" fmla="*/ 701816 w 888382"/>
                <a:gd name="csY56" fmla="*/ 55521 h 888382"/>
                <a:gd name="csX57" fmla="*/ 854693 w 888382"/>
                <a:gd name="csY57" fmla="*/ 33690 h 888382"/>
                <a:gd name="csX58" fmla="*/ 832861 w 888382"/>
                <a:gd name="csY58" fmla="*/ 186566 h 888382"/>
                <a:gd name="csX59" fmla="*/ 785813 w 888382"/>
                <a:gd name="csY59" fmla="*/ 139517 h 888382"/>
                <a:gd name="csX60" fmla="*/ 628650 w 888382"/>
                <a:gd name="csY60" fmla="*/ 296680 h 888382"/>
                <a:gd name="csX61" fmla="*/ 514350 w 888382"/>
                <a:gd name="csY61" fmla="*/ 182380 h 888382"/>
                <a:gd name="csX62" fmla="*/ 214098 w 888382"/>
                <a:gd name="csY62" fmla="*/ 482632 h 888382"/>
                <a:gd name="csX63" fmla="*/ 162906 w 888382"/>
                <a:gd name="csY63" fmla="*/ 459929 h 888382"/>
                <a:gd name="csX64" fmla="*/ 514350 w 888382"/>
                <a:gd name="csY64" fmla="*/ 108485 h 888382"/>
                <a:gd name="csX65" fmla="*/ 428625 w 888382"/>
                <a:gd name="csY65" fmla="*/ 316882 h 888382"/>
                <a:gd name="csX66" fmla="*/ 257175 w 888382"/>
                <a:gd name="csY66" fmla="*/ 488332 h 888382"/>
                <a:gd name="csX67" fmla="*/ 249203 w 888382"/>
                <a:gd name="csY67" fmla="*/ 487932 h 888382"/>
                <a:gd name="csX68" fmla="*/ 428211 w 888382"/>
                <a:gd name="csY68" fmla="*/ 308924 h 888382"/>
                <a:gd name="csX69" fmla="*/ 428625 w 888382"/>
                <a:gd name="csY69" fmla="*/ 316882 h 888382"/>
                <a:gd name="csX70" fmla="*/ 85725 w 888382"/>
                <a:gd name="csY70" fmla="*/ 316882 h 888382"/>
                <a:gd name="csX71" fmla="*/ 257175 w 888382"/>
                <a:gd name="csY71" fmla="*/ 145432 h 888382"/>
                <a:gd name="csX72" fmla="*/ 382362 w 888382"/>
                <a:gd name="csY72" fmla="*/ 200068 h 888382"/>
                <a:gd name="csX73" fmla="*/ 140389 w 888382"/>
                <a:gd name="csY73" fmla="*/ 442041 h 888382"/>
                <a:gd name="csX74" fmla="*/ 85725 w 888382"/>
                <a:gd name="csY74" fmla="*/ 316882 h 888382"/>
                <a:gd name="csX75" fmla="*/ 28575 w 888382"/>
                <a:gd name="csY75" fmla="*/ 316882 h 888382"/>
                <a:gd name="csX76" fmla="*/ 257175 w 888382"/>
                <a:gd name="csY76" fmla="*/ 88282 h 888382"/>
                <a:gd name="csX77" fmla="*/ 422710 w 888382"/>
                <a:gd name="csY77" fmla="*/ 159720 h 888382"/>
                <a:gd name="csX78" fmla="*/ 402550 w 888382"/>
                <a:gd name="csY78" fmla="*/ 179880 h 888382"/>
                <a:gd name="csX79" fmla="*/ 257175 w 888382"/>
                <a:gd name="csY79" fmla="*/ 116857 h 888382"/>
                <a:gd name="csX80" fmla="*/ 57150 w 888382"/>
                <a:gd name="csY80" fmla="*/ 316882 h 888382"/>
                <a:gd name="csX81" fmla="*/ 257175 w 888382"/>
                <a:gd name="csY81" fmla="*/ 516907 h 888382"/>
                <a:gd name="csX82" fmla="*/ 457200 w 888382"/>
                <a:gd name="csY82" fmla="*/ 316882 h 888382"/>
                <a:gd name="csX83" fmla="*/ 454085 w 888382"/>
                <a:gd name="csY83" fmla="*/ 283050 h 888382"/>
                <a:gd name="csX84" fmla="*/ 478260 w 888382"/>
                <a:gd name="csY84" fmla="*/ 258875 h 888382"/>
                <a:gd name="csX85" fmla="*/ 485775 w 888382"/>
                <a:gd name="csY85" fmla="*/ 316882 h 888382"/>
                <a:gd name="csX86" fmla="*/ 257175 w 888382"/>
                <a:gd name="csY86" fmla="*/ 545482 h 888382"/>
                <a:gd name="csX87" fmla="*/ 28575 w 888382"/>
                <a:gd name="csY87" fmla="*/ 316882 h 888382"/>
                <a:gd name="csX88" fmla="*/ 257175 w 888382"/>
                <a:gd name="csY88" fmla="*/ 574057 h 888382"/>
                <a:gd name="csX89" fmla="*/ 295080 w 888382"/>
                <a:gd name="csY89" fmla="*/ 570943 h 888382"/>
                <a:gd name="csX90" fmla="*/ 286707 w 888382"/>
                <a:gd name="csY90" fmla="*/ 602632 h 888382"/>
                <a:gd name="csX91" fmla="*/ 227628 w 888382"/>
                <a:gd name="csY91" fmla="*/ 602632 h 888382"/>
                <a:gd name="csX92" fmla="*/ 219256 w 888382"/>
                <a:gd name="csY92" fmla="*/ 570943 h 888382"/>
                <a:gd name="csX93" fmla="*/ 257175 w 888382"/>
                <a:gd name="csY93" fmla="*/ 574057 h 888382"/>
                <a:gd name="csX94" fmla="*/ 185738 w 888382"/>
                <a:gd name="csY94" fmla="*/ 788370 h 888382"/>
                <a:gd name="csX95" fmla="*/ 185738 w 888382"/>
                <a:gd name="csY95" fmla="*/ 782569 h 888382"/>
                <a:gd name="csX96" fmla="*/ 186881 w 888382"/>
                <a:gd name="csY96" fmla="*/ 769568 h 888382"/>
                <a:gd name="csX97" fmla="*/ 225185 w 888382"/>
                <a:gd name="csY97" fmla="*/ 631207 h 888382"/>
                <a:gd name="csX98" fmla="*/ 289665 w 888382"/>
                <a:gd name="csY98" fmla="*/ 631207 h 888382"/>
                <a:gd name="csX99" fmla="*/ 327241 w 888382"/>
                <a:gd name="csY99" fmla="*/ 768539 h 888382"/>
                <a:gd name="csX100" fmla="*/ 328613 w 888382"/>
                <a:gd name="csY100" fmla="*/ 782569 h 888382"/>
                <a:gd name="csX101" fmla="*/ 328613 w 888382"/>
                <a:gd name="csY101" fmla="*/ 788370 h 888382"/>
                <a:gd name="csX102" fmla="*/ 257175 w 888382"/>
                <a:gd name="csY102" fmla="*/ 859807 h 888382"/>
                <a:gd name="csX103" fmla="*/ 185738 w 888382"/>
                <a:gd name="csY103" fmla="*/ 788370 h 888382"/>
                <a:gd name="csX104" fmla="*/ 771525 w 888382"/>
                <a:gd name="csY104" fmla="*/ 859807 h 888382"/>
                <a:gd name="csX105" fmla="*/ 327027 w 888382"/>
                <a:gd name="csY105" fmla="*/ 859807 h 888382"/>
                <a:gd name="csX106" fmla="*/ 357188 w 888382"/>
                <a:gd name="csY106" fmla="*/ 788370 h 888382"/>
                <a:gd name="csX107" fmla="*/ 357188 w 888382"/>
                <a:gd name="csY107" fmla="*/ 782569 h 888382"/>
                <a:gd name="csX108" fmla="*/ 356745 w 888382"/>
                <a:gd name="csY108" fmla="*/ 774082 h 888382"/>
                <a:gd name="csX109" fmla="*/ 771525 w 888382"/>
                <a:gd name="csY109" fmla="*/ 774082 h 888382"/>
                <a:gd name="csX110" fmla="*/ 350458 w 888382"/>
                <a:gd name="csY110" fmla="*/ 745507 h 888382"/>
                <a:gd name="csX111" fmla="*/ 326727 w 888382"/>
                <a:gd name="csY111" fmla="*/ 659782 h 888382"/>
                <a:gd name="csX112" fmla="*/ 775911 w 888382"/>
                <a:gd name="csY112" fmla="*/ 659782 h 888382"/>
                <a:gd name="csX113" fmla="*/ 808058 w 888382"/>
                <a:gd name="csY113" fmla="*/ 745507 h 888382"/>
                <a:gd name="csX114" fmla="*/ 857250 w 888382"/>
                <a:gd name="csY114" fmla="*/ 675956 h 888382"/>
                <a:gd name="csX115" fmla="*/ 800100 w 888382"/>
                <a:gd name="csY115" fmla="*/ 637851 h 888382"/>
                <a:gd name="csX116" fmla="*/ 800100 w 888382"/>
                <a:gd name="csY116" fmla="*/ 415009 h 888382"/>
                <a:gd name="csX117" fmla="*/ 857250 w 888382"/>
                <a:gd name="csY117" fmla="*/ 453114 h 8883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Lst>
              <a:rect l="l" t="t" r="r" b="b"/>
              <a:pathLst>
                <a:path w="888382" h="888382">
                  <a:moveTo>
                    <a:pt x="507721" y="374032"/>
                  </a:moveTo>
                  <a:cubicBezTo>
                    <a:pt x="511921" y="355616"/>
                    <a:pt x="514350" y="336542"/>
                    <a:pt x="514350" y="316882"/>
                  </a:cubicBezTo>
                  <a:cubicBezTo>
                    <a:pt x="514350" y="289165"/>
                    <a:pt x="509749" y="262033"/>
                    <a:pt x="501120" y="236015"/>
                  </a:cubicBezTo>
                  <a:lnTo>
                    <a:pt x="514350" y="222785"/>
                  </a:lnTo>
                  <a:lnTo>
                    <a:pt x="628650" y="337085"/>
                  </a:lnTo>
                  <a:lnTo>
                    <a:pt x="785813" y="179922"/>
                  </a:lnTo>
                  <a:lnTo>
                    <a:pt x="853064" y="247174"/>
                  </a:lnTo>
                  <a:lnTo>
                    <a:pt x="888383" y="0"/>
                  </a:lnTo>
                  <a:lnTo>
                    <a:pt x="641209" y="35319"/>
                  </a:lnTo>
                  <a:lnTo>
                    <a:pt x="708460" y="102570"/>
                  </a:lnTo>
                  <a:lnTo>
                    <a:pt x="628650" y="182380"/>
                  </a:lnTo>
                  <a:lnTo>
                    <a:pt x="514350" y="68080"/>
                  </a:lnTo>
                  <a:lnTo>
                    <a:pt x="442898" y="139532"/>
                  </a:lnTo>
                  <a:cubicBezTo>
                    <a:pt x="394449" y="88811"/>
                    <a:pt x="327770" y="59707"/>
                    <a:pt x="257175" y="59707"/>
                  </a:cubicBezTo>
                  <a:cubicBezTo>
                    <a:pt x="115372" y="59707"/>
                    <a:pt x="0" y="175079"/>
                    <a:pt x="0" y="316882"/>
                  </a:cubicBezTo>
                  <a:cubicBezTo>
                    <a:pt x="0" y="432740"/>
                    <a:pt x="77052" y="530866"/>
                    <a:pt x="182566" y="562942"/>
                  </a:cubicBezTo>
                  <a:lnTo>
                    <a:pt x="187423" y="571086"/>
                  </a:lnTo>
                  <a:cubicBezTo>
                    <a:pt x="195353" y="584430"/>
                    <a:pt x="199668" y="599575"/>
                    <a:pt x="200011" y="615048"/>
                  </a:cubicBezTo>
                  <a:lnTo>
                    <a:pt x="159106" y="762967"/>
                  </a:lnTo>
                  <a:cubicBezTo>
                    <a:pt x="157820" y="769425"/>
                    <a:pt x="157163" y="776011"/>
                    <a:pt x="157163" y="782569"/>
                  </a:cubicBezTo>
                  <a:lnTo>
                    <a:pt x="157163" y="788370"/>
                  </a:lnTo>
                  <a:cubicBezTo>
                    <a:pt x="157163" y="843505"/>
                    <a:pt x="202040" y="888382"/>
                    <a:pt x="257175" y="888382"/>
                  </a:cubicBezTo>
                  <a:lnTo>
                    <a:pt x="800100" y="888382"/>
                  </a:lnTo>
                  <a:lnTo>
                    <a:pt x="800100" y="774082"/>
                  </a:lnTo>
                  <a:lnTo>
                    <a:pt x="849292" y="774082"/>
                  </a:lnTo>
                  <a:lnTo>
                    <a:pt x="814745" y="681957"/>
                  </a:lnTo>
                  <a:lnTo>
                    <a:pt x="885825" y="729334"/>
                  </a:lnTo>
                  <a:lnTo>
                    <a:pt x="885825" y="437826"/>
                  </a:lnTo>
                  <a:lnTo>
                    <a:pt x="790142" y="374032"/>
                  </a:lnTo>
                  <a:close/>
                  <a:moveTo>
                    <a:pt x="771525" y="402607"/>
                  </a:moveTo>
                  <a:lnTo>
                    <a:pt x="771525" y="631207"/>
                  </a:lnTo>
                  <a:lnTo>
                    <a:pt x="742950" y="631207"/>
                  </a:lnTo>
                  <a:lnTo>
                    <a:pt x="742950" y="516907"/>
                  </a:lnTo>
                  <a:lnTo>
                    <a:pt x="628650" y="516907"/>
                  </a:lnTo>
                  <a:lnTo>
                    <a:pt x="628650" y="431182"/>
                  </a:lnTo>
                  <a:lnTo>
                    <a:pt x="487204" y="431182"/>
                  </a:lnTo>
                  <a:cubicBezTo>
                    <a:pt x="491804" y="421953"/>
                    <a:pt x="495848" y="412423"/>
                    <a:pt x="499334" y="402607"/>
                  </a:cubicBezTo>
                  <a:close/>
                  <a:moveTo>
                    <a:pt x="314339" y="615048"/>
                  </a:moveTo>
                  <a:cubicBezTo>
                    <a:pt x="314668" y="599575"/>
                    <a:pt x="318997" y="584416"/>
                    <a:pt x="326927" y="571100"/>
                  </a:cubicBezTo>
                  <a:lnTo>
                    <a:pt x="331784" y="562942"/>
                  </a:lnTo>
                  <a:cubicBezTo>
                    <a:pt x="335556" y="561799"/>
                    <a:pt x="339200" y="560370"/>
                    <a:pt x="342900" y="559056"/>
                  </a:cubicBezTo>
                  <a:lnTo>
                    <a:pt x="342900" y="631207"/>
                  </a:lnTo>
                  <a:lnTo>
                    <a:pt x="318811" y="631207"/>
                  </a:lnTo>
                  <a:close/>
                  <a:moveTo>
                    <a:pt x="371475" y="546911"/>
                  </a:moveTo>
                  <a:cubicBezTo>
                    <a:pt x="411666" y="526852"/>
                    <a:pt x="445999" y="496805"/>
                    <a:pt x="470859" y="459757"/>
                  </a:cubicBezTo>
                  <a:lnTo>
                    <a:pt x="600075" y="459757"/>
                  </a:lnTo>
                  <a:lnTo>
                    <a:pt x="600075" y="516907"/>
                  </a:lnTo>
                  <a:lnTo>
                    <a:pt x="514350" y="516907"/>
                  </a:lnTo>
                  <a:lnTo>
                    <a:pt x="514350" y="631207"/>
                  </a:lnTo>
                  <a:lnTo>
                    <a:pt x="371475" y="631207"/>
                  </a:lnTo>
                  <a:close/>
                  <a:moveTo>
                    <a:pt x="542925" y="545482"/>
                  </a:moveTo>
                  <a:lnTo>
                    <a:pt x="714375" y="545482"/>
                  </a:lnTo>
                  <a:lnTo>
                    <a:pt x="714375" y="631207"/>
                  </a:lnTo>
                  <a:lnTo>
                    <a:pt x="542925" y="631207"/>
                  </a:lnTo>
                  <a:close/>
                  <a:moveTo>
                    <a:pt x="628650" y="222785"/>
                  </a:moveTo>
                  <a:lnTo>
                    <a:pt x="748865" y="102570"/>
                  </a:lnTo>
                  <a:lnTo>
                    <a:pt x="701816" y="55521"/>
                  </a:lnTo>
                  <a:lnTo>
                    <a:pt x="854693" y="33690"/>
                  </a:lnTo>
                  <a:lnTo>
                    <a:pt x="832861" y="186566"/>
                  </a:lnTo>
                  <a:lnTo>
                    <a:pt x="785813" y="139517"/>
                  </a:lnTo>
                  <a:lnTo>
                    <a:pt x="628650" y="296680"/>
                  </a:lnTo>
                  <a:lnTo>
                    <a:pt x="514350" y="182380"/>
                  </a:lnTo>
                  <a:lnTo>
                    <a:pt x="214098" y="482632"/>
                  </a:lnTo>
                  <a:cubicBezTo>
                    <a:pt x="195667" y="477831"/>
                    <a:pt x="178394" y="470173"/>
                    <a:pt x="162906" y="459929"/>
                  </a:cubicBezTo>
                  <a:lnTo>
                    <a:pt x="514350" y="108485"/>
                  </a:lnTo>
                  <a:close/>
                  <a:moveTo>
                    <a:pt x="428625" y="316882"/>
                  </a:moveTo>
                  <a:cubicBezTo>
                    <a:pt x="428625" y="411423"/>
                    <a:pt x="351715" y="488332"/>
                    <a:pt x="257175" y="488332"/>
                  </a:cubicBezTo>
                  <a:cubicBezTo>
                    <a:pt x="254489" y="488332"/>
                    <a:pt x="251860" y="488047"/>
                    <a:pt x="249203" y="487932"/>
                  </a:cubicBezTo>
                  <a:lnTo>
                    <a:pt x="428211" y="308924"/>
                  </a:lnTo>
                  <a:cubicBezTo>
                    <a:pt x="428325" y="311582"/>
                    <a:pt x="428625" y="314225"/>
                    <a:pt x="428625" y="316882"/>
                  </a:cubicBezTo>
                  <a:close/>
                  <a:moveTo>
                    <a:pt x="85725" y="316882"/>
                  </a:moveTo>
                  <a:cubicBezTo>
                    <a:pt x="85725" y="222342"/>
                    <a:pt x="162635" y="145432"/>
                    <a:pt x="257175" y="145432"/>
                  </a:cubicBezTo>
                  <a:cubicBezTo>
                    <a:pt x="305110" y="145432"/>
                    <a:pt x="349958" y="165321"/>
                    <a:pt x="382362" y="200068"/>
                  </a:cubicBezTo>
                  <a:lnTo>
                    <a:pt x="140389" y="442041"/>
                  </a:lnTo>
                  <a:cubicBezTo>
                    <a:pt x="106842" y="410737"/>
                    <a:pt x="85725" y="366274"/>
                    <a:pt x="85725" y="316882"/>
                  </a:cubicBezTo>
                  <a:close/>
                  <a:moveTo>
                    <a:pt x="28575" y="316882"/>
                  </a:moveTo>
                  <a:cubicBezTo>
                    <a:pt x="28575" y="190838"/>
                    <a:pt x="131131" y="88282"/>
                    <a:pt x="257175" y="88282"/>
                  </a:cubicBezTo>
                  <a:cubicBezTo>
                    <a:pt x="320140" y="88282"/>
                    <a:pt x="379605" y="114329"/>
                    <a:pt x="422710" y="159720"/>
                  </a:cubicBezTo>
                  <a:lnTo>
                    <a:pt x="402550" y="179880"/>
                  </a:lnTo>
                  <a:cubicBezTo>
                    <a:pt x="364817" y="139760"/>
                    <a:pt x="312782" y="116857"/>
                    <a:pt x="257175" y="116857"/>
                  </a:cubicBezTo>
                  <a:cubicBezTo>
                    <a:pt x="146876" y="116857"/>
                    <a:pt x="57150" y="206583"/>
                    <a:pt x="57150" y="316882"/>
                  </a:cubicBezTo>
                  <a:cubicBezTo>
                    <a:pt x="57150" y="427182"/>
                    <a:pt x="146876" y="516907"/>
                    <a:pt x="257175" y="516907"/>
                  </a:cubicBezTo>
                  <a:cubicBezTo>
                    <a:pt x="367475" y="516907"/>
                    <a:pt x="457200" y="427182"/>
                    <a:pt x="457200" y="316882"/>
                  </a:cubicBezTo>
                  <a:cubicBezTo>
                    <a:pt x="457200" y="305495"/>
                    <a:pt x="455986" y="294180"/>
                    <a:pt x="454085" y="283050"/>
                  </a:cubicBezTo>
                  <a:lnTo>
                    <a:pt x="478260" y="258875"/>
                  </a:lnTo>
                  <a:cubicBezTo>
                    <a:pt x="483189" y="277720"/>
                    <a:pt x="485775" y="297123"/>
                    <a:pt x="485775" y="316882"/>
                  </a:cubicBezTo>
                  <a:cubicBezTo>
                    <a:pt x="485775" y="442927"/>
                    <a:pt x="383219" y="545482"/>
                    <a:pt x="257175" y="545482"/>
                  </a:cubicBezTo>
                  <a:cubicBezTo>
                    <a:pt x="131131" y="545482"/>
                    <a:pt x="28575" y="442927"/>
                    <a:pt x="28575" y="316882"/>
                  </a:cubicBezTo>
                  <a:close/>
                  <a:moveTo>
                    <a:pt x="257175" y="574057"/>
                  </a:moveTo>
                  <a:cubicBezTo>
                    <a:pt x="270091" y="574057"/>
                    <a:pt x="282678" y="572786"/>
                    <a:pt x="295080" y="570943"/>
                  </a:cubicBezTo>
                  <a:cubicBezTo>
                    <a:pt x="290808" y="581058"/>
                    <a:pt x="288036" y="591731"/>
                    <a:pt x="286707" y="602632"/>
                  </a:cubicBezTo>
                  <a:lnTo>
                    <a:pt x="227628" y="602632"/>
                  </a:lnTo>
                  <a:cubicBezTo>
                    <a:pt x="226300" y="591731"/>
                    <a:pt x="223528" y="581058"/>
                    <a:pt x="219256" y="570943"/>
                  </a:cubicBezTo>
                  <a:cubicBezTo>
                    <a:pt x="231672" y="572786"/>
                    <a:pt x="244259" y="574057"/>
                    <a:pt x="257175" y="574057"/>
                  </a:cubicBezTo>
                  <a:close/>
                  <a:moveTo>
                    <a:pt x="185738" y="788370"/>
                  </a:moveTo>
                  <a:lnTo>
                    <a:pt x="185738" y="782569"/>
                  </a:lnTo>
                  <a:cubicBezTo>
                    <a:pt x="185738" y="777883"/>
                    <a:pt x="186195" y="773168"/>
                    <a:pt x="186881" y="769568"/>
                  </a:cubicBezTo>
                  <a:lnTo>
                    <a:pt x="225185" y="631207"/>
                  </a:lnTo>
                  <a:lnTo>
                    <a:pt x="289665" y="631207"/>
                  </a:lnTo>
                  <a:lnTo>
                    <a:pt x="327241" y="768539"/>
                  </a:lnTo>
                  <a:cubicBezTo>
                    <a:pt x="328155" y="773168"/>
                    <a:pt x="328613" y="777883"/>
                    <a:pt x="328613" y="782569"/>
                  </a:cubicBezTo>
                  <a:lnTo>
                    <a:pt x="328613" y="788370"/>
                  </a:lnTo>
                  <a:cubicBezTo>
                    <a:pt x="328613" y="827761"/>
                    <a:pt x="296566" y="859807"/>
                    <a:pt x="257175" y="859807"/>
                  </a:cubicBezTo>
                  <a:cubicBezTo>
                    <a:pt x="217784" y="859807"/>
                    <a:pt x="185738" y="827761"/>
                    <a:pt x="185738" y="788370"/>
                  </a:cubicBezTo>
                  <a:close/>
                  <a:moveTo>
                    <a:pt x="771525" y="859807"/>
                  </a:moveTo>
                  <a:lnTo>
                    <a:pt x="327027" y="859807"/>
                  </a:lnTo>
                  <a:cubicBezTo>
                    <a:pt x="345615" y="841634"/>
                    <a:pt x="357188" y="816345"/>
                    <a:pt x="357188" y="788370"/>
                  </a:cubicBezTo>
                  <a:lnTo>
                    <a:pt x="357188" y="782569"/>
                  </a:lnTo>
                  <a:cubicBezTo>
                    <a:pt x="357188" y="779783"/>
                    <a:pt x="357002" y="776954"/>
                    <a:pt x="356745" y="774082"/>
                  </a:cubicBezTo>
                  <a:lnTo>
                    <a:pt x="771525" y="774082"/>
                  </a:lnTo>
                  <a:close/>
                  <a:moveTo>
                    <a:pt x="350458" y="745507"/>
                  </a:moveTo>
                  <a:lnTo>
                    <a:pt x="326727" y="659782"/>
                  </a:lnTo>
                  <a:lnTo>
                    <a:pt x="775911" y="659782"/>
                  </a:lnTo>
                  <a:lnTo>
                    <a:pt x="808058" y="745507"/>
                  </a:lnTo>
                  <a:close/>
                  <a:moveTo>
                    <a:pt x="857250" y="675956"/>
                  </a:moveTo>
                  <a:lnTo>
                    <a:pt x="800100" y="637851"/>
                  </a:lnTo>
                  <a:lnTo>
                    <a:pt x="800100" y="415009"/>
                  </a:lnTo>
                  <a:lnTo>
                    <a:pt x="857250" y="453114"/>
                  </a:lnTo>
                  <a:close/>
                </a:path>
              </a:pathLst>
            </a:custGeom>
            <a:grpFill/>
            <a:ln w="14288" cap="flat">
              <a:noFill/>
              <a:prstDash val="solid"/>
              <a:miter/>
            </a:ln>
          </p:spPr>
          <p:txBody>
            <a:bodyPr/>
            <a:lstStyle/>
            <a:p>
              <a:endParaRPr lang="en-GB"/>
            </a:p>
          </p:txBody>
        </p:sp>
      </p:grpSp>
      <p:sp>
        <p:nvSpPr>
          <p:cNvPr id="26" name="Graphic 16">
            <a:extLst>
              <a:ext uri="{FF2B5EF4-FFF2-40B4-BE49-F238E27FC236}">
                <a16:creationId xmlns:a16="http://schemas.microsoft.com/office/drawing/2014/main" id="{905A247C-2E56-4E74-2634-CF2E3A7D3D14}"/>
              </a:ext>
            </a:extLst>
          </p:cNvPr>
          <p:cNvSpPr>
            <a:spLocks noChangeAspect="1"/>
          </p:cNvSpPr>
          <p:nvPr/>
        </p:nvSpPr>
        <p:spPr>
          <a:xfrm>
            <a:off x="2232715" y="3264869"/>
            <a:ext cx="430854" cy="411480"/>
          </a:xfrm>
          <a:custGeom>
            <a:avLst/>
            <a:gdLst>
              <a:gd name="csX0" fmla="*/ 529197 w 900114"/>
              <a:gd name="csY0" fmla="*/ 753967 h 859639"/>
              <a:gd name="csX1" fmla="*/ 514455 w 900114"/>
              <a:gd name="csY1" fmla="*/ 753967 h 859639"/>
              <a:gd name="csX2" fmla="*/ 514455 w 900114"/>
              <a:gd name="csY2" fmla="*/ 516963 h 859639"/>
              <a:gd name="csX3" fmla="*/ 501954 w 900114"/>
              <a:gd name="csY3" fmla="*/ 504461 h 859639"/>
              <a:gd name="csX4" fmla="*/ 442191 w 900114"/>
              <a:gd name="csY4" fmla="*/ 504461 h 859639"/>
              <a:gd name="csX5" fmla="*/ 429689 w 900114"/>
              <a:gd name="csY5" fmla="*/ 516963 h 859639"/>
              <a:gd name="csX6" fmla="*/ 429689 w 900114"/>
              <a:gd name="csY6" fmla="*/ 753967 h 859639"/>
              <a:gd name="csX7" fmla="*/ 407235 w 900114"/>
              <a:gd name="csY7" fmla="*/ 753967 h 859639"/>
              <a:gd name="csX8" fmla="*/ 407235 w 900114"/>
              <a:gd name="csY8" fmla="*/ 634949 h 859639"/>
              <a:gd name="csX9" fmla="*/ 394733 w 900114"/>
              <a:gd name="csY9" fmla="*/ 622447 h 859639"/>
              <a:gd name="csX10" fmla="*/ 334970 w 900114"/>
              <a:gd name="csY10" fmla="*/ 622447 h 859639"/>
              <a:gd name="csX11" fmla="*/ 322469 w 900114"/>
              <a:gd name="csY11" fmla="*/ 634949 h 859639"/>
              <a:gd name="csX12" fmla="*/ 322469 w 900114"/>
              <a:gd name="csY12" fmla="*/ 753967 h 859639"/>
              <a:gd name="csX13" fmla="*/ 300016 w 900114"/>
              <a:gd name="csY13" fmla="*/ 753967 h 859639"/>
              <a:gd name="csX14" fmla="*/ 300016 w 900114"/>
              <a:gd name="csY14" fmla="*/ 569034 h 859639"/>
              <a:gd name="csX15" fmla="*/ 287515 w 900114"/>
              <a:gd name="csY15" fmla="*/ 556532 h 859639"/>
              <a:gd name="csX16" fmla="*/ 227752 w 900114"/>
              <a:gd name="csY16" fmla="*/ 556532 h 859639"/>
              <a:gd name="csX17" fmla="*/ 215250 w 900114"/>
              <a:gd name="csY17" fmla="*/ 569034 h 859639"/>
              <a:gd name="csX18" fmla="*/ 215250 w 900114"/>
              <a:gd name="csY18" fmla="*/ 753967 h 859639"/>
              <a:gd name="csX19" fmla="*/ 192796 w 900114"/>
              <a:gd name="csY19" fmla="*/ 753967 h 859639"/>
              <a:gd name="csX20" fmla="*/ 192796 w 900114"/>
              <a:gd name="csY20" fmla="*/ 672739 h 859639"/>
              <a:gd name="csX21" fmla="*/ 180294 w 900114"/>
              <a:gd name="csY21" fmla="*/ 660238 h 859639"/>
              <a:gd name="csX22" fmla="*/ 120533 w 900114"/>
              <a:gd name="csY22" fmla="*/ 660238 h 859639"/>
              <a:gd name="csX23" fmla="*/ 108031 w 900114"/>
              <a:gd name="csY23" fmla="*/ 672739 h 859639"/>
              <a:gd name="csX24" fmla="*/ 108031 w 900114"/>
              <a:gd name="csY24" fmla="*/ 753967 h 859639"/>
              <a:gd name="csX25" fmla="*/ 93288 w 900114"/>
              <a:gd name="csY25" fmla="*/ 753967 h 859639"/>
              <a:gd name="csX26" fmla="*/ 80787 w 900114"/>
              <a:gd name="csY26" fmla="*/ 766469 h 859639"/>
              <a:gd name="csX27" fmla="*/ 93288 w 900114"/>
              <a:gd name="csY27" fmla="*/ 778971 h 859639"/>
              <a:gd name="csX28" fmla="*/ 529197 w 900114"/>
              <a:gd name="csY28" fmla="*/ 778971 h 859639"/>
              <a:gd name="csX29" fmla="*/ 541698 w 900114"/>
              <a:gd name="csY29" fmla="*/ 766469 h 859639"/>
              <a:gd name="csX30" fmla="*/ 529197 w 900114"/>
              <a:gd name="csY30" fmla="*/ 753967 h 859639"/>
              <a:gd name="csX31" fmla="*/ 454693 w 900114"/>
              <a:gd name="csY31" fmla="*/ 529464 h 859639"/>
              <a:gd name="csX32" fmla="*/ 489452 w 900114"/>
              <a:gd name="csY32" fmla="*/ 529464 h 859639"/>
              <a:gd name="csX33" fmla="*/ 489452 w 900114"/>
              <a:gd name="csY33" fmla="*/ 753967 h 859639"/>
              <a:gd name="csX34" fmla="*/ 454693 w 900114"/>
              <a:gd name="csY34" fmla="*/ 753967 h 859639"/>
              <a:gd name="csX35" fmla="*/ 347472 w 900114"/>
              <a:gd name="csY35" fmla="*/ 647451 h 859639"/>
              <a:gd name="csX36" fmla="*/ 382232 w 900114"/>
              <a:gd name="csY36" fmla="*/ 647451 h 859639"/>
              <a:gd name="csX37" fmla="*/ 382232 w 900114"/>
              <a:gd name="csY37" fmla="*/ 753967 h 859639"/>
              <a:gd name="csX38" fmla="*/ 347472 w 900114"/>
              <a:gd name="csY38" fmla="*/ 753967 h 859639"/>
              <a:gd name="csX39" fmla="*/ 240253 w 900114"/>
              <a:gd name="csY39" fmla="*/ 581535 h 859639"/>
              <a:gd name="csX40" fmla="*/ 275013 w 900114"/>
              <a:gd name="csY40" fmla="*/ 581535 h 859639"/>
              <a:gd name="csX41" fmla="*/ 275013 w 900114"/>
              <a:gd name="csY41" fmla="*/ 753967 h 859639"/>
              <a:gd name="csX42" fmla="*/ 240253 w 900114"/>
              <a:gd name="csY42" fmla="*/ 753967 h 859639"/>
              <a:gd name="csX43" fmla="*/ 133034 w 900114"/>
              <a:gd name="csY43" fmla="*/ 685239 h 859639"/>
              <a:gd name="csX44" fmla="*/ 167792 w 900114"/>
              <a:gd name="csY44" fmla="*/ 685239 h 859639"/>
              <a:gd name="csX45" fmla="*/ 167792 w 900114"/>
              <a:gd name="csY45" fmla="*/ 753966 h 859639"/>
              <a:gd name="csX46" fmla="*/ 133034 w 900114"/>
              <a:gd name="csY46" fmla="*/ 753966 h 859639"/>
              <a:gd name="csX47" fmla="*/ 364853 w 900114"/>
              <a:gd name="csY47" fmla="*/ 518083 h 859639"/>
              <a:gd name="csX48" fmla="*/ 338519 w 900114"/>
              <a:gd name="csY48" fmla="*/ 527293 h 859639"/>
              <a:gd name="csX49" fmla="*/ 298116 w 900114"/>
              <a:gd name="csY49" fmla="*/ 499637 h 859639"/>
              <a:gd name="csX50" fmla="*/ 300016 w 900114"/>
              <a:gd name="csY50" fmla="*/ 487079 h 859639"/>
              <a:gd name="csX51" fmla="*/ 257634 w 900114"/>
              <a:gd name="csY51" fmla="*/ 444697 h 859639"/>
              <a:gd name="csX52" fmla="*/ 215252 w 900114"/>
              <a:gd name="csY52" fmla="*/ 487079 h 859639"/>
              <a:gd name="csX53" fmla="*/ 219599 w 900114"/>
              <a:gd name="csY53" fmla="*/ 505753 h 859639"/>
              <a:gd name="csX54" fmla="*/ 171293 w 900114"/>
              <a:gd name="csY54" fmla="*/ 551289 h 859639"/>
              <a:gd name="csX55" fmla="*/ 150415 w 900114"/>
              <a:gd name="csY55" fmla="*/ 545766 h 859639"/>
              <a:gd name="csX56" fmla="*/ 108033 w 900114"/>
              <a:gd name="csY56" fmla="*/ 588149 h 859639"/>
              <a:gd name="csX57" fmla="*/ 150415 w 900114"/>
              <a:gd name="csY57" fmla="*/ 630531 h 859639"/>
              <a:gd name="csX58" fmla="*/ 192796 w 900114"/>
              <a:gd name="csY58" fmla="*/ 588149 h 859639"/>
              <a:gd name="csX59" fmla="*/ 188449 w 900114"/>
              <a:gd name="csY59" fmla="*/ 569477 h 859639"/>
              <a:gd name="csX60" fmla="*/ 236756 w 900114"/>
              <a:gd name="csY60" fmla="*/ 523940 h 859639"/>
              <a:gd name="csX61" fmla="*/ 257634 w 900114"/>
              <a:gd name="csY61" fmla="*/ 529461 h 859639"/>
              <a:gd name="csX62" fmla="*/ 283966 w 900114"/>
              <a:gd name="csY62" fmla="*/ 520251 h 859639"/>
              <a:gd name="csX63" fmla="*/ 324369 w 900114"/>
              <a:gd name="csY63" fmla="*/ 547906 h 859639"/>
              <a:gd name="csX64" fmla="*/ 322469 w 900114"/>
              <a:gd name="csY64" fmla="*/ 560465 h 859639"/>
              <a:gd name="csX65" fmla="*/ 364851 w 900114"/>
              <a:gd name="csY65" fmla="*/ 602847 h 859639"/>
              <a:gd name="csX66" fmla="*/ 407233 w 900114"/>
              <a:gd name="csY66" fmla="*/ 560465 h 859639"/>
              <a:gd name="csX67" fmla="*/ 400664 w 900114"/>
              <a:gd name="csY67" fmla="*/ 537842 h 859639"/>
              <a:gd name="csX68" fmla="*/ 455244 w 900114"/>
              <a:gd name="csY68" fmla="*/ 474059 h 859639"/>
              <a:gd name="csX69" fmla="*/ 472072 w 900114"/>
              <a:gd name="csY69" fmla="*/ 477551 h 859639"/>
              <a:gd name="csX70" fmla="*/ 514454 w 900114"/>
              <a:gd name="csY70" fmla="*/ 435169 h 859639"/>
              <a:gd name="csX71" fmla="*/ 472072 w 900114"/>
              <a:gd name="csY71" fmla="*/ 392787 h 859639"/>
              <a:gd name="csX72" fmla="*/ 429688 w 900114"/>
              <a:gd name="csY72" fmla="*/ 435169 h 859639"/>
              <a:gd name="csX73" fmla="*/ 436258 w 900114"/>
              <a:gd name="csY73" fmla="*/ 457791 h 859639"/>
              <a:gd name="csX74" fmla="*/ 381678 w 900114"/>
              <a:gd name="csY74" fmla="*/ 521572 h 859639"/>
              <a:gd name="csX75" fmla="*/ 364851 w 900114"/>
              <a:gd name="csY75" fmla="*/ 518081 h 859639"/>
              <a:gd name="csX76" fmla="*/ 150415 w 900114"/>
              <a:gd name="csY76" fmla="*/ 605529 h 859639"/>
              <a:gd name="csX77" fmla="*/ 133036 w 900114"/>
              <a:gd name="csY77" fmla="*/ 588150 h 859639"/>
              <a:gd name="csX78" fmla="*/ 150415 w 900114"/>
              <a:gd name="csY78" fmla="*/ 570771 h 859639"/>
              <a:gd name="csX79" fmla="*/ 167792 w 900114"/>
              <a:gd name="csY79" fmla="*/ 588150 h 859639"/>
              <a:gd name="csX80" fmla="*/ 150415 w 900114"/>
              <a:gd name="csY80" fmla="*/ 605529 h 859639"/>
              <a:gd name="csX81" fmla="*/ 257634 w 900114"/>
              <a:gd name="csY81" fmla="*/ 504458 h 859639"/>
              <a:gd name="csX82" fmla="*/ 240255 w 900114"/>
              <a:gd name="csY82" fmla="*/ 487079 h 859639"/>
              <a:gd name="csX83" fmla="*/ 257634 w 900114"/>
              <a:gd name="csY83" fmla="*/ 469700 h 859639"/>
              <a:gd name="csX84" fmla="*/ 275013 w 900114"/>
              <a:gd name="csY84" fmla="*/ 487079 h 859639"/>
              <a:gd name="csX85" fmla="*/ 257634 w 900114"/>
              <a:gd name="csY85" fmla="*/ 504458 h 859639"/>
              <a:gd name="csX86" fmla="*/ 364853 w 900114"/>
              <a:gd name="csY86" fmla="*/ 577845 h 859639"/>
              <a:gd name="csX87" fmla="*/ 347474 w 900114"/>
              <a:gd name="csY87" fmla="*/ 560467 h 859639"/>
              <a:gd name="csX88" fmla="*/ 364853 w 900114"/>
              <a:gd name="csY88" fmla="*/ 543088 h 859639"/>
              <a:gd name="csX89" fmla="*/ 382232 w 900114"/>
              <a:gd name="csY89" fmla="*/ 560467 h 859639"/>
              <a:gd name="csX90" fmla="*/ 364853 w 900114"/>
              <a:gd name="csY90" fmla="*/ 577845 h 859639"/>
              <a:gd name="csX91" fmla="*/ 472073 w 900114"/>
              <a:gd name="csY91" fmla="*/ 417790 h 859639"/>
              <a:gd name="csX92" fmla="*/ 489452 w 900114"/>
              <a:gd name="csY92" fmla="*/ 435169 h 859639"/>
              <a:gd name="csX93" fmla="*/ 472073 w 900114"/>
              <a:gd name="csY93" fmla="*/ 452548 h 859639"/>
              <a:gd name="csX94" fmla="*/ 454693 w 900114"/>
              <a:gd name="csY94" fmla="*/ 435169 h 859639"/>
              <a:gd name="csX95" fmla="*/ 472073 w 900114"/>
              <a:gd name="csY95" fmla="*/ 417790 h 859639"/>
              <a:gd name="csX96" fmla="*/ 207437 w 900114"/>
              <a:gd name="csY96" fmla="*/ 399741 h 859639"/>
              <a:gd name="csX97" fmla="*/ 219938 w 900114"/>
              <a:gd name="csY97" fmla="*/ 387239 h 859639"/>
              <a:gd name="csX98" fmla="*/ 219938 w 900114"/>
              <a:gd name="csY98" fmla="*/ 280308 h 859639"/>
              <a:gd name="csX99" fmla="*/ 312557 w 900114"/>
              <a:gd name="csY99" fmla="*/ 226834 h 859639"/>
              <a:gd name="csX100" fmla="*/ 318383 w 900114"/>
              <a:gd name="csY100" fmla="*/ 219238 h 859639"/>
              <a:gd name="csX101" fmla="*/ 317127 w 900114"/>
              <a:gd name="csY101" fmla="*/ 209748 h 859639"/>
              <a:gd name="csX102" fmla="*/ 207437 w 900114"/>
              <a:gd name="csY102" fmla="*/ 146440 h 859639"/>
              <a:gd name="csX103" fmla="*/ 80787 w 900114"/>
              <a:gd name="csY103" fmla="*/ 273091 h 859639"/>
              <a:gd name="csX104" fmla="*/ 207437 w 900114"/>
              <a:gd name="csY104" fmla="*/ 399743 h 859639"/>
              <a:gd name="csX105" fmla="*/ 288547 w 900114"/>
              <a:gd name="csY105" fmla="*/ 211826 h 859639"/>
              <a:gd name="csX106" fmla="*/ 219938 w 900114"/>
              <a:gd name="csY106" fmla="*/ 251439 h 859639"/>
              <a:gd name="csX107" fmla="*/ 219938 w 900114"/>
              <a:gd name="csY107" fmla="*/ 172238 h 859639"/>
              <a:gd name="csX108" fmla="*/ 288547 w 900114"/>
              <a:gd name="csY108" fmla="*/ 211826 h 859639"/>
              <a:gd name="csX109" fmla="*/ 194935 w 900114"/>
              <a:gd name="csY109" fmla="*/ 172239 h 859639"/>
              <a:gd name="csX110" fmla="*/ 194935 w 900114"/>
              <a:gd name="csY110" fmla="*/ 373974 h 859639"/>
              <a:gd name="csX111" fmla="*/ 105790 w 900114"/>
              <a:gd name="csY111" fmla="*/ 273091 h 859639"/>
              <a:gd name="csX112" fmla="*/ 194935 w 900114"/>
              <a:gd name="csY112" fmla="*/ 172239 h 859639"/>
              <a:gd name="csX113" fmla="*/ 333751 w 900114"/>
              <a:gd name="csY113" fmla="*/ 233506 h 859639"/>
              <a:gd name="csX114" fmla="*/ 323589 w 900114"/>
              <a:gd name="csY114" fmla="*/ 234553 h 859639"/>
              <a:gd name="csX115" fmla="*/ 236356 w 900114"/>
              <a:gd name="csY115" fmla="*/ 284916 h 859639"/>
              <a:gd name="csX116" fmla="*/ 230106 w 900114"/>
              <a:gd name="csY116" fmla="*/ 295742 h 859639"/>
              <a:gd name="csX117" fmla="*/ 230106 w 900114"/>
              <a:gd name="csY117" fmla="*/ 396451 h 859639"/>
              <a:gd name="csX118" fmla="*/ 234278 w 900114"/>
              <a:gd name="csY118" fmla="*/ 405774 h 859639"/>
              <a:gd name="csX119" fmla="*/ 242607 w 900114"/>
              <a:gd name="csY119" fmla="*/ 408953 h 859639"/>
              <a:gd name="csX120" fmla="*/ 244009 w 900114"/>
              <a:gd name="csY120" fmla="*/ 408874 h 859639"/>
              <a:gd name="csX121" fmla="*/ 351317 w 900114"/>
              <a:gd name="csY121" fmla="*/ 288641 h 859639"/>
              <a:gd name="csX122" fmla="*/ 341302 w 900114"/>
              <a:gd name="csY122" fmla="*/ 240389 h 859639"/>
              <a:gd name="csX123" fmla="*/ 333751 w 900114"/>
              <a:gd name="csY123" fmla="*/ 233506 h 859639"/>
              <a:gd name="csX124" fmla="*/ 255109 w 900114"/>
              <a:gd name="csY124" fmla="*/ 381421 h 859639"/>
              <a:gd name="csX125" fmla="*/ 255109 w 900114"/>
              <a:gd name="csY125" fmla="*/ 302961 h 859639"/>
              <a:gd name="csX126" fmla="*/ 323055 w 900114"/>
              <a:gd name="csY126" fmla="*/ 263731 h 859639"/>
              <a:gd name="csX127" fmla="*/ 326314 w 900114"/>
              <a:gd name="csY127" fmla="*/ 288641 h 859639"/>
              <a:gd name="csX128" fmla="*/ 255109 w 900114"/>
              <a:gd name="csY128" fmla="*/ 381421 h 859639"/>
              <a:gd name="csX129" fmla="*/ 541700 w 900114"/>
              <a:gd name="csY129" fmla="*/ 279560 h 859639"/>
              <a:gd name="csX130" fmla="*/ 529198 w 900114"/>
              <a:gd name="csY130" fmla="*/ 292062 h 859639"/>
              <a:gd name="csX131" fmla="*/ 391226 w 900114"/>
              <a:gd name="csY131" fmla="*/ 292062 h 859639"/>
              <a:gd name="csX132" fmla="*/ 378724 w 900114"/>
              <a:gd name="csY132" fmla="*/ 279560 h 859639"/>
              <a:gd name="csX133" fmla="*/ 391226 w 900114"/>
              <a:gd name="csY133" fmla="*/ 267058 h 859639"/>
              <a:gd name="csX134" fmla="*/ 529198 w 900114"/>
              <a:gd name="csY134" fmla="*/ 267058 h 859639"/>
              <a:gd name="csX135" fmla="*/ 541700 w 900114"/>
              <a:gd name="csY135" fmla="*/ 279560 h 859639"/>
              <a:gd name="csX136" fmla="*/ 541700 w 900114"/>
              <a:gd name="csY136" fmla="*/ 167141 h 859639"/>
              <a:gd name="csX137" fmla="*/ 529198 w 900114"/>
              <a:gd name="csY137" fmla="*/ 179642 h 859639"/>
              <a:gd name="csX138" fmla="*/ 340978 w 900114"/>
              <a:gd name="csY138" fmla="*/ 179642 h 859639"/>
              <a:gd name="csX139" fmla="*/ 328477 w 900114"/>
              <a:gd name="csY139" fmla="*/ 167141 h 859639"/>
              <a:gd name="csX140" fmla="*/ 340978 w 900114"/>
              <a:gd name="csY140" fmla="*/ 154639 h 859639"/>
              <a:gd name="csX141" fmla="*/ 529198 w 900114"/>
              <a:gd name="csY141" fmla="*/ 154639 h 859639"/>
              <a:gd name="csX142" fmla="*/ 541700 w 900114"/>
              <a:gd name="csY142" fmla="*/ 167141 h 859639"/>
              <a:gd name="csX143" fmla="*/ 541700 w 900114"/>
              <a:gd name="csY143" fmla="*/ 335771 h 859639"/>
              <a:gd name="csX144" fmla="*/ 529198 w 900114"/>
              <a:gd name="csY144" fmla="*/ 348272 h 859639"/>
              <a:gd name="csX145" fmla="*/ 460213 w 900114"/>
              <a:gd name="csY145" fmla="*/ 348272 h 859639"/>
              <a:gd name="csX146" fmla="*/ 447711 w 900114"/>
              <a:gd name="csY146" fmla="*/ 335771 h 859639"/>
              <a:gd name="csX147" fmla="*/ 460213 w 900114"/>
              <a:gd name="csY147" fmla="*/ 323269 h 859639"/>
              <a:gd name="csX148" fmla="*/ 529198 w 900114"/>
              <a:gd name="csY148" fmla="*/ 323269 h 859639"/>
              <a:gd name="csX149" fmla="*/ 541700 w 900114"/>
              <a:gd name="csY149" fmla="*/ 335771 h 859639"/>
              <a:gd name="csX150" fmla="*/ 541700 w 900114"/>
              <a:gd name="csY150" fmla="*/ 223351 h 859639"/>
              <a:gd name="csX151" fmla="*/ 529198 w 900114"/>
              <a:gd name="csY151" fmla="*/ 235853 h 859639"/>
              <a:gd name="csX152" fmla="*/ 391226 w 900114"/>
              <a:gd name="csY152" fmla="*/ 235853 h 859639"/>
              <a:gd name="csX153" fmla="*/ 378724 w 900114"/>
              <a:gd name="csY153" fmla="*/ 223351 h 859639"/>
              <a:gd name="csX154" fmla="*/ 391226 w 900114"/>
              <a:gd name="csY154" fmla="*/ 210850 h 859639"/>
              <a:gd name="csX155" fmla="*/ 529198 w 900114"/>
              <a:gd name="csY155" fmla="*/ 210850 h 859639"/>
              <a:gd name="csX156" fmla="*/ 541700 w 900114"/>
              <a:gd name="csY156" fmla="*/ 223351 h 859639"/>
              <a:gd name="csX157" fmla="*/ 861052 w 900114"/>
              <a:gd name="csY157" fmla="*/ 27337 h 859639"/>
              <a:gd name="csX158" fmla="*/ 777703 w 900114"/>
              <a:gd name="csY158" fmla="*/ 0 h 859639"/>
              <a:gd name="csX159" fmla="*/ 694353 w 900114"/>
              <a:gd name="csY159" fmla="*/ 27337 h 859639"/>
              <a:gd name="csX160" fmla="*/ 692056 w 900114"/>
              <a:gd name="csY160" fmla="*/ 29272 h 859639"/>
              <a:gd name="csX161" fmla="*/ 651456 w 900114"/>
              <a:gd name="csY161" fmla="*/ 0 h 859639"/>
              <a:gd name="csX162" fmla="*/ 383021 w 900114"/>
              <a:gd name="csY162" fmla="*/ 0 h 859639"/>
              <a:gd name="csX163" fmla="*/ 114584 w 900114"/>
              <a:gd name="csY163" fmla="*/ 0 h 859639"/>
              <a:gd name="csX164" fmla="*/ 71777 w 900114"/>
              <a:gd name="csY164" fmla="*/ 42809 h 859639"/>
              <a:gd name="csX165" fmla="*/ 71777 w 900114"/>
              <a:gd name="csY165" fmla="*/ 71779 h 859639"/>
              <a:gd name="csX166" fmla="*/ 42809 w 900114"/>
              <a:gd name="csY166" fmla="*/ 71779 h 859639"/>
              <a:gd name="csX167" fmla="*/ 0 w 900114"/>
              <a:gd name="csY167" fmla="*/ 114586 h 859639"/>
              <a:gd name="csX168" fmla="*/ 0 w 900114"/>
              <a:gd name="csY168" fmla="*/ 816833 h 859639"/>
              <a:gd name="csX169" fmla="*/ 42809 w 900114"/>
              <a:gd name="csY169" fmla="*/ 859640 h 859639"/>
              <a:gd name="csX170" fmla="*/ 579680 w 900114"/>
              <a:gd name="csY170" fmla="*/ 859640 h 859639"/>
              <a:gd name="csX171" fmla="*/ 622487 w 900114"/>
              <a:gd name="csY171" fmla="*/ 816833 h 859639"/>
              <a:gd name="csX172" fmla="*/ 622487 w 900114"/>
              <a:gd name="csY172" fmla="*/ 787863 h 859639"/>
              <a:gd name="csX173" fmla="*/ 651456 w 900114"/>
              <a:gd name="csY173" fmla="*/ 787863 h 859639"/>
              <a:gd name="csX174" fmla="*/ 694265 w 900114"/>
              <a:gd name="csY174" fmla="*/ 745054 h 859639"/>
              <a:gd name="csX175" fmla="*/ 694265 w 900114"/>
              <a:gd name="csY175" fmla="*/ 711553 h 859639"/>
              <a:gd name="csX176" fmla="*/ 777704 w 900114"/>
              <a:gd name="csY176" fmla="*/ 711553 h 859639"/>
              <a:gd name="csX177" fmla="*/ 790206 w 900114"/>
              <a:gd name="csY177" fmla="*/ 699052 h 859639"/>
              <a:gd name="csX178" fmla="*/ 790206 w 900114"/>
              <a:gd name="csY178" fmla="*/ 412893 h 859639"/>
              <a:gd name="csX179" fmla="*/ 777704 w 900114"/>
              <a:gd name="csY179" fmla="*/ 400391 h 859639"/>
              <a:gd name="csX180" fmla="*/ 765203 w 900114"/>
              <a:gd name="csY180" fmla="*/ 412893 h 859639"/>
              <a:gd name="csX181" fmla="*/ 765203 w 900114"/>
              <a:gd name="csY181" fmla="*/ 686552 h 859639"/>
              <a:gd name="csX182" fmla="*/ 694265 w 900114"/>
              <a:gd name="csY182" fmla="*/ 686552 h 859639"/>
              <a:gd name="csX183" fmla="*/ 694265 w 900114"/>
              <a:gd name="csY183" fmla="*/ 207867 h 859639"/>
              <a:gd name="csX184" fmla="*/ 710248 w 900114"/>
              <a:gd name="csY184" fmla="*/ 250690 h 859639"/>
              <a:gd name="csX185" fmla="*/ 710248 w 900114"/>
              <a:gd name="csY185" fmla="*/ 254241 h 859639"/>
              <a:gd name="csX186" fmla="*/ 742093 w 900114"/>
              <a:gd name="csY186" fmla="*/ 286086 h 859639"/>
              <a:gd name="csX187" fmla="*/ 813316 w 900114"/>
              <a:gd name="csY187" fmla="*/ 286086 h 859639"/>
              <a:gd name="csX188" fmla="*/ 845159 w 900114"/>
              <a:gd name="csY188" fmla="*/ 254241 h 859639"/>
              <a:gd name="csX189" fmla="*/ 845159 w 900114"/>
              <a:gd name="csY189" fmla="*/ 250690 h 859639"/>
              <a:gd name="csX190" fmla="*/ 867260 w 900114"/>
              <a:gd name="csY190" fmla="*/ 199221 h 859639"/>
              <a:gd name="csX191" fmla="*/ 900114 w 900114"/>
              <a:gd name="csY191" fmla="*/ 110962 h 859639"/>
              <a:gd name="csX192" fmla="*/ 861054 w 900114"/>
              <a:gd name="csY192" fmla="*/ 27337 h 859639"/>
              <a:gd name="csX193" fmla="*/ 597484 w 900114"/>
              <a:gd name="csY193" fmla="*/ 816833 h 859639"/>
              <a:gd name="csX194" fmla="*/ 579680 w 900114"/>
              <a:gd name="csY194" fmla="*/ 834637 h 859639"/>
              <a:gd name="csX195" fmla="*/ 42809 w 900114"/>
              <a:gd name="csY195" fmla="*/ 834637 h 859639"/>
              <a:gd name="csX196" fmla="*/ 25003 w 900114"/>
              <a:gd name="csY196" fmla="*/ 816833 h 859639"/>
              <a:gd name="csX197" fmla="*/ 25003 w 900114"/>
              <a:gd name="csY197" fmla="*/ 114586 h 859639"/>
              <a:gd name="csX198" fmla="*/ 42809 w 900114"/>
              <a:gd name="csY198" fmla="*/ 96782 h 859639"/>
              <a:gd name="csX199" fmla="*/ 579678 w 900114"/>
              <a:gd name="csY199" fmla="*/ 96782 h 859639"/>
              <a:gd name="csX200" fmla="*/ 597484 w 900114"/>
              <a:gd name="csY200" fmla="*/ 114586 h 859639"/>
              <a:gd name="csX201" fmla="*/ 651456 w 900114"/>
              <a:gd name="csY201" fmla="*/ 762860 h 859639"/>
              <a:gd name="csX202" fmla="*/ 622487 w 900114"/>
              <a:gd name="csY202" fmla="*/ 762860 h 859639"/>
              <a:gd name="csX203" fmla="*/ 622487 w 900114"/>
              <a:gd name="csY203" fmla="*/ 114586 h 859639"/>
              <a:gd name="csX204" fmla="*/ 579678 w 900114"/>
              <a:gd name="csY204" fmla="*/ 71779 h 859639"/>
              <a:gd name="csX205" fmla="*/ 96780 w 900114"/>
              <a:gd name="csY205" fmla="*/ 71779 h 859639"/>
              <a:gd name="csX206" fmla="*/ 96780 w 900114"/>
              <a:gd name="csY206" fmla="*/ 42809 h 859639"/>
              <a:gd name="csX207" fmla="*/ 114584 w 900114"/>
              <a:gd name="csY207" fmla="*/ 25003 h 859639"/>
              <a:gd name="csX208" fmla="*/ 383021 w 900114"/>
              <a:gd name="csY208" fmla="*/ 25003 h 859639"/>
              <a:gd name="csX209" fmla="*/ 651456 w 900114"/>
              <a:gd name="csY209" fmla="*/ 25003 h 859639"/>
              <a:gd name="csX210" fmla="*/ 669260 w 900114"/>
              <a:gd name="csY210" fmla="*/ 42809 h 859639"/>
              <a:gd name="csX211" fmla="*/ 669260 w 900114"/>
              <a:gd name="csY211" fmla="*/ 56278 h 859639"/>
              <a:gd name="csX212" fmla="*/ 655294 w 900114"/>
              <a:gd name="csY212" fmla="*/ 110962 h 859639"/>
              <a:gd name="csX213" fmla="*/ 669260 w 900114"/>
              <a:gd name="csY213" fmla="*/ 169803 h 859639"/>
              <a:gd name="csX214" fmla="*/ 669260 w 900114"/>
              <a:gd name="csY214" fmla="*/ 697000 h 859639"/>
              <a:gd name="csX215" fmla="*/ 669078 w 900114"/>
              <a:gd name="csY215" fmla="*/ 699053 h 859639"/>
              <a:gd name="csX216" fmla="*/ 669262 w 900114"/>
              <a:gd name="csY216" fmla="*/ 701107 h 859639"/>
              <a:gd name="csX217" fmla="*/ 669262 w 900114"/>
              <a:gd name="csY217" fmla="*/ 745054 h 859639"/>
              <a:gd name="csX218" fmla="*/ 651456 w 900114"/>
              <a:gd name="csY218" fmla="*/ 762860 h 859639"/>
              <a:gd name="csX219" fmla="*/ 766444 w 900114"/>
              <a:gd name="csY219" fmla="*/ 160415 h 859639"/>
              <a:gd name="csX220" fmla="*/ 777703 w 900114"/>
              <a:gd name="csY220" fmla="*/ 149156 h 859639"/>
              <a:gd name="csX221" fmla="*/ 788961 w 900114"/>
              <a:gd name="csY221" fmla="*/ 160415 h 859639"/>
              <a:gd name="csX222" fmla="*/ 777703 w 900114"/>
              <a:gd name="csY222" fmla="*/ 171671 h 859639"/>
              <a:gd name="csX223" fmla="*/ 766444 w 900114"/>
              <a:gd name="csY223" fmla="*/ 160415 h 859639"/>
              <a:gd name="csX224" fmla="*/ 846938 w 900114"/>
              <a:gd name="csY224" fmla="*/ 184655 h 859639"/>
              <a:gd name="csX225" fmla="*/ 820154 w 900114"/>
              <a:gd name="csY225" fmla="*/ 250690 h 859639"/>
              <a:gd name="csX226" fmla="*/ 820154 w 900114"/>
              <a:gd name="csY226" fmla="*/ 254241 h 859639"/>
              <a:gd name="csX227" fmla="*/ 813314 w 900114"/>
              <a:gd name="csY227" fmla="*/ 261083 h 859639"/>
              <a:gd name="csX228" fmla="*/ 790204 w 900114"/>
              <a:gd name="csY228" fmla="*/ 261083 h 859639"/>
              <a:gd name="csX229" fmla="*/ 790204 w 900114"/>
              <a:gd name="csY229" fmla="*/ 194408 h 859639"/>
              <a:gd name="csX230" fmla="*/ 813964 w 900114"/>
              <a:gd name="csY230" fmla="*/ 160415 h 859639"/>
              <a:gd name="csX231" fmla="*/ 777703 w 900114"/>
              <a:gd name="csY231" fmla="*/ 124153 h 859639"/>
              <a:gd name="csX232" fmla="*/ 741441 w 900114"/>
              <a:gd name="csY232" fmla="*/ 160415 h 859639"/>
              <a:gd name="csX233" fmla="*/ 765201 w 900114"/>
              <a:gd name="csY233" fmla="*/ 194408 h 859639"/>
              <a:gd name="csX234" fmla="*/ 765201 w 900114"/>
              <a:gd name="csY234" fmla="*/ 261083 h 859639"/>
              <a:gd name="csX235" fmla="*/ 742093 w 900114"/>
              <a:gd name="csY235" fmla="*/ 261083 h 859639"/>
              <a:gd name="csX236" fmla="*/ 735251 w 900114"/>
              <a:gd name="csY236" fmla="*/ 254241 h 859639"/>
              <a:gd name="csX237" fmla="*/ 735251 w 900114"/>
              <a:gd name="csY237" fmla="*/ 250690 h 859639"/>
              <a:gd name="csX238" fmla="*/ 708467 w 900114"/>
              <a:gd name="csY238" fmla="*/ 184653 h 859639"/>
              <a:gd name="csX239" fmla="*/ 680298 w 900114"/>
              <a:gd name="csY239" fmla="*/ 110960 h 859639"/>
              <a:gd name="csX240" fmla="*/ 777704 w 900114"/>
              <a:gd name="csY240" fmla="*/ 25003 h 859639"/>
              <a:gd name="csX241" fmla="*/ 875111 w 900114"/>
              <a:gd name="csY241" fmla="*/ 110960 h 859639"/>
              <a:gd name="csX242" fmla="*/ 846942 w 900114"/>
              <a:gd name="csY242" fmla="*/ 184653 h 859639"/>
              <a:gd name="csX243" fmla="*/ 831047 w 900114"/>
              <a:gd name="csY243" fmla="*/ 343007 h 859639"/>
              <a:gd name="csX244" fmla="*/ 818545 w 900114"/>
              <a:gd name="csY244" fmla="*/ 355509 h 859639"/>
              <a:gd name="csX245" fmla="*/ 790204 w 900114"/>
              <a:gd name="csY245" fmla="*/ 355509 h 859639"/>
              <a:gd name="csX246" fmla="*/ 790204 w 900114"/>
              <a:gd name="csY246" fmla="*/ 361795 h 859639"/>
              <a:gd name="csX247" fmla="*/ 777703 w 900114"/>
              <a:gd name="csY247" fmla="*/ 374297 h 859639"/>
              <a:gd name="csX248" fmla="*/ 765201 w 900114"/>
              <a:gd name="csY248" fmla="*/ 361795 h 859639"/>
              <a:gd name="csX249" fmla="*/ 765201 w 900114"/>
              <a:gd name="csY249" fmla="*/ 355509 h 859639"/>
              <a:gd name="csX250" fmla="*/ 736862 w 900114"/>
              <a:gd name="csY250" fmla="*/ 355509 h 859639"/>
              <a:gd name="csX251" fmla="*/ 724360 w 900114"/>
              <a:gd name="csY251" fmla="*/ 343007 h 859639"/>
              <a:gd name="csX252" fmla="*/ 736862 w 900114"/>
              <a:gd name="csY252" fmla="*/ 330506 h 859639"/>
              <a:gd name="csX253" fmla="*/ 818545 w 900114"/>
              <a:gd name="csY253" fmla="*/ 330506 h 859639"/>
              <a:gd name="csX254" fmla="*/ 831047 w 900114"/>
              <a:gd name="csY254" fmla="*/ 343007 h 859639"/>
              <a:gd name="csX255" fmla="*/ 834433 w 900114"/>
              <a:gd name="csY255" fmla="*/ 308296 h 859639"/>
              <a:gd name="csX256" fmla="*/ 821931 w 900114"/>
              <a:gd name="csY256" fmla="*/ 320797 h 859639"/>
              <a:gd name="csX257" fmla="*/ 733476 w 900114"/>
              <a:gd name="csY257" fmla="*/ 320797 h 859639"/>
              <a:gd name="csX258" fmla="*/ 720974 w 900114"/>
              <a:gd name="csY258" fmla="*/ 308296 h 859639"/>
              <a:gd name="csX259" fmla="*/ 733476 w 900114"/>
              <a:gd name="csY259" fmla="*/ 295794 h 859639"/>
              <a:gd name="csX260" fmla="*/ 821931 w 900114"/>
              <a:gd name="csY260" fmla="*/ 295794 h 859639"/>
              <a:gd name="csX261" fmla="*/ 834433 w 900114"/>
              <a:gd name="csY261" fmla="*/ 308296 h 8596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Lst>
            <a:rect l="l" t="t" r="r" b="b"/>
            <a:pathLst>
              <a:path w="900114" h="859639">
                <a:moveTo>
                  <a:pt x="529197" y="753967"/>
                </a:moveTo>
                <a:lnTo>
                  <a:pt x="514455" y="753967"/>
                </a:lnTo>
                <a:lnTo>
                  <a:pt x="514455" y="516963"/>
                </a:lnTo>
                <a:cubicBezTo>
                  <a:pt x="514455" y="510058"/>
                  <a:pt x="508858" y="504461"/>
                  <a:pt x="501954" y="504461"/>
                </a:cubicBezTo>
                <a:lnTo>
                  <a:pt x="442191" y="504461"/>
                </a:lnTo>
                <a:cubicBezTo>
                  <a:pt x="435287" y="504461"/>
                  <a:pt x="429689" y="510058"/>
                  <a:pt x="429689" y="516963"/>
                </a:cubicBezTo>
                <a:lnTo>
                  <a:pt x="429689" y="753967"/>
                </a:lnTo>
                <a:lnTo>
                  <a:pt x="407235" y="753967"/>
                </a:lnTo>
                <a:lnTo>
                  <a:pt x="407235" y="634949"/>
                </a:lnTo>
                <a:cubicBezTo>
                  <a:pt x="407235" y="628045"/>
                  <a:pt x="401638" y="622447"/>
                  <a:pt x="394733" y="622447"/>
                </a:cubicBezTo>
                <a:lnTo>
                  <a:pt x="334970" y="622447"/>
                </a:lnTo>
                <a:cubicBezTo>
                  <a:pt x="328066" y="622447"/>
                  <a:pt x="322469" y="628045"/>
                  <a:pt x="322469" y="634949"/>
                </a:cubicBezTo>
                <a:lnTo>
                  <a:pt x="322469" y="753967"/>
                </a:lnTo>
                <a:lnTo>
                  <a:pt x="300016" y="753967"/>
                </a:lnTo>
                <a:lnTo>
                  <a:pt x="300016" y="569034"/>
                </a:lnTo>
                <a:cubicBezTo>
                  <a:pt x="300016" y="562129"/>
                  <a:pt x="294419" y="556532"/>
                  <a:pt x="287515" y="556532"/>
                </a:cubicBezTo>
                <a:lnTo>
                  <a:pt x="227752" y="556532"/>
                </a:lnTo>
                <a:cubicBezTo>
                  <a:pt x="220847" y="556532"/>
                  <a:pt x="215250" y="562129"/>
                  <a:pt x="215250" y="569034"/>
                </a:cubicBezTo>
                <a:lnTo>
                  <a:pt x="215250" y="753967"/>
                </a:lnTo>
                <a:lnTo>
                  <a:pt x="192796" y="753967"/>
                </a:lnTo>
                <a:lnTo>
                  <a:pt x="192796" y="672739"/>
                </a:lnTo>
                <a:cubicBezTo>
                  <a:pt x="192796" y="665835"/>
                  <a:pt x="187198" y="660238"/>
                  <a:pt x="180294" y="660238"/>
                </a:cubicBezTo>
                <a:lnTo>
                  <a:pt x="120533" y="660238"/>
                </a:lnTo>
                <a:cubicBezTo>
                  <a:pt x="113628" y="660238"/>
                  <a:pt x="108031" y="665835"/>
                  <a:pt x="108031" y="672739"/>
                </a:cubicBezTo>
                <a:lnTo>
                  <a:pt x="108031" y="753967"/>
                </a:lnTo>
                <a:lnTo>
                  <a:pt x="93288" y="753967"/>
                </a:lnTo>
                <a:cubicBezTo>
                  <a:pt x="86384" y="753967"/>
                  <a:pt x="80787" y="759565"/>
                  <a:pt x="80787" y="766469"/>
                </a:cubicBezTo>
                <a:cubicBezTo>
                  <a:pt x="80787" y="773373"/>
                  <a:pt x="86384" y="778971"/>
                  <a:pt x="93288" y="778971"/>
                </a:cubicBezTo>
                <a:lnTo>
                  <a:pt x="529197" y="778971"/>
                </a:lnTo>
                <a:cubicBezTo>
                  <a:pt x="536101" y="778971"/>
                  <a:pt x="541698" y="773373"/>
                  <a:pt x="541698" y="766469"/>
                </a:cubicBezTo>
                <a:cubicBezTo>
                  <a:pt x="541698" y="759565"/>
                  <a:pt x="536101" y="753967"/>
                  <a:pt x="529197" y="753967"/>
                </a:cubicBezTo>
                <a:close/>
                <a:moveTo>
                  <a:pt x="454693" y="529464"/>
                </a:moveTo>
                <a:lnTo>
                  <a:pt x="489452" y="529464"/>
                </a:lnTo>
                <a:lnTo>
                  <a:pt x="489452" y="753967"/>
                </a:lnTo>
                <a:lnTo>
                  <a:pt x="454693" y="753967"/>
                </a:lnTo>
                <a:close/>
                <a:moveTo>
                  <a:pt x="347472" y="647451"/>
                </a:moveTo>
                <a:lnTo>
                  <a:pt x="382232" y="647451"/>
                </a:lnTo>
                <a:lnTo>
                  <a:pt x="382232" y="753967"/>
                </a:lnTo>
                <a:lnTo>
                  <a:pt x="347472" y="753967"/>
                </a:lnTo>
                <a:close/>
                <a:moveTo>
                  <a:pt x="240253" y="581535"/>
                </a:moveTo>
                <a:lnTo>
                  <a:pt x="275013" y="581535"/>
                </a:lnTo>
                <a:lnTo>
                  <a:pt x="275013" y="753967"/>
                </a:lnTo>
                <a:lnTo>
                  <a:pt x="240253" y="753967"/>
                </a:lnTo>
                <a:close/>
                <a:moveTo>
                  <a:pt x="133034" y="685239"/>
                </a:moveTo>
                <a:lnTo>
                  <a:pt x="167792" y="685239"/>
                </a:lnTo>
                <a:lnTo>
                  <a:pt x="167792" y="753966"/>
                </a:lnTo>
                <a:lnTo>
                  <a:pt x="133034" y="753966"/>
                </a:lnTo>
                <a:close/>
                <a:moveTo>
                  <a:pt x="364853" y="518083"/>
                </a:moveTo>
                <a:cubicBezTo>
                  <a:pt x="354907" y="518083"/>
                  <a:pt x="345758" y="521535"/>
                  <a:pt x="338519" y="527293"/>
                </a:cubicBezTo>
                <a:lnTo>
                  <a:pt x="298116" y="499637"/>
                </a:lnTo>
                <a:cubicBezTo>
                  <a:pt x="299350" y="495667"/>
                  <a:pt x="300016" y="491449"/>
                  <a:pt x="300016" y="487079"/>
                </a:cubicBezTo>
                <a:cubicBezTo>
                  <a:pt x="300016" y="463710"/>
                  <a:pt x="281003" y="444697"/>
                  <a:pt x="257634" y="444697"/>
                </a:cubicBezTo>
                <a:cubicBezTo>
                  <a:pt x="234265" y="444697"/>
                  <a:pt x="215252" y="463710"/>
                  <a:pt x="215252" y="487079"/>
                </a:cubicBezTo>
                <a:cubicBezTo>
                  <a:pt x="215252" y="493778"/>
                  <a:pt x="216820" y="500114"/>
                  <a:pt x="219599" y="505753"/>
                </a:cubicBezTo>
                <a:lnTo>
                  <a:pt x="171293" y="551289"/>
                </a:lnTo>
                <a:cubicBezTo>
                  <a:pt x="165126" y="547781"/>
                  <a:pt x="158004" y="545766"/>
                  <a:pt x="150415" y="545766"/>
                </a:cubicBezTo>
                <a:cubicBezTo>
                  <a:pt x="127044" y="545766"/>
                  <a:pt x="108033" y="564780"/>
                  <a:pt x="108033" y="588149"/>
                </a:cubicBezTo>
                <a:cubicBezTo>
                  <a:pt x="108033" y="611518"/>
                  <a:pt x="127046" y="630531"/>
                  <a:pt x="150415" y="630531"/>
                </a:cubicBezTo>
                <a:cubicBezTo>
                  <a:pt x="173784" y="630531"/>
                  <a:pt x="192796" y="611518"/>
                  <a:pt x="192796" y="588149"/>
                </a:cubicBezTo>
                <a:cubicBezTo>
                  <a:pt x="192796" y="581450"/>
                  <a:pt x="191227" y="575113"/>
                  <a:pt x="188449" y="569477"/>
                </a:cubicBezTo>
                <a:lnTo>
                  <a:pt x="236756" y="523940"/>
                </a:lnTo>
                <a:cubicBezTo>
                  <a:pt x="242923" y="527448"/>
                  <a:pt x="250046" y="529461"/>
                  <a:pt x="257634" y="529461"/>
                </a:cubicBezTo>
                <a:cubicBezTo>
                  <a:pt x="267580" y="529461"/>
                  <a:pt x="276729" y="526009"/>
                  <a:pt x="283966" y="520251"/>
                </a:cubicBezTo>
                <a:lnTo>
                  <a:pt x="324369" y="547906"/>
                </a:lnTo>
                <a:cubicBezTo>
                  <a:pt x="323135" y="551876"/>
                  <a:pt x="322469" y="556095"/>
                  <a:pt x="322469" y="560465"/>
                </a:cubicBezTo>
                <a:cubicBezTo>
                  <a:pt x="322469" y="583836"/>
                  <a:pt x="341482" y="602847"/>
                  <a:pt x="364851" y="602847"/>
                </a:cubicBezTo>
                <a:cubicBezTo>
                  <a:pt x="388220" y="602847"/>
                  <a:pt x="407233" y="583834"/>
                  <a:pt x="407233" y="560465"/>
                </a:cubicBezTo>
                <a:cubicBezTo>
                  <a:pt x="407233" y="552149"/>
                  <a:pt x="404817" y="544393"/>
                  <a:pt x="400664" y="537842"/>
                </a:cubicBezTo>
                <a:lnTo>
                  <a:pt x="455244" y="474059"/>
                </a:lnTo>
                <a:cubicBezTo>
                  <a:pt x="460406" y="476301"/>
                  <a:pt x="466094" y="477551"/>
                  <a:pt x="472072" y="477551"/>
                </a:cubicBezTo>
                <a:cubicBezTo>
                  <a:pt x="495442" y="477551"/>
                  <a:pt x="514454" y="458538"/>
                  <a:pt x="514454" y="435169"/>
                </a:cubicBezTo>
                <a:cubicBezTo>
                  <a:pt x="514454" y="411800"/>
                  <a:pt x="495440" y="392787"/>
                  <a:pt x="472072" y="392787"/>
                </a:cubicBezTo>
                <a:cubicBezTo>
                  <a:pt x="448703" y="392787"/>
                  <a:pt x="429688" y="411800"/>
                  <a:pt x="429688" y="435169"/>
                </a:cubicBezTo>
                <a:cubicBezTo>
                  <a:pt x="429688" y="443484"/>
                  <a:pt x="432104" y="451240"/>
                  <a:pt x="436258" y="457791"/>
                </a:cubicBezTo>
                <a:lnTo>
                  <a:pt x="381678" y="521572"/>
                </a:lnTo>
                <a:cubicBezTo>
                  <a:pt x="376517" y="519331"/>
                  <a:pt x="370829" y="518081"/>
                  <a:pt x="364851" y="518081"/>
                </a:cubicBezTo>
                <a:close/>
                <a:moveTo>
                  <a:pt x="150415" y="605529"/>
                </a:moveTo>
                <a:cubicBezTo>
                  <a:pt x="140832" y="605529"/>
                  <a:pt x="133036" y="597734"/>
                  <a:pt x="133036" y="588150"/>
                </a:cubicBezTo>
                <a:cubicBezTo>
                  <a:pt x="133036" y="578567"/>
                  <a:pt x="140832" y="570771"/>
                  <a:pt x="150415" y="570771"/>
                </a:cubicBezTo>
                <a:cubicBezTo>
                  <a:pt x="159999" y="570771"/>
                  <a:pt x="167792" y="578567"/>
                  <a:pt x="167792" y="588150"/>
                </a:cubicBezTo>
                <a:cubicBezTo>
                  <a:pt x="167792" y="597734"/>
                  <a:pt x="159997" y="605529"/>
                  <a:pt x="150415" y="605529"/>
                </a:cubicBezTo>
                <a:close/>
                <a:moveTo>
                  <a:pt x="257634" y="504458"/>
                </a:moveTo>
                <a:cubicBezTo>
                  <a:pt x="248051" y="504458"/>
                  <a:pt x="240255" y="496662"/>
                  <a:pt x="240255" y="487079"/>
                </a:cubicBezTo>
                <a:cubicBezTo>
                  <a:pt x="240255" y="477495"/>
                  <a:pt x="248051" y="469700"/>
                  <a:pt x="257634" y="469700"/>
                </a:cubicBezTo>
                <a:cubicBezTo>
                  <a:pt x="267217" y="469700"/>
                  <a:pt x="275013" y="477495"/>
                  <a:pt x="275013" y="487079"/>
                </a:cubicBezTo>
                <a:cubicBezTo>
                  <a:pt x="275013" y="496662"/>
                  <a:pt x="267217" y="504458"/>
                  <a:pt x="257634" y="504458"/>
                </a:cubicBezTo>
                <a:close/>
                <a:moveTo>
                  <a:pt x="364853" y="577845"/>
                </a:moveTo>
                <a:cubicBezTo>
                  <a:pt x="355269" y="577845"/>
                  <a:pt x="347474" y="570050"/>
                  <a:pt x="347474" y="560467"/>
                </a:cubicBezTo>
                <a:cubicBezTo>
                  <a:pt x="347474" y="550883"/>
                  <a:pt x="355269" y="543088"/>
                  <a:pt x="364853" y="543088"/>
                </a:cubicBezTo>
                <a:cubicBezTo>
                  <a:pt x="374436" y="543088"/>
                  <a:pt x="382232" y="550883"/>
                  <a:pt x="382232" y="560467"/>
                </a:cubicBezTo>
                <a:cubicBezTo>
                  <a:pt x="382232" y="570050"/>
                  <a:pt x="374436" y="577845"/>
                  <a:pt x="364853" y="577845"/>
                </a:cubicBezTo>
                <a:close/>
                <a:moveTo>
                  <a:pt x="472073" y="417790"/>
                </a:moveTo>
                <a:cubicBezTo>
                  <a:pt x="481657" y="417790"/>
                  <a:pt x="489452" y="425585"/>
                  <a:pt x="489452" y="435169"/>
                </a:cubicBezTo>
                <a:cubicBezTo>
                  <a:pt x="489452" y="444752"/>
                  <a:pt x="481657" y="452548"/>
                  <a:pt x="472073" y="452548"/>
                </a:cubicBezTo>
                <a:cubicBezTo>
                  <a:pt x="462490" y="452548"/>
                  <a:pt x="454693" y="444752"/>
                  <a:pt x="454693" y="435169"/>
                </a:cubicBezTo>
                <a:cubicBezTo>
                  <a:pt x="454693" y="425585"/>
                  <a:pt x="462490" y="417790"/>
                  <a:pt x="472073" y="417790"/>
                </a:cubicBezTo>
                <a:close/>
                <a:moveTo>
                  <a:pt x="207437" y="399741"/>
                </a:moveTo>
                <a:cubicBezTo>
                  <a:pt x="214341" y="399741"/>
                  <a:pt x="219938" y="394144"/>
                  <a:pt x="219938" y="387239"/>
                </a:cubicBezTo>
                <a:lnTo>
                  <a:pt x="219938" y="280308"/>
                </a:lnTo>
                <a:lnTo>
                  <a:pt x="312557" y="226834"/>
                </a:lnTo>
                <a:cubicBezTo>
                  <a:pt x="315429" y="225175"/>
                  <a:pt x="317525" y="222442"/>
                  <a:pt x="318383" y="219238"/>
                </a:cubicBezTo>
                <a:cubicBezTo>
                  <a:pt x="319240" y="216034"/>
                  <a:pt x="318790" y="212619"/>
                  <a:pt x="317127" y="209748"/>
                </a:cubicBezTo>
                <a:cubicBezTo>
                  <a:pt x="294535" y="170698"/>
                  <a:pt x="252503" y="146440"/>
                  <a:pt x="207437" y="146440"/>
                </a:cubicBezTo>
                <a:cubicBezTo>
                  <a:pt x="137601" y="146440"/>
                  <a:pt x="80787" y="203256"/>
                  <a:pt x="80787" y="273091"/>
                </a:cubicBezTo>
                <a:cubicBezTo>
                  <a:pt x="80787" y="342927"/>
                  <a:pt x="137601" y="399743"/>
                  <a:pt x="207437" y="399743"/>
                </a:cubicBezTo>
                <a:close/>
                <a:moveTo>
                  <a:pt x="288547" y="211826"/>
                </a:moveTo>
                <a:lnTo>
                  <a:pt x="219938" y="251439"/>
                </a:lnTo>
                <a:lnTo>
                  <a:pt x="219938" y="172238"/>
                </a:lnTo>
                <a:cubicBezTo>
                  <a:pt x="247124" y="175636"/>
                  <a:pt x="271980" y="189967"/>
                  <a:pt x="288547" y="211826"/>
                </a:cubicBezTo>
                <a:close/>
                <a:moveTo>
                  <a:pt x="194935" y="172239"/>
                </a:moveTo>
                <a:lnTo>
                  <a:pt x="194935" y="373974"/>
                </a:lnTo>
                <a:cubicBezTo>
                  <a:pt x="144763" y="367794"/>
                  <a:pt x="105790" y="324908"/>
                  <a:pt x="105790" y="273091"/>
                </a:cubicBezTo>
                <a:cubicBezTo>
                  <a:pt x="105790" y="221274"/>
                  <a:pt x="144768" y="178424"/>
                  <a:pt x="194935" y="172239"/>
                </a:cubicBezTo>
                <a:close/>
                <a:moveTo>
                  <a:pt x="333751" y="233506"/>
                </a:moveTo>
                <a:cubicBezTo>
                  <a:pt x="330368" y="232392"/>
                  <a:pt x="326673" y="232770"/>
                  <a:pt x="323589" y="234553"/>
                </a:cubicBezTo>
                <a:lnTo>
                  <a:pt x="236356" y="284916"/>
                </a:lnTo>
                <a:cubicBezTo>
                  <a:pt x="232488" y="287148"/>
                  <a:pt x="230106" y="291276"/>
                  <a:pt x="230106" y="295742"/>
                </a:cubicBezTo>
                <a:lnTo>
                  <a:pt x="230106" y="396451"/>
                </a:lnTo>
                <a:cubicBezTo>
                  <a:pt x="230106" y="400011"/>
                  <a:pt x="231624" y="403402"/>
                  <a:pt x="234278" y="405774"/>
                </a:cubicBezTo>
                <a:cubicBezTo>
                  <a:pt x="236581" y="407831"/>
                  <a:pt x="239550" y="408953"/>
                  <a:pt x="242607" y="408953"/>
                </a:cubicBezTo>
                <a:cubicBezTo>
                  <a:pt x="243073" y="408953"/>
                  <a:pt x="243539" y="408926"/>
                  <a:pt x="244009" y="408874"/>
                </a:cubicBezTo>
                <a:cubicBezTo>
                  <a:pt x="305185" y="401970"/>
                  <a:pt x="351317" y="350281"/>
                  <a:pt x="351317" y="288641"/>
                </a:cubicBezTo>
                <a:cubicBezTo>
                  <a:pt x="351317" y="271888"/>
                  <a:pt x="347947" y="255653"/>
                  <a:pt x="341302" y="240389"/>
                </a:cubicBezTo>
                <a:cubicBezTo>
                  <a:pt x="339880" y="237124"/>
                  <a:pt x="337133" y="234620"/>
                  <a:pt x="333751" y="233506"/>
                </a:cubicBezTo>
                <a:close/>
                <a:moveTo>
                  <a:pt x="255109" y="381421"/>
                </a:moveTo>
                <a:lnTo>
                  <a:pt x="255109" y="302961"/>
                </a:lnTo>
                <a:lnTo>
                  <a:pt x="323055" y="263731"/>
                </a:lnTo>
                <a:cubicBezTo>
                  <a:pt x="325223" y="271800"/>
                  <a:pt x="326314" y="280133"/>
                  <a:pt x="326314" y="288641"/>
                </a:cubicBezTo>
                <a:cubicBezTo>
                  <a:pt x="326314" y="332752"/>
                  <a:pt x="296550" y="370437"/>
                  <a:pt x="255109" y="381421"/>
                </a:cubicBezTo>
                <a:close/>
                <a:moveTo>
                  <a:pt x="541700" y="279560"/>
                </a:moveTo>
                <a:cubicBezTo>
                  <a:pt x="541700" y="286464"/>
                  <a:pt x="536103" y="292062"/>
                  <a:pt x="529198" y="292062"/>
                </a:cubicBezTo>
                <a:lnTo>
                  <a:pt x="391226" y="292062"/>
                </a:lnTo>
                <a:cubicBezTo>
                  <a:pt x="384321" y="292062"/>
                  <a:pt x="378724" y="286464"/>
                  <a:pt x="378724" y="279560"/>
                </a:cubicBezTo>
                <a:cubicBezTo>
                  <a:pt x="378724" y="272656"/>
                  <a:pt x="384321" y="267058"/>
                  <a:pt x="391226" y="267058"/>
                </a:cubicBezTo>
                <a:lnTo>
                  <a:pt x="529198" y="267058"/>
                </a:lnTo>
                <a:cubicBezTo>
                  <a:pt x="536103" y="267058"/>
                  <a:pt x="541700" y="272656"/>
                  <a:pt x="541700" y="279560"/>
                </a:cubicBezTo>
                <a:close/>
                <a:moveTo>
                  <a:pt x="541700" y="167141"/>
                </a:moveTo>
                <a:cubicBezTo>
                  <a:pt x="541700" y="174045"/>
                  <a:pt x="536103" y="179642"/>
                  <a:pt x="529198" y="179642"/>
                </a:cubicBezTo>
                <a:lnTo>
                  <a:pt x="340978" y="179642"/>
                </a:lnTo>
                <a:cubicBezTo>
                  <a:pt x="334074" y="179642"/>
                  <a:pt x="328477" y="174045"/>
                  <a:pt x="328477" y="167141"/>
                </a:cubicBezTo>
                <a:cubicBezTo>
                  <a:pt x="328477" y="160236"/>
                  <a:pt x="334074" y="154639"/>
                  <a:pt x="340978" y="154639"/>
                </a:cubicBezTo>
                <a:lnTo>
                  <a:pt x="529198" y="154639"/>
                </a:lnTo>
                <a:cubicBezTo>
                  <a:pt x="536103" y="154639"/>
                  <a:pt x="541700" y="160236"/>
                  <a:pt x="541700" y="167141"/>
                </a:cubicBezTo>
                <a:close/>
                <a:moveTo>
                  <a:pt x="541700" y="335771"/>
                </a:moveTo>
                <a:cubicBezTo>
                  <a:pt x="541700" y="342675"/>
                  <a:pt x="536103" y="348272"/>
                  <a:pt x="529198" y="348272"/>
                </a:cubicBezTo>
                <a:lnTo>
                  <a:pt x="460213" y="348272"/>
                </a:lnTo>
                <a:cubicBezTo>
                  <a:pt x="453308" y="348272"/>
                  <a:pt x="447711" y="342675"/>
                  <a:pt x="447711" y="335771"/>
                </a:cubicBezTo>
                <a:cubicBezTo>
                  <a:pt x="447711" y="328866"/>
                  <a:pt x="453308" y="323269"/>
                  <a:pt x="460213" y="323269"/>
                </a:cubicBezTo>
                <a:lnTo>
                  <a:pt x="529198" y="323269"/>
                </a:lnTo>
                <a:cubicBezTo>
                  <a:pt x="536103" y="323269"/>
                  <a:pt x="541700" y="328866"/>
                  <a:pt x="541700" y="335771"/>
                </a:cubicBezTo>
                <a:close/>
                <a:moveTo>
                  <a:pt x="541700" y="223351"/>
                </a:moveTo>
                <a:cubicBezTo>
                  <a:pt x="541700" y="230256"/>
                  <a:pt x="536103" y="235853"/>
                  <a:pt x="529198" y="235853"/>
                </a:cubicBezTo>
                <a:lnTo>
                  <a:pt x="391226" y="235853"/>
                </a:lnTo>
                <a:cubicBezTo>
                  <a:pt x="384321" y="235853"/>
                  <a:pt x="378724" y="230256"/>
                  <a:pt x="378724" y="223351"/>
                </a:cubicBezTo>
                <a:cubicBezTo>
                  <a:pt x="378724" y="216447"/>
                  <a:pt x="384321" y="210850"/>
                  <a:pt x="391226" y="210850"/>
                </a:cubicBezTo>
                <a:lnTo>
                  <a:pt x="529198" y="210850"/>
                </a:lnTo>
                <a:cubicBezTo>
                  <a:pt x="536103" y="210850"/>
                  <a:pt x="541700" y="216447"/>
                  <a:pt x="541700" y="223351"/>
                </a:cubicBezTo>
                <a:close/>
                <a:moveTo>
                  <a:pt x="861052" y="27337"/>
                </a:moveTo>
                <a:cubicBezTo>
                  <a:pt x="838914" y="9708"/>
                  <a:pt x="809314" y="0"/>
                  <a:pt x="777703" y="0"/>
                </a:cubicBezTo>
                <a:cubicBezTo>
                  <a:pt x="746092" y="0"/>
                  <a:pt x="716491" y="9708"/>
                  <a:pt x="694353" y="27337"/>
                </a:cubicBezTo>
                <a:cubicBezTo>
                  <a:pt x="693563" y="27966"/>
                  <a:pt x="692822" y="28627"/>
                  <a:pt x="692056" y="29272"/>
                </a:cubicBezTo>
                <a:cubicBezTo>
                  <a:pt x="686377" y="12284"/>
                  <a:pt x="670328" y="0"/>
                  <a:pt x="651456" y="0"/>
                </a:cubicBezTo>
                <a:lnTo>
                  <a:pt x="383021" y="0"/>
                </a:lnTo>
                <a:cubicBezTo>
                  <a:pt x="383021" y="0"/>
                  <a:pt x="114584" y="0"/>
                  <a:pt x="114584" y="0"/>
                </a:cubicBezTo>
                <a:cubicBezTo>
                  <a:pt x="90979" y="0"/>
                  <a:pt x="71777" y="19204"/>
                  <a:pt x="71777" y="42809"/>
                </a:cubicBezTo>
                <a:lnTo>
                  <a:pt x="71777" y="71779"/>
                </a:lnTo>
                <a:lnTo>
                  <a:pt x="42809" y="71779"/>
                </a:lnTo>
                <a:cubicBezTo>
                  <a:pt x="19204" y="71779"/>
                  <a:pt x="0" y="90981"/>
                  <a:pt x="0" y="114586"/>
                </a:cubicBezTo>
                <a:lnTo>
                  <a:pt x="0" y="816833"/>
                </a:lnTo>
                <a:cubicBezTo>
                  <a:pt x="0" y="840435"/>
                  <a:pt x="19204" y="859640"/>
                  <a:pt x="42809" y="859640"/>
                </a:cubicBezTo>
                <a:lnTo>
                  <a:pt x="579680" y="859640"/>
                </a:lnTo>
                <a:cubicBezTo>
                  <a:pt x="603284" y="859640"/>
                  <a:pt x="622487" y="840435"/>
                  <a:pt x="622487" y="816833"/>
                </a:cubicBezTo>
                <a:lnTo>
                  <a:pt x="622487" y="787863"/>
                </a:lnTo>
                <a:lnTo>
                  <a:pt x="651456" y="787863"/>
                </a:lnTo>
                <a:cubicBezTo>
                  <a:pt x="675061" y="787863"/>
                  <a:pt x="694265" y="768659"/>
                  <a:pt x="694265" y="745054"/>
                </a:cubicBezTo>
                <a:lnTo>
                  <a:pt x="694265" y="711553"/>
                </a:lnTo>
                <a:lnTo>
                  <a:pt x="777704" y="711553"/>
                </a:lnTo>
                <a:cubicBezTo>
                  <a:pt x="784609" y="711553"/>
                  <a:pt x="790206" y="705956"/>
                  <a:pt x="790206" y="699052"/>
                </a:cubicBezTo>
                <a:lnTo>
                  <a:pt x="790206" y="412893"/>
                </a:lnTo>
                <a:cubicBezTo>
                  <a:pt x="790206" y="405988"/>
                  <a:pt x="784609" y="400391"/>
                  <a:pt x="777704" y="400391"/>
                </a:cubicBezTo>
                <a:cubicBezTo>
                  <a:pt x="770800" y="400391"/>
                  <a:pt x="765203" y="405988"/>
                  <a:pt x="765203" y="412893"/>
                </a:cubicBezTo>
                <a:lnTo>
                  <a:pt x="765203" y="686552"/>
                </a:lnTo>
                <a:lnTo>
                  <a:pt x="694265" y="686552"/>
                </a:lnTo>
                <a:lnTo>
                  <a:pt x="694265" y="207867"/>
                </a:lnTo>
                <a:cubicBezTo>
                  <a:pt x="703563" y="221349"/>
                  <a:pt x="710248" y="233615"/>
                  <a:pt x="710248" y="250690"/>
                </a:cubicBezTo>
                <a:lnTo>
                  <a:pt x="710248" y="254241"/>
                </a:lnTo>
                <a:cubicBezTo>
                  <a:pt x="710248" y="271800"/>
                  <a:pt x="724533" y="286086"/>
                  <a:pt x="742093" y="286086"/>
                </a:cubicBezTo>
                <a:lnTo>
                  <a:pt x="813316" y="286086"/>
                </a:lnTo>
                <a:cubicBezTo>
                  <a:pt x="830873" y="286086"/>
                  <a:pt x="845159" y="271800"/>
                  <a:pt x="845159" y="254241"/>
                </a:cubicBezTo>
                <a:lnTo>
                  <a:pt x="845159" y="250690"/>
                </a:lnTo>
                <a:cubicBezTo>
                  <a:pt x="845159" y="230056"/>
                  <a:pt x="854912" y="216448"/>
                  <a:pt x="867260" y="199221"/>
                </a:cubicBezTo>
                <a:cubicBezTo>
                  <a:pt x="882659" y="177738"/>
                  <a:pt x="900114" y="153389"/>
                  <a:pt x="900114" y="110962"/>
                </a:cubicBezTo>
                <a:cubicBezTo>
                  <a:pt x="900114" y="76602"/>
                  <a:pt x="886607" y="47686"/>
                  <a:pt x="861054" y="27337"/>
                </a:cubicBezTo>
                <a:close/>
                <a:moveTo>
                  <a:pt x="597484" y="816833"/>
                </a:moveTo>
                <a:cubicBezTo>
                  <a:pt x="597484" y="826650"/>
                  <a:pt x="589497" y="834637"/>
                  <a:pt x="579680" y="834637"/>
                </a:cubicBezTo>
                <a:lnTo>
                  <a:pt x="42809" y="834637"/>
                </a:lnTo>
                <a:cubicBezTo>
                  <a:pt x="32992" y="834637"/>
                  <a:pt x="25003" y="826650"/>
                  <a:pt x="25003" y="816833"/>
                </a:cubicBezTo>
                <a:lnTo>
                  <a:pt x="25003" y="114586"/>
                </a:lnTo>
                <a:cubicBezTo>
                  <a:pt x="25003" y="104768"/>
                  <a:pt x="32992" y="96782"/>
                  <a:pt x="42809" y="96782"/>
                </a:cubicBezTo>
                <a:lnTo>
                  <a:pt x="579678" y="96782"/>
                </a:lnTo>
                <a:cubicBezTo>
                  <a:pt x="589495" y="96782"/>
                  <a:pt x="597484" y="104768"/>
                  <a:pt x="597484" y="114586"/>
                </a:cubicBezTo>
                <a:close/>
                <a:moveTo>
                  <a:pt x="651456" y="762860"/>
                </a:moveTo>
                <a:lnTo>
                  <a:pt x="622487" y="762860"/>
                </a:lnTo>
                <a:lnTo>
                  <a:pt x="622487" y="114586"/>
                </a:lnTo>
                <a:cubicBezTo>
                  <a:pt x="622487" y="90981"/>
                  <a:pt x="603283" y="71779"/>
                  <a:pt x="579678" y="71779"/>
                </a:cubicBezTo>
                <a:lnTo>
                  <a:pt x="96780" y="71779"/>
                </a:lnTo>
                <a:lnTo>
                  <a:pt x="96780" y="42809"/>
                </a:lnTo>
                <a:cubicBezTo>
                  <a:pt x="96780" y="32990"/>
                  <a:pt x="104767" y="25003"/>
                  <a:pt x="114584" y="25003"/>
                </a:cubicBezTo>
                <a:lnTo>
                  <a:pt x="383021" y="25003"/>
                </a:lnTo>
                <a:cubicBezTo>
                  <a:pt x="383021" y="25003"/>
                  <a:pt x="651456" y="25003"/>
                  <a:pt x="651456" y="25003"/>
                </a:cubicBezTo>
                <a:cubicBezTo>
                  <a:pt x="661274" y="25003"/>
                  <a:pt x="669260" y="32990"/>
                  <a:pt x="669260" y="42809"/>
                </a:cubicBezTo>
                <a:lnTo>
                  <a:pt x="669260" y="56278"/>
                </a:lnTo>
                <a:cubicBezTo>
                  <a:pt x="660075" y="72168"/>
                  <a:pt x="655294" y="90599"/>
                  <a:pt x="655294" y="110962"/>
                </a:cubicBezTo>
                <a:cubicBezTo>
                  <a:pt x="655294" y="135729"/>
                  <a:pt x="661247" y="154330"/>
                  <a:pt x="669260" y="169803"/>
                </a:cubicBezTo>
                <a:lnTo>
                  <a:pt x="669260" y="697000"/>
                </a:lnTo>
                <a:cubicBezTo>
                  <a:pt x="669152" y="697669"/>
                  <a:pt x="669078" y="698353"/>
                  <a:pt x="669078" y="699053"/>
                </a:cubicBezTo>
                <a:cubicBezTo>
                  <a:pt x="669078" y="699754"/>
                  <a:pt x="669150" y="700438"/>
                  <a:pt x="669262" y="701107"/>
                </a:cubicBezTo>
                <a:lnTo>
                  <a:pt x="669262" y="745054"/>
                </a:lnTo>
                <a:cubicBezTo>
                  <a:pt x="669262" y="754871"/>
                  <a:pt x="661274" y="762860"/>
                  <a:pt x="651456" y="762860"/>
                </a:cubicBezTo>
                <a:close/>
                <a:moveTo>
                  <a:pt x="766444" y="160415"/>
                </a:moveTo>
                <a:cubicBezTo>
                  <a:pt x="766444" y="154207"/>
                  <a:pt x="771495" y="149156"/>
                  <a:pt x="777703" y="149156"/>
                </a:cubicBezTo>
                <a:cubicBezTo>
                  <a:pt x="783911" y="149156"/>
                  <a:pt x="788961" y="154207"/>
                  <a:pt x="788961" y="160415"/>
                </a:cubicBezTo>
                <a:cubicBezTo>
                  <a:pt x="788961" y="166623"/>
                  <a:pt x="783911" y="171671"/>
                  <a:pt x="777703" y="171671"/>
                </a:cubicBezTo>
                <a:cubicBezTo>
                  <a:pt x="771495" y="171671"/>
                  <a:pt x="766444" y="166621"/>
                  <a:pt x="766444" y="160415"/>
                </a:cubicBezTo>
                <a:close/>
                <a:moveTo>
                  <a:pt x="846938" y="184655"/>
                </a:moveTo>
                <a:cubicBezTo>
                  <a:pt x="833770" y="203025"/>
                  <a:pt x="820154" y="222019"/>
                  <a:pt x="820154" y="250690"/>
                </a:cubicBezTo>
                <a:lnTo>
                  <a:pt x="820154" y="254241"/>
                </a:lnTo>
                <a:cubicBezTo>
                  <a:pt x="820154" y="257950"/>
                  <a:pt x="817022" y="261083"/>
                  <a:pt x="813314" y="261083"/>
                </a:cubicBezTo>
                <a:lnTo>
                  <a:pt x="790204" y="261083"/>
                </a:lnTo>
                <a:lnTo>
                  <a:pt x="790204" y="194408"/>
                </a:lnTo>
                <a:cubicBezTo>
                  <a:pt x="804047" y="189299"/>
                  <a:pt x="813964" y="176011"/>
                  <a:pt x="813964" y="160415"/>
                </a:cubicBezTo>
                <a:cubicBezTo>
                  <a:pt x="813964" y="140421"/>
                  <a:pt x="797698" y="124153"/>
                  <a:pt x="777703" y="124153"/>
                </a:cubicBezTo>
                <a:cubicBezTo>
                  <a:pt x="757707" y="124153"/>
                  <a:pt x="741441" y="140419"/>
                  <a:pt x="741441" y="160415"/>
                </a:cubicBezTo>
                <a:cubicBezTo>
                  <a:pt x="741441" y="176011"/>
                  <a:pt x="751356" y="189299"/>
                  <a:pt x="765201" y="194408"/>
                </a:cubicBezTo>
                <a:lnTo>
                  <a:pt x="765201" y="261083"/>
                </a:lnTo>
                <a:lnTo>
                  <a:pt x="742093" y="261083"/>
                </a:lnTo>
                <a:cubicBezTo>
                  <a:pt x="738383" y="261083"/>
                  <a:pt x="735251" y="257950"/>
                  <a:pt x="735251" y="254241"/>
                </a:cubicBezTo>
                <a:lnTo>
                  <a:pt x="735251" y="250690"/>
                </a:lnTo>
                <a:cubicBezTo>
                  <a:pt x="735251" y="222019"/>
                  <a:pt x="721635" y="203024"/>
                  <a:pt x="708467" y="184653"/>
                </a:cubicBezTo>
                <a:cubicBezTo>
                  <a:pt x="693981" y="164442"/>
                  <a:pt x="680298" y="145352"/>
                  <a:pt x="680298" y="110960"/>
                </a:cubicBezTo>
                <a:cubicBezTo>
                  <a:pt x="680298" y="51901"/>
                  <a:pt x="730790" y="25003"/>
                  <a:pt x="777704" y="25003"/>
                </a:cubicBezTo>
                <a:cubicBezTo>
                  <a:pt x="824619" y="25003"/>
                  <a:pt x="875111" y="51903"/>
                  <a:pt x="875111" y="110960"/>
                </a:cubicBezTo>
                <a:cubicBezTo>
                  <a:pt x="875111" y="145352"/>
                  <a:pt x="861427" y="164442"/>
                  <a:pt x="846942" y="184653"/>
                </a:cubicBezTo>
                <a:close/>
                <a:moveTo>
                  <a:pt x="831047" y="343007"/>
                </a:moveTo>
                <a:cubicBezTo>
                  <a:pt x="831047" y="349912"/>
                  <a:pt x="825450" y="355509"/>
                  <a:pt x="818545" y="355509"/>
                </a:cubicBezTo>
                <a:lnTo>
                  <a:pt x="790204" y="355509"/>
                </a:lnTo>
                <a:lnTo>
                  <a:pt x="790204" y="361795"/>
                </a:lnTo>
                <a:cubicBezTo>
                  <a:pt x="790204" y="368700"/>
                  <a:pt x="784607" y="374297"/>
                  <a:pt x="777703" y="374297"/>
                </a:cubicBezTo>
                <a:cubicBezTo>
                  <a:pt x="770798" y="374297"/>
                  <a:pt x="765201" y="368700"/>
                  <a:pt x="765201" y="361795"/>
                </a:cubicBezTo>
                <a:lnTo>
                  <a:pt x="765201" y="355509"/>
                </a:lnTo>
                <a:lnTo>
                  <a:pt x="736862" y="355509"/>
                </a:lnTo>
                <a:cubicBezTo>
                  <a:pt x="729957" y="355509"/>
                  <a:pt x="724360" y="349912"/>
                  <a:pt x="724360" y="343007"/>
                </a:cubicBezTo>
                <a:cubicBezTo>
                  <a:pt x="724360" y="336103"/>
                  <a:pt x="729957" y="330506"/>
                  <a:pt x="736862" y="330506"/>
                </a:cubicBezTo>
                <a:lnTo>
                  <a:pt x="818545" y="330506"/>
                </a:lnTo>
                <a:cubicBezTo>
                  <a:pt x="825450" y="330506"/>
                  <a:pt x="831047" y="336103"/>
                  <a:pt x="831047" y="343007"/>
                </a:cubicBezTo>
                <a:close/>
                <a:moveTo>
                  <a:pt x="834433" y="308296"/>
                </a:moveTo>
                <a:cubicBezTo>
                  <a:pt x="834433" y="315200"/>
                  <a:pt x="828836" y="320797"/>
                  <a:pt x="821931" y="320797"/>
                </a:cubicBezTo>
                <a:lnTo>
                  <a:pt x="733476" y="320797"/>
                </a:lnTo>
                <a:cubicBezTo>
                  <a:pt x="726571" y="320797"/>
                  <a:pt x="720974" y="315200"/>
                  <a:pt x="720974" y="308296"/>
                </a:cubicBezTo>
                <a:cubicBezTo>
                  <a:pt x="720974" y="301391"/>
                  <a:pt x="726571" y="295794"/>
                  <a:pt x="733476" y="295794"/>
                </a:cubicBezTo>
                <a:lnTo>
                  <a:pt x="821931" y="295794"/>
                </a:lnTo>
                <a:cubicBezTo>
                  <a:pt x="828836" y="295794"/>
                  <a:pt x="834433" y="301391"/>
                  <a:pt x="834433" y="308296"/>
                </a:cubicBezTo>
                <a:close/>
              </a:path>
            </a:pathLst>
          </a:custGeom>
          <a:solidFill>
            <a:schemeClr val="bg1"/>
          </a:solidFill>
          <a:ln w="1786" cap="flat">
            <a:noFill/>
            <a:prstDash val="solid"/>
            <a:miter/>
          </a:ln>
        </p:spPr>
        <p:txBody>
          <a:bodyPr/>
          <a:lstStyle/>
          <a:p>
            <a:endParaRPr lang="en-GB"/>
          </a:p>
        </p:txBody>
      </p:sp>
      <p:sp>
        <p:nvSpPr>
          <p:cNvPr id="28" name="Graphic 18">
            <a:extLst>
              <a:ext uri="{FF2B5EF4-FFF2-40B4-BE49-F238E27FC236}">
                <a16:creationId xmlns:a16="http://schemas.microsoft.com/office/drawing/2014/main" id="{10309CDE-2822-1390-1FB0-A842557FE499}"/>
              </a:ext>
            </a:extLst>
          </p:cNvPr>
          <p:cNvSpPr>
            <a:spLocks noChangeAspect="1"/>
          </p:cNvSpPr>
          <p:nvPr/>
        </p:nvSpPr>
        <p:spPr>
          <a:xfrm>
            <a:off x="4007213" y="4095982"/>
            <a:ext cx="436285" cy="411480"/>
          </a:xfrm>
          <a:custGeom>
            <a:avLst/>
            <a:gdLst>
              <a:gd name="csX0" fmla="*/ 870956 w 910843"/>
              <a:gd name="csY0" fmla="*/ 0 h 859057"/>
              <a:gd name="csX1" fmla="*/ 365797 w 910843"/>
              <a:gd name="csY1" fmla="*/ 0 h 859057"/>
              <a:gd name="csX2" fmla="*/ 325910 w 910843"/>
              <a:gd name="csY2" fmla="*/ 39887 h 859057"/>
              <a:gd name="csX3" fmla="*/ 325910 w 910843"/>
              <a:gd name="csY3" fmla="*/ 419631 h 859057"/>
              <a:gd name="csX4" fmla="*/ 310574 w 910843"/>
              <a:gd name="csY4" fmla="*/ 407154 h 859057"/>
              <a:gd name="csX5" fmla="*/ 308009 w 910843"/>
              <a:gd name="csY5" fmla="*/ 393012 h 859057"/>
              <a:gd name="csX6" fmla="*/ 297681 w 910843"/>
              <a:gd name="csY6" fmla="*/ 375122 h 859057"/>
              <a:gd name="csX7" fmla="*/ 268547 w 910843"/>
              <a:gd name="csY7" fmla="*/ 367317 h 859057"/>
              <a:gd name="csX8" fmla="*/ 156606 w 910843"/>
              <a:gd name="csY8" fmla="*/ 431947 h 859057"/>
              <a:gd name="csX9" fmla="*/ 148800 w 910843"/>
              <a:gd name="csY9" fmla="*/ 461081 h 859057"/>
              <a:gd name="csX10" fmla="*/ 159128 w 910843"/>
              <a:gd name="csY10" fmla="*/ 478971 h 859057"/>
              <a:gd name="csX11" fmla="*/ 170090 w 910843"/>
              <a:gd name="csY11" fmla="*/ 488229 h 859057"/>
              <a:gd name="csX12" fmla="*/ 177568 w 910843"/>
              <a:gd name="csY12" fmla="*/ 524073 h 859057"/>
              <a:gd name="csX13" fmla="*/ 23117 w 910843"/>
              <a:gd name="csY13" fmla="*/ 613245 h 859057"/>
              <a:gd name="csX14" fmla="*/ 6188 w 910843"/>
              <a:gd name="csY14" fmla="*/ 676427 h 859057"/>
              <a:gd name="csX15" fmla="*/ 46321 w 910843"/>
              <a:gd name="csY15" fmla="*/ 699545 h 859057"/>
              <a:gd name="csX16" fmla="*/ 69371 w 910843"/>
              <a:gd name="csY16" fmla="*/ 693358 h 859057"/>
              <a:gd name="csX17" fmla="*/ 223297 w 910843"/>
              <a:gd name="csY17" fmla="*/ 604488 h 859057"/>
              <a:gd name="csX18" fmla="*/ 252440 w 910843"/>
              <a:gd name="csY18" fmla="*/ 630888 h 859057"/>
              <a:gd name="csX19" fmla="*/ 255004 w 910843"/>
              <a:gd name="csY19" fmla="*/ 645031 h 859057"/>
              <a:gd name="csX20" fmla="*/ 265333 w 910843"/>
              <a:gd name="csY20" fmla="*/ 662919 h 859057"/>
              <a:gd name="csX21" fmla="*/ 278286 w 910843"/>
              <a:gd name="csY21" fmla="*/ 672848 h 859057"/>
              <a:gd name="csX22" fmla="*/ 283853 w 910843"/>
              <a:gd name="csY22" fmla="*/ 673586 h 859057"/>
              <a:gd name="csX23" fmla="*/ 294468 w 910843"/>
              <a:gd name="csY23" fmla="*/ 670725 h 859057"/>
              <a:gd name="csX24" fmla="*/ 325912 w 910843"/>
              <a:gd name="csY24" fmla="*/ 652571 h 859057"/>
              <a:gd name="csX25" fmla="*/ 325912 w 910843"/>
              <a:gd name="csY25" fmla="*/ 697491 h 859057"/>
              <a:gd name="csX26" fmla="*/ 225679 w 910843"/>
              <a:gd name="csY26" fmla="*/ 697491 h 859057"/>
              <a:gd name="csX27" fmla="*/ 183540 w 910843"/>
              <a:gd name="csY27" fmla="*/ 739630 h 859057"/>
              <a:gd name="csX28" fmla="*/ 183540 w 910843"/>
              <a:gd name="csY28" fmla="*/ 759731 h 859057"/>
              <a:gd name="csX29" fmla="*/ 172226 w 910843"/>
              <a:gd name="csY29" fmla="*/ 759731 h 859057"/>
              <a:gd name="csX30" fmla="*/ 144014 w 910843"/>
              <a:gd name="csY30" fmla="*/ 787943 h 859057"/>
              <a:gd name="csX31" fmla="*/ 144014 w 910843"/>
              <a:gd name="csY31" fmla="*/ 830845 h 859057"/>
              <a:gd name="csX32" fmla="*/ 172226 w 910843"/>
              <a:gd name="csY32" fmla="*/ 859057 h 859057"/>
              <a:gd name="csX33" fmla="*/ 417855 w 910843"/>
              <a:gd name="csY33" fmla="*/ 859057 h 859057"/>
              <a:gd name="csX34" fmla="*/ 438074 w 910843"/>
              <a:gd name="csY34" fmla="*/ 850480 h 859057"/>
              <a:gd name="csX35" fmla="*/ 870956 w 910843"/>
              <a:gd name="csY35" fmla="*/ 850480 h 859057"/>
              <a:gd name="csX36" fmla="*/ 910844 w 910843"/>
              <a:gd name="csY36" fmla="*/ 810592 h 859057"/>
              <a:gd name="csX37" fmla="*/ 910844 w 910843"/>
              <a:gd name="csY37" fmla="*/ 39887 h 859057"/>
              <a:gd name="csX38" fmla="*/ 870956 w 910843"/>
              <a:gd name="csY38" fmla="*/ 0 h 859057"/>
              <a:gd name="csX39" fmla="*/ 276559 w 910843"/>
              <a:gd name="csY39" fmla="*/ 395685 h 859057"/>
              <a:gd name="csX40" fmla="*/ 279641 w 910843"/>
              <a:gd name="csY40" fmla="*/ 401022 h 859057"/>
              <a:gd name="csX41" fmla="*/ 180252 w 910843"/>
              <a:gd name="csY41" fmla="*/ 458404 h 859057"/>
              <a:gd name="csX42" fmla="*/ 177171 w 910843"/>
              <a:gd name="csY42" fmla="*/ 453067 h 859057"/>
              <a:gd name="csX43" fmla="*/ 55083 w 910843"/>
              <a:gd name="csY43" fmla="*/ 668609 h 859057"/>
              <a:gd name="csX44" fmla="*/ 30935 w 910843"/>
              <a:gd name="csY44" fmla="*/ 662138 h 859057"/>
              <a:gd name="csX45" fmla="*/ 37406 w 910843"/>
              <a:gd name="csY45" fmla="*/ 637989 h 859057"/>
              <a:gd name="csX46" fmla="*/ 188039 w 910843"/>
              <a:gd name="csY46" fmla="*/ 551021 h 859057"/>
              <a:gd name="csX47" fmla="*/ 196840 w 910843"/>
              <a:gd name="csY47" fmla="*/ 567903 h 859057"/>
              <a:gd name="csX48" fmla="*/ 205545 w 910843"/>
              <a:gd name="csY48" fmla="*/ 581739 h 859057"/>
              <a:gd name="csX49" fmla="*/ 221586 w 910843"/>
              <a:gd name="csY49" fmla="*/ 553614 h 859057"/>
              <a:gd name="csX50" fmla="*/ 198142 w 910843"/>
              <a:gd name="csY50" fmla="*/ 481071 h 859057"/>
              <a:gd name="csX51" fmla="*/ 290327 w 910843"/>
              <a:gd name="csY51" fmla="*/ 427848 h 859057"/>
              <a:gd name="csX52" fmla="*/ 341428 w 910843"/>
              <a:gd name="csY52" fmla="*/ 484423 h 859057"/>
              <a:gd name="csX53" fmla="*/ 364872 w 910843"/>
              <a:gd name="csY53" fmla="*/ 556968 h 859057"/>
              <a:gd name="csX54" fmla="*/ 272687 w 910843"/>
              <a:gd name="csY54" fmla="*/ 610191 h 859057"/>
              <a:gd name="csX55" fmla="*/ 221586 w 910843"/>
              <a:gd name="csY55" fmla="*/ 553614 h 859057"/>
              <a:gd name="csX56" fmla="*/ 286455 w 910843"/>
              <a:gd name="csY56" fmla="*/ 642354 h 859057"/>
              <a:gd name="csX57" fmla="*/ 283374 w 910843"/>
              <a:gd name="csY57" fmla="*/ 637017 h 859057"/>
              <a:gd name="csX58" fmla="*/ 382761 w 910843"/>
              <a:gd name="csY58" fmla="*/ 579635 h 859057"/>
              <a:gd name="csX59" fmla="*/ 385842 w 910843"/>
              <a:gd name="csY59" fmla="*/ 584971 h 859057"/>
              <a:gd name="csX60" fmla="*/ 212113 w 910843"/>
              <a:gd name="csY60" fmla="*/ 739628 h 859057"/>
              <a:gd name="csX61" fmla="*/ 225678 w 910843"/>
              <a:gd name="csY61" fmla="*/ 726064 h 859057"/>
              <a:gd name="csX62" fmla="*/ 364402 w 910843"/>
              <a:gd name="csY62" fmla="*/ 726064 h 859057"/>
              <a:gd name="csX63" fmla="*/ 377966 w 910843"/>
              <a:gd name="csY63" fmla="*/ 739628 h 859057"/>
              <a:gd name="csX64" fmla="*/ 377966 w 910843"/>
              <a:gd name="csY64" fmla="*/ 759729 h 859057"/>
              <a:gd name="csX65" fmla="*/ 212112 w 910843"/>
              <a:gd name="csY65" fmla="*/ 759729 h 859057"/>
              <a:gd name="csX66" fmla="*/ 212112 w 910843"/>
              <a:gd name="csY66" fmla="*/ 739628 h 859057"/>
              <a:gd name="csX67" fmla="*/ 417493 w 910843"/>
              <a:gd name="csY67" fmla="*/ 830482 h 859057"/>
              <a:gd name="csX68" fmla="*/ 172589 w 910843"/>
              <a:gd name="csY68" fmla="*/ 830482 h 859057"/>
              <a:gd name="csX69" fmla="*/ 172589 w 910843"/>
              <a:gd name="csY69" fmla="*/ 788304 h 859057"/>
              <a:gd name="csX70" fmla="*/ 417494 w 910843"/>
              <a:gd name="csY70" fmla="*/ 788304 h 859057"/>
              <a:gd name="csX71" fmla="*/ 417494 w 910843"/>
              <a:gd name="csY71" fmla="*/ 830482 h 859057"/>
              <a:gd name="csX72" fmla="*/ 882269 w 910843"/>
              <a:gd name="csY72" fmla="*/ 810592 h 859057"/>
              <a:gd name="csX73" fmla="*/ 870956 w 910843"/>
              <a:gd name="csY73" fmla="*/ 821905 h 859057"/>
              <a:gd name="csX74" fmla="*/ 446068 w 910843"/>
              <a:gd name="csY74" fmla="*/ 821905 h 859057"/>
              <a:gd name="csX75" fmla="*/ 446068 w 910843"/>
              <a:gd name="csY75" fmla="*/ 787943 h 859057"/>
              <a:gd name="csX76" fmla="*/ 417853 w 910843"/>
              <a:gd name="csY76" fmla="*/ 759731 h 859057"/>
              <a:gd name="csX77" fmla="*/ 406541 w 910843"/>
              <a:gd name="csY77" fmla="*/ 759731 h 859057"/>
              <a:gd name="csX78" fmla="*/ 406541 w 910843"/>
              <a:gd name="csY78" fmla="*/ 739630 h 859057"/>
              <a:gd name="csX79" fmla="*/ 364402 w 910843"/>
              <a:gd name="csY79" fmla="*/ 697491 h 859057"/>
              <a:gd name="csX80" fmla="*/ 354485 w 910843"/>
              <a:gd name="csY80" fmla="*/ 697491 h 859057"/>
              <a:gd name="csX81" fmla="*/ 354485 w 910843"/>
              <a:gd name="csY81" fmla="*/ 636074 h 859057"/>
              <a:gd name="csX82" fmla="*/ 406406 w 910843"/>
              <a:gd name="csY82" fmla="*/ 606097 h 859057"/>
              <a:gd name="csX83" fmla="*/ 414214 w 910843"/>
              <a:gd name="csY83" fmla="*/ 576963 h 859057"/>
              <a:gd name="csX84" fmla="*/ 403886 w 910843"/>
              <a:gd name="csY84" fmla="*/ 559075 h 859057"/>
              <a:gd name="csX85" fmla="*/ 392918 w 910843"/>
              <a:gd name="csY85" fmla="*/ 549783 h 859057"/>
              <a:gd name="csX86" fmla="*/ 366174 w 910843"/>
              <a:gd name="csY86" fmla="*/ 470139 h 859057"/>
              <a:gd name="csX87" fmla="*/ 354485 w 910843"/>
              <a:gd name="csY87" fmla="*/ 452014 h 859057"/>
              <a:gd name="csX88" fmla="*/ 354485 w 910843"/>
              <a:gd name="csY88" fmla="*/ 39887 h 859057"/>
              <a:gd name="csX89" fmla="*/ 365797 w 910843"/>
              <a:gd name="csY89" fmla="*/ 28575 h 859057"/>
              <a:gd name="csX90" fmla="*/ 870956 w 910843"/>
              <a:gd name="csY90" fmla="*/ 28575 h 859057"/>
              <a:gd name="csX91" fmla="*/ 882269 w 910843"/>
              <a:gd name="csY91" fmla="*/ 39887 h 859057"/>
              <a:gd name="csX92" fmla="*/ 840810 w 910843"/>
              <a:gd name="csY92" fmla="*/ 409882 h 859057"/>
              <a:gd name="csX93" fmla="*/ 826522 w 910843"/>
              <a:gd name="csY93" fmla="*/ 424169 h 859057"/>
              <a:gd name="csX94" fmla="*/ 654122 w 910843"/>
              <a:gd name="csY94" fmla="*/ 424169 h 859057"/>
              <a:gd name="csX95" fmla="*/ 639835 w 910843"/>
              <a:gd name="csY95" fmla="*/ 409882 h 859057"/>
              <a:gd name="csX96" fmla="*/ 654122 w 910843"/>
              <a:gd name="csY96" fmla="*/ 395594 h 859057"/>
              <a:gd name="csX97" fmla="*/ 826522 w 910843"/>
              <a:gd name="csY97" fmla="*/ 395594 h 859057"/>
              <a:gd name="csX98" fmla="*/ 840810 w 910843"/>
              <a:gd name="csY98" fmla="*/ 409882 h 859057"/>
              <a:gd name="csX99" fmla="*/ 840810 w 910843"/>
              <a:gd name="csY99" fmla="*/ 345382 h 859057"/>
              <a:gd name="csX100" fmla="*/ 826522 w 910843"/>
              <a:gd name="csY100" fmla="*/ 359670 h 859057"/>
              <a:gd name="csX101" fmla="*/ 654122 w 910843"/>
              <a:gd name="csY101" fmla="*/ 359670 h 859057"/>
              <a:gd name="csX102" fmla="*/ 639835 w 910843"/>
              <a:gd name="csY102" fmla="*/ 345382 h 859057"/>
              <a:gd name="csX103" fmla="*/ 654122 w 910843"/>
              <a:gd name="csY103" fmla="*/ 331095 h 859057"/>
              <a:gd name="csX104" fmla="*/ 826522 w 910843"/>
              <a:gd name="csY104" fmla="*/ 331095 h 859057"/>
              <a:gd name="csX105" fmla="*/ 840810 w 910843"/>
              <a:gd name="csY105" fmla="*/ 345382 h 859057"/>
              <a:gd name="csX106" fmla="*/ 674886 w 910843"/>
              <a:gd name="csY106" fmla="*/ 147234 h 859057"/>
              <a:gd name="csX107" fmla="*/ 608179 w 910843"/>
              <a:gd name="csY107" fmla="*/ 205995 h 859057"/>
              <a:gd name="csX108" fmla="*/ 598735 w 910843"/>
              <a:gd name="csY108" fmla="*/ 209562 h 859057"/>
              <a:gd name="csX109" fmla="*/ 597512 w 910843"/>
              <a:gd name="csY109" fmla="*/ 209510 h 859057"/>
              <a:gd name="csX110" fmla="*/ 587601 w 910843"/>
              <a:gd name="csY110" fmla="*/ 204229 h 859057"/>
              <a:gd name="csX111" fmla="*/ 560178 w 910843"/>
              <a:gd name="csY111" fmla="*/ 170130 h 859057"/>
              <a:gd name="csX112" fmla="*/ 562357 w 910843"/>
              <a:gd name="csY112" fmla="*/ 150042 h 859057"/>
              <a:gd name="csX113" fmla="*/ 582445 w 910843"/>
              <a:gd name="csY113" fmla="*/ 152221 h 859057"/>
              <a:gd name="csX114" fmla="*/ 600505 w 910843"/>
              <a:gd name="csY114" fmla="*/ 174675 h 859057"/>
              <a:gd name="csX115" fmla="*/ 655997 w 910843"/>
              <a:gd name="csY115" fmla="*/ 125793 h 859057"/>
              <a:gd name="csX116" fmla="*/ 676162 w 910843"/>
              <a:gd name="csY116" fmla="*/ 127069 h 859057"/>
              <a:gd name="csX117" fmla="*/ 674886 w 910843"/>
              <a:gd name="csY117" fmla="*/ 147234 h 859057"/>
              <a:gd name="csX118" fmla="*/ 731075 w 910843"/>
              <a:gd name="csY118" fmla="*/ 165894 h 859057"/>
              <a:gd name="csX119" fmla="*/ 618377 w 910843"/>
              <a:gd name="csY119" fmla="*/ 53196 h 859057"/>
              <a:gd name="csX120" fmla="*/ 505679 w 910843"/>
              <a:gd name="csY120" fmla="*/ 165894 h 859057"/>
              <a:gd name="csX121" fmla="*/ 618377 w 910843"/>
              <a:gd name="csY121" fmla="*/ 278592 h 859057"/>
              <a:gd name="csX122" fmla="*/ 731075 w 910843"/>
              <a:gd name="csY122" fmla="*/ 165894 h 859057"/>
              <a:gd name="csX123" fmla="*/ 618377 w 910843"/>
              <a:gd name="csY123" fmla="*/ 250017 h 859057"/>
              <a:gd name="csX124" fmla="*/ 534254 w 910843"/>
              <a:gd name="csY124" fmla="*/ 165894 h 859057"/>
              <a:gd name="csX125" fmla="*/ 618377 w 910843"/>
              <a:gd name="csY125" fmla="*/ 81771 h 859057"/>
              <a:gd name="csX126" fmla="*/ 702500 w 910843"/>
              <a:gd name="csY126" fmla="*/ 165894 h 859057"/>
              <a:gd name="csX127" fmla="*/ 618377 w 910843"/>
              <a:gd name="csY127" fmla="*/ 250017 h 859057"/>
              <a:gd name="csX128" fmla="*/ 589664 w 910843"/>
              <a:gd name="csY128" fmla="*/ 310250 h 859057"/>
              <a:gd name="csX129" fmla="*/ 483476 w 910843"/>
              <a:gd name="csY129" fmla="*/ 310250 h 859057"/>
              <a:gd name="csX130" fmla="*/ 469188 w 910843"/>
              <a:gd name="csY130" fmla="*/ 324537 h 859057"/>
              <a:gd name="csX131" fmla="*/ 469188 w 910843"/>
              <a:gd name="csY131" fmla="*/ 430725 h 859057"/>
              <a:gd name="csX132" fmla="*/ 483476 w 910843"/>
              <a:gd name="csY132" fmla="*/ 445013 h 859057"/>
              <a:gd name="csX133" fmla="*/ 589664 w 910843"/>
              <a:gd name="csY133" fmla="*/ 445013 h 859057"/>
              <a:gd name="csX134" fmla="*/ 603952 w 910843"/>
              <a:gd name="csY134" fmla="*/ 430725 h 859057"/>
              <a:gd name="csX135" fmla="*/ 603952 w 910843"/>
              <a:gd name="csY135" fmla="*/ 324537 h 859057"/>
              <a:gd name="csX136" fmla="*/ 589664 w 910843"/>
              <a:gd name="csY136" fmla="*/ 310250 h 859057"/>
              <a:gd name="csX137" fmla="*/ 575377 w 910843"/>
              <a:gd name="csY137" fmla="*/ 416438 h 859057"/>
              <a:gd name="csX138" fmla="*/ 497763 w 910843"/>
              <a:gd name="csY138" fmla="*/ 416438 h 859057"/>
              <a:gd name="csX139" fmla="*/ 497763 w 910843"/>
              <a:gd name="csY139" fmla="*/ 338825 h 859057"/>
              <a:gd name="csX140" fmla="*/ 575377 w 910843"/>
              <a:gd name="csY140" fmla="*/ 338825 h 859057"/>
              <a:gd name="csX141" fmla="*/ 589664 w 910843"/>
              <a:gd name="csY141" fmla="*/ 477483 h 859057"/>
              <a:gd name="csX142" fmla="*/ 483476 w 910843"/>
              <a:gd name="csY142" fmla="*/ 477483 h 859057"/>
              <a:gd name="csX143" fmla="*/ 469188 w 910843"/>
              <a:gd name="csY143" fmla="*/ 491770 h 859057"/>
              <a:gd name="csX144" fmla="*/ 469188 w 910843"/>
              <a:gd name="csY144" fmla="*/ 597959 h 859057"/>
              <a:gd name="csX145" fmla="*/ 483476 w 910843"/>
              <a:gd name="csY145" fmla="*/ 612246 h 859057"/>
              <a:gd name="csX146" fmla="*/ 589664 w 910843"/>
              <a:gd name="csY146" fmla="*/ 612246 h 859057"/>
              <a:gd name="csX147" fmla="*/ 603952 w 910843"/>
              <a:gd name="csY147" fmla="*/ 597959 h 859057"/>
              <a:gd name="csX148" fmla="*/ 603952 w 910843"/>
              <a:gd name="csY148" fmla="*/ 491770 h 859057"/>
              <a:gd name="csX149" fmla="*/ 589664 w 910843"/>
              <a:gd name="csY149" fmla="*/ 477483 h 859057"/>
              <a:gd name="csX150" fmla="*/ 575377 w 910843"/>
              <a:gd name="csY150" fmla="*/ 583669 h 859057"/>
              <a:gd name="csX151" fmla="*/ 497763 w 910843"/>
              <a:gd name="csY151" fmla="*/ 583669 h 859057"/>
              <a:gd name="csX152" fmla="*/ 497763 w 910843"/>
              <a:gd name="csY152" fmla="*/ 506056 h 859057"/>
              <a:gd name="csX153" fmla="*/ 575377 w 910843"/>
              <a:gd name="csY153" fmla="*/ 506056 h 859057"/>
              <a:gd name="csX154" fmla="*/ 589664 w 910843"/>
              <a:gd name="csY154" fmla="*/ 644713 h 859057"/>
              <a:gd name="csX155" fmla="*/ 483476 w 910843"/>
              <a:gd name="csY155" fmla="*/ 644713 h 859057"/>
              <a:gd name="csX156" fmla="*/ 469188 w 910843"/>
              <a:gd name="csY156" fmla="*/ 659000 h 859057"/>
              <a:gd name="csX157" fmla="*/ 469188 w 910843"/>
              <a:gd name="csY157" fmla="*/ 765189 h 859057"/>
              <a:gd name="csX158" fmla="*/ 483476 w 910843"/>
              <a:gd name="csY158" fmla="*/ 779476 h 859057"/>
              <a:gd name="csX159" fmla="*/ 589664 w 910843"/>
              <a:gd name="csY159" fmla="*/ 779476 h 859057"/>
              <a:gd name="csX160" fmla="*/ 603952 w 910843"/>
              <a:gd name="csY160" fmla="*/ 765189 h 859057"/>
              <a:gd name="csX161" fmla="*/ 603952 w 910843"/>
              <a:gd name="csY161" fmla="*/ 659000 h 859057"/>
              <a:gd name="csX162" fmla="*/ 589664 w 910843"/>
              <a:gd name="csY162" fmla="*/ 644713 h 859057"/>
              <a:gd name="csX163" fmla="*/ 575377 w 910843"/>
              <a:gd name="csY163" fmla="*/ 750901 h 859057"/>
              <a:gd name="csX164" fmla="*/ 497763 w 910843"/>
              <a:gd name="csY164" fmla="*/ 750901 h 859057"/>
              <a:gd name="csX165" fmla="*/ 497763 w 910843"/>
              <a:gd name="csY165" fmla="*/ 673288 h 859057"/>
              <a:gd name="csX166" fmla="*/ 575377 w 910843"/>
              <a:gd name="csY166" fmla="*/ 673288 h 859057"/>
              <a:gd name="csX167" fmla="*/ 840810 w 910843"/>
              <a:gd name="csY167" fmla="*/ 577113 h 859057"/>
              <a:gd name="csX168" fmla="*/ 826522 w 910843"/>
              <a:gd name="csY168" fmla="*/ 591401 h 859057"/>
              <a:gd name="csX169" fmla="*/ 654122 w 910843"/>
              <a:gd name="csY169" fmla="*/ 591401 h 859057"/>
              <a:gd name="csX170" fmla="*/ 639835 w 910843"/>
              <a:gd name="csY170" fmla="*/ 577113 h 859057"/>
              <a:gd name="csX171" fmla="*/ 654122 w 910843"/>
              <a:gd name="csY171" fmla="*/ 562826 h 859057"/>
              <a:gd name="csX172" fmla="*/ 826522 w 910843"/>
              <a:gd name="csY172" fmla="*/ 562826 h 859057"/>
              <a:gd name="csX173" fmla="*/ 840810 w 910843"/>
              <a:gd name="csY173" fmla="*/ 577113 h 859057"/>
              <a:gd name="csX174" fmla="*/ 840810 w 910843"/>
              <a:gd name="csY174" fmla="*/ 512614 h 859057"/>
              <a:gd name="csX175" fmla="*/ 826522 w 910843"/>
              <a:gd name="csY175" fmla="*/ 526902 h 859057"/>
              <a:gd name="csX176" fmla="*/ 654122 w 910843"/>
              <a:gd name="csY176" fmla="*/ 526902 h 859057"/>
              <a:gd name="csX177" fmla="*/ 639835 w 910843"/>
              <a:gd name="csY177" fmla="*/ 512614 h 859057"/>
              <a:gd name="csX178" fmla="*/ 654122 w 910843"/>
              <a:gd name="csY178" fmla="*/ 498327 h 859057"/>
              <a:gd name="csX179" fmla="*/ 826522 w 910843"/>
              <a:gd name="csY179" fmla="*/ 498327 h 859057"/>
              <a:gd name="csX180" fmla="*/ 840810 w 910843"/>
              <a:gd name="csY180" fmla="*/ 512614 h 859057"/>
              <a:gd name="csX181" fmla="*/ 840810 w 910843"/>
              <a:gd name="csY181" fmla="*/ 679846 h 859057"/>
              <a:gd name="csX182" fmla="*/ 826522 w 910843"/>
              <a:gd name="csY182" fmla="*/ 694133 h 859057"/>
              <a:gd name="csX183" fmla="*/ 654122 w 910843"/>
              <a:gd name="csY183" fmla="*/ 694133 h 859057"/>
              <a:gd name="csX184" fmla="*/ 639835 w 910843"/>
              <a:gd name="csY184" fmla="*/ 679846 h 859057"/>
              <a:gd name="csX185" fmla="*/ 654122 w 910843"/>
              <a:gd name="csY185" fmla="*/ 665558 h 859057"/>
              <a:gd name="csX186" fmla="*/ 826522 w 910843"/>
              <a:gd name="csY186" fmla="*/ 665558 h 859057"/>
              <a:gd name="csX187" fmla="*/ 840810 w 910843"/>
              <a:gd name="csY187" fmla="*/ 679846 h 859057"/>
              <a:gd name="csX188" fmla="*/ 840810 w 910843"/>
              <a:gd name="csY188" fmla="*/ 744345 h 859057"/>
              <a:gd name="csX189" fmla="*/ 826522 w 910843"/>
              <a:gd name="csY189" fmla="*/ 758632 h 859057"/>
              <a:gd name="csX190" fmla="*/ 654122 w 910843"/>
              <a:gd name="csY190" fmla="*/ 758632 h 859057"/>
              <a:gd name="csX191" fmla="*/ 639835 w 910843"/>
              <a:gd name="csY191" fmla="*/ 744345 h 859057"/>
              <a:gd name="csX192" fmla="*/ 654122 w 910843"/>
              <a:gd name="csY192" fmla="*/ 730057 h 859057"/>
              <a:gd name="csX193" fmla="*/ 826522 w 910843"/>
              <a:gd name="csY193" fmla="*/ 730057 h 859057"/>
              <a:gd name="csX194" fmla="*/ 840810 w 910843"/>
              <a:gd name="csY194" fmla="*/ 744345 h 8590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Lst>
            <a:rect l="l" t="t" r="r" b="b"/>
            <a:pathLst>
              <a:path w="910843" h="859057">
                <a:moveTo>
                  <a:pt x="870956" y="0"/>
                </a:moveTo>
                <a:lnTo>
                  <a:pt x="365797" y="0"/>
                </a:lnTo>
                <a:cubicBezTo>
                  <a:pt x="343803" y="0"/>
                  <a:pt x="325910" y="17893"/>
                  <a:pt x="325910" y="39887"/>
                </a:cubicBezTo>
                <a:lnTo>
                  <a:pt x="325910" y="419631"/>
                </a:lnTo>
                <a:cubicBezTo>
                  <a:pt x="320945" y="415105"/>
                  <a:pt x="315817" y="410944"/>
                  <a:pt x="310574" y="407154"/>
                </a:cubicBezTo>
                <a:cubicBezTo>
                  <a:pt x="311390" y="402284"/>
                  <a:pt x="310504" y="397332"/>
                  <a:pt x="308009" y="393012"/>
                </a:cubicBezTo>
                <a:lnTo>
                  <a:pt x="297681" y="375122"/>
                </a:lnTo>
                <a:cubicBezTo>
                  <a:pt x="291800" y="364940"/>
                  <a:pt x="278732" y="361440"/>
                  <a:pt x="268547" y="367317"/>
                </a:cubicBezTo>
                <a:lnTo>
                  <a:pt x="156606" y="431947"/>
                </a:lnTo>
                <a:cubicBezTo>
                  <a:pt x="146423" y="437828"/>
                  <a:pt x="142921" y="450897"/>
                  <a:pt x="148800" y="461081"/>
                </a:cubicBezTo>
                <a:lnTo>
                  <a:pt x="159128" y="478971"/>
                </a:lnTo>
                <a:cubicBezTo>
                  <a:pt x="161691" y="483410"/>
                  <a:pt x="165629" y="486552"/>
                  <a:pt x="170090" y="488229"/>
                </a:cubicBezTo>
                <a:cubicBezTo>
                  <a:pt x="171296" y="499986"/>
                  <a:pt x="173819" y="512039"/>
                  <a:pt x="177568" y="524073"/>
                </a:cubicBezTo>
                <a:lnTo>
                  <a:pt x="23117" y="613245"/>
                </a:lnTo>
                <a:cubicBezTo>
                  <a:pt x="1030" y="625996"/>
                  <a:pt x="-6564" y="654339"/>
                  <a:pt x="6188" y="676427"/>
                </a:cubicBezTo>
                <a:cubicBezTo>
                  <a:pt x="14746" y="691249"/>
                  <a:pt x="30325" y="699545"/>
                  <a:pt x="46321" y="699545"/>
                </a:cubicBezTo>
                <a:cubicBezTo>
                  <a:pt x="54163" y="699545"/>
                  <a:pt x="62105" y="697552"/>
                  <a:pt x="69371" y="693358"/>
                </a:cubicBezTo>
                <a:lnTo>
                  <a:pt x="223297" y="604488"/>
                </a:lnTo>
                <a:cubicBezTo>
                  <a:pt x="232357" y="614579"/>
                  <a:pt x="242172" y="623464"/>
                  <a:pt x="252440" y="630888"/>
                </a:cubicBezTo>
                <a:cubicBezTo>
                  <a:pt x="251624" y="635756"/>
                  <a:pt x="252509" y="640709"/>
                  <a:pt x="255004" y="645031"/>
                </a:cubicBezTo>
                <a:lnTo>
                  <a:pt x="265333" y="662919"/>
                </a:lnTo>
                <a:cubicBezTo>
                  <a:pt x="268178" y="667846"/>
                  <a:pt x="272778" y="671373"/>
                  <a:pt x="278286" y="672848"/>
                </a:cubicBezTo>
                <a:cubicBezTo>
                  <a:pt x="280127" y="673341"/>
                  <a:pt x="281997" y="673586"/>
                  <a:pt x="283853" y="673586"/>
                </a:cubicBezTo>
                <a:cubicBezTo>
                  <a:pt x="287546" y="673586"/>
                  <a:pt x="291188" y="672618"/>
                  <a:pt x="294468" y="670725"/>
                </a:cubicBezTo>
                <a:lnTo>
                  <a:pt x="325912" y="652571"/>
                </a:lnTo>
                <a:lnTo>
                  <a:pt x="325912" y="697491"/>
                </a:lnTo>
                <a:lnTo>
                  <a:pt x="225679" y="697491"/>
                </a:lnTo>
                <a:cubicBezTo>
                  <a:pt x="202444" y="697491"/>
                  <a:pt x="183540" y="716395"/>
                  <a:pt x="183540" y="739630"/>
                </a:cubicBezTo>
                <a:lnTo>
                  <a:pt x="183540" y="759731"/>
                </a:lnTo>
                <a:lnTo>
                  <a:pt x="172226" y="759731"/>
                </a:lnTo>
                <a:cubicBezTo>
                  <a:pt x="156671" y="759731"/>
                  <a:pt x="144014" y="772388"/>
                  <a:pt x="144014" y="787943"/>
                </a:cubicBezTo>
                <a:lnTo>
                  <a:pt x="144014" y="830845"/>
                </a:lnTo>
                <a:cubicBezTo>
                  <a:pt x="144014" y="846400"/>
                  <a:pt x="156671" y="859057"/>
                  <a:pt x="172226" y="859057"/>
                </a:cubicBezTo>
                <a:lnTo>
                  <a:pt x="417855" y="859057"/>
                </a:lnTo>
                <a:cubicBezTo>
                  <a:pt x="425781" y="859057"/>
                  <a:pt x="432943" y="855761"/>
                  <a:pt x="438074" y="850480"/>
                </a:cubicBezTo>
                <a:lnTo>
                  <a:pt x="870956" y="850480"/>
                </a:lnTo>
                <a:cubicBezTo>
                  <a:pt x="892950" y="850480"/>
                  <a:pt x="910844" y="832586"/>
                  <a:pt x="910844" y="810592"/>
                </a:cubicBezTo>
                <a:lnTo>
                  <a:pt x="910844" y="39887"/>
                </a:lnTo>
                <a:cubicBezTo>
                  <a:pt x="910844" y="17893"/>
                  <a:pt x="892950" y="0"/>
                  <a:pt x="870956" y="0"/>
                </a:cubicBezTo>
                <a:close/>
                <a:moveTo>
                  <a:pt x="276559" y="395685"/>
                </a:moveTo>
                <a:lnTo>
                  <a:pt x="279641" y="401022"/>
                </a:lnTo>
                <a:lnTo>
                  <a:pt x="180252" y="458404"/>
                </a:lnTo>
                <a:lnTo>
                  <a:pt x="177171" y="453067"/>
                </a:lnTo>
                <a:close/>
                <a:moveTo>
                  <a:pt x="55083" y="668609"/>
                </a:moveTo>
                <a:cubicBezTo>
                  <a:pt x="46641" y="673482"/>
                  <a:pt x="35809" y="670578"/>
                  <a:pt x="30935" y="662138"/>
                </a:cubicBezTo>
                <a:cubicBezTo>
                  <a:pt x="26062" y="653696"/>
                  <a:pt x="28964" y="642863"/>
                  <a:pt x="37406" y="637989"/>
                </a:cubicBezTo>
                <a:lnTo>
                  <a:pt x="188039" y="551021"/>
                </a:lnTo>
                <a:cubicBezTo>
                  <a:pt x="190711" y="556723"/>
                  <a:pt x="193641" y="562363"/>
                  <a:pt x="196840" y="567903"/>
                </a:cubicBezTo>
                <a:cubicBezTo>
                  <a:pt x="199583" y="572656"/>
                  <a:pt x="202501" y="577261"/>
                  <a:pt x="205545" y="581739"/>
                </a:cubicBezTo>
                <a:close/>
                <a:moveTo>
                  <a:pt x="221586" y="553614"/>
                </a:moveTo>
                <a:cubicBezTo>
                  <a:pt x="207940" y="529977"/>
                  <a:pt x="199765" y="504534"/>
                  <a:pt x="198142" y="481071"/>
                </a:cubicBezTo>
                <a:lnTo>
                  <a:pt x="290327" y="427848"/>
                </a:lnTo>
                <a:cubicBezTo>
                  <a:pt x="309835" y="440987"/>
                  <a:pt x="327780" y="460786"/>
                  <a:pt x="341428" y="484423"/>
                </a:cubicBezTo>
                <a:cubicBezTo>
                  <a:pt x="355074" y="508060"/>
                  <a:pt x="363248" y="533501"/>
                  <a:pt x="364872" y="556968"/>
                </a:cubicBezTo>
                <a:lnTo>
                  <a:pt x="272687" y="610191"/>
                </a:lnTo>
                <a:cubicBezTo>
                  <a:pt x="253179" y="597050"/>
                  <a:pt x="235232" y="577251"/>
                  <a:pt x="221586" y="553614"/>
                </a:cubicBezTo>
                <a:close/>
                <a:moveTo>
                  <a:pt x="286455" y="642354"/>
                </a:moveTo>
                <a:lnTo>
                  <a:pt x="283374" y="637017"/>
                </a:lnTo>
                <a:lnTo>
                  <a:pt x="382761" y="579635"/>
                </a:lnTo>
                <a:lnTo>
                  <a:pt x="385842" y="584971"/>
                </a:lnTo>
                <a:close/>
                <a:moveTo>
                  <a:pt x="212113" y="739628"/>
                </a:moveTo>
                <a:cubicBezTo>
                  <a:pt x="212113" y="732149"/>
                  <a:pt x="218198" y="726064"/>
                  <a:pt x="225678" y="726064"/>
                </a:cubicBezTo>
                <a:lnTo>
                  <a:pt x="364402" y="726064"/>
                </a:lnTo>
                <a:cubicBezTo>
                  <a:pt x="371882" y="726064"/>
                  <a:pt x="377966" y="732149"/>
                  <a:pt x="377966" y="739628"/>
                </a:cubicBezTo>
                <a:lnTo>
                  <a:pt x="377966" y="759729"/>
                </a:lnTo>
                <a:lnTo>
                  <a:pt x="212112" y="759729"/>
                </a:lnTo>
                <a:lnTo>
                  <a:pt x="212112" y="739628"/>
                </a:lnTo>
                <a:close/>
                <a:moveTo>
                  <a:pt x="417493" y="830482"/>
                </a:moveTo>
                <a:lnTo>
                  <a:pt x="172589" y="830482"/>
                </a:lnTo>
                <a:lnTo>
                  <a:pt x="172589" y="788304"/>
                </a:lnTo>
                <a:lnTo>
                  <a:pt x="417494" y="788304"/>
                </a:lnTo>
                <a:lnTo>
                  <a:pt x="417494" y="830482"/>
                </a:lnTo>
                <a:close/>
                <a:moveTo>
                  <a:pt x="882269" y="810592"/>
                </a:moveTo>
                <a:cubicBezTo>
                  <a:pt x="882269" y="816831"/>
                  <a:pt x="877195" y="821905"/>
                  <a:pt x="870956" y="821905"/>
                </a:cubicBezTo>
                <a:lnTo>
                  <a:pt x="446068" y="821905"/>
                </a:lnTo>
                <a:lnTo>
                  <a:pt x="446068" y="787943"/>
                </a:lnTo>
                <a:cubicBezTo>
                  <a:pt x="446068" y="772388"/>
                  <a:pt x="433411" y="759731"/>
                  <a:pt x="417853" y="759731"/>
                </a:cubicBezTo>
                <a:lnTo>
                  <a:pt x="406541" y="759731"/>
                </a:lnTo>
                <a:lnTo>
                  <a:pt x="406541" y="739630"/>
                </a:lnTo>
                <a:cubicBezTo>
                  <a:pt x="406541" y="716395"/>
                  <a:pt x="387637" y="697491"/>
                  <a:pt x="364402" y="697491"/>
                </a:cubicBezTo>
                <a:lnTo>
                  <a:pt x="354485" y="697491"/>
                </a:lnTo>
                <a:lnTo>
                  <a:pt x="354485" y="636074"/>
                </a:lnTo>
                <a:lnTo>
                  <a:pt x="406406" y="606097"/>
                </a:lnTo>
                <a:cubicBezTo>
                  <a:pt x="416591" y="600218"/>
                  <a:pt x="420093" y="587148"/>
                  <a:pt x="414214" y="576963"/>
                </a:cubicBezTo>
                <a:lnTo>
                  <a:pt x="403886" y="559075"/>
                </a:lnTo>
                <a:cubicBezTo>
                  <a:pt x="401391" y="554753"/>
                  <a:pt x="397544" y="551510"/>
                  <a:pt x="392918" y="549783"/>
                </a:cubicBezTo>
                <a:cubicBezTo>
                  <a:pt x="390220" y="523521"/>
                  <a:pt x="380968" y="495766"/>
                  <a:pt x="366174" y="470139"/>
                </a:cubicBezTo>
                <a:cubicBezTo>
                  <a:pt x="362546" y="463856"/>
                  <a:pt x="358628" y="457811"/>
                  <a:pt x="354485" y="452014"/>
                </a:cubicBezTo>
                <a:lnTo>
                  <a:pt x="354485" y="39887"/>
                </a:lnTo>
                <a:cubicBezTo>
                  <a:pt x="354485" y="33649"/>
                  <a:pt x="359559" y="28575"/>
                  <a:pt x="365797" y="28575"/>
                </a:cubicBezTo>
                <a:lnTo>
                  <a:pt x="870956" y="28575"/>
                </a:lnTo>
                <a:cubicBezTo>
                  <a:pt x="877195" y="28575"/>
                  <a:pt x="882269" y="33649"/>
                  <a:pt x="882269" y="39887"/>
                </a:cubicBezTo>
                <a:close/>
                <a:moveTo>
                  <a:pt x="840810" y="409882"/>
                </a:moveTo>
                <a:cubicBezTo>
                  <a:pt x="840810" y="417772"/>
                  <a:pt x="834413" y="424169"/>
                  <a:pt x="826522" y="424169"/>
                </a:cubicBezTo>
                <a:lnTo>
                  <a:pt x="654122" y="424169"/>
                </a:lnTo>
                <a:cubicBezTo>
                  <a:pt x="646232" y="424169"/>
                  <a:pt x="639835" y="417772"/>
                  <a:pt x="639835" y="409882"/>
                </a:cubicBezTo>
                <a:cubicBezTo>
                  <a:pt x="639835" y="401991"/>
                  <a:pt x="646232" y="395594"/>
                  <a:pt x="654122" y="395594"/>
                </a:cubicBezTo>
                <a:lnTo>
                  <a:pt x="826522" y="395594"/>
                </a:lnTo>
                <a:cubicBezTo>
                  <a:pt x="834413" y="395594"/>
                  <a:pt x="840810" y="401991"/>
                  <a:pt x="840810" y="409882"/>
                </a:cubicBezTo>
                <a:close/>
                <a:moveTo>
                  <a:pt x="840810" y="345382"/>
                </a:moveTo>
                <a:cubicBezTo>
                  <a:pt x="840810" y="353273"/>
                  <a:pt x="834413" y="359670"/>
                  <a:pt x="826522" y="359670"/>
                </a:cubicBezTo>
                <a:lnTo>
                  <a:pt x="654122" y="359670"/>
                </a:lnTo>
                <a:cubicBezTo>
                  <a:pt x="646232" y="359670"/>
                  <a:pt x="639835" y="353273"/>
                  <a:pt x="639835" y="345382"/>
                </a:cubicBezTo>
                <a:cubicBezTo>
                  <a:pt x="639835" y="337492"/>
                  <a:pt x="646232" y="331095"/>
                  <a:pt x="654122" y="331095"/>
                </a:cubicBezTo>
                <a:lnTo>
                  <a:pt x="826522" y="331095"/>
                </a:lnTo>
                <a:cubicBezTo>
                  <a:pt x="834413" y="331095"/>
                  <a:pt x="840810" y="337490"/>
                  <a:pt x="840810" y="345382"/>
                </a:cubicBezTo>
                <a:close/>
                <a:moveTo>
                  <a:pt x="674886" y="147234"/>
                </a:moveTo>
                <a:lnTo>
                  <a:pt x="608179" y="205995"/>
                </a:lnTo>
                <a:cubicBezTo>
                  <a:pt x="605559" y="208303"/>
                  <a:pt x="602198" y="209562"/>
                  <a:pt x="598735" y="209562"/>
                </a:cubicBezTo>
                <a:cubicBezTo>
                  <a:pt x="598328" y="209562"/>
                  <a:pt x="597921" y="209544"/>
                  <a:pt x="597512" y="209510"/>
                </a:cubicBezTo>
                <a:cubicBezTo>
                  <a:pt x="593625" y="209176"/>
                  <a:pt x="590045" y="207269"/>
                  <a:pt x="587601" y="204229"/>
                </a:cubicBezTo>
                <a:lnTo>
                  <a:pt x="560178" y="170130"/>
                </a:lnTo>
                <a:cubicBezTo>
                  <a:pt x="555233" y="163981"/>
                  <a:pt x="556208" y="154987"/>
                  <a:pt x="562357" y="150042"/>
                </a:cubicBezTo>
                <a:cubicBezTo>
                  <a:pt x="568504" y="145095"/>
                  <a:pt x="577498" y="146072"/>
                  <a:pt x="582445" y="152221"/>
                </a:cubicBezTo>
                <a:lnTo>
                  <a:pt x="600505" y="174675"/>
                </a:lnTo>
                <a:lnTo>
                  <a:pt x="655997" y="125793"/>
                </a:lnTo>
                <a:cubicBezTo>
                  <a:pt x="661918" y="120576"/>
                  <a:pt x="670947" y="121147"/>
                  <a:pt x="676162" y="127069"/>
                </a:cubicBezTo>
                <a:cubicBezTo>
                  <a:pt x="681377" y="132992"/>
                  <a:pt x="680806" y="142020"/>
                  <a:pt x="674886" y="147234"/>
                </a:cubicBezTo>
                <a:close/>
                <a:moveTo>
                  <a:pt x="731075" y="165894"/>
                </a:moveTo>
                <a:cubicBezTo>
                  <a:pt x="731075" y="103752"/>
                  <a:pt x="680518" y="53196"/>
                  <a:pt x="618377" y="53196"/>
                </a:cubicBezTo>
                <a:cubicBezTo>
                  <a:pt x="556235" y="53196"/>
                  <a:pt x="505679" y="103752"/>
                  <a:pt x="505679" y="165894"/>
                </a:cubicBezTo>
                <a:cubicBezTo>
                  <a:pt x="505679" y="228036"/>
                  <a:pt x="556235" y="278592"/>
                  <a:pt x="618377" y="278592"/>
                </a:cubicBezTo>
                <a:cubicBezTo>
                  <a:pt x="680518" y="278592"/>
                  <a:pt x="731075" y="228036"/>
                  <a:pt x="731075" y="165894"/>
                </a:cubicBezTo>
                <a:close/>
                <a:moveTo>
                  <a:pt x="618377" y="250017"/>
                </a:moveTo>
                <a:cubicBezTo>
                  <a:pt x="571990" y="250017"/>
                  <a:pt x="534254" y="212280"/>
                  <a:pt x="534254" y="165894"/>
                </a:cubicBezTo>
                <a:cubicBezTo>
                  <a:pt x="534254" y="119508"/>
                  <a:pt x="571990" y="81771"/>
                  <a:pt x="618377" y="81771"/>
                </a:cubicBezTo>
                <a:cubicBezTo>
                  <a:pt x="664763" y="81771"/>
                  <a:pt x="702500" y="119508"/>
                  <a:pt x="702500" y="165894"/>
                </a:cubicBezTo>
                <a:cubicBezTo>
                  <a:pt x="702500" y="212280"/>
                  <a:pt x="664763" y="250017"/>
                  <a:pt x="618377" y="250017"/>
                </a:cubicBezTo>
                <a:close/>
                <a:moveTo>
                  <a:pt x="589664" y="310250"/>
                </a:moveTo>
                <a:lnTo>
                  <a:pt x="483476" y="310250"/>
                </a:lnTo>
                <a:cubicBezTo>
                  <a:pt x="475586" y="310250"/>
                  <a:pt x="469188" y="316647"/>
                  <a:pt x="469188" y="324537"/>
                </a:cubicBezTo>
                <a:lnTo>
                  <a:pt x="469188" y="430725"/>
                </a:lnTo>
                <a:cubicBezTo>
                  <a:pt x="469188" y="438616"/>
                  <a:pt x="475586" y="445013"/>
                  <a:pt x="483476" y="445013"/>
                </a:cubicBezTo>
                <a:lnTo>
                  <a:pt x="589664" y="445013"/>
                </a:lnTo>
                <a:cubicBezTo>
                  <a:pt x="597554" y="445013"/>
                  <a:pt x="603952" y="438616"/>
                  <a:pt x="603952" y="430725"/>
                </a:cubicBezTo>
                <a:lnTo>
                  <a:pt x="603952" y="324537"/>
                </a:lnTo>
                <a:cubicBezTo>
                  <a:pt x="603952" y="316647"/>
                  <a:pt x="597554" y="310250"/>
                  <a:pt x="589664" y="310250"/>
                </a:cubicBezTo>
                <a:close/>
                <a:moveTo>
                  <a:pt x="575377" y="416438"/>
                </a:moveTo>
                <a:lnTo>
                  <a:pt x="497763" y="416438"/>
                </a:lnTo>
                <a:lnTo>
                  <a:pt x="497763" y="338825"/>
                </a:lnTo>
                <a:lnTo>
                  <a:pt x="575377" y="338825"/>
                </a:lnTo>
                <a:close/>
                <a:moveTo>
                  <a:pt x="589664" y="477483"/>
                </a:moveTo>
                <a:lnTo>
                  <a:pt x="483476" y="477483"/>
                </a:lnTo>
                <a:cubicBezTo>
                  <a:pt x="475586" y="477483"/>
                  <a:pt x="469188" y="483880"/>
                  <a:pt x="469188" y="491770"/>
                </a:cubicBezTo>
                <a:lnTo>
                  <a:pt x="469188" y="597959"/>
                </a:lnTo>
                <a:cubicBezTo>
                  <a:pt x="469188" y="605849"/>
                  <a:pt x="475586" y="612246"/>
                  <a:pt x="483476" y="612246"/>
                </a:cubicBezTo>
                <a:lnTo>
                  <a:pt x="589664" y="612246"/>
                </a:lnTo>
                <a:cubicBezTo>
                  <a:pt x="597554" y="612246"/>
                  <a:pt x="603952" y="605849"/>
                  <a:pt x="603952" y="597959"/>
                </a:cubicBezTo>
                <a:lnTo>
                  <a:pt x="603952" y="491770"/>
                </a:lnTo>
                <a:cubicBezTo>
                  <a:pt x="603952" y="483878"/>
                  <a:pt x="597554" y="477483"/>
                  <a:pt x="589664" y="477483"/>
                </a:cubicBezTo>
                <a:close/>
                <a:moveTo>
                  <a:pt x="575377" y="583669"/>
                </a:moveTo>
                <a:lnTo>
                  <a:pt x="497763" y="583669"/>
                </a:lnTo>
                <a:lnTo>
                  <a:pt x="497763" y="506056"/>
                </a:lnTo>
                <a:lnTo>
                  <a:pt x="575377" y="506056"/>
                </a:lnTo>
                <a:close/>
                <a:moveTo>
                  <a:pt x="589664" y="644713"/>
                </a:moveTo>
                <a:lnTo>
                  <a:pt x="483476" y="644713"/>
                </a:lnTo>
                <a:cubicBezTo>
                  <a:pt x="475586" y="644713"/>
                  <a:pt x="469188" y="651110"/>
                  <a:pt x="469188" y="659000"/>
                </a:cubicBezTo>
                <a:lnTo>
                  <a:pt x="469188" y="765189"/>
                </a:lnTo>
                <a:cubicBezTo>
                  <a:pt x="469188" y="773079"/>
                  <a:pt x="475586" y="779476"/>
                  <a:pt x="483476" y="779476"/>
                </a:cubicBezTo>
                <a:lnTo>
                  <a:pt x="589664" y="779476"/>
                </a:lnTo>
                <a:cubicBezTo>
                  <a:pt x="597554" y="779476"/>
                  <a:pt x="603952" y="773079"/>
                  <a:pt x="603952" y="765189"/>
                </a:cubicBezTo>
                <a:lnTo>
                  <a:pt x="603952" y="659000"/>
                </a:lnTo>
                <a:cubicBezTo>
                  <a:pt x="603952" y="651110"/>
                  <a:pt x="597554" y="644713"/>
                  <a:pt x="589664" y="644713"/>
                </a:cubicBezTo>
                <a:close/>
                <a:moveTo>
                  <a:pt x="575377" y="750901"/>
                </a:moveTo>
                <a:lnTo>
                  <a:pt x="497763" y="750901"/>
                </a:lnTo>
                <a:lnTo>
                  <a:pt x="497763" y="673288"/>
                </a:lnTo>
                <a:lnTo>
                  <a:pt x="575377" y="673288"/>
                </a:lnTo>
                <a:close/>
                <a:moveTo>
                  <a:pt x="840810" y="577113"/>
                </a:moveTo>
                <a:cubicBezTo>
                  <a:pt x="840810" y="585003"/>
                  <a:pt x="834413" y="591401"/>
                  <a:pt x="826522" y="591401"/>
                </a:cubicBezTo>
                <a:lnTo>
                  <a:pt x="654122" y="591401"/>
                </a:lnTo>
                <a:cubicBezTo>
                  <a:pt x="646232" y="591401"/>
                  <a:pt x="639835" y="585003"/>
                  <a:pt x="639835" y="577113"/>
                </a:cubicBezTo>
                <a:cubicBezTo>
                  <a:pt x="639835" y="569223"/>
                  <a:pt x="646232" y="562826"/>
                  <a:pt x="654122" y="562826"/>
                </a:cubicBezTo>
                <a:lnTo>
                  <a:pt x="826522" y="562826"/>
                </a:lnTo>
                <a:cubicBezTo>
                  <a:pt x="834413" y="562826"/>
                  <a:pt x="840810" y="569223"/>
                  <a:pt x="840810" y="577113"/>
                </a:cubicBezTo>
                <a:close/>
                <a:moveTo>
                  <a:pt x="840810" y="512614"/>
                </a:moveTo>
                <a:cubicBezTo>
                  <a:pt x="840810" y="520504"/>
                  <a:pt x="834413" y="526902"/>
                  <a:pt x="826522" y="526902"/>
                </a:cubicBezTo>
                <a:lnTo>
                  <a:pt x="654122" y="526902"/>
                </a:lnTo>
                <a:cubicBezTo>
                  <a:pt x="646232" y="526902"/>
                  <a:pt x="639835" y="520504"/>
                  <a:pt x="639835" y="512614"/>
                </a:cubicBezTo>
                <a:cubicBezTo>
                  <a:pt x="639835" y="504724"/>
                  <a:pt x="646232" y="498327"/>
                  <a:pt x="654122" y="498327"/>
                </a:cubicBezTo>
                <a:lnTo>
                  <a:pt x="826522" y="498327"/>
                </a:lnTo>
                <a:cubicBezTo>
                  <a:pt x="834413" y="498327"/>
                  <a:pt x="840810" y="504724"/>
                  <a:pt x="840810" y="512614"/>
                </a:cubicBezTo>
                <a:close/>
                <a:moveTo>
                  <a:pt x="840810" y="679846"/>
                </a:moveTo>
                <a:cubicBezTo>
                  <a:pt x="840810" y="687736"/>
                  <a:pt x="834413" y="694133"/>
                  <a:pt x="826522" y="694133"/>
                </a:cubicBezTo>
                <a:lnTo>
                  <a:pt x="654122" y="694133"/>
                </a:lnTo>
                <a:cubicBezTo>
                  <a:pt x="646232" y="694133"/>
                  <a:pt x="639835" y="687736"/>
                  <a:pt x="639835" y="679846"/>
                </a:cubicBezTo>
                <a:cubicBezTo>
                  <a:pt x="639835" y="671955"/>
                  <a:pt x="646232" y="665558"/>
                  <a:pt x="654122" y="665558"/>
                </a:cubicBezTo>
                <a:lnTo>
                  <a:pt x="826522" y="665558"/>
                </a:lnTo>
                <a:cubicBezTo>
                  <a:pt x="834413" y="665558"/>
                  <a:pt x="840810" y="671954"/>
                  <a:pt x="840810" y="679846"/>
                </a:cubicBezTo>
                <a:close/>
                <a:moveTo>
                  <a:pt x="840810" y="744345"/>
                </a:moveTo>
                <a:cubicBezTo>
                  <a:pt x="840810" y="752235"/>
                  <a:pt x="834413" y="758632"/>
                  <a:pt x="826522" y="758632"/>
                </a:cubicBezTo>
                <a:lnTo>
                  <a:pt x="654122" y="758632"/>
                </a:lnTo>
                <a:cubicBezTo>
                  <a:pt x="646232" y="758632"/>
                  <a:pt x="639835" y="752235"/>
                  <a:pt x="639835" y="744345"/>
                </a:cubicBezTo>
                <a:cubicBezTo>
                  <a:pt x="639835" y="736455"/>
                  <a:pt x="646232" y="730057"/>
                  <a:pt x="654122" y="730057"/>
                </a:cubicBezTo>
                <a:lnTo>
                  <a:pt x="826522" y="730057"/>
                </a:lnTo>
                <a:cubicBezTo>
                  <a:pt x="834413" y="730057"/>
                  <a:pt x="840810" y="736453"/>
                  <a:pt x="840810" y="744345"/>
                </a:cubicBezTo>
                <a:close/>
              </a:path>
            </a:pathLst>
          </a:custGeom>
          <a:solidFill>
            <a:schemeClr val="bg1"/>
          </a:solidFill>
          <a:ln w="1786" cap="flat">
            <a:noFill/>
            <a:prstDash val="solid"/>
            <a:miter/>
          </a:ln>
        </p:spPr>
        <p:txBody>
          <a:bodyPr/>
          <a:lstStyle/>
          <a:p>
            <a:endParaRPr lang="en-GB"/>
          </a:p>
        </p:txBody>
      </p:sp>
      <p:sp>
        <p:nvSpPr>
          <p:cNvPr id="57" name="Graphic 22">
            <a:extLst>
              <a:ext uri="{FF2B5EF4-FFF2-40B4-BE49-F238E27FC236}">
                <a16:creationId xmlns:a16="http://schemas.microsoft.com/office/drawing/2014/main" id="{FA4A11DF-DC96-CA94-BFFB-758DCB0409DA}"/>
              </a:ext>
            </a:extLst>
          </p:cNvPr>
          <p:cNvSpPr>
            <a:spLocks noChangeAspect="1"/>
          </p:cNvSpPr>
          <p:nvPr/>
        </p:nvSpPr>
        <p:spPr>
          <a:xfrm>
            <a:off x="4223893" y="3230219"/>
            <a:ext cx="411489" cy="411480"/>
          </a:xfrm>
          <a:custGeom>
            <a:avLst/>
            <a:gdLst>
              <a:gd name="csX0" fmla="*/ 874252 w 882253"/>
              <a:gd name="csY0" fmla="*/ 375922 h 882235"/>
              <a:gd name="csX1" fmla="*/ 779848 w 882253"/>
              <a:gd name="csY1" fmla="*/ 339382 h 882235"/>
              <a:gd name="csX2" fmla="*/ 752558 w 882253"/>
              <a:gd name="csY2" fmla="*/ 273570 h 882235"/>
              <a:gd name="csX3" fmla="*/ 793492 w 882253"/>
              <a:gd name="csY3" fmla="*/ 180951 h 882235"/>
              <a:gd name="csX4" fmla="*/ 790902 w 882253"/>
              <a:gd name="csY4" fmla="*/ 167057 h 882235"/>
              <a:gd name="csX5" fmla="*/ 715179 w 882253"/>
              <a:gd name="csY5" fmla="*/ 91333 h 882235"/>
              <a:gd name="csX6" fmla="*/ 701284 w 882253"/>
              <a:gd name="csY6" fmla="*/ 88743 h 882235"/>
              <a:gd name="csX7" fmla="*/ 608665 w 882253"/>
              <a:gd name="csY7" fmla="*/ 129677 h 882235"/>
              <a:gd name="csX8" fmla="*/ 542871 w 882253"/>
              <a:gd name="csY8" fmla="*/ 102388 h 882235"/>
              <a:gd name="csX9" fmla="*/ 506331 w 882253"/>
              <a:gd name="csY9" fmla="*/ 7983 h 882235"/>
              <a:gd name="csX10" fmla="*/ 494669 w 882253"/>
              <a:gd name="csY10" fmla="*/ 0 h 882235"/>
              <a:gd name="csX11" fmla="*/ 387584 w 882253"/>
              <a:gd name="csY11" fmla="*/ 0 h 882235"/>
              <a:gd name="csX12" fmla="*/ 375922 w 882253"/>
              <a:gd name="csY12" fmla="*/ 7983 h 882235"/>
              <a:gd name="csX13" fmla="*/ 339382 w 882253"/>
              <a:gd name="csY13" fmla="*/ 102388 h 882235"/>
              <a:gd name="csX14" fmla="*/ 273588 w 882253"/>
              <a:gd name="csY14" fmla="*/ 129677 h 882235"/>
              <a:gd name="csX15" fmla="*/ 180951 w 882253"/>
              <a:gd name="csY15" fmla="*/ 88743 h 882235"/>
              <a:gd name="csX16" fmla="*/ 167057 w 882253"/>
              <a:gd name="csY16" fmla="*/ 91333 h 882235"/>
              <a:gd name="csX17" fmla="*/ 91333 w 882253"/>
              <a:gd name="csY17" fmla="*/ 167057 h 882235"/>
              <a:gd name="csX18" fmla="*/ 88743 w 882253"/>
              <a:gd name="csY18" fmla="*/ 180951 h 882235"/>
              <a:gd name="csX19" fmla="*/ 129677 w 882253"/>
              <a:gd name="csY19" fmla="*/ 273570 h 882235"/>
              <a:gd name="csX20" fmla="*/ 102388 w 882253"/>
              <a:gd name="csY20" fmla="*/ 339382 h 882235"/>
              <a:gd name="csX21" fmla="*/ 7983 w 882253"/>
              <a:gd name="csY21" fmla="*/ 375922 h 882235"/>
              <a:gd name="csX22" fmla="*/ 0 w 882253"/>
              <a:gd name="csY22" fmla="*/ 387584 h 882235"/>
              <a:gd name="csX23" fmla="*/ 0 w 882253"/>
              <a:gd name="csY23" fmla="*/ 494669 h 882235"/>
              <a:gd name="csX24" fmla="*/ 7983 w 882253"/>
              <a:gd name="csY24" fmla="*/ 506331 h 882235"/>
              <a:gd name="csX25" fmla="*/ 54810 w 882253"/>
              <a:gd name="csY25" fmla="*/ 524458 h 882235"/>
              <a:gd name="csX26" fmla="*/ 32397 w 882253"/>
              <a:gd name="csY26" fmla="*/ 588395 h 882235"/>
              <a:gd name="csX27" fmla="*/ 32397 w 882253"/>
              <a:gd name="csY27" fmla="*/ 678638 h 882235"/>
              <a:gd name="csX28" fmla="*/ 44898 w 882253"/>
              <a:gd name="csY28" fmla="*/ 691140 h 882235"/>
              <a:gd name="csX29" fmla="*/ 93226 w 882253"/>
              <a:gd name="csY29" fmla="*/ 691140 h 882235"/>
              <a:gd name="csX30" fmla="*/ 88743 w 882253"/>
              <a:gd name="csY30" fmla="*/ 701284 h 882235"/>
              <a:gd name="csX31" fmla="*/ 91333 w 882253"/>
              <a:gd name="csY31" fmla="*/ 715179 h 882235"/>
              <a:gd name="csX32" fmla="*/ 167057 w 882253"/>
              <a:gd name="csY32" fmla="*/ 790902 h 882235"/>
              <a:gd name="csX33" fmla="*/ 180951 w 882253"/>
              <a:gd name="csY33" fmla="*/ 793492 h 882235"/>
              <a:gd name="csX34" fmla="*/ 273570 w 882253"/>
              <a:gd name="csY34" fmla="*/ 752558 h 882235"/>
              <a:gd name="csX35" fmla="*/ 339382 w 882253"/>
              <a:gd name="csY35" fmla="*/ 779848 h 882235"/>
              <a:gd name="csX36" fmla="*/ 375922 w 882253"/>
              <a:gd name="csY36" fmla="*/ 874252 h 882235"/>
              <a:gd name="csX37" fmla="*/ 387584 w 882253"/>
              <a:gd name="csY37" fmla="*/ 882235 h 882235"/>
              <a:gd name="csX38" fmla="*/ 494669 w 882253"/>
              <a:gd name="csY38" fmla="*/ 882235 h 882235"/>
              <a:gd name="csX39" fmla="*/ 506331 w 882253"/>
              <a:gd name="csY39" fmla="*/ 874252 h 882235"/>
              <a:gd name="csX40" fmla="*/ 542871 w 882253"/>
              <a:gd name="csY40" fmla="*/ 779848 h 882235"/>
              <a:gd name="csX41" fmla="*/ 608665 w 882253"/>
              <a:gd name="csY41" fmla="*/ 752558 h 882235"/>
              <a:gd name="csX42" fmla="*/ 701302 w 882253"/>
              <a:gd name="csY42" fmla="*/ 793492 h 882235"/>
              <a:gd name="csX43" fmla="*/ 715197 w 882253"/>
              <a:gd name="csY43" fmla="*/ 790902 h 882235"/>
              <a:gd name="csX44" fmla="*/ 790920 w 882253"/>
              <a:gd name="csY44" fmla="*/ 715179 h 882235"/>
              <a:gd name="csX45" fmla="*/ 793510 w 882253"/>
              <a:gd name="csY45" fmla="*/ 701284 h 882235"/>
              <a:gd name="csX46" fmla="*/ 789027 w 882253"/>
              <a:gd name="csY46" fmla="*/ 691140 h 882235"/>
              <a:gd name="csX47" fmla="*/ 837355 w 882253"/>
              <a:gd name="csY47" fmla="*/ 691140 h 882235"/>
              <a:gd name="csX48" fmla="*/ 849856 w 882253"/>
              <a:gd name="csY48" fmla="*/ 678638 h 882235"/>
              <a:gd name="csX49" fmla="*/ 849856 w 882253"/>
              <a:gd name="csY49" fmla="*/ 588395 h 882235"/>
              <a:gd name="csX50" fmla="*/ 827443 w 882253"/>
              <a:gd name="csY50" fmla="*/ 524458 h 882235"/>
              <a:gd name="csX51" fmla="*/ 874270 w 882253"/>
              <a:gd name="csY51" fmla="*/ 506331 h 882235"/>
              <a:gd name="csX52" fmla="*/ 882253 w 882253"/>
              <a:gd name="csY52" fmla="*/ 494669 h 882235"/>
              <a:gd name="csX53" fmla="*/ 882253 w 882253"/>
              <a:gd name="csY53" fmla="*/ 387584 h 882235"/>
              <a:gd name="csX54" fmla="*/ 874270 w 882253"/>
              <a:gd name="csY54" fmla="*/ 375922 h 882235"/>
              <a:gd name="csX55" fmla="*/ 57400 w 882253"/>
              <a:gd name="csY55" fmla="*/ 588395 h 882235"/>
              <a:gd name="csX56" fmla="*/ 135142 w 882253"/>
              <a:gd name="csY56" fmla="*/ 510653 h 882235"/>
              <a:gd name="csX57" fmla="*/ 140089 w 882253"/>
              <a:gd name="csY57" fmla="*/ 510653 h 882235"/>
              <a:gd name="csX58" fmla="*/ 129088 w 882253"/>
              <a:gd name="csY58" fmla="*/ 602558 h 882235"/>
              <a:gd name="csX59" fmla="*/ 135249 w 882253"/>
              <a:gd name="csY59" fmla="*/ 614863 h 882235"/>
              <a:gd name="csX60" fmla="*/ 158966 w 882253"/>
              <a:gd name="csY60" fmla="*/ 628561 h 882235"/>
              <a:gd name="csX61" fmla="*/ 165217 w 882253"/>
              <a:gd name="csY61" fmla="*/ 630240 h 882235"/>
              <a:gd name="csX62" fmla="*/ 171468 w 882253"/>
              <a:gd name="csY62" fmla="*/ 628561 h 882235"/>
              <a:gd name="csX63" fmla="*/ 195185 w 882253"/>
              <a:gd name="csY63" fmla="*/ 614863 h 882235"/>
              <a:gd name="csX64" fmla="*/ 201347 w 882253"/>
              <a:gd name="csY64" fmla="*/ 602558 h 882235"/>
              <a:gd name="csX65" fmla="*/ 190345 w 882253"/>
              <a:gd name="csY65" fmla="*/ 510653 h 882235"/>
              <a:gd name="csX66" fmla="*/ 195292 w 882253"/>
              <a:gd name="csY66" fmla="*/ 510653 h 882235"/>
              <a:gd name="csX67" fmla="*/ 273034 w 882253"/>
              <a:gd name="csY67" fmla="*/ 588395 h 882235"/>
              <a:gd name="csX68" fmla="*/ 273034 w 882253"/>
              <a:gd name="csY68" fmla="*/ 666137 h 882235"/>
              <a:gd name="csX69" fmla="*/ 248120 w 882253"/>
              <a:gd name="csY69" fmla="*/ 666137 h 882235"/>
              <a:gd name="csX70" fmla="*/ 248120 w 882253"/>
              <a:gd name="csY70" fmla="*/ 592824 h 882235"/>
              <a:gd name="csX71" fmla="*/ 235619 w 882253"/>
              <a:gd name="csY71" fmla="*/ 580323 h 882235"/>
              <a:gd name="csX72" fmla="*/ 223117 w 882253"/>
              <a:gd name="csY72" fmla="*/ 592824 h 882235"/>
              <a:gd name="csX73" fmla="*/ 223117 w 882253"/>
              <a:gd name="csY73" fmla="*/ 666137 h 882235"/>
              <a:gd name="csX74" fmla="*/ 107299 w 882253"/>
              <a:gd name="csY74" fmla="*/ 666137 h 882235"/>
              <a:gd name="csX75" fmla="*/ 107299 w 882253"/>
              <a:gd name="csY75" fmla="*/ 592824 h 882235"/>
              <a:gd name="csX76" fmla="*/ 94798 w 882253"/>
              <a:gd name="csY76" fmla="*/ 580323 h 882235"/>
              <a:gd name="csX77" fmla="*/ 82296 w 882253"/>
              <a:gd name="csY77" fmla="*/ 592824 h 882235"/>
              <a:gd name="csX78" fmla="*/ 82296 w 882253"/>
              <a:gd name="csY78" fmla="*/ 666137 h 882235"/>
              <a:gd name="csX79" fmla="*/ 57382 w 882253"/>
              <a:gd name="csY79" fmla="*/ 666137 h 882235"/>
              <a:gd name="csX80" fmla="*/ 57382 w 882253"/>
              <a:gd name="csY80" fmla="*/ 588395 h 882235"/>
              <a:gd name="csX81" fmla="*/ 364349 w 882253"/>
              <a:gd name="csY81" fmla="*/ 195042 h 882235"/>
              <a:gd name="csX82" fmla="*/ 386888 w 882253"/>
              <a:gd name="csY82" fmla="*/ 238619 h 882235"/>
              <a:gd name="csX83" fmla="*/ 308253 w 882253"/>
              <a:gd name="csY83" fmla="*/ 338489 h 882235"/>
              <a:gd name="csX84" fmla="*/ 308253 w 882253"/>
              <a:gd name="csY84" fmla="*/ 428732 h 882235"/>
              <a:gd name="csX85" fmla="*/ 320754 w 882253"/>
              <a:gd name="csY85" fmla="*/ 441234 h 882235"/>
              <a:gd name="csX86" fmla="*/ 561427 w 882253"/>
              <a:gd name="csY86" fmla="*/ 441234 h 882235"/>
              <a:gd name="csX87" fmla="*/ 573929 w 882253"/>
              <a:gd name="csY87" fmla="*/ 428732 h 882235"/>
              <a:gd name="csX88" fmla="*/ 573929 w 882253"/>
              <a:gd name="csY88" fmla="*/ 338489 h 882235"/>
              <a:gd name="csX89" fmla="*/ 495294 w 882253"/>
              <a:gd name="csY89" fmla="*/ 238619 h 882235"/>
              <a:gd name="csX90" fmla="*/ 517833 w 882253"/>
              <a:gd name="csY90" fmla="*/ 195042 h 882235"/>
              <a:gd name="csX91" fmla="*/ 689229 w 882253"/>
              <a:gd name="csY91" fmla="*/ 360438 h 882235"/>
              <a:gd name="csX92" fmla="*/ 639294 w 882253"/>
              <a:gd name="csY92" fmla="*/ 432983 h 882235"/>
              <a:gd name="csX93" fmla="*/ 662761 w 882253"/>
              <a:gd name="csY93" fmla="*/ 488543 h 882235"/>
              <a:gd name="csX94" fmla="*/ 584127 w 882253"/>
              <a:gd name="csY94" fmla="*/ 588413 h 882235"/>
              <a:gd name="csX95" fmla="*/ 584127 w 882253"/>
              <a:gd name="csY95" fmla="*/ 666155 h 882235"/>
              <a:gd name="csX96" fmla="*/ 441073 w 882253"/>
              <a:gd name="csY96" fmla="*/ 708571 h 882235"/>
              <a:gd name="csX97" fmla="*/ 298019 w 882253"/>
              <a:gd name="csY97" fmla="*/ 666155 h 882235"/>
              <a:gd name="csX98" fmla="*/ 298019 w 882253"/>
              <a:gd name="csY98" fmla="*/ 588413 h 882235"/>
              <a:gd name="csX99" fmla="*/ 219385 w 882253"/>
              <a:gd name="csY99" fmla="*/ 488543 h 882235"/>
              <a:gd name="csX100" fmla="*/ 242852 w 882253"/>
              <a:gd name="csY100" fmla="*/ 432983 h 882235"/>
              <a:gd name="csX101" fmla="*/ 192917 w 882253"/>
              <a:gd name="csY101" fmla="*/ 360438 h 882235"/>
              <a:gd name="csX102" fmla="*/ 364313 w 882253"/>
              <a:gd name="csY102" fmla="*/ 195042 h 882235"/>
              <a:gd name="csX103" fmla="*/ 493776 w 882253"/>
              <a:gd name="csY103" fmla="*/ 183059 h 882235"/>
              <a:gd name="csX104" fmla="*/ 441091 w 882253"/>
              <a:gd name="csY104" fmla="*/ 235744 h 882235"/>
              <a:gd name="csX105" fmla="*/ 388406 w 882253"/>
              <a:gd name="csY105" fmla="*/ 183059 h 882235"/>
              <a:gd name="csX106" fmla="*/ 441091 w 882253"/>
              <a:gd name="csY106" fmla="*/ 130373 h 882235"/>
              <a:gd name="csX107" fmla="*/ 493776 w 882253"/>
              <a:gd name="csY107" fmla="*/ 183059 h 882235"/>
              <a:gd name="csX108" fmla="*/ 511510 w 882253"/>
              <a:gd name="csY108" fmla="*/ 330416 h 882235"/>
              <a:gd name="csX109" fmla="*/ 499009 w 882253"/>
              <a:gd name="csY109" fmla="*/ 342918 h 882235"/>
              <a:gd name="csX110" fmla="*/ 499009 w 882253"/>
              <a:gd name="csY110" fmla="*/ 416231 h 882235"/>
              <a:gd name="csX111" fmla="*/ 383191 w 882253"/>
              <a:gd name="csY111" fmla="*/ 416231 h 882235"/>
              <a:gd name="csX112" fmla="*/ 383191 w 882253"/>
              <a:gd name="csY112" fmla="*/ 342918 h 882235"/>
              <a:gd name="csX113" fmla="*/ 370689 w 882253"/>
              <a:gd name="csY113" fmla="*/ 330416 h 882235"/>
              <a:gd name="csX114" fmla="*/ 358188 w 882253"/>
              <a:gd name="csY114" fmla="*/ 342918 h 882235"/>
              <a:gd name="csX115" fmla="*/ 358188 w 882253"/>
              <a:gd name="csY115" fmla="*/ 416231 h 882235"/>
              <a:gd name="csX116" fmla="*/ 333274 w 882253"/>
              <a:gd name="csY116" fmla="*/ 416231 h 882235"/>
              <a:gd name="csX117" fmla="*/ 333274 w 882253"/>
              <a:gd name="csY117" fmla="*/ 338489 h 882235"/>
              <a:gd name="csX118" fmla="*/ 411016 w 882253"/>
              <a:gd name="csY118" fmla="*/ 260747 h 882235"/>
              <a:gd name="csX119" fmla="*/ 415963 w 882253"/>
              <a:gd name="csY119" fmla="*/ 260747 h 882235"/>
              <a:gd name="csX120" fmla="*/ 404961 w 882253"/>
              <a:gd name="csY120" fmla="*/ 352651 h 882235"/>
              <a:gd name="csX121" fmla="*/ 411123 w 882253"/>
              <a:gd name="csY121" fmla="*/ 364956 h 882235"/>
              <a:gd name="csX122" fmla="*/ 434840 w 882253"/>
              <a:gd name="csY122" fmla="*/ 378654 h 882235"/>
              <a:gd name="csX123" fmla="*/ 441091 w 882253"/>
              <a:gd name="csY123" fmla="*/ 380333 h 882235"/>
              <a:gd name="csX124" fmla="*/ 447342 w 882253"/>
              <a:gd name="csY124" fmla="*/ 378654 h 882235"/>
              <a:gd name="csX125" fmla="*/ 471059 w 882253"/>
              <a:gd name="csY125" fmla="*/ 364956 h 882235"/>
              <a:gd name="csX126" fmla="*/ 477220 w 882253"/>
              <a:gd name="csY126" fmla="*/ 352651 h 882235"/>
              <a:gd name="csX127" fmla="*/ 466219 w 882253"/>
              <a:gd name="csY127" fmla="*/ 260747 h 882235"/>
              <a:gd name="csX128" fmla="*/ 471166 w 882253"/>
              <a:gd name="csY128" fmla="*/ 260747 h 882235"/>
              <a:gd name="csX129" fmla="*/ 548908 w 882253"/>
              <a:gd name="csY129" fmla="*/ 338489 h 882235"/>
              <a:gd name="csX130" fmla="*/ 548908 w 882253"/>
              <a:gd name="csY130" fmla="*/ 416231 h 882235"/>
              <a:gd name="csX131" fmla="*/ 523994 w 882253"/>
              <a:gd name="csY131" fmla="*/ 416231 h 882235"/>
              <a:gd name="csX132" fmla="*/ 523994 w 882253"/>
              <a:gd name="csY132" fmla="*/ 342918 h 882235"/>
              <a:gd name="csX133" fmla="*/ 511493 w 882253"/>
              <a:gd name="csY133" fmla="*/ 330416 h 882235"/>
              <a:gd name="csX134" fmla="*/ 451431 w 882253"/>
              <a:gd name="csY134" fmla="*/ 347436 h 882235"/>
              <a:gd name="csX135" fmla="*/ 441091 w 882253"/>
              <a:gd name="csY135" fmla="*/ 353401 h 882235"/>
              <a:gd name="csX136" fmla="*/ 430768 w 882253"/>
              <a:gd name="csY136" fmla="*/ 347436 h 882235"/>
              <a:gd name="csX137" fmla="*/ 441109 w 882253"/>
              <a:gd name="csY137" fmla="*/ 261176 h 882235"/>
              <a:gd name="csX138" fmla="*/ 713875 w 882253"/>
              <a:gd name="csY138" fmla="*/ 536996 h 882235"/>
              <a:gd name="csX139" fmla="*/ 718322 w 882253"/>
              <a:gd name="csY139" fmla="*/ 522297 h 882235"/>
              <a:gd name="csX140" fmla="*/ 727305 w 882253"/>
              <a:gd name="csY140" fmla="*/ 597360 h 882235"/>
              <a:gd name="csX141" fmla="*/ 716983 w 882253"/>
              <a:gd name="csY141" fmla="*/ 603325 h 882235"/>
              <a:gd name="csX142" fmla="*/ 706642 w 882253"/>
              <a:gd name="csY142" fmla="*/ 597360 h 882235"/>
              <a:gd name="csX143" fmla="*/ 716983 w 882253"/>
              <a:gd name="csY143" fmla="*/ 485668 h 882235"/>
              <a:gd name="csX144" fmla="*/ 664297 w 882253"/>
              <a:gd name="csY144" fmla="*/ 432983 h 882235"/>
              <a:gd name="csX145" fmla="*/ 716983 w 882253"/>
              <a:gd name="csY145" fmla="*/ 380298 h 882235"/>
              <a:gd name="csX146" fmla="*/ 769668 w 882253"/>
              <a:gd name="csY146" fmla="*/ 432983 h 882235"/>
              <a:gd name="csX147" fmla="*/ 716983 w 882253"/>
              <a:gd name="csY147" fmla="*/ 485668 h 882235"/>
              <a:gd name="csX148" fmla="*/ 165217 w 882253"/>
              <a:gd name="csY148" fmla="*/ 511100 h 882235"/>
              <a:gd name="csX149" fmla="*/ 175540 w 882253"/>
              <a:gd name="csY149" fmla="*/ 597360 h 882235"/>
              <a:gd name="csX150" fmla="*/ 165217 w 882253"/>
              <a:gd name="csY150" fmla="*/ 603325 h 882235"/>
              <a:gd name="csX151" fmla="*/ 154877 w 882253"/>
              <a:gd name="csY151" fmla="*/ 597360 h 882235"/>
              <a:gd name="csX152" fmla="*/ 165217 w 882253"/>
              <a:gd name="csY152" fmla="*/ 380315 h 882235"/>
              <a:gd name="csX153" fmla="*/ 217902 w 882253"/>
              <a:gd name="csY153" fmla="*/ 433001 h 882235"/>
              <a:gd name="csX154" fmla="*/ 165217 w 882253"/>
              <a:gd name="csY154" fmla="*/ 485686 h 882235"/>
              <a:gd name="csX155" fmla="*/ 112532 w 882253"/>
              <a:gd name="csY155" fmla="*/ 433001 h 882235"/>
              <a:gd name="csX156" fmla="*/ 165217 w 882253"/>
              <a:gd name="csY156" fmla="*/ 380315 h 882235"/>
              <a:gd name="csX157" fmla="*/ 703534 w 882253"/>
              <a:gd name="csY157" fmla="*/ 767203 h 882235"/>
              <a:gd name="csX158" fmla="*/ 613077 w 882253"/>
              <a:gd name="csY158" fmla="*/ 727234 h 882235"/>
              <a:gd name="csX159" fmla="*/ 601897 w 882253"/>
              <a:gd name="csY159" fmla="*/ 727770 h 882235"/>
              <a:gd name="csX160" fmla="*/ 530031 w 882253"/>
              <a:gd name="csY160" fmla="*/ 757577 h 882235"/>
              <a:gd name="csX161" fmla="*/ 521744 w 882253"/>
              <a:gd name="csY161" fmla="*/ 765096 h 882235"/>
              <a:gd name="csX162" fmla="*/ 486061 w 882253"/>
              <a:gd name="csY162" fmla="*/ 857286 h 882235"/>
              <a:gd name="csX163" fmla="*/ 396103 w 882253"/>
              <a:gd name="csY163" fmla="*/ 857286 h 882235"/>
              <a:gd name="csX164" fmla="*/ 360438 w 882253"/>
              <a:gd name="csY164" fmla="*/ 765114 h 882235"/>
              <a:gd name="csX165" fmla="*/ 352151 w 882253"/>
              <a:gd name="csY165" fmla="*/ 757595 h 882235"/>
              <a:gd name="csX166" fmla="*/ 280267 w 882253"/>
              <a:gd name="csY166" fmla="*/ 727787 h 882235"/>
              <a:gd name="csX167" fmla="*/ 269087 w 882253"/>
              <a:gd name="csY167" fmla="*/ 727252 h 882235"/>
              <a:gd name="csX168" fmla="*/ 178647 w 882253"/>
              <a:gd name="csY168" fmla="*/ 767221 h 882235"/>
              <a:gd name="csX169" fmla="*/ 115032 w 882253"/>
              <a:gd name="csY169" fmla="*/ 703606 h 882235"/>
              <a:gd name="csX170" fmla="*/ 120515 w 882253"/>
              <a:gd name="csY170" fmla="*/ 691194 h 882235"/>
              <a:gd name="csX171" fmla="*/ 235565 w 882253"/>
              <a:gd name="csY171" fmla="*/ 691194 h 882235"/>
              <a:gd name="csX172" fmla="*/ 235601 w 882253"/>
              <a:gd name="csY172" fmla="*/ 691194 h 882235"/>
              <a:gd name="csX173" fmla="*/ 235637 w 882253"/>
              <a:gd name="csY173" fmla="*/ 691194 h 882235"/>
              <a:gd name="csX174" fmla="*/ 285518 w 882253"/>
              <a:gd name="csY174" fmla="*/ 691194 h 882235"/>
              <a:gd name="csX175" fmla="*/ 289608 w 882253"/>
              <a:gd name="csY175" fmla="*/ 690497 h 882235"/>
              <a:gd name="csX176" fmla="*/ 441055 w 882253"/>
              <a:gd name="csY176" fmla="*/ 733592 h 882235"/>
              <a:gd name="csX177" fmla="*/ 592503 w 882253"/>
              <a:gd name="csY177" fmla="*/ 690497 h 882235"/>
              <a:gd name="csX178" fmla="*/ 596592 w 882253"/>
              <a:gd name="csY178" fmla="*/ 691194 h 882235"/>
              <a:gd name="csX179" fmla="*/ 646474 w 882253"/>
              <a:gd name="csY179" fmla="*/ 691194 h 882235"/>
              <a:gd name="csX180" fmla="*/ 646509 w 882253"/>
              <a:gd name="csY180" fmla="*/ 691194 h 882235"/>
              <a:gd name="csX181" fmla="*/ 646545 w 882253"/>
              <a:gd name="csY181" fmla="*/ 691194 h 882235"/>
              <a:gd name="csX182" fmla="*/ 761595 w 882253"/>
              <a:gd name="csY182" fmla="*/ 691194 h 882235"/>
              <a:gd name="csX183" fmla="*/ 767078 w 882253"/>
              <a:gd name="csY183" fmla="*/ 703606 h 882235"/>
              <a:gd name="csX184" fmla="*/ 703463 w 882253"/>
              <a:gd name="csY184" fmla="*/ 767221 h 882235"/>
              <a:gd name="csX185" fmla="*/ 824817 w 882253"/>
              <a:gd name="csY185" fmla="*/ 666173 h 882235"/>
              <a:gd name="csX186" fmla="*/ 799904 w 882253"/>
              <a:gd name="csY186" fmla="*/ 666173 h 882235"/>
              <a:gd name="csX187" fmla="*/ 799904 w 882253"/>
              <a:gd name="csY187" fmla="*/ 592860 h 882235"/>
              <a:gd name="csX188" fmla="*/ 787402 w 882253"/>
              <a:gd name="csY188" fmla="*/ 580358 h 882235"/>
              <a:gd name="csX189" fmla="*/ 774900 w 882253"/>
              <a:gd name="csY189" fmla="*/ 592860 h 882235"/>
              <a:gd name="csX190" fmla="*/ 774900 w 882253"/>
              <a:gd name="csY190" fmla="*/ 666173 h 882235"/>
              <a:gd name="csX191" fmla="*/ 659082 w 882253"/>
              <a:gd name="csY191" fmla="*/ 666173 h 882235"/>
              <a:gd name="csX192" fmla="*/ 659082 w 882253"/>
              <a:gd name="csY192" fmla="*/ 592860 h 882235"/>
              <a:gd name="csX193" fmla="*/ 646581 w 882253"/>
              <a:gd name="csY193" fmla="*/ 580358 h 882235"/>
              <a:gd name="csX194" fmla="*/ 634079 w 882253"/>
              <a:gd name="csY194" fmla="*/ 592860 h 882235"/>
              <a:gd name="csX195" fmla="*/ 634079 w 882253"/>
              <a:gd name="csY195" fmla="*/ 666173 h 882235"/>
              <a:gd name="csX196" fmla="*/ 609165 w 882253"/>
              <a:gd name="csY196" fmla="*/ 666173 h 882235"/>
              <a:gd name="csX197" fmla="*/ 609165 w 882253"/>
              <a:gd name="csY197" fmla="*/ 588431 h 882235"/>
              <a:gd name="csX198" fmla="*/ 686907 w 882253"/>
              <a:gd name="csY198" fmla="*/ 510689 h 882235"/>
              <a:gd name="csX199" fmla="*/ 691854 w 882253"/>
              <a:gd name="csY199" fmla="*/ 510689 h 882235"/>
              <a:gd name="csX200" fmla="*/ 689211 w 882253"/>
              <a:gd name="csY200" fmla="*/ 532781 h 882235"/>
              <a:gd name="csX201" fmla="*/ 689211 w 882253"/>
              <a:gd name="csY201" fmla="*/ 532870 h 882235"/>
              <a:gd name="csX202" fmla="*/ 680853 w 882253"/>
              <a:gd name="csY202" fmla="*/ 602611 h 882235"/>
              <a:gd name="csX203" fmla="*/ 687014 w 882253"/>
              <a:gd name="csY203" fmla="*/ 614916 h 882235"/>
              <a:gd name="csX204" fmla="*/ 710732 w 882253"/>
              <a:gd name="csY204" fmla="*/ 628614 h 882235"/>
              <a:gd name="csX205" fmla="*/ 716983 w 882253"/>
              <a:gd name="csY205" fmla="*/ 630293 h 882235"/>
              <a:gd name="csX206" fmla="*/ 723233 w 882253"/>
              <a:gd name="csY206" fmla="*/ 628614 h 882235"/>
              <a:gd name="csX207" fmla="*/ 746951 w 882253"/>
              <a:gd name="csY207" fmla="*/ 614916 h 882235"/>
              <a:gd name="csX208" fmla="*/ 753112 w 882253"/>
              <a:gd name="csY208" fmla="*/ 602611 h 882235"/>
              <a:gd name="csX209" fmla="*/ 742111 w 882253"/>
              <a:gd name="csY209" fmla="*/ 510707 h 882235"/>
              <a:gd name="csX210" fmla="*/ 747058 w 882253"/>
              <a:gd name="csY210" fmla="*/ 510707 h 882235"/>
              <a:gd name="csX211" fmla="*/ 824800 w 882253"/>
              <a:gd name="csY211" fmla="*/ 588449 h 882235"/>
              <a:gd name="csX212" fmla="*/ 824800 w 882253"/>
              <a:gd name="csY212" fmla="*/ 666190 h 882235"/>
              <a:gd name="csX213" fmla="*/ 857232 w 882253"/>
              <a:gd name="csY213" fmla="*/ 486132 h 882235"/>
              <a:gd name="csX214" fmla="*/ 807494 w 882253"/>
              <a:gd name="csY214" fmla="*/ 505385 h 882235"/>
              <a:gd name="csX215" fmla="*/ 771204 w 882253"/>
              <a:gd name="csY215" fmla="*/ 488561 h 882235"/>
              <a:gd name="csX216" fmla="*/ 794671 w 882253"/>
              <a:gd name="csY216" fmla="*/ 433001 h 882235"/>
              <a:gd name="csX217" fmla="*/ 716983 w 882253"/>
              <a:gd name="csY217" fmla="*/ 355312 h 882235"/>
              <a:gd name="csX218" fmla="*/ 713946 w 882253"/>
              <a:gd name="csY218" fmla="*/ 355384 h 882235"/>
              <a:gd name="csX219" fmla="*/ 517458 w 882253"/>
              <a:gd name="csY219" fmla="*/ 168896 h 882235"/>
              <a:gd name="csX220" fmla="*/ 441091 w 882253"/>
              <a:gd name="csY220" fmla="*/ 105388 h 882235"/>
              <a:gd name="csX221" fmla="*/ 364724 w 882253"/>
              <a:gd name="csY221" fmla="*/ 168896 h 882235"/>
              <a:gd name="csX222" fmla="*/ 168235 w 882253"/>
              <a:gd name="csY222" fmla="*/ 355384 h 882235"/>
              <a:gd name="csX223" fmla="*/ 165199 w 882253"/>
              <a:gd name="csY223" fmla="*/ 355312 h 882235"/>
              <a:gd name="csX224" fmla="*/ 87511 w 882253"/>
              <a:gd name="csY224" fmla="*/ 433001 h 882235"/>
              <a:gd name="csX225" fmla="*/ 110978 w 882253"/>
              <a:gd name="csY225" fmla="*/ 488561 h 882235"/>
              <a:gd name="csX226" fmla="*/ 74688 w 882253"/>
              <a:gd name="csY226" fmla="*/ 505385 h 882235"/>
              <a:gd name="csX227" fmla="*/ 24950 w 882253"/>
              <a:gd name="csY227" fmla="*/ 486132 h 882235"/>
              <a:gd name="csX228" fmla="*/ 24950 w 882253"/>
              <a:gd name="csY228" fmla="*/ 396175 h 882235"/>
              <a:gd name="csX229" fmla="*/ 117122 w 882253"/>
              <a:gd name="csY229" fmla="*/ 360492 h 882235"/>
              <a:gd name="csX230" fmla="*/ 124641 w 882253"/>
              <a:gd name="csY230" fmla="*/ 352205 h 882235"/>
              <a:gd name="csX231" fmla="*/ 154448 w 882253"/>
              <a:gd name="csY231" fmla="*/ 280321 h 882235"/>
              <a:gd name="csX232" fmla="*/ 154984 w 882253"/>
              <a:gd name="csY232" fmla="*/ 269141 h 882235"/>
              <a:gd name="csX233" fmla="*/ 115014 w 882253"/>
              <a:gd name="csY233" fmla="*/ 178701 h 882235"/>
              <a:gd name="csX234" fmla="*/ 178629 w 882253"/>
              <a:gd name="csY234" fmla="*/ 115086 h 882235"/>
              <a:gd name="csX235" fmla="*/ 269087 w 882253"/>
              <a:gd name="csY235" fmla="*/ 155055 h 882235"/>
              <a:gd name="csX236" fmla="*/ 280267 w 882253"/>
              <a:gd name="csY236" fmla="*/ 154519 h 882235"/>
              <a:gd name="csX237" fmla="*/ 352133 w 882253"/>
              <a:gd name="csY237" fmla="*/ 124712 h 882235"/>
              <a:gd name="csX238" fmla="*/ 360420 w 882253"/>
              <a:gd name="csY238" fmla="*/ 117193 h 882235"/>
              <a:gd name="csX239" fmla="*/ 396103 w 882253"/>
              <a:gd name="csY239" fmla="*/ 25003 h 882235"/>
              <a:gd name="csX240" fmla="*/ 486061 w 882253"/>
              <a:gd name="csY240" fmla="*/ 25003 h 882235"/>
              <a:gd name="csX241" fmla="*/ 521744 w 882253"/>
              <a:gd name="csY241" fmla="*/ 117193 h 882235"/>
              <a:gd name="csX242" fmla="*/ 530031 w 882253"/>
              <a:gd name="csY242" fmla="*/ 124712 h 882235"/>
              <a:gd name="csX243" fmla="*/ 601897 w 882253"/>
              <a:gd name="csY243" fmla="*/ 154519 h 882235"/>
              <a:gd name="csX244" fmla="*/ 613077 w 882253"/>
              <a:gd name="csY244" fmla="*/ 155055 h 882235"/>
              <a:gd name="csX245" fmla="*/ 703534 w 882253"/>
              <a:gd name="csY245" fmla="*/ 115086 h 882235"/>
              <a:gd name="csX246" fmla="*/ 767149 w 882253"/>
              <a:gd name="csY246" fmla="*/ 178701 h 882235"/>
              <a:gd name="csX247" fmla="*/ 727180 w 882253"/>
              <a:gd name="csY247" fmla="*/ 269141 h 882235"/>
              <a:gd name="csX248" fmla="*/ 727716 w 882253"/>
              <a:gd name="csY248" fmla="*/ 280321 h 882235"/>
              <a:gd name="csX249" fmla="*/ 757523 w 882253"/>
              <a:gd name="csY249" fmla="*/ 352205 h 882235"/>
              <a:gd name="csX250" fmla="*/ 765042 w 882253"/>
              <a:gd name="csY250" fmla="*/ 360492 h 882235"/>
              <a:gd name="csX251" fmla="*/ 857214 w 882253"/>
              <a:gd name="csY251" fmla="*/ 396175 h 882235"/>
              <a:gd name="csX252" fmla="*/ 857214 w 882253"/>
              <a:gd name="csY252" fmla="*/ 486132 h 882235"/>
              <a:gd name="csX253" fmla="*/ 441109 w 882253"/>
              <a:gd name="csY253" fmla="*/ 624632 h 882235"/>
              <a:gd name="csX254" fmla="*/ 488418 w 882253"/>
              <a:gd name="csY254" fmla="*/ 577322 h 882235"/>
              <a:gd name="csX255" fmla="*/ 441109 w 882253"/>
              <a:gd name="csY255" fmla="*/ 530013 h 882235"/>
              <a:gd name="csX256" fmla="*/ 393799 w 882253"/>
              <a:gd name="csY256" fmla="*/ 577322 h 882235"/>
              <a:gd name="csX257" fmla="*/ 441109 w 882253"/>
              <a:gd name="csY257" fmla="*/ 624632 h 882235"/>
              <a:gd name="csX258" fmla="*/ 441109 w 882253"/>
              <a:gd name="csY258" fmla="*/ 555016 h 882235"/>
              <a:gd name="csX259" fmla="*/ 463415 w 882253"/>
              <a:gd name="csY259" fmla="*/ 577322 h 882235"/>
              <a:gd name="csX260" fmla="*/ 441109 w 882253"/>
              <a:gd name="csY260" fmla="*/ 599629 h 882235"/>
              <a:gd name="csX261" fmla="*/ 418802 w 882253"/>
              <a:gd name="csY261" fmla="*/ 577322 h 882235"/>
              <a:gd name="csX262" fmla="*/ 441109 w 882253"/>
              <a:gd name="csY262" fmla="*/ 555016 h 882235"/>
              <a:gd name="csX263" fmla="*/ 330702 w 882253"/>
              <a:gd name="csY263" fmla="*/ 602218 h 882235"/>
              <a:gd name="csX264" fmla="*/ 349865 w 882253"/>
              <a:gd name="csY264" fmla="*/ 609630 h 882235"/>
              <a:gd name="csX265" fmla="*/ 353741 w 882253"/>
              <a:gd name="csY265" fmla="*/ 618988 h 882235"/>
              <a:gd name="csX266" fmla="*/ 345436 w 882253"/>
              <a:gd name="csY266" fmla="*/ 637794 h 882235"/>
              <a:gd name="csX267" fmla="*/ 348026 w 882253"/>
              <a:gd name="csY267" fmla="*/ 651689 h 882235"/>
              <a:gd name="csX268" fmla="*/ 366742 w 882253"/>
              <a:gd name="csY268" fmla="*/ 670405 h 882235"/>
              <a:gd name="csX269" fmla="*/ 380637 w 882253"/>
              <a:gd name="csY269" fmla="*/ 672995 h 882235"/>
              <a:gd name="csX270" fmla="*/ 399443 w 882253"/>
              <a:gd name="csY270" fmla="*/ 664690 h 882235"/>
              <a:gd name="csX271" fmla="*/ 408819 w 882253"/>
              <a:gd name="csY271" fmla="*/ 668584 h 882235"/>
              <a:gd name="csX272" fmla="*/ 416231 w 882253"/>
              <a:gd name="csY272" fmla="*/ 687747 h 882235"/>
              <a:gd name="csX273" fmla="*/ 427893 w 882253"/>
              <a:gd name="csY273" fmla="*/ 695730 h 882235"/>
              <a:gd name="csX274" fmla="*/ 454343 w 882253"/>
              <a:gd name="csY274" fmla="*/ 695730 h 882235"/>
              <a:gd name="csX275" fmla="*/ 466005 w 882253"/>
              <a:gd name="csY275" fmla="*/ 687747 h 882235"/>
              <a:gd name="csX276" fmla="*/ 473416 w 882253"/>
              <a:gd name="csY276" fmla="*/ 668584 h 882235"/>
              <a:gd name="csX277" fmla="*/ 482775 w 882253"/>
              <a:gd name="csY277" fmla="*/ 664708 h 882235"/>
              <a:gd name="csX278" fmla="*/ 501581 w 882253"/>
              <a:gd name="csY278" fmla="*/ 673013 h 882235"/>
              <a:gd name="csX279" fmla="*/ 515475 w 882253"/>
              <a:gd name="csY279" fmla="*/ 670423 h 882235"/>
              <a:gd name="csX280" fmla="*/ 534192 w 882253"/>
              <a:gd name="csY280" fmla="*/ 651706 h 882235"/>
              <a:gd name="csX281" fmla="*/ 536781 w 882253"/>
              <a:gd name="csY281" fmla="*/ 637812 h 882235"/>
              <a:gd name="csX282" fmla="*/ 528477 w 882253"/>
              <a:gd name="csY282" fmla="*/ 619006 h 882235"/>
              <a:gd name="csX283" fmla="*/ 532352 w 882253"/>
              <a:gd name="csY283" fmla="*/ 609630 h 882235"/>
              <a:gd name="csX284" fmla="*/ 551515 w 882253"/>
              <a:gd name="csY284" fmla="*/ 602218 h 882235"/>
              <a:gd name="csX285" fmla="*/ 559499 w 882253"/>
              <a:gd name="csY285" fmla="*/ 590556 h 882235"/>
              <a:gd name="csX286" fmla="*/ 559499 w 882253"/>
              <a:gd name="csY286" fmla="*/ 564106 h 882235"/>
              <a:gd name="csX287" fmla="*/ 551515 w 882253"/>
              <a:gd name="csY287" fmla="*/ 552444 h 882235"/>
              <a:gd name="csX288" fmla="*/ 532352 w 882253"/>
              <a:gd name="csY288" fmla="*/ 545032 h 882235"/>
              <a:gd name="csX289" fmla="*/ 528459 w 882253"/>
              <a:gd name="csY289" fmla="*/ 535656 h 882235"/>
              <a:gd name="csX290" fmla="*/ 536764 w 882253"/>
              <a:gd name="csY290" fmla="*/ 516850 h 882235"/>
              <a:gd name="csX291" fmla="*/ 534174 w 882253"/>
              <a:gd name="csY291" fmla="*/ 502956 h 882235"/>
              <a:gd name="csX292" fmla="*/ 515457 w 882253"/>
              <a:gd name="csY292" fmla="*/ 484239 h 882235"/>
              <a:gd name="csX293" fmla="*/ 501563 w 882253"/>
              <a:gd name="csY293" fmla="*/ 481650 h 882235"/>
              <a:gd name="csX294" fmla="*/ 482757 w 882253"/>
              <a:gd name="csY294" fmla="*/ 489954 h 882235"/>
              <a:gd name="csX295" fmla="*/ 473398 w 882253"/>
              <a:gd name="csY295" fmla="*/ 486079 h 882235"/>
              <a:gd name="csX296" fmla="*/ 465987 w 882253"/>
              <a:gd name="csY296" fmla="*/ 466916 h 882235"/>
              <a:gd name="csX297" fmla="*/ 454325 w 882253"/>
              <a:gd name="csY297" fmla="*/ 458932 h 882235"/>
              <a:gd name="csX298" fmla="*/ 427875 w 882253"/>
              <a:gd name="csY298" fmla="*/ 458932 h 882235"/>
              <a:gd name="csX299" fmla="*/ 416213 w 882253"/>
              <a:gd name="csY299" fmla="*/ 466916 h 882235"/>
              <a:gd name="csX300" fmla="*/ 408801 w 882253"/>
              <a:gd name="csY300" fmla="*/ 486079 h 882235"/>
              <a:gd name="csX301" fmla="*/ 399443 w 882253"/>
              <a:gd name="csY301" fmla="*/ 489954 h 882235"/>
              <a:gd name="csX302" fmla="*/ 380637 w 882253"/>
              <a:gd name="csY302" fmla="*/ 481650 h 882235"/>
              <a:gd name="csX303" fmla="*/ 366742 w 882253"/>
              <a:gd name="csY303" fmla="*/ 484239 h 882235"/>
              <a:gd name="csX304" fmla="*/ 348026 w 882253"/>
              <a:gd name="csY304" fmla="*/ 502956 h 882235"/>
              <a:gd name="csX305" fmla="*/ 345436 w 882253"/>
              <a:gd name="csY305" fmla="*/ 516850 h 882235"/>
              <a:gd name="csX306" fmla="*/ 353741 w 882253"/>
              <a:gd name="csY306" fmla="*/ 535656 h 882235"/>
              <a:gd name="csX307" fmla="*/ 349865 w 882253"/>
              <a:gd name="csY307" fmla="*/ 545032 h 882235"/>
              <a:gd name="csX308" fmla="*/ 330702 w 882253"/>
              <a:gd name="csY308" fmla="*/ 552444 h 882235"/>
              <a:gd name="csX309" fmla="*/ 322719 w 882253"/>
              <a:gd name="csY309" fmla="*/ 564106 h 882235"/>
              <a:gd name="csX310" fmla="*/ 322719 w 882253"/>
              <a:gd name="csY310" fmla="*/ 590556 h 882235"/>
              <a:gd name="csX311" fmla="*/ 330702 w 882253"/>
              <a:gd name="csY311" fmla="*/ 602218 h 882235"/>
              <a:gd name="csX312" fmla="*/ 347722 w 882253"/>
              <a:gd name="csY312" fmla="*/ 572661 h 882235"/>
              <a:gd name="csX313" fmla="*/ 364474 w 882253"/>
              <a:gd name="csY313" fmla="*/ 566178 h 882235"/>
              <a:gd name="csX314" fmla="*/ 371993 w 882253"/>
              <a:gd name="csY314" fmla="*/ 557891 h 882235"/>
              <a:gd name="csX315" fmla="*/ 378494 w 882253"/>
              <a:gd name="csY315" fmla="*/ 542211 h 882235"/>
              <a:gd name="csX316" fmla="*/ 379030 w 882253"/>
              <a:gd name="csY316" fmla="*/ 531031 h 882235"/>
              <a:gd name="csX317" fmla="*/ 371761 w 882253"/>
              <a:gd name="csY317" fmla="*/ 514582 h 882235"/>
              <a:gd name="csX318" fmla="*/ 378351 w 882253"/>
              <a:gd name="csY318" fmla="*/ 507992 h 882235"/>
              <a:gd name="csX319" fmla="*/ 394799 w 882253"/>
              <a:gd name="csY319" fmla="*/ 515261 h 882235"/>
              <a:gd name="csX320" fmla="*/ 405979 w 882253"/>
              <a:gd name="csY320" fmla="*/ 514725 h 882235"/>
              <a:gd name="csX321" fmla="*/ 421660 w 882253"/>
              <a:gd name="csY321" fmla="*/ 508224 h 882235"/>
              <a:gd name="csX322" fmla="*/ 429947 w 882253"/>
              <a:gd name="csY322" fmla="*/ 500705 h 882235"/>
              <a:gd name="csX323" fmla="*/ 436430 w 882253"/>
              <a:gd name="csY323" fmla="*/ 483953 h 882235"/>
              <a:gd name="csX324" fmla="*/ 445752 w 882253"/>
              <a:gd name="csY324" fmla="*/ 483953 h 882235"/>
              <a:gd name="csX325" fmla="*/ 452235 w 882253"/>
              <a:gd name="csY325" fmla="*/ 500705 h 882235"/>
              <a:gd name="csX326" fmla="*/ 460522 w 882253"/>
              <a:gd name="csY326" fmla="*/ 508224 h 882235"/>
              <a:gd name="csX327" fmla="*/ 476202 w 882253"/>
              <a:gd name="csY327" fmla="*/ 514725 h 882235"/>
              <a:gd name="csX328" fmla="*/ 487382 w 882253"/>
              <a:gd name="csY328" fmla="*/ 515261 h 882235"/>
              <a:gd name="csX329" fmla="*/ 503831 w 882253"/>
              <a:gd name="csY329" fmla="*/ 507992 h 882235"/>
              <a:gd name="csX330" fmla="*/ 510421 w 882253"/>
              <a:gd name="csY330" fmla="*/ 514582 h 882235"/>
              <a:gd name="csX331" fmla="*/ 503152 w 882253"/>
              <a:gd name="csY331" fmla="*/ 531031 h 882235"/>
              <a:gd name="csX332" fmla="*/ 503688 w 882253"/>
              <a:gd name="csY332" fmla="*/ 542211 h 882235"/>
              <a:gd name="csX333" fmla="*/ 510189 w 882253"/>
              <a:gd name="csY333" fmla="*/ 557909 h 882235"/>
              <a:gd name="csX334" fmla="*/ 517708 w 882253"/>
              <a:gd name="csY334" fmla="*/ 566196 h 882235"/>
              <a:gd name="csX335" fmla="*/ 534460 w 882253"/>
              <a:gd name="csY335" fmla="*/ 572679 h 882235"/>
              <a:gd name="csX336" fmla="*/ 534460 w 882253"/>
              <a:gd name="csY336" fmla="*/ 582001 h 882235"/>
              <a:gd name="csX337" fmla="*/ 517708 w 882253"/>
              <a:gd name="csY337" fmla="*/ 588484 h 882235"/>
              <a:gd name="csX338" fmla="*/ 510189 w 882253"/>
              <a:gd name="csY338" fmla="*/ 596771 h 882235"/>
              <a:gd name="csX339" fmla="*/ 503688 w 882253"/>
              <a:gd name="csY339" fmla="*/ 612452 h 882235"/>
              <a:gd name="csX340" fmla="*/ 503152 w 882253"/>
              <a:gd name="csY340" fmla="*/ 623632 h 882235"/>
              <a:gd name="csX341" fmla="*/ 510421 w 882253"/>
              <a:gd name="csY341" fmla="*/ 640080 h 882235"/>
              <a:gd name="csX342" fmla="*/ 503831 w 882253"/>
              <a:gd name="csY342" fmla="*/ 646670 h 882235"/>
              <a:gd name="csX343" fmla="*/ 487382 w 882253"/>
              <a:gd name="csY343" fmla="*/ 639401 h 882235"/>
              <a:gd name="csX344" fmla="*/ 476202 w 882253"/>
              <a:gd name="csY344" fmla="*/ 639937 h 882235"/>
              <a:gd name="csX345" fmla="*/ 460522 w 882253"/>
              <a:gd name="csY345" fmla="*/ 646438 h 882235"/>
              <a:gd name="csX346" fmla="*/ 452235 w 882253"/>
              <a:gd name="csY346" fmla="*/ 653957 h 882235"/>
              <a:gd name="csX347" fmla="*/ 445752 w 882253"/>
              <a:gd name="csY347" fmla="*/ 670709 h 882235"/>
              <a:gd name="csX348" fmla="*/ 436430 w 882253"/>
              <a:gd name="csY348" fmla="*/ 670709 h 882235"/>
              <a:gd name="csX349" fmla="*/ 429947 w 882253"/>
              <a:gd name="csY349" fmla="*/ 653957 h 882235"/>
              <a:gd name="csX350" fmla="*/ 421660 w 882253"/>
              <a:gd name="csY350" fmla="*/ 646438 h 882235"/>
              <a:gd name="csX351" fmla="*/ 405979 w 882253"/>
              <a:gd name="csY351" fmla="*/ 639937 h 882235"/>
              <a:gd name="csX352" fmla="*/ 394799 w 882253"/>
              <a:gd name="csY352" fmla="*/ 639401 h 882235"/>
              <a:gd name="csX353" fmla="*/ 378351 w 882253"/>
              <a:gd name="csY353" fmla="*/ 646670 h 882235"/>
              <a:gd name="csX354" fmla="*/ 371761 w 882253"/>
              <a:gd name="csY354" fmla="*/ 640080 h 882235"/>
              <a:gd name="csX355" fmla="*/ 379030 w 882253"/>
              <a:gd name="csY355" fmla="*/ 623632 h 882235"/>
              <a:gd name="csX356" fmla="*/ 378494 w 882253"/>
              <a:gd name="csY356" fmla="*/ 612452 h 882235"/>
              <a:gd name="csX357" fmla="*/ 371993 w 882253"/>
              <a:gd name="csY357" fmla="*/ 596771 h 882235"/>
              <a:gd name="csX358" fmla="*/ 364474 w 882253"/>
              <a:gd name="csY358" fmla="*/ 588484 h 882235"/>
              <a:gd name="csX359" fmla="*/ 347722 w 882253"/>
              <a:gd name="csY359" fmla="*/ 582001 h 882235"/>
              <a:gd name="csX360" fmla="*/ 347722 w 882253"/>
              <a:gd name="csY360" fmla="*/ 572679 h 8822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Lst>
            <a:rect l="l" t="t" r="r" b="b"/>
            <a:pathLst>
              <a:path w="882253" h="882235">
                <a:moveTo>
                  <a:pt x="874252" y="375922"/>
                </a:moveTo>
                <a:lnTo>
                  <a:pt x="779848" y="339382"/>
                </a:lnTo>
                <a:cubicBezTo>
                  <a:pt x="773025" y="316629"/>
                  <a:pt x="763863" y="294555"/>
                  <a:pt x="752558" y="273570"/>
                </a:cubicBezTo>
                <a:lnTo>
                  <a:pt x="793492" y="180951"/>
                </a:lnTo>
                <a:cubicBezTo>
                  <a:pt x="795582" y="176236"/>
                  <a:pt x="794546" y="170718"/>
                  <a:pt x="790902" y="167057"/>
                </a:cubicBezTo>
                <a:lnTo>
                  <a:pt x="715179" y="91333"/>
                </a:lnTo>
                <a:cubicBezTo>
                  <a:pt x="711535" y="87690"/>
                  <a:pt x="705999" y="86654"/>
                  <a:pt x="701284" y="88743"/>
                </a:cubicBezTo>
                <a:lnTo>
                  <a:pt x="608665" y="129677"/>
                </a:lnTo>
                <a:cubicBezTo>
                  <a:pt x="587698" y="118372"/>
                  <a:pt x="565606" y="109210"/>
                  <a:pt x="542871" y="102388"/>
                </a:cubicBezTo>
                <a:lnTo>
                  <a:pt x="506331" y="7983"/>
                </a:lnTo>
                <a:cubicBezTo>
                  <a:pt x="504474" y="3161"/>
                  <a:pt x="499830" y="0"/>
                  <a:pt x="494669" y="0"/>
                </a:cubicBezTo>
                <a:lnTo>
                  <a:pt x="387584" y="0"/>
                </a:lnTo>
                <a:cubicBezTo>
                  <a:pt x="382423" y="0"/>
                  <a:pt x="377797" y="3179"/>
                  <a:pt x="375922" y="7983"/>
                </a:cubicBezTo>
                <a:lnTo>
                  <a:pt x="339382" y="102388"/>
                </a:lnTo>
                <a:cubicBezTo>
                  <a:pt x="316647" y="109210"/>
                  <a:pt x="294555" y="118372"/>
                  <a:pt x="273588" y="129677"/>
                </a:cubicBezTo>
                <a:lnTo>
                  <a:pt x="180951" y="88743"/>
                </a:lnTo>
                <a:cubicBezTo>
                  <a:pt x="176236" y="86654"/>
                  <a:pt x="170700" y="87690"/>
                  <a:pt x="167057" y="91333"/>
                </a:cubicBezTo>
                <a:lnTo>
                  <a:pt x="91333" y="167057"/>
                </a:lnTo>
                <a:cubicBezTo>
                  <a:pt x="87690" y="170700"/>
                  <a:pt x="86654" y="176218"/>
                  <a:pt x="88743" y="180951"/>
                </a:cubicBezTo>
                <a:lnTo>
                  <a:pt x="129677" y="273570"/>
                </a:lnTo>
                <a:cubicBezTo>
                  <a:pt x="118372" y="294537"/>
                  <a:pt x="109228" y="316611"/>
                  <a:pt x="102388" y="339382"/>
                </a:cubicBezTo>
                <a:lnTo>
                  <a:pt x="7983" y="375922"/>
                </a:lnTo>
                <a:cubicBezTo>
                  <a:pt x="3161" y="377779"/>
                  <a:pt x="0" y="382423"/>
                  <a:pt x="0" y="387584"/>
                </a:cubicBezTo>
                <a:lnTo>
                  <a:pt x="0" y="494669"/>
                </a:lnTo>
                <a:cubicBezTo>
                  <a:pt x="0" y="499830"/>
                  <a:pt x="3179" y="504456"/>
                  <a:pt x="7983" y="506331"/>
                </a:cubicBezTo>
                <a:lnTo>
                  <a:pt x="54810" y="524458"/>
                </a:lnTo>
                <a:cubicBezTo>
                  <a:pt x="40809" y="542014"/>
                  <a:pt x="32397" y="564249"/>
                  <a:pt x="32397" y="588395"/>
                </a:cubicBezTo>
                <a:lnTo>
                  <a:pt x="32397" y="678638"/>
                </a:lnTo>
                <a:cubicBezTo>
                  <a:pt x="32397" y="685550"/>
                  <a:pt x="37987" y="691140"/>
                  <a:pt x="44898" y="691140"/>
                </a:cubicBezTo>
                <a:lnTo>
                  <a:pt x="93226" y="691140"/>
                </a:lnTo>
                <a:lnTo>
                  <a:pt x="88743" y="701284"/>
                </a:lnTo>
                <a:cubicBezTo>
                  <a:pt x="86654" y="705999"/>
                  <a:pt x="87690" y="711518"/>
                  <a:pt x="91333" y="715179"/>
                </a:cubicBezTo>
                <a:lnTo>
                  <a:pt x="167057" y="790902"/>
                </a:lnTo>
                <a:cubicBezTo>
                  <a:pt x="170700" y="794546"/>
                  <a:pt x="176236" y="795582"/>
                  <a:pt x="180951" y="793492"/>
                </a:cubicBezTo>
                <a:lnTo>
                  <a:pt x="273570" y="752558"/>
                </a:lnTo>
                <a:cubicBezTo>
                  <a:pt x="294537" y="763863"/>
                  <a:pt x="316611" y="773007"/>
                  <a:pt x="339382" y="779848"/>
                </a:cubicBezTo>
                <a:lnTo>
                  <a:pt x="375922" y="874252"/>
                </a:lnTo>
                <a:cubicBezTo>
                  <a:pt x="377779" y="879074"/>
                  <a:pt x="382423" y="882235"/>
                  <a:pt x="387584" y="882235"/>
                </a:cubicBezTo>
                <a:lnTo>
                  <a:pt x="494669" y="882235"/>
                </a:lnTo>
                <a:cubicBezTo>
                  <a:pt x="499830" y="882235"/>
                  <a:pt x="504456" y="879056"/>
                  <a:pt x="506331" y="874252"/>
                </a:cubicBezTo>
                <a:lnTo>
                  <a:pt x="542871" y="779848"/>
                </a:lnTo>
                <a:cubicBezTo>
                  <a:pt x="565606" y="773025"/>
                  <a:pt x="587681" y="763863"/>
                  <a:pt x="608665" y="752558"/>
                </a:cubicBezTo>
                <a:lnTo>
                  <a:pt x="701302" y="793492"/>
                </a:lnTo>
                <a:cubicBezTo>
                  <a:pt x="706017" y="795582"/>
                  <a:pt x="711535" y="794546"/>
                  <a:pt x="715197" y="790902"/>
                </a:cubicBezTo>
                <a:lnTo>
                  <a:pt x="790920" y="715179"/>
                </a:lnTo>
                <a:cubicBezTo>
                  <a:pt x="794564" y="711535"/>
                  <a:pt x="795599" y="705999"/>
                  <a:pt x="793510" y="701284"/>
                </a:cubicBezTo>
                <a:lnTo>
                  <a:pt x="789027" y="691140"/>
                </a:lnTo>
                <a:lnTo>
                  <a:pt x="837355" y="691140"/>
                </a:lnTo>
                <a:cubicBezTo>
                  <a:pt x="844266" y="691140"/>
                  <a:pt x="849856" y="685550"/>
                  <a:pt x="849856" y="678638"/>
                </a:cubicBezTo>
                <a:lnTo>
                  <a:pt x="849856" y="588395"/>
                </a:lnTo>
                <a:cubicBezTo>
                  <a:pt x="849856" y="564231"/>
                  <a:pt x="841462" y="542014"/>
                  <a:pt x="827443" y="524458"/>
                </a:cubicBezTo>
                <a:lnTo>
                  <a:pt x="874270" y="506331"/>
                </a:lnTo>
                <a:cubicBezTo>
                  <a:pt x="879092" y="504474"/>
                  <a:pt x="882253" y="499830"/>
                  <a:pt x="882253" y="494669"/>
                </a:cubicBezTo>
                <a:lnTo>
                  <a:pt x="882253" y="387584"/>
                </a:lnTo>
                <a:cubicBezTo>
                  <a:pt x="882253" y="382423"/>
                  <a:pt x="879074" y="377797"/>
                  <a:pt x="874270" y="375922"/>
                </a:cubicBezTo>
                <a:close/>
                <a:moveTo>
                  <a:pt x="57400" y="588395"/>
                </a:moveTo>
                <a:cubicBezTo>
                  <a:pt x="57400" y="545532"/>
                  <a:pt x="92279" y="510653"/>
                  <a:pt x="135142" y="510653"/>
                </a:cubicBezTo>
                <a:lnTo>
                  <a:pt x="140089" y="510653"/>
                </a:lnTo>
                <a:lnTo>
                  <a:pt x="129088" y="602558"/>
                </a:lnTo>
                <a:cubicBezTo>
                  <a:pt x="128498" y="607522"/>
                  <a:pt x="130909" y="612362"/>
                  <a:pt x="135249" y="614863"/>
                </a:cubicBezTo>
                <a:lnTo>
                  <a:pt x="158966" y="628561"/>
                </a:lnTo>
                <a:cubicBezTo>
                  <a:pt x="160895" y="629686"/>
                  <a:pt x="163056" y="630240"/>
                  <a:pt x="165217" y="630240"/>
                </a:cubicBezTo>
                <a:cubicBezTo>
                  <a:pt x="167378" y="630240"/>
                  <a:pt x="169539" y="629686"/>
                  <a:pt x="171468" y="628561"/>
                </a:cubicBezTo>
                <a:lnTo>
                  <a:pt x="195185" y="614863"/>
                </a:lnTo>
                <a:cubicBezTo>
                  <a:pt x="199525" y="612362"/>
                  <a:pt x="201936" y="607522"/>
                  <a:pt x="201347" y="602558"/>
                </a:cubicBezTo>
                <a:lnTo>
                  <a:pt x="190345" y="510653"/>
                </a:lnTo>
                <a:lnTo>
                  <a:pt x="195292" y="510653"/>
                </a:lnTo>
                <a:cubicBezTo>
                  <a:pt x="238155" y="510653"/>
                  <a:pt x="273034" y="545532"/>
                  <a:pt x="273034" y="588395"/>
                </a:cubicBezTo>
                <a:lnTo>
                  <a:pt x="273034" y="666137"/>
                </a:lnTo>
                <a:lnTo>
                  <a:pt x="248120" y="666137"/>
                </a:lnTo>
                <a:lnTo>
                  <a:pt x="248120" y="592824"/>
                </a:lnTo>
                <a:cubicBezTo>
                  <a:pt x="248120" y="585913"/>
                  <a:pt x="242530" y="580323"/>
                  <a:pt x="235619" y="580323"/>
                </a:cubicBezTo>
                <a:cubicBezTo>
                  <a:pt x="228707" y="580323"/>
                  <a:pt x="223117" y="585913"/>
                  <a:pt x="223117" y="592824"/>
                </a:cubicBezTo>
                <a:lnTo>
                  <a:pt x="223117" y="666137"/>
                </a:lnTo>
                <a:lnTo>
                  <a:pt x="107299" y="666137"/>
                </a:lnTo>
                <a:lnTo>
                  <a:pt x="107299" y="592824"/>
                </a:lnTo>
                <a:cubicBezTo>
                  <a:pt x="107299" y="585913"/>
                  <a:pt x="101709" y="580323"/>
                  <a:pt x="94798" y="580323"/>
                </a:cubicBezTo>
                <a:cubicBezTo>
                  <a:pt x="87886" y="580323"/>
                  <a:pt x="82296" y="585913"/>
                  <a:pt x="82296" y="592824"/>
                </a:cubicBezTo>
                <a:lnTo>
                  <a:pt x="82296" y="666137"/>
                </a:lnTo>
                <a:lnTo>
                  <a:pt x="57382" y="666137"/>
                </a:lnTo>
                <a:lnTo>
                  <a:pt x="57382" y="588395"/>
                </a:lnTo>
                <a:close/>
                <a:moveTo>
                  <a:pt x="364349" y="195042"/>
                </a:moveTo>
                <a:cubicBezTo>
                  <a:pt x="366992" y="211991"/>
                  <a:pt x="375136" y="227153"/>
                  <a:pt x="386888" y="238619"/>
                </a:cubicBezTo>
                <a:cubicBezTo>
                  <a:pt x="341828" y="249495"/>
                  <a:pt x="308253" y="290143"/>
                  <a:pt x="308253" y="338489"/>
                </a:cubicBezTo>
                <a:lnTo>
                  <a:pt x="308253" y="428732"/>
                </a:lnTo>
                <a:cubicBezTo>
                  <a:pt x="308253" y="435644"/>
                  <a:pt x="313843" y="441234"/>
                  <a:pt x="320754" y="441234"/>
                </a:cubicBezTo>
                <a:lnTo>
                  <a:pt x="561427" y="441234"/>
                </a:lnTo>
                <a:cubicBezTo>
                  <a:pt x="568339" y="441234"/>
                  <a:pt x="573929" y="435644"/>
                  <a:pt x="573929" y="428732"/>
                </a:cubicBezTo>
                <a:lnTo>
                  <a:pt x="573929" y="338489"/>
                </a:lnTo>
                <a:cubicBezTo>
                  <a:pt x="573929" y="290143"/>
                  <a:pt x="540353" y="249513"/>
                  <a:pt x="495294" y="238619"/>
                </a:cubicBezTo>
                <a:cubicBezTo>
                  <a:pt x="507046" y="227153"/>
                  <a:pt x="515207" y="212009"/>
                  <a:pt x="517833" y="195042"/>
                </a:cubicBezTo>
                <a:cubicBezTo>
                  <a:pt x="597860" y="219474"/>
                  <a:pt x="661886" y="281214"/>
                  <a:pt x="689229" y="360438"/>
                </a:cubicBezTo>
                <a:cubicBezTo>
                  <a:pt x="660065" y="371636"/>
                  <a:pt x="639294" y="399925"/>
                  <a:pt x="639294" y="432983"/>
                </a:cubicBezTo>
                <a:cubicBezTo>
                  <a:pt x="639294" y="454735"/>
                  <a:pt x="648295" y="474434"/>
                  <a:pt x="662761" y="488543"/>
                </a:cubicBezTo>
                <a:cubicBezTo>
                  <a:pt x="617702" y="499420"/>
                  <a:pt x="584127" y="540068"/>
                  <a:pt x="584127" y="588413"/>
                </a:cubicBezTo>
                <a:lnTo>
                  <a:pt x="584127" y="666155"/>
                </a:lnTo>
                <a:cubicBezTo>
                  <a:pt x="541550" y="693908"/>
                  <a:pt x="492240" y="708571"/>
                  <a:pt x="441073" y="708571"/>
                </a:cubicBezTo>
                <a:cubicBezTo>
                  <a:pt x="389906" y="708571"/>
                  <a:pt x="340614" y="693908"/>
                  <a:pt x="298019" y="666155"/>
                </a:cubicBezTo>
                <a:lnTo>
                  <a:pt x="298019" y="588413"/>
                </a:lnTo>
                <a:cubicBezTo>
                  <a:pt x="298019" y="540068"/>
                  <a:pt x="264444" y="499437"/>
                  <a:pt x="219385" y="488543"/>
                </a:cubicBezTo>
                <a:cubicBezTo>
                  <a:pt x="233851" y="474434"/>
                  <a:pt x="242852" y="454735"/>
                  <a:pt x="242852" y="432983"/>
                </a:cubicBezTo>
                <a:cubicBezTo>
                  <a:pt x="242852" y="399925"/>
                  <a:pt x="222081" y="371636"/>
                  <a:pt x="192917" y="360438"/>
                </a:cubicBezTo>
                <a:cubicBezTo>
                  <a:pt x="220242" y="281214"/>
                  <a:pt x="284286" y="219492"/>
                  <a:pt x="364313" y="195042"/>
                </a:cubicBezTo>
                <a:close/>
                <a:moveTo>
                  <a:pt x="493776" y="183059"/>
                </a:moveTo>
                <a:cubicBezTo>
                  <a:pt x="493776" y="212098"/>
                  <a:pt x="470148" y="235744"/>
                  <a:pt x="441091" y="235744"/>
                </a:cubicBezTo>
                <a:cubicBezTo>
                  <a:pt x="412034" y="235744"/>
                  <a:pt x="388406" y="212116"/>
                  <a:pt x="388406" y="183059"/>
                </a:cubicBezTo>
                <a:cubicBezTo>
                  <a:pt x="388406" y="154001"/>
                  <a:pt x="412034" y="130373"/>
                  <a:pt x="441091" y="130373"/>
                </a:cubicBezTo>
                <a:cubicBezTo>
                  <a:pt x="470148" y="130373"/>
                  <a:pt x="493776" y="154001"/>
                  <a:pt x="493776" y="183059"/>
                </a:cubicBezTo>
                <a:close/>
                <a:moveTo>
                  <a:pt x="511510" y="330416"/>
                </a:moveTo>
                <a:cubicBezTo>
                  <a:pt x="504599" y="330416"/>
                  <a:pt x="499009" y="336006"/>
                  <a:pt x="499009" y="342918"/>
                </a:cubicBezTo>
                <a:lnTo>
                  <a:pt x="499009" y="416231"/>
                </a:lnTo>
                <a:lnTo>
                  <a:pt x="383191" y="416231"/>
                </a:lnTo>
                <a:lnTo>
                  <a:pt x="383191" y="342918"/>
                </a:lnTo>
                <a:cubicBezTo>
                  <a:pt x="383191" y="336006"/>
                  <a:pt x="377601" y="330416"/>
                  <a:pt x="370689" y="330416"/>
                </a:cubicBezTo>
                <a:cubicBezTo>
                  <a:pt x="363778" y="330416"/>
                  <a:pt x="358188" y="336006"/>
                  <a:pt x="358188" y="342918"/>
                </a:cubicBezTo>
                <a:lnTo>
                  <a:pt x="358188" y="416231"/>
                </a:lnTo>
                <a:lnTo>
                  <a:pt x="333274" y="416231"/>
                </a:lnTo>
                <a:lnTo>
                  <a:pt x="333274" y="338489"/>
                </a:lnTo>
                <a:cubicBezTo>
                  <a:pt x="333274" y="295626"/>
                  <a:pt x="368153" y="260747"/>
                  <a:pt x="411016" y="260747"/>
                </a:cubicBezTo>
                <a:lnTo>
                  <a:pt x="415963" y="260747"/>
                </a:lnTo>
                <a:lnTo>
                  <a:pt x="404961" y="352651"/>
                </a:lnTo>
                <a:cubicBezTo>
                  <a:pt x="404372" y="357616"/>
                  <a:pt x="406783" y="362456"/>
                  <a:pt x="411123" y="364956"/>
                </a:cubicBezTo>
                <a:lnTo>
                  <a:pt x="434840" y="378654"/>
                </a:lnTo>
                <a:cubicBezTo>
                  <a:pt x="436769" y="379762"/>
                  <a:pt x="438930" y="380333"/>
                  <a:pt x="441091" y="380333"/>
                </a:cubicBezTo>
                <a:cubicBezTo>
                  <a:pt x="443252" y="380333"/>
                  <a:pt x="445413" y="379780"/>
                  <a:pt x="447342" y="378654"/>
                </a:cubicBezTo>
                <a:lnTo>
                  <a:pt x="471059" y="364956"/>
                </a:lnTo>
                <a:cubicBezTo>
                  <a:pt x="475399" y="362456"/>
                  <a:pt x="477810" y="357616"/>
                  <a:pt x="477220" y="352651"/>
                </a:cubicBezTo>
                <a:lnTo>
                  <a:pt x="466219" y="260747"/>
                </a:lnTo>
                <a:lnTo>
                  <a:pt x="471166" y="260747"/>
                </a:lnTo>
                <a:cubicBezTo>
                  <a:pt x="514029" y="260747"/>
                  <a:pt x="548908" y="295626"/>
                  <a:pt x="548908" y="338489"/>
                </a:cubicBezTo>
                <a:lnTo>
                  <a:pt x="548908" y="416231"/>
                </a:lnTo>
                <a:lnTo>
                  <a:pt x="523994" y="416231"/>
                </a:lnTo>
                <a:lnTo>
                  <a:pt x="523994" y="342918"/>
                </a:lnTo>
                <a:cubicBezTo>
                  <a:pt x="523994" y="336006"/>
                  <a:pt x="518404" y="330416"/>
                  <a:pt x="511493" y="330416"/>
                </a:cubicBezTo>
                <a:close/>
                <a:moveTo>
                  <a:pt x="451431" y="347436"/>
                </a:moveTo>
                <a:lnTo>
                  <a:pt x="441091" y="353401"/>
                </a:lnTo>
                <a:lnTo>
                  <a:pt x="430768" y="347436"/>
                </a:lnTo>
                <a:lnTo>
                  <a:pt x="441109" y="261176"/>
                </a:lnTo>
                <a:close/>
                <a:moveTo>
                  <a:pt x="713875" y="536996"/>
                </a:moveTo>
                <a:cubicBezTo>
                  <a:pt x="715482" y="532156"/>
                  <a:pt x="716965" y="527245"/>
                  <a:pt x="718322" y="522297"/>
                </a:cubicBezTo>
                <a:lnTo>
                  <a:pt x="727305" y="597360"/>
                </a:lnTo>
                <a:lnTo>
                  <a:pt x="716983" y="603325"/>
                </a:lnTo>
                <a:lnTo>
                  <a:pt x="706642" y="597360"/>
                </a:lnTo>
                <a:close/>
                <a:moveTo>
                  <a:pt x="716983" y="485668"/>
                </a:moveTo>
                <a:cubicBezTo>
                  <a:pt x="687943" y="485668"/>
                  <a:pt x="664297" y="462040"/>
                  <a:pt x="664297" y="432983"/>
                </a:cubicBezTo>
                <a:cubicBezTo>
                  <a:pt x="664297" y="403925"/>
                  <a:pt x="687925" y="380298"/>
                  <a:pt x="716983" y="380298"/>
                </a:cubicBezTo>
                <a:cubicBezTo>
                  <a:pt x="746040" y="380298"/>
                  <a:pt x="769668" y="403925"/>
                  <a:pt x="769668" y="432983"/>
                </a:cubicBezTo>
                <a:cubicBezTo>
                  <a:pt x="769668" y="462040"/>
                  <a:pt x="746040" y="485668"/>
                  <a:pt x="716983" y="485668"/>
                </a:cubicBezTo>
                <a:close/>
                <a:moveTo>
                  <a:pt x="165217" y="511100"/>
                </a:moveTo>
                <a:lnTo>
                  <a:pt x="175540" y="597360"/>
                </a:lnTo>
                <a:lnTo>
                  <a:pt x="165217" y="603325"/>
                </a:lnTo>
                <a:lnTo>
                  <a:pt x="154877" y="597360"/>
                </a:lnTo>
                <a:close/>
                <a:moveTo>
                  <a:pt x="165217" y="380315"/>
                </a:moveTo>
                <a:cubicBezTo>
                  <a:pt x="194256" y="380315"/>
                  <a:pt x="217902" y="403943"/>
                  <a:pt x="217902" y="433001"/>
                </a:cubicBezTo>
                <a:cubicBezTo>
                  <a:pt x="217902" y="462058"/>
                  <a:pt x="194274" y="485686"/>
                  <a:pt x="165217" y="485686"/>
                </a:cubicBezTo>
                <a:cubicBezTo>
                  <a:pt x="136160" y="485686"/>
                  <a:pt x="112532" y="462058"/>
                  <a:pt x="112532" y="433001"/>
                </a:cubicBezTo>
                <a:cubicBezTo>
                  <a:pt x="112532" y="403943"/>
                  <a:pt x="136160" y="380315"/>
                  <a:pt x="165217" y="380315"/>
                </a:cubicBezTo>
                <a:close/>
                <a:moveTo>
                  <a:pt x="703534" y="767203"/>
                </a:moveTo>
                <a:lnTo>
                  <a:pt x="613077" y="727234"/>
                </a:lnTo>
                <a:cubicBezTo>
                  <a:pt x="609469" y="725644"/>
                  <a:pt x="605326" y="725841"/>
                  <a:pt x="601897" y="727770"/>
                </a:cubicBezTo>
                <a:cubicBezTo>
                  <a:pt x="579180" y="740539"/>
                  <a:pt x="554998" y="750576"/>
                  <a:pt x="530031" y="757577"/>
                </a:cubicBezTo>
                <a:cubicBezTo>
                  <a:pt x="526244" y="758648"/>
                  <a:pt x="523173" y="761434"/>
                  <a:pt x="521744" y="765096"/>
                </a:cubicBezTo>
                <a:lnTo>
                  <a:pt x="486061" y="857286"/>
                </a:lnTo>
                <a:lnTo>
                  <a:pt x="396103" y="857286"/>
                </a:lnTo>
                <a:lnTo>
                  <a:pt x="360438" y="765114"/>
                </a:lnTo>
                <a:cubicBezTo>
                  <a:pt x="359009" y="761434"/>
                  <a:pt x="355955" y="758648"/>
                  <a:pt x="352151" y="757595"/>
                </a:cubicBezTo>
                <a:cubicBezTo>
                  <a:pt x="327148" y="750576"/>
                  <a:pt x="302966" y="740557"/>
                  <a:pt x="280267" y="727787"/>
                </a:cubicBezTo>
                <a:cubicBezTo>
                  <a:pt x="276838" y="725859"/>
                  <a:pt x="272695" y="725662"/>
                  <a:pt x="269087" y="727252"/>
                </a:cubicBezTo>
                <a:lnTo>
                  <a:pt x="178647" y="767221"/>
                </a:lnTo>
                <a:lnTo>
                  <a:pt x="115032" y="703606"/>
                </a:lnTo>
                <a:lnTo>
                  <a:pt x="120515" y="691194"/>
                </a:lnTo>
                <a:lnTo>
                  <a:pt x="235565" y="691194"/>
                </a:lnTo>
                <a:cubicBezTo>
                  <a:pt x="235565" y="691194"/>
                  <a:pt x="235583" y="691194"/>
                  <a:pt x="235601" y="691194"/>
                </a:cubicBezTo>
                <a:cubicBezTo>
                  <a:pt x="235619" y="691194"/>
                  <a:pt x="235619" y="691194"/>
                  <a:pt x="235637" y="691194"/>
                </a:cubicBezTo>
                <a:lnTo>
                  <a:pt x="285518" y="691194"/>
                </a:lnTo>
                <a:cubicBezTo>
                  <a:pt x="286947" y="691194"/>
                  <a:pt x="288322" y="690944"/>
                  <a:pt x="289608" y="690497"/>
                </a:cubicBezTo>
                <a:cubicBezTo>
                  <a:pt x="335042" y="718733"/>
                  <a:pt x="387120" y="733592"/>
                  <a:pt x="441055" y="733592"/>
                </a:cubicBezTo>
                <a:cubicBezTo>
                  <a:pt x="494990" y="733592"/>
                  <a:pt x="547086" y="718715"/>
                  <a:pt x="592503" y="690497"/>
                </a:cubicBezTo>
                <a:cubicBezTo>
                  <a:pt x="593789" y="690944"/>
                  <a:pt x="595164" y="691194"/>
                  <a:pt x="596592" y="691194"/>
                </a:cubicBezTo>
                <a:lnTo>
                  <a:pt x="646474" y="691194"/>
                </a:lnTo>
                <a:cubicBezTo>
                  <a:pt x="646474" y="691194"/>
                  <a:pt x="646492" y="691194"/>
                  <a:pt x="646509" y="691194"/>
                </a:cubicBezTo>
                <a:cubicBezTo>
                  <a:pt x="646527" y="691194"/>
                  <a:pt x="646527" y="691194"/>
                  <a:pt x="646545" y="691194"/>
                </a:cubicBezTo>
                <a:lnTo>
                  <a:pt x="761595" y="691194"/>
                </a:lnTo>
                <a:lnTo>
                  <a:pt x="767078" y="703606"/>
                </a:lnTo>
                <a:lnTo>
                  <a:pt x="703463" y="767221"/>
                </a:lnTo>
                <a:close/>
                <a:moveTo>
                  <a:pt x="824817" y="666173"/>
                </a:moveTo>
                <a:lnTo>
                  <a:pt x="799904" y="666173"/>
                </a:lnTo>
                <a:lnTo>
                  <a:pt x="799904" y="592860"/>
                </a:lnTo>
                <a:cubicBezTo>
                  <a:pt x="799904" y="585948"/>
                  <a:pt x="794314" y="580358"/>
                  <a:pt x="787402" y="580358"/>
                </a:cubicBezTo>
                <a:cubicBezTo>
                  <a:pt x="780490" y="580358"/>
                  <a:pt x="774900" y="585948"/>
                  <a:pt x="774900" y="592860"/>
                </a:cubicBezTo>
                <a:lnTo>
                  <a:pt x="774900" y="666173"/>
                </a:lnTo>
                <a:lnTo>
                  <a:pt x="659082" y="666173"/>
                </a:lnTo>
                <a:lnTo>
                  <a:pt x="659082" y="592860"/>
                </a:lnTo>
                <a:cubicBezTo>
                  <a:pt x="659082" y="585948"/>
                  <a:pt x="653492" y="580358"/>
                  <a:pt x="646581" y="580358"/>
                </a:cubicBezTo>
                <a:cubicBezTo>
                  <a:pt x="639669" y="580358"/>
                  <a:pt x="634079" y="585948"/>
                  <a:pt x="634079" y="592860"/>
                </a:cubicBezTo>
                <a:lnTo>
                  <a:pt x="634079" y="666173"/>
                </a:lnTo>
                <a:lnTo>
                  <a:pt x="609165" y="666173"/>
                </a:lnTo>
                <a:lnTo>
                  <a:pt x="609165" y="588431"/>
                </a:lnTo>
                <a:cubicBezTo>
                  <a:pt x="609165" y="545568"/>
                  <a:pt x="644045" y="510689"/>
                  <a:pt x="686907" y="510689"/>
                </a:cubicBezTo>
                <a:lnTo>
                  <a:pt x="691854" y="510689"/>
                </a:lnTo>
                <a:lnTo>
                  <a:pt x="689211" y="532781"/>
                </a:lnTo>
                <a:cubicBezTo>
                  <a:pt x="689211" y="532781"/>
                  <a:pt x="689211" y="532834"/>
                  <a:pt x="689211" y="532870"/>
                </a:cubicBezTo>
                <a:lnTo>
                  <a:pt x="680853" y="602611"/>
                </a:lnTo>
                <a:cubicBezTo>
                  <a:pt x="680264" y="607576"/>
                  <a:pt x="682675" y="612416"/>
                  <a:pt x="687014" y="614916"/>
                </a:cubicBezTo>
                <a:lnTo>
                  <a:pt x="710732" y="628614"/>
                </a:lnTo>
                <a:cubicBezTo>
                  <a:pt x="712661" y="629739"/>
                  <a:pt x="714822" y="630293"/>
                  <a:pt x="716983" y="630293"/>
                </a:cubicBezTo>
                <a:cubicBezTo>
                  <a:pt x="719143" y="630293"/>
                  <a:pt x="721304" y="629739"/>
                  <a:pt x="723233" y="628614"/>
                </a:cubicBezTo>
                <a:lnTo>
                  <a:pt x="746951" y="614916"/>
                </a:lnTo>
                <a:cubicBezTo>
                  <a:pt x="751290" y="612416"/>
                  <a:pt x="753701" y="607576"/>
                  <a:pt x="753112" y="602611"/>
                </a:cubicBezTo>
                <a:lnTo>
                  <a:pt x="742111" y="510707"/>
                </a:lnTo>
                <a:lnTo>
                  <a:pt x="747058" y="510707"/>
                </a:lnTo>
                <a:cubicBezTo>
                  <a:pt x="789920" y="510707"/>
                  <a:pt x="824800" y="545586"/>
                  <a:pt x="824800" y="588449"/>
                </a:cubicBezTo>
                <a:lnTo>
                  <a:pt x="824800" y="666190"/>
                </a:lnTo>
                <a:close/>
                <a:moveTo>
                  <a:pt x="857232" y="486132"/>
                </a:moveTo>
                <a:lnTo>
                  <a:pt x="807494" y="505385"/>
                </a:lnTo>
                <a:cubicBezTo>
                  <a:pt x="796778" y="497562"/>
                  <a:pt x="784491" y="491776"/>
                  <a:pt x="771204" y="488561"/>
                </a:cubicBezTo>
                <a:cubicBezTo>
                  <a:pt x="785670" y="474452"/>
                  <a:pt x="794671" y="454753"/>
                  <a:pt x="794671" y="433001"/>
                </a:cubicBezTo>
                <a:cubicBezTo>
                  <a:pt x="794671" y="390174"/>
                  <a:pt x="759827" y="355312"/>
                  <a:pt x="716983" y="355312"/>
                </a:cubicBezTo>
                <a:cubicBezTo>
                  <a:pt x="715965" y="355312"/>
                  <a:pt x="714964" y="355348"/>
                  <a:pt x="713946" y="355384"/>
                </a:cubicBezTo>
                <a:cubicBezTo>
                  <a:pt x="683782" y="264587"/>
                  <a:pt x="609737" y="194274"/>
                  <a:pt x="517458" y="168896"/>
                </a:cubicBezTo>
                <a:cubicBezTo>
                  <a:pt x="510778" y="132802"/>
                  <a:pt x="479096" y="105388"/>
                  <a:pt x="441091" y="105388"/>
                </a:cubicBezTo>
                <a:cubicBezTo>
                  <a:pt x="403086" y="105388"/>
                  <a:pt x="371404" y="132820"/>
                  <a:pt x="364724" y="168896"/>
                </a:cubicBezTo>
                <a:cubicBezTo>
                  <a:pt x="272445" y="194274"/>
                  <a:pt x="198400" y="264587"/>
                  <a:pt x="168235" y="355384"/>
                </a:cubicBezTo>
                <a:cubicBezTo>
                  <a:pt x="167235" y="355348"/>
                  <a:pt x="166217" y="355312"/>
                  <a:pt x="165199" y="355312"/>
                </a:cubicBezTo>
                <a:cubicBezTo>
                  <a:pt x="122372" y="355312"/>
                  <a:pt x="87511" y="390156"/>
                  <a:pt x="87511" y="433001"/>
                </a:cubicBezTo>
                <a:cubicBezTo>
                  <a:pt x="87511" y="454753"/>
                  <a:pt x="96512" y="474452"/>
                  <a:pt x="110978" y="488561"/>
                </a:cubicBezTo>
                <a:cubicBezTo>
                  <a:pt x="97691" y="491776"/>
                  <a:pt x="85404" y="497562"/>
                  <a:pt x="74688" y="505385"/>
                </a:cubicBezTo>
                <a:lnTo>
                  <a:pt x="24950" y="486132"/>
                </a:lnTo>
                <a:lnTo>
                  <a:pt x="24950" y="396175"/>
                </a:lnTo>
                <a:lnTo>
                  <a:pt x="117122" y="360492"/>
                </a:lnTo>
                <a:cubicBezTo>
                  <a:pt x="120801" y="359063"/>
                  <a:pt x="123587" y="356009"/>
                  <a:pt x="124641" y="352205"/>
                </a:cubicBezTo>
                <a:cubicBezTo>
                  <a:pt x="131659" y="327202"/>
                  <a:pt x="141678" y="303020"/>
                  <a:pt x="154448" y="280321"/>
                </a:cubicBezTo>
                <a:cubicBezTo>
                  <a:pt x="156377" y="276892"/>
                  <a:pt x="156573" y="272748"/>
                  <a:pt x="154984" y="269141"/>
                </a:cubicBezTo>
                <a:lnTo>
                  <a:pt x="115014" y="178701"/>
                </a:lnTo>
                <a:lnTo>
                  <a:pt x="178629" y="115086"/>
                </a:lnTo>
                <a:lnTo>
                  <a:pt x="269087" y="155055"/>
                </a:lnTo>
                <a:cubicBezTo>
                  <a:pt x="272695" y="156645"/>
                  <a:pt x="276838" y="156448"/>
                  <a:pt x="280267" y="154519"/>
                </a:cubicBezTo>
                <a:cubicBezTo>
                  <a:pt x="302984" y="141750"/>
                  <a:pt x="327166" y="131713"/>
                  <a:pt x="352133" y="124712"/>
                </a:cubicBezTo>
                <a:cubicBezTo>
                  <a:pt x="355920" y="123640"/>
                  <a:pt x="358991" y="120854"/>
                  <a:pt x="360420" y="117193"/>
                </a:cubicBezTo>
                <a:lnTo>
                  <a:pt x="396103" y="25003"/>
                </a:lnTo>
                <a:lnTo>
                  <a:pt x="486061" y="25003"/>
                </a:lnTo>
                <a:lnTo>
                  <a:pt x="521744" y="117193"/>
                </a:lnTo>
                <a:cubicBezTo>
                  <a:pt x="523173" y="120872"/>
                  <a:pt x="526227" y="123658"/>
                  <a:pt x="530031" y="124712"/>
                </a:cubicBezTo>
                <a:cubicBezTo>
                  <a:pt x="555016" y="131731"/>
                  <a:pt x="579197" y="141750"/>
                  <a:pt x="601897" y="154519"/>
                </a:cubicBezTo>
                <a:cubicBezTo>
                  <a:pt x="605326" y="156448"/>
                  <a:pt x="609469" y="156645"/>
                  <a:pt x="613077" y="155055"/>
                </a:cubicBezTo>
                <a:lnTo>
                  <a:pt x="703534" y="115086"/>
                </a:lnTo>
                <a:lnTo>
                  <a:pt x="767149" y="178701"/>
                </a:lnTo>
                <a:lnTo>
                  <a:pt x="727180" y="269141"/>
                </a:lnTo>
                <a:cubicBezTo>
                  <a:pt x="725591" y="272748"/>
                  <a:pt x="725787" y="276892"/>
                  <a:pt x="727716" y="280321"/>
                </a:cubicBezTo>
                <a:cubicBezTo>
                  <a:pt x="740485" y="303038"/>
                  <a:pt x="750522" y="327219"/>
                  <a:pt x="757523" y="352205"/>
                </a:cubicBezTo>
                <a:cubicBezTo>
                  <a:pt x="758595" y="355991"/>
                  <a:pt x="761381" y="359063"/>
                  <a:pt x="765042" y="360492"/>
                </a:cubicBezTo>
                <a:lnTo>
                  <a:pt x="857214" y="396175"/>
                </a:lnTo>
                <a:lnTo>
                  <a:pt x="857214" y="486132"/>
                </a:lnTo>
                <a:close/>
                <a:moveTo>
                  <a:pt x="441109" y="624632"/>
                </a:moveTo>
                <a:cubicBezTo>
                  <a:pt x="467201" y="624632"/>
                  <a:pt x="488418" y="603415"/>
                  <a:pt x="488418" y="577322"/>
                </a:cubicBezTo>
                <a:cubicBezTo>
                  <a:pt x="488418" y="551230"/>
                  <a:pt x="467201" y="530013"/>
                  <a:pt x="441109" y="530013"/>
                </a:cubicBezTo>
                <a:cubicBezTo>
                  <a:pt x="415016" y="530013"/>
                  <a:pt x="393799" y="551230"/>
                  <a:pt x="393799" y="577322"/>
                </a:cubicBezTo>
                <a:cubicBezTo>
                  <a:pt x="393799" y="603415"/>
                  <a:pt x="415016" y="624632"/>
                  <a:pt x="441109" y="624632"/>
                </a:cubicBezTo>
                <a:close/>
                <a:moveTo>
                  <a:pt x="441109" y="555016"/>
                </a:moveTo>
                <a:cubicBezTo>
                  <a:pt x="453414" y="555016"/>
                  <a:pt x="463415" y="565017"/>
                  <a:pt x="463415" y="577322"/>
                </a:cubicBezTo>
                <a:cubicBezTo>
                  <a:pt x="463415" y="589627"/>
                  <a:pt x="453414" y="599629"/>
                  <a:pt x="441109" y="599629"/>
                </a:cubicBezTo>
                <a:cubicBezTo>
                  <a:pt x="428804" y="599629"/>
                  <a:pt x="418802" y="589627"/>
                  <a:pt x="418802" y="577322"/>
                </a:cubicBezTo>
                <a:cubicBezTo>
                  <a:pt x="418802" y="565017"/>
                  <a:pt x="428804" y="555016"/>
                  <a:pt x="441109" y="555016"/>
                </a:cubicBezTo>
                <a:close/>
                <a:moveTo>
                  <a:pt x="330702" y="602218"/>
                </a:moveTo>
                <a:lnTo>
                  <a:pt x="349865" y="609630"/>
                </a:lnTo>
                <a:cubicBezTo>
                  <a:pt x="350990" y="612809"/>
                  <a:pt x="352294" y="615934"/>
                  <a:pt x="353741" y="618988"/>
                </a:cubicBezTo>
                <a:lnTo>
                  <a:pt x="345436" y="637794"/>
                </a:lnTo>
                <a:cubicBezTo>
                  <a:pt x="343346" y="642509"/>
                  <a:pt x="344382" y="648027"/>
                  <a:pt x="348026" y="651689"/>
                </a:cubicBezTo>
                <a:lnTo>
                  <a:pt x="366742" y="670405"/>
                </a:lnTo>
                <a:cubicBezTo>
                  <a:pt x="370386" y="674049"/>
                  <a:pt x="375904" y="675084"/>
                  <a:pt x="380637" y="672995"/>
                </a:cubicBezTo>
                <a:lnTo>
                  <a:pt x="399443" y="664690"/>
                </a:lnTo>
                <a:cubicBezTo>
                  <a:pt x="402497" y="666155"/>
                  <a:pt x="405622" y="667441"/>
                  <a:pt x="408819" y="668584"/>
                </a:cubicBezTo>
                <a:lnTo>
                  <a:pt x="416231" y="687747"/>
                </a:lnTo>
                <a:cubicBezTo>
                  <a:pt x="418088" y="692569"/>
                  <a:pt x="422731" y="695730"/>
                  <a:pt x="427893" y="695730"/>
                </a:cubicBezTo>
                <a:lnTo>
                  <a:pt x="454343" y="695730"/>
                </a:lnTo>
                <a:cubicBezTo>
                  <a:pt x="459504" y="695730"/>
                  <a:pt x="464129" y="692551"/>
                  <a:pt x="466005" y="687747"/>
                </a:cubicBezTo>
                <a:lnTo>
                  <a:pt x="473416" y="668584"/>
                </a:lnTo>
                <a:cubicBezTo>
                  <a:pt x="476595" y="667458"/>
                  <a:pt x="479721" y="666155"/>
                  <a:pt x="482775" y="664708"/>
                </a:cubicBezTo>
                <a:lnTo>
                  <a:pt x="501581" y="673013"/>
                </a:lnTo>
                <a:cubicBezTo>
                  <a:pt x="506295" y="675102"/>
                  <a:pt x="511832" y="674066"/>
                  <a:pt x="515475" y="670423"/>
                </a:cubicBezTo>
                <a:lnTo>
                  <a:pt x="534192" y="651706"/>
                </a:lnTo>
                <a:cubicBezTo>
                  <a:pt x="537835" y="648063"/>
                  <a:pt x="538871" y="642545"/>
                  <a:pt x="536781" y="637812"/>
                </a:cubicBezTo>
                <a:lnTo>
                  <a:pt x="528477" y="619006"/>
                </a:lnTo>
                <a:cubicBezTo>
                  <a:pt x="529941" y="615952"/>
                  <a:pt x="531227" y="612827"/>
                  <a:pt x="532352" y="609630"/>
                </a:cubicBezTo>
                <a:lnTo>
                  <a:pt x="551515" y="602218"/>
                </a:lnTo>
                <a:cubicBezTo>
                  <a:pt x="556337" y="600361"/>
                  <a:pt x="559499" y="595717"/>
                  <a:pt x="559499" y="590556"/>
                </a:cubicBezTo>
                <a:lnTo>
                  <a:pt x="559499" y="564106"/>
                </a:lnTo>
                <a:cubicBezTo>
                  <a:pt x="559499" y="558945"/>
                  <a:pt x="556320" y="554319"/>
                  <a:pt x="551515" y="552444"/>
                </a:cubicBezTo>
                <a:lnTo>
                  <a:pt x="532352" y="545032"/>
                </a:lnTo>
                <a:cubicBezTo>
                  <a:pt x="531227" y="541853"/>
                  <a:pt x="529923" y="538710"/>
                  <a:pt x="528459" y="535656"/>
                </a:cubicBezTo>
                <a:lnTo>
                  <a:pt x="536764" y="516850"/>
                </a:lnTo>
                <a:cubicBezTo>
                  <a:pt x="538853" y="512135"/>
                  <a:pt x="537817" y="506599"/>
                  <a:pt x="534174" y="502956"/>
                </a:cubicBezTo>
                <a:lnTo>
                  <a:pt x="515457" y="484239"/>
                </a:lnTo>
                <a:cubicBezTo>
                  <a:pt x="511814" y="480596"/>
                  <a:pt x="506278" y="479560"/>
                  <a:pt x="501563" y="481650"/>
                </a:cubicBezTo>
                <a:lnTo>
                  <a:pt x="482757" y="489954"/>
                </a:lnTo>
                <a:cubicBezTo>
                  <a:pt x="479703" y="488490"/>
                  <a:pt x="476577" y="487204"/>
                  <a:pt x="473398" y="486079"/>
                </a:cubicBezTo>
                <a:lnTo>
                  <a:pt x="465987" y="466916"/>
                </a:lnTo>
                <a:cubicBezTo>
                  <a:pt x="464129" y="462093"/>
                  <a:pt x="459486" y="458932"/>
                  <a:pt x="454325" y="458932"/>
                </a:cubicBezTo>
                <a:lnTo>
                  <a:pt x="427875" y="458932"/>
                </a:lnTo>
                <a:cubicBezTo>
                  <a:pt x="422714" y="458932"/>
                  <a:pt x="418088" y="462111"/>
                  <a:pt x="416213" y="466916"/>
                </a:cubicBezTo>
                <a:lnTo>
                  <a:pt x="408801" y="486079"/>
                </a:lnTo>
                <a:cubicBezTo>
                  <a:pt x="405622" y="487204"/>
                  <a:pt x="402497" y="488507"/>
                  <a:pt x="399443" y="489954"/>
                </a:cubicBezTo>
                <a:lnTo>
                  <a:pt x="380637" y="481650"/>
                </a:lnTo>
                <a:cubicBezTo>
                  <a:pt x="375904" y="479560"/>
                  <a:pt x="370386" y="480596"/>
                  <a:pt x="366742" y="484239"/>
                </a:cubicBezTo>
                <a:lnTo>
                  <a:pt x="348026" y="502956"/>
                </a:lnTo>
                <a:cubicBezTo>
                  <a:pt x="344382" y="506599"/>
                  <a:pt x="343346" y="512118"/>
                  <a:pt x="345436" y="516850"/>
                </a:cubicBezTo>
                <a:lnTo>
                  <a:pt x="353741" y="535656"/>
                </a:lnTo>
                <a:cubicBezTo>
                  <a:pt x="352276" y="538710"/>
                  <a:pt x="350990" y="541836"/>
                  <a:pt x="349865" y="545032"/>
                </a:cubicBezTo>
                <a:lnTo>
                  <a:pt x="330702" y="552444"/>
                </a:lnTo>
                <a:cubicBezTo>
                  <a:pt x="325880" y="554301"/>
                  <a:pt x="322719" y="558945"/>
                  <a:pt x="322719" y="564106"/>
                </a:cubicBezTo>
                <a:lnTo>
                  <a:pt x="322719" y="590556"/>
                </a:lnTo>
                <a:cubicBezTo>
                  <a:pt x="322719" y="595717"/>
                  <a:pt x="325898" y="600343"/>
                  <a:pt x="330702" y="602218"/>
                </a:cubicBezTo>
                <a:close/>
                <a:moveTo>
                  <a:pt x="347722" y="572661"/>
                </a:moveTo>
                <a:lnTo>
                  <a:pt x="364474" y="566178"/>
                </a:lnTo>
                <a:cubicBezTo>
                  <a:pt x="368153" y="564749"/>
                  <a:pt x="370939" y="561695"/>
                  <a:pt x="371993" y="557891"/>
                </a:cubicBezTo>
                <a:cubicBezTo>
                  <a:pt x="373529" y="552444"/>
                  <a:pt x="375708" y="547158"/>
                  <a:pt x="378494" y="542211"/>
                </a:cubicBezTo>
                <a:cubicBezTo>
                  <a:pt x="380423" y="538782"/>
                  <a:pt x="380619" y="534638"/>
                  <a:pt x="379030" y="531031"/>
                </a:cubicBezTo>
                <a:lnTo>
                  <a:pt x="371761" y="514582"/>
                </a:lnTo>
                <a:lnTo>
                  <a:pt x="378351" y="507992"/>
                </a:lnTo>
                <a:lnTo>
                  <a:pt x="394799" y="515261"/>
                </a:lnTo>
                <a:cubicBezTo>
                  <a:pt x="398407" y="516850"/>
                  <a:pt x="402550" y="516654"/>
                  <a:pt x="405979" y="514725"/>
                </a:cubicBezTo>
                <a:cubicBezTo>
                  <a:pt x="410944" y="511939"/>
                  <a:pt x="416213" y="509742"/>
                  <a:pt x="421660" y="508224"/>
                </a:cubicBezTo>
                <a:cubicBezTo>
                  <a:pt x="425446" y="507171"/>
                  <a:pt x="428518" y="504367"/>
                  <a:pt x="429947" y="500705"/>
                </a:cubicBezTo>
                <a:lnTo>
                  <a:pt x="436430" y="483953"/>
                </a:lnTo>
                <a:lnTo>
                  <a:pt x="445752" y="483953"/>
                </a:lnTo>
                <a:lnTo>
                  <a:pt x="452235" y="500705"/>
                </a:lnTo>
                <a:cubicBezTo>
                  <a:pt x="453664" y="504385"/>
                  <a:pt x="456718" y="507171"/>
                  <a:pt x="460522" y="508224"/>
                </a:cubicBezTo>
                <a:cubicBezTo>
                  <a:pt x="465969" y="509760"/>
                  <a:pt x="471255" y="511939"/>
                  <a:pt x="476202" y="514725"/>
                </a:cubicBezTo>
                <a:cubicBezTo>
                  <a:pt x="479631" y="516654"/>
                  <a:pt x="483775" y="516850"/>
                  <a:pt x="487382" y="515261"/>
                </a:cubicBezTo>
                <a:lnTo>
                  <a:pt x="503831" y="507992"/>
                </a:lnTo>
                <a:lnTo>
                  <a:pt x="510421" y="514582"/>
                </a:lnTo>
                <a:lnTo>
                  <a:pt x="503152" y="531031"/>
                </a:lnTo>
                <a:cubicBezTo>
                  <a:pt x="501563" y="534638"/>
                  <a:pt x="501759" y="538782"/>
                  <a:pt x="503688" y="542211"/>
                </a:cubicBezTo>
                <a:cubicBezTo>
                  <a:pt x="506474" y="547176"/>
                  <a:pt x="508671" y="552462"/>
                  <a:pt x="510189" y="557909"/>
                </a:cubicBezTo>
                <a:cubicBezTo>
                  <a:pt x="511260" y="561695"/>
                  <a:pt x="514046" y="564767"/>
                  <a:pt x="517708" y="566196"/>
                </a:cubicBezTo>
                <a:lnTo>
                  <a:pt x="534460" y="572679"/>
                </a:lnTo>
                <a:lnTo>
                  <a:pt x="534460" y="582001"/>
                </a:lnTo>
                <a:lnTo>
                  <a:pt x="517708" y="588484"/>
                </a:lnTo>
                <a:cubicBezTo>
                  <a:pt x="514029" y="589913"/>
                  <a:pt x="511242" y="592967"/>
                  <a:pt x="510189" y="596771"/>
                </a:cubicBezTo>
                <a:cubicBezTo>
                  <a:pt x="508653" y="602236"/>
                  <a:pt x="506474" y="607505"/>
                  <a:pt x="503688" y="612452"/>
                </a:cubicBezTo>
                <a:cubicBezTo>
                  <a:pt x="501759" y="615881"/>
                  <a:pt x="501563" y="620024"/>
                  <a:pt x="503152" y="623632"/>
                </a:cubicBezTo>
                <a:lnTo>
                  <a:pt x="510421" y="640080"/>
                </a:lnTo>
                <a:lnTo>
                  <a:pt x="503831" y="646670"/>
                </a:lnTo>
                <a:lnTo>
                  <a:pt x="487382" y="639401"/>
                </a:lnTo>
                <a:cubicBezTo>
                  <a:pt x="483775" y="637812"/>
                  <a:pt x="479631" y="638008"/>
                  <a:pt x="476202" y="639937"/>
                </a:cubicBezTo>
                <a:cubicBezTo>
                  <a:pt x="471237" y="642723"/>
                  <a:pt x="465969" y="644920"/>
                  <a:pt x="460522" y="646438"/>
                </a:cubicBezTo>
                <a:cubicBezTo>
                  <a:pt x="456736" y="647492"/>
                  <a:pt x="453664" y="650296"/>
                  <a:pt x="452235" y="653957"/>
                </a:cubicBezTo>
                <a:lnTo>
                  <a:pt x="445752" y="670709"/>
                </a:lnTo>
                <a:lnTo>
                  <a:pt x="436430" y="670709"/>
                </a:lnTo>
                <a:lnTo>
                  <a:pt x="429947" y="653957"/>
                </a:lnTo>
                <a:cubicBezTo>
                  <a:pt x="428518" y="650278"/>
                  <a:pt x="425464" y="647492"/>
                  <a:pt x="421660" y="646438"/>
                </a:cubicBezTo>
                <a:cubicBezTo>
                  <a:pt x="416213" y="644902"/>
                  <a:pt x="410926" y="642723"/>
                  <a:pt x="405979" y="639937"/>
                </a:cubicBezTo>
                <a:cubicBezTo>
                  <a:pt x="402550" y="638008"/>
                  <a:pt x="398407" y="637812"/>
                  <a:pt x="394799" y="639401"/>
                </a:cubicBezTo>
                <a:lnTo>
                  <a:pt x="378351" y="646670"/>
                </a:lnTo>
                <a:lnTo>
                  <a:pt x="371761" y="640080"/>
                </a:lnTo>
                <a:lnTo>
                  <a:pt x="379030" y="623632"/>
                </a:lnTo>
                <a:cubicBezTo>
                  <a:pt x="380619" y="620024"/>
                  <a:pt x="380423" y="615881"/>
                  <a:pt x="378494" y="612452"/>
                </a:cubicBezTo>
                <a:cubicBezTo>
                  <a:pt x="375708" y="607487"/>
                  <a:pt x="373511" y="602218"/>
                  <a:pt x="371993" y="596771"/>
                </a:cubicBezTo>
                <a:cubicBezTo>
                  <a:pt x="370921" y="592985"/>
                  <a:pt x="368135" y="589913"/>
                  <a:pt x="364474" y="588484"/>
                </a:cubicBezTo>
                <a:lnTo>
                  <a:pt x="347722" y="582001"/>
                </a:lnTo>
                <a:lnTo>
                  <a:pt x="347722" y="572679"/>
                </a:lnTo>
                <a:close/>
              </a:path>
            </a:pathLst>
          </a:custGeom>
          <a:solidFill>
            <a:schemeClr val="bg1"/>
          </a:solidFill>
          <a:ln w="1786" cap="flat">
            <a:noFill/>
            <a:prstDash val="solid"/>
            <a:miter/>
          </a:ln>
        </p:spPr>
        <p:txBody>
          <a:bodyPr/>
          <a:lstStyle/>
          <a:p>
            <a:endParaRPr lang="en-GB"/>
          </a:p>
        </p:txBody>
      </p:sp>
      <p:sp>
        <p:nvSpPr>
          <p:cNvPr id="4" name="Slide Number Placeholder 3">
            <a:extLst>
              <a:ext uri="{FF2B5EF4-FFF2-40B4-BE49-F238E27FC236}">
                <a16:creationId xmlns:a16="http://schemas.microsoft.com/office/drawing/2014/main" id="{E1483A17-4C0E-6C36-5865-4BFBDB466E4F}"/>
              </a:ext>
            </a:extLst>
          </p:cNvPr>
          <p:cNvSpPr>
            <a:spLocks noGrp="1"/>
          </p:cNvSpPr>
          <p:nvPr>
            <p:ph type="sldNum" sz="quarter" idx="12"/>
          </p:nvPr>
        </p:nvSpPr>
        <p:spPr/>
        <p:txBody>
          <a:bodyPr/>
          <a:lstStyle/>
          <a:p>
            <a:fld id="{05613CAB-C57B-49C6-A95E-89979DFB2EF7}" type="slidenum">
              <a:rPr lang="en-US" smtClean="0"/>
              <a:t>62</a:t>
            </a:fld>
            <a:endParaRPr lang="en-US"/>
          </a:p>
        </p:txBody>
      </p:sp>
    </p:spTree>
    <p:extLst>
      <p:ext uri="{BB962C8B-B14F-4D97-AF65-F5344CB8AC3E}">
        <p14:creationId xmlns:p14="http://schemas.microsoft.com/office/powerpoint/2010/main" val="4086752995"/>
      </p:ext>
    </p:extLst>
  </p:cSld>
  <p:clrMapOvr>
    <a:masterClrMapping/>
  </p:clrMapOvr>
  <p:transition spd="med">
    <p:pull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Rectangle: Rounded Corners 226">
            <a:extLst>
              <a:ext uri="{FF2B5EF4-FFF2-40B4-BE49-F238E27FC236}">
                <a16:creationId xmlns:a16="http://schemas.microsoft.com/office/drawing/2014/main" id="{DBAB4E04-5268-758A-A7E9-C4C83922AAA7}"/>
              </a:ext>
            </a:extLst>
          </p:cNvPr>
          <p:cNvSpPr/>
          <p:nvPr/>
        </p:nvSpPr>
        <p:spPr>
          <a:xfrm>
            <a:off x="4193171" y="2424511"/>
            <a:ext cx="2714156" cy="1442102"/>
          </a:xfrm>
          <a:prstGeom prst="roundRect">
            <a:avLst>
              <a:gd name="adj" fmla="val 10821"/>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endParaRPr lang="en-GB"/>
          </a:p>
        </p:txBody>
      </p:sp>
      <p:sp>
        <p:nvSpPr>
          <p:cNvPr id="3" name="Title 2">
            <a:extLst>
              <a:ext uri="{FF2B5EF4-FFF2-40B4-BE49-F238E27FC236}">
                <a16:creationId xmlns:a16="http://schemas.microsoft.com/office/drawing/2014/main" id="{3DBB97B4-DA8A-C365-0864-FAA55317C7A1}"/>
              </a:ext>
            </a:extLst>
          </p:cNvPr>
          <p:cNvSpPr>
            <a:spLocks noGrp="1"/>
          </p:cNvSpPr>
          <p:nvPr>
            <p:ph type="title"/>
          </p:nvPr>
        </p:nvSpPr>
        <p:spPr/>
        <p:txBody>
          <a:bodyPr/>
          <a:lstStyle/>
          <a:p>
            <a:r>
              <a:rPr lang="ar-EG" dirty="0"/>
              <a:t>التشغيل لممارسة البنية المؤسسية</a:t>
            </a:r>
            <a:endParaRPr lang="en-GB" dirty="0"/>
          </a:p>
        </p:txBody>
      </p:sp>
      <p:sp>
        <p:nvSpPr>
          <p:cNvPr id="82" name="Rectangle 81">
            <a:extLst>
              <a:ext uri="{FF2B5EF4-FFF2-40B4-BE49-F238E27FC236}">
                <a16:creationId xmlns:a16="http://schemas.microsoft.com/office/drawing/2014/main" id="{85FCB9D9-36BF-F034-AECE-8C782CC40425}"/>
              </a:ext>
            </a:extLst>
          </p:cNvPr>
          <p:cNvSpPr/>
          <p:nvPr/>
        </p:nvSpPr>
        <p:spPr>
          <a:xfrm>
            <a:off x="3155979" y="1747921"/>
            <a:ext cx="3866730" cy="523220"/>
          </a:xfrm>
          <a:prstGeom prst="rect">
            <a:avLst/>
          </a:prstGeom>
        </p:spPr>
        <p:txBody>
          <a:bodyPr wrap="square">
            <a:spAutoFit/>
          </a:bodyPr>
          <a:lstStyle/>
          <a:p>
            <a:pPr lvl="0" algn="r" rtl="1"/>
            <a:r>
              <a:rPr lang="ar-SY" sz="2800" b="1" dirty="0">
                <a:solidFill>
                  <a:schemeClr val="accent1"/>
                </a:solidFill>
              </a:rPr>
              <a:t>1. تشغيل خدمات البنية المؤسسية</a:t>
            </a:r>
          </a:p>
        </p:txBody>
      </p:sp>
      <p:sp>
        <p:nvSpPr>
          <p:cNvPr id="216" name="TextBox 215">
            <a:extLst>
              <a:ext uri="{FF2B5EF4-FFF2-40B4-BE49-F238E27FC236}">
                <a16:creationId xmlns:a16="http://schemas.microsoft.com/office/drawing/2014/main" id="{EC84AE5A-3BAC-D698-8459-A967D98A8D65}"/>
              </a:ext>
            </a:extLst>
          </p:cNvPr>
          <p:cNvSpPr txBox="1"/>
          <p:nvPr/>
        </p:nvSpPr>
        <p:spPr>
          <a:xfrm>
            <a:off x="4195790" y="2563952"/>
            <a:ext cx="2605069" cy="369332"/>
          </a:xfrm>
          <a:prstGeom prst="rect">
            <a:avLst/>
          </a:prstGeom>
          <a:noFill/>
        </p:spPr>
        <p:txBody>
          <a:bodyPr wrap="square">
            <a:spAutoFit/>
          </a:bodyPr>
          <a:lstStyle/>
          <a:p>
            <a:pPr algn="r" rtl="1"/>
            <a:r>
              <a:rPr lang="ar-EG" b="1" dirty="0"/>
              <a:t>الاستشارات المعمارية</a:t>
            </a:r>
          </a:p>
        </p:txBody>
      </p:sp>
      <p:sp>
        <p:nvSpPr>
          <p:cNvPr id="4" name="Rectangle: Rounded Corners 3">
            <a:extLst>
              <a:ext uri="{FF2B5EF4-FFF2-40B4-BE49-F238E27FC236}">
                <a16:creationId xmlns:a16="http://schemas.microsoft.com/office/drawing/2014/main" id="{9BFD07B5-02A6-A1B6-0CD8-821BCCB3C976}"/>
              </a:ext>
            </a:extLst>
          </p:cNvPr>
          <p:cNvSpPr/>
          <p:nvPr/>
        </p:nvSpPr>
        <p:spPr>
          <a:xfrm>
            <a:off x="990316" y="2424511"/>
            <a:ext cx="2714156" cy="1442102"/>
          </a:xfrm>
          <a:prstGeom prst="roundRect">
            <a:avLst>
              <a:gd name="adj" fmla="val 10821"/>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endParaRPr lang="en-GB"/>
          </a:p>
        </p:txBody>
      </p:sp>
      <p:sp>
        <p:nvSpPr>
          <p:cNvPr id="8" name="TextBox 7">
            <a:extLst>
              <a:ext uri="{FF2B5EF4-FFF2-40B4-BE49-F238E27FC236}">
                <a16:creationId xmlns:a16="http://schemas.microsoft.com/office/drawing/2014/main" id="{CD75FD8A-1F9E-5ABF-5E47-B8880E1DA4A3}"/>
              </a:ext>
            </a:extLst>
          </p:cNvPr>
          <p:cNvSpPr txBox="1"/>
          <p:nvPr/>
        </p:nvSpPr>
        <p:spPr>
          <a:xfrm>
            <a:off x="992935" y="2563952"/>
            <a:ext cx="2605069" cy="369332"/>
          </a:xfrm>
          <a:prstGeom prst="rect">
            <a:avLst/>
          </a:prstGeom>
          <a:noFill/>
        </p:spPr>
        <p:txBody>
          <a:bodyPr wrap="square">
            <a:spAutoFit/>
          </a:bodyPr>
          <a:lstStyle/>
          <a:p>
            <a:pPr algn="r" rtl="1"/>
            <a:r>
              <a:rPr lang="ar-EG" b="1" dirty="0"/>
              <a:t>المواءمة الاستراتيجية</a:t>
            </a:r>
          </a:p>
        </p:txBody>
      </p:sp>
      <p:sp>
        <p:nvSpPr>
          <p:cNvPr id="9" name="TextBox 8">
            <a:extLst>
              <a:ext uri="{FF2B5EF4-FFF2-40B4-BE49-F238E27FC236}">
                <a16:creationId xmlns:a16="http://schemas.microsoft.com/office/drawing/2014/main" id="{26239DED-4208-DD0F-0DD0-2213BBB8E053}"/>
              </a:ext>
            </a:extLst>
          </p:cNvPr>
          <p:cNvSpPr txBox="1"/>
          <p:nvPr/>
        </p:nvSpPr>
        <p:spPr>
          <a:xfrm>
            <a:off x="4195790" y="2907312"/>
            <a:ext cx="2605069" cy="646331"/>
          </a:xfrm>
          <a:prstGeom prst="rect">
            <a:avLst/>
          </a:prstGeom>
          <a:noFill/>
        </p:spPr>
        <p:txBody>
          <a:bodyPr wrap="square">
            <a:spAutoFit/>
          </a:bodyPr>
          <a:lstStyle/>
          <a:p>
            <a:pPr algn="r" rtl="1"/>
            <a:r>
              <a:rPr lang="ar-EG" dirty="0"/>
              <a:t>تقديم خدمات الاستشارات المعمارية للمبادرات والمشاريع.</a:t>
            </a:r>
          </a:p>
        </p:txBody>
      </p:sp>
      <p:sp>
        <p:nvSpPr>
          <p:cNvPr id="10" name="TextBox 9">
            <a:extLst>
              <a:ext uri="{FF2B5EF4-FFF2-40B4-BE49-F238E27FC236}">
                <a16:creationId xmlns:a16="http://schemas.microsoft.com/office/drawing/2014/main" id="{BC969B8F-F8E3-3A15-8124-A781E5F64DDB}"/>
              </a:ext>
            </a:extLst>
          </p:cNvPr>
          <p:cNvSpPr txBox="1"/>
          <p:nvPr/>
        </p:nvSpPr>
        <p:spPr>
          <a:xfrm>
            <a:off x="992935" y="2907312"/>
            <a:ext cx="2605069" cy="861774"/>
          </a:xfrm>
          <a:prstGeom prst="rect">
            <a:avLst/>
          </a:prstGeom>
          <a:noFill/>
        </p:spPr>
        <p:txBody>
          <a:bodyPr wrap="square">
            <a:spAutoFit/>
          </a:bodyPr>
          <a:lstStyle/>
          <a:p>
            <a:pPr algn="r" rtl="1"/>
            <a:r>
              <a:rPr lang="ar-EG" dirty="0"/>
              <a:t>مواءمة المبادرات الرقمية مع:</a:t>
            </a:r>
          </a:p>
          <a:p>
            <a:pPr marL="285750" indent="-285750" algn="r" rtl="1">
              <a:buFont typeface="Arial" panose="020B0604020202020204" pitchFamily="34" charset="0"/>
              <a:buChar char="•"/>
            </a:pPr>
            <a:r>
              <a:rPr lang="ar-EG" sz="1600" dirty="0"/>
              <a:t>الأهداف الاستراتيجية.</a:t>
            </a:r>
          </a:p>
          <a:p>
            <a:pPr marL="285750" indent="-285750" algn="r" rtl="1">
              <a:buFont typeface="Arial" panose="020B0604020202020204" pitchFamily="34" charset="0"/>
              <a:buChar char="•"/>
            </a:pPr>
            <a:r>
              <a:rPr lang="ar-EG" sz="1600" dirty="0"/>
              <a:t>خارطة الطريق المعمارية.</a:t>
            </a:r>
          </a:p>
        </p:txBody>
      </p:sp>
      <p:cxnSp>
        <p:nvCxnSpPr>
          <p:cNvPr id="24" name="Straight Connector 23">
            <a:extLst>
              <a:ext uri="{FF2B5EF4-FFF2-40B4-BE49-F238E27FC236}">
                <a16:creationId xmlns:a16="http://schemas.microsoft.com/office/drawing/2014/main" id="{B7F5CA6C-D3E5-A57A-948B-021FF2A4A234}"/>
              </a:ext>
            </a:extLst>
          </p:cNvPr>
          <p:cNvCxnSpPr/>
          <p:nvPr/>
        </p:nvCxnSpPr>
        <p:spPr>
          <a:xfrm>
            <a:off x="6907327" y="2606801"/>
            <a:ext cx="0" cy="274320"/>
          </a:xfrm>
          <a:prstGeom prst="line">
            <a:avLst/>
          </a:prstGeom>
          <a:ln w="25400">
            <a:gradFill>
              <a:gsLst>
                <a:gs pos="9000">
                  <a:schemeClr val="accent1"/>
                </a:gs>
                <a:gs pos="100000">
                  <a:schemeClr val="accent2"/>
                </a:gs>
              </a:gsLst>
              <a:lin ang="7200000" scaled="0"/>
            </a:gra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370921F8-F332-472E-6992-D5E6E95258A5}"/>
              </a:ext>
            </a:extLst>
          </p:cNvPr>
          <p:cNvCxnSpPr/>
          <p:nvPr/>
        </p:nvCxnSpPr>
        <p:spPr>
          <a:xfrm>
            <a:off x="3704472" y="2606801"/>
            <a:ext cx="0" cy="274320"/>
          </a:xfrm>
          <a:prstGeom prst="line">
            <a:avLst/>
          </a:prstGeom>
          <a:ln w="25400">
            <a:gradFill>
              <a:gsLst>
                <a:gs pos="9000">
                  <a:schemeClr val="accent1"/>
                </a:gs>
                <a:gs pos="100000">
                  <a:schemeClr val="accent2"/>
                </a:gs>
              </a:gsLst>
              <a:lin ang="7200000" scaled="0"/>
            </a:gradFill>
          </a:ln>
        </p:spPr>
        <p:style>
          <a:lnRef idx="1">
            <a:schemeClr val="accent1"/>
          </a:lnRef>
          <a:fillRef idx="0">
            <a:schemeClr val="accent1"/>
          </a:fillRef>
          <a:effectRef idx="0">
            <a:schemeClr val="accent1"/>
          </a:effectRef>
          <a:fontRef idx="minor">
            <a:schemeClr val="tx1"/>
          </a:fontRef>
        </p:style>
      </p:cxnSp>
      <p:sp>
        <p:nvSpPr>
          <p:cNvPr id="26" name="Rectangle: Rounded Corners 25">
            <a:extLst>
              <a:ext uri="{FF2B5EF4-FFF2-40B4-BE49-F238E27FC236}">
                <a16:creationId xmlns:a16="http://schemas.microsoft.com/office/drawing/2014/main" id="{A9DA5FD0-D3CC-78DB-F45C-381979E35EB6}"/>
              </a:ext>
            </a:extLst>
          </p:cNvPr>
          <p:cNvSpPr/>
          <p:nvPr/>
        </p:nvSpPr>
        <p:spPr>
          <a:xfrm>
            <a:off x="4193171" y="4026283"/>
            <a:ext cx="2714156" cy="1442102"/>
          </a:xfrm>
          <a:prstGeom prst="roundRect">
            <a:avLst>
              <a:gd name="adj" fmla="val 10821"/>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endParaRPr lang="en-GB"/>
          </a:p>
        </p:txBody>
      </p:sp>
      <p:sp>
        <p:nvSpPr>
          <p:cNvPr id="27" name="TextBox 26">
            <a:extLst>
              <a:ext uri="{FF2B5EF4-FFF2-40B4-BE49-F238E27FC236}">
                <a16:creationId xmlns:a16="http://schemas.microsoft.com/office/drawing/2014/main" id="{6C03ED0C-611F-862C-6180-25E9A3588CEB}"/>
              </a:ext>
            </a:extLst>
          </p:cNvPr>
          <p:cNvSpPr txBox="1"/>
          <p:nvPr/>
        </p:nvSpPr>
        <p:spPr>
          <a:xfrm>
            <a:off x="4195790" y="4165724"/>
            <a:ext cx="2605069" cy="369332"/>
          </a:xfrm>
          <a:prstGeom prst="rect">
            <a:avLst/>
          </a:prstGeom>
          <a:noFill/>
        </p:spPr>
        <p:txBody>
          <a:bodyPr wrap="square">
            <a:spAutoFit/>
          </a:bodyPr>
          <a:lstStyle/>
          <a:p>
            <a:pPr algn="r" rtl="1"/>
            <a:r>
              <a:rPr lang="ar-EG" b="1" dirty="0"/>
              <a:t>المراجعة والاعتماد</a:t>
            </a:r>
          </a:p>
        </p:txBody>
      </p:sp>
      <p:sp>
        <p:nvSpPr>
          <p:cNvPr id="28" name="Rectangle: Rounded Corners 27">
            <a:extLst>
              <a:ext uri="{FF2B5EF4-FFF2-40B4-BE49-F238E27FC236}">
                <a16:creationId xmlns:a16="http://schemas.microsoft.com/office/drawing/2014/main" id="{BADC96BC-73D6-4CE8-0068-5AB8070F5B0F}"/>
              </a:ext>
            </a:extLst>
          </p:cNvPr>
          <p:cNvSpPr/>
          <p:nvPr/>
        </p:nvSpPr>
        <p:spPr>
          <a:xfrm>
            <a:off x="990316" y="4026283"/>
            <a:ext cx="2714156" cy="1442102"/>
          </a:xfrm>
          <a:prstGeom prst="roundRect">
            <a:avLst>
              <a:gd name="adj" fmla="val 10821"/>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endParaRPr lang="en-GB"/>
          </a:p>
        </p:txBody>
      </p:sp>
      <p:sp>
        <p:nvSpPr>
          <p:cNvPr id="29" name="TextBox 28">
            <a:extLst>
              <a:ext uri="{FF2B5EF4-FFF2-40B4-BE49-F238E27FC236}">
                <a16:creationId xmlns:a16="http://schemas.microsoft.com/office/drawing/2014/main" id="{7DA190D8-4869-D093-77B5-612B66C9B826}"/>
              </a:ext>
            </a:extLst>
          </p:cNvPr>
          <p:cNvSpPr txBox="1"/>
          <p:nvPr/>
        </p:nvSpPr>
        <p:spPr>
          <a:xfrm>
            <a:off x="992935" y="4165724"/>
            <a:ext cx="2605069" cy="369332"/>
          </a:xfrm>
          <a:prstGeom prst="rect">
            <a:avLst/>
          </a:prstGeom>
          <a:noFill/>
        </p:spPr>
        <p:txBody>
          <a:bodyPr wrap="square">
            <a:spAutoFit/>
          </a:bodyPr>
          <a:lstStyle/>
          <a:p>
            <a:pPr algn="r" rtl="1"/>
            <a:r>
              <a:rPr lang="ar-EG" b="1" dirty="0"/>
              <a:t>إدارة الاستثناءات</a:t>
            </a:r>
          </a:p>
        </p:txBody>
      </p:sp>
      <p:sp>
        <p:nvSpPr>
          <p:cNvPr id="30" name="TextBox 29">
            <a:extLst>
              <a:ext uri="{FF2B5EF4-FFF2-40B4-BE49-F238E27FC236}">
                <a16:creationId xmlns:a16="http://schemas.microsoft.com/office/drawing/2014/main" id="{093677D4-1E0E-C332-E27F-50ACA08A9E89}"/>
              </a:ext>
            </a:extLst>
          </p:cNvPr>
          <p:cNvSpPr txBox="1"/>
          <p:nvPr/>
        </p:nvSpPr>
        <p:spPr>
          <a:xfrm>
            <a:off x="4195790" y="4509084"/>
            <a:ext cx="2605069" cy="369332"/>
          </a:xfrm>
          <a:prstGeom prst="rect">
            <a:avLst/>
          </a:prstGeom>
          <a:noFill/>
        </p:spPr>
        <p:txBody>
          <a:bodyPr wrap="square">
            <a:spAutoFit/>
          </a:bodyPr>
          <a:lstStyle/>
          <a:p>
            <a:pPr algn="r" rtl="1"/>
            <a:r>
              <a:rPr lang="ar-EG" dirty="0"/>
              <a:t>مراجعة واعتماد التصاميم المعمارية.</a:t>
            </a:r>
          </a:p>
        </p:txBody>
      </p:sp>
      <p:sp>
        <p:nvSpPr>
          <p:cNvPr id="31" name="TextBox 30">
            <a:extLst>
              <a:ext uri="{FF2B5EF4-FFF2-40B4-BE49-F238E27FC236}">
                <a16:creationId xmlns:a16="http://schemas.microsoft.com/office/drawing/2014/main" id="{0237FA84-6072-30CC-39A4-43C61D535187}"/>
              </a:ext>
            </a:extLst>
          </p:cNvPr>
          <p:cNvSpPr txBox="1"/>
          <p:nvPr/>
        </p:nvSpPr>
        <p:spPr>
          <a:xfrm>
            <a:off x="992935" y="4509084"/>
            <a:ext cx="2605069" cy="646331"/>
          </a:xfrm>
          <a:prstGeom prst="rect">
            <a:avLst/>
          </a:prstGeom>
          <a:noFill/>
        </p:spPr>
        <p:txBody>
          <a:bodyPr wrap="square">
            <a:spAutoFit/>
          </a:bodyPr>
          <a:lstStyle/>
          <a:p>
            <a:pPr algn="r" rtl="1"/>
            <a:r>
              <a:rPr lang="ar-EG" dirty="0"/>
              <a:t>إدارة طلبات الاستثناء والإعفاء المعماري.</a:t>
            </a:r>
          </a:p>
        </p:txBody>
      </p:sp>
      <p:cxnSp>
        <p:nvCxnSpPr>
          <p:cNvPr id="32" name="Straight Connector 31">
            <a:extLst>
              <a:ext uri="{FF2B5EF4-FFF2-40B4-BE49-F238E27FC236}">
                <a16:creationId xmlns:a16="http://schemas.microsoft.com/office/drawing/2014/main" id="{4DF26BCC-C87F-134F-C109-E5BEFCD8A641}"/>
              </a:ext>
            </a:extLst>
          </p:cNvPr>
          <p:cNvCxnSpPr/>
          <p:nvPr/>
        </p:nvCxnSpPr>
        <p:spPr>
          <a:xfrm>
            <a:off x="6907327" y="4208573"/>
            <a:ext cx="0" cy="274320"/>
          </a:xfrm>
          <a:prstGeom prst="line">
            <a:avLst/>
          </a:prstGeom>
          <a:ln w="25400">
            <a:gradFill>
              <a:gsLst>
                <a:gs pos="9000">
                  <a:schemeClr val="accent1"/>
                </a:gs>
                <a:gs pos="100000">
                  <a:schemeClr val="accent2"/>
                </a:gs>
              </a:gsLst>
              <a:lin ang="7200000" scaled="0"/>
            </a:gra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496C1C0-4172-8EFD-1CCF-125DAC1E3180}"/>
              </a:ext>
            </a:extLst>
          </p:cNvPr>
          <p:cNvCxnSpPr/>
          <p:nvPr/>
        </p:nvCxnSpPr>
        <p:spPr>
          <a:xfrm>
            <a:off x="3704472" y="4208573"/>
            <a:ext cx="0" cy="274320"/>
          </a:xfrm>
          <a:prstGeom prst="line">
            <a:avLst/>
          </a:prstGeom>
          <a:ln w="25400">
            <a:gradFill>
              <a:gsLst>
                <a:gs pos="9000">
                  <a:schemeClr val="accent1"/>
                </a:gs>
                <a:gs pos="100000">
                  <a:schemeClr val="accent2"/>
                </a:gs>
              </a:gsLst>
              <a:lin ang="7200000" scaled="0"/>
            </a:gradFill>
          </a:ln>
        </p:spPr>
        <p:style>
          <a:lnRef idx="1">
            <a:schemeClr val="accent1"/>
          </a:lnRef>
          <a:fillRef idx="0">
            <a:schemeClr val="accent1"/>
          </a:fillRef>
          <a:effectRef idx="0">
            <a:schemeClr val="accent1"/>
          </a:effectRef>
          <a:fontRef idx="minor">
            <a:schemeClr val="tx1"/>
          </a:fontRef>
        </p:style>
      </p:cxnSp>
      <p:sp>
        <p:nvSpPr>
          <p:cNvPr id="5" name="Freeform 3">
            <a:extLst>
              <a:ext uri="{FF2B5EF4-FFF2-40B4-BE49-F238E27FC236}">
                <a16:creationId xmlns:a16="http://schemas.microsoft.com/office/drawing/2014/main" id="{710ADA4E-B870-8946-0517-BF1044963744}"/>
              </a:ext>
            </a:extLst>
          </p:cNvPr>
          <p:cNvSpPr/>
          <p:nvPr/>
        </p:nvSpPr>
        <p:spPr>
          <a:xfrm>
            <a:off x="8412142" y="2105425"/>
            <a:ext cx="1270772" cy="1158457"/>
          </a:xfrm>
          <a:custGeom>
            <a:avLst/>
            <a:gdLst>
              <a:gd name="connsiteX0" fmla="*/ 1274371 w 1274371"/>
              <a:gd name="connsiteY0" fmla="*/ 0 h 1161738"/>
              <a:gd name="connsiteX1" fmla="*/ 1274371 w 1274371"/>
              <a:gd name="connsiteY1" fmla="*/ 874048 h 1161738"/>
              <a:gd name="connsiteX2" fmla="*/ 1207399 w 1274371"/>
              <a:gd name="connsiteY2" fmla="*/ 877429 h 1161738"/>
              <a:gd name="connsiteX3" fmla="*/ 757115 w 1274371"/>
              <a:gd name="connsiteY3" fmla="*/ 1091627 h 1161738"/>
              <a:gd name="connsiteX4" fmla="*/ 699269 w 1274371"/>
              <a:gd name="connsiteY4" fmla="*/ 1161738 h 1161738"/>
              <a:gd name="connsiteX5" fmla="*/ 0 w 1274371"/>
              <a:gd name="connsiteY5" fmla="*/ 634801 h 1161738"/>
              <a:gd name="connsiteX6" fmla="*/ 34610 w 1274371"/>
              <a:gd name="connsiteY6" fmla="*/ 588517 h 1161738"/>
              <a:gd name="connsiteX7" fmla="*/ 1118033 w 1274371"/>
              <a:gd name="connsiteY7" fmla="*/ 7894 h 1161738"/>
              <a:gd name="connsiteX8" fmla="*/ 1274371 w 1274371"/>
              <a:gd name="connsiteY8" fmla="*/ 0 h 1161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74371" h="1161738">
                <a:moveTo>
                  <a:pt x="1274371" y="0"/>
                </a:moveTo>
                <a:lnTo>
                  <a:pt x="1274371" y="874048"/>
                </a:lnTo>
                <a:lnTo>
                  <a:pt x="1207399" y="877429"/>
                </a:lnTo>
                <a:cubicBezTo>
                  <a:pt x="1032218" y="895220"/>
                  <a:pt x="874993" y="973750"/>
                  <a:pt x="757115" y="1091627"/>
                </a:cubicBezTo>
                <a:lnTo>
                  <a:pt x="699269" y="1161738"/>
                </a:lnTo>
                <a:lnTo>
                  <a:pt x="0" y="634801"/>
                </a:lnTo>
                <a:lnTo>
                  <a:pt x="34610" y="588517"/>
                </a:lnTo>
                <a:cubicBezTo>
                  <a:pt x="298481" y="268780"/>
                  <a:pt x="682763" y="52098"/>
                  <a:pt x="1118033" y="7894"/>
                </a:cubicBezTo>
                <a:lnTo>
                  <a:pt x="1274371"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Freeform 5">
            <a:extLst>
              <a:ext uri="{FF2B5EF4-FFF2-40B4-BE49-F238E27FC236}">
                <a16:creationId xmlns:a16="http://schemas.microsoft.com/office/drawing/2014/main" id="{63902AC9-4FB5-3ED7-C281-7C96FCB43CAD}"/>
              </a:ext>
            </a:extLst>
          </p:cNvPr>
          <p:cNvSpPr/>
          <p:nvPr/>
        </p:nvSpPr>
        <p:spPr>
          <a:xfrm>
            <a:off x="10278800" y="2719270"/>
            <a:ext cx="1027147" cy="1326344"/>
          </a:xfrm>
          <a:custGeom>
            <a:avLst/>
            <a:gdLst>
              <a:gd name="connsiteX0" fmla="*/ 680711 w 1030056"/>
              <a:gd name="connsiteY0" fmla="*/ 0 h 1330101"/>
              <a:gd name="connsiteX1" fmla="*/ 753644 w 1030056"/>
              <a:gd name="connsiteY1" fmla="*/ 97531 h 1330101"/>
              <a:gd name="connsiteX2" fmla="*/ 1030056 w 1030056"/>
              <a:gd name="connsiteY2" fmla="*/ 1002443 h 1330101"/>
              <a:gd name="connsiteX3" fmla="*/ 997174 w 1030056"/>
              <a:gd name="connsiteY3" fmla="*/ 1328625 h 1330101"/>
              <a:gd name="connsiteX4" fmla="*/ 996795 w 1030056"/>
              <a:gd name="connsiteY4" fmla="*/ 1330101 h 1330101"/>
              <a:gd name="connsiteX5" fmla="*/ 141520 w 1030056"/>
              <a:gd name="connsiteY5" fmla="*/ 1148307 h 1330101"/>
              <a:gd name="connsiteX6" fmla="*/ 152165 w 1030056"/>
              <a:gd name="connsiteY6" fmla="*/ 1078558 h 1330101"/>
              <a:gd name="connsiteX7" fmla="*/ 156008 w 1030056"/>
              <a:gd name="connsiteY7" fmla="*/ 1002443 h 1330101"/>
              <a:gd name="connsiteX8" fmla="*/ 28869 w 1030056"/>
              <a:gd name="connsiteY8" fmla="*/ 586219 h 1330101"/>
              <a:gd name="connsiteX9" fmla="*/ 0 w 1030056"/>
              <a:gd name="connsiteY9" fmla="*/ 551230 h 1330101"/>
              <a:gd name="connsiteX10" fmla="*/ 680711 w 1030056"/>
              <a:gd name="connsiteY10" fmla="*/ 0 h 1330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30056" h="1330101">
                <a:moveTo>
                  <a:pt x="680711" y="0"/>
                </a:moveTo>
                <a:lnTo>
                  <a:pt x="753644" y="97531"/>
                </a:lnTo>
                <a:cubicBezTo>
                  <a:pt x="928156" y="355844"/>
                  <a:pt x="1030056" y="667243"/>
                  <a:pt x="1030056" y="1002443"/>
                </a:cubicBezTo>
                <a:cubicBezTo>
                  <a:pt x="1030056" y="1114176"/>
                  <a:pt x="1018734" y="1223265"/>
                  <a:pt x="997174" y="1328625"/>
                </a:cubicBezTo>
                <a:lnTo>
                  <a:pt x="996795" y="1330101"/>
                </a:lnTo>
                <a:lnTo>
                  <a:pt x="141520" y="1148307"/>
                </a:lnTo>
                <a:lnTo>
                  <a:pt x="152165" y="1078558"/>
                </a:lnTo>
                <a:cubicBezTo>
                  <a:pt x="154706" y="1053532"/>
                  <a:pt x="156008" y="1028140"/>
                  <a:pt x="156008" y="1002443"/>
                </a:cubicBezTo>
                <a:cubicBezTo>
                  <a:pt x="156008" y="848265"/>
                  <a:pt x="109138" y="705033"/>
                  <a:pt x="28869" y="586219"/>
                </a:cubicBezTo>
                <a:lnTo>
                  <a:pt x="0" y="551230"/>
                </a:lnTo>
                <a:lnTo>
                  <a:pt x="680711"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Freeform 6">
            <a:extLst>
              <a:ext uri="{FF2B5EF4-FFF2-40B4-BE49-F238E27FC236}">
                <a16:creationId xmlns:a16="http://schemas.microsoft.com/office/drawing/2014/main" id="{282FD0AD-8341-A70A-F343-366D8697F0D4}"/>
              </a:ext>
            </a:extLst>
          </p:cNvPr>
          <p:cNvSpPr/>
          <p:nvPr/>
        </p:nvSpPr>
        <p:spPr>
          <a:xfrm>
            <a:off x="8078115" y="2753037"/>
            <a:ext cx="1019704" cy="1344007"/>
          </a:xfrm>
          <a:custGeom>
            <a:avLst/>
            <a:gdLst>
              <a:gd name="connsiteX0" fmla="*/ 324022 w 1022593"/>
              <a:gd name="connsiteY0" fmla="*/ 0 h 1347814"/>
              <a:gd name="connsiteX1" fmla="*/ 1022593 w 1022593"/>
              <a:gd name="connsiteY1" fmla="*/ 526412 h 1347814"/>
              <a:gd name="connsiteX2" fmla="*/ 1001187 w 1022593"/>
              <a:gd name="connsiteY2" fmla="*/ 552356 h 1347814"/>
              <a:gd name="connsiteX3" fmla="*/ 874048 w 1022593"/>
              <a:gd name="connsiteY3" fmla="*/ 968580 h 1347814"/>
              <a:gd name="connsiteX4" fmla="*/ 889172 w 1022593"/>
              <a:gd name="connsiteY4" fmla="*/ 1118611 h 1347814"/>
              <a:gd name="connsiteX5" fmla="*/ 894677 w 1022593"/>
              <a:gd name="connsiteY5" fmla="*/ 1136346 h 1347814"/>
              <a:gd name="connsiteX6" fmla="*/ 46523 w 1022593"/>
              <a:gd name="connsiteY6" fmla="*/ 1347814 h 1347814"/>
              <a:gd name="connsiteX7" fmla="*/ 32882 w 1022593"/>
              <a:gd name="connsiteY7" fmla="*/ 1294762 h 1347814"/>
              <a:gd name="connsiteX8" fmla="*/ 0 w 1022593"/>
              <a:gd name="connsiteY8" fmla="*/ 968580 h 1347814"/>
              <a:gd name="connsiteX9" fmla="*/ 276412 w 1022593"/>
              <a:gd name="connsiteY9" fmla="*/ 63668 h 1347814"/>
              <a:gd name="connsiteX10" fmla="*/ 324022 w 1022593"/>
              <a:gd name="connsiteY10" fmla="*/ 0 h 13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2593" h="1347814">
                <a:moveTo>
                  <a:pt x="324022" y="0"/>
                </a:moveTo>
                <a:lnTo>
                  <a:pt x="1022593" y="526412"/>
                </a:lnTo>
                <a:lnTo>
                  <a:pt x="1001187" y="552356"/>
                </a:lnTo>
                <a:cubicBezTo>
                  <a:pt x="920918" y="671170"/>
                  <a:pt x="874048" y="814402"/>
                  <a:pt x="874048" y="968580"/>
                </a:cubicBezTo>
                <a:cubicBezTo>
                  <a:pt x="874048" y="1019973"/>
                  <a:pt x="879256" y="1070150"/>
                  <a:pt x="889172" y="1118611"/>
                </a:cubicBezTo>
                <a:lnTo>
                  <a:pt x="894677" y="1136346"/>
                </a:lnTo>
                <a:lnTo>
                  <a:pt x="46523" y="1347814"/>
                </a:lnTo>
                <a:lnTo>
                  <a:pt x="32882" y="1294762"/>
                </a:lnTo>
                <a:cubicBezTo>
                  <a:pt x="11322" y="1189402"/>
                  <a:pt x="0" y="1080313"/>
                  <a:pt x="0" y="968580"/>
                </a:cubicBezTo>
                <a:cubicBezTo>
                  <a:pt x="0" y="633380"/>
                  <a:pt x="101900" y="321981"/>
                  <a:pt x="276412" y="63668"/>
                </a:cubicBezTo>
                <a:lnTo>
                  <a:pt x="324022"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eeform 7">
            <a:extLst>
              <a:ext uri="{FF2B5EF4-FFF2-40B4-BE49-F238E27FC236}">
                <a16:creationId xmlns:a16="http://schemas.microsoft.com/office/drawing/2014/main" id="{81C7477D-D0C0-1432-6ACC-ED2F7D951987}"/>
              </a:ext>
            </a:extLst>
          </p:cNvPr>
          <p:cNvSpPr/>
          <p:nvPr/>
        </p:nvSpPr>
        <p:spPr>
          <a:xfrm>
            <a:off x="10033674" y="3881954"/>
            <a:ext cx="1234558" cy="1270947"/>
          </a:xfrm>
          <a:custGeom>
            <a:avLst/>
            <a:gdLst>
              <a:gd name="connsiteX0" fmla="*/ 382512 w 1238056"/>
              <a:gd name="connsiteY0" fmla="*/ 0 h 1274547"/>
              <a:gd name="connsiteX1" fmla="*/ 1238056 w 1238056"/>
              <a:gd name="connsiteY1" fmla="*/ 181852 h 1274547"/>
              <a:gd name="connsiteX2" fmla="*/ 1203112 w 1238056"/>
              <a:gd name="connsiteY2" fmla="*/ 317755 h 1274547"/>
              <a:gd name="connsiteX3" fmla="*/ 428855 w 1238056"/>
              <a:gd name="connsiteY3" fmla="*/ 1259611 h 1274547"/>
              <a:gd name="connsiteX4" fmla="*/ 397850 w 1238056"/>
              <a:gd name="connsiteY4" fmla="*/ 1274547 h 1274547"/>
              <a:gd name="connsiteX5" fmla="*/ 0 w 1238056"/>
              <a:gd name="connsiteY5" fmla="*/ 493722 h 1274547"/>
              <a:gd name="connsiteX6" fmla="*/ 73612 w 1238056"/>
              <a:gd name="connsiteY6" fmla="*/ 453767 h 1274547"/>
              <a:gd name="connsiteX7" fmla="*/ 343326 w 1238056"/>
              <a:gd name="connsiteY7" fmla="*/ 126236 h 1274547"/>
              <a:gd name="connsiteX8" fmla="*/ 382512 w 1238056"/>
              <a:gd name="connsiteY8" fmla="*/ 0 h 1274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8056" h="1274547">
                <a:moveTo>
                  <a:pt x="382512" y="0"/>
                </a:moveTo>
                <a:lnTo>
                  <a:pt x="1238056" y="181852"/>
                </a:lnTo>
                <a:lnTo>
                  <a:pt x="1203112" y="317755"/>
                </a:lnTo>
                <a:cubicBezTo>
                  <a:pt x="1077008" y="723192"/>
                  <a:pt x="795782" y="1060285"/>
                  <a:pt x="428855" y="1259611"/>
                </a:cubicBezTo>
                <a:lnTo>
                  <a:pt x="397850" y="1274547"/>
                </a:lnTo>
                <a:lnTo>
                  <a:pt x="0" y="493722"/>
                </a:lnTo>
                <a:lnTo>
                  <a:pt x="73612" y="453767"/>
                </a:lnTo>
                <a:cubicBezTo>
                  <a:pt x="192425" y="373499"/>
                  <a:pt x="286820" y="259831"/>
                  <a:pt x="343326" y="126236"/>
                </a:cubicBezTo>
                <a:lnTo>
                  <a:pt x="382512"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eeform 8">
            <a:extLst>
              <a:ext uri="{FF2B5EF4-FFF2-40B4-BE49-F238E27FC236}">
                <a16:creationId xmlns:a16="http://schemas.microsoft.com/office/drawing/2014/main" id="{2F8B47F6-AB12-FCE0-EF1C-DE23955E5221}"/>
              </a:ext>
            </a:extLst>
          </p:cNvPr>
          <p:cNvSpPr/>
          <p:nvPr/>
        </p:nvSpPr>
        <p:spPr>
          <a:xfrm>
            <a:off x="8129045" y="3903617"/>
            <a:ext cx="1245311" cy="1274335"/>
          </a:xfrm>
          <a:custGeom>
            <a:avLst/>
            <a:gdLst>
              <a:gd name="connsiteX0" fmla="*/ 849030 w 1248838"/>
              <a:gd name="connsiteY0" fmla="*/ 0 h 1277945"/>
              <a:gd name="connsiteX1" fmla="*/ 881472 w 1248838"/>
              <a:gd name="connsiteY1" fmla="*/ 104510 h 1277945"/>
              <a:gd name="connsiteX2" fmla="*/ 1151186 w 1248838"/>
              <a:gd name="connsiteY2" fmla="*/ 432041 h 1277945"/>
              <a:gd name="connsiteX3" fmla="*/ 1248838 w 1248838"/>
              <a:gd name="connsiteY3" fmla="*/ 485045 h 1277945"/>
              <a:gd name="connsiteX4" fmla="*/ 879102 w 1248838"/>
              <a:gd name="connsiteY4" fmla="*/ 1277945 h 1277945"/>
              <a:gd name="connsiteX5" fmla="*/ 795943 w 1248838"/>
              <a:gd name="connsiteY5" fmla="*/ 1237885 h 1277945"/>
              <a:gd name="connsiteX6" fmla="*/ 21686 w 1248838"/>
              <a:gd name="connsiteY6" fmla="*/ 296029 h 1277945"/>
              <a:gd name="connsiteX7" fmla="*/ 0 w 1248838"/>
              <a:gd name="connsiteY7" fmla="*/ 211687 h 1277945"/>
              <a:gd name="connsiteX8" fmla="*/ 849030 w 1248838"/>
              <a:gd name="connsiteY8" fmla="*/ 0 h 1277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838" h="1277945">
                <a:moveTo>
                  <a:pt x="849030" y="0"/>
                </a:moveTo>
                <a:lnTo>
                  <a:pt x="881472" y="104510"/>
                </a:lnTo>
                <a:cubicBezTo>
                  <a:pt x="937978" y="238105"/>
                  <a:pt x="1032373" y="351773"/>
                  <a:pt x="1151186" y="432041"/>
                </a:cubicBezTo>
                <a:lnTo>
                  <a:pt x="1248838" y="485045"/>
                </a:lnTo>
                <a:lnTo>
                  <a:pt x="879102" y="1277945"/>
                </a:lnTo>
                <a:lnTo>
                  <a:pt x="795943" y="1237885"/>
                </a:lnTo>
                <a:cubicBezTo>
                  <a:pt x="429017" y="1038559"/>
                  <a:pt x="147790" y="701466"/>
                  <a:pt x="21686" y="296029"/>
                </a:cubicBezTo>
                <a:lnTo>
                  <a:pt x="0" y="211687"/>
                </a:lnTo>
                <a:lnTo>
                  <a:pt x="849030"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eeform 9">
            <a:extLst>
              <a:ext uri="{FF2B5EF4-FFF2-40B4-BE49-F238E27FC236}">
                <a16:creationId xmlns:a16="http://schemas.microsoft.com/office/drawing/2014/main" id="{ECE4C323-40B3-28BA-611B-5DF7DB3CC6E1}"/>
              </a:ext>
            </a:extLst>
          </p:cNvPr>
          <p:cNvSpPr/>
          <p:nvPr/>
        </p:nvSpPr>
        <p:spPr>
          <a:xfrm>
            <a:off x="9022096" y="4382982"/>
            <a:ext cx="1391870" cy="949813"/>
          </a:xfrm>
          <a:custGeom>
            <a:avLst/>
            <a:gdLst>
              <a:gd name="connsiteX0" fmla="*/ 998364 w 1395812"/>
              <a:gd name="connsiteY0" fmla="*/ 0 h 952504"/>
              <a:gd name="connsiteX1" fmla="*/ 1395812 w 1395812"/>
              <a:gd name="connsiteY1" fmla="*/ 780036 h 952504"/>
              <a:gd name="connsiteX2" fmla="*/ 1301818 w 1395812"/>
              <a:gd name="connsiteY2" fmla="*/ 825315 h 952504"/>
              <a:gd name="connsiteX3" fmla="*/ 671830 w 1395812"/>
              <a:gd name="connsiteY3" fmla="*/ 952504 h 952504"/>
              <a:gd name="connsiteX4" fmla="*/ 41842 w 1395812"/>
              <a:gd name="connsiteY4" fmla="*/ 825315 h 952504"/>
              <a:gd name="connsiteX5" fmla="*/ 0 w 1395812"/>
              <a:gd name="connsiteY5" fmla="*/ 805159 h 952504"/>
              <a:gd name="connsiteX6" fmla="*/ 369361 w 1395812"/>
              <a:gd name="connsiteY6" fmla="*/ 13061 h 952504"/>
              <a:gd name="connsiteX7" fmla="*/ 382060 w 1395812"/>
              <a:gd name="connsiteY7" fmla="*/ 19954 h 952504"/>
              <a:gd name="connsiteX8" fmla="*/ 671830 w 1395812"/>
              <a:gd name="connsiteY8" fmla="*/ 78456 h 952504"/>
              <a:gd name="connsiteX9" fmla="*/ 961600 w 1395812"/>
              <a:gd name="connsiteY9" fmla="*/ 19954 h 952504"/>
              <a:gd name="connsiteX10" fmla="*/ 998364 w 1395812"/>
              <a:gd name="connsiteY10" fmla="*/ 0 h 952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5812" h="952504">
                <a:moveTo>
                  <a:pt x="998364" y="0"/>
                </a:moveTo>
                <a:lnTo>
                  <a:pt x="1395812" y="780036"/>
                </a:lnTo>
                <a:lnTo>
                  <a:pt x="1301818" y="825315"/>
                </a:lnTo>
                <a:cubicBezTo>
                  <a:pt x="1108185" y="907215"/>
                  <a:pt x="895297" y="952504"/>
                  <a:pt x="671830" y="952504"/>
                </a:cubicBezTo>
                <a:cubicBezTo>
                  <a:pt x="448364" y="952504"/>
                  <a:pt x="235475" y="907215"/>
                  <a:pt x="41842" y="825315"/>
                </a:cubicBezTo>
                <a:lnTo>
                  <a:pt x="0" y="805159"/>
                </a:lnTo>
                <a:lnTo>
                  <a:pt x="369361" y="13061"/>
                </a:lnTo>
                <a:lnTo>
                  <a:pt x="382060" y="19954"/>
                </a:lnTo>
                <a:cubicBezTo>
                  <a:pt x="471124" y="57625"/>
                  <a:pt x="569044" y="78456"/>
                  <a:pt x="671830" y="78456"/>
                </a:cubicBezTo>
                <a:cubicBezTo>
                  <a:pt x="774616" y="78456"/>
                  <a:pt x="872536" y="57625"/>
                  <a:pt x="961600" y="19954"/>
                </a:cubicBezTo>
                <a:lnTo>
                  <a:pt x="998364"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5" name="Graphic 180">
            <a:extLst>
              <a:ext uri="{FF2B5EF4-FFF2-40B4-BE49-F238E27FC236}">
                <a16:creationId xmlns:a16="http://schemas.microsoft.com/office/drawing/2014/main" id="{BABF29E8-1552-F537-B863-7B7A8BF6DA76}"/>
              </a:ext>
            </a:extLst>
          </p:cNvPr>
          <p:cNvSpPr>
            <a:spLocks noChangeAspect="1"/>
          </p:cNvSpPr>
          <p:nvPr/>
        </p:nvSpPr>
        <p:spPr>
          <a:xfrm>
            <a:off x="8930807" y="2372365"/>
            <a:ext cx="480908" cy="480913"/>
          </a:xfrm>
          <a:custGeom>
            <a:avLst/>
            <a:gdLst>
              <a:gd name="connsiteX0" fmla="*/ 296483 w 822962"/>
              <a:gd name="connsiteY0" fmla="*/ 246901 h 822973"/>
              <a:gd name="connsiteX1" fmla="*/ 289935 w 822962"/>
              <a:gd name="connsiteY1" fmla="*/ 243115 h 822973"/>
              <a:gd name="connsiteX2" fmla="*/ 289057 w 822962"/>
              <a:gd name="connsiteY2" fmla="*/ 242559 h 822973"/>
              <a:gd name="connsiteX3" fmla="*/ 275394 w 822962"/>
              <a:gd name="connsiteY3" fmla="*/ 224143 h 822973"/>
              <a:gd name="connsiteX4" fmla="*/ 278522 w 822962"/>
              <a:gd name="connsiteY4" fmla="*/ 200470 h 822973"/>
              <a:gd name="connsiteX5" fmla="*/ 302653 w 822962"/>
              <a:gd name="connsiteY5" fmla="*/ 158673 h 822973"/>
              <a:gd name="connsiteX6" fmla="*/ 321480 w 822962"/>
              <a:gd name="connsiteY6" fmla="*/ 144326 h 822973"/>
              <a:gd name="connsiteX7" fmla="*/ 345016 w 822962"/>
              <a:gd name="connsiteY7" fmla="*/ 147380 h 822973"/>
              <a:gd name="connsiteX8" fmla="*/ 345189 w 822962"/>
              <a:gd name="connsiteY8" fmla="*/ 147473 h 822973"/>
              <a:gd name="connsiteX9" fmla="*/ 345189 w 822962"/>
              <a:gd name="connsiteY9" fmla="*/ 147454 h 822973"/>
              <a:gd name="connsiteX10" fmla="*/ 351716 w 822962"/>
              <a:gd name="connsiteY10" fmla="*/ 151222 h 822973"/>
              <a:gd name="connsiteX11" fmla="*/ 353985 w 822962"/>
              <a:gd name="connsiteY11" fmla="*/ 149887 h 822973"/>
              <a:gd name="connsiteX12" fmla="*/ 356226 w 822962"/>
              <a:gd name="connsiteY12" fmla="*/ 148616 h 822973"/>
              <a:gd name="connsiteX13" fmla="*/ 356226 w 822962"/>
              <a:gd name="connsiteY13" fmla="*/ 141043 h 822973"/>
              <a:gd name="connsiteX14" fmla="*/ 365396 w 822962"/>
              <a:gd name="connsiteY14" fmla="*/ 118942 h 822973"/>
              <a:gd name="connsiteX15" fmla="*/ 387497 w 822962"/>
              <a:gd name="connsiteY15" fmla="*/ 109771 h 822973"/>
              <a:gd name="connsiteX16" fmla="*/ 435468 w 822962"/>
              <a:gd name="connsiteY16" fmla="*/ 109771 h 822973"/>
              <a:gd name="connsiteX17" fmla="*/ 457578 w 822962"/>
              <a:gd name="connsiteY17" fmla="*/ 118942 h 822973"/>
              <a:gd name="connsiteX18" fmla="*/ 466748 w 822962"/>
              <a:gd name="connsiteY18" fmla="*/ 141043 h 822973"/>
              <a:gd name="connsiteX19" fmla="*/ 466748 w 822962"/>
              <a:gd name="connsiteY19" fmla="*/ 148642 h 822973"/>
              <a:gd name="connsiteX20" fmla="*/ 468969 w 822962"/>
              <a:gd name="connsiteY20" fmla="*/ 149895 h 822973"/>
              <a:gd name="connsiteX21" fmla="*/ 469005 w 822962"/>
              <a:gd name="connsiteY21" fmla="*/ 149913 h 822973"/>
              <a:gd name="connsiteX22" fmla="*/ 469023 w 822962"/>
              <a:gd name="connsiteY22" fmla="*/ 149895 h 822973"/>
              <a:gd name="connsiteX23" fmla="*/ 471264 w 822962"/>
              <a:gd name="connsiteY23" fmla="*/ 151220 h 822973"/>
              <a:gd name="connsiteX24" fmla="*/ 477800 w 822962"/>
              <a:gd name="connsiteY24" fmla="*/ 147443 h 822973"/>
              <a:gd name="connsiteX25" fmla="*/ 501502 w 822962"/>
              <a:gd name="connsiteY25" fmla="*/ 144323 h 822973"/>
              <a:gd name="connsiteX26" fmla="*/ 520475 w 822962"/>
              <a:gd name="connsiteY26" fmla="*/ 158861 h 822973"/>
              <a:gd name="connsiteX27" fmla="*/ 520859 w 822962"/>
              <a:gd name="connsiteY27" fmla="*/ 159584 h 822973"/>
              <a:gd name="connsiteX28" fmla="*/ 544460 w 822962"/>
              <a:gd name="connsiteY28" fmla="*/ 200467 h 822973"/>
              <a:gd name="connsiteX29" fmla="*/ 547589 w 822962"/>
              <a:gd name="connsiteY29" fmla="*/ 224131 h 822973"/>
              <a:gd name="connsiteX30" fmla="*/ 533039 w 822962"/>
              <a:gd name="connsiteY30" fmla="*/ 243103 h 822973"/>
              <a:gd name="connsiteX31" fmla="*/ 526482 w 822962"/>
              <a:gd name="connsiteY31" fmla="*/ 246898 h 822973"/>
              <a:gd name="connsiteX32" fmla="*/ 526508 w 822962"/>
              <a:gd name="connsiteY32" fmla="*/ 249523 h 822973"/>
              <a:gd name="connsiteX33" fmla="*/ 526482 w 822962"/>
              <a:gd name="connsiteY33" fmla="*/ 252139 h 822973"/>
              <a:gd name="connsiteX34" fmla="*/ 533039 w 822962"/>
              <a:gd name="connsiteY34" fmla="*/ 255917 h 822973"/>
              <a:gd name="connsiteX35" fmla="*/ 547589 w 822962"/>
              <a:gd name="connsiteY35" fmla="*/ 274889 h 822973"/>
              <a:gd name="connsiteX36" fmla="*/ 544460 w 822962"/>
              <a:gd name="connsiteY36" fmla="*/ 298553 h 822973"/>
              <a:gd name="connsiteX37" fmla="*/ 520457 w 822962"/>
              <a:gd name="connsiteY37" fmla="*/ 340138 h 822973"/>
              <a:gd name="connsiteX38" fmla="*/ 520484 w 822962"/>
              <a:gd name="connsiteY38" fmla="*/ 340138 h 822973"/>
              <a:gd name="connsiteX39" fmla="*/ 501512 w 822962"/>
              <a:gd name="connsiteY39" fmla="*/ 354688 h 822973"/>
              <a:gd name="connsiteX40" fmla="*/ 477985 w 822962"/>
              <a:gd name="connsiteY40" fmla="*/ 351643 h 822973"/>
              <a:gd name="connsiteX41" fmla="*/ 477804 w 822962"/>
              <a:gd name="connsiteY41" fmla="*/ 351551 h 822973"/>
              <a:gd name="connsiteX42" fmla="*/ 477804 w 822962"/>
              <a:gd name="connsiteY42" fmla="*/ 351569 h 822973"/>
              <a:gd name="connsiteX43" fmla="*/ 471267 w 822962"/>
              <a:gd name="connsiteY43" fmla="*/ 347800 h 822973"/>
              <a:gd name="connsiteX44" fmla="*/ 468999 w 822962"/>
              <a:gd name="connsiteY44" fmla="*/ 349146 h 822973"/>
              <a:gd name="connsiteX45" fmla="*/ 466758 w 822962"/>
              <a:gd name="connsiteY45" fmla="*/ 350408 h 822973"/>
              <a:gd name="connsiteX46" fmla="*/ 466758 w 822962"/>
              <a:gd name="connsiteY46" fmla="*/ 357980 h 822973"/>
              <a:gd name="connsiteX47" fmla="*/ 457587 w 822962"/>
              <a:gd name="connsiteY47" fmla="*/ 380091 h 822973"/>
              <a:gd name="connsiteX48" fmla="*/ 435477 w 822962"/>
              <a:gd name="connsiteY48" fmla="*/ 389261 h 822973"/>
              <a:gd name="connsiteX49" fmla="*/ 387507 w 822962"/>
              <a:gd name="connsiteY49" fmla="*/ 389261 h 822973"/>
              <a:gd name="connsiteX50" fmla="*/ 365405 w 822962"/>
              <a:gd name="connsiteY50" fmla="*/ 380091 h 822973"/>
              <a:gd name="connsiteX51" fmla="*/ 356235 w 822962"/>
              <a:gd name="connsiteY51" fmla="*/ 357980 h 822973"/>
              <a:gd name="connsiteX52" fmla="*/ 356235 w 822962"/>
              <a:gd name="connsiteY52" fmla="*/ 350390 h 822973"/>
              <a:gd name="connsiteX53" fmla="*/ 354023 w 822962"/>
              <a:gd name="connsiteY53" fmla="*/ 349137 h 822973"/>
              <a:gd name="connsiteX54" fmla="*/ 353988 w 822962"/>
              <a:gd name="connsiteY54" fmla="*/ 349119 h 822973"/>
              <a:gd name="connsiteX55" fmla="*/ 353969 w 822962"/>
              <a:gd name="connsiteY55" fmla="*/ 349137 h 822973"/>
              <a:gd name="connsiteX56" fmla="*/ 351728 w 822962"/>
              <a:gd name="connsiteY56" fmla="*/ 347812 h 822973"/>
              <a:gd name="connsiteX57" fmla="*/ 345201 w 822962"/>
              <a:gd name="connsiteY57" fmla="*/ 351572 h 822973"/>
              <a:gd name="connsiteX58" fmla="*/ 344269 w 822962"/>
              <a:gd name="connsiteY58" fmla="*/ 352066 h 822973"/>
              <a:gd name="connsiteX59" fmla="*/ 321484 w 822962"/>
              <a:gd name="connsiteY59" fmla="*/ 354700 h 822973"/>
              <a:gd name="connsiteX60" fmla="*/ 302511 w 822962"/>
              <a:gd name="connsiteY60" fmla="*/ 340163 h 822973"/>
              <a:gd name="connsiteX61" fmla="*/ 302137 w 822962"/>
              <a:gd name="connsiteY61" fmla="*/ 339448 h 822973"/>
              <a:gd name="connsiteX62" fmla="*/ 278527 w 822962"/>
              <a:gd name="connsiteY62" fmla="*/ 298565 h 822973"/>
              <a:gd name="connsiteX63" fmla="*/ 275398 w 822962"/>
              <a:gd name="connsiteY63" fmla="*/ 274901 h 822973"/>
              <a:gd name="connsiteX64" fmla="*/ 289935 w 822962"/>
              <a:gd name="connsiteY64" fmla="*/ 255929 h 822973"/>
              <a:gd name="connsiteX65" fmla="*/ 296493 w 822962"/>
              <a:gd name="connsiteY65" fmla="*/ 252143 h 822973"/>
              <a:gd name="connsiteX66" fmla="*/ 296467 w 822962"/>
              <a:gd name="connsiteY66" fmla="*/ 249517 h 822973"/>
              <a:gd name="connsiteX67" fmla="*/ 296484 w 822962"/>
              <a:gd name="connsiteY67" fmla="*/ 246901 h 822973"/>
              <a:gd name="connsiteX68" fmla="*/ 118069 w 822962"/>
              <a:gd name="connsiteY68" fmla="*/ 116203 h 822973"/>
              <a:gd name="connsiteX69" fmla="*/ 117759 w 822962"/>
              <a:gd name="connsiteY69" fmla="*/ 116751 h 822973"/>
              <a:gd name="connsiteX70" fmla="*/ 117694 w 822962"/>
              <a:gd name="connsiteY70" fmla="*/ 116861 h 822973"/>
              <a:gd name="connsiteX71" fmla="*/ 116158 w 822962"/>
              <a:gd name="connsiteY71" fmla="*/ 129544 h 822973"/>
              <a:gd name="connsiteX72" fmla="*/ 124185 w 822962"/>
              <a:gd name="connsiteY72" fmla="*/ 140317 h 822973"/>
              <a:gd name="connsiteX73" fmla="*/ 124203 w 822962"/>
              <a:gd name="connsiteY73" fmla="*/ 140317 h 822973"/>
              <a:gd name="connsiteX74" fmla="*/ 137526 w 822962"/>
              <a:gd name="connsiteY74" fmla="*/ 142228 h 822973"/>
              <a:gd name="connsiteX75" fmla="*/ 148299 w 822962"/>
              <a:gd name="connsiteY75" fmla="*/ 134200 h 822973"/>
              <a:gd name="connsiteX76" fmla="*/ 148299 w 822962"/>
              <a:gd name="connsiteY76" fmla="*/ 134183 h 822973"/>
              <a:gd name="connsiteX77" fmla="*/ 150209 w 822962"/>
              <a:gd name="connsiteY77" fmla="*/ 120860 h 822973"/>
              <a:gd name="connsiteX78" fmla="*/ 142181 w 822962"/>
              <a:gd name="connsiteY78" fmla="*/ 110079 h 822973"/>
              <a:gd name="connsiteX79" fmla="*/ 141634 w 822962"/>
              <a:gd name="connsiteY79" fmla="*/ 109769 h 822973"/>
              <a:gd name="connsiteX80" fmla="*/ 141634 w 822962"/>
              <a:gd name="connsiteY80" fmla="*/ 109787 h 822973"/>
              <a:gd name="connsiteX81" fmla="*/ 141524 w 822962"/>
              <a:gd name="connsiteY81" fmla="*/ 109712 h 822973"/>
              <a:gd name="connsiteX82" fmla="*/ 128840 w 822962"/>
              <a:gd name="connsiteY82" fmla="*/ 108177 h 822973"/>
              <a:gd name="connsiteX83" fmla="*/ 118068 w 822962"/>
              <a:gd name="connsiteY83" fmla="*/ 116205 h 822973"/>
              <a:gd name="connsiteX84" fmla="*/ 91241 w 822962"/>
              <a:gd name="connsiteY84" fmla="*/ 135762 h 822973"/>
              <a:gd name="connsiteX85" fmla="*/ 95429 w 822962"/>
              <a:gd name="connsiteY85" fmla="*/ 104124 h 822973"/>
              <a:gd name="connsiteX86" fmla="*/ 96361 w 822962"/>
              <a:gd name="connsiteY86" fmla="*/ 102487 h 822973"/>
              <a:gd name="connsiteX87" fmla="*/ 96387 w 822962"/>
              <a:gd name="connsiteY87" fmla="*/ 102505 h 822973"/>
              <a:gd name="connsiteX88" fmla="*/ 122611 w 822962"/>
              <a:gd name="connsiteY88" fmla="*/ 83255 h 822973"/>
              <a:gd name="connsiteX89" fmla="*/ 154240 w 822962"/>
              <a:gd name="connsiteY89" fmla="*/ 87452 h 822973"/>
              <a:gd name="connsiteX90" fmla="*/ 155886 w 822962"/>
              <a:gd name="connsiteY90" fmla="*/ 88375 h 822973"/>
              <a:gd name="connsiteX91" fmla="*/ 155868 w 822962"/>
              <a:gd name="connsiteY91" fmla="*/ 88402 h 822973"/>
              <a:gd name="connsiteX92" fmla="*/ 175106 w 822962"/>
              <a:gd name="connsiteY92" fmla="*/ 114616 h 822973"/>
              <a:gd name="connsiteX93" fmla="*/ 170287 w 822962"/>
              <a:gd name="connsiteY93" fmla="*/ 147343 h 822973"/>
              <a:gd name="connsiteX94" fmla="*/ 143733 w 822962"/>
              <a:gd name="connsiteY94" fmla="*/ 167122 h 822973"/>
              <a:gd name="connsiteX95" fmla="*/ 111014 w 822962"/>
              <a:gd name="connsiteY95" fmla="*/ 162294 h 822973"/>
              <a:gd name="connsiteX96" fmla="*/ 91226 w 822962"/>
              <a:gd name="connsiteY96" fmla="*/ 135749 h 822973"/>
              <a:gd name="connsiteX97" fmla="*/ 110068 w 822962"/>
              <a:gd name="connsiteY97" fmla="*/ 679785 h 822973"/>
              <a:gd name="connsiteX98" fmla="*/ 109758 w 822962"/>
              <a:gd name="connsiteY98" fmla="*/ 680332 h 822973"/>
              <a:gd name="connsiteX99" fmla="*/ 109776 w 822962"/>
              <a:gd name="connsiteY99" fmla="*/ 680332 h 822973"/>
              <a:gd name="connsiteX100" fmla="*/ 109702 w 822962"/>
              <a:gd name="connsiteY100" fmla="*/ 680442 h 822973"/>
              <a:gd name="connsiteX101" fmla="*/ 108166 w 822962"/>
              <a:gd name="connsiteY101" fmla="*/ 693126 h 822973"/>
              <a:gd name="connsiteX102" fmla="*/ 116202 w 822962"/>
              <a:gd name="connsiteY102" fmla="*/ 703898 h 822973"/>
              <a:gd name="connsiteX103" fmla="*/ 129525 w 822962"/>
              <a:gd name="connsiteY103" fmla="*/ 705809 h 822973"/>
              <a:gd name="connsiteX104" fmla="*/ 140298 w 822962"/>
              <a:gd name="connsiteY104" fmla="*/ 697781 h 822973"/>
              <a:gd name="connsiteX105" fmla="*/ 140298 w 822962"/>
              <a:gd name="connsiteY105" fmla="*/ 697764 h 822973"/>
              <a:gd name="connsiteX106" fmla="*/ 142209 w 822962"/>
              <a:gd name="connsiteY106" fmla="*/ 684441 h 822973"/>
              <a:gd name="connsiteX107" fmla="*/ 134181 w 822962"/>
              <a:gd name="connsiteY107" fmla="*/ 673660 h 822973"/>
              <a:gd name="connsiteX108" fmla="*/ 133633 w 822962"/>
              <a:gd name="connsiteY108" fmla="*/ 673350 h 822973"/>
              <a:gd name="connsiteX109" fmla="*/ 133633 w 822962"/>
              <a:gd name="connsiteY109" fmla="*/ 673368 h 822973"/>
              <a:gd name="connsiteX110" fmla="*/ 133523 w 822962"/>
              <a:gd name="connsiteY110" fmla="*/ 673294 h 822973"/>
              <a:gd name="connsiteX111" fmla="*/ 120848 w 822962"/>
              <a:gd name="connsiteY111" fmla="*/ 671758 h 822973"/>
              <a:gd name="connsiteX112" fmla="*/ 110068 w 822962"/>
              <a:gd name="connsiteY112" fmla="*/ 679786 h 822973"/>
              <a:gd name="connsiteX113" fmla="*/ 83249 w 822962"/>
              <a:gd name="connsiteY113" fmla="*/ 699344 h 822973"/>
              <a:gd name="connsiteX114" fmla="*/ 87437 w 822962"/>
              <a:gd name="connsiteY114" fmla="*/ 667705 h 822973"/>
              <a:gd name="connsiteX115" fmla="*/ 88369 w 822962"/>
              <a:gd name="connsiteY115" fmla="*/ 666077 h 822973"/>
              <a:gd name="connsiteX116" fmla="*/ 88396 w 822962"/>
              <a:gd name="connsiteY116" fmla="*/ 666077 h 822973"/>
              <a:gd name="connsiteX117" fmla="*/ 114619 w 822962"/>
              <a:gd name="connsiteY117" fmla="*/ 646839 h 822973"/>
              <a:gd name="connsiteX118" fmla="*/ 146257 w 822962"/>
              <a:gd name="connsiteY118" fmla="*/ 651036 h 822973"/>
              <a:gd name="connsiteX119" fmla="*/ 147894 w 822962"/>
              <a:gd name="connsiteY119" fmla="*/ 651959 h 822973"/>
              <a:gd name="connsiteX120" fmla="*/ 147877 w 822962"/>
              <a:gd name="connsiteY120" fmla="*/ 651986 h 822973"/>
              <a:gd name="connsiteX121" fmla="*/ 167126 w 822962"/>
              <a:gd name="connsiteY121" fmla="*/ 678209 h 822973"/>
              <a:gd name="connsiteX122" fmla="*/ 162307 w 822962"/>
              <a:gd name="connsiteY122" fmla="*/ 710928 h 822973"/>
              <a:gd name="connsiteX123" fmla="*/ 135762 w 822962"/>
              <a:gd name="connsiteY123" fmla="*/ 730710 h 822973"/>
              <a:gd name="connsiteX124" fmla="*/ 103035 w 822962"/>
              <a:gd name="connsiteY124" fmla="*/ 725887 h 822973"/>
              <a:gd name="connsiteX125" fmla="*/ 83247 w 822962"/>
              <a:gd name="connsiteY125" fmla="*/ 699344 h 822973"/>
              <a:gd name="connsiteX126" fmla="*/ 673883 w 822962"/>
              <a:gd name="connsiteY126" fmla="*/ 687997 h 822973"/>
              <a:gd name="connsiteX127" fmla="*/ 673517 w 822962"/>
              <a:gd name="connsiteY127" fmla="*/ 688544 h 822973"/>
              <a:gd name="connsiteX128" fmla="*/ 673591 w 822962"/>
              <a:gd name="connsiteY128" fmla="*/ 688544 h 822973"/>
              <a:gd name="connsiteX129" fmla="*/ 673517 w 822962"/>
              <a:gd name="connsiteY129" fmla="*/ 688654 h 822973"/>
              <a:gd name="connsiteX130" fmla="*/ 671915 w 822962"/>
              <a:gd name="connsiteY130" fmla="*/ 701338 h 822973"/>
              <a:gd name="connsiteX131" fmla="*/ 679982 w 822962"/>
              <a:gd name="connsiteY131" fmla="*/ 712110 h 822973"/>
              <a:gd name="connsiteX132" fmla="*/ 693278 w 822962"/>
              <a:gd name="connsiteY132" fmla="*/ 714021 h 822973"/>
              <a:gd name="connsiteX133" fmla="*/ 704104 w 822962"/>
              <a:gd name="connsiteY133" fmla="*/ 705993 h 822973"/>
              <a:gd name="connsiteX134" fmla="*/ 705997 w 822962"/>
              <a:gd name="connsiteY134" fmla="*/ 692662 h 822973"/>
              <a:gd name="connsiteX135" fmla="*/ 698005 w 822962"/>
              <a:gd name="connsiteY135" fmla="*/ 681881 h 822973"/>
              <a:gd name="connsiteX136" fmla="*/ 697428 w 822962"/>
              <a:gd name="connsiteY136" fmla="*/ 681571 h 822973"/>
              <a:gd name="connsiteX137" fmla="*/ 697428 w 822962"/>
              <a:gd name="connsiteY137" fmla="*/ 681589 h 822973"/>
              <a:gd name="connsiteX138" fmla="*/ 697353 w 822962"/>
              <a:gd name="connsiteY138" fmla="*/ 681515 h 822973"/>
              <a:gd name="connsiteX139" fmla="*/ 684643 w 822962"/>
              <a:gd name="connsiteY139" fmla="*/ 679988 h 822973"/>
              <a:gd name="connsiteX140" fmla="*/ 673889 w 822962"/>
              <a:gd name="connsiteY140" fmla="*/ 688016 h 822973"/>
              <a:gd name="connsiteX141" fmla="*/ 647007 w 822962"/>
              <a:gd name="connsiteY141" fmla="*/ 707556 h 822973"/>
              <a:gd name="connsiteX142" fmla="*/ 651222 w 822962"/>
              <a:gd name="connsiteY142" fmla="*/ 675926 h 822973"/>
              <a:gd name="connsiteX143" fmla="*/ 652163 w 822962"/>
              <a:gd name="connsiteY143" fmla="*/ 674290 h 822973"/>
              <a:gd name="connsiteX144" fmla="*/ 678377 w 822962"/>
              <a:gd name="connsiteY144" fmla="*/ 655061 h 822973"/>
              <a:gd name="connsiteX145" fmla="*/ 710042 w 822962"/>
              <a:gd name="connsiteY145" fmla="*/ 659258 h 822973"/>
              <a:gd name="connsiteX146" fmla="*/ 711643 w 822962"/>
              <a:gd name="connsiteY146" fmla="*/ 660190 h 822973"/>
              <a:gd name="connsiteX147" fmla="*/ 711643 w 822962"/>
              <a:gd name="connsiteY147" fmla="*/ 660208 h 822973"/>
              <a:gd name="connsiteX148" fmla="*/ 730892 w 822962"/>
              <a:gd name="connsiteY148" fmla="*/ 686431 h 822973"/>
              <a:gd name="connsiteX149" fmla="*/ 726099 w 822962"/>
              <a:gd name="connsiteY149" fmla="*/ 719151 h 822973"/>
              <a:gd name="connsiteX150" fmla="*/ 699520 w 822962"/>
              <a:gd name="connsiteY150" fmla="*/ 738940 h 822973"/>
              <a:gd name="connsiteX151" fmla="*/ 666840 w 822962"/>
              <a:gd name="connsiteY151" fmla="*/ 734132 h 822973"/>
              <a:gd name="connsiteX152" fmla="*/ 666840 w 822962"/>
              <a:gd name="connsiteY152" fmla="*/ 734109 h 822973"/>
              <a:gd name="connsiteX153" fmla="*/ 647007 w 822962"/>
              <a:gd name="connsiteY153" fmla="*/ 707566 h 822973"/>
              <a:gd name="connsiteX154" fmla="*/ 681875 w 822962"/>
              <a:gd name="connsiteY154" fmla="*/ 123993 h 822973"/>
              <a:gd name="connsiteX155" fmla="*/ 681509 w 822962"/>
              <a:gd name="connsiteY155" fmla="*/ 124532 h 822973"/>
              <a:gd name="connsiteX156" fmla="*/ 681583 w 822962"/>
              <a:gd name="connsiteY156" fmla="*/ 124532 h 822973"/>
              <a:gd name="connsiteX157" fmla="*/ 681509 w 822962"/>
              <a:gd name="connsiteY157" fmla="*/ 124651 h 822973"/>
              <a:gd name="connsiteX158" fmla="*/ 679982 w 822962"/>
              <a:gd name="connsiteY158" fmla="*/ 137325 h 822973"/>
              <a:gd name="connsiteX159" fmla="*/ 687974 w 822962"/>
              <a:gd name="connsiteY159" fmla="*/ 148106 h 822973"/>
              <a:gd name="connsiteX160" fmla="*/ 701342 w 822962"/>
              <a:gd name="connsiteY160" fmla="*/ 150017 h 822973"/>
              <a:gd name="connsiteX161" fmla="*/ 712096 w 822962"/>
              <a:gd name="connsiteY161" fmla="*/ 141989 h 822973"/>
              <a:gd name="connsiteX162" fmla="*/ 713988 w 822962"/>
              <a:gd name="connsiteY162" fmla="*/ 128657 h 822973"/>
              <a:gd name="connsiteX163" fmla="*/ 705997 w 822962"/>
              <a:gd name="connsiteY163" fmla="*/ 117877 h 822973"/>
              <a:gd name="connsiteX164" fmla="*/ 705411 w 822962"/>
              <a:gd name="connsiteY164" fmla="*/ 117567 h 822973"/>
              <a:gd name="connsiteX165" fmla="*/ 705336 w 822962"/>
              <a:gd name="connsiteY165" fmla="*/ 117514 h 822973"/>
              <a:gd name="connsiteX166" fmla="*/ 692626 w 822962"/>
              <a:gd name="connsiteY166" fmla="*/ 115968 h 822973"/>
              <a:gd name="connsiteX167" fmla="*/ 681872 w 822962"/>
              <a:gd name="connsiteY167" fmla="*/ 124005 h 822973"/>
              <a:gd name="connsiteX168" fmla="*/ 654999 w 822962"/>
              <a:gd name="connsiteY168" fmla="*/ 143552 h 822973"/>
              <a:gd name="connsiteX169" fmla="*/ 659214 w 822962"/>
              <a:gd name="connsiteY169" fmla="*/ 111914 h 822973"/>
              <a:gd name="connsiteX170" fmla="*/ 660155 w 822962"/>
              <a:gd name="connsiteY170" fmla="*/ 110285 h 822973"/>
              <a:gd name="connsiteX171" fmla="*/ 686369 w 822962"/>
              <a:gd name="connsiteY171" fmla="*/ 91048 h 822973"/>
              <a:gd name="connsiteX172" fmla="*/ 718037 w 822962"/>
              <a:gd name="connsiteY172" fmla="*/ 95236 h 822973"/>
              <a:gd name="connsiteX173" fmla="*/ 719637 w 822962"/>
              <a:gd name="connsiteY173" fmla="*/ 96168 h 822973"/>
              <a:gd name="connsiteX174" fmla="*/ 719637 w 822962"/>
              <a:gd name="connsiteY174" fmla="*/ 96195 h 822973"/>
              <a:gd name="connsiteX175" fmla="*/ 738885 w 822962"/>
              <a:gd name="connsiteY175" fmla="*/ 122409 h 822973"/>
              <a:gd name="connsiteX176" fmla="*/ 734092 w 822962"/>
              <a:gd name="connsiteY176" fmla="*/ 155128 h 822973"/>
              <a:gd name="connsiteX177" fmla="*/ 734092 w 822962"/>
              <a:gd name="connsiteY177" fmla="*/ 155146 h 822973"/>
              <a:gd name="connsiteX178" fmla="*/ 707511 w 822962"/>
              <a:gd name="connsiteY178" fmla="*/ 174925 h 822973"/>
              <a:gd name="connsiteX179" fmla="*/ 674823 w 822962"/>
              <a:gd name="connsiteY179" fmla="*/ 170106 h 822973"/>
              <a:gd name="connsiteX180" fmla="*/ 654991 w 822962"/>
              <a:gd name="connsiteY180" fmla="*/ 143551 h 822973"/>
              <a:gd name="connsiteX181" fmla="*/ 248594 w 822962"/>
              <a:gd name="connsiteY181" fmla="*/ 719014 h 822973"/>
              <a:gd name="connsiteX182" fmla="*/ 180442 w 822962"/>
              <a:gd name="connsiteY182" fmla="*/ 725361 h 822973"/>
              <a:gd name="connsiteX183" fmla="*/ 168839 w 822962"/>
              <a:gd name="connsiteY183" fmla="*/ 739283 h 822973"/>
              <a:gd name="connsiteX184" fmla="*/ 169890 w 822962"/>
              <a:gd name="connsiteY184" fmla="*/ 743344 h 822973"/>
              <a:gd name="connsiteX185" fmla="*/ 197375 w 822962"/>
              <a:gd name="connsiteY185" fmla="*/ 804960 h 822973"/>
              <a:gd name="connsiteX186" fmla="*/ 214309 w 822962"/>
              <a:gd name="connsiteY186" fmla="*/ 811444 h 822973"/>
              <a:gd name="connsiteX187" fmla="*/ 220783 w 822962"/>
              <a:gd name="connsiteY187" fmla="*/ 794505 h 822973"/>
              <a:gd name="connsiteX188" fmla="*/ 210195 w 822962"/>
              <a:gd name="connsiteY188" fmla="*/ 770769 h 822973"/>
              <a:gd name="connsiteX189" fmla="*/ 418175 w 822962"/>
              <a:gd name="connsiteY189" fmla="*/ 822897 h 822973"/>
              <a:gd name="connsiteX190" fmla="*/ 635048 w 822962"/>
              <a:gd name="connsiteY190" fmla="*/ 756451 h 822973"/>
              <a:gd name="connsiteX191" fmla="*/ 638826 w 822962"/>
              <a:gd name="connsiteY191" fmla="*/ 738719 h 822973"/>
              <a:gd name="connsiteX192" fmla="*/ 621085 w 822962"/>
              <a:gd name="connsiteY192" fmla="*/ 734947 h 822973"/>
              <a:gd name="connsiteX193" fmla="*/ 417784 w 822962"/>
              <a:gd name="connsiteY193" fmla="*/ 797286 h 822973"/>
              <a:gd name="connsiteX194" fmla="*/ 220830 w 822962"/>
              <a:gd name="connsiteY194" fmla="*/ 747345 h 822973"/>
              <a:gd name="connsiteX195" fmla="*/ 250896 w 822962"/>
              <a:gd name="connsiteY195" fmla="*/ 744541 h 822973"/>
              <a:gd name="connsiteX196" fmla="*/ 262499 w 822962"/>
              <a:gd name="connsiteY196" fmla="*/ 730627 h 822973"/>
              <a:gd name="connsiteX197" fmla="*/ 248580 w 822962"/>
              <a:gd name="connsiteY197" fmla="*/ 719021 h 822973"/>
              <a:gd name="connsiteX198" fmla="*/ 602650 w 822962"/>
              <a:gd name="connsiteY198" fmla="*/ 28223 h 822973"/>
              <a:gd name="connsiteX199" fmla="*/ 613404 w 822962"/>
              <a:gd name="connsiteY199" fmla="*/ 53471 h 822973"/>
              <a:gd name="connsiteX200" fmla="*/ 403457 w 822962"/>
              <a:gd name="connsiteY200" fmla="*/ 71 h 822973"/>
              <a:gd name="connsiteX201" fmla="*/ 186790 w 822962"/>
              <a:gd name="connsiteY201" fmla="*/ 66201 h 822973"/>
              <a:gd name="connsiteX202" fmla="*/ 183022 w 822962"/>
              <a:gd name="connsiteY202" fmla="*/ 83942 h 822973"/>
              <a:gd name="connsiteX203" fmla="*/ 200762 w 822962"/>
              <a:gd name="connsiteY203" fmla="*/ 87710 h 822973"/>
              <a:gd name="connsiteX204" fmla="*/ 403858 w 822962"/>
              <a:gd name="connsiteY204" fmla="*/ 25696 h 822973"/>
              <a:gd name="connsiteX205" fmla="*/ 601666 w 822962"/>
              <a:gd name="connsiteY205" fmla="*/ 76289 h 822973"/>
              <a:gd name="connsiteX206" fmla="*/ 573037 w 822962"/>
              <a:gd name="connsiteY206" fmla="*/ 78465 h 822973"/>
              <a:gd name="connsiteX207" fmla="*/ 561188 w 822962"/>
              <a:gd name="connsiteY207" fmla="*/ 92226 h 822973"/>
              <a:gd name="connsiteX208" fmla="*/ 574949 w 822962"/>
              <a:gd name="connsiteY208" fmla="*/ 104076 h 822973"/>
              <a:gd name="connsiteX209" fmla="*/ 642213 w 822962"/>
              <a:gd name="connsiteY209" fmla="*/ 98983 h 822973"/>
              <a:gd name="connsiteX210" fmla="*/ 642213 w 822962"/>
              <a:gd name="connsiteY210" fmla="*/ 98965 h 822973"/>
              <a:gd name="connsiteX211" fmla="*/ 642358 w 822962"/>
              <a:gd name="connsiteY211" fmla="*/ 98947 h 822973"/>
              <a:gd name="connsiteX212" fmla="*/ 646282 w 822962"/>
              <a:gd name="connsiteY212" fmla="*/ 97968 h 822973"/>
              <a:gd name="connsiteX213" fmla="*/ 653038 w 822962"/>
              <a:gd name="connsiteY213" fmla="*/ 81144 h 822973"/>
              <a:gd name="connsiteX214" fmla="*/ 626264 w 822962"/>
              <a:gd name="connsiteY214" fmla="*/ 18169 h 822973"/>
              <a:gd name="connsiteX215" fmla="*/ 609428 w 822962"/>
              <a:gd name="connsiteY215" fmla="*/ 11394 h 822973"/>
              <a:gd name="connsiteX216" fmla="*/ 602644 w 822962"/>
              <a:gd name="connsiteY216" fmla="*/ 28218 h 822973"/>
              <a:gd name="connsiteX217" fmla="*/ 28223 w 822962"/>
              <a:gd name="connsiteY217" fmla="*/ 219295 h 822973"/>
              <a:gd name="connsiteX218" fmla="*/ 53471 w 822962"/>
              <a:gd name="connsiteY218" fmla="*/ 208541 h 822973"/>
              <a:gd name="connsiteX219" fmla="*/ 59 w 822962"/>
              <a:gd name="connsiteY219" fmla="*/ 417893 h 822973"/>
              <a:gd name="connsiteX220" fmla="*/ 65493 w 822962"/>
              <a:gd name="connsiteY220" fmla="*/ 634103 h 822973"/>
              <a:gd name="connsiteX221" fmla="*/ 83233 w 822962"/>
              <a:gd name="connsiteY221" fmla="*/ 637969 h 822973"/>
              <a:gd name="connsiteX222" fmla="*/ 87099 w 822962"/>
              <a:gd name="connsiteY222" fmla="*/ 620229 h 822973"/>
              <a:gd name="connsiteX223" fmla="*/ 25687 w 822962"/>
              <a:gd name="connsiteY223" fmla="*/ 417491 h 822973"/>
              <a:gd name="connsiteX224" fmla="*/ 76288 w 822962"/>
              <a:gd name="connsiteY224" fmla="*/ 220286 h 822973"/>
              <a:gd name="connsiteX225" fmla="*/ 78464 w 822962"/>
              <a:gd name="connsiteY225" fmla="*/ 248905 h 822973"/>
              <a:gd name="connsiteX226" fmla="*/ 92225 w 822962"/>
              <a:gd name="connsiteY226" fmla="*/ 260755 h 822973"/>
              <a:gd name="connsiteX227" fmla="*/ 104075 w 822962"/>
              <a:gd name="connsiteY227" fmla="*/ 246994 h 822973"/>
              <a:gd name="connsiteX228" fmla="*/ 98982 w 822962"/>
              <a:gd name="connsiteY228" fmla="*/ 179721 h 822973"/>
              <a:gd name="connsiteX229" fmla="*/ 98964 w 822962"/>
              <a:gd name="connsiteY229" fmla="*/ 179721 h 822973"/>
              <a:gd name="connsiteX230" fmla="*/ 98964 w 822962"/>
              <a:gd name="connsiteY230" fmla="*/ 179593 h 822973"/>
              <a:gd name="connsiteX231" fmla="*/ 98964 w 822962"/>
              <a:gd name="connsiteY231" fmla="*/ 179585 h 822973"/>
              <a:gd name="connsiteX232" fmla="*/ 97976 w 822962"/>
              <a:gd name="connsiteY232" fmla="*/ 175661 h 822973"/>
              <a:gd name="connsiteX233" fmla="*/ 81153 w 822962"/>
              <a:gd name="connsiteY233" fmla="*/ 168878 h 822973"/>
              <a:gd name="connsiteX234" fmla="*/ 18177 w 822962"/>
              <a:gd name="connsiteY234" fmla="*/ 195688 h 822973"/>
              <a:gd name="connsiteX235" fmla="*/ 11394 w 822962"/>
              <a:gd name="connsiteY235" fmla="*/ 212524 h 822973"/>
              <a:gd name="connsiteX236" fmla="*/ 28217 w 822962"/>
              <a:gd name="connsiteY236" fmla="*/ 219298 h 822973"/>
              <a:gd name="connsiteX237" fmla="*/ 718989 w 822962"/>
              <a:gd name="connsiteY237" fmla="*/ 573366 h 822973"/>
              <a:gd name="connsiteX238" fmla="*/ 725314 w 822962"/>
              <a:gd name="connsiteY238" fmla="*/ 641508 h 822973"/>
              <a:gd name="connsiteX239" fmla="*/ 739259 w 822962"/>
              <a:gd name="connsiteY239" fmla="*/ 653102 h 822973"/>
              <a:gd name="connsiteX240" fmla="*/ 743328 w 822962"/>
              <a:gd name="connsiteY240" fmla="*/ 652052 h 822973"/>
              <a:gd name="connsiteX241" fmla="*/ 804920 w 822962"/>
              <a:gd name="connsiteY241" fmla="*/ 624566 h 822973"/>
              <a:gd name="connsiteX242" fmla="*/ 811382 w 822962"/>
              <a:gd name="connsiteY242" fmla="*/ 607632 h 822973"/>
              <a:gd name="connsiteX243" fmla="*/ 794458 w 822962"/>
              <a:gd name="connsiteY243" fmla="*/ 601149 h 822973"/>
              <a:gd name="connsiteX244" fmla="*/ 771141 w 822962"/>
              <a:gd name="connsiteY244" fmla="*/ 611547 h 822973"/>
              <a:gd name="connsiteX245" fmla="*/ 822858 w 822962"/>
              <a:gd name="connsiteY245" fmla="*/ 403094 h 822973"/>
              <a:gd name="connsiteX246" fmla="*/ 755169 w 822962"/>
              <a:gd name="connsiteY246" fmla="*/ 185459 h 822973"/>
              <a:gd name="connsiteX247" fmla="*/ 737445 w 822962"/>
              <a:gd name="connsiteY247" fmla="*/ 181792 h 822973"/>
              <a:gd name="connsiteX248" fmla="*/ 733810 w 822962"/>
              <a:gd name="connsiteY248" fmla="*/ 199524 h 822973"/>
              <a:gd name="connsiteX249" fmla="*/ 797300 w 822962"/>
              <a:gd name="connsiteY249" fmla="*/ 403588 h 822973"/>
              <a:gd name="connsiteX250" fmla="*/ 747328 w 822962"/>
              <a:gd name="connsiteY250" fmla="*/ 601609 h 822973"/>
              <a:gd name="connsiteX251" fmla="*/ 744494 w 822962"/>
              <a:gd name="connsiteY251" fmla="*/ 571039 h 822973"/>
              <a:gd name="connsiteX252" fmla="*/ 730625 w 822962"/>
              <a:gd name="connsiteY252" fmla="*/ 559446 h 822973"/>
              <a:gd name="connsiteX253" fmla="*/ 718997 w 822962"/>
              <a:gd name="connsiteY253" fmla="*/ 573364 h 822973"/>
              <a:gd name="connsiteX254" fmla="*/ 579150 w 822962"/>
              <a:gd name="connsiteY254" fmla="*/ 481415 h 822973"/>
              <a:gd name="connsiteX255" fmla="*/ 558073 w 822962"/>
              <a:gd name="connsiteY255" fmla="*/ 472682 h 822973"/>
              <a:gd name="connsiteX256" fmla="*/ 536996 w 822962"/>
              <a:gd name="connsiteY256" fmla="*/ 481415 h 822973"/>
              <a:gd name="connsiteX257" fmla="*/ 528262 w 822962"/>
              <a:gd name="connsiteY257" fmla="*/ 502492 h 822973"/>
              <a:gd name="connsiteX258" fmla="*/ 536996 w 822962"/>
              <a:gd name="connsiteY258" fmla="*/ 523569 h 822973"/>
              <a:gd name="connsiteX259" fmla="*/ 558073 w 822962"/>
              <a:gd name="connsiteY259" fmla="*/ 532293 h 822973"/>
              <a:gd name="connsiteX260" fmla="*/ 579150 w 822962"/>
              <a:gd name="connsiteY260" fmla="*/ 523569 h 822973"/>
              <a:gd name="connsiteX261" fmla="*/ 587883 w 822962"/>
              <a:gd name="connsiteY261" fmla="*/ 502492 h 822973"/>
              <a:gd name="connsiteX262" fmla="*/ 579150 w 822962"/>
              <a:gd name="connsiteY262" fmla="*/ 481415 h 822973"/>
              <a:gd name="connsiteX263" fmla="*/ 558073 w 822962"/>
              <a:gd name="connsiteY263" fmla="*/ 446961 h 822973"/>
              <a:gd name="connsiteX264" fmla="*/ 597336 w 822962"/>
              <a:gd name="connsiteY264" fmla="*/ 463229 h 822973"/>
              <a:gd name="connsiteX265" fmla="*/ 613603 w 822962"/>
              <a:gd name="connsiteY265" fmla="*/ 502492 h 822973"/>
              <a:gd name="connsiteX266" fmla="*/ 597336 w 822962"/>
              <a:gd name="connsiteY266" fmla="*/ 541747 h 822973"/>
              <a:gd name="connsiteX267" fmla="*/ 558073 w 822962"/>
              <a:gd name="connsiteY267" fmla="*/ 558015 h 822973"/>
              <a:gd name="connsiteX268" fmla="*/ 518809 w 822962"/>
              <a:gd name="connsiteY268" fmla="*/ 541747 h 822973"/>
              <a:gd name="connsiteX269" fmla="*/ 502542 w 822962"/>
              <a:gd name="connsiteY269" fmla="*/ 502492 h 822973"/>
              <a:gd name="connsiteX270" fmla="*/ 518809 w 822962"/>
              <a:gd name="connsiteY270" fmla="*/ 463229 h 822973"/>
              <a:gd name="connsiteX271" fmla="*/ 558073 w 822962"/>
              <a:gd name="connsiteY271" fmla="*/ 446961 h 822973"/>
              <a:gd name="connsiteX272" fmla="*/ 286000 w 822962"/>
              <a:gd name="connsiteY272" fmla="*/ 481415 h 822973"/>
              <a:gd name="connsiteX273" fmla="*/ 264924 w 822962"/>
              <a:gd name="connsiteY273" fmla="*/ 472682 h 822973"/>
              <a:gd name="connsiteX274" fmla="*/ 243847 w 822962"/>
              <a:gd name="connsiteY274" fmla="*/ 481415 h 822973"/>
              <a:gd name="connsiteX275" fmla="*/ 235113 w 822962"/>
              <a:gd name="connsiteY275" fmla="*/ 502492 h 822973"/>
              <a:gd name="connsiteX276" fmla="*/ 243847 w 822962"/>
              <a:gd name="connsiteY276" fmla="*/ 523569 h 822973"/>
              <a:gd name="connsiteX277" fmla="*/ 264924 w 822962"/>
              <a:gd name="connsiteY277" fmla="*/ 532293 h 822973"/>
              <a:gd name="connsiteX278" fmla="*/ 286000 w 822962"/>
              <a:gd name="connsiteY278" fmla="*/ 523569 h 822973"/>
              <a:gd name="connsiteX279" fmla="*/ 294725 w 822962"/>
              <a:gd name="connsiteY279" fmla="*/ 502492 h 822973"/>
              <a:gd name="connsiteX280" fmla="*/ 286000 w 822962"/>
              <a:gd name="connsiteY280" fmla="*/ 481415 h 822973"/>
              <a:gd name="connsiteX281" fmla="*/ 264924 w 822962"/>
              <a:gd name="connsiteY281" fmla="*/ 446961 h 822973"/>
              <a:gd name="connsiteX282" fmla="*/ 304187 w 822962"/>
              <a:gd name="connsiteY282" fmla="*/ 463229 h 822973"/>
              <a:gd name="connsiteX283" fmla="*/ 320454 w 822962"/>
              <a:gd name="connsiteY283" fmla="*/ 502492 h 822973"/>
              <a:gd name="connsiteX284" fmla="*/ 304187 w 822962"/>
              <a:gd name="connsiteY284" fmla="*/ 541747 h 822973"/>
              <a:gd name="connsiteX285" fmla="*/ 264924 w 822962"/>
              <a:gd name="connsiteY285" fmla="*/ 558015 h 822973"/>
              <a:gd name="connsiteX286" fmla="*/ 225660 w 822962"/>
              <a:gd name="connsiteY286" fmla="*/ 541747 h 822973"/>
              <a:gd name="connsiteX287" fmla="*/ 209393 w 822962"/>
              <a:gd name="connsiteY287" fmla="*/ 502492 h 822973"/>
              <a:gd name="connsiteX288" fmla="*/ 225660 w 822962"/>
              <a:gd name="connsiteY288" fmla="*/ 463229 h 822973"/>
              <a:gd name="connsiteX289" fmla="*/ 264924 w 822962"/>
              <a:gd name="connsiteY289" fmla="*/ 446961 h 822973"/>
              <a:gd name="connsiteX290" fmla="*/ 432571 w 822962"/>
              <a:gd name="connsiteY290" fmla="*/ 228443 h 822973"/>
              <a:gd name="connsiteX291" fmla="*/ 411494 w 822962"/>
              <a:gd name="connsiteY291" fmla="*/ 219709 h 822973"/>
              <a:gd name="connsiteX292" fmla="*/ 390417 w 822962"/>
              <a:gd name="connsiteY292" fmla="*/ 228443 h 822973"/>
              <a:gd name="connsiteX293" fmla="*/ 381693 w 822962"/>
              <a:gd name="connsiteY293" fmla="*/ 249510 h 822973"/>
              <a:gd name="connsiteX294" fmla="*/ 390417 w 822962"/>
              <a:gd name="connsiteY294" fmla="*/ 270587 h 822973"/>
              <a:gd name="connsiteX295" fmla="*/ 411494 w 822962"/>
              <a:gd name="connsiteY295" fmla="*/ 279321 h 822973"/>
              <a:gd name="connsiteX296" fmla="*/ 432571 w 822962"/>
              <a:gd name="connsiteY296" fmla="*/ 270587 h 822973"/>
              <a:gd name="connsiteX297" fmla="*/ 441304 w 822962"/>
              <a:gd name="connsiteY297" fmla="*/ 249510 h 822973"/>
              <a:gd name="connsiteX298" fmla="*/ 432571 w 822962"/>
              <a:gd name="connsiteY298" fmla="*/ 228443 h 822973"/>
              <a:gd name="connsiteX299" fmla="*/ 450758 w 822962"/>
              <a:gd name="connsiteY299" fmla="*/ 210256 h 822973"/>
              <a:gd name="connsiteX300" fmla="*/ 411494 w 822962"/>
              <a:gd name="connsiteY300" fmla="*/ 193989 h 822973"/>
              <a:gd name="connsiteX301" fmla="*/ 372239 w 822962"/>
              <a:gd name="connsiteY301" fmla="*/ 210256 h 822973"/>
              <a:gd name="connsiteX302" fmla="*/ 355972 w 822962"/>
              <a:gd name="connsiteY302" fmla="*/ 249511 h 822973"/>
              <a:gd name="connsiteX303" fmla="*/ 372239 w 822962"/>
              <a:gd name="connsiteY303" fmla="*/ 288775 h 822973"/>
              <a:gd name="connsiteX304" fmla="*/ 411494 w 822962"/>
              <a:gd name="connsiteY304" fmla="*/ 305042 h 822973"/>
              <a:gd name="connsiteX305" fmla="*/ 450758 w 822962"/>
              <a:gd name="connsiteY305" fmla="*/ 288775 h 822973"/>
              <a:gd name="connsiteX306" fmla="*/ 467025 w 822962"/>
              <a:gd name="connsiteY306" fmla="*/ 249511 h 822973"/>
              <a:gd name="connsiteX307" fmla="*/ 450758 w 822962"/>
              <a:gd name="connsiteY307" fmla="*/ 210256 h 822973"/>
              <a:gd name="connsiteX308" fmla="*/ 443066 w 822962"/>
              <a:gd name="connsiteY308" fmla="*/ 499862 h 822973"/>
              <a:gd name="connsiteX309" fmla="*/ 443040 w 822962"/>
              <a:gd name="connsiteY309" fmla="*/ 502469 h 822973"/>
              <a:gd name="connsiteX310" fmla="*/ 443075 w 822962"/>
              <a:gd name="connsiteY310" fmla="*/ 505104 h 822973"/>
              <a:gd name="connsiteX311" fmla="*/ 436518 w 822962"/>
              <a:gd name="connsiteY311" fmla="*/ 508890 h 822973"/>
              <a:gd name="connsiteX312" fmla="*/ 436536 w 822962"/>
              <a:gd name="connsiteY312" fmla="*/ 508907 h 822973"/>
              <a:gd name="connsiteX313" fmla="*/ 421969 w 822962"/>
              <a:gd name="connsiteY313" fmla="*/ 527853 h 822973"/>
              <a:gd name="connsiteX314" fmla="*/ 425106 w 822962"/>
              <a:gd name="connsiteY314" fmla="*/ 551525 h 822973"/>
              <a:gd name="connsiteX315" fmla="*/ 448505 w 822962"/>
              <a:gd name="connsiteY315" fmla="*/ 592052 h 822973"/>
              <a:gd name="connsiteX316" fmla="*/ 449493 w 822962"/>
              <a:gd name="connsiteY316" fmla="*/ 593835 h 822973"/>
              <a:gd name="connsiteX317" fmla="*/ 449493 w 822962"/>
              <a:gd name="connsiteY317" fmla="*/ 593816 h 822973"/>
              <a:gd name="connsiteX318" fmla="*/ 468064 w 822962"/>
              <a:gd name="connsiteY318" fmla="*/ 607670 h 822973"/>
              <a:gd name="connsiteX319" fmla="*/ 490394 w 822962"/>
              <a:gd name="connsiteY319" fmla="*/ 605265 h 822973"/>
              <a:gd name="connsiteX320" fmla="*/ 492486 w 822962"/>
              <a:gd name="connsiteY320" fmla="*/ 604131 h 822973"/>
              <a:gd name="connsiteX321" fmla="*/ 498329 w 822962"/>
              <a:gd name="connsiteY321" fmla="*/ 600747 h 822973"/>
              <a:gd name="connsiteX322" fmla="*/ 499857 w 822962"/>
              <a:gd name="connsiteY322" fmla="*/ 601660 h 822973"/>
              <a:gd name="connsiteX323" fmla="*/ 500541 w 822962"/>
              <a:gd name="connsiteY323" fmla="*/ 602089 h 822973"/>
              <a:gd name="connsiteX324" fmla="*/ 502818 w 822962"/>
              <a:gd name="connsiteY324" fmla="*/ 603369 h 822973"/>
              <a:gd name="connsiteX325" fmla="*/ 502818 w 822962"/>
              <a:gd name="connsiteY325" fmla="*/ 610942 h 822973"/>
              <a:gd name="connsiteX326" fmla="*/ 511989 w 822962"/>
              <a:gd name="connsiteY326" fmla="*/ 633042 h 822973"/>
              <a:gd name="connsiteX327" fmla="*/ 534089 w 822962"/>
              <a:gd name="connsiteY327" fmla="*/ 642213 h 822973"/>
              <a:gd name="connsiteX328" fmla="*/ 582060 w 822962"/>
              <a:gd name="connsiteY328" fmla="*/ 642213 h 822973"/>
              <a:gd name="connsiteX329" fmla="*/ 604161 w 822962"/>
              <a:gd name="connsiteY329" fmla="*/ 633042 h 822973"/>
              <a:gd name="connsiteX330" fmla="*/ 613331 w 822962"/>
              <a:gd name="connsiteY330" fmla="*/ 610942 h 822973"/>
              <a:gd name="connsiteX331" fmla="*/ 613331 w 822962"/>
              <a:gd name="connsiteY331" fmla="*/ 603369 h 822973"/>
              <a:gd name="connsiteX332" fmla="*/ 615564 w 822962"/>
              <a:gd name="connsiteY332" fmla="*/ 602098 h 822973"/>
              <a:gd name="connsiteX333" fmla="*/ 617842 w 822962"/>
              <a:gd name="connsiteY333" fmla="*/ 600761 h 822973"/>
              <a:gd name="connsiteX334" fmla="*/ 624369 w 822962"/>
              <a:gd name="connsiteY334" fmla="*/ 604529 h 822973"/>
              <a:gd name="connsiteX335" fmla="*/ 624369 w 822962"/>
              <a:gd name="connsiteY335" fmla="*/ 604512 h 822973"/>
              <a:gd name="connsiteX336" fmla="*/ 624562 w 822962"/>
              <a:gd name="connsiteY336" fmla="*/ 604613 h 822973"/>
              <a:gd name="connsiteX337" fmla="*/ 648098 w 822962"/>
              <a:gd name="connsiteY337" fmla="*/ 607658 h 822973"/>
              <a:gd name="connsiteX338" fmla="*/ 667053 w 822962"/>
              <a:gd name="connsiteY338" fmla="*/ 593121 h 822973"/>
              <a:gd name="connsiteX339" fmla="*/ 667053 w 822962"/>
              <a:gd name="connsiteY339" fmla="*/ 593102 h 822973"/>
              <a:gd name="connsiteX340" fmla="*/ 691020 w 822962"/>
              <a:gd name="connsiteY340" fmla="*/ 551517 h 822973"/>
              <a:gd name="connsiteX341" fmla="*/ 694148 w 822962"/>
              <a:gd name="connsiteY341" fmla="*/ 527845 h 822973"/>
              <a:gd name="connsiteX342" fmla="*/ 680498 w 822962"/>
              <a:gd name="connsiteY342" fmla="*/ 509429 h 822973"/>
              <a:gd name="connsiteX343" fmla="*/ 679629 w 822962"/>
              <a:gd name="connsiteY343" fmla="*/ 508872 h 822973"/>
              <a:gd name="connsiteX344" fmla="*/ 673093 w 822962"/>
              <a:gd name="connsiteY344" fmla="*/ 505086 h 822973"/>
              <a:gd name="connsiteX345" fmla="*/ 673093 w 822962"/>
              <a:gd name="connsiteY345" fmla="*/ 499838 h 822973"/>
              <a:gd name="connsiteX346" fmla="*/ 679629 w 822962"/>
              <a:gd name="connsiteY346" fmla="*/ 496053 h 822973"/>
              <a:gd name="connsiteX347" fmla="*/ 694157 w 822962"/>
              <a:gd name="connsiteY347" fmla="*/ 477080 h 822973"/>
              <a:gd name="connsiteX348" fmla="*/ 691029 w 822962"/>
              <a:gd name="connsiteY348" fmla="*/ 453416 h 822973"/>
              <a:gd name="connsiteX349" fmla="*/ 667419 w 822962"/>
              <a:gd name="connsiteY349" fmla="*/ 412542 h 822973"/>
              <a:gd name="connsiteX350" fmla="*/ 667053 w 822962"/>
              <a:gd name="connsiteY350" fmla="*/ 411827 h 822973"/>
              <a:gd name="connsiteX351" fmla="*/ 648098 w 822962"/>
              <a:gd name="connsiteY351" fmla="*/ 397290 h 822973"/>
              <a:gd name="connsiteX352" fmla="*/ 625304 w 822962"/>
              <a:gd name="connsiteY352" fmla="*/ 399924 h 822973"/>
              <a:gd name="connsiteX353" fmla="*/ 624372 w 822962"/>
              <a:gd name="connsiteY353" fmla="*/ 400419 h 822973"/>
              <a:gd name="connsiteX354" fmla="*/ 617853 w 822962"/>
              <a:gd name="connsiteY354" fmla="*/ 404177 h 822973"/>
              <a:gd name="connsiteX355" fmla="*/ 615612 w 822962"/>
              <a:gd name="connsiteY355" fmla="*/ 402853 h 822973"/>
              <a:gd name="connsiteX356" fmla="*/ 615594 w 822962"/>
              <a:gd name="connsiteY356" fmla="*/ 402880 h 822973"/>
              <a:gd name="connsiteX357" fmla="*/ 615559 w 822962"/>
              <a:gd name="connsiteY357" fmla="*/ 402853 h 822973"/>
              <a:gd name="connsiteX358" fmla="*/ 613338 w 822962"/>
              <a:gd name="connsiteY358" fmla="*/ 401600 h 822973"/>
              <a:gd name="connsiteX359" fmla="*/ 613338 w 822962"/>
              <a:gd name="connsiteY359" fmla="*/ 394009 h 822973"/>
              <a:gd name="connsiteX360" fmla="*/ 604167 w 822962"/>
              <a:gd name="connsiteY360" fmla="*/ 371899 h 822973"/>
              <a:gd name="connsiteX361" fmla="*/ 582066 w 822962"/>
              <a:gd name="connsiteY361" fmla="*/ 362738 h 822973"/>
              <a:gd name="connsiteX362" fmla="*/ 534096 w 822962"/>
              <a:gd name="connsiteY362" fmla="*/ 362738 h 822973"/>
              <a:gd name="connsiteX363" fmla="*/ 511995 w 822962"/>
              <a:gd name="connsiteY363" fmla="*/ 371899 h 822973"/>
              <a:gd name="connsiteX364" fmla="*/ 502825 w 822962"/>
              <a:gd name="connsiteY364" fmla="*/ 394009 h 822973"/>
              <a:gd name="connsiteX365" fmla="*/ 502825 w 822962"/>
              <a:gd name="connsiteY365" fmla="*/ 401573 h 822973"/>
              <a:gd name="connsiteX366" fmla="*/ 500583 w 822962"/>
              <a:gd name="connsiteY366" fmla="*/ 402836 h 822973"/>
              <a:gd name="connsiteX367" fmla="*/ 498315 w 822962"/>
              <a:gd name="connsiteY367" fmla="*/ 404181 h 822973"/>
              <a:gd name="connsiteX368" fmla="*/ 491787 w 822962"/>
              <a:gd name="connsiteY368" fmla="*/ 400412 h 822973"/>
              <a:gd name="connsiteX369" fmla="*/ 491787 w 822962"/>
              <a:gd name="connsiteY369" fmla="*/ 400439 h 822973"/>
              <a:gd name="connsiteX370" fmla="*/ 491606 w 822962"/>
              <a:gd name="connsiteY370" fmla="*/ 400338 h 822973"/>
              <a:gd name="connsiteX371" fmla="*/ 468079 w 822962"/>
              <a:gd name="connsiteY371" fmla="*/ 397284 h 822973"/>
              <a:gd name="connsiteX372" fmla="*/ 449107 w 822962"/>
              <a:gd name="connsiteY372" fmla="*/ 411821 h 822973"/>
              <a:gd name="connsiteX373" fmla="*/ 449124 w 822962"/>
              <a:gd name="connsiteY373" fmla="*/ 411821 h 822973"/>
              <a:gd name="connsiteX374" fmla="*/ 425112 w 822962"/>
              <a:gd name="connsiteY374" fmla="*/ 453419 h 822973"/>
              <a:gd name="connsiteX375" fmla="*/ 421975 w 822962"/>
              <a:gd name="connsiteY375" fmla="*/ 477083 h 822973"/>
              <a:gd name="connsiteX376" fmla="*/ 436524 w 822962"/>
              <a:gd name="connsiteY376" fmla="*/ 496055 h 822973"/>
              <a:gd name="connsiteX377" fmla="*/ 443082 w 822962"/>
              <a:gd name="connsiteY377" fmla="*/ 499841 h 822973"/>
              <a:gd name="connsiteX378" fmla="*/ 449368 w 822962"/>
              <a:gd name="connsiteY378" fmla="*/ 473874 h 822973"/>
              <a:gd name="connsiteX379" fmla="*/ 462735 w 822962"/>
              <a:gd name="connsiteY379" fmla="*/ 481592 h 822973"/>
              <a:gd name="connsiteX380" fmla="*/ 469073 w 822962"/>
              <a:gd name="connsiteY380" fmla="*/ 493900 h 822973"/>
              <a:gd name="connsiteX381" fmla="*/ 468662 w 822962"/>
              <a:gd name="connsiteY381" fmla="*/ 502466 h 822973"/>
              <a:gd name="connsiteX382" fmla="*/ 469037 w 822962"/>
              <a:gd name="connsiteY382" fmla="*/ 510431 h 822973"/>
              <a:gd name="connsiteX383" fmla="*/ 462765 w 822962"/>
              <a:gd name="connsiteY383" fmla="*/ 523362 h 822973"/>
              <a:gd name="connsiteX384" fmla="*/ 449380 w 822962"/>
              <a:gd name="connsiteY384" fmla="*/ 531089 h 822973"/>
              <a:gd name="connsiteX385" fmla="*/ 449380 w 822962"/>
              <a:gd name="connsiteY385" fmla="*/ 531072 h 822973"/>
              <a:gd name="connsiteX386" fmla="*/ 449335 w 822962"/>
              <a:gd name="connsiteY386" fmla="*/ 531089 h 822973"/>
              <a:gd name="connsiteX387" fmla="*/ 446793 w 822962"/>
              <a:gd name="connsiteY387" fmla="*/ 534492 h 822973"/>
              <a:gd name="connsiteX388" fmla="*/ 447314 w 822962"/>
              <a:gd name="connsiteY388" fmla="*/ 538772 h 822973"/>
              <a:gd name="connsiteX389" fmla="*/ 470686 w 822962"/>
              <a:gd name="connsiteY389" fmla="*/ 579262 h 822973"/>
              <a:gd name="connsiteX390" fmla="*/ 470897 w 822962"/>
              <a:gd name="connsiteY390" fmla="*/ 579563 h 822973"/>
              <a:gd name="connsiteX391" fmla="*/ 470871 w 822962"/>
              <a:gd name="connsiteY391" fmla="*/ 579581 h 822973"/>
              <a:gd name="connsiteX392" fmla="*/ 470888 w 822962"/>
              <a:gd name="connsiteY392" fmla="*/ 579607 h 822973"/>
              <a:gd name="connsiteX393" fmla="*/ 471299 w 822962"/>
              <a:gd name="connsiteY393" fmla="*/ 580265 h 822973"/>
              <a:gd name="connsiteX394" fmla="*/ 474701 w 822962"/>
              <a:gd name="connsiteY394" fmla="*/ 582852 h 822973"/>
              <a:gd name="connsiteX395" fmla="*/ 478589 w 822962"/>
              <a:gd name="connsiteY395" fmla="*/ 582543 h 822973"/>
              <a:gd name="connsiteX396" fmla="*/ 478928 w 822962"/>
              <a:gd name="connsiteY396" fmla="*/ 582340 h 822973"/>
              <a:gd name="connsiteX397" fmla="*/ 492305 w 822962"/>
              <a:gd name="connsiteY397" fmla="*/ 574613 h 822973"/>
              <a:gd name="connsiteX398" fmla="*/ 506167 w 822962"/>
              <a:gd name="connsiteY398" fmla="*/ 575262 h 822973"/>
              <a:gd name="connsiteX399" fmla="*/ 512733 w 822962"/>
              <a:gd name="connsiteY399" fmla="*/ 579542 h 822973"/>
              <a:gd name="connsiteX400" fmla="*/ 513400 w 822962"/>
              <a:gd name="connsiteY400" fmla="*/ 579899 h 822973"/>
              <a:gd name="connsiteX401" fmla="*/ 520046 w 822962"/>
              <a:gd name="connsiteY401" fmla="*/ 583393 h 822973"/>
              <a:gd name="connsiteX402" fmla="*/ 528533 w 822962"/>
              <a:gd name="connsiteY402" fmla="*/ 595490 h 822973"/>
              <a:gd name="connsiteX403" fmla="*/ 528533 w 822962"/>
              <a:gd name="connsiteY403" fmla="*/ 610944 h 822973"/>
              <a:gd name="connsiteX404" fmla="*/ 530170 w 822962"/>
              <a:gd name="connsiteY404" fmla="*/ 614867 h 822973"/>
              <a:gd name="connsiteX405" fmla="*/ 534084 w 822962"/>
              <a:gd name="connsiteY405" fmla="*/ 616504 h 822973"/>
              <a:gd name="connsiteX406" fmla="*/ 582054 w 822962"/>
              <a:gd name="connsiteY406" fmla="*/ 616504 h 822973"/>
              <a:gd name="connsiteX407" fmla="*/ 585977 w 822962"/>
              <a:gd name="connsiteY407" fmla="*/ 614867 h 822973"/>
              <a:gd name="connsiteX408" fmla="*/ 587615 w 822962"/>
              <a:gd name="connsiteY408" fmla="*/ 610944 h 822973"/>
              <a:gd name="connsiteX409" fmla="*/ 587615 w 822962"/>
              <a:gd name="connsiteY409" fmla="*/ 595635 h 822973"/>
              <a:gd name="connsiteX410" fmla="*/ 595157 w 822962"/>
              <a:gd name="connsiteY410" fmla="*/ 583785 h 822973"/>
              <a:gd name="connsiteX411" fmla="*/ 602819 w 822962"/>
              <a:gd name="connsiteY411" fmla="*/ 579898 h 822973"/>
              <a:gd name="connsiteX412" fmla="*/ 609641 w 822962"/>
              <a:gd name="connsiteY412" fmla="*/ 575520 h 822973"/>
              <a:gd name="connsiteX413" fmla="*/ 623860 w 822962"/>
              <a:gd name="connsiteY413" fmla="*/ 574615 h 822973"/>
              <a:gd name="connsiteX414" fmla="*/ 637228 w 822962"/>
              <a:gd name="connsiteY414" fmla="*/ 582333 h 822973"/>
              <a:gd name="connsiteX415" fmla="*/ 637228 w 822962"/>
              <a:gd name="connsiteY415" fmla="*/ 582351 h 822973"/>
              <a:gd name="connsiteX416" fmla="*/ 641478 w 822962"/>
              <a:gd name="connsiteY416" fmla="*/ 582845 h 822973"/>
              <a:gd name="connsiteX417" fmla="*/ 644824 w 822962"/>
              <a:gd name="connsiteY417" fmla="*/ 580259 h 822973"/>
              <a:gd name="connsiteX418" fmla="*/ 644899 w 822962"/>
              <a:gd name="connsiteY418" fmla="*/ 580276 h 822973"/>
              <a:gd name="connsiteX419" fmla="*/ 668866 w 822962"/>
              <a:gd name="connsiteY419" fmla="*/ 538763 h 822973"/>
              <a:gd name="connsiteX420" fmla="*/ 669378 w 822962"/>
              <a:gd name="connsiteY420" fmla="*/ 534483 h 822973"/>
              <a:gd name="connsiteX421" fmla="*/ 667202 w 822962"/>
              <a:gd name="connsiteY421" fmla="*/ 531310 h 822973"/>
              <a:gd name="connsiteX422" fmla="*/ 666764 w 822962"/>
              <a:gd name="connsiteY422" fmla="*/ 531080 h 822973"/>
              <a:gd name="connsiteX423" fmla="*/ 653396 w 822962"/>
              <a:gd name="connsiteY423" fmla="*/ 523362 h 822973"/>
              <a:gd name="connsiteX424" fmla="*/ 647077 w 822962"/>
              <a:gd name="connsiteY424" fmla="*/ 511054 h 822973"/>
              <a:gd name="connsiteX425" fmla="*/ 647515 w 822962"/>
              <a:gd name="connsiteY425" fmla="*/ 502488 h 822973"/>
              <a:gd name="connsiteX426" fmla="*/ 647077 w 822962"/>
              <a:gd name="connsiteY426" fmla="*/ 494513 h 822973"/>
              <a:gd name="connsiteX427" fmla="*/ 653396 w 822962"/>
              <a:gd name="connsiteY427" fmla="*/ 481592 h 822973"/>
              <a:gd name="connsiteX428" fmla="*/ 666764 w 822962"/>
              <a:gd name="connsiteY428" fmla="*/ 473865 h 822973"/>
              <a:gd name="connsiteX429" fmla="*/ 669380 w 822962"/>
              <a:gd name="connsiteY429" fmla="*/ 470462 h 822973"/>
              <a:gd name="connsiteX430" fmla="*/ 668869 w 822962"/>
              <a:gd name="connsiteY430" fmla="*/ 466182 h 822973"/>
              <a:gd name="connsiteX431" fmla="*/ 645259 w 822962"/>
              <a:gd name="connsiteY431" fmla="*/ 425335 h 822973"/>
              <a:gd name="connsiteX432" fmla="*/ 644830 w 822962"/>
              <a:gd name="connsiteY432" fmla="*/ 424686 h 822973"/>
              <a:gd name="connsiteX433" fmla="*/ 641484 w 822962"/>
              <a:gd name="connsiteY433" fmla="*/ 422091 h 822973"/>
              <a:gd name="connsiteX434" fmla="*/ 637561 w 822962"/>
              <a:gd name="connsiteY434" fmla="*/ 422412 h 822973"/>
              <a:gd name="connsiteX435" fmla="*/ 637222 w 822962"/>
              <a:gd name="connsiteY435" fmla="*/ 422615 h 822973"/>
              <a:gd name="connsiteX436" fmla="*/ 623837 w 822962"/>
              <a:gd name="connsiteY436" fmla="*/ 430342 h 822973"/>
              <a:gd name="connsiteX437" fmla="*/ 609975 w 822962"/>
              <a:gd name="connsiteY437" fmla="*/ 429684 h 822973"/>
              <a:gd name="connsiteX438" fmla="*/ 602743 w 822962"/>
              <a:gd name="connsiteY438" fmla="*/ 425038 h 822973"/>
              <a:gd name="connsiteX439" fmla="*/ 602760 w 822962"/>
              <a:gd name="connsiteY439" fmla="*/ 425011 h 822973"/>
              <a:gd name="connsiteX440" fmla="*/ 596105 w 822962"/>
              <a:gd name="connsiteY440" fmla="*/ 421537 h 822973"/>
              <a:gd name="connsiteX441" fmla="*/ 587610 w 822962"/>
              <a:gd name="connsiteY441" fmla="*/ 409441 h 822973"/>
              <a:gd name="connsiteX442" fmla="*/ 587610 w 822962"/>
              <a:gd name="connsiteY442" fmla="*/ 393986 h 822973"/>
              <a:gd name="connsiteX443" fmla="*/ 585972 w 822962"/>
              <a:gd name="connsiteY443" fmla="*/ 390064 h 822973"/>
              <a:gd name="connsiteX444" fmla="*/ 582050 w 822962"/>
              <a:gd name="connsiteY444" fmla="*/ 388435 h 822973"/>
              <a:gd name="connsiteX445" fmla="*/ 534079 w 822962"/>
              <a:gd name="connsiteY445" fmla="*/ 388435 h 822973"/>
              <a:gd name="connsiteX446" fmla="*/ 530165 w 822962"/>
              <a:gd name="connsiteY446" fmla="*/ 390064 h 822973"/>
              <a:gd name="connsiteX447" fmla="*/ 528528 w 822962"/>
              <a:gd name="connsiteY447" fmla="*/ 393986 h 822973"/>
              <a:gd name="connsiteX448" fmla="*/ 528528 w 822962"/>
              <a:gd name="connsiteY448" fmla="*/ 409295 h 822973"/>
              <a:gd name="connsiteX449" fmla="*/ 520994 w 822962"/>
              <a:gd name="connsiteY449" fmla="*/ 421145 h 822973"/>
              <a:gd name="connsiteX450" fmla="*/ 513332 w 822962"/>
              <a:gd name="connsiteY450" fmla="*/ 425023 h 822973"/>
              <a:gd name="connsiteX451" fmla="*/ 506501 w 822962"/>
              <a:gd name="connsiteY451" fmla="*/ 429402 h 822973"/>
              <a:gd name="connsiteX452" fmla="*/ 492282 w 822962"/>
              <a:gd name="connsiteY452" fmla="*/ 430306 h 822973"/>
              <a:gd name="connsiteX453" fmla="*/ 478914 w 822962"/>
              <a:gd name="connsiteY453" fmla="*/ 422588 h 822973"/>
              <a:gd name="connsiteX454" fmla="*/ 478914 w 822962"/>
              <a:gd name="connsiteY454" fmla="*/ 422561 h 822973"/>
              <a:gd name="connsiteX455" fmla="*/ 474691 w 822962"/>
              <a:gd name="connsiteY455" fmla="*/ 422059 h 822973"/>
              <a:gd name="connsiteX456" fmla="*/ 471288 w 822962"/>
              <a:gd name="connsiteY456" fmla="*/ 424654 h 822973"/>
              <a:gd name="connsiteX457" fmla="*/ 471271 w 822962"/>
              <a:gd name="connsiteY457" fmla="*/ 424654 h 822973"/>
              <a:gd name="connsiteX458" fmla="*/ 447304 w 822962"/>
              <a:gd name="connsiteY458" fmla="*/ 466150 h 822973"/>
              <a:gd name="connsiteX459" fmla="*/ 446782 w 822962"/>
              <a:gd name="connsiteY459" fmla="*/ 470430 h 822973"/>
              <a:gd name="connsiteX460" fmla="*/ 449369 w 822962"/>
              <a:gd name="connsiteY460" fmla="*/ 473833 h 822973"/>
              <a:gd name="connsiteX461" fmla="*/ 149910 w 822962"/>
              <a:gd name="connsiteY461" fmla="*/ 499862 h 822973"/>
              <a:gd name="connsiteX462" fmla="*/ 149882 w 822962"/>
              <a:gd name="connsiteY462" fmla="*/ 502469 h 822973"/>
              <a:gd name="connsiteX463" fmla="*/ 149910 w 822962"/>
              <a:gd name="connsiteY463" fmla="*/ 505104 h 822973"/>
              <a:gd name="connsiteX464" fmla="*/ 143352 w 822962"/>
              <a:gd name="connsiteY464" fmla="*/ 508890 h 822973"/>
              <a:gd name="connsiteX465" fmla="*/ 128814 w 822962"/>
              <a:gd name="connsiteY465" fmla="*/ 527862 h 822973"/>
              <a:gd name="connsiteX466" fmla="*/ 131943 w 822962"/>
              <a:gd name="connsiteY466" fmla="*/ 551535 h 822973"/>
              <a:gd name="connsiteX467" fmla="*/ 155544 w 822962"/>
              <a:gd name="connsiteY467" fmla="*/ 592409 h 822973"/>
              <a:gd name="connsiteX468" fmla="*/ 155928 w 822962"/>
              <a:gd name="connsiteY468" fmla="*/ 593132 h 822973"/>
              <a:gd name="connsiteX469" fmla="*/ 174900 w 822962"/>
              <a:gd name="connsiteY469" fmla="*/ 607670 h 822973"/>
              <a:gd name="connsiteX470" fmla="*/ 197685 w 822962"/>
              <a:gd name="connsiteY470" fmla="*/ 605026 h 822973"/>
              <a:gd name="connsiteX471" fmla="*/ 198626 w 822962"/>
              <a:gd name="connsiteY471" fmla="*/ 604541 h 822973"/>
              <a:gd name="connsiteX472" fmla="*/ 205163 w 822962"/>
              <a:gd name="connsiteY472" fmla="*/ 600755 h 822973"/>
              <a:gd name="connsiteX473" fmla="*/ 206690 w 822962"/>
              <a:gd name="connsiteY473" fmla="*/ 601669 h 822973"/>
              <a:gd name="connsiteX474" fmla="*/ 207383 w 822962"/>
              <a:gd name="connsiteY474" fmla="*/ 602097 h 822973"/>
              <a:gd name="connsiteX475" fmla="*/ 209696 w 822962"/>
              <a:gd name="connsiteY475" fmla="*/ 603404 h 822973"/>
              <a:gd name="connsiteX476" fmla="*/ 209696 w 822962"/>
              <a:gd name="connsiteY476" fmla="*/ 610947 h 822973"/>
              <a:gd name="connsiteX477" fmla="*/ 209652 w 822962"/>
              <a:gd name="connsiteY477" fmla="*/ 610947 h 822973"/>
              <a:gd name="connsiteX478" fmla="*/ 218823 w 822962"/>
              <a:gd name="connsiteY478" fmla="*/ 633047 h 822973"/>
              <a:gd name="connsiteX479" fmla="*/ 240933 w 822962"/>
              <a:gd name="connsiteY479" fmla="*/ 642219 h 822973"/>
              <a:gd name="connsiteX480" fmla="*/ 288903 w 822962"/>
              <a:gd name="connsiteY480" fmla="*/ 642219 h 822973"/>
              <a:gd name="connsiteX481" fmla="*/ 311004 w 822962"/>
              <a:gd name="connsiteY481" fmla="*/ 633047 h 822973"/>
              <a:gd name="connsiteX482" fmla="*/ 320165 w 822962"/>
              <a:gd name="connsiteY482" fmla="*/ 610947 h 822973"/>
              <a:gd name="connsiteX483" fmla="*/ 320121 w 822962"/>
              <a:gd name="connsiteY483" fmla="*/ 610947 h 822973"/>
              <a:gd name="connsiteX484" fmla="*/ 320121 w 822962"/>
              <a:gd name="connsiteY484" fmla="*/ 603404 h 822973"/>
              <a:gd name="connsiteX485" fmla="*/ 322407 w 822962"/>
              <a:gd name="connsiteY485" fmla="*/ 602106 h 822973"/>
              <a:gd name="connsiteX486" fmla="*/ 324675 w 822962"/>
              <a:gd name="connsiteY486" fmla="*/ 600770 h 822973"/>
              <a:gd name="connsiteX487" fmla="*/ 331202 w 822962"/>
              <a:gd name="connsiteY487" fmla="*/ 604538 h 822973"/>
              <a:gd name="connsiteX488" fmla="*/ 331202 w 822962"/>
              <a:gd name="connsiteY488" fmla="*/ 604520 h 822973"/>
              <a:gd name="connsiteX489" fmla="*/ 331256 w 822962"/>
              <a:gd name="connsiteY489" fmla="*/ 604538 h 822973"/>
              <a:gd name="connsiteX490" fmla="*/ 354920 w 822962"/>
              <a:gd name="connsiteY490" fmla="*/ 607667 h 822973"/>
              <a:gd name="connsiteX491" fmla="*/ 373318 w 822962"/>
              <a:gd name="connsiteY491" fmla="*/ 594079 h 822973"/>
              <a:gd name="connsiteX492" fmla="*/ 373491 w 822962"/>
              <a:gd name="connsiteY492" fmla="*/ 593822 h 822973"/>
              <a:gd name="connsiteX493" fmla="*/ 373473 w 822962"/>
              <a:gd name="connsiteY493" fmla="*/ 593822 h 822973"/>
              <a:gd name="connsiteX494" fmla="*/ 373883 w 822962"/>
              <a:gd name="connsiteY494" fmla="*/ 593129 h 822973"/>
              <a:gd name="connsiteX495" fmla="*/ 373866 w 822962"/>
              <a:gd name="connsiteY495" fmla="*/ 593111 h 822973"/>
              <a:gd name="connsiteX496" fmla="*/ 397869 w 822962"/>
              <a:gd name="connsiteY496" fmla="*/ 551525 h 822973"/>
              <a:gd name="connsiteX497" fmla="*/ 400998 w 822962"/>
              <a:gd name="connsiteY497" fmla="*/ 527853 h 822973"/>
              <a:gd name="connsiteX498" fmla="*/ 387335 w 822962"/>
              <a:gd name="connsiteY498" fmla="*/ 509437 h 822973"/>
              <a:gd name="connsiteX499" fmla="*/ 386456 w 822962"/>
              <a:gd name="connsiteY499" fmla="*/ 508881 h 822973"/>
              <a:gd name="connsiteX500" fmla="*/ 379899 w 822962"/>
              <a:gd name="connsiteY500" fmla="*/ 505094 h 822973"/>
              <a:gd name="connsiteX501" fmla="*/ 379917 w 822962"/>
              <a:gd name="connsiteY501" fmla="*/ 502478 h 822973"/>
              <a:gd name="connsiteX502" fmla="*/ 379890 w 822962"/>
              <a:gd name="connsiteY502" fmla="*/ 499853 h 822973"/>
              <a:gd name="connsiteX503" fmla="*/ 386448 w 822962"/>
              <a:gd name="connsiteY503" fmla="*/ 496066 h 822973"/>
              <a:gd name="connsiteX504" fmla="*/ 386430 w 822962"/>
              <a:gd name="connsiteY504" fmla="*/ 496049 h 822973"/>
              <a:gd name="connsiteX505" fmla="*/ 400988 w 822962"/>
              <a:gd name="connsiteY505" fmla="*/ 477094 h 822973"/>
              <a:gd name="connsiteX506" fmla="*/ 397860 w 822962"/>
              <a:gd name="connsiteY506" fmla="*/ 453430 h 822973"/>
              <a:gd name="connsiteX507" fmla="*/ 374077 w 822962"/>
              <a:gd name="connsiteY507" fmla="*/ 412217 h 822973"/>
              <a:gd name="connsiteX508" fmla="*/ 373592 w 822962"/>
              <a:gd name="connsiteY508" fmla="*/ 411404 h 822973"/>
              <a:gd name="connsiteX509" fmla="*/ 354910 w 822962"/>
              <a:gd name="connsiteY509" fmla="*/ 397287 h 822973"/>
              <a:gd name="connsiteX510" fmla="*/ 332116 w 822962"/>
              <a:gd name="connsiteY510" fmla="*/ 399929 h 822973"/>
              <a:gd name="connsiteX511" fmla="*/ 331193 w 822962"/>
              <a:gd name="connsiteY511" fmla="*/ 400415 h 822973"/>
              <a:gd name="connsiteX512" fmla="*/ 324657 w 822962"/>
              <a:gd name="connsiteY512" fmla="*/ 404192 h 822973"/>
              <a:gd name="connsiteX513" fmla="*/ 323130 w 822962"/>
              <a:gd name="connsiteY513" fmla="*/ 403287 h 822973"/>
              <a:gd name="connsiteX514" fmla="*/ 322436 w 822962"/>
              <a:gd name="connsiteY514" fmla="*/ 402849 h 822973"/>
              <a:gd name="connsiteX515" fmla="*/ 320114 w 822962"/>
              <a:gd name="connsiteY515" fmla="*/ 401552 h 822973"/>
              <a:gd name="connsiteX516" fmla="*/ 320114 w 822962"/>
              <a:gd name="connsiteY516" fmla="*/ 394018 h 822973"/>
              <a:gd name="connsiteX517" fmla="*/ 320159 w 822962"/>
              <a:gd name="connsiteY517" fmla="*/ 394018 h 822973"/>
              <a:gd name="connsiteX518" fmla="*/ 310998 w 822962"/>
              <a:gd name="connsiteY518" fmla="*/ 371908 h 822973"/>
              <a:gd name="connsiteX519" fmla="*/ 288896 w 822962"/>
              <a:gd name="connsiteY519" fmla="*/ 362747 h 822973"/>
              <a:gd name="connsiteX520" fmla="*/ 240927 w 822962"/>
              <a:gd name="connsiteY520" fmla="*/ 362747 h 822973"/>
              <a:gd name="connsiteX521" fmla="*/ 218816 w 822962"/>
              <a:gd name="connsiteY521" fmla="*/ 371908 h 822973"/>
              <a:gd name="connsiteX522" fmla="*/ 209645 w 822962"/>
              <a:gd name="connsiteY522" fmla="*/ 394018 h 822973"/>
              <a:gd name="connsiteX523" fmla="*/ 209645 w 822962"/>
              <a:gd name="connsiteY523" fmla="*/ 401581 h 822973"/>
              <a:gd name="connsiteX524" fmla="*/ 207404 w 822962"/>
              <a:gd name="connsiteY524" fmla="*/ 402844 h 822973"/>
              <a:gd name="connsiteX525" fmla="*/ 205135 w 822962"/>
              <a:gd name="connsiteY525" fmla="*/ 404189 h 822973"/>
              <a:gd name="connsiteX526" fmla="*/ 198608 w 822962"/>
              <a:gd name="connsiteY526" fmla="*/ 400421 h 822973"/>
              <a:gd name="connsiteX527" fmla="*/ 198608 w 822962"/>
              <a:gd name="connsiteY527" fmla="*/ 400447 h 822973"/>
              <a:gd name="connsiteX528" fmla="*/ 198555 w 822962"/>
              <a:gd name="connsiteY528" fmla="*/ 400421 h 822973"/>
              <a:gd name="connsiteX529" fmla="*/ 174891 w 822962"/>
              <a:gd name="connsiteY529" fmla="*/ 397292 h 822973"/>
              <a:gd name="connsiteX530" fmla="*/ 156502 w 822962"/>
              <a:gd name="connsiteY530" fmla="*/ 410871 h 822973"/>
              <a:gd name="connsiteX531" fmla="*/ 156319 w 822962"/>
              <a:gd name="connsiteY531" fmla="*/ 411127 h 822973"/>
              <a:gd name="connsiteX532" fmla="*/ 156319 w 822962"/>
              <a:gd name="connsiteY532" fmla="*/ 411145 h 822973"/>
              <a:gd name="connsiteX533" fmla="*/ 155918 w 822962"/>
              <a:gd name="connsiteY533" fmla="*/ 411829 h 822973"/>
              <a:gd name="connsiteX534" fmla="*/ 155945 w 822962"/>
              <a:gd name="connsiteY534" fmla="*/ 411829 h 822973"/>
              <a:gd name="connsiteX535" fmla="*/ 131932 w 822962"/>
              <a:gd name="connsiteY535" fmla="*/ 453427 h 822973"/>
              <a:gd name="connsiteX536" fmla="*/ 128804 w 822962"/>
              <a:gd name="connsiteY536" fmla="*/ 477091 h 822973"/>
              <a:gd name="connsiteX537" fmla="*/ 143342 w 822962"/>
              <a:gd name="connsiteY537" fmla="*/ 496063 h 822973"/>
              <a:gd name="connsiteX538" fmla="*/ 149899 w 822962"/>
              <a:gd name="connsiteY538" fmla="*/ 499850 h 822973"/>
              <a:gd name="connsiteX539" fmla="*/ 156220 w 822962"/>
              <a:gd name="connsiteY539" fmla="*/ 473874 h 822973"/>
              <a:gd name="connsiteX540" fmla="*/ 169578 w 822962"/>
              <a:gd name="connsiteY540" fmla="*/ 481592 h 822973"/>
              <a:gd name="connsiteX541" fmla="*/ 175915 w 822962"/>
              <a:gd name="connsiteY541" fmla="*/ 493900 h 822973"/>
              <a:gd name="connsiteX542" fmla="*/ 175504 w 822962"/>
              <a:gd name="connsiteY542" fmla="*/ 502466 h 822973"/>
              <a:gd name="connsiteX543" fmla="*/ 175879 w 822962"/>
              <a:gd name="connsiteY543" fmla="*/ 510441 h 822973"/>
              <a:gd name="connsiteX544" fmla="*/ 169608 w 822962"/>
              <a:gd name="connsiteY544" fmla="*/ 523362 h 822973"/>
              <a:gd name="connsiteX545" fmla="*/ 156231 w 822962"/>
              <a:gd name="connsiteY545" fmla="*/ 531089 h 822973"/>
              <a:gd name="connsiteX546" fmla="*/ 153636 w 822962"/>
              <a:gd name="connsiteY546" fmla="*/ 534492 h 822973"/>
              <a:gd name="connsiteX547" fmla="*/ 154156 w 822962"/>
              <a:gd name="connsiteY547" fmla="*/ 538772 h 822973"/>
              <a:gd name="connsiteX548" fmla="*/ 177731 w 822962"/>
              <a:gd name="connsiteY548" fmla="*/ 579610 h 822973"/>
              <a:gd name="connsiteX549" fmla="*/ 178142 w 822962"/>
              <a:gd name="connsiteY549" fmla="*/ 580268 h 822973"/>
              <a:gd name="connsiteX550" fmla="*/ 181544 w 822962"/>
              <a:gd name="connsiteY550" fmla="*/ 582855 h 822973"/>
              <a:gd name="connsiteX551" fmla="*/ 185440 w 822962"/>
              <a:gd name="connsiteY551" fmla="*/ 582533 h 822973"/>
              <a:gd name="connsiteX552" fmla="*/ 185771 w 822962"/>
              <a:gd name="connsiteY552" fmla="*/ 582340 h 822973"/>
              <a:gd name="connsiteX553" fmla="*/ 199148 w 822962"/>
              <a:gd name="connsiteY553" fmla="*/ 574613 h 822973"/>
              <a:gd name="connsiteX554" fmla="*/ 213009 w 822962"/>
              <a:gd name="connsiteY554" fmla="*/ 575262 h 822973"/>
              <a:gd name="connsiteX555" fmla="*/ 219575 w 822962"/>
              <a:gd name="connsiteY555" fmla="*/ 579542 h 822973"/>
              <a:gd name="connsiteX556" fmla="*/ 220242 w 822962"/>
              <a:gd name="connsiteY556" fmla="*/ 579899 h 822973"/>
              <a:gd name="connsiteX557" fmla="*/ 227842 w 822962"/>
              <a:gd name="connsiteY557" fmla="*/ 583831 h 822973"/>
              <a:gd name="connsiteX558" fmla="*/ 235331 w 822962"/>
              <a:gd name="connsiteY558" fmla="*/ 595491 h 822973"/>
              <a:gd name="connsiteX559" fmla="*/ 235331 w 822962"/>
              <a:gd name="connsiteY559" fmla="*/ 610945 h 822973"/>
              <a:gd name="connsiteX560" fmla="*/ 235375 w 822962"/>
              <a:gd name="connsiteY560" fmla="*/ 610945 h 822973"/>
              <a:gd name="connsiteX561" fmla="*/ 237021 w 822962"/>
              <a:gd name="connsiteY561" fmla="*/ 614867 h 822973"/>
              <a:gd name="connsiteX562" fmla="*/ 240944 w 822962"/>
              <a:gd name="connsiteY562" fmla="*/ 616505 h 822973"/>
              <a:gd name="connsiteX563" fmla="*/ 288914 w 822962"/>
              <a:gd name="connsiteY563" fmla="*/ 616505 h 822973"/>
              <a:gd name="connsiteX564" fmla="*/ 292829 w 822962"/>
              <a:gd name="connsiteY564" fmla="*/ 614867 h 822973"/>
              <a:gd name="connsiteX565" fmla="*/ 294466 w 822962"/>
              <a:gd name="connsiteY565" fmla="*/ 610945 h 822973"/>
              <a:gd name="connsiteX566" fmla="*/ 294519 w 822962"/>
              <a:gd name="connsiteY566" fmla="*/ 610945 h 822973"/>
              <a:gd name="connsiteX567" fmla="*/ 294519 w 822962"/>
              <a:gd name="connsiteY567" fmla="*/ 596634 h 822973"/>
              <a:gd name="connsiteX568" fmla="*/ 302009 w 822962"/>
              <a:gd name="connsiteY568" fmla="*/ 583787 h 822973"/>
              <a:gd name="connsiteX569" fmla="*/ 309670 w 822962"/>
              <a:gd name="connsiteY569" fmla="*/ 579899 h 822973"/>
              <a:gd name="connsiteX570" fmla="*/ 316493 w 822962"/>
              <a:gd name="connsiteY570" fmla="*/ 575521 h 822973"/>
              <a:gd name="connsiteX571" fmla="*/ 330721 w 822962"/>
              <a:gd name="connsiteY571" fmla="*/ 574616 h 822973"/>
              <a:gd name="connsiteX572" fmla="*/ 343303 w 822962"/>
              <a:gd name="connsiteY572" fmla="*/ 581876 h 822973"/>
              <a:gd name="connsiteX573" fmla="*/ 344618 w 822962"/>
              <a:gd name="connsiteY573" fmla="*/ 582626 h 822973"/>
              <a:gd name="connsiteX574" fmla="*/ 348312 w 822962"/>
              <a:gd name="connsiteY574" fmla="*/ 582855 h 822973"/>
              <a:gd name="connsiteX575" fmla="*/ 351440 w 822962"/>
              <a:gd name="connsiteY575" fmla="*/ 580679 h 822973"/>
              <a:gd name="connsiteX576" fmla="*/ 352107 w 822962"/>
              <a:gd name="connsiteY576" fmla="*/ 579563 h 822973"/>
              <a:gd name="connsiteX577" fmla="*/ 352125 w 822962"/>
              <a:gd name="connsiteY577" fmla="*/ 579581 h 822973"/>
              <a:gd name="connsiteX578" fmla="*/ 375691 w 822962"/>
              <a:gd name="connsiteY578" fmla="*/ 538781 h 822973"/>
              <a:gd name="connsiteX579" fmla="*/ 376212 w 822962"/>
              <a:gd name="connsiteY579" fmla="*/ 534501 h 822973"/>
              <a:gd name="connsiteX580" fmla="*/ 374018 w 822962"/>
              <a:gd name="connsiteY580" fmla="*/ 531328 h 822973"/>
              <a:gd name="connsiteX581" fmla="*/ 373616 w 822962"/>
              <a:gd name="connsiteY581" fmla="*/ 531098 h 822973"/>
              <a:gd name="connsiteX582" fmla="*/ 360257 w 822962"/>
              <a:gd name="connsiteY582" fmla="*/ 523380 h 822973"/>
              <a:gd name="connsiteX583" fmla="*/ 353911 w 822962"/>
              <a:gd name="connsiteY583" fmla="*/ 511072 h 822973"/>
              <a:gd name="connsiteX584" fmla="*/ 354322 w 822962"/>
              <a:gd name="connsiteY584" fmla="*/ 502494 h 822973"/>
              <a:gd name="connsiteX585" fmla="*/ 353956 w 822962"/>
              <a:gd name="connsiteY585" fmla="*/ 494529 h 822973"/>
              <a:gd name="connsiteX586" fmla="*/ 360228 w 822962"/>
              <a:gd name="connsiteY586" fmla="*/ 481607 h 822973"/>
              <a:gd name="connsiteX587" fmla="*/ 373613 w 822962"/>
              <a:gd name="connsiteY587" fmla="*/ 473880 h 822973"/>
              <a:gd name="connsiteX588" fmla="*/ 373631 w 822962"/>
              <a:gd name="connsiteY588" fmla="*/ 473897 h 822973"/>
              <a:gd name="connsiteX589" fmla="*/ 373667 w 822962"/>
              <a:gd name="connsiteY589" fmla="*/ 473880 h 822973"/>
              <a:gd name="connsiteX590" fmla="*/ 376208 w 822962"/>
              <a:gd name="connsiteY590" fmla="*/ 470478 h 822973"/>
              <a:gd name="connsiteX591" fmla="*/ 375688 w 822962"/>
              <a:gd name="connsiteY591" fmla="*/ 466197 h 822973"/>
              <a:gd name="connsiteX592" fmla="*/ 351702 w 822962"/>
              <a:gd name="connsiteY592" fmla="*/ 424648 h 822973"/>
              <a:gd name="connsiteX593" fmla="*/ 348300 w 822962"/>
              <a:gd name="connsiteY593" fmla="*/ 422106 h 822973"/>
              <a:gd name="connsiteX594" fmla="*/ 344412 w 822962"/>
              <a:gd name="connsiteY594" fmla="*/ 422427 h 822973"/>
              <a:gd name="connsiteX595" fmla="*/ 344073 w 822962"/>
              <a:gd name="connsiteY595" fmla="*/ 422630 h 822973"/>
              <a:gd name="connsiteX596" fmla="*/ 330696 w 822962"/>
              <a:gd name="connsiteY596" fmla="*/ 430357 h 822973"/>
              <a:gd name="connsiteX597" fmla="*/ 316835 w 822962"/>
              <a:gd name="connsiteY597" fmla="*/ 429699 h 822973"/>
              <a:gd name="connsiteX598" fmla="*/ 310269 w 822962"/>
              <a:gd name="connsiteY598" fmla="*/ 425419 h 822973"/>
              <a:gd name="connsiteX599" fmla="*/ 309602 w 822962"/>
              <a:gd name="connsiteY599" fmla="*/ 425053 h 822973"/>
              <a:gd name="connsiteX600" fmla="*/ 302002 w 822962"/>
              <a:gd name="connsiteY600" fmla="*/ 421121 h 822973"/>
              <a:gd name="connsiteX601" fmla="*/ 294514 w 822962"/>
              <a:gd name="connsiteY601" fmla="*/ 409470 h 822973"/>
              <a:gd name="connsiteX602" fmla="*/ 294514 w 822962"/>
              <a:gd name="connsiteY602" fmla="*/ 394016 h 822973"/>
              <a:gd name="connsiteX603" fmla="*/ 294460 w 822962"/>
              <a:gd name="connsiteY603" fmla="*/ 394016 h 822973"/>
              <a:gd name="connsiteX604" fmla="*/ 292823 w 822962"/>
              <a:gd name="connsiteY604" fmla="*/ 390093 h 822973"/>
              <a:gd name="connsiteX605" fmla="*/ 288909 w 822962"/>
              <a:gd name="connsiteY605" fmla="*/ 388465 h 822973"/>
              <a:gd name="connsiteX606" fmla="*/ 240939 w 822962"/>
              <a:gd name="connsiteY606" fmla="*/ 388465 h 822973"/>
              <a:gd name="connsiteX607" fmla="*/ 237015 w 822962"/>
              <a:gd name="connsiteY607" fmla="*/ 390093 h 822973"/>
              <a:gd name="connsiteX608" fmla="*/ 235379 w 822962"/>
              <a:gd name="connsiteY608" fmla="*/ 394016 h 822973"/>
              <a:gd name="connsiteX609" fmla="*/ 235379 w 822962"/>
              <a:gd name="connsiteY609" fmla="*/ 409325 h 822973"/>
              <a:gd name="connsiteX610" fmla="*/ 227836 w 822962"/>
              <a:gd name="connsiteY610" fmla="*/ 421175 h 822973"/>
              <a:gd name="connsiteX611" fmla="*/ 220174 w 822962"/>
              <a:gd name="connsiteY611" fmla="*/ 425053 h 822973"/>
              <a:gd name="connsiteX612" fmla="*/ 213351 w 822962"/>
              <a:gd name="connsiteY612" fmla="*/ 429432 h 822973"/>
              <a:gd name="connsiteX613" fmla="*/ 199123 w 822962"/>
              <a:gd name="connsiteY613" fmla="*/ 430337 h 822973"/>
              <a:gd name="connsiteX614" fmla="*/ 186541 w 822962"/>
              <a:gd name="connsiteY614" fmla="*/ 423068 h 822973"/>
              <a:gd name="connsiteX615" fmla="*/ 185226 w 822962"/>
              <a:gd name="connsiteY615" fmla="*/ 422327 h 822973"/>
              <a:gd name="connsiteX616" fmla="*/ 181532 w 822962"/>
              <a:gd name="connsiteY616" fmla="*/ 422089 h 822973"/>
              <a:gd name="connsiteX617" fmla="*/ 178404 w 822962"/>
              <a:gd name="connsiteY617" fmla="*/ 424265 h 822973"/>
              <a:gd name="connsiteX618" fmla="*/ 177737 w 822962"/>
              <a:gd name="connsiteY618" fmla="*/ 425390 h 822973"/>
              <a:gd name="connsiteX619" fmla="*/ 177710 w 822962"/>
              <a:gd name="connsiteY619" fmla="*/ 425372 h 822973"/>
              <a:gd name="connsiteX620" fmla="*/ 154144 w 822962"/>
              <a:gd name="connsiteY620" fmla="*/ 466181 h 822973"/>
              <a:gd name="connsiteX621" fmla="*/ 153624 w 822962"/>
              <a:gd name="connsiteY621" fmla="*/ 470461 h 822973"/>
              <a:gd name="connsiteX622" fmla="*/ 156219 w 822962"/>
              <a:gd name="connsiteY622" fmla="*/ 473863 h 822973"/>
              <a:gd name="connsiteX623" fmla="*/ 302798 w 822962"/>
              <a:gd name="connsiteY623" fmla="*/ 220897 h 822973"/>
              <a:gd name="connsiteX624" fmla="*/ 316166 w 822962"/>
              <a:gd name="connsiteY624" fmla="*/ 228616 h 822973"/>
              <a:gd name="connsiteX625" fmla="*/ 322512 w 822962"/>
              <a:gd name="connsiteY625" fmla="*/ 240924 h 822973"/>
              <a:gd name="connsiteX626" fmla="*/ 322101 w 822962"/>
              <a:gd name="connsiteY626" fmla="*/ 249502 h 822973"/>
              <a:gd name="connsiteX627" fmla="*/ 322467 w 822962"/>
              <a:gd name="connsiteY627" fmla="*/ 257467 h 822973"/>
              <a:gd name="connsiteX628" fmla="*/ 316195 w 822962"/>
              <a:gd name="connsiteY628" fmla="*/ 270389 h 822973"/>
              <a:gd name="connsiteX629" fmla="*/ 302819 w 822962"/>
              <a:gd name="connsiteY629" fmla="*/ 278124 h 822973"/>
              <a:gd name="connsiteX630" fmla="*/ 300232 w 822962"/>
              <a:gd name="connsiteY630" fmla="*/ 281518 h 822973"/>
              <a:gd name="connsiteX631" fmla="*/ 300744 w 822962"/>
              <a:gd name="connsiteY631" fmla="*/ 285807 h 822973"/>
              <a:gd name="connsiteX632" fmla="*/ 324318 w 822962"/>
              <a:gd name="connsiteY632" fmla="*/ 326645 h 822973"/>
              <a:gd name="connsiteX633" fmla="*/ 324729 w 822962"/>
              <a:gd name="connsiteY633" fmla="*/ 327303 h 822973"/>
              <a:gd name="connsiteX634" fmla="*/ 328131 w 822962"/>
              <a:gd name="connsiteY634" fmla="*/ 329890 h 822973"/>
              <a:gd name="connsiteX635" fmla="*/ 332019 w 822962"/>
              <a:gd name="connsiteY635" fmla="*/ 329569 h 822973"/>
              <a:gd name="connsiteX636" fmla="*/ 332358 w 822962"/>
              <a:gd name="connsiteY636" fmla="*/ 329366 h 822973"/>
              <a:gd name="connsiteX637" fmla="*/ 345735 w 822962"/>
              <a:gd name="connsiteY637" fmla="*/ 321638 h 822973"/>
              <a:gd name="connsiteX638" fmla="*/ 359597 w 822962"/>
              <a:gd name="connsiteY638" fmla="*/ 322297 h 822973"/>
              <a:gd name="connsiteX639" fmla="*/ 366830 w 822962"/>
              <a:gd name="connsiteY639" fmla="*/ 326943 h 822973"/>
              <a:gd name="connsiteX640" fmla="*/ 366830 w 822962"/>
              <a:gd name="connsiteY640" fmla="*/ 326961 h 822973"/>
              <a:gd name="connsiteX641" fmla="*/ 373467 w 822962"/>
              <a:gd name="connsiteY641" fmla="*/ 330434 h 822973"/>
              <a:gd name="connsiteX642" fmla="*/ 381962 w 822962"/>
              <a:gd name="connsiteY642" fmla="*/ 342531 h 822973"/>
              <a:gd name="connsiteX643" fmla="*/ 381962 w 822962"/>
              <a:gd name="connsiteY643" fmla="*/ 357977 h 822973"/>
              <a:gd name="connsiteX644" fmla="*/ 383599 w 822962"/>
              <a:gd name="connsiteY644" fmla="*/ 361900 h 822973"/>
              <a:gd name="connsiteX645" fmla="*/ 387513 w 822962"/>
              <a:gd name="connsiteY645" fmla="*/ 363537 h 822973"/>
              <a:gd name="connsiteX646" fmla="*/ 435484 w 822962"/>
              <a:gd name="connsiteY646" fmla="*/ 363537 h 822973"/>
              <a:gd name="connsiteX647" fmla="*/ 439406 w 822962"/>
              <a:gd name="connsiteY647" fmla="*/ 361900 h 822973"/>
              <a:gd name="connsiteX648" fmla="*/ 441044 w 822962"/>
              <a:gd name="connsiteY648" fmla="*/ 357977 h 822973"/>
              <a:gd name="connsiteX649" fmla="*/ 441044 w 822962"/>
              <a:gd name="connsiteY649" fmla="*/ 342680 h 822973"/>
              <a:gd name="connsiteX650" fmla="*/ 448586 w 822962"/>
              <a:gd name="connsiteY650" fmla="*/ 330822 h 822973"/>
              <a:gd name="connsiteX651" fmla="*/ 456248 w 822962"/>
              <a:gd name="connsiteY651" fmla="*/ 326943 h 822973"/>
              <a:gd name="connsiteX652" fmla="*/ 463070 w 822962"/>
              <a:gd name="connsiteY652" fmla="*/ 322565 h 822973"/>
              <a:gd name="connsiteX653" fmla="*/ 477298 w 822962"/>
              <a:gd name="connsiteY653" fmla="*/ 321660 h 822973"/>
              <a:gd name="connsiteX654" fmla="*/ 490666 w 822962"/>
              <a:gd name="connsiteY654" fmla="*/ 329379 h 822973"/>
              <a:gd name="connsiteX655" fmla="*/ 490666 w 822962"/>
              <a:gd name="connsiteY655" fmla="*/ 329405 h 822973"/>
              <a:gd name="connsiteX656" fmla="*/ 494890 w 822962"/>
              <a:gd name="connsiteY656" fmla="*/ 329908 h 822973"/>
              <a:gd name="connsiteX657" fmla="*/ 498292 w 822962"/>
              <a:gd name="connsiteY657" fmla="*/ 327322 h 822973"/>
              <a:gd name="connsiteX658" fmla="*/ 498319 w 822962"/>
              <a:gd name="connsiteY658" fmla="*/ 327322 h 822973"/>
              <a:gd name="connsiteX659" fmla="*/ 522286 w 822962"/>
              <a:gd name="connsiteY659" fmla="*/ 285826 h 822973"/>
              <a:gd name="connsiteX660" fmla="*/ 522798 w 822962"/>
              <a:gd name="connsiteY660" fmla="*/ 281537 h 822973"/>
              <a:gd name="connsiteX661" fmla="*/ 520212 w 822962"/>
              <a:gd name="connsiteY661" fmla="*/ 278143 h 822973"/>
              <a:gd name="connsiteX662" fmla="*/ 506844 w 822962"/>
              <a:gd name="connsiteY662" fmla="*/ 270425 h 822973"/>
              <a:gd name="connsiteX663" fmla="*/ 500506 w 822962"/>
              <a:gd name="connsiteY663" fmla="*/ 258117 h 822973"/>
              <a:gd name="connsiteX664" fmla="*/ 500917 w 822962"/>
              <a:gd name="connsiteY664" fmla="*/ 249551 h 822973"/>
              <a:gd name="connsiteX665" fmla="*/ 500551 w 822962"/>
              <a:gd name="connsiteY665" fmla="*/ 241586 h 822973"/>
              <a:gd name="connsiteX666" fmla="*/ 506823 w 822962"/>
              <a:gd name="connsiteY666" fmla="*/ 228655 h 822973"/>
              <a:gd name="connsiteX667" fmla="*/ 520200 w 822962"/>
              <a:gd name="connsiteY667" fmla="*/ 220928 h 822973"/>
              <a:gd name="connsiteX668" fmla="*/ 522787 w 822962"/>
              <a:gd name="connsiteY668" fmla="*/ 217526 h 822973"/>
              <a:gd name="connsiteX669" fmla="*/ 522275 w 822962"/>
              <a:gd name="connsiteY669" fmla="*/ 213245 h 822973"/>
              <a:gd name="connsiteX670" fmla="*/ 498691 w 822962"/>
              <a:gd name="connsiteY670" fmla="*/ 172407 h 822973"/>
              <a:gd name="connsiteX671" fmla="*/ 498290 w 822962"/>
              <a:gd name="connsiteY671" fmla="*/ 171748 h 822973"/>
              <a:gd name="connsiteX672" fmla="*/ 494888 w 822962"/>
              <a:gd name="connsiteY672" fmla="*/ 169162 h 822973"/>
              <a:gd name="connsiteX673" fmla="*/ 490664 w 822962"/>
              <a:gd name="connsiteY673" fmla="*/ 169683 h 822973"/>
              <a:gd name="connsiteX674" fmla="*/ 477278 w 822962"/>
              <a:gd name="connsiteY674" fmla="*/ 177411 h 822973"/>
              <a:gd name="connsiteX675" fmla="*/ 463417 w 822962"/>
              <a:gd name="connsiteY675" fmla="*/ 176762 h 822973"/>
              <a:gd name="connsiteX676" fmla="*/ 456192 w 822962"/>
              <a:gd name="connsiteY676" fmla="*/ 172115 h 822973"/>
              <a:gd name="connsiteX677" fmla="*/ 456211 w 822962"/>
              <a:gd name="connsiteY677" fmla="*/ 172097 h 822973"/>
              <a:gd name="connsiteX678" fmla="*/ 449555 w 822962"/>
              <a:gd name="connsiteY678" fmla="*/ 168623 h 822973"/>
              <a:gd name="connsiteX679" fmla="*/ 441051 w 822962"/>
              <a:gd name="connsiteY679" fmla="*/ 156527 h 822973"/>
              <a:gd name="connsiteX680" fmla="*/ 441051 w 822962"/>
              <a:gd name="connsiteY680" fmla="*/ 141073 h 822973"/>
              <a:gd name="connsiteX681" fmla="*/ 439414 w 822962"/>
              <a:gd name="connsiteY681" fmla="*/ 137159 h 822973"/>
              <a:gd name="connsiteX682" fmla="*/ 435491 w 822962"/>
              <a:gd name="connsiteY682" fmla="*/ 135512 h 822973"/>
              <a:gd name="connsiteX683" fmla="*/ 387521 w 822962"/>
              <a:gd name="connsiteY683" fmla="*/ 135512 h 822973"/>
              <a:gd name="connsiteX684" fmla="*/ 383607 w 822962"/>
              <a:gd name="connsiteY684" fmla="*/ 137159 h 822973"/>
              <a:gd name="connsiteX685" fmla="*/ 381969 w 822962"/>
              <a:gd name="connsiteY685" fmla="*/ 141073 h 822973"/>
              <a:gd name="connsiteX686" fmla="*/ 381969 w 822962"/>
              <a:gd name="connsiteY686" fmla="*/ 156381 h 822973"/>
              <a:gd name="connsiteX687" fmla="*/ 374436 w 822962"/>
              <a:gd name="connsiteY687" fmla="*/ 168239 h 822973"/>
              <a:gd name="connsiteX688" fmla="*/ 366774 w 822962"/>
              <a:gd name="connsiteY688" fmla="*/ 172118 h 822973"/>
              <a:gd name="connsiteX689" fmla="*/ 359943 w 822962"/>
              <a:gd name="connsiteY689" fmla="*/ 176496 h 822973"/>
              <a:gd name="connsiteX690" fmla="*/ 345724 w 822962"/>
              <a:gd name="connsiteY690" fmla="*/ 177410 h 822973"/>
              <a:gd name="connsiteX691" fmla="*/ 332356 w 822962"/>
              <a:gd name="connsiteY691" fmla="*/ 169692 h 822973"/>
              <a:gd name="connsiteX692" fmla="*/ 332356 w 822962"/>
              <a:gd name="connsiteY692" fmla="*/ 169674 h 822973"/>
              <a:gd name="connsiteX693" fmla="*/ 328132 w 822962"/>
              <a:gd name="connsiteY693" fmla="*/ 169171 h 822973"/>
              <a:gd name="connsiteX694" fmla="*/ 324730 w 822962"/>
              <a:gd name="connsiteY694" fmla="*/ 171704 h 822973"/>
              <a:gd name="connsiteX695" fmla="*/ 300744 w 822962"/>
              <a:gd name="connsiteY695" fmla="*/ 213254 h 822973"/>
              <a:gd name="connsiteX696" fmla="*/ 300232 w 822962"/>
              <a:gd name="connsiteY696" fmla="*/ 217534 h 822973"/>
              <a:gd name="connsiteX697" fmla="*/ 302418 w 822962"/>
              <a:gd name="connsiteY697" fmla="*/ 220716 h 822973"/>
              <a:gd name="connsiteX698" fmla="*/ 302819 w 822962"/>
              <a:gd name="connsiteY698" fmla="*/ 220936 h 822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Lst>
            <a:rect l="l" t="t" r="r" b="b"/>
            <a:pathLst>
              <a:path w="822962" h="822973">
                <a:moveTo>
                  <a:pt x="296483" y="246901"/>
                </a:moveTo>
                <a:lnTo>
                  <a:pt x="289935" y="243115"/>
                </a:lnTo>
                <a:cubicBezTo>
                  <a:pt x="289634" y="242943"/>
                  <a:pt x="289340" y="242749"/>
                  <a:pt x="289057" y="242559"/>
                </a:cubicBezTo>
                <a:cubicBezTo>
                  <a:pt x="282071" y="238198"/>
                  <a:pt x="277371" y="231522"/>
                  <a:pt x="275394" y="224143"/>
                </a:cubicBezTo>
                <a:cubicBezTo>
                  <a:pt x="273328" y="216451"/>
                  <a:pt x="274215" y="207947"/>
                  <a:pt x="278522" y="200470"/>
                </a:cubicBezTo>
                <a:lnTo>
                  <a:pt x="302653" y="158673"/>
                </a:lnTo>
                <a:cubicBezTo>
                  <a:pt x="306997" y="151303"/>
                  <a:pt x="313872" y="146365"/>
                  <a:pt x="321480" y="144326"/>
                </a:cubicBezTo>
                <a:cubicBezTo>
                  <a:pt x="329115" y="142278"/>
                  <a:pt x="337565" y="143138"/>
                  <a:pt x="345016" y="147380"/>
                </a:cubicBezTo>
                <a:lnTo>
                  <a:pt x="345189" y="147473"/>
                </a:lnTo>
                <a:lnTo>
                  <a:pt x="345189" y="147454"/>
                </a:lnTo>
                <a:lnTo>
                  <a:pt x="351716" y="151222"/>
                </a:lnTo>
                <a:cubicBezTo>
                  <a:pt x="352467" y="150774"/>
                  <a:pt x="353217" y="150327"/>
                  <a:pt x="353985" y="149887"/>
                </a:cubicBezTo>
                <a:cubicBezTo>
                  <a:pt x="354744" y="149448"/>
                  <a:pt x="355493" y="149017"/>
                  <a:pt x="356226" y="148616"/>
                </a:cubicBezTo>
                <a:lnTo>
                  <a:pt x="356226" y="141043"/>
                </a:lnTo>
                <a:cubicBezTo>
                  <a:pt x="356226" y="132420"/>
                  <a:pt x="359747" y="124613"/>
                  <a:pt x="365396" y="118942"/>
                </a:cubicBezTo>
                <a:cubicBezTo>
                  <a:pt x="371058" y="113280"/>
                  <a:pt x="378875" y="109771"/>
                  <a:pt x="387497" y="109771"/>
                </a:cubicBezTo>
                <a:lnTo>
                  <a:pt x="435468" y="109771"/>
                </a:lnTo>
                <a:cubicBezTo>
                  <a:pt x="444099" y="109771"/>
                  <a:pt x="451907" y="113292"/>
                  <a:pt x="457578" y="118942"/>
                </a:cubicBezTo>
                <a:cubicBezTo>
                  <a:pt x="463239" y="124612"/>
                  <a:pt x="466748" y="132420"/>
                  <a:pt x="466748" y="141043"/>
                </a:cubicBezTo>
                <a:lnTo>
                  <a:pt x="466748" y="148642"/>
                </a:lnTo>
                <a:cubicBezTo>
                  <a:pt x="467499" y="149044"/>
                  <a:pt x="468240" y="149464"/>
                  <a:pt x="468969" y="149895"/>
                </a:cubicBezTo>
                <a:lnTo>
                  <a:pt x="469005" y="149913"/>
                </a:lnTo>
                <a:lnTo>
                  <a:pt x="469023" y="149895"/>
                </a:lnTo>
                <a:cubicBezTo>
                  <a:pt x="469773" y="150333"/>
                  <a:pt x="470523" y="150774"/>
                  <a:pt x="471264" y="151220"/>
                </a:cubicBezTo>
                <a:lnTo>
                  <a:pt x="477800" y="147443"/>
                </a:lnTo>
                <a:cubicBezTo>
                  <a:pt x="485281" y="143126"/>
                  <a:pt x="493793" y="142257"/>
                  <a:pt x="501502" y="144323"/>
                </a:cubicBezTo>
                <a:cubicBezTo>
                  <a:pt x="509221" y="146389"/>
                  <a:pt x="516168" y="151411"/>
                  <a:pt x="520475" y="158861"/>
                </a:cubicBezTo>
                <a:cubicBezTo>
                  <a:pt x="520603" y="159098"/>
                  <a:pt x="520740" y="159337"/>
                  <a:pt x="520859" y="159584"/>
                </a:cubicBezTo>
                <a:lnTo>
                  <a:pt x="544460" y="200467"/>
                </a:lnTo>
                <a:cubicBezTo>
                  <a:pt x="548776" y="207938"/>
                  <a:pt x="549655" y="216442"/>
                  <a:pt x="547589" y="224131"/>
                </a:cubicBezTo>
                <a:cubicBezTo>
                  <a:pt x="545523" y="231849"/>
                  <a:pt x="540511" y="238796"/>
                  <a:pt x="533039" y="243103"/>
                </a:cubicBezTo>
                <a:lnTo>
                  <a:pt x="526482" y="246898"/>
                </a:lnTo>
                <a:cubicBezTo>
                  <a:pt x="526508" y="247767"/>
                  <a:pt x="526508" y="248645"/>
                  <a:pt x="526508" y="249523"/>
                </a:cubicBezTo>
                <a:cubicBezTo>
                  <a:pt x="526508" y="250392"/>
                  <a:pt x="526508" y="251271"/>
                  <a:pt x="526482" y="252139"/>
                </a:cubicBezTo>
                <a:lnTo>
                  <a:pt x="533039" y="255917"/>
                </a:lnTo>
                <a:cubicBezTo>
                  <a:pt x="540510" y="260224"/>
                  <a:pt x="545520" y="267165"/>
                  <a:pt x="547589" y="274889"/>
                </a:cubicBezTo>
                <a:cubicBezTo>
                  <a:pt x="549646" y="282581"/>
                  <a:pt x="548768" y="291084"/>
                  <a:pt x="544460" y="298553"/>
                </a:cubicBezTo>
                <a:lnTo>
                  <a:pt x="520457" y="340138"/>
                </a:lnTo>
                <a:lnTo>
                  <a:pt x="520484" y="340138"/>
                </a:lnTo>
                <a:cubicBezTo>
                  <a:pt x="516177" y="347600"/>
                  <a:pt x="509227" y="352619"/>
                  <a:pt x="501512" y="354688"/>
                </a:cubicBezTo>
                <a:cubicBezTo>
                  <a:pt x="493868" y="356745"/>
                  <a:pt x="485427" y="355885"/>
                  <a:pt x="477985" y="351643"/>
                </a:cubicBezTo>
                <a:lnTo>
                  <a:pt x="477804" y="351551"/>
                </a:lnTo>
                <a:lnTo>
                  <a:pt x="477804" y="351569"/>
                </a:lnTo>
                <a:lnTo>
                  <a:pt x="471267" y="347800"/>
                </a:lnTo>
                <a:cubicBezTo>
                  <a:pt x="470517" y="348259"/>
                  <a:pt x="469767" y="348696"/>
                  <a:pt x="468999" y="349146"/>
                </a:cubicBezTo>
                <a:cubicBezTo>
                  <a:pt x="468240" y="349583"/>
                  <a:pt x="467499" y="350006"/>
                  <a:pt x="466758" y="350408"/>
                </a:cubicBezTo>
                <a:lnTo>
                  <a:pt x="466758" y="357980"/>
                </a:lnTo>
                <a:cubicBezTo>
                  <a:pt x="466758" y="366603"/>
                  <a:pt x="463245" y="374432"/>
                  <a:pt x="457587" y="380091"/>
                </a:cubicBezTo>
                <a:cubicBezTo>
                  <a:pt x="451917" y="385752"/>
                  <a:pt x="444100" y="389261"/>
                  <a:pt x="435477" y="389261"/>
                </a:cubicBezTo>
                <a:lnTo>
                  <a:pt x="387507" y="389261"/>
                </a:lnTo>
                <a:cubicBezTo>
                  <a:pt x="378884" y="389261"/>
                  <a:pt x="371055" y="385740"/>
                  <a:pt x="365405" y="380091"/>
                </a:cubicBezTo>
                <a:cubicBezTo>
                  <a:pt x="359744" y="374420"/>
                  <a:pt x="356235" y="366604"/>
                  <a:pt x="356235" y="357980"/>
                </a:cubicBezTo>
                <a:lnTo>
                  <a:pt x="356235" y="350390"/>
                </a:lnTo>
                <a:cubicBezTo>
                  <a:pt x="355493" y="349988"/>
                  <a:pt x="354753" y="349569"/>
                  <a:pt x="354023" y="349137"/>
                </a:cubicBezTo>
                <a:lnTo>
                  <a:pt x="353988" y="349119"/>
                </a:lnTo>
                <a:lnTo>
                  <a:pt x="353969" y="349137"/>
                </a:lnTo>
                <a:cubicBezTo>
                  <a:pt x="353210" y="348699"/>
                  <a:pt x="352470" y="348259"/>
                  <a:pt x="351728" y="347812"/>
                </a:cubicBezTo>
                <a:lnTo>
                  <a:pt x="345201" y="351572"/>
                </a:lnTo>
                <a:cubicBezTo>
                  <a:pt x="344900" y="351753"/>
                  <a:pt x="344588" y="351911"/>
                  <a:pt x="344269" y="352066"/>
                </a:cubicBezTo>
                <a:cubicBezTo>
                  <a:pt x="337018" y="355954"/>
                  <a:pt x="328880" y="356683"/>
                  <a:pt x="321484" y="354700"/>
                </a:cubicBezTo>
                <a:cubicBezTo>
                  <a:pt x="313765" y="352634"/>
                  <a:pt x="306818" y="347613"/>
                  <a:pt x="302511" y="340163"/>
                </a:cubicBezTo>
                <a:cubicBezTo>
                  <a:pt x="302383" y="339924"/>
                  <a:pt x="302255" y="339686"/>
                  <a:pt x="302137" y="339448"/>
                </a:cubicBezTo>
                <a:lnTo>
                  <a:pt x="278527" y="298565"/>
                </a:lnTo>
                <a:cubicBezTo>
                  <a:pt x="274211" y="291094"/>
                  <a:pt x="273332" y="282590"/>
                  <a:pt x="275398" y="274901"/>
                </a:cubicBezTo>
                <a:cubicBezTo>
                  <a:pt x="277464" y="267174"/>
                  <a:pt x="282485" y="260236"/>
                  <a:pt x="289935" y="255929"/>
                </a:cubicBezTo>
                <a:lnTo>
                  <a:pt x="296493" y="252143"/>
                </a:lnTo>
                <a:cubicBezTo>
                  <a:pt x="296475" y="251274"/>
                  <a:pt x="296467" y="250387"/>
                  <a:pt x="296467" y="249517"/>
                </a:cubicBezTo>
                <a:cubicBezTo>
                  <a:pt x="296467" y="248649"/>
                  <a:pt x="296467" y="247770"/>
                  <a:pt x="296484" y="246901"/>
                </a:cubicBezTo>
                <a:close/>
                <a:moveTo>
                  <a:pt x="118069" y="116203"/>
                </a:moveTo>
                <a:lnTo>
                  <a:pt x="117759" y="116751"/>
                </a:lnTo>
                <a:lnTo>
                  <a:pt x="117694" y="116861"/>
                </a:lnTo>
                <a:cubicBezTo>
                  <a:pt x="115545" y="120847"/>
                  <a:pt x="115098" y="125374"/>
                  <a:pt x="116158" y="129544"/>
                </a:cubicBezTo>
                <a:cubicBezTo>
                  <a:pt x="117265" y="133896"/>
                  <a:pt x="120016" y="137828"/>
                  <a:pt x="124185" y="140317"/>
                </a:cubicBezTo>
                <a:lnTo>
                  <a:pt x="124203" y="140317"/>
                </a:lnTo>
                <a:cubicBezTo>
                  <a:pt x="128346" y="142785"/>
                  <a:pt x="133127" y="143335"/>
                  <a:pt x="137526" y="142228"/>
                </a:cubicBezTo>
                <a:cubicBezTo>
                  <a:pt x="141878" y="141121"/>
                  <a:pt x="145810" y="138361"/>
                  <a:pt x="148299" y="134200"/>
                </a:cubicBezTo>
                <a:lnTo>
                  <a:pt x="148299" y="134183"/>
                </a:lnTo>
                <a:cubicBezTo>
                  <a:pt x="150778" y="130039"/>
                  <a:pt x="151317" y="125259"/>
                  <a:pt x="150209" y="120860"/>
                </a:cubicBezTo>
                <a:cubicBezTo>
                  <a:pt x="149102" y="116499"/>
                  <a:pt x="146352" y="112567"/>
                  <a:pt x="142181" y="110079"/>
                </a:cubicBezTo>
                <a:lnTo>
                  <a:pt x="141634" y="109769"/>
                </a:lnTo>
                <a:lnTo>
                  <a:pt x="141634" y="109787"/>
                </a:lnTo>
                <a:cubicBezTo>
                  <a:pt x="141634" y="109787"/>
                  <a:pt x="141524" y="109712"/>
                  <a:pt x="141524" y="109712"/>
                </a:cubicBezTo>
                <a:cubicBezTo>
                  <a:pt x="137529" y="107564"/>
                  <a:pt x="133011" y="107126"/>
                  <a:pt x="128840" y="108177"/>
                </a:cubicBezTo>
                <a:cubicBezTo>
                  <a:pt x="124488" y="109275"/>
                  <a:pt x="120557" y="112043"/>
                  <a:pt x="118068" y="116205"/>
                </a:cubicBezTo>
                <a:close/>
                <a:moveTo>
                  <a:pt x="91241" y="135762"/>
                </a:moveTo>
                <a:cubicBezTo>
                  <a:pt x="88633" y="125449"/>
                  <a:pt x="89842" y="114137"/>
                  <a:pt x="95429" y="104124"/>
                </a:cubicBezTo>
                <a:cubicBezTo>
                  <a:pt x="95694" y="103568"/>
                  <a:pt x="96006" y="103017"/>
                  <a:pt x="96361" y="102487"/>
                </a:cubicBezTo>
                <a:lnTo>
                  <a:pt x="96387" y="102505"/>
                </a:lnTo>
                <a:cubicBezTo>
                  <a:pt x="102522" y="92548"/>
                  <a:pt x="112068" y="85916"/>
                  <a:pt x="122611" y="83255"/>
                </a:cubicBezTo>
                <a:cubicBezTo>
                  <a:pt x="132925" y="80647"/>
                  <a:pt x="144236" y="81856"/>
                  <a:pt x="154240" y="87452"/>
                </a:cubicBezTo>
                <a:cubicBezTo>
                  <a:pt x="154796" y="87708"/>
                  <a:pt x="155347" y="88030"/>
                  <a:pt x="155886" y="88375"/>
                </a:cubicBezTo>
                <a:lnTo>
                  <a:pt x="155868" y="88402"/>
                </a:lnTo>
                <a:cubicBezTo>
                  <a:pt x="165825" y="94536"/>
                  <a:pt x="172448" y="104082"/>
                  <a:pt x="175106" y="114616"/>
                </a:cubicBezTo>
                <a:cubicBezTo>
                  <a:pt x="177812" y="125305"/>
                  <a:pt x="176421" y="137056"/>
                  <a:pt x="170287" y="147343"/>
                </a:cubicBezTo>
                <a:cubicBezTo>
                  <a:pt x="164160" y="157603"/>
                  <a:pt x="154466" y="164413"/>
                  <a:pt x="143733" y="167122"/>
                </a:cubicBezTo>
                <a:cubicBezTo>
                  <a:pt x="133053" y="169819"/>
                  <a:pt x="121293" y="168438"/>
                  <a:pt x="111014" y="162294"/>
                </a:cubicBezTo>
                <a:cubicBezTo>
                  <a:pt x="100745" y="156178"/>
                  <a:pt x="93935" y="146486"/>
                  <a:pt x="91226" y="135749"/>
                </a:cubicBezTo>
                <a:close/>
                <a:moveTo>
                  <a:pt x="110068" y="679785"/>
                </a:moveTo>
                <a:lnTo>
                  <a:pt x="109758" y="680332"/>
                </a:lnTo>
                <a:lnTo>
                  <a:pt x="109776" y="680332"/>
                </a:lnTo>
                <a:lnTo>
                  <a:pt x="109702" y="680442"/>
                </a:lnTo>
                <a:cubicBezTo>
                  <a:pt x="107552" y="684428"/>
                  <a:pt x="107115" y="688955"/>
                  <a:pt x="108166" y="693126"/>
                </a:cubicBezTo>
                <a:cubicBezTo>
                  <a:pt x="109273" y="697477"/>
                  <a:pt x="112032" y="701409"/>
                  <a:pt x="116202" y="703898"/>
                </a:cubicBezTo>
                <a:cubicBezTo>
                  <a:pt x="120345" y="706366"/>
                  <a:pt x="125126" y="706916"/>
                  <a:pt x="129525" y="705809"/>
                </a:cubicBezTo>
                <a:cubicBezTo>
                  <a:pt x="133886" y="704702"/>
                  <a:pt x="137818" y="701952"/>
                  <a:pt x="140298" y="697781"/>
                </a:cubicBezTo>
                <a:lnTo>
                  <a:pt x="140298" y="697764"/>
                </a:lnTo>
                <a:cubicBezTo>
                  <a:pt x="142777" y="693620"/>
                  <a:pt x="143325" y="688840"/>
                  <a:pt x="142209" y="684441"/>
                </a:cubicBezTo>
                <a:cubicBezTo>
                  <a:pt x="141110" y="680080"/>
                  <a:pt x="138351" y="676148"/>
                  <a:pt x="134181" y="673660"/>
                </a:cubicBezTo>
                <a:lnTo>
                  <a:pt x="133633" y="673350"/>
                </a:lnTo>
                <a:lnTo>
                  <a:pt x="133633" y="673368"/>
                </a:lnTo>
                <a:lnTo>
                  <a:pt x="133523" y="673294"/>
                </a:lnTo>
                <a:cubicBezTo>
                  <a:pt x="129537" y="671145"/>
                  <a:pt x="125010" y="670708"/>
                  <a:pt x="120848" y="671758"/>
                </a:cubicBezTo>
                <a:cubicBezTo>
                  <a:pt x="116488" y="672866"/>
                  <a:pt x="112556" y="675625"/>
                  <a:pt x="110068" y="679786"/>
                </a:cubicBezTo>
                <a:close/>
                <a:moveTo>
                  <a:pt x="83249" y="699344"/>
                </a:moveTo>
                <a:cubicBezTo>
                  <a:pt x="80641" y="689030"/>
                  <a:pt x="81850" y="677719"/>
                  <a:pt x="87437" y="667705"/>
                </a:cubicBezTo>
                <a:cubicBezTo>
                  <a:pt x="87702" y="667157"/>
                  <a:pt x="88024" y="666598"/>
                  <a:pt x="88369" y="666077"/>
                </a:cubicBezTo>
                <a:lnTo>
                  <a:pt x="88396" y="666077"/>
                </a:lnTo>
                <a:cubicBezTo>
                  <a:pt x="94530" y="656129"/>
                  <a:pt x="104076" y="649509"/>
                  <a:pt x="114619" y="646839"/>
                </a:cubicBezTo>
                <a:cubicBezTo>
                  <a:pt x="124933" y="644232"/>
                  <a:pt x="136244" y="645440"/>
                  <a:pt x="146257" y="651036"/>
                </a:cubicBezTo>
                <a:cubicBezTo>
                  <a:pt x="146814" y="651302"/>
                  <a:pt x="147364" y="651614"/>
                  <a:pt x="147894" y="651959"/>
                </a:cubicBezTo>
                <a:lnTo>
                  <a:pt x="147877" y="651986"/>
                </a:lnTo>
                <a:cubicBezTo>
                  <a:pt x="157842" y="658121"/>
                  <a:pt x="164456" y="667666"/>
                  <a:pt x="167126" y="678209"/>
                </a:cubicBezTo>
                <a:cubicBezTo>
                  <a:pt x="169823" y="688890"/>
                  <a:pt x="168433" y="700650"/>
                  <a:pt x="162307" y="710928"/>
                </a:cubicBezTo>
                <a:cubicBezTo>
                  <a:pt x="156182" y="721185"/>
                  <a:pt x="146487" y="727998"/>
                  <a:pt x="135762" y="730710"/>
                </a:cubicBezTo>
                <a:cubicBezTo>
                  <a:pt x="125074" y="733416"/>
                  <a:pt x="113313" y="732021"/>
                  <a:pt x="103035" y="725887"/>
                </a:cubicBezTo>
                <a:cubicBezTo>
                  <a:pt x="92775" y="719768"/>
                  <a:pt x="85956" y="710080"/>
                  <a:pt x="83247" y="699344"/>
                </a:cubicBezTo>
                <a:close/>
                <a:moveTo>
                  <a:pt x="673883" y="687997"/>
                </a:moveTo>
                <a:lnTo>
                  <a:pt x="673517" y="688544"/>
                </a:lnTo>
                <a:lnTo>
                  <a:pt x="673591" y="688544"/>
                </a:lnTo>
                <a:lnTo>
                  <a:pt x="673517" y="688654"/>
                </a:lnTo>
                <a:cubicBezTo>
                  <a:pt x="671341" y="692640"/>
                  <a:pt x="670900" y="697167"/>
                  <a:pt x="671915" y="701338"/>
                </a:cubicBezTo>
                <a:cubicBezTo>
                  <a:pt x="673076" y="705699"/>
                  <a:pt x="675838" y="709621"/>
                  <a:pt x="679982" y="712110"/>
                </a:cubicBezTo>
                <a:cubicBezTo>
                  <a:pt x="684125" y="714578"/>
                  <a:pt x="688915" y="715128"/>
                  <a:pt x="693278" y="714021"/>
                </a:cubicBezTo>
                <a:cubicBezTo>
                  <a:pt x="697639" y="712923"/>
                  <a:pt x="701636" y="710155"/>
                  <a:pt x="704104" y="705993"/>
                </a:cubicBezTo>
                <a:cubicBezTo>
                  <a:pt x="706571" y="701841"/>
                  <a:pt x="707083" y="697061"/>
                  <a:pt x="705997" y="692662"/>
                </a:cubicBezTo>
                <a:cubicBezTo>
                  <a:pt x="704908" y="688301"/>
                  <a:pt x="702148" y="684369"/>
                  <a:pt x="698005" y="681881"/>
                </a:cubicBezTo>
                <a:lnTo>
                  <a:pt x="697428" y="681571"/>
                </a:lnTo>
                <a:lnTo>
                  <a:pt x="697428" y="681589"/>
                </a:lnTo>
                <a:lnTo>
                  <a:pt x="697353" y="681515"/>
                </a:lnTo>
                <a:cubicBezTo>
                  <a:pt x="693359" y="679365"/>
                  <a:pt x="688787" y="678928"/>
                  <a:pt x="684643" y="679988"/>
                </a:cubicBezTo>
                <a:cubicBezTo>
                  <a:pt x="680282" y="681095"/>
                  <a:pt x="676369" y="683845"/>
                  <a:pt x="673889" y="688016"/>
                </a:cubicBezTo>
                <a:close/>
                <a:moveTo>
                  <a:pt x="647007" y="707556"/>
                </a:moveTo>
                <a:cubicBezTo>
                  <a:pt x="644390" y="697242"/>
                  <a:pt x="645626" y="685931"/>
                  <a:pt x="651222" y="675926"/>
                </a:cubicBezTo>
                <a:cubicBezTo>
                  <a:pt x="651514" y="675370"/>
                  <a:pt x="651799" y="674819"/>
                  <a:pt x="652163" y="674290"/>
                </a:cubicBezTo>
                <a:cubicBezTo>
                  <a:pt x="658336" y="664351"/>
                  <a:pt x="667855" y="657722"/>
                  <a:pt x="678377" y="655061"/>
                </a:cubicBezTo>
                <a:cubicBezTo>
                  <a:pt x="688691" y="652465"/>
                  <a:pt x="700019" y="653671"/>
                  <a:pt x="710042" y="659258"/>
                </a:cubicBezTo>
                <a:cubicBezTo>
                  <a:pt x="710554" y="659523"/>
                  <a:pt x="711131" y="659835"/>
                  <a:pt x="711643" y="660190"/>
                </a:cubicBezTo>
                <a:lnTo>
                  <a:pt x="711643" y="660208"/>
                </a:lnTo>
                <a:cubicBezTo>
                  <a:pt x="721588" y="666342"/>
                  <a:pt x="728202" y="675888"/>
                  <a:pt x="730892" y="686431"/>
                </a:cubicBezTo>
                <a:cubicBezTo>
                  <a:pt x="733582" y="697112"/>
                  <a:pt x="732203" y="708872"/>
                  <a:pt x="726099" y="719151"/>
                </a:cubicBezTo>
                <a:cubicBezTo>
                  <a:pt x="719927" y="729423"/>
                  <a:pt x="710262" y="736227"/>
                  <a:pt x="699520" y="738940"/>
                </a:cubicBezTo>
                <a:cubicBezTo>
                  <a:pt x="688839" y="741645"/>
                  <a:pt x="677079" y="740251"/>
                  <a:pt x="666840" y="734132"/>
                </a:cubicBezTo>
                <a:lnTo>
                  <a:pt x="666840" y="734109"/>
                </a:lnTo>
                <a:cubicBezTo>
                  <a:pt x="656526" y="727990"/>
                  <a:pt x="649769" y="718305"/>
                  <a:pt x="647007" y="707566"/>
                </a:cubicBezTo>
                <a:close/>
                <a:moveTo>
                  <a:pt x="681875" y="123993"/>
                </a:moveTo>
                <a:lnTo>
                  <a:pt x="681509" y="124532"/>
                </a:lnTo>
                <a:lnTo>
                  <a:pt x="681583" y="124532"/>
                </a:lnTo>
                <a:lnTo>
                  <a:pt x="681509" y="124651"/>
                </a:lnTo>
                <a:cubicBezTo>
                  <a:pt x="679333" y="128637"/>
                  <a:pt x="678892" y="133164"/>
                  <a:pt x="679982" y="137325"/>
                </a:cubicBezTo>
                <a:cubicBezTo>
                  <a:pt x="681071" y="141677"/>
                  <a:pt x="683830" y="145618"/>
                  <a:pt x="687974" y="148106"/>
                </a:cubicBezTo>
                <a:cubicBezTo>
                  <a:pt x="692117" y="150574"/>
                  <a:pt x="696907" y="151124"/>
                  <a:pt x="701342" y="150017"/>
                </a:cubicBezTo>
                <a:cubicBezTo>
                  <a:pt x="705702" y="148910"/>
                  <a:pt x="709616" y="146138"/>
                  <a:pt x="712096" y="141989"/>
                </a:cubicBezTo>
                <a:cubicBezTo>
                  <a:pt x="714563" y="137846"/>
                  <a:pt x="715141" y="133056"/>
                  <a:pt x="713988" y="128657"/>
                </a:cubicBezTo>
                <a:cubicBezTo>
                  <a:pt x="712899" y="124306"/>
                  <a:pt x="710140" y="120364"/>
                  <a:pt x="705997" y="117877"/>
                </a:cubicBezTo>
                <a:lnTo>
                  <a:pt x="705411" y="117567"/>
                </a:lnTo>
                <a:lnTo>
                  <a:pt x="705336" y="117514"/>
                </a:lnTo>
                <a:cubicBezTo>
                  <a:pt x="701342" y="115364"/>
                  <a:pt x="696770" y="114918"/>
                  <a:pt x="692626" y="115968"/>
                </a:cubicBezTo>
                <a:cubicBezTo>
                  <a:pt x="688265" y="117076"/>
                  <a:pt x="684351" y="119835"/>
                  <a:pt x="681872" y="124005"/>
                </a:cubicBezTo>
                <a:close/>
                <a:moveTo>
                  <a:pt x="654999" y="143552"/>
                </a:moveTo>
                <a:cubicBezTo>
                  <a:pt x="652457" y="133238"/>
                  <a:pt x="653618" y="121927"/>
                  <a:pt x="659214" y="111914"/>
                </a:cubicBezTo>
                <a:cubicBezTo>
                  <a:pt x="659505" y="111358"/>
                  <a:pt x="659791" y="110807"/>
                  <a:pt x="660155" y="110285"/>
                </a:cubicBezTo>
                <a:cubicBezTo>
                  <a:pt x="666328" y="100338"/>
                  <a:pt x="675847" y="93718"/>
                  <a:pt x="686369" y="91048"/>
                </a:cubicBezTo>
                <a:cubicBezTo>
                  <a:pt x="696683" y="88440"/>
                  <a:pt x="708011" y="89649"/>
                  <a:pt x="718037" y="95236"/>
                </a:cubicBezTo>
                <a:cubicBezTo>
                  <a:pt x="718624" y="95501"/>
                  <a:pt x="719127" y="95823"/>
                  <a:pt x="719637" y="96168"/>
                </a:cubicBezTo>
                <a:lnTo>
                  <a:pt x="719637" y="96195"/>
                </a:lnTo>
                <a:cubicBezTo>
                  <a:pt x="729581" y="102320"/>
                  <a:pt x="736272" y="111875"/>
                  <a:pt x="738885" y="122409"/>
                </a:cubicBezTo>
                <a:cubicBezTo>
                  <a:pt x="741575" y="133097"/>
                  <a:pt x="740188" y="144849"/>
                  <a:pt x="734092" y="155128"/>
                </a:cubicBezTo>
                <a:lnTo>
                  <a:pt x="734092" y="155146"/>
                </a:lnTo>
                <a:cubicBezTo>
                  <a:pt x="727996" y="165406"/>
                  <a:pt x="718258" y="172208"/>
                  <a:pt x="707511" y="174925"/>
                </a:cubicBezTo>
                <a:cubicBezTo>
                  <a:pt x="696831" y="177630"/>
                  <a:pt x="685062" y="176231"/>
                  <a:pt x="674823" y="170106"/>
                </a:cubicBezTo>
                <a:cubicBezTo>
                  <a:pt x="664581" y="163989"/>
                  <a:pt x="657753" y="154285"/>
                  <a:pt x="654991" y="143551"/>
                </a:cubicBezTo>
                <a:close/>
                <a:moveTo>
                  <a:pt x="248594" y="719014"/>
                </a:moveTo>
                <a:lnTo>
                  <a:pt x="180442" y="725361"/>
                </a:lnTo>
                <a:cubicBezTo>
                  <a:pt x="173391" y="726001"/>
                  <a:pt x="168208" y="732234"/>
                  <a:pt x="168839" y="739283"/>
                </a:cubicBezTo>
                <a:cubicBezTo>
                  <a:pt x="168967" y="740723"/>
                  <a:pt x="169333" y="742095"/>
                  <a:pt x="169890" y="743344"/>
                </a:cubicBezTo>
                <a:lnTo>
                  <a:pt x="197375" y="804960"/>
                </a:lnTo>
                <a:cubicBezTo>
                  <a:pt x="200266" y="811421"/>
                  <a:pt x="207844" y="814325"/>
                  <a:pt x="214309" y="811444"/>
                </a:cubicBezTo>
                <a:cubicBezTo>
                  <a:pt x="220774" y="808564"/>
                  <a:pt x="223673" y="800975"/>
                  <a:pt x="220783" y="794505"/>
                </a:cubicBezTo>
                <a:lnTo>
                  <a:pt x="210195" y="770769"/>
                </a:lnTo>
                <a:cubicBezTo>
                  <a:pt x="275912" y="807482"/>
                  <a:pt x="347637" y="824254"/>
                  <a:pt x="418175" y="822897"/>
                </a:cubicBezTo>
                <a:cubicBezTo>
                  <a:pt x="494939" y="821419"/>
                  <a:pt x="570316" y="798483"/>
                  <a:pt x="635048" y="756451"/>
                </a:cubicBezTo>
                <a:cubicBezTo>
                  <a:pt x="640974" y="752603"/>
                  <a:pt x="642639" y="744655"/>
                  <a:pt x="638826" y="738719"/>
                </a:cubicBezTo>
                <a:cubicBezTo>
                  <a:pt x="634968" y="732776"/>
                  <a:pt x="627030" y="731091"/>
                  <a:pt x="621085" y="734947"/>
                </a:cubicBezTo>
                <a:cubicBezTo>
                  <a:pt x="560369" y="774381"/>
                  <a:pt x="489717" y="795892"/>
                  <a:pt x="417784" y="797286"/>
                </a:cubicBezTo>
                <a:cubicBezTo>
                  <a:pt x="350934" y="798574"/>
                  <a:pt x="282978" y="782504"/>
                  <a:pt x="220830" y="747345"/>
                </a:cubicBezTo>
                <a:lnTo>
                  <a:pt x="250896" y="744541"/>
                </a:lnTo>
                <a:cubicBezTo>
                  <a:pt x="257947" y="743901"/>
                  <a:pt x="263138" y="737675"/>
                  <a:pt x="262499" y="730627"/>
                </a:cubicBezTo>
                <a:cubicBezTo>
                  <a:pt x="261859" y="723586"/>
                  <a:pt x="255623" y="718381"/>
                  <a:pt x="248580" y="719021"/>
                </a:cubicBezTo>
                <a:close/>
                <a:moveTo>
                  <a:pt x="602650" y="28223"/>
                </a:moveTo>
                <a:lnTo>
                  <a:pt x="613404" y="53471"/>
                </a:lnTo>
                <a:cubicBezTo>
                  <a:pt x="547155" y="15925"/>
                  <a:pt x="474720" y="-1256"/>
                  <a:pt x="403457" y="71"/>
                </a:cubicBezTo>
                <a:cubicBezTo>
                  <a:pt x="326793" y="1497"/>
                  <a:pt x="251507" y="24321"/>
                  <a:pt x="186790" y="66201"/>
                </a:cubicBezTo>
                <a:cubicBezTo>
                  <a:pt x="180855" y="70060"/>
                  <a:pt x="179164" y="77997"/>
                  <a:pt x="183022" y="83942"/>
                </a:cubicBezTo>
                <a:cubicBezTo>
                  <a:pt x="186889" y="89877"/>
                  <a:pt x="194827" y="91559"/>
                  <a:pt x="200762" y="87710"/>
                </a:cubicBezTo>
                <a:cubicBezTo>
                  <a:pt x="261443" y="48428"/>
                  <a:pt x="332017" y="27030"/>
                  <a:pt x="403858" y="25696"/>
                </a:cubicBezTo>
                <a:cubicBezTo>
                  <a:pt x="471022" y="24452"/>
                  <a:pt x="539296" y="40728"/>
                  <a:pt x="601666" y="76289"/>
                </a:cubicBezTo>
                <a:lnTo>
                  <a:pt x="573037" y="78465"/>
                </a:lnTo>
                <a:cubicBezTo>
                  <a:pt x="565959" y="78986"/>
                  <a:pt x="560667" y="85159"/>
                  <a:pt x="561188" y="92226"/>
                </a:cubicBezTo>
                <a:cubicBezTo>
                  <a:pt x="561717" y="99304"/>
                  <a:pt x="567882" y="104606"/>
                  <a:pt x="574949" y="104076"/>
                </a:cubicBezTo>
                <a:lnTo>
                  <a:pt x="642213" y="98983"/>
                </a:lnTo>
                <a:lnTo>
                  <a:pt x="642213" y="98965"/>
                </a:lnTo>
                <a:lnTo>
                  <a:pt x="642358" y="98947"/>
                </a:lnTo>
                <a:cubicBezTo>
                  <a:pt x="643665" y="98828"/>
                  <a:pt x="645046" y="98510"/>
                  <a:pt x="646282" y="97968"/>
                </a:cubicBezTo>
                <a:cubicBezTo>
                  <a:pt x="652818" y="95196"/>
                  <a:pt x="655862" y="87663"/>
                  <a:pt x="653038" y="81144"/>
                </a:cubicBezTo>
                <a:lnTo>
                  <a:pt x="626264" y="18169"/>
                </a:lnTo>
                <a:cubicBezTo>
                  <a:pt x="623483" y="11650"/>
                  <a:pt x="615959" y="8614"/>
                  <a:pt x="609428" y="11394"/>
                </a:cubicBezTo>
                <a:cubicBezTo>
                  <a:pt x="602919" y="14174"/>
                  <a:pt x="599874" y="21699"/>
                  <a:pt x="602644" y="28218"/>
                </a:cubicBezTo>
                <a:close/>
                <a:moveTo>
                  <a:pt x="28223" y="219295"/>
                </a:moveTo>
                <a:lnTo>
                  <a:pt x="53471" y="208541"/>
                </a:lnTo>
                <a:cubicBezTo>
                  <a:pt x="16044" y="274597"/>
                  <a:pt x="-1146" y="346813"/>
                  <a:pt x="59" y="417893"/>
                </a:cubicBezTo>
                <a:cubicBezTo>
                  <a:pt x="1366" y="494367"/>
                  <a:pt x="23943" y="569485"/>
                  <a:pt x="65493" y="634103"/>
                </a:cubicBezTo>
                <a:cubicBezTo>
                  <a:pt x="69323" y="640064"/>
                  <a:pt x="77271" y="641803"/>
                  <a:pt x="83233" y="637969"/>
                </a:cubicBezTo>
                <a:cubicBezTo>
                  <a:pt x="89195" y="634138"/>
                  <a:pt x="90933" y="626191"/>
                  <a:pt x="87099" y="620229"/>
                </a:cubicBezTo>
                <a:cubicBezTo>
                  <a:pt x="48092" y="559575"/>
                  <a:pt x="26905" y="489142"/>
                  <a:pt x="25687" y="417491"/>
                </a:cubicBezTo>
                <a:cubicBezTo>
                  <a:pt x="24544" y="350521"/>
                  <a:pt x="40828" y="282465"/>
                  <a:pt x="76288" y="220286"/>
                </a:cubicBezTo>
                <a:lnTo>
                  <a:pt x="78464" y="248905"/>
                </a:lnTo>
                <a:cubicBezTo>
                  <a:pt x="78994" y="255984"/>
                  <a:pt x="85159" y="261285"/>
                  <a:pt x="92225" y="260755"/>
                </a:cubicBezTo>
                <a:cubicBezTo>
                  <a:pt x="99304" y="260226"/>
                  <a:pt x="104605" y="254070"/>
                  <a:pt x="104075" y="246994"/>
                </a:cubicBezTo>
                <a:lnTo>
                  <a:pt x="98982" y="179721"/>
                </a:lnTo>
                <a:lnTo>
                  <a:pt x="98964" y="179721"/>
                </a:lnTo>
                <a:lnTo>
                  <a:pt x="98964" y="179593"/>
                </a:lnTo>
                <a:lnTo>
                  <a:pt x="98964" y="179585"/>
                </a:lnTo>
                <a:cubicBezTo>
                  <a:pt x="98845" y="178260"/>
                  <a:pt x="98515" y="176941"/>
                  <a:pt x="97976" y="175661"/>
                </a:cubicBezTo>
                <a:cubicBezTo>
                  <a:pt x="95205" y="169142"/>
                  <a:pt x="87672" y="166107"/>
                  <a:pt x="81153" y="168878"/>
                </a:cubicBezTo>
                <a:lnTo>
                  <a:pt x="18177" y="195688"/>
                </a:lnTo>
                <a:cubicBezTo>
                  <a:pt x="11658" y="198460"/>
                  <a:pt x="8622" y="205993"/>
                  <a:pt x="11394" y="212524"/>
                </a:cubicBezTo>
                <a:cubicBezTo>
                  <a:pt x="14174" y="219034"/>
                  <a:pt x="21707" y="222078"/>
                  <a:pt x="28217" y="219298"/>
                </a:cubicBezTo>
                <a:close/>
                <a:moveTo>
                  <a:pt x="718989" y="573366"/>
                </a:moveTo>
                <a:lnTo>
                  <a:pt x="725314" y="641508"/>
                </a:lnTo>
                <a:cubicBezTo>
                  <a:pt x="725962" y="648548"/>
                  <a:pt x="732203" y="653742"/>
                  <a:pt x="739259" y="653102"/>
                </a:cubicBezTo>
                <a:cubicBezTo>
                  <a:pt x="740706" y="652974"/>
                  <a:pt x="742093" y="652609"/>
                  <a:pt x="743328" y="652052"/>
                </a:cubicBezTo>
                <a:lnTo>
                  <a:pt x="804920" y="624566"/>
                </a:lnTo>
                <a:cubicBezTo>
                  <a:pt x="811382" y="621685"/>
                  <a:pt x="814293" y="614098"/>
                  <a:pt x="811382" y="607632"/>
                </a:cubicBezTo>
                <a:cubicBezTo>
                  <a:pt x="808547" y="601167"/>
                  <a:pt x="800927" y="598268"/>
                  <a:pt x="794458" y="601149"/>
                </a:cubicBezTo>
                <a:lnTo>
                  <a:pt x="771141" y="611547"/>
                </a:lnTo>
                <a:cubicBezTo>
                  <a:pt x="807816" y="545663"/>
                  <a:pt x="824458" y="473762"/>
                  <a:pt x="822858" y="403094"/>
                </a:cubicBezTo>
                <a:cubicBezTo>
                  <a:pt x="821189" y="325979"/>
                  <a:pt x="797795" y="250305"/>
                  <a:pt x="755169" y="185459"/>
                </a:cubicBezTo>
                <a:cubicBezTo>
                  <a:pt x="751313" y="179542"/>
                  <a:pt x="743396" y="177908"/>
                  <a:pt x="737445" y="181792"/>
                </a:cubicBezTo>
                <a:cubicBezTo>
                  <a:pt x="731562" y="185679"/>
                  <a:pt x="729894" y="193616"/>
                  <a:pt x="733810" y="199524"/>
                </a:cubicBezTo>
                <a:cubicBezTo>
                  <a:pt x="773762" y="260332"/>
                  <a:pt x="795700" y="331289"/>
                  <a:pt x="797300" y="403588"/>
                </a:cubicBezTo>
                <a:cubicBezTo>
                  <a:pt x="798748" y="470778"/>
                  <a:pt x="782693" y="539132"/>
                  <a:pt x="747328" y="601609"/>
                </a:cubicBezTo>
                <a:lnTo>
                  <a:pt x="744494" y="571039"/>
                </a:lnTo>
                <a:cubicBezTo>
                  <a:pt x="743907" y="563999"/>
                  <a:pt x="737666" y="558806"/>
                  <a:pt x="730625" y="559446"/>
                </a:cubicBezTo>
                <a:cubicBezTo>
                  <a:pt x="723569" y="560086"/>
                  <a:pt x="718342" y="566313"/>
                  <a:pt x="718997" y="573364"/>
                </a:cubicBezTo>
                <a:close/>
                <a:moveTo>
                  <a:pt x="579150" y="481415"/>
                </a:moveTo>
                <a:cubicBezTo>
                  <a:pt x="573333" y="475591"/>
                  <a:pt x="565699" y="472682"/>
                  <a:pt x="558073" y="472682"/>
                </a:cubicBezTo>
                <a:cubicBezTo>
                  <a:pt x="550446" y="472682"/>
                  <a:pt x="542812" y="475599"/>
                  <a:pt x="536996" y="481415"/>
                </a:cubicBezTo>
                <a:cubicBezTo>
                  <a:pt x="531179" y="487232"/>
                  <a:pt x="528262" y="494866"/>
                  <a:pt x="528262" y="502492"/>
                </a:cubicBezTo>
                <a:cubicBezTo>
                  <a:pt x="528262" y="510118"/>
                  <a:pt x="531179" y="517744"/>
                  <a:pt x="536996" y="523569"/>
                </a:cubicBezTo>
                <a:cubicBezTo>
                  <a:pt x="542812" y="529386"/>
                  <a:pt x="550446" y="532293"/>
                  <a:pt x="558073" y="532293"/>
                </a:cubicBezTo>
                <a:cubicBezTo>
                  <a:pt x="565699" y="532293"/>
                  <a:pt x="573333" y="529386"/>
                  <a:pt x="579150" y="523569"/>
                </a:cubicBezTo>
                <a:cubicBezTo>
                  <a:pt x="584966" y="517744"/>
                  <a:pt x="587883" y="510118"/>
                  <a:pt x="587883" y="502492"/>
                </a:cubicBezTo>
                <a:cubicBezTo>
                  <a:pt x="587883" y="494866"/>
                  <a:pt x="584966" y="487232"/>
                  <a:pt x="579150" y="481415"/>
                </a:cubicBezTo>
                <a:close/>
                <a:moveTo>
                  <a:pt x="558073" y="446961"/>
                </a:moveTo>
                <a:cubicBezTo>
                  <a:pt x="572292" y="446961"/>
                  <a:pt x="586493" y="452385"/>
                  <a:pt x="597336" y="463229"/>
                </a:cubicBezTo>
                <a:cubicBezTo>
                  <a:pt x="608179" y="474072"/>
                  <a:pt x="613603" y="488282"/>
                  <a:pt x="613603" y="502492"/>
                </a:cubicBezTo>
                <a:cubicBezTo>
                  <a:pt x="613603" y="516702"/>
                  <a:pt x="608171" y="530903"/>
                  <a:pt x="597336" y="541747"/>
                </a:cubicBezTo>
                <a:cubicBezTo>
                  <a:pt x="586493" y="552591"/>
                  <a:pt x="572282" y="558015"/>
                  <a:pt x="558073" y="558015"/>
                </a:cubicBezTo>
                <a:cubicBezTo>
                  <a:pt x="543863" y="558015"/>
                  <a:pt x="529652" y="552591"/>
                  <a:pt x="518809" y="541747"/>
                </a:cubicBezTo>
                <a:cubicBezTo>
                  <a:pt x="507974" y="530904"/>
                  <a:pt x="502542" y="516703"/>
                  <a:pt x="502542" y="502492"/>
                </a:cubicBezTo>
                <a:cubicBezTo>
                  <a:pt x="502542" y="488282"/>
                  <a:pt x="507965" y="474072"/>
                  <a:pt x="518809" y="463229"/>
                </a:cubicBezTo>
                <a:cubicBezTo>
                  <a:pt x="529652" y="452385"/>
                  <a:pt x="543872" y="446961"/>
                  <a:pt x="558073" y="446961"/>
                </a:cubicBezTo>
                <a:close/>
                <a:moveTo>
                  <a:pt x="286000" y="481415"/>
                </a:moveTo>
                <a:cubicBezTo>
                  <a:pt x="280176" y="475591"/>
                  <a:pt x="272550" y="472682"/>
                  <a:pt x="264924" y="472682"/>
                </a:cubicBezTo>
                <a:cubicBezTo>
                  <a:pt x="257297" y="472682"/>
                  <a:pt x="249663" y="475599"/>
                  <a:pt x="243847" y="481415"/>
                </a:cubicBezTo>
                <a:cubicBezTo>
                  <a:pt x="238021" y="487232"/>
                  <a:pt x="235113" y="494866"/>
                  <a:pt x="235113" y="502492"/>
                </a:cubicBezTo>
                <a:cubicBezTo>
                  <a:pt x="235113" y="510118"/>
                  <a:pt x="238021" y="517744"/>
                  <a:pt x="243847" y="523569"/>
                </a:cubicBezTo>
                <a:cubicBezTo>
                  <a:pt x="249663" y="529386"/>
                  <a:pt x="257289" y="532293"/>
                  <a:pt x="264924" y="532293"/>
                </a:cubicBezTo>
                <a:cubicBezTo>
                  <a:pt x="272559" y="532293"/>
                  <a:pt x="280176" y="529386"/>
                  <a:pt x="286000" y="523569"/>
                </a:cubicBezTo>
                <a:cubicBezTo>
                  <a:pt x="291817" y="517744"/>
                  <a:pt x="294725" y="510118"/>
                  <a:pt x="294725" y="502492"/>
                </a:cubicBezTo>
                <a:cubicBezTo>
                  <a:pt x="294725" y="494866"/>
                  <a:pt x="291817" y="487232"/>
                  <a:pt x="286000" y="481415"/>
                </a:cubicBezTo>
                <a:close/>
                <a:moveTo>
                  <a:pt x="264924" y="446961"/>
                </a:moveTo>
                <a:cubicBezTo>
                  <a:pt x="279133" y="446961"/>
                  <a:pt x="293344" y="452385"/>
                  <a:pt x="304187" y="463229"/>
                </a:cubicBezTo>
                <a:cubicBezTo>
                  <a:pt x="315030" y="474072"/>
                  <a:pt x="320454" y="488282"/>
                  <a:pt x="320454" y="502492"/>
                </a:cubicBezTo>
                <a:cubicBezTo>
                  <a:pt x="320454" y="516702"/>
                  <a:pt x="315031" y="530903"/>
                  <a:pt x="304187" y="541747"/>
                </a:cubicBezTo>
                <a:cubicBezTo>
                  <a:pt x="293344" y="552591"/>
                  <a:pt x="279133" y="558015"/>
                  <a:pt x="264924" y="558015"/>
                </a:cubicBezTo>
                <a:cubicBezTo>
                  <a:pt x="250714" y="558015"/>
                  <a:pt x="236503" y="552591"/>
                  <a:pt x="225660" y="541747"/>
                </a:cubicBezTo>
                <a:cubicBezTo>
                  <a:pt x="214817" y="530903"/>
                  <a:pt x="209393" y="516703"/>
                  <a:pt x="209393" y="502492"/>
                </a:cubicBezTo>
                <a:cubicBezTo>
                  <a:pt x="209393" y="488282"/>
                  <a:pt x="214808" y="474072"/>
                  <a:pt x="225660" y="463229"/>
                </a:cubicBezTo>
                <a:cubicBezTo>
                  <a:pt x="236503" y="452385"/>
                  <a:pt x="250714" y="446961"/>
                  <a:pt x="264924" y="446961"/>
                </a:cubicBezTo>
                <a:close/>
                <a:moveTo>
                  <a:pt x="432571" y="228443"/>
                </a:moveTo>
                <a:cubicBezTo>
                  <a:pt x="426755" y="222618"/>
                  <a:pt x="419129" y="219709"/>
                  <a:pt x="411494" y="219709"/>
                </a:cubicBezTo>
                <a:cubicBezTo>
                  <a:pt x="403860" y="219709"/>
                  <a:pt x="396234" y="222617"/>
                  <a:pt x="390417" y="228443"/>
                </a:cubicBezTo>
                <a:cubicBezTo>
                  <a:pt x="384601" y="234259"/>
                  <a:pt x="381693" y="241885"/>
                  <a:pt x="381693" y="249510"/>
                </a:cubicBezTo>
                <a:cubicBezTo>
                  <a:pt x="381693" y="257137"/>
                  <a:pt x="384601" y="264771"/>
                  <a:pt x="390417" y="270587"/>
                </a:cubicBezTo>
                <a:cubicBezTo>
                  <a:pt x="396234" y="276412"/>
                  <a:pt x="403868" y="279321"/>
                  <a:pt x="411494" y="279321"/>
                </a:cubicBezTo>
                <a:cubicBezTo>
                  <a:pt x="419120" y="279321"/>
                  <a:pt x="426755" y="276413"/>
                  <a:pt x="432571" y="270587"/>
                </a:cubicBezTo>
                <a:cubicBezTo>
                  <a:pt x="438387" y="264771"/>
                  <a:pt x="441304" y="257145"/>
                  <a:pt x="441304" y="249510"/>
                </a:cubicBezTo>
                <a:cubicBezTo>
                  <a:pt x="441304" y="241875"/>
                  <a:pt x="438387" y="234258"/>
                  <a:pt x="432571" y="228443"/>
                </a:cubicBezTo>
                <a:close/>
                <a:moveTo>
                  <a:pt x="450758" y="210256"/>
                </a:moveTo>
                <a:cubicBezTo>
                  <a:pt x="439915" y="199413"/>
                  <a:pt x="425704" y="193989"/>
                  <a:pt x="411494" y="193989"/>
                </a:cubicBezTo>
                <a:cubicBezTo>
                  <a:pt x="397284" y="193989"/>
                  <a:pt x="383074" y="199412"/>
                  <a:pt x="372239" y="210256"/>
                </a:cubicBezTo>
                <a:cubicBezTo>
                  <a:pt x="361396" y="221099"/>
                  <a:pt x="355972" y="235310"/>
                  <a:pt x="355972" y="249511"/>
                </a:cubicBezTo>
                <a:cubicBezTo>
                  <a:pt x="355972" y="263713"/>
                  <a:pt x="361404" y="277932"/>
                  <a:pt x="372239" y="288775"/>
                </a:cubicBezTo>
                <a:cubicBezTo>
                  <a:pt x="383074" y="299618"/>
                  <a:pt x="397293" y="305042"/>
                  <a:pt x="411494" y="305042"/>
                </a:cubicBezTo>
                <a:cubicBezTo>
                  <a:pt x="425696" y="305042"/>
                  <a:pt x="439915" y="299619"/>
                  <a:pt x="450758" y="288775"/>
                </a:cubicBezTo>
                <a:cubicBezTo>
                  <a:pt x="461601" y="277932"/>
                  <a:pt x="467025" y="263721"/>
                  <a:pt x="467025" y="249511"/>
                </a:cubicBezTo>
                <a:cubicBezTo>
                  <a:pt x="467025" y="235301"/>
                  <a:pt x="461602" y="221100"/>
                  <a:pt x="450758" y="210256"/>
                </a:cubicBezTo>
                <a:close/>
                <a:moveTo>
                  <a:pt x="443066" y="499862"/>
                </a:moveTo>
                <a:cubicBezTo>
                  <a:pt x="443040" y="500722"/>
                  <a:pt x="443040" y="501600"/>
                  <a:pt x="443040" y="502469"/>
                </a:cubicBezTo>
                <a:cubicBezTo>
                  <a:pt x="443040" y="503356"/>
                  <a:pt x="443057" y="504226"/>
                  <a:pt x="443075" y="505104"/>
                </a:cubicBezTo>
                <a:lnTo>
                  <a:pt x="436518" y="508890"/>
                </a:lnTo>
                <a:lnTo>
                  <a:pt x="436536" y="508907"/>
                </a:lnTo>
                <a:cubicBezTo>
                  <a:pt x="429055" y="513233"/>
                  <a:pt x="424038" y="520174"/>
                  <a:pt x="421969" y="527853"/>
                </a:cubicBezTo>
                <a:cubicBezTo>
                  <a:pt x="419911" y="535545"/>
                  <a:pt x="420790" y="544049"/>
                  <a:pt x="425106" y="551525"/>
                </a:cubicBezTo>
                <a:lnTo>
                  <a:pt x="448505" y="592052"/>
                </a:lnTo>
                <a:cubicBezTo>
                  <a:pt x="448778" y="592665"/>
                  <a:pt x="449109" y="593248"/>
                  <a:pt x="449493" y="593835"/>
                </a:cubicBezTo>
                <a:lnTo>
                  <a:pt x="449493" y="593816"/>
                </a:lnTo>
                <a:cubicBezTo>
                  <a:pt x="453836" y="600904"/>
                  <a:pt x="460584" y="605657"/>
                  <a:pt x="468064" y="607670"/>
                </a:cubicBezTo>
                <a:cubicBezTo>
                  <a:pt x="475296" y="609608"/>
                  <a:pt x="483253" y="608941"/>
                  <a:pt x="490394" y="605265"/>
                </a:cubicBezTo>
                <a:cubicBezTo>
                  <a:pt x="491117" y="604964"/>
                  <a:pt x="491811" y="604580"/>
                  <a:pt x="492486" y="604131"/>
                </a:cubicBezTo>
                <a:lnTo>
                  <a:pt x="498329" y="600747"/>
                </a:lnTo>
                <a:lnTo>
                  <a:pt x="499857" y="601660"/>
                </a:lnTo>
                <a:cubicBezTo>
                  <a:pt x="500086" y="601815"/>
                  <a:pt x="500306" y="601952"/>
                  <a:pt x="500541" y="602089"/>
                </a:cubicBezTo>
                <a:cubicBezTo>
                  <a:pt x="501291" y="602527"/>
                  <a:pt x="502041" y="602949"/>
                  <a:pt x="502818" y="603369"/>
                </a:cubicBezTo>
                <a:lnTo>
                  <a:pt x="502818" y="610942"/>
                </a:lnTo>
                <a:cubicBezTo>
                  <a:pt x="502818" y="619564"/>
                  <a:pt x="506330" y="627380"/>
                  <a:pt x="511989" y="633042"/>
                </a:cubicBezTo>
                <a:cubicBezTo>
                  <a:pt x="517650" y="638713"/>
                  <a:pt x="525467" y="642213"/>
                  <a:pt x="534089" y="642213"/>
                </a:cubicBezTo>
                <a:lnTo>
                  <a:pt x="582060" y="642213"/>
                </a:lnTo>
                <a:cubicBezTo>
                  <a:pt x="590682" y="642213"/>
                  <a:pt x="598512" y="638701"/>
                  <a:pt x="604161" y="633042"/>
                </a:cubicBezTo>
                <a:cubicBezTo>
                  <a:pt x="609831" y="627381"/>
                  <a:pt x="613331" y="619564"/>
                  <a:pt x="613331" y="610942"/>
                </a:cubicBezTo>
                <a:lnTo>
                  <a:pt x="613331" y="603369"/>
                </a:lnTo>
                <a:cubicBezTo>
                  <a:pt x="614064" y="602958"/>
                  <a:pt x="614814" y="602535"/>
                  <a:pt x="615564" y="602098"/>
                </a:cubicBezTo>
                <a:cubicBezTo>
                  <a:pt x="616332" y="601660"/>
                  <a:pt x="617091" y="601211"/>
                  <a:pt x="617842" y="600761"/>
                </a:cubicBezTo>
                <a:lnTo>
                  <a:pt x="624369" y="604529"/>
                </a:lnTo>
                <a:lnTo>
                  <a:pt x="624369" y="604512"/>
                </a:lnTo>
                <a:lnTo>
                  <a:pt x="624562" y="604613"/>
                </a:lnTo>
                <a:cubicBezTo>
                  <a:pt x="631998" y="608854"/>
                  <a:pt x="640446" y="609706"/>
                  <a:pt x="648098" y="607658"/>
                </a:cubicBezTo>
                <a:cubicBezTo>
                  <a:pt x="655798" y="605592"/>
                  <a:pt x="662776" y="600571"/>
                  <a:pt x="667053" y="593121"/>
                </a:cubicBezTo>
                <a:lnTo>
                  <a:pt x="667053" y="593102"/>
                </a:lnTo>
                <a:lnTo>
                  <a:pt x="691020" y="551517"/>
                </a:lnTo>
                <a:cubicBezTo>
                  <a:pt x="695381" y="544046"/>
                  <a:pt x="696250" y="535533"/>
                  <a:pt x="694148" y="527845"/>
                </a:cubicBezTo>
                <a:cubicBezTo>
                  <a:pt x="692184" y="520466"/>
                  <a:pt x="687463" y="513790"/>
                  <a:pt x="680498" y="509429"/>
                </a:cubicBezTo>
                <a:cubicBezTo>
                  <a:pt x="680207" y="509227"/>
                  <a:pt x="679921" y="509045"/>
                  <a:pt x="679629" y="508872"/>
                </a:cubicBezTo>
                <a:lnTo>
                  <a:pt x="673093" y="505086"/>
                </a:lnTo>
                <a:lnTo>
                  <a:pt x="673093" y="499838"/>
                </a:lnTo>
                <a:lnTo>
                  <a:pt x="679629" y="496053"/>
                </a:lnTo>
                <a:cubicBezTo>
                  <a:pt x="687109" y="491745"/>
                  <a:pt x="692119" y="484804"/>
                  <a:pt x="694157" y="477080"/>
                </a:cubicBezTo>
                <a:cubicBezTo>
                  <a:pt x="696261" y="469389"/>
                  <a:pt x="695393" y="460885"/>
                  <a:pt x="691029" y="453416"/>
                </a:cubicBezTo>
                <a:lnTo>
                  <a:pt x="667419" y="412542"/>
                </a:lnTo>
                <a:cubicBezTo>
                  <a:pt x="667345" y="412303"/>
                  <a:pt x="667199" y="412066"/>
                  <a:pt x="667053" y="411827"/>
                </a:cubicBezTo>
                <a:cubicBezTo>
                  <a:pt x="662764" y="404365"/>
                  <a:pt x="655796" y="399356"/>
                  <a:pt x="648098" y="397290"/>
                </a:cubicBezTo>
                <a:cubicBezTo>
                  <a:pt x="640692" y="395305"/>
                  <a:pt x="632555" y="396037"/>
                  <a:pt x="625304" y="399924"/>
                </a:cubicBezTo>
                <a:cubicBezTo>
                  <a:pt x="624982" y="400079"/>
                  <a:pt x="624673" y="400233"/>
                  <a:pt x="624372" y="400419"/>
                </a:cubicBezTo>
                <a:lnTo>
                  <a:pt x="617853" y="404177"/>
                </a:lnTo>
                <a:cubicBezTo>
                  <a:pt x="617103" y="403728"/>
                  <a:pt x="616353" y="403281"/>
                  <a:pt x="615612" y="402853"/>
                </a:cubicBezTo>
                <a:lnTo>
                  <a:pt x="615594" y="402880"/>
                </a:lnTo>
                <a:lnTo>
                  <a:pt x="615559" y="402853"/>
                </a:lnTo>
                <a:cubicBezTo>
                  <a:pt x="614817" y="402424"/>
                  <a:pt x="614076" y="402010"/>
                  <a:pt x="613338" y="401600"/>
                </a:cubicBezTo>
                <a:lnTo>
                  <a:pt x="613338" y="394009"/>
                </a:lnTo>
                <a:cubicBezTo>
                  <a:pt x="613338" y="385387"/>
                  <a:pt x="609825" y="377559"/>
                  <a:pt x="604167" y="371899"/>
                </a:cubicBezTo>
                <a:cubicBezTo>
                  <a:pt x="598506" y="366238"/>
                  <a:pt x="590689" y="362738"/>
                  <a:pt x="582066" y="362738"/>
                </a:cubicBezTo>
                <a:lnTo>
                  <a:pt x="534096" y="362738"/>
                </a:lnTo>
                <a:cubicBezTo>
                  <a:pt x="525473" y="362738"/>
                  <a:pt x="517645" y="366250"/>
                  <a:pt x="511995" y="371899"/>
                </a:cubicBezTo>
                <a:cubicBezTo>
                  <a:pt x="506324" y="377570"/>
                  <a:pt x="502825" y="385387"/>
                  <a:pt x="502825" y="394009"/>
                </a:cubicBezTo>
                <a:lnTo>
                  <a:pt x="502825" y="401573"/>
                </a:lnTo>
                <a:cubicBezTo>
                  <a:pt x="502092" y="401984"/>
                  <a:pt x="501342" y="402407"/>
                  <a:pt x="500583" y="402836"/>
                </a:cubicBezTo>
                <a:cubicBezTo>
                  <a:pt x="499815" y="403284"/>
                  <a:pt x="499056" y="403723"/>
                  <a:pt x="498315" y="404181"/>
                </a:cubicBezTo>
                <a:lnTo>
                  <a:pt x="491787" y="400412"/>
                </a:lnTo>
                <a:lnTo>
                  <a:pt x="491787" y="400439"/>
                </a:lnTo>
                <a:lnTo>
                  <a:pt x="491606" y="400338"/>
                </a:lnTo>
                <a:cubicBezTo>
                  <a:pt x="484170" y="396087"/>
                  <a:pt x="475722" y="395236"/>
                  <a:pt x="468079" y="397284"/>
                </a:cubicBezTo>
                <a:cubicBezTo>
                  <a:pt x="460361" y="399349"/>
                  <a:pt x="453413" y="404371"/>
                  <a:pt x="449107" y="411821"/>
                </a:cubicBezTo>
                <a:lnTo>
                  <a:pt x="449124" y="411821"/>
                </a:lnTo>
                <a:lnTo>
                  <a:pt x="425112" y="453419"/>
                </a:lnTo>
                <a:cubicBezTo>
                  <a:pt x="420796" y="460890"/>
                  <a:pt x="419918" y="469394"/>
                  <a:pt x="421975" y="477083"/>
                </a:cubicBezTo>
                <a:cubicBezTo>
                  <a:pt x="424050" y="484810"/>
                  <a:pt x="429062" y="491748"/>
                  <a:pt x="436524" y="496055"/>
                </a:cubicBezTo>
                <a:lnTo>
                  <a:pt x="443082" y="499841"/>
                </a:lnTo>
                <a:close/>
                <a:moveTo>
                  <a:pt x="449368" y="473874"/>
                </a:moveTo>
                <a:lnTo>
                  <a:pt x="462735" y="481592"/>
                </a:lnTo>
                <a:cubicBezTo>
                  <a:pt x="466932" y="484033"/>
                  <a:pt x="469558" y="488751"/>
                  <a:pt x="469073" y="493900"/>
                </a:cubicBezTo>
                <a:cubicBezTo>
                  <a:pt x="468799" y="496808"/>
                  <a:pt x="468662" y="499668"/>
                  <a:pt x="468662" y="502466"/>
                </a:cubicBezTo>
                <a:cubicBezTo>
                  <a:pt x="468662" y="505083"/>
                  <a:pt x="468790" y="507744"/>
                  <a:pt x="469037" y="510431"/>
                </a:cubicBezTo>
                <a:cubicBezTo>
                  <a:pt x="469751" y="515462"/>
                  <a:pt x="467427" y="520665"/>
                  <a:pt x="462765" y="523362"/>
                </a:cubicBezTo>
                <a:lnTo>
                  <a:pt x="449380" y="531089"/>
                </a:lnTo>
                <a:lnTo>
                  <a:pt x="449380" y="531072"/>
                </a:lnTo>
                <a:lnTo>
                  <a:pt x="449335" y="531089"/>
                </a:lnTo>
                <a:cubicBezTo>
                  <a:pt x="448047" y="531831"/>
                  <a:pt x="447168" y="533074"/>
                  <a:pt x="446793" y="534492"/>
                </a:cubicBezTo>
                <a:cubicBezTo>
                  <a:pt x="446418" y="535917"/>
                  <a:pt x="446555" y="537454"/>
                  <a:pt x="447314" y="538772"/>
                </a:cubicBezTo>
                <a:lnTo>
                  <a:pt x="470686" y="579262"/>
                </a:lnTo>
                <a:lnTo>
                  <a:pt x="470897" y="579563"/>
                </a:lnTo>
                <a:lnTo>
                  <a:pt x="470871" y="579581"/>
                </a:lnTo>
                <a:lnTo>
                  <a:pt x="470888" y="579607"/>
                </a:lnTo>
                <a:cubicBezTo>
                  <a:pt x="471035" y="579828"/>
                  <a:pt x="471171" y="580045"/>
                  <a:pt x="471299" y="580265"/>
                </a:cubicBezTo>
                <a:cubicBezTo>
                  <a:pt x="472067" y="581581"/>
                  <a:pt x="473302" y="582477"/>
                  <a:pt x="474701" y="582852"/>
                </a:cubicBezTo>
                <a:cubicBezTo>
                  <a:pt x="475991" y="583191"/>
                  <a:pt x="477362" y="583117"/>
                  <a:pt x="478589" y="582543"/>
                </a:cubicBezTo>
                <a:lnTo>
                  <a:pt x="478928" y="582340"/>
                </a:lnTo>
                <a:lnTo>
                  <a:pt x="492305" y="574613"/>
                </a:lnTo>
                <a:cubicBezTo>
                  <a:pt x="496529" y="572181"/>
                  <a:pt x="501943" y="572252"/>
                  <a:pt x="506167" y="575262"/>
                </a:cubicBezTo>
                <a:cubicBezTo>
                  <a:pt x="508387" y="576833"/>
                  <a:pt x="510584" y="578271"/>
                  <a:pt x="512733" y="579542"/>
                </a:cubicBezTo>
                <a:cubicBezTo>
                  <a:pt x="512962" y="579652"/>
                  <a:pt x="513182" y="579780"/>
                  <a:pt x="513400" y="579899"/>
                </a:cubicBezTo>
                <a:cubicBezTo>
                  <a:pt x="515641" y="581188"/>
                  <a:pt x="517862" y="582357"/>
                  <a:pt x="520046" y="583393"/>
                </a:cubicBezTo>
                <a:cubicBezTo>
                  <a:pt x="524993" y="585185"/>
                  <a:pt x="528533" y="589930"/>
                  <a:pt x="528533" y="595490"/>
                </a:cubicBezTo>
                <a:lnTo>
                  <a:pt x="528533" y="610944"/>
                </a:lnTo>
                <a:cubicBezTo>
                  <a:pt x="528533" y="612463"/>
                  <a:pt x="529155" y="613862"/>
                  <a:pt x="530170" y="614867"/>
                </a:cubicBezTo>
                <a:cubicBezTo>
                  <a:pt x="531176" y="615873"/>
                  <a:pt x="532566" y="616504"/>
                  <a:pt x="534084" y="616504"/>
                </a:cubicBezTo>
                <a:lnTo>
                  <a:pt x="582054" y="616504"/>
                </a:lnTo>
                <a:cubicBezTo>
                  <a:pt x="583572" y="616504"/>
                  <a:pt x="584971" y="615873"/>
                  <a:pt x="585977" y="614867"/>
                </a:cubicBezTo>
                <a:cubicBezTo>
                  <a:pt x="586984" y="613862"/>
                  <a:pt x="587615" y="612463"/>
                  <a:pt x="587615" y="610944"/>
                </a:cubicBezTo>
                <a:lnTo>
                  <a:pt x="587615" y="595635"/>
                </a:lnTo>
                <a:cubicBezTo>
                  <a:pt x="587560" y="590698"/>
                  <a:pt x="590368" y="585953"/>
                  <a:pt x="595157" y="583785"/>
                </a:cubicBezTo>
                <a:cubicBezTo>
                  <a:pt x="598092" y="582440"/>
                  <a:pt x="600652" y="581151"/>
                  <a:pt x="602819" y="579898"/>
                </a:cubicBezTo>
                <a:cubicBezTo>
                  <a:pt x="605039" y="578618"/>
                  <a:pt x="607317" y="577154"/>
                  <a:pt x="609641" y="575520"/>
                </a:cubicBezTo>
                <a:cubicBezTo>
                  <a:pt x="613648" y="572466"/>
                  <a:pt x="619244" y="571927"/>
                  <a:pt x="623860" y="574615"/>
                </a:cubicBezTo>
                <a:lnTo>
                  <a:pt x="637228" y="582333"/>
                </a:lnTo>
                <a:lnTo>
                  <a:pt x="637228" y="582351"/>
                </a:lnTo>
                <a:cubicBezTo>
                  <a:pt x="638517" y="583084"/>
                  <a:pt x="640035" y="583220"/>
                  <a:pt x="641478" y="582845"/>
                </a:cubicBezTo>
                <a:cubicBezTo>
                  <a:pt x="642860" y="582479"/>
                  <a:pt x="644095" y="581583"/>
                  <a:pt x="644824" y="580259"/>
                </a:cubicBezTo>
                <a:lnTo>
                  <a:pt x="644899" y="580276"/>
                </a:lnTo>
                <a:lnTo>
                  <a:pt x="668866" y="538763"/>
                </a:lnTo>
                <a:cubicBezTo>
                  <a:pt x="669598" y="537447"/>
                  <a:pt x="669735" y="535911"/>
                  <a:pt x="669378" y="534483"/>
                </a:cubicBezTo>
                <a:cubicBezTo>
                  <a:pt x="669011" y="533202"/>
                  <a:pt x="668288" y="532059"/>
                  <a:pt x="667202" y="531310"/>
                </a:cubicBezTo>
                <a:lnTo>
                  <a:pt x="666764" y="531080"/>
                </a:lnTo>
                <a:lnTo>
                  <a:pt x="653396" y="523362"/>
                </a:lnTo>
                <a:cubicBezTo>
                  <a:pt x="649182" y="520921"/>
                  <a:pt x="646565" y="516203"/>
                  <a:pt x="647077" y="511054"/>
                </a:cubicBezTo>
                <a:cubicBezTo>
                  <a:pt x="647369" y="508146"/>
                  <a:pt x="647515" y="505286"/>
                  <a:pt x="647515" y="502488"/>
                </a:cubicBezTo>
                <a:cubicBezTo>
                  <a:pt x="647515" y="499871"/>
                  <a:pt x="647369" y="497210"/>
                  <a:pt x="647077" y="494513"/>
                </a:cubicBezTo>
                <a:cubicBezTo>
                  <a:pt x="646420" y="489474"/>
                  <a:pt x="648750" y="484292"/>
                  <a:pt x="653396" y="481592"/>
                </a:cubicBezTo>
                <a:lnTo>
                  <a:pt x="666764" y="473865"/>
                </a:lnTo>
                <a:cubicBezTo>
                  <a:pt x="668071" y="473097"/>
                  <a:pt x="669014" y="471852"/>
                  <a:pt x="669380" y="470462"/>
                </a:cubicBezTo>
                <a:cubicBezTo>
                  <a:pt x="669747" y="469027"/>
                  <a:pt x="669600" y="467500"/>
                  <a:pt x="668869" y="466182"/>
                </a:cubicBezTo>
                <a:lnTo>
                  <a:pt x="645259" y="425335"/>
                </a:lnTo>
                <a:cubicBezTo>
                  <a:pt x="645113" y="425124"/>
                  <a:pt x="644967" y="424898"/>
                  <a:pt x="644830" y="424686"/>
                </a:cubicBezTo>
                <a:cubicBezTo>
                  <a:pt x="644098" y="423371"/>
                  <a:pt x="642866" y="422475"/>
                  <a:pt x="641484" y="422091"/>
                </a:cubicBezTo>
                <a:cubicBezTo>
                  <a:pt x="640169" y="421751"/>
                  <a:pt x="638787" y="421826"/>
                  <a:pt x="637561" y="422412"/>
                </a:cubicBezTo>
                <a:lnTo>
                  <a:pt x="637222" y="422615"/>
                </a:lnTo>
                <a:lnTo>
                  <a:pt x="623837" y="430342"/>
                </a:lnTo>
                <a:cubicBezTo>
                  <a:pt x="619622" y="432774"/>
                  <a:pt x="614199" y="432694"/>
                  <a:pt x="609975" y="429684"/>
                </a:cubicBezTo>
                <a:cubicBezTo>
                  <a:pt x="607680" y="428047"/>
                  <a:pt x="605266" y="426503"/>
                  <a:pt x="602743" y="425038"/>
                </a:cubicBezTo>
                <a:lnTo>
                  <a:pt x="602760" y="425011"/>
                </a:lnTo>
                <a:cubicBezTo>
                  <a:pt x="600620" y="423784"/>
                  <a:pt x="598408" y="422624"/>
                  <a:pt x="596105" y="421537"/>
                </a:cubicBezTo>
                <a:cubicBezTo>
                  <a:pt x="591157" y="419754"/>
                  <a:pt x="587610" y="415010"/>
                  <a:pt x="587610" y="409441"/>
                </a:cubicBezTo>
                <a:lnTo>
                  <a:pt x="587610" y="393986"/>
                </a:lnTo>
                <a:cubicBezTo>
                  <a:pt x="587610" y="392459"/>
                  <a:pt x="586987" y="391070"/>
                  <a:pt x="585972" y="390064"/>
                </a:cubicBezTo>
                <a:cubicBezTo>
                  <a:pt x="584957" y="389057"/>
                  <a:pt x="583577" y="388435"/>
                  <a:pt x="582050" y="388435"/>
                </a:cubicBezTo>
                <a:lnTo>
                  <a:pt x="534079" y="388435"/>
                </a:lnTo>
                <a:cubicBezTo>
                  <a:pt x="532562" y="388435"/>
                  <a:pt x="531171" y="389057"/>
                  <a:pt x="530165" y="390064"/>
                </a:cubicBezTo>
                <a:cubicBezTo>
                  <a:pt x="529150" y="391079"/>
                  <a:pt x="528528" y="392459"/>
                  <a:pt x="528528" y="393986"/>
                </a:cubicBezTo>
                <a:lnTo>
                  <a:pt x="528528" y="409295"/>
                </a:lnTo>
                <a:cubicBezTo>
                  <a:pt x="528582" y="414224"/>
                  <a:pt x="525774" y="418969"/>
                  <a:pt x="520994" y="421145"/>
                </a:cubicBezTo>
                <a:cubicBezTo>
                  <a:pt x="518051" y="422481"/>
                  <a:pt x="515500" y="423779"/>
                  <a:pt x="513332" y="425023"/>
                </a:cubicBezTo>
                <a:cubicBezTo>
                  <a:pt x="511100" y="426312"/>
                  <a:pt x="508826" y="427767"/>
                  <a:pt x="506501" y="429402"/>
                </a:cubicBezTo>
                <a:cubicBezTo>
                  <a:pt x="502507" y="432456"/>
                  <a:pt x="496898" y="432986"/>
                  <a:pt x="492282" y="430306"/>
                </a:cubicBezTo>
                <a:lnTo>
                  <a:pt x="478914" y="422588"/>
                </a:lnTo>
                <a:lnTo>
                  <a:pt x="478914" y="422561"/>
                </a:lnTo>
                <a:cubicBezTo>
                  <a:pt x="477626" y="421821"/>
                  <a:pt x="476099" y="421684"/>
                  <a:pt x="474691" y="422059"/>
                </a:cubicBezTo>
                <a:cubicBezTo>
                  <a:pt x="473301" y="422433"/>
                  <a:pt x="472056" y="423330"/>
                  <a:pt x="471288" y="424654"/>
                </a:cubicBezTo>
                <a:lnTo>
                  <a:pt x="471271" y="424654"/>
                </a:lnTo>
                <a:cubicBezTo>
                  <a:pt x="471271" y="424654"/>
                  <a:pt x="447304" y="466150"/>
                  <a:pt x="447304" y="466150"/>
                </a:cubicBezTo>
                <a:cubicBezTo>
                  <a:pt x="446545" y="467457"/>
                  <a:pt x="446408" y="468993"/>
                  <a:pt x="446782" y="470430"/>
                </a:cubicBezTo>
                <a:cubicBezTo>
                  <a:pt x="447149" y="471821"/>
                  <a:pt x="448045" y="473056"/>
                  <a:pt x="449369" y="473833"/>
                </a:cubicBezTo>
                <a:close/>
                <a:moveTo>
                  <a:pt x="149910" y="499862"/>
                </a:moveTo>
                <a:cubicBezTo>
                  <a:pt x="149891" y="500722"/>
                  <a:pt x="149882" y="501600"/>
                  <a:pt x="149882" y="502469"/>
                </a:cubicBezTo>
                <a:cubicBezTo>
                  <a:pt x="149882" y="503356"/>
                  <a:pt x="149882" y="504226"/>
                  <a:pt x="149910" y="505104"/>
                </a:cubicBezTo>
                <a:lnTo>
                  <a:pt x="143352" y="508890"/>
                </a:lnTo>
                <a:cubicBezTo>
                  <a:pt x="135890" y="513197"/>
                  <a:pt x="130880" y="520147"/>
                  <a:pt x="128814" y="527862"/>
                </a:cubicBezTo>
                <a:cubicBezTo>
                  <a:pt x="126749" y="535554"/>
                  <a:pt x="127636" y="544058"/>
                  <a:pt x="131943" y="551535"/>
                </a:cubicBezTo>
                <a:lnTo>
                  <a:pt x="155544" y="592409"/>
                </a:lnTo>
                <a:cubicBezTo>
                  <a:pt x="155672" y="592647"/>
                  <a:pt x="155800" y="592885"/>
                  <a:pt x="155928" y="593132"/>
                </a:cubicBezTo>
                <a:cubicBezTo>
                  <a:pt x="160235" y="600594"/>
                  <a:pt x="167185" y="605604"/>
                  <a:pt x="174900" y="607670"/>
                </a:cubicBezTo>
                <a:cubicBezTo>
                  <a:pt x="182297" y="609655"/>
                  <a:pt x="190426" y="608914"/>
                  <a:pt x="197685" y="605026"/>
                </a:cubicBezTo>
                <a:cubicBezTo>
                  <a:pt x="197996" y="604881"/>
                  <a:pt x="198308" y="604717"/>
                  <a:pt x="198626" y="604541"/>
                </a:cubicBezTo>
                <a:lnTo>
                  <a:pt x="205163" y="600755"/>
                </a:lnTo>
                <a:lnTo>
                  <a:pt x="206690" y="601669"/>
                </a:lnTo>
                <a:cubicBezTo>
                  <a:pt x="206919" y="601823"/>
                  <a:pt x="207148" y="601961"/>
                  <a:pt x="207383" y="602097"/>
                </a:cubicBezTo>
                <a:cubicBezTo>
                  <a:pt x="208142" y="602547"/>
                  <a:pt x="208920" y="602976"/>
                  <a:pt x="209696" y="603404"/>
                </a:cubicBezTo>
                <a:lnTo>
                  <a:pt x="209696" y="610947"/>
                </a:lnTo>
                <a:lnTo>
                  <a:pt x="209652" y="610947"/>
                </a:lnTo>
                <a:cubicBezTo>
                  <a:pt x="209652" y="619570"/>
                  <a:pt x="213164" y="627386"/>
                  <a:pt x="218823" y="633047"/>
                </a:cubicBezTo>
                <a:cubicBezTo>
                  <a:pt x="224483" y="638709"/>
                  <a:pt x="232309" y="642219"/>
                  <a:pt x="240933" y="642219"/>
                </a:cubicBezTo>
                <a:lnTo>
                  <a:pt x="288903" y="642219"/>
                </a:lnTo>
                <a:cubicBezTo>
                  <a:pt x="297526" y="642219"/>
                  <a:pt x="305342" y="638706"/>
                  <a:pt x="311004" y="633047"/>
                </a:cubicBezTo>
                <a:cubicBezTo>
                  <a:pt x="316665" y="627386"/>
                  <a:pt x="320165" y="619570"/>
                  <a:pt x="320165" y="610947"/>
                </a:cubicBezTo>
                <a:lnTo>
                  <a:pt x="320121" y="610947"/>
                </a:lnTo>
                <a:lnTo>
                  <a:pt x="320121" y="603404"/>
                </a:lnTo>
                <a:cubicBezTo>
                  <a:pt x="320870" y="602984"/>
                  <a:pt x="321629" y="602553"/>
                  <a:pt x="322407" y="602106"/>
                </a:cubicBezTo>
                <a:cubicBezTo>
                  <a:pt x="323165" y="601669"/>
                  <a:pt x="323934" y="601219"/>
                  <a:pt x="324675" y="600770"/>
                </a:cubicBezTo>
                <a:lnTo>
                  <a:pt x="331202" y="604538"/>
                </a:lnTo>
                <a:lnTo>
                  <a:pt x="331202" y="604520"/>
                </a:lnTo>
                <a:lnTo>
                  <a:pt x="331256" y="604538"/>
                </a:lnTo>
                <a:cubicBezTo>
                  <a:pt x="338727" y="608854"/>
                  <a:pt x="347231" y="609732"/>
                  <a:pt x="354920" y="607667"/>
                </a:cubicBezTo>
                <a:cubicBezTo>
                  <a:pt x="362308" y="605681"/>
                  <a:pt x="368984" y="601020"/>
                  <a:pt x="373318" y="594079"/>
                </a:cubicBezTo>
                <a:lnTo>
                  <a:pt x="373491" y="593822"/>
                </a:lnTo>
                <a:lnTo>
                  <a:pt x="373473" y="593822"/>
                </a:lnTo>
                <a:cubicBezTo>
                  <a:pt x="373473" y="593822"/>
                  <a:pt x="373883" y="593129"/>
                  <a:pt x="373883" y="593129"/>
                </a:cubicBezTo>
                <a:lnTo>
                  <a:pt x="373866" y="593111"/>
                </a:lnTo>
                <a:lnTo>
                  <a:pt x="397869" y="551525"/>
                </a:lnTo>
                <a:cubicBezTo>
                  <a:pt x="402185" y="544055"/>
                  <a:pt x="403063" y="535541"/>
                  <a:pt x="400998" y="527853"/>
                </a:cubicBezTo>
                <a:cubicBezTo>
                  <a:pt x="399021" y="520475"/>
                  <a:pt x="394321" y="513798"/>
                  <a:pt x="387335" y="509437"/>
                </a:cubicBezTo>
                <a:cubicBezTo>
                  <a:pt x="387052" y="509235"/>
                  <a:pt x="386757" y="509053"/>
                  <a:pt x="386456" y="508881"/>
                </a:cubicBezTo>
                <a:lnTo>
                  <a:pt x="379899" y="505094"/>
                </a:lnTo>
                <a:cubicBezTo>
                  <a:pt x="379917" y="504226"/>
                  <a:pt x="379917" y="503347"/>
                  <a:pt x="379917" y="502478"/>
                </a:cubicBezTo>
                <a:cubicBezTo>
                  <a:pt x="379917" y="501600"/>
                  <a:pt x="379917" y="500722"/>
                  <a:pt x="379890" y="499853"/>
                </a:cubicBezTo>
                <a:lnTo>
                  <a:pt x="386448" y="496066"/>
                </a:lnTo>
                <a:lnTo>
                  <a:pt x="386430" y="496049"/>
                </a:lnTo>
                <a:cubicBezTo>
                  <a:pt x="393910" y="491714"/>
                  <a:pt x="398920" y="484783"/>
                  <a:pt x="400988" y="477094"/>
                </a:cubicBezTo>
                <a:cubicBezTo>
                  <a:pt x="403054" y="469402"/>
                  <a:pt x="402176" y="460898"/>
                  <a:pt x="397860" y="453430"/>
                </a:cubicBezTo>
                <a:lnTo>
                  <a:pt x="374077" y="412217"/>
                </a:lnTo>
                <a:cubicBezTo>
                  <a:pt x="373922" y="411943"/>
                  <a:pt x="373767" y="411669"/>
                  <a:pt x="373592" y="411404"/>
                </a:cubicBezTo>
                <a:cubicBezTo>
                  <a:pt x="369249" y="404162"/>
                  <a:pt x="362444" y="399308"/>
                  <a:pt x="354910" y="397287"/>
                </a:cubicBezTo>
                <a:cubicBezTo>
                  <a:pt x="347514" y="395301"/>
                  <a:pt x="339376" y="396033"/>
                  <a:pt x="332116" y="399929"/>
                </a:cubicBezTo>
                <a:cubicBezTo>
                  <a:pt x="331807" y="400076"/>
                  <a:pt x="331503" y="400239"/>
                  <a:pt x="331193" y="400415"/>
                </a:cubicBezTo>
                <a:lnTo>
                  <a:pt x="324657" y="404192"/>
                </a:lnTo>
                <a:lnTo>
                  <a:pt x="323130" y="403287"/>
                </a:lnTo>
                <a:cubicBezTo>
                  <a:pt x="322900" y="403132"/>
                  <a:pt x="322671" y="402986"/>
                  <a:pt x="322436" y="402849"/>
                </a:cubicBezTo>
                <a:cubicBezTo>
                  <a:pt x="321677" y="402412"/>
                  <a:pt x="320900" y="401981"/>
                  <a:pt x="320114" y="401552"/>
                </a:cubicBezTo>
                <a:lnTo>
                  <a:pt x="320114" y="394018"/>
                </a:lnTo>
                <a:lnTo>
                  <a:pt x="320159" y="394018"/>
                </a:lnTo>
                <a:cubicBezTo>
                  <a:pt x="320159" y="385396"/>
                  <a:pt x="316647" y="377567"/>
                  <a:pt x="310998" y="371908"/>
                </a:cubicBezTo>
                <a:cubicBezTo>
                  <a:pt x="305336" y="366247"/>
                  <a:pt x="297519" y="362747"/>
                  <a:pt x="288896" y="362747"/>
                </a:cubicBezTo>
                <a:lnTo>
                  <a:pt x="240927" y="362747"/>
                </a:lnTo>
                <a:cubicBezTo>
                  <a:pt x="232304" y="362747"/>
                  <a:pt x="224474" y="366259"/>
                  <a:pt x="218816" y="371908"/>
                </a:cubicBezTo>
                <a:cubicBezTo>
                  <a:pt x="213155" y="377578"/>
                  <a:pt x="209645" y="385395"/>
                  <a:pt x="209645" y="394018"/>
                </a:cubicBezTo>
                <a:lnTo>
                  <a:pt x="209645" y="401581"/>
                </a:lnTo>
                <a:cubicBezTo>
                  <a:pt x="208913" y="401992"/>
                  <a:pt x="208172" y="402415"/>
                  <a:pt x="207404" y="402844"/>
                </a:cubicBezTo>
                <a:cubicBezTo>
                  <a:pt x="206645" y="403293"/>
                  <a:pt x="205877" y="403731"/>
                  <a:pt x="205135" y="404189"/>
                </a:cubicBezTo>
                <a:lnTo>
                  <a:pt x="198608" y="400421"/>
                </a:lnTo>
                <a:lnTo>
                  <a:pt x="198608" y="400447"/>
                </a:lnTo>
                <a:lnTo>
                  <a:pt x="198555" y="400421"/>
                </a:lnTo>
                <a:cubicBezTo>
                  <a:pt x="191093" y="396105"/>
                  <a:pt x="182580" y="395226"/>
                  <a:pt x="174891" y="397292"/>
                </a:cubicBezTo>
                <a:cubicBezTo>
                  <a:pt x="167503" y="399269"/>
                  <a:pt x="160827" y="403948"/>
                  <a:pt x="156502" y="410871"/>
                </a:cubicBezTo>
                <a:lnTo>
                  <a:pt x="156319" y="411127"/>
                </a:lnTo>
                <a:lnTo>
                  <a:pt x="156319" y="411145"/>
                </a:lnTo>
                <a:cubicBezTo>
                  <a:pt x="156319" y="411145"/>
                  <a:pt x="155918" y="411829"/>
                  <a:pt x="155918" y="411829"/>
                </a:cubicBezTo>
                <a:lnTo>
                  <a:pt x="155945" y="411829"/>
                </a:lnTo>
                <a:lnTo>
                  <a:pt x="131932" y="453427"/>
                </a:lnTo>
                <a:cubicBezTo>
                  <a:pt x="127616" y="460898"/>
                  <a:pt x="126739" y="469402"/>
                  <a:pt x="128804" y="477091"/>
                </a:cubicBezTo>
                <a:cubicBezTo>
                  <a:pt x="130870" y="484818"/>
                  <a:pt x="135892" y="491756"/>
                  <a:pt x="143342" y="496063"/>
                </a:cubicBezTo>
                <a:lnTo>
                  <a:pt x="149899" y="499850"/>
                </a:lnTo>
                <a:close/>
                <a:moveTo>
                  <a:pt x="156220" y="473874"/>
                </a:moveTo>
                <a:lnTo>
                  <a:pt x="169578" y="481592"/>
                </a:lnTo>
                <a:cubicBezTo>
                  <a:pt x="173766" y="484033"/>
                  <a:pt x="176400" y="488751"/>
                  <a:pt x="175915" y="493900"/>
                </a:cubicBezTo>
                <a:cubicBezTo>
                  <a:pt x="175642" y="496808"/>
                  <a:pt x="175504" y="499668"/>
                  <a:pt x="175504" y="502466"/>
                </a:cubicBezTo>
                <a:cubicBezTo>
                  <a:pt x="175504" y="505083"/>
                  <a:pt x="175632" y="507744"/>
                  <a:pt x="175879" y="510441"/>
                </a:cubicBezTo>
                <a:cubicBezTo>
                  <a:pt x="176594" y="515471"/>
                  <a:pt x="174269" y="520662"/>
                  <a:pt x="169608" y="523362"/>
                </a:cubicBezTo>
                <a:lnTo>
                  <a:pt x="156231" y="531089"/>
                </a:lnTo>
                <a:cubicBezTo>
                  <a:pt x="154906" y="531848"/>
                  <a:pt x="154019" y="533102"/>
                  <a:pt x="153636" y="534492"/>
                </a:cubicBezTo>
                <a:cubicBezTo>
                  <a:pt x="153260" y="535917"/>
                  <a:pt x="153397" y="537454"/>
                  <a:pt x="154156" y="538772"/>
                </a:cubicBezTo>
                <a:lnTo>
                  <a:pt x="177731" y="579610"/>
                </a:lnTo>
                <a:cubicBezTo>
                  <a:pt x="177877" y="579831"/>
                  <a:pt x="178005" y="580048"/>
                  <a:pt x="178142" y="580268"/>
                </a:cubicBezTo>
                <a:cubicBezTo>
                  <a:pt x="178901" y="581584"/>
                  <a:pt x="180154" y="582480"/>
                  <a:pt x="181544" y="582855"/>
                </a:cubicBezTo>
                <a:cubicBezTo>
                  <a:pt x="182833" y="583194"/>
                  <a:pt x="184205" y="583119"/>
                  <a:pt x="185440" y="582533"/>
                </a:cubicBezTo>
                <a:lnTo>
                  <a:pt x="185771" y="582340"/>
                </a:lnTo>
                <a:lnTo>
                  <a:pt x="199148" y="574613"/>
                </a:lnTo>
                <a:cubicBezTo>
                  <a:pt x="203362" y="572181"/>
                  <a:pt x="208795" y="572252"/>
                  <a:pt x="213009" y="575262"/>
                </a:cubicBezTo>
                <a:cubicBezTo>
                  <a:pt x="215242" y="576833"/>
                  <a:pt x="217427" y="578271"/>
                  <a:pt x="219575" y="579542"/>
                </a:cubicBezTo>
                <a:cubicBezTo>
                  <a:pt x="219805" y="579652"/>
                  <a:pt x="220025" y="579780"/>
                  <a:pt x="220242" y="579899"/>
                </a:cubicBezTo>
                <a:cubicBezTo>
                  <a:pt x="222811" y="581381"/>
                  <a:pt x="225344" y="582697"/>
                  <a:pt x="227842" y="583831"/>
                </a:cubicBezTo>
                <a:cubicBezTo>
                  <a:pt x="232259" y="585852"/>
                  <a:pt x="235331" y="590314"/>
                  <a:pt x="235331" y="595491"/>
                </a:cubicBezTo>
                <a:lnTo>
                  <a:pt x="235331" y="610945"/>
                </a:lnTo>
                <a:lnTo>
                  <a:pt x="235375" y="610945"/>
                </a:lnTo>
                <a:cubicBezTo>
                  <a:pt x="235375" y="612463"/>
                  <a:pt x="236006" y="613862"/>
                  <a:pt x="237021" y="614867"/>
                </a:cubicBezTo>
                <a:cubicBezTo>
                  <a:pt x="238036" y="615873"/>
                  <a:pt x="239417" y="616505"/>
                  <a:pt x="240944" y="616505"/>
                </a:cubicBezTo>
                <a:lnTo>
                  <a:pt x="288914" y="616505"/>
                </a:lnTo>
                <a:cubicBezTo>
                  <a:pt x="290432" y="616505"/>
                  <a:pt x="291822" y="615873"/>
                  <a:pt x="292829" y="614867"/>
                </a:cubicBezTo>
                <a:cubicBezTo>
                  <a:pt x="293835" y="613862"/>
                  <a:pt x="294466" y="612463"/>
                  <a:pt x="294466" y="610945"/>
                </a:cubicBezTo>
                <a:lnTo>
                  <a:pt x="294519" y="610945"/>
                </a:lnTo>
                <a:lnTo>
                  <a:pt x="294519" y="596634"/>
                </a:lnTo>
                <a:cubicBezTo>
                  <a:pt x="294043" y="591347"/>
                  <a:pt x="296906" y="586100"/>
                  <a:pt x="302009" y="583787"/>
                </a:cubicBezTo>
                <a:cubicBezTo>
                  <a:pt x="304952" y="582441"/>
                  <a:pt x="307512" y="581153"/>
                  <a:pt x="309670" y="579899"/>
                </a:cubicBezTo>
                <a:cubicBezTo>
                  <a:pt x="311902" y="578619"/>
                  <a:pt x="314168" y="577155"/>
                  <a:pt x="316493" y="575521"/>
                </a:cubicBezTo>
                <a:cubicBezTo>
                  <a:pt x="320498" y="572467"/>
                  <a:pt x="326095" y="571928"/>
                  <a:pt x="330721" y="574616"/>
                </a:cubicBezTo>
                <a:lnTo>
                  <a:pt x="343303" y="581876"/>
                </a:lnTo>
                <a:cubicBezTo>
                  <a:pt x="343752" y="582096"/>
                  <a:pt x="344190" y="582352"/>
                  <a:pt x="344618" y="582626"/>
                </a:cubicBezTo>
                <a:cubicBezTo>
                  <a:pt x="345797" y="583120"/>
                  <a:pt x="347098" y="583174"/>
                  <a:pt x="348312" y="582855"/>
                </a:cubicBezTo>
                <a:cubicBezTo>
                  <a:pt x="349547" y="582524"/>
                  <a:pt x="350673" y="581778"/>
                  <a:pt x="351440" y="580679"/>
                </a:cubicBezTo>
                <a:cubicBezTo>
                  <a:pt x="351643" y="580304"/>
                  <a:pt x="351860" y="579920"/>
                  <a:pt x="352107" y="579563"/>
                </a:cubicBezTo>
                <a:lnTo>
                  <a:pt x="352125" y="579581"/>
                </a:lnTo>
                <a:lnTo>
                  <a:pt x="375691" y="538781"/>
                </a:lnTo>
                <a:cubicBezTo>
                  <a:pt x="376450" y="537466"/>
                  <a:pt x="376587" y="535930"/>
                  <a:pt x="376212" y="534501"/>
                </a:cubicBezTo>
                <a:cubicBezTo>
                  <a:pt x="375863" y="533221"/>
                  <a:pt x="375104" y="532078"/>
                  <a:pt x="374018" y="531328"/>
                </a:cubicBezTo>
                <a:lnTo>
                  <a:pt x="373616" y="531098"/>
                </a:lnTo>
                <a:lnTo>
                  <a:pt x="360257" y="523380"/>
                </a:lnTo>
                <a:cubicBezTo>
                  <a:pt x="356060" y="520939"/>
                  <a:pt x="353435" y="516222"/>
                  <a:pt x="353911" y="511072"/>
                </a:cubicBezTo>
                <a:cubicBezTo>
                  <a:pt x="354194" y="508165"/>
                  <a:pt x="354322" y="505304"/>
                  <a:pt x="354322" y="502494"/>
                </a:cubicBezTo>
                <a:cubicBezTo>
                  <a:pt x="354322" y="499886"/>
                  <a:pt x="354194" y="497216"/>
                  <a:pt x="353956" y="494529"/>
                </a:cubicBezTo>
                <a:cubicBezTo>
                  <a:pt x="353233" y="489498"/>
                  <a:pt x="355566" y="484307"/>
                  <a:pt x="360228" y="481607"/>
                </a:cubicBezTo>
                <a:lnTo>
                  <a:pt x="373613" y="473880"/>
                </a:lnTo>
                <a:lnTo>
                  <a:pt x="373631" y="473897"/>
                </a:lnTo>
                <a:lnTo>
                  <a:pt x="373667" y="473880"/>
                </a:lnTo>
                <a:cubicBezTo>
                  <a:pt x="374956" y="473138"/>
                  <a:pt x="375825" y="471886"/>
                  <a:pt x="376208" y="470478"/>
                </a:cubicBezTo>
                <a:cubicBezTo>
                  <a:pt x="376584" y="469043"/>
                  <a:pt x="376447" y="467507"/>
                  <a:pt x="375688" y="466197"/>
                </a:cubicBezTo>
                <a:lnTo>
                  <a:pt x="351702" y="424648"/>
                </a:lnTo>
                <a:cubicBezTo>
                  <a:pt x="350961" y="423359"/>
                  <a:pt x="349708" y="422481"/>
                  <a:pt x="348300" y="422106"/>
                </a:cubicBezTo>
                <a:cubicBezTo>
                  <a:pt x="347012" y="421767"/>
                  <a:pt x="345630" y="421841"/>
                  <a:pt x="344412" y="422427"/>
                </a:cubicBezTo>
                <a:lnTo>
                  <a:pt x="344073" y="422630"/>
                </a:lnTo>
                <a:lnTo>
                  <a:pt x="330696" y="430357"/>
                </a:lnTo>
                <a:cubicBezTo>
                  <a:pt x="326473" y="432789"/>
                  <a:pt x="321059" y="432709"/>
                  <a:pt x="316835" y="429699"/>
                </a:cubicBezTo>
                <a:cubicBezTo>
                  <a:pt x="314614" y="428119"/>
                  <a:pt x="312417" y="426681"/>
                  <a:pt x="310269" y="425419"/>
                </a:cubicBezTo>
                <a:cubicBezTo>
                  <a:pt x="310048" y="425300"/>
                  <a:pt x="309819" y="425190"/>
                  <a:pt x="309602" y="425053"/>
                </a:cubicBezTo>
                <a:cubicBezTo>
                  <a:pt x="307033" y="423570"/>
                  <a:pt x="304491" y="422255"/>
                  <a:pt x="302002" y="421121"/>
                </a:cubicBezTo>
                <a:cubicBezTo>
                  <a:pt x="297585" y="419100"/>
                  <a:pt x="294514" y="414638"/>
                  <a:pt x="294514" y="409470"/>
                </a:cubicBezTo>
                <a:lnTo>
                  <a:pt x="294514" y="394016"/>
                </a:lnTo>
                <a:lnTo>
                  <a:pt x="294460" y="394016"/>
                </a:lnTo>
                <a:cubicBezTo>
                  <a:pt x="294460" y="392490"/>
                  <a:pt x="293838" y="391099"/>
                  <a:pt x="292823" y="390093"/>
                </a:cubicBezTo>
                <a:cubicBezTo>
                  <a:pt x="291808" y="389088"/>
                  <a:pt x="290427" y="388465"/>
                  <a:pt x="288909" y="388465"/>
                </a:cubicBezTo>
                <a:lnTo>
                  <a:pt x="240939" y="388465"/>
                </a:lnTo>
                <a:cubicBezTo>
                  <a:pt x="239412" y="388465"/>
                  <a:pt x="238022" y="389088"/>
                  <a:pt x="237015" y="390093"/>
                </a:cubicBezTo>
                <a:cubicBezTo>
                  <a:pt x="236009" y="391108"/>
                  <a:pt x="235379" y="392490"/>
                  <a:pt x="235379" y="394016"/>
                </a:cubicBezTo>
                <a:lnTo>
                  <a:pt x="235379" y="409325"/>
                </a:lnTo>
                <a:cubicBezTo>
                  <a:pt x="235432" y="414254"/>
                  <a:pt x="232625" y="418998"/>
                  <a:pt x="227836" y="421175"/>
                </a:cubicBezTo>
                <a:cubicBezTo>
                  <a:pt x="224901" y="422511"/>
                  <a:pt x="222341" y="423809"/>
                  <a:pt x="220174" y="425053"/>
                </a:cubicBezTo>
                <a:cubicBezTo>
                  <a:pt x="217953" y="426343"/>
                  <a:pt x="215667" y="427798"/>
                  <a:pt x="213351" y="429432"/>
                </a:cubicBezTo>
                <a:cubicBezTo>
                  <a:pt x="209346" y="432486"/>
                  <a:pt x="203749" y="433015"/>
                  <a:pt x="199123" y="430337"/>
                </a:cubicBezTo>
                <a:lnTo>
                  <a:pt x="186541" y="423068"/>
                </a:lnTo>
                <a:cubicBezTo>
                  <a:pt x="186092" y="422848"/>
                  <a:pt x="185654" y="422600"/>
                  <a:pt x="185226" y="422327"/>
                </a:cubicBezTo>
                <a:cubicBezTo>
                  <a:pt x="184056" y="421824"/>
                  <a:pt x="182746" y="421771"/>
                  <a:pt x="181532" y="422089"/>
                </a:cubicBezTo>
                <a:cubicBezTo>
                  <a:pt x="180297" y="422428"/>
                  <a:pt x="179171" y="423166"/>
                  <a:pt x="178404" y="424265"/>
                </a:cubicBezTo>
                <a:cubicBezTo>
                  <a:pt x="178201" y="424649"/>
                  <a:pt x="177975" y="425023"/>
                  <a:pt x="177737" y="425390"/>
                </a:cubicBezTo>
                <a:lnTo>
                  <a:pt x="177710" y="425372"/>
                </a:lnTo>
                <a:lnTo>
                  <a:pt x="154144" y="466181"/>
                </a:lnTo>
                <a:cubicBezTo>
                  <a:pt x="153385" y="467497"/>
                  <a:pt x="153249" y="469024"/>
                  <a:pt x="153624" y="470461"/>
                </a:cubicBezTo>
                <a:cubicBezTo>
                  <a:pt x="153998" y="471851"/>
                  <a:pt x="154895" y="473087"/>
                  <a:pt x="156219" y="473863"/>
                </a:cubicBezTo>
                <a:close/>
                <a:moveTo>
                  <a:pt x="302798" y="220897"/>
                </a:moveTo>
                <a:lnTo>
                  <a:pt x="316166" y="228616"/>
                </a:lnTo>
                <a:cubicBezTo>
                  <a:pt x="320362" y="231056"/>
                  <a:pt x="322988" y="235775"/>
                  <a:pt x="322512" y="240924"/>
                </a:cubicBezTo>
                <a:cubicBezTo>
                  <a:pt x="322229" y="243831"/>
                  <a:pt x="322092" y="246692"/>
                  <a:pt x="322101" y="249502"/>
                </a:cubicBezTo>
                <a:cubicBezTo>
                  <a:pt x="322101" y="252119"/>
                  <a:pt x="322229" y="254780"/>
                  <a:pt x="322467" y="257467"/>
                </a:cubicBezTo>
                <a:cubicBezTo>
                  <a:pt x="323190" y="262498"/>
                  <a:pt x="320866" y="267701"/>
                  <a:pt x="316195" y="270389"/>
                </a:cubicBezTo>
                <a:lnTo>
                  <a:pt x="302819" y="278124"/>
                </a:lnTo>
                <a:cubicBezTo>
                  <a:pt x="301493" y="278892"/>
                  <a:pt x="300606" y="280128"/>
                  <a:pt x="300232" y="281518"/>
                </a:cubicBezTo>
                <a:cubicBezTo>
                  <a:pt x="299848" y="282943"/>
                  <a:pt x="299994" y="284488"/>
                  <a:pt x="300744" y="285807"/>
                </a:cubicBezTo>
                <a:lnTo>
                  <a:pt x="324318" y="326645"/>
                </a:lnTo>
                <a:cubicBezTo>
                  <a:pt x="324456" y="326866"/>
                  <a:pt x="324592" y="327083"/>
                  <a:pt x="324729" y="327303"/>
                </a:cubicBezTo>
                <a:cubicBezTo>
                  <a:pt x="325488" y="328619"/>
                  <a:pt x="326742" y="329515"/>
                  <a:pt x="328131" y="329890"/>
                </a:cubicBezTo>
                <a:cubicBezTo>
                  <a:pt x="329420" y="330229"/>
                  <a:pt x="330792" y="330154"/>
                  <a:pt x="332019" y="329569"/>
                </a:cubicBezTo>
                <a:lnTo>
                  <a:pt x="332358" y="329366"/>
                </a:lnTo>
                <a:lnTo>
                  <a:pt x="345735" y="321638"/>
                </a:lnTo>
                <a:cubicBezTo>
                  <a:pt x="349950" y="319207"/>
                  <a:pt x="355382" y="319287"/>
                  <a:pt x="359597" y="322297"/>
                </a:cubicBezTo>
                <a:cubicBezTo>
                  <a:pt x="361892" y="323934"/>
                  <a:pt x="364306" y="325478"/>
                  <a:pt x="366830" y="326943"/>
                </a:cubicBezTo>
                <a:lnTo>
                  <a:pt x="366830" y="326961"/>
                </a:lnTo>
                <a:cubicBezTo>
                  <a:pt x="368952" y="328187"/>
                  <a:pt x="371172" y="329348"/>
                  <a:pt x="373467" y="330434"/>
                </a:cubicBezTo>
                <a:cubicBezTo>
                  <a:pt x="378423" y="332217"/>
                  <a:pt x="381962" y="336962"/>
                  <a:pt x="381962" y="342531"/>
                </a:cubicBezTo>
                <a:lnTo>
                  <a:pt x="381962" y="357977"/>
                </a:lnTo>
                <a:cubicBezTo>
                  <a:pt x="381962" y="359504"/>
                  <a:pt x="382593" y="360894"/>
                  <a:pt x="383599" y="361900"/>
                </a:cubicBezTo>
                <a:cubicBezTo>
                  <a:pt x="384614" y="362906"/>
                  <a:pt x="385995" y="363537"/>
                  <a:pt x="387513" y="363537"/>
                </a:cubicBezTo>
                <a:lnTo>
                  <a:pt x="435484" y="363537"/>
                </a:lnTo>
                <a:cubicBezTo>
                  <a:pt x="437011" y="363537"/>
                  <a:pt x="438400" y="362906"/>
                  <a:pt x="439406" y="361900"/>
                </a:cubicBezTo>
                <a:cubicBezTo>
                  <a:pt x="440413" y="360894"/>
                  <a:pt x="441044" y="359504"/>
                  <a:pt x="441044" y="357977"/>
                </a:cubicBezTo>
                <a:lnTo>
                  <a:pt x="441044" y="342680"/>
                </a:lnTo>
                <a:cubicBezTo>
                  <a:pt x="440999" y="337742"/>
                  <a:pt x="443797" y="332998"/>
                  <a:pt x="448586" y="330822"/>
                </a:cubicBezTo>
                <a:cubicBezTo>
                  <a:pt x="451531" y="329485"/>
                  <a:pt x="454081" y="328188"/>
                  <a:pt x="456248" y="326943"/>
                </a:cubicBezTo>
                <a:cubicBezTo>
                  <a:pt x="458481" y="325655"/>
                  <a:pt x="460746" y="324199"/>
                  <a:pt x="463070" y="322565"/>
                </a:cubicBezTo>
                <a:cubicBezTo>
                  <a:pt x="467077" y="319512"/>
                  <a:pt x="472673" y="318981"/>
                  <a:pt x="477298" y="321660"/>
                </a:cubicBezTo>
                <a:lnTo>
                  <a:pt x="490666" y="329379"/>
                </a:lnTo>
                <a:lnTo>
                  <a:pt x="490666" y="329405"/>
                </a:lnTo>
                <a:cubicBezTo>
                  <a:pt x="491955" y="330147"/>
                  <a:pt x="493482" y="330283"/>
                  <a:pt x="494890" y="329908"/>
                </a:cubicBezTo>
                <a:cubicBezTo>
                  <a:pt x="496280" y="329543"/>
                  <a:pt x="497516" y="328637"/>
                  <a:pt x="498292" y="327322"/>
                </a:cubicBezTo>
                <a:lnTo>
                  <a:pt x="498319" y="327322"/>
                </a:lnTo>
                <a:cubicBezTo>
                  <a:pt x="498319" y="327322"/>
                  <a:pt x="522286" y="285826"/>
                  <a:pt x="522286" y="285826"/>
                </a:cubicBezTo>
                <a:cubicBezTo>
                  <a:pt x="523045" y="284510"/>
                  <a:pt x="523182" y="282975"/>
                  <a:pt x="522798" y="281537"/>
                </a:cubicBezTo>
                <a:cubicBezTo>
                  <a:pt x="522432" y="280147"/>
                  <a:pt x="521536" y="278902"/>
                  <a:pt x="520212" y="278143"/>
                </a:cubicBezTo>
                <a:lnTo>
                  <a:pt x="506844" y="270425"/>
                </a:lnTo>
                <a:cubicBezTo>
                  <a:pt x="502647" y="267984"/>
                  <a:pt x="500013" y="263266"/>
                  <a:pt x="500506" y="258117"/>
                </a:cubicBezTo>
                <a:cubicBezTo>
                  <a:pt x="500781" y="255209"/>
                  <a:pt x="500917" y="252348"/>
                  <a:pt x="500917" y="249551"/>
                </a:cubicBezTo>
                <a:cubicBezTo>
                  <a:pt x="500917" y="246934"/>
                  <a:pt x="500789" y="244273"/>
                  <a:pt x="500551" y="241586"/>
                </a:cubicBezTo>
                <a:cubicBezTo>
                  <a:pt x="499828" y="236546"/>
                  <a:pt x="502152" y="231352"/>
                  <a:pt x="506823" y="228655"/>
                </a:cubicBezTo>
                <a:lnTo>
                  <a:pt x="520200" y="220928"/>
                </a:lnTo>
                <a:cubicBezTo>
                  <a:pt x="521525" y="220169"/>
                  <a:pt x="522412" y="218925"/>
                  <a:pt x="522787" y="217526"/>
                </a:cubicBezTo>
                <a:cubicBezTo>
                  <a:pt x="523171" y="216109"/>
                  <a:pt x="523024" y="214564"/>
                  <a:pt x="522275" y="213245"/>
                </a:cubicBezTo>
                <a:lnTo>
                  <a:pt x="498691" y="172407"/>
                </a:lnTo>
                <a:cubicBezTo>
                  <a:pt x="498546" y="172187"/>
                  <a:pt x="498409" y="171969"/>
                  <a:pt x="498290" y="171748"/>
                </a:cubicBezTo>
                <a:cubicBezTo>
                  <a:pt x="497522" y="170433"/>
                  <a:pt x="496277" y="169537"/>
                  <a:pt x="494888" y="169162"/>
                </a:cubicBezTo>
                <a:cubicBezTo>
                  <a:pt x="493488" y="168787"/>
                  <a:pt x="491961" y="168924"/>
                  <a:pt x="490664" y="169683"/>
                </a:cubicBezTo>
                <a:lnTo>
                  <a:pt x="477278" y="177411"/>
                </a:lnTo>
                <a:cubicBezTo>
                  <a:pt x="473064" y="179852"/>
                  <a:pt x="467641" y="179771"/>
                  <a:pt x="463417" y="176762"/>
                </a:cubicBezTo>
                <a:cubicBezTo>
                  <a:pt x="461131" y="175133"/>
                  <a:pt x="458708" y="173579"/>
                  <a:pt x="456192" y="172115"/>
                </a:cubicBezTo>
                <a:lnTo>
                  <a:pt x="456211" y="172097"/>
                </a:lnTo>
                <a:cubicBezTo>
                  <a:pt x="454061" y="170871"/>
                  <a:pt x="451850" y="169710"/>
                  <a:pt x="449555" y="168623"/>
                </a:cubicBezTo>
                <a:cubicBezTo>
                  <a:pt x="444599" y="166840"/>
                  <a:pt x="441051" y="162096"/>
                  <a:pt x="441051" y="156527"/>
                </a:cubicBezTo>
                <a:lnTo>
                  <a:pt x="441051" y="141073"/>
                </a:lnTo>
                <a:cubicBezTo>
                  <a:pt x="441051" y="139555"/>
                  <a:pt x="440429" y="138165"/>
                  <a:pt x="439414" y="137159"/>
                </a:cubicBezTo>
                <a:cubicBezTo>
                  <a:pt x="438408" y="136152"/>
                  <a:pt x="437017" y="135512"/>
                  <a:pt x="435491" y="135512"/>
                </a:cubicBezTo>
                <a:lnTo>
                  <a:pt x="387521" y="135512"/>
                </a:lnTo>
                <a:cubicBezTo>
                  <a:pt x="386002" y="135512"/>
                  <a:pt x="384612" y="136143"/>
                  <a:pt x="383607" y="137159"/>
                </a:cubicBezTo>
                <a:cubicBezTo>
                  <a:pt x="382601" y="138165"/>
                  <a:pt x="381969" y="139555"/>
                  <a:pt x="381969" y="141073"/>
                </a:cubicBezTo>
                <a:lnTo>
                  <a:pt x="381969" y="156381"/>
                </a:lnTo>
                <a:cubicBezTo>
                  <a:pt x="382023" y="161320"/>
                  <a:pt x="379225" y="166064"/>
                  <a:pt x="374436" y="168239"/>
                </a:cubicBezTo>
                <a:cubicBezTo>
                  <a:pt x="371492" y="169576"/>
                  <a:pt x="368941" y="170874"/>
                  <a:pt x="366774" y="172118"/>
                </a:cubicBezTo>
                <a:cubicBezTo>
                  <a:pt x="364541" y="173398"/>
                  <a:pt x="362268" y="174863"/>
                  <a:pt x="359943" y="176496"/>
                </a:cubicBezTo>
                <a:cubicBezTo>
                  <a:pt x="355948" y="179560"/>
                  <a:pt x="350340" y="180089"/>
                  <a:pt x="345724" y="177410"/>
                </a:cubicBezTo>
                <a:lnTo>
                  <a:pt x="332356" y="169692"/>
                </a:lnTo>
                <a:lnTo>
                  <a:pt x="332356" y="169674"/>
                </a:lnTo>
                <a:cubicBezTo>
                  <a:pt x="331058" y="168933"/>
                  <a:pt x="329540" y="168796"/>
                  <a:pt x="328132" y="169171"/>
                </a:cubicBezTo>
                <a:cubicBezTo>
                  <a:pt x="326724" y="169546"/>
                  <a:pt x="325471" y="170424"/>
                  <a:pt x="324730" y="171704"/>
                </a:cubicBezTo>
                <a:lnTo>
                  <a:pt x="300744" y="213254"/>
                </a:lnTo>
                <a:cubicBezTo>
                  <a:pt x="299985" y="214570"/>
                  <a:pt x="299848" y="216105"/>
                  <a:pt x="300232" y="217534"/>
                </a:cubicBezTo>
                <a:cubicBezTo>
                  <a:pt x="300563" y="218814"/>
                  <a:pt x="301322" y="219957"/>
                  <a:pt x="302418" y="220716"/>
                </a:cubicBezTo>
                <a:lnTo>
                  <a:pt x="302819" y="220936"/>
                </a:lnTo>
                <a:close/>
              </a:path>
            </a:pathLst>
          </a:custGeom>
          <a:solidFill>
            <a:schemeClr val="bg1"/>
          </a:solidFill>
          <a:ln w="762" cap="flat">
            <a:noFill/>
            <a:prstDash val="solid"/>
            <a:miter/>
          </a:ln>
        </p:spPr>
        <p:txBody>
          <a:bodyPr rtlCol="0" anchor="ctr"/>
          <a:lstStyle/>
          <a:p>
            <a:endParaRPr lang="en-GB"/>
          </a:p>
        </p:txBody>
      </p:sp>
      <p:grpSp>
        <p:nvGrpSpPr>
          <p:cNvPr id="36" name="Group 35">
            <a:extLst>
              <a:ext uri="{FF2B5EF4-FFF2-40B4-BE49-F238E27FC236}">
                <a16:creationId xmlns:a16="http://schemas.microsoft.com/office/drawing/2014/main" id="{F61D624D-CB43-5D63-D71A-7CA9E8A9A41D}"/>
              </a:ext>
            </a:extLst>
          </p:cNvPr>
          <p:cNvGrpSpPr>
            <a:grpSpLocks noChangeAspect="1"/>
          </p:cNvGrpSpPr>
          <p:nvPr/>
        </p:nvGrpSpPr>
        <p:grpSpPr>
          <a:xfrm>
            <a:off x="8542444" y="4222947"/>
            <a:ext cx="412211" cy="480913"/>
            <a:chOff x="10645776" y="334963"/>
            <a:chExt cx="1228725" cy="1433513"/>
          </a:xfrm>
          <a:solidFill>
            <a:schemeClr val="bg1"/>
          </a:solidFill>
        </p:grpSpPr>
        <p:sp>
          <p:nvSpPr>
            <p:cNvPr id="37" name="Freeform 20">
              <a:extLst>
                <a:ext uri="{FF2B5EF4-FFF2-40B4-BE49-F238E27FC236}">
                  <a16:creationId xmlns:a16="http://schemas.microsoft.com/office/drawing/2014/main" id="{7E39519E-C2CF-2FCA-164E-855F280FF5A3}"/>
                </a:ext>
              </a:extLst>
            </p:cNvPr>
            <p:cNvSpPr>
              <a:spLocks noEditPoints="1"/>
            </p:cNvSpPr>
            <p:nvPr/>
          </p:nvSpPr>
          <p:spPr bwMode="auto">
            <a:xfrm>
              <a:off x="10645776" y="334963"/>
              <a:ext cx="1228725" cy="1433513"/>
            </a:xfrm>
            <a:custGeom>
              <a:avLst/>
              <a:gdLst>
                <a:gd name="T0" fmla="*/ 838 w 2963"/>
                <a:gd name="T1" fmla="*/ 153 h 3465"/>
                <a:gd name="T2" fmla="*/ 277 w 2963"/>
                <a:gd name="T3" fmla="*/ 259 h 3465"/>
                <a:gd name="T4" fmla="*/ 0 w 2963"/>
                <a:gd name="T5" fmla="*/ 1299 h 3465"/>
                <a:gd name="T6" fmla="*/ 195 w 2963"/>
                <a:gd name="T7" fmla="*/ 3419 h 3465"/>
                <a:gd name="T8" fmla="*/ 2341 w 2963"/>
                <a:gd name="T9" fmla="*/ 3456 h 3465"/>
                <a:gd name="T10" fmla="*/ 2673 w 2963"/>
                <a:gd name="T11" fmla="*/ 3146 h 3465"/>
                <a:gd name="T12" fmla="*/ 2837 w 2963"/>
                <a:gd name="T13" fmla="*/ 2817 h 3465"/>
                <a:gd name="T14" fmla="*/ 2878 w 2963"/>
                <a:gd name="T15" fmla="*/ 2614 h 3465"/>
                <a:gd name="T16" fmla="*/ 2937 w 2963"/>
                <a:gd name="T17" fmla="*/ 2344 h 3465"/>
                <a:gd name="T18" fmla="*/ 2890 w 2963"/>
                <a:gd name="T19" fmla="*/ 2183 h 3465"/>
                <a:gd name="T20" fmla="*/ 2681 w 2963"/>
                <a:gd name="T21" fmla="*/ 1283 h 3465"/>
                <a:gd name="T22" fmla="*/ 2389 w 2963"/>
                <a:gd name="T23" fmla="*/ 258 h 3465"/>
                <a:gd name="T24" fmla="*/ 1790 w 2963"/>
                <a:gd name="T25" fmla="*/ 151 h 3465"/>
                <a:gd name="T26" fmla="*/ 1380 w 2963"/>
                <a:gd name="T27" fmla="*/ 0 h 3465"/>
                <a:gd name="T28" fmla="*/ 1614 w 2963"/>
                <a:gd name="T29" fmla="*/ 229 h 3465"/>
                <a:gd name="T30" fmla="*/ 1336 w 2963"/>
                <a:gd name="T31" fmla="*/ 548 h 3465"/>
                <a:gd name="T32" fmla="*/ 1134 w 2963"/>
                <a:gd name="T33" fmla="*/ 162 h 3465"/>
                <a:gd name="T34" fmla="*/ 731 w 2963"/>
                <a:gd name="T35" fmla="*/ 445 h 3465"/>
                <a:gd name="T36" fmla="*/ 441 w 2963"/>
                <a:gd name="T37" fmla="*/ 3026 h 3465"/>
                <a:gd name="T38" fmla="*/ 2449 w 2963"/>
                <a:gd name="T39" fmla="*/ 3183 h 3465"/>
                <a:gd name="T40" fmla="*/ 2545 w 2963"/>
                <a:gd name="T41" fmla="*/ 2984 h 3465"/>
                <a:gd name="T42" fmla="*/ 2586 w 2963"/>
                <a:gd name="T43" fmla="*/ 3165 h 3465"/>
                <a:gd name="T44" fmla="*/ 223 w 2963"/>
                <a:gd name="T45" fmla="*/ 3343 h 3465"/>
                <a:gd name="T46" fmla="*/ 143 w 2963"/>
                <a:gd name="T47" fmla="*/ 432 h 3465"/>
                <a:gd name="T48" fmla="*/ 2448 w 2963"/>
                <a:gd name="T49" fmla="*/ 356 h 3465"/>
                <a:gd name="T50" fmla="*/ 2575 w 2963"/>
                <a:gd name="T51" fmla="*/ 2015 h 3465"/>
                <a:gd name="T52" fmla="*/ 2400 w 2963"/>
                <a:gd name="T53" fmla="*/ 480 h 3465"/>
                <a:gd name="T54" fmla="*/ 2390 w 2963"/>
                <a:gd name="T55" fmla="*/ 340 h 3465"/>
                <a:gd name="T56" fmla="*/ 2251 w 2963"/>
                <a:gd name="T57" fmla="*/ 532 h 3465"/>
                <a:gd name="T58" fmla="*/ 2353 w 2963"/>
                <a:gd name="T59" fmla="*/ 1951 h 3465"/>
                <a:gd name="T60" fmla="*/ 2218 w 2963"/>
                <a:gd name="T61" fmla="*/ 2053 h 3465"/>
                <a:gd name="T62" fmla="*/ 523 w 2963"/>
                <a:gd name="T63" fmla="*/ 2198 h 3465"/>
                <a:gd name="T64" fmla="*/ 2015 w 2963"/>
                <a:gd name="T65" fmla="*/ 2256 h 3465"/>
                <a:gd name="T66" fmla="*/ 1915 w 2963"/>
                <a:gd name="T67" fmla="*/ 2390 h 3465"/>
                <a:gd name="T68" fmla="*/ 894 w 2963"/>
                <a:gd name="T69" fmla="*/ 2489 h 3465"/>
                <a:gd name="T70" fmla="*/ 1954 w 2963"/>
                <a:gd name="T71" fmla="*/ 2607 h 3465"/>
                <a:gd name="T72" fmla="*/ 1523 w 2963"/>
                <a:gd name="T73" fmla="*/ 2698 h 3465"/>
                <a:gd name="T74" fmla="*/ 2176 w 2963"/>
                <a:gd name="T75" fmla="*/ 2911 h 3465"/>
                <a:gd name="T76" fmla="*/ 2316 w 2963"/>
                <a:gd name="T77" fmla="*/ 2982 h 3465"/>
                <a:gd name="T78" fmla="*/ 2396 w 2963"/>
                <a:gd name="T79" fmla="*/ 3120 h 3465"/>
                <a:gd name="T80" fmla="*/ 717 w 2963"/>
                <a:gd name="T81" fmla="*/ 2943 h 3465"/>
                <a:gd name="T82" fmla="*/ 436 w 2963"/>
                <a:gd name="T83" fmla="*/ 2715 h 3465"/>
                <a:gd name="T84" fmla="*/ 424 w 2963"/>
                <a:gd name="T85" fmla="*/ 532 h 3465"/>
                <a:gd name="T86" fmla="*/ 2605 w 2963"/>
                <a:gd name="T87" fmla="*/ 2150 h 3465"/>
                <a:gd name="T88" fmla="*/ 2775 w 2963"/>
                <a:gd name="T89" fmla="*/ 2188 h 3465"/>
                <a:gd name="T90" fmla="*/ 2791 w 2963"/>
                <a:gd name="T91" fmla="*/ 2374 h 3465"/>
                <a:gd name="T92" fmla="*/ 2878 w 2963"/>
                <a:gd name="T93" fmla="*/ 2513 h 3465"/>
                <a:gd name="T94" fmla="*/ 2756 w 2963"/>
                <a:gd name="T95" fmla="*/ 2670 h 3465"/>
                <a:gd name="T96" fmla="*/ 2702 w 2963"/>
                <a:gd name="T97" fmla="*/ 2819 h 3465"/>
                <a:gd name="T98" fmla="*/ 2508 w 2963"/>
                <a:gd name="T99" fmla="*/ 2856 h 3465"/>
                <a:gd name="T100" fmla="*/ 2368 w 2963"/>
                <a:gd name="T101" fmla="*/ 2876 h 3465"/>
                <a:gd name="T102" fmla="*/ 2210 w 2963"/>
                <a:gd name="T103" fmla="*/ 2796 h 3465"/>
                <a:gd name="T104" fmla="*/ 2093 w 2963"/>
                <a:gd name="T105" fmla="*/ 2724 h 3465"/>
                <a:gd name="T106" fmla="*/ 2045 w 2963"/>
                <a:gd name="T107" fmla="*/ 2543 h 3465"/>
                <a:gd name="T108" fmla="*/ 2015 w 2963"/>
                <a:gd name="T109" fmla="*/ 2408 h 3465"/>
                <a:gd name="T110" fmla="*/ 2112 w 2963"/>
                <a:gd name="T111" fmla="*/ 2251 h 3465"/>
                <a:gd name="T112" fmla="*/ 2190 w 2963"/>
                <a:gd name="T113" fmla="*/ 2130 h 3465"/>
                <a:gd name="T114" fmla="*/ 2361 w 2963"/>
                <a:gd name="T115" fmla="*/ 2070 h 3465"/>
                <a:gd name="T116" fmla="*/ 2501 w 2963"/>
                <a:gd name="T117" fmla="*/ 2065 h 3465"/>
                <a:gd name="T118" fmla="*/ 345 w 2963"/>
                <a:gd name="T119" fmla="*/ 2798 h 3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963" h="3465">
                  <a:moveTo>
                    <a:pt x="1185" y="23"/>
                  </a:moveTo>
                  <a:lnTo>
                    <a:pt x="1160" y="36"/>
                  </a:lnTo>
                  <a:lnTo>
                    <a:pt x="1106" y="76"/>
                  </a:lnTo>
                  <a:lnTo>
                    <a:pt x="1085" y="96"/>
                  </a:lnTo>
                  <a:lnTo>
                    <a:pt x="1069" y="113"/>
                  </a:lnTo>
                  <a:lnTo>
                    <a:pt x="1042" y="134"/>
                  </a:lnTo>
                  <a:lnTo>
                    <a:pt x="1003" y="145"/>
                  </a:lnTo>
                  <a:lnTo>
                    <a:pt x="939" y="150"/>
                  </a:lnTo>
                  <a:lnTo>
                    <a:pt x="890" y="151"/>
                  </a:lnTo>
                  <a:lnTo>
                    <a:pt x="838" y="153"/>
                  </a:lnTo>
                  <a:lnTo>
                    <a:pt x="775" y="157"/>
                  </a:lnTo>
                  <a:lnTo>
                    <a:pt x="751" y="164"/>
                  </a:lnTo>
                  <a:lnTo>
                    <a:pt x="742" y="171"/>
                  </a:lnTo>
                  <a:lnTo>
                    <a:pt x="736" y="186"/>
                  </a:lnTo>
                  <a:lnTo>
                    <a:pt x="735" y="201"/>
                  </a:lnTo>
                  <a:lnTo>
                    <a:pt x="730" y="248"/>
                  </a:lnTo>
                  <a:lnTo>
                    <a:pt x="505" y="248"/>
                  </a:lnTo>
                  <a:lnTo>
                    <a:pt x="436" y="248"/>
                  </a:lnTo>
                  <a:lnTo>
                    <a:pt x="340" y="251"/>
                  </a:lnTo>
                  <a:lnTo>
                    <a:pt x="277" y="259"/>
                  </a:lnTo>
                  <a:lnTo>
                    <a:pt x="229" y="274"/>
                  </a:lnTo>
                  <a:lnTo>
                    <a:pt x="205" y="285"/>
                  </a:lnTo>
                  <a:lnTo>
                    <a:pt x="172" y="301"/>
                  </a:lnTo>
                  <a:lnTo>
                    <a:pt x="113" y="350"/>
                  </a:lnTo>
                  <a:lnTo>
                    <a:pt x="62" y="411"/>
                  </a:lnTo>
                  <a:lnTo>
                    <a:pt x="26" y="480"/>
                  </a:lnTo>
                  <a:lnTo>
                    <a:pt x="15" y="516"/>
                  </a:lnTo>
                  <a:lnTo>
                    <a:pt x="11" y="546"/>
                  </a:lnTo>
                  <a:lnTo>
                    <a:pt x="4" y="738"/>
                  </a:lnTo>
                  <a:lnTo>
                    <a:pt x="0" y="1299"/>
                  </a:lnTo>
                  <a:lnTo>
                    <a:pt x="1" y="1893"/>
                  </a:lnTo>
                  <a:lnTo>
                    <a:pt x="5" y="2651"/>
                  </a:lnTo>
                  <a:lnTo>
                    <a:pt x="14" y="3125"/>
                  </a:lnTo>
                  <a:lnTo>
                    <a:pt x="23" y="3217"/>
                  </a:lnTo>
                  <a:lnTo>
                    <a:pt x="30" y="3247"/>
                  </a:lnTo>
                  <a:lnTo>
                    <a:pt x="35" y="3256"/>
                  </a:lnTo>
                  <a:lnTo>
                    <a:pt x="51" y="3284"/>
                  </a:lnTo>
                  <a:lnTo>
                    <a:pt x="92" y="3336"/>
                  </a:lnTo>
                  <a:lnTo>
                    <a:pt x="141" y="3382"/>
                  </a:lnTo>
                  <a:lnTo>
                    <a:pt x="195" y="3419"/>
                  </a:lnTo>
                  <a:lnTo>
                    <a:pt x="223" y="3433"/>
                  </a:lnTo>
                  <a:lnTo>
                    <a:pt x="235" y="3438"/>
                  </a:lnTo>
                  <a:lnTo>
                    <a:pt x="264" y="3447"/>
                  </a:lnTo>
                  <a:lnTo>
                    <a:pt x="339" y="3456"/>
                  </a:lnTo>
                  <a:lnTo>
                    <a:pt x="562" y="3462"/>
                  </a:lnTo>
                  <a:lnTo>
                    <a:pt x="999" y="3465"/>
                  </a:lnTo>
                  <a:lnTo>
                    <a:pt x="1340" y="3465"/>
                  </a:lnTo>
                  <a:lnTo>
                    <a:pt x="1680" y="3465"/>
                  </a:lnTo>
                  <a:lnTo>
                    <a:pt x="2118" y="3462"/>
                  </a:lnTo>
                  <a:lnTo>
                    <a:pt x="2341" y="3456"/>
                  </a:lnTo>
                  <a:lnTo>
                    <a:pt x="2415" y="3447"/>
                  </a:lnTo>
                  <a:lnTo>
                    <a:pt x="2445" y="3438"/>
                  </a:lnTo>
                  <a:lnTo>
                    <a:pt x="2456" y="3433"/>
                  </a:lnTo>
                  <a:lnTo>
                    <a:pt x="2484" y="3419"/>
                  </a:lnTo>
                  <a:lnTo>
                    <a:pt x="2534" y="3388"/>
                  </a:lnTo>
                  <a:lnTo>
                    <a:pt x="2576" y="3351"/>
                  </a:lnTo>
                  <a:lnTo>
                    <a:pt x="2611" y="3309"/>
                  </a:lnTo>
                  <a:lnTo>
                    <a:pt x="2639" y="3261"/>
                  </a:lnTo>
                  <a:lnTo>
                    <a:pt x="2660" y="3207"/>
                  </a:lnTo>
                  <a:lnTo>
                    <a:pt x="2673" y="3146"/>
                  </a:lnTo>
                  <a:lnTo>
                    <a:pt x="2680" y="3079"/>
                  </a:lnTo>
                  <a:lnTo>
                    <a:pt x="2681" y="3043"/>
                  </a:lnTo>
                  <a:lnTo>
                    <a:pt x="2682" y="2971"/>
                  </a:lnTo>
                  <a:lnTo>
                    <a:pt x="2690" y="2925"/>
                  </a:lnTo>
                  <a:lnTo>
                    <a:pt x="2702" y="2915"/>
                  </a:lnTo>
                  <a:lnTo>
                    <a:pt x="2711" y="2915"/>
                  </a:lnTo>
                  <a:lnTo>
                    <a:pt x="2718" y="2914"/>
                  </a:lnTo>
                  <a:lnTo>
                    <a:pt x="2739" y="2903"/>
                  </a:lnTo>
                  <a:lnTo>
                    <a:pt x="2780" y="2872"/>
                  </a:lnTo>
                  <a:lnTo>
                    <a:pt x="2837" y="2817"/>
                  </a:lnTo>
                  <a:lnTo>
                    <a:pt x="2869" y="2778"/>
                  </a:lnTo>
                  <a:lnTo>
                    <a:pt x="2880" y="2758"/>
                  </a:lnTo>
                  <a:lnTo>
                    <a:pt x="2881" y="2751"/>
                  </a:lnTo>
                  <a:lnTo>
                    <a:pt x="2880" y="2741"/>
                  </a:lnTo>
                  <a:lnTo>
                    <a:pt x="2866" y="2706"/>
                  </a:lnTo>
                  <a:lnTo>
                    <a:pt x="2855" y="2688"/>
                  </a:lnTo>
                  <a:lnTo>
                    <a:pt x="2844" y="2672"/>
                  </a:lnTo>
                  <a:lnTo>
                    <a:pt x="2836" y="2647"/>
                  </a:lnTo>
                  <a:lnTo>
                    <a:pt x="2846" y="2630"/>
                  </a:lnTo>
                  <a:lnTo>
                    <a:pt x="2878" y="2614"/>
                  </a:lnTo>
                  <a:lnTo>
                    <a:pt x="2903" y="2605"/>
                  </a:lnTo>
                  <a:lnTo>
                    <a:pt x="2921" y="2599"/>
                  </a:lnTo>
                  <a:lnTo>
                    <a:pt x="2943" y="2586"/>
                  </a:lnTo>
                  <a:lnTo>
                    <a:pt x="2955" y="2562"/>
                  </a:lnTo>
                  <a:lnTo>
                    <a:pt x="2960" y="2518"/>
                  </a:lnTo>
                  <a:lnTo>
                    <a:pt x="2961" y="2483"/>
                  </a:lnTo>
                  <a:lnTo>
                    <a:pt x="2963" y="2444"/>
                  </a:lnTo>
                  <a:lnTo>
                    <a:pt x="2958" y="2386"/>
                  </a:lnTo>
                  <a:lnTo>
                    <a:pt x="2947" y="2357"/>
                  </a:lnTo>
                  <a:lnTo>
                    <a:pt x="2937" y="2344"/>
                  </a:lnTo>
                  <a:lnTo>
                    <a:pt x="2924" y="2336"/>
                  </a:lnTo>
                  <a:lnTo>
                    <a:pt x="2907" y="2332"/>
                  </a:lnTo>
                  <a:lnTo>
                    <a:pt x="2898" y="2331"/>
                  </a:lnTo>
                  <a:lnTo>
                    <a:pt x="2879" y="2330"/>
                  </a:lnTo>
                  <a:lnTo>
                    <a:pt x="2858" y="2320"/>
                  </a:lnTo>
                  <a:lnTo>
                    <a:pt x="2849" y="2310"/>
                  </a:lnTo>
                  <a:lnTo>
                    <a:pt x="2843" y="2291"/>
                  </a:lnTo>
                  <a:lnTo>
                    <a:pt x="2849" y="2255"/>
                  </a:lnTo>
                  <a:lnTo>
                    <a:pt x="2860" y="2235"/>
                  </a:lnTo>
                  <a:lnTo>
                    <a:pt x="2890" y="2183"/>
                  </a:lnTo>
                  <a:lnTo>
                    <a:pt x="2806" y="2098"/>
                  </a:lnTo>
                  <a:lnTo>
                    <a:pt x="2772" y="2065"/>
                  </a:lnTo>
                  <a:lnTo>
                    <a:pt x="2729" y="2032"/>
                  </a:lnTo>
                  <a:lnTo>
                    <a:pt x="2708" y="2022"/>
                  </a:lnTo>
                  <a:lnTo>
                    <a:pt x="2703" y="2023"/>
                  </a:lnTo>
                  <a:lnTo>
                    <a:pt x="2700" y="2023"/>
                  </a:lnTo>
                  <a:lnTo>
                    <a:pt x="2695" y="2009"/>
                  </a:lnTo>
                  <a:lnTo>
                    <a:pt x="2689" y="1953"/>
                  </a:lnTo>
                  <a:lnTo>
                    <a:pt x="2682" y="1674"/>
                  </a:lnTo>
                  <a:lnTo>
                    <a:pt x="2681" y="1283"/>
                  </a:lnTo>
                  <a:lnTo>
                    <a:pt x="2681" y="538"/>
                  </a:lnTo>
                  <a:lnTo>
                    <a:pt x="2636" y="446"/>
                  </a:lnTo>
                  <a:lnTo>
                    <a:pt x="2625" y="425"/>
                  </a:lnTo>
                  <a:lnTo>
                    <a:pt x="2598" y="385"/>
                  </a:lnTo>
                  <a:lnTo>
                    <a:pt x="2568" y="350"/>
                  </a:lnTo>
                  <a:lnTo>
                    <a:pt x="2535" y="319"/>
                  </a:lnTo>
                  <a:lnTo>
                    <a:pt x="2518" y="306"/>
                  </a:lnTo>
                  <a:lnTo>
                    <a:pt x="2493" y="289"/>
                  </a:lnTo>
                  <a:lnTo>
                    <a:pt x="2450" y="268"/>
                  </a:lnTo>
                  <a:lnTo>
                    <a:pt x="2389" y="258"/>
                  </a:lnTo>
                  <a:lnTo>
                    <a:pt x="2282" y="253"/>
                  </a:lnTo>
                  <a:lnTo>
                    <a:pt x="2198" y="251"/>
                  </a:lnTo>
                  <a:lnTo>
                    <a:pt x="1950" y="246"/>
                  </a:lnTo>
                  <a:lnTo>
                    <a:pt x="1945" y="201"/>
                  </a:lnTo>
                  <a:lnTo>
                    <a:pt x="1943" y="186"/>
                  </a:lnTo>
                  <a:lnTo>
                    <a:pt x="1937" y="171"/>
                  </a:lnTo>
                  <a:lnTo>
                    <a:pt x="1928" y="164"/>
                  </a:lnTo>
                  <a:lnTo>
                    <a:pt x="1904" y="157"/>
                  </a:lnTo>
                  <a:lnTo>
                    <a:pt x="1841" y="153"/>
                  </a:lnTo>
                  <a:lnTo>
                    <a:pt x="1790" y="151"/>
                  </a:lnTo>
                  <a:lnTo>
                    <a:pt x="1741" y="150"/>
                  </a:lnTo>
                  <a:lnTo>
                    <a:pt x="1676" y="145"/>
                  </a:lnTo>
                  <a:lnTo>
                    <a:pt x="1638" y="134"/>
                  </a:lnTo>
                  <a:lnTo>
                    <a:pt x="1610" y="113"/>
                  </a:lnTo>
                  <a:lnTo>
                    <a:pt x="1595" y="96"/>
                  </a:lnTo>
                  <a:lnTo>
                    <a:pt x="1573" y="76"/>
                  </a:lnTo>
                  <a:lnTo>
                    <a:pt x="1516" y="36"/>
                  </a:lnTo>
                  <a:lnTo>
                    <a:pt x="1490" y="23"/>
                  </a:lnTo>
                  <a:lnTo>
                    <a:pt x="1459" y="12"/>
                  </a:lnTo>
                  <a:lnTo>
                    <a:pt x="1380" y="0"/>
                  </a:lnTo>
                  <a:lnTo>
                    <a:pt x="1293" y="0"/>
                  </a:lnTo>
                  <a:lnTo>
                    <a:pt x="1214" y="12"/>
                  </a:lnTo>
                  <a:lnTo>
                    <a:pt x="1185" y="23"/>
                  </a:lnTo>
                  <a:close/>
                  <a:moveTo>
                    <a:pt x="1483" y="106"/>
                  </a:moveTo>
                  <a:lnTo>
                    <a:pt x="1504" y="120"/>
                  </a:lnTo>
                  <a:lnTo>
                    <a:pt x="1544" y="161"/>
                  </a:lnTo>
                  <a:lnTo>
                    <a:pt x="1556" y="181"/>
                  </a:lnTo>
                  <a:lnTo>
                    <a:pt x="1565" y="199"/>
                  </a:lnTo>
                  <a:lnTo>
                    <a:pt x="1583" y="220"/>
                  </a:lnTo>
                  <a:lnTo>
                    <a:pt x="1614" y="229"/>
                  </a:lnTo>
                  <a:lnTo>
                    <a:pt x="1675" y="231"/>
                  </a:lnTo>
                  <a:lnTo>
                    <a:pt x="1723" y="231"/>
                  </a:lnTo>
                  <a:lnTo>
                    <a:pt x="1863" y="231"/>
                  </a:lnTo>
                  <a:lnTo>
                    <a:pt x="1868" y="383"/>
                  </a:lnTo>
                  <a:lnTo>
                    <a:pt x="1870" y="444"/>
                  </a:lnTo>
                  <a:lnTo>
                    <a:pt x="1869" y="530"/>
                  </a:lnTo>
                  <a:lnTo>
                    <a:pt x="1866" y="541"/>
                  </a:lnTo>
                  <a:lnTo>
                    <a:pt x="1834" y="544"/>
                  </a:lnTo>
                  <a:lnTo>
                    <a:pt x="1546" y="548"/>
                  </a:lnTo>
                  <a:lnTo>
                    <a:pt x="1336" y="548"/>
                  </a:lnTo>
                  <a:lnTo>
                    <a:pt x="815" y="548"/>
                  </a:lnTo>
                  <a:lnTo>
                    <a:pt x="815" y="390"/>
                  </a:lnTo>
                  <a:lnTo>
                    <a:pt x="815" y="231"/>
                  </a:lnTo>
                  <a:lnTo>
                    <a:pt x="956" y="231"/>
                  </a:lnTo>
                  <a:lnTo>
                    <a:pt x="1005" y="231"/>
                  </a:lnTo>
                  <a:lnTo>
                    <a:pt x="1065" y="229"/>
                  </a:lnTo>
                  <a:lnTo>
                    <a:pt x="1097" y="220"/>
                  </a:lnTo>
                  <a:lnTo>
                    <a:pt x="1114" y="199"/>
                  </a:lnTo>
                  <a:lnTo>
                    <a:pt x="1123" y="181"/>
                  </a:lnTo>
                  <a:lnTo>
                    <a:pt x="1134" y="162"/>
                  </a:lnTo>
                  <a:lnTo>
                    <a:pt x="1165" y="129"/>
                  </a:lnTo>
                  <a:lnTo>
                    <a:pt x="1204" y="103"/>
                  </a:lnTo>
                  <a:lnTo>
                    <a:pt x="1249" y="84"/>
                  </a:lnTo>
                  <a:lnTo>
                    <a:pt x="1299" y="74"/>
                  </a:lnTo>
                  <a:lnTo>
                    <a:pt x="1351" y="72"/>
                  </a:lnTo>
                  <a:lnTo>
                    <a:pt x="1405" y="78"/>
                  </a:lnTo>
                  <a:lnTo>
                    <a:pt x="1458" y="94"/>
                  </a:lnTo>
                  <a:lnTo>
                    <a:pt x="1483" y="106"/>
                  </a:lnTo>
                  <a:close/>
                  <a:moveTo>
                    <a:pt x="731" y="388"/>
                  </a:moveTo>
                  <a:lnTo>
                    <a:pt x="731" y="445"/>
                  </a:lnTo>
                  <a:lnTo>
                    <a:pt x="513" y="451"/>
                  </a:lnTo>
                  <a:lnTo>
                    <a:pt x="439" y="453"/>
                  </a:lnTo>
                  <a:lnTo>
                    <a:pt x="345" y="457"/>
                  </a:lnTo>
                  <a:lnTo>
                    <a:pt x="296" y="467"/>
                  </a:lnTo>
                  <a:lnTo>
                    <a:pt x="269" y="487"/>
                  </a:lnTo>
                  <a:lnTo>
                    <a:pt x="255" y="503"/>
                  </a:lnTo>
                  <a:lnTo>
                    <a:pt x="215" y="550"/>
                  </a:lnTo>
                  <a:lnTo>
                    <a:pt x="215" y="1670"/>
                  </a:lnTo>
                  <a:lnTo>
                    <a:pt x="215" y="2790"/>
                  </a:lnTo>
                  <a:lnTo>
                    <a:pt x="441" y="3026"/>
                  </a:lnTo>
                  <a:lnTo>
                    <a:pt x="668" y="3265"/>
                  </a:lnTo>
                  <a:lnTo>
                    <a:pt x="1503" y="3265"/>
                  </a:lnTo>
                  <a:lnTo>
                    <a:pt x="1781" y="3265"/>
                  </a:lnTo>
                  <a:lnTo>
                    <a:pt x="2133" y="3263"/>
                  </a:lnTo>
                  <a:lnTo>
                    <a:pt x="2306" y="3256"/>
                  </a:lnTo>
                  <a:lnTo>
                    <a:pt x="2362" y="3246"/>
                  </a:lnTo>
                  <a:lnTo>
                    <a:pt x="2385" y="3237"/>
                  </a:lnTo>
                  <a:lnTo>
                    <a:pt x="2395" y="3231"/>
                  </a:lnTo>
                  <a:lnTo>
                    <a:pt x="2416" y="3217"/>
                  </a:lnTo>
                  <a:lnTo>
                    <a:pt x="2449" y="3183"/>
                  </a:lnTo>
                  <a:lnTo>
                    <a:pt x="2470" y="3140"/>
                  </a:lnTo>
                  <a:lnTo>
                    <a:pt x="2481" y="3087"/>
                  </a:lnTo>
                  <a:lnTo>
                    <a:pt x="2481" y="3056"/>
                  </a:lnTo>
                  <a:lnTo>
                    <a:pt x="2482" y="3041"/>
                  </a:lnTo>
                  <a:lnTo>
                    <a:pt x="2485" y="3018"/>
                  </a:lnTo>
                  <a:lnTo>
                    <a:pt x="2493" y="3004"/>
                  </a:lnTo>
                  <a:lnTo>
                    <a:pt x="2509" y="2997"/>
                  </a:lnTo>
                  <a:lnTo>
                    <a:pt x="2520" y="2995"/>
                  </a:lnTo>
                  <a:lnTo>
                    <a:pt x="2529" y="2993"/>
                  </a:lnTo>
                  <a:lnTo>
                    <a:pt x="2545" y="2984"/>
                  </a:lnTo>
                  <a:lnTo>
                    <a:pt x="2559" y="2968"/>
                  </a:lnTo>
                  <a:lnTo>
                    <a:pt x="2571" y="2946"/>
                  </a:lnTo>
                  <a:lnTo>
                    <a:pt x="2576" y="2931"/>
                  </a:lnTo>
                  <a:lnTo>
                    <a:pt x="2583" y="2913"/>
                  </a:lnTo>
                  <a:lnTo>
                    <a:pt x="2589" y="2901"/>
                  </a:lnTo>
                  <a:lnTo>
                    <a:pt x="2592" y="2901"/>
                  </a:lnTo>
                  <a:lnTo>
                    <a:pt x="2596" y="2936"/>
                  </a:lnTo>
                  <a:lnTo>
                    <a:pt x="2596" y="3023"/>
                  </a:lnTo>
                  <a:lnTo>
                    <a:pt x="2596" y="3087"/>
                  </a:lnTo>
                  <a:lnTo>
                    <a:pt x="2586" y="3165"/>
                  </a:lnTo>
                  <a:lnTo>
                    <a:pt x="2574" y="3209"/>
                  </a:lnTo>
                  <a:lnTo>
                    <a:pt x="2558" y="3246"/>
                  </a:lnTo>
                  <a:lnTo>
                    <a:pt x="2536" y="3279"/>
                  </a:lnTo>
                  <a:lnTo>
                    <a:pt x="2509" y="3307"/>
                  </a:lnTo>
                  <a:lnTo>
                    <a:pt x="2475" y="3332"/>
                  </a:lnTo>
                  <a:lnTo>
                    <a:pt x="2456" y="3343"/>
                  </a:lnTo>
                  <a:lnTo>
                    <a:pt x="2390" y="3381"/>
                  </a:lnTo>
                  <a:lnTo>
                    <a:pt x="1340" y="3381"/>
                  </a:lnTo>
                  <a:lnTo>
                    <a:pt x="290" y="3381"/>
                  </a:lnTo>
                  <a:lnTo>
                    <a:pt x="223" y="3343"/>
                  </a:lnTo>
                  <a:lnTo>
                    <a:pt x="209" y="3335"/>
                  </a:lnTo>
                  <a:lnTo>
                    <a:pt x="179" y="3311"/>
                  </a:lnTo>
                  <a:lnTo>
                    <a:pt x="151" y="3283"/>
                  </a:lnTo>
                  <a:lnTo>
                    <a:pt x="128" y="3254"/>
                  </a:lnTo>
                  <a:lnTo>
                    <a:pt x="120" y="3240"/>
                  </a:lnTo>
                  <a:lnTo>
                    <a:pt x="81" y="3173"/>
                  </a:lnTo>
                  <a:lnTo>
                    <a:pt x="86" y="1840"/>
                  </a:lnTo>
                  <a:lnTo>
                    <a:pt x="90" y="506"/>
                  </a:lnTo>
                  <a:lnTo>
                    <a:pt x="130" y="451"/>
                  </a:lnTo>
                  <a:lnTo>
                    <a:pt x="143" y="432"/>
                  </a:lnTo>
                  <a:lnTo>
                    <a:pt x="170" y="400"/>
                  </a:lnTo>
                  <a:lnTo>
                    <a:pt x="198" y="376"/>
                  </a:lnTo>
                  <a:lnTo>
                    <a:pt x="229" y="358"/>
                  </a:lnTo>
                  <a:lnTo>
                    <a:pt x="268" y="346"/>
                  </a:lnTo>
                  <a:lnTo>
                    <a:pt x="317" y="338"/>
                  </a:lnTo>
                  <a:lnTo>
                    <a:pt x="413" y="332"/>
                  </a:lnTo>
                  <a:lnTo>
                    <a:pt x="503" y="331"/>
                  </a:lnTo>
                  <a:lnTo>
                    <a:pt x="731" y="331"/>
                  </a:lnTo>
                  <a:lnTo>
                    <a:pt x="731" y="388"/>
                  </a:lnTo>
                  <a:close/>
                  <a:moveTo>
                    <a:pt x="2448" y="356"/>
                  </a:moveTo>
                  <a:lnTo>
                    <a:pt x="2470" y="370"/>
                  </a:lnTo>
                  <a:lnTo>
                    <a:pt x="2522" y="417"/>
                  </a:lnTo>
                  <a:lnTo>
                    <a:pt x="2543" y="443"/>
                  </a:lnTo>
                  <a:lnTo>
                    <a:pt x="2590" y="503"/>
                  </a:lnTo>
                  <a:lnTo>
                    <a:pt x="2593" y="1288"/>
                  </a:lnTo>
                  <a:lnTo>
                    <a:pt x="2594" y="1711"/>
                  </a:lnTo>
                  <a:lnTo>
                    <a:pt x="2589" y="1983"/>
                  </a:lnTo>
                  <a:lnTo>
                    <a:pt x="2583" y="2022"/>
                  </a:lnTo>
                  <a:lnTo>
                    <a:pt x="2578" y="2022"/>
                  </a:lnTo>
                  <a:lnTo>
                    <a:pt x="2575" y="2015"/>
                  </a:lnTo>
                  <a:lnTo>
                    <a:pt x="2569" y="2001"/>
                  </a:lnTo>
                  <a:lnTo>
                    <a:pt x="2557" y="1978"/>
                  </a:lnTo>
                  <a:lnTo>
                    <a:pt x="2543" y="1962"/>
                  </a:lnTo>
                  <a:lnTo>
                    <a:pt x="2527" y="1953"/>
                  </a:lnTo>
                  <a:lnTo>
                    <a:pt x="2518" y="1951"/>
                  </a:lnTo>
                  <a:lnTo>
                    <a:pt x="2483" y="1946"/>
                  </a:lnTo>
                  <a:lnTo>
                    <a:pt x="2478" y="1246"/>
                  </a:lnTo>
                  <a:lnTo>
                    <a:pt x="2473" y="545"/>
                  </a:lnTo>
                  <a:lnTo>
                    <a:pt x="2418" y="496"/>
                  </a:lnTo>
                  <a:lnTo>
                    <a:pt x="2400" y="480"/>
                  </a:lnTo>
                  <a:lnTo>
                    <a:pt x="2367" y="459"/>
                  </a:lnTo>
                  <a:lnTo>
                    <a:pt x="2318" y="450"/>
                  </a:lnTo>
                  <a:lnTo>
                    <a:pt x="2227" y="448"/>
                  </a:lnTo>
                  <a:lnTo>
                    <a:pt x="2156" y="448"/>
                  </a:lnTo>
                  <a:lnTo>
                    <a:pt x="1948" y="448"/>
                  </a:lnTo>
                  <a:lnTo>
                    <a:pt x="1948" y="390"/>
                  </a:lnTo>
                  <a:lnTo>
                    <a:pt x="1948" y="331"/>
                  </a:lnTo>
                  <a:lnTo>
                    <a:pt x="2173" y="331"/>
                  </a:lnTo>
                  <a:lnTo>
                    <a:pt x="2287" y="332"/>
                  </a:lnTo>
                  <a:lnTo>
                    <a:pt x="2390" y="340"/>
                  </a:lnTo>
                  <a:lnTo>
                    <a:pt x="2433" y="350"/>
                  </a:lnTo>
                  <a:lnTo>
                    <a:pt x="2448" y="356"/>
                  </a:lnTo>
                  <a:close/>
                  <a:moveTo>
                    <a:pt x="731" y="573"/>
                  </a:moveTo>
                  <a:lnTo>
                    <a:pt x="731" y="615"/>
                  </a:lnTo>
                  <a:lnTo>
                    <a:pt x="1340" y="615"/>
                  </a:lnTo>
                  <a:lnTo>
                    <a:pt x="1948" y="615"/>
                  </a:lnTo>
                  <a:lnTo>
                    <a:pt x="1948" y="573"/>
                  </a:lnTo>
                  <a:lnTo>
                    <a:pt x="1948" y="531"/>
                  </a:lnTo>
                  <a:lnTo>
                    <a:pt x="2146" y="531"/>
                  </a:lnTo>
                  <a:lnTo>
                    <a:pt x="2251" y="532"/>
                  </a:lnTo>
                  <a:lnTo>
                    <a:pt x="2334" y="540"/>
                  </a:lnTo>
                  <a:lnTo>
                    <a:pt x="2363" y="550"/>
                  </a:lnTo>
                  <a:lnTo>
                    <a:pt x="2371" y="558"/>
                  </a:lnTo>
                  <a:lnTo>
                    <a:pt x="2376" y="563"/>
                  </a:lnTo>
                  <a:lnTo>
                    <a:pt x="2383" y="580"/>
                  </a:lnTo>
                  <a:lnTo>
                    <a:pt x="2390" y="630"/>
                  </a:lnTo>
                  <a:lnTo>
                    <a:pt x="2398" y="881"/>
                  </a:lnTo>
                  <a:lnTo>
                    <a:pt x="2398" y="1265"/>
                  </a:lnTo>
                  <a:lnTo>
                    <a:pt x="2398" y="1946"/>
                  </a:lnTo>
                  <a:lnTo>
                    <a:pt x="2353" y="1951"/>
                  </a:lnTo>
                  <a:lnTo>
                    <a:pt x="2340" y="1953"/>
                  </a:lnTo>
                  <a:lnTo>
                    <a:pt x="2321" y="1959"/>
                  </a:lnTo>
                  <a:lnTo>
                    <a:pt x="2309" y="1971"/>
                  </a:lnTo>
                  <a:lnTo>
                    <a:pt x="2303" y="1990"/>
                  </a:lnTo>
                  <a:lnTo>
                    <a:pt x="2301" y="2003"/>
                  </a:lnTo>
                  <a:lnTo>
                    <a:pt x="2298" y="2024"/>
                  </a:lnTo>
                  <a:lnTo>
                    <a:pt x="2286" y="2046"/>
                  </a:lnTo>
                  <a:lnTo>
                    <a:pt x="2275" y="2055"/>
                  </a:lnTo>
                  <a:lnTo>
                    <a:pt x="2255" y="2061"/>
                  </a:lnTo>
                  <a:lnTo>
                    <a:pt x="2218" y="2053"/>
                  </a:lnTo>
                  <a:lnTo>
                    <a:pt x="2196" y="2041"/>
                  </a:lnTo>
                  <a:lnTo>
                    <a:pt x="2148" y="2013"/>
                  </a:lnTo>
                  <a:lnTo>
                    <a:pt x="2068" y="2088"/>
                  </a:lnTo>
                  <a:lnTo>
                    <a:pt x="1986" y="2165"/>
                  </a:lnTo>
                  <a:lnTo>
                    <a:pt x="1255" y="2168"/>
                  </a:lnTo>
                  <a:lnTo>
                    <a:pt x="845" y="2172"/>
                  </a:lnTo>
                  <a:lnTo>
                    <a:pt x="583" y="2180"/>
                  </a:lnTo>
                  <a:lnTo>
                    <a:pt x="535" y="2188"/>
                  </a:lnTo>
                  <a:lnTo>
                    <a:pt x="524" y="2194"/>
                  </a:lnTo>
                  <a:lnTo>
                    <a:pt x="523" y="2198"/>
                  </a:lnTo>
                  <a:lnTo>
                    <a:pt x="524" y="2202"/>
                  </a:lnTo>
                  <a:lnTo>
                    <a:pt x="535" y="2208"/>
                  </a:lnTo>
                  <a:lnTo>
                    <a:pt x="583" y="2216"/>
                  </a:lnTo>
                  <a:lnTo>
                    <a:pt x="846" y="2224"/>
                  </a:lnTo>
                  <a:lnTo>
                    <a:pt x="1258" y="2228"/>
                  </a:lnTo>
                  <a:lnTo>
                    <a:pt x="1663" y="2231"/>
                  </a:lnTo>
                  <a:lnTo>
                    <a:pt x="1937" y="2239"/>
                  </a:lnTo>
                  <a:lnTo>
                    <a:pt x="1993" y="2246"/>
                  </a:lnTo>
                  <a:lnTo>
                    <a:pt x="2011" y="2252"/>
                  </a:lnTo>
                  <a:lnTo>
                    <a:pt x="2015" y="2256"/>
                  </a:lnTo>
                  <a:lnTo>
                    <a:pt x="2024" y="2270"/>
                  </a:lnTo>
                  <a:lnTo>
                    <a:pt x="2029" y="2295"/>
                  </a:lnTo>
                  <a:lnTo>
                    <a:pt x="2016" y="2316"/>
                  </a:lnTo>
                  <a:lnTo>
                    <a:pt x="1987" y="2331"/>
                  </a:lnTo>
                  <a:lnTo>
                    <a:pt x="1966" y="2336"/>
                  </a:lnTo>
                  <a:lnTo>
                    <a:pt x="1952" y="2340"/>
                  </a:lnTo>
                  <a:lnTo>
                    <a:pt x="1931" y="2348"/>
                  </a:lnTo>
                  <a:lnTo>
                    <a:pt x="1920" y="2360"/>
                  </a:lnTo>
                  <a:lnTo>
                    <a:pt x="1915" y="2378"/>
                  </a:lnTo>
                  <a:lnTo>
                    <a:pt x="1915" y="2390"/>
                  </a:lnTo>
                  <a:lnTo>
                    <a:pt x="1915" y="2431"/>
                  </a:lnTo>
                  <a:lnTo>
                    <a:pt x="1403" y="2435"/>
                  </a:lnTo>
                  <a:lnTo>
                    <a:pt x="1089" y="2438"/>
                  </a:lnTo>
                  <a:lnTo>
                    <a:pt x="936" y="2445"/>
                  </a:lnTo>
                  <a:lnTo>
                    <a:pt x="907" y="2450"/>
                  </a:lnTo>
                  <a:lnTo>
                    <a:pt x="894" y="2457"/>
                  </a:lnTo>
                  <a:lnTo>
                    <a:pt x="890" y="2467"/>
                  </a:lnTo>
                  <a:lnTo>
                    <a:pt x="890" y="2473"/>
                  </a:lnTo>
                  <a:lnTo>
                    <a:pt x="890" y="2479"/>
                  </a:lnTo>
                  <a:lnTo>
                    <a:pt x="894" y="2489"/>
                  </a:lnTo>
                  <a:lnTo>
                    <a:pt x="907" y="2496"/>
                  </a:lnTo>
                  <a:lnTo>
                    <a:pt x="936" y="2501"/>
                  </a:lnTo>
                  <a:lnTo>
                    <a:pt x="1089" y="2508"/>
                  </a:lnTo>
                  <a:lnTo>
                    <a:pt x="1403" y="2511"/>
                  </a:lnTo>
                  <a:lnTo>
                    <a:pt x="1915" y="2515"/>
                  </a:lnTo>
                  <a:lnTo>
                    <a:pt x="1915" y="2556"/>
                  </a:lnTo>
                  <a:lnTo>
                    <a:pt x="1915" y="2568"/>
                  </a:lnTo>
                  <a:lnTo>
                    <a:pt x="1920" y="2585"/>
                  </a:lnTo>
                  <a:lnTo>
                    <a:pt x="1933" y="2597"/>
                  </a:lnTo>
                  <a:lnTo>
                    <a:pt x="1954" y="2607"/>
                  </a:lnTo>
                  <a:lnTo>
                    <a:pt x="1970" y="2611"/>
                  </a:lnTo>
                  <a:lnTo>
                    <a:pt x="1995" y="2619"/>
                  </a:lnTo>
                  <a:lnTo>
                    <a:pt x="2016" y="2636"/>
                  </a:lnTo>
                  <a:lnTo>
                    <a:pt x="2022" y="2650"/>
                  </a:lnTo>
                  <a:lnTo>
                    <a:pt x="2023" y="2658"/>
                  </a:lnTo>
                  <a:lnTo>
                    <a:pt x="2023" y="2663"/>
                  </a:lnTo>
                  <a:lnTo>
                    <a:pt x="2018" y="2672"/>
                  </a:lnTo>
                  <a:lnTo>
                    <a:pt x="1994" y="2682"/>
                  </a:lnTo>
                  <a:lnTo>
                    <a:pt x="1826" y="2693"/>
                  </a:lnTo>
                  <a:lnTo>
                    <a:pt x="1523" y="2698"/>
                  </a:lnTo>
                  <a:lnTo>
                    <a:pt x="1023" y="2706"/>
                  </a:lnTo>
                  <a:lnTo>
                    <a:pt x="1018" y="2743"/>
                  </a:lnTo>
                  <a:lnTo>
                    <a:pt x="1013" y="2781"/>
                  </a:lnTo>
                  <a:lnTo>
                    <a:pt x="1510" y="2781"/>
                  </a:lnTo>
                  <a:lnTo>
                    <a:pt x="2008" y="2781"/>
                  </a:lnTo>
                  <a:lnTo>
                    <a:pt x="2073" y="2848"/>
                  </a:lnTo>
                  <a:lnTo>
                    <a:pt x="2098" y="2873"/>
                  </a:lnTo>
                  <a:lnTo>
                    <a:pt x="2137" y="2904"/>
                  </a:lnTo>
                  <a:lnTo>
                    <a:pt x="2161" y="2912"/>
                  </a:lnTo>
                  <a:lnTo>
                    <a:pt x="2176" y="2911"/>
                  </a:lnTo>
                  <a:lnTo>
                    <a:pt x="2201" y="2902"/>
                  </a:lnTo>
                  <a:lnTo>
                    <a:pt x="2221" y="2890"/>
                  </a:lnTo>
                  <a:lnTo>
                    <a:pt x="2237" y="2880"/>
                  </a:lnTo>
                  <a:lnTo>
                    <a:pt x="2257" y="2875"/>
                  </a:lnTo>
                  <a:lnTo>
                    <a:pt x="2268" y="2877"/>
                  </a:lnTo>
                  <a:lnTo>
                    <a:pt x="2282" y="2889"/>
                  </a:lnTo>
                  <a:lnTo>
                    <a:pt x="2298" y="2925"/>
                  </a:lnTo>
                  <a:lnTo>
                    <a:pt x="2305" y="2951"/>
                  </a:lnTo>
                  <a:lnTo>
                    <a:pt x="2308" y="2964"/>
                  </a:lnTo>
                  <a:lnTo>
                    <a:pt x="2316" y="2982"/>
                  </a:lnTo>
                  <a:lnTo>
                    <a:pt x="2328" y="2993"/>
                  </a:lnTo>
                  <a:lnTo>
                    <a:pt x="2345" y="2998"/>
                  </a:lnTo>
                  <a:lnTo>
                    <a:pt x="2356" y="2998"/>
                  </a:lnTo>
                  <a:lnTo>
                    <a:pt x="2369" y="2998"/>
                  </a:lnTo>
                  <a:lnTo>
                    <a:pt x="2386" y="3003"/>
                  </a:lnTo>
                  <a:lnTo>
                    <a:pt x="2395" y="3016"/>
                  </a:lnTo>
                  <a:lnTo>
                    <a:pt x="2398" y="3042"/>
                  </a:lnTo>
                  <a:lnTo>
                    <a:pt x="2398" y="3061"/>
                  </a:lnTo>
                  <a:lnTo>
                    <a:pt x="2398" y="3084"/>
                  </a:lnTo>
                  <a:lnTo>
                    <a:pt x="2396" y="3120"/>
                  </a:lnTo>
                  <a:lnTo>
                    <a:pt x="2385" y="3140"/>
                  </a:lnTo>
                  <a:lnTo>
                    <a:pt x="2372" y="3151"/>
                  </a:lnTo>
                  <a:lnTo>
                    <a:pt x="2339" y="3163"/>
                  </a:lnTo>
                  <a:lnTo>
                    <a:pt x="2261" y="3174"/>
                  </a:lnTo>
                  <a:lnTo>
                    <a:pt x="2135" y="3179"/>
                  </a:lnTo>
                  <a:lnTo>
                    <a:pt x="1840" y="3180"/>
                  </a:lnTo>
                  <a:lnTo>
                    <a:pt x="1530" y="3178"/>
                  </a:lnTo>
                  <a:lnTo>
                    <a:pt x="723" y="3173"/>
                  </a:lnTo>
                  <a:lnTo>
                    <a:pt x="720" y="3015"/>
                  </a:lnTo>
                  <a:lnTo>
                    <a:pt x="717" y="2943"/>
                  </a:lnTo>
                  <a:lnTo>
                    <a:pt x="710" y="2848"/>
                  </a:lnTo>
                  <a:lnTo>
                    <a:pt x="699" y="2805"/>
                  </a:lnTo>
                  <a:lnTo>
                    <a:pt x="688" y="2785"/>
                  </a:lnTo>
                  <a:lnTo>
                    <a:pt x="666" y="2762"/>
                  </a:lnTo>
                  <a:lnTo>
                    <a:pt x="643" y="2748"/>
                  </a:lnTo>
                  <a:lnTo>
                    <a:pt x="627" y="2739"/>
                  </a:lnTo>
                  <a:lnTo>
                    <a:pt x="592" y="2726"/>
                  </a:lnTo>
                  <a:lnTo>
                    <a:pt x="545" y="2718"/>
                  </a:lnTo>
                  <a:lnTo>
                    <a:pt x="480" y="2715"/>
                  </a:lnTo>
                  <a:lnTo>
                    <a:pt x="436" y="2715"/>
                  </a:lnTo>
                  <a:lnTo>
                    <a:pt x="281" y="2715"/>
                  </a:lnTo>
                  <a:lnTo>
                    <a:pt x="281" y="1653"/>
                  </a:lnTo>
                  <a:lnTo>
                    <a:pt x="282" y="1038"/>
                  </a:lnTo>
                  <a:lnTo>
                    <a:pt x="289" y="659"/>
                  </a:lnTo>
                  <a:lnTo>
                    <a:pt x="298" y="589"/>
                  </a:lnTo>
                  <a:lnTo>
                    <a:pt x="305" y="567"/>
                  </a:lnTo>
                  <a:lnTo>
                    <a:pt x="310" y="561"/>
                  </a:lnTo>
                  <a:lnTo>
                    <a:pt x="319" y="553"/>
                  </a:lnTo>
                  <a:lnTo>
                    <a:pt x="345" y="541"/>
                  </a:lnTo>
                  <a:lnTo>
                    <a:pt x="424" y="532"/>
                  </a:lnTo>
                  <a:lnTo>
                    <a:pt x="535" y="531"/>
                  </a:lnTo>
                  <a:lnTo>
                    <a:pt x="731" y="531"/>
                  </a:lnTo>
                  <a:lnTo>
                    <a:pt x="731" y="573"/>
                  </a:lnTo>
                  <a:close/>
                  <a:moveTo>
                    <a:pt x="2501" y="2065"/>
                  </a:moveTo>
                  <a:lnTo>
                    <a:pt x="2506" y="2078"/>
                  </a:lnTo>
                  <a:lnTo>
                    <a:pt x="2520" y="2100"/>
                  </a:lnTo>
                  <a:lnTo>
                    <a:pt x="2538" y="2120"/>
                  </a:lnTo>
                  <a:lnTo>
                    <a:pt x="2558" y="2134"/>
                  </a:lnTo>
                  <a:lnTo>
                    <a:pt x="2581" y="2145"/>
                  </a:lnTo>
                  <a:lnTo>
                    <a:pt x="2605" y="2150"/>
                  </a:lnTo>
                  <a:lnTo>
                    <a:pt x="2629" y="2149"/>
                  </a:lnTo>
                  <a:lnTo>
                    <a:pt x="2652" y="2142"/>
                  </a:lnTo>
                  <a:lnTo>
                    <a:pt x="2663" y="2136"/>
                  </a:lnTo>
                  <a:lnTo>
                    <a:pt x="2676" y="2128"/>
                  </a:lnTo>
                  <a:lnTo>
                    <a:pt x="2695" y="2121"/>
                  </a:lnTo>
                  <a:lnTo>
                    <a:pt x="2711" y="2125"/>
                  </a:lnTo>
                  <a:lnTo>
                    <a:pt x="2731" y="2141"/>
                  </a:lnTo>
                  <a:lnTo>
                    <a:pt x="2745" y="2155"/>
                  </a:lnTo>
                  <a:lnTo>
                    <a:pt x="2758" y="2168"/>
                  </a:lnTo>
                  <a:lnTo>
                    <a:pt x="2775" y="2188"/>
                  </a:lnTo>
                  <a:lnTo>
                    <a:pt x="2779" y="2205"/>
                  </a:lnTo>
                  <a:lnTo>
                    <a:pt x="2772" y="2226"/>
                  </a:lnTo>
                  <a:lnTo>
                    <a:pt x="2765" y="2240"/>
                  </a:lnTo>
                  <a:lnTo>
                    <a:pt x="2758" y="2253"/>
                  </a:lnTo>
                  <a:lnTo>
                    <a:pt x="2751" y="2274"/>
                  </a:lnTo>
                  <a:lnTo>
                    <a:pt x="2752" y="2295"/>
                  </a:lnTo>
                  <a:lnTo>
                    <a:pt x="2762" y="2321"/>
                  </a:lnTo>
                  <a:lnTo>
                    <a:pt x="2770" y="2338"/>
                  </a:lnTo>
                  <a:lnTo>
                    <a:pt x="2776" y="2351"/>
                  </a:lnTo>
                  <a:lnTo>
                    <a:pt x="2791" y="2374"/>
                  </a:lnTo>
                  <a:lnTo>
                    <a:pt x="2807" y="2390"/>
                  </a:lnTo>
                  <a:lnTo>
                    <a:pt x="2825" y="2399"/>
                  </a:lnTo>
                  <a:lnTo>
                    <a:pt x="2835" y="2401"/>
                  </a:lnTo>
                  <a:lnTo>
                    <a:pt x="2846" y="2403"/>
                  </a:lnTo>
                  <a:lnTo>
                    <a:pt x="2862" y="2410"/>
                  </a:lnTo>
                  <a:lnTo>
                    <a:pt x="2871" y="2425"/>
                  </a:lnTo>
                  <a:lnTo>
                    <a:pt x="2877" y="2450"/>
                  </a:lnTo>
                  <a:lnTo>
                    <a:pt x="2878" y="2468"/>
                  </a:lnTo>
                  <a:lnTo>
                    <a:pt x="2880" y="2487"/>
                  </a:lnTo>
                  <a:lnTo>
                    <a:pt x="2878" y="2513"/>
                  </a:lnTo>
                  <a:lnTo>
                    <a:pt x="2869" y="2527"/>
                  </a:lnTo>
                  <a:lnTo>
                    <a:pt x="2850" y="2535"/>
                  </a:lnTo>
                  <a:lnTo>
                    <a:pt x="2835" y="2538"/>
                  </a:lnTo>
                  <a:lnTo>
                    <a:pt x="2823" y="2541"/>
                  </a:lnTo>
                  <a:lnTo>
                    <a:pt x="2801" y="2554"/>
                  </a:lnTo>
                  <a:lnTo>
                    <a:pt x="2783" y="2572"/>
                  </a:lnTo>
                  <a:lnTo>
                    <a:pt x="2769" y="2594"/>
                  </a:lnTo>
                  <a:lnTo>
                    <a:pt x="2760" y="2618"/>
                  </a:lnTo>
                  <a:lnTo>
                    <a:pt x="2755" y="2644"/>
                  </a:lnTo>
                  <a:lnTo>
                    <a:pt x="2756" y="2670"/>
                  </a:lnTo>
                  <a:lnTo>
                    <a:pt x="2763" y="2694"/>
                  </a:lnTo>
                  <a:lnTo>
                    <a:pt x="2770" y="2705"/>
                  </a:lnTo>
                  <a:lnTo>
                    <a:pt x="2778" y="2717"/>
                  </a:lnTo>
                  <a:lnTo>
                    <a:pt x="2786" y="2735"/>
                  </a:lnTo>
                  <a:lnTo>
                    <a:pt x="2783" y="2752"/>
                  </a:lnTo>
                  <a:lnTo>
                    <a:pt x="2767" y="2772"/>
                  </a:lnTo>
                  <a:lnTo>
                    <a:pt x="2753" y="2786"/>
                  </a:lnTo>
                  <a:lnTo>
                    <a:pt x="2739" y="2800"/>
                  </a:lnTo>
                  <a:lnTo>
                    <a:pt x="2719" y="2816"/>
                  </a:lnTo>
                  <a:lnTo>
                    <a:pt x="2702" y="2819"/>
                  </a:lnTo>
                  <a:lnTo>
                    <a:pt x="2684" y="2811"/>
                  </a:lnTo>
                  <a:lnTo>
                    <a:pt x="2671" y="2803"/>
                  </a:lnTo>
                  <a:lnTo>
                    <a:pt x="2660" y="2797"/>
                  </a:lnTo>
                  <a:lnTo>
                    <a:pt x="2636" y="2790"/>
                  </a:lnTo>
                  <a:lnTo>
                    <a:pt x="2611" y="2789"/>
                  </a:lnTo>
                  <a:lnTo>
                    <a:pt x="2585" y="2793"/>
                  </a:lnTo>
                  <a:lnTo>
                    <a:pt x="2560" y="2803"/>
                  </a:lnTo>
                  <a:lnTo>
                    <a:pt x="2538" y="2817"/>
                  </a:lnTo>
                  <a:lnTo>
                    <a:pt x="2521" y="2835"/>
                  </a:lnTo>
                  <a:lnTo>
                    <a:pt x="2508" y="2856"/>
                  </a:lnTo>
                  <a:lnTo>
                    <a:pt x="2505" y="2868"/>
                  </a:lnTo>
                  <a:lnTo>
                    <a:pt x="2502" y="2883"/>
                  </a:lnTo>
                  <a:lnTo>
                    <a:pt x="2494" y="2903"/>
                  </a:lnTo>
                  <a:lnTo>
                    <a:pt x="2479" y="2912"/>
                  </a:lnTo>
                  <a:lnTo>
                    <a:pt x="2454" y="2913"/>
                  </a:lnTo>
                  <a:lnTo>
                    <a:pt x="2435" y="2911"/>
                  </a:lnTo>
                  <a:lnTo>
                    <a:pt x="2418" y="2910"/>
                  </a:lnTo>
                  <a:lnTo>
                    <a:pt x="2393" y="2904"/>
                  </a:lnTo>
                  <a:lnTo>
                    <a:pt x="2377" y="2893"/>
                  </a:lnTo>
                  <a:lnTo>
                    <a:pt x="2368" y="2876"/>
                  </a:lnTo>
                  <a:lnTo>
                    <a:pt x="2365" y="2865"/>
                  </a:lnTo>
                  <a:lnTo>
                    <a:pt x="2362" y="2854"/>
                  </a:lnTo>
                  <a:lnTo>
                    <a:pt x="2350" y="2836"/>
                  </a:lnTo>
                  <a:lnTo>
                    <a:pt x="2333" y="2820"/>
                  </a:lnTo>
                  <a:lnTo>
                    <a:pt x="2308" y="2806"/>
                  </a:lnTo>
                  <a:lnTo>
                    <a:pt x="2293" y="2800"/>
                  </a:lnTo>
                  <a:lnTo>
                    <a:pt x="2274" y="2793"/>
                  </a:lnTo>
                  <a:lnTo>
                    <a:pt x="2246" y="2786"/>
                  </a:lnTo>
                  <a:lnTo>
                    <a:pt x="2227" y="2786"/>
                  </a:lnTo>
                  <a:lnTo>
                    <a:pt x="2210" y="2796"/>
                  </a:lnTo>
                  <a:lnTo>
                    <a:pt x="2200" y="2805"/>
                  </a:lnTo>
                  <a:lnTo>
                    <a:pt x="2189" y="2814"/>
                  </a:lnTo>
                  <a:lnTo>
                    <a:pt x="2174" y="2823"/>
                  </a:lnTo>
                  <a:lnTo>
                    <a:pt x="2158" y="2821"/>
                  </a:lnTo>
                  <a:lnTo>
                    <a:pt x="2137" y="2806"/>
                  </a:lnTo>
                  <a:lnTo>
                    <a:pt x="2121" y="2793"/>
                  </a:lnTo>
                  <a:lnTo>
                    <a:pt x="2106" y="2779"/>
                  </a:lnTo>
                  <a:lnTo>
                    <a:pt x="2088" y="2760"/>
                  </a:lnTo>
                  <a:lnTo>
                    <a:pt x="2084" y="2744"/>
                  </a:lnTo>
                  <a:lnTo>
                    <a:pt x="2093" y="2724"/>
                  </a:lnTo>
                  <a:lnTo>
                    <a:pt x="2103" y="2710"/>
                  </a:lnTo>
                  <a:lnTo>
                    <a:pt x="2112" y="2696"/>
                  </a:lnTo>
                  <a:lnTo>
                    <a:pt x="2121" y="2675"/>
                  </a:lnTo>
                  <a:lnTo>
                    <a:pt x="2122" y="2654"/>
                  </a:lnTo>
                  <a:lnTo>
                    <a:pt x="2114" y="2628"/>
                  </a:lnTo>
                  <a:lnTo>
                    <a:pt x="2106" y="2610"/>
                  </a:lnTo>
                  <a:lnTo>
                    <a:pt x="2099" y="2594"/>
                  </a:lnTo>
                  <a:lnTo>
                    <a:pt x="2084" y="2570"/>
                  </a:lnTo>
                  <a:lnTo>
                    <a:pt x="2067" y="2554"/>
                  </a:lnTo>
                  <a:lnTo>
                    <a:pt x="2045" y="2543"/>
                  </a:lnTo>
                  <a:lnTo>
                    <a:pt x="2031" y="2540"/>
                  </a:lnTo>
                  <a:lnTo>
                    <a:pt x="2016" y="2536"/>
                  </a:lnTo>
                  <a:lnTo>
                    <a:pt x="1996" y="2527"/>
                  </a:lnTo>
                  <a:lnTo>
                    <a:pt x="1985" y="2513"/>
                  </a:lnTo>
                  <a:lnTo>
                    <a:pt x="1982" y="2489"/>
                  </a:lnTo>
                  <a:lnTo>
                    <a:pt x="1981" y="2471"/>
                  </a:lnTo>
                  <a:lnTo>
                    <a:pt x="1982" y="2454"/>
                  </a:lnTo>
                  <a:lnTo>
                    <a:pt x="1985" y="2430"/>
                  </a:lnTo>
                  <a:lnTo>
                    <a:pt x="1996" y="2416"/>
                  </a:lnTo>
                  <a:lnTo>
                    <a:pt x="2015" y="2408"/>
                  </a:lnTo>
                  <a:lnTo>
                    <a:pt x="2030" y="2405"/>
                  </a:lnTo>
                  <a:lnTo>
                    <a:pt x="2042" y="2402"/>
                  </a:lnTo>
                  <a:lnTo>
                    <a:pt x="2063" y="2391"/>
                  </a:lnTo>
                  <a:lnTo>
                    <a:pt x="2081" y="2375"/>
                  </a:lnTo>
                  <a:lnTo>
                    <a:pt x="2097" y="2352"/>
                  </a:lnTo>
                  <a:lnTo>
                    <a:pt x="2105" y="2338"/>
                  </a:lnTo>
                  <a:lnTo>
                    <a:pt x="2113" y="2319"/>
                  </a:lnTo>
                  <a:lnTo>
                    <a:pt x="2123" y="2293"/>
                  </a:lnTo>
                  <a:lnTo>
                    <a:pt x="2122" y="2272"/>
                  </a:lnTo>
                  <a:lnTo>
                    <a:pt x="2112" y="2251"/>
                  </a:lnTo>
                  <a:lnTo>
                    <a:pt x="2103" y="2238"/>
                  </a:lnTo>
                  <a:lnTo>
                    <a:pt x="2094" y="2224"/>
                  </a:lnTo>
                  <a:lnTo>
                    <a:pt x="2085" y="2204"/>
                  </a:lnTo>
                  <a:lnTo>
                    <a:pt x="2088" y="2188"/>
                  </a:lnTo>
                  <a:lnTo>
                    <a:pt x="2104" y="2167"/>
                  </a:lnTo>
                  <a:lnTo>
                    <a:pt x="2118" y="2153"/>
                  </a:lnTo>
                  <a:lnTo>
                    <a:pt x="2132" y="2139"/>
                  </a:lnTo>
                  <a:lnTo>
                    <a:pt x="2152" y="2123"/>
                  </a:lnTo>
                  <a:lnTo>
                    <a:pt x="2169" y="2120"/>
                  </a:lnTo>
                  <a:lnTo>
                    <a:pt x="2190" y="2130"/>
                  </a:lnTo>
                  <a:lnTo>
                    <a:pt x="2205" y="2140"/>
                  </a:lnTo>
                  <a:lnTo>
                    <a:pt x="2219" y="2149"/>
                  </a:lnTo>
                  <a:lnTo>
                    <a:pt x="2239" y="2159"/>
                  </a:lnTo>
                  <a:lnTo>
                    <a:pt x="2258" y="2158"/>
                  </a:lnTo>
                  <a:lnTo>
                    <a:pt x="2283" y="2147"/>
                  </a:lnTo>
                  <a:lnTo>
                    <a:pt x="2301" y="2136"/>
                  </a:lnTo>
                  <a:lnTo>
                    <a:pt x="2323" y="2122"/>
                  </a:lnTo>
                  <a:lnTo>
                    <a:pt x="2349" y="2094"/>
                  </a:lnTo>
                  <a:lnTo>
                    <a:pt x="2359" y="2077"/>
                  </a:lnTo>
                  <a:lnTo>
                    <a:pt x="2361" y="2070"/>
                  </a:lnTo>
                  <a:lnTo>
                    <a:pt x="2363" y="2061"/>
                  </a:lnTo>
                  <a:lnTo>
                    <a:pt x="2371" y="2046"/>
                  </a:lnTo>
                  <a:lnTo>
                    <a:pt x="2383" y="2036"/>
                  </a:lnTo>
                  <a:lnTo>
                    <a:pt x="2401" y="2028"/>
                  </a:lnTo>
                  <a:lnTo>
                    <a:pt x="2411" y="2026"/>
                  </a:lnTo>
                  <a:lnTo>
                    <a:pt x="2450" y="2021"/>
                  </a:lnTo>
                  <a:lnTo>
                    <a:pt x="2470" y="2016"/>
                  </a:lnTo>
                  <a:lnTo>
                    <a:pt x="2476" y="2019"/>
                  </a:lnTo>
                  <a:lnTo>
                    <a:pt x="2493" y="2045"/>
                  </a:lnTo>
                  <a:lnTo>
                    <a:pt x="2501" y="2065"/>
                  </a:lnTo>
                  <a:close/>
                  <a:moveTo>
                    <a:pt x="621" y="2835"/>
                  </a:moveTo>
                  <a:lnTo>
                    <a:pt x="628" y="2845"/>
                  </a:lnTo>
                  <a:lnTo>
                    <a:pt x="638" y="2875"/>
                  </a:lnTo>
                  <a:lnTo>
                    <a:pt x="647" y="2937"/>
                  </a:lnTo>
                  <a:lnTo>
                    <a:pt x="648" y="2996"/>
                  </a:lnTo>
                  <a:lnTo>
                    <a:pt x="648" y="3121"/>
                  </a:lnTo>
                  <a:lnTo>
                    <a:pt x="563" y="3040"/>
                  </a:lnTo>
                  <a:lnTo>
                    <a:pt x="482" y="2957"/>
                  </a:lnTo>
                  <a:lnTo>
                    <a:pt x="411" y="2876"/>
                  </a:lnTo>
                  <a:lnTo>
                    <a:pt x="345" y="2798"/>
                  </a:lnTo>
                  <a:lnTo>
                    <a:pt x="471" y="2798"/>
                  </a:lnTo>
                  <a:lnTo>
                    <a:pt x="510" y="2798"/>
                  </a:lnTo>
                  <a:lnTo>
                    <a:pt x="562" y="2801"/>
                  </a:lnTo>
                  <a:lnTo>
                    <a:pt x="594" y="2809"/>
                  </a:lnTo>
                  <a:lnTo>
                    <a:pt x="613" y="2824"/>
                  </a:lnTo>
                  <a:lnTo>
                    <a:pt x="621" y="28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8" name="Freeform 21">
              <a:extLst>
                <a:ext uri="{FF2B5EF4-FFF2-40B4-BE49-F238E27FC236}">
                  <a16:creationId xmlns:a16="http://schemas.microsoft.com/office/drawing/2014/main" id="{D1699681-A342-58BE-BAB8-05BC00DB2B5B}"/>
                </a:ext>
              </a:extLst>
            </p:cNvPr>
            <p:cNvSpPr>
              <a:spLocks noEditPoints="1"/>
            </p:cNvSpPr>
            <p:nvPr/>
          </p:nvSpPr>
          <p:spPr bwMode="auto">
            <a:xfrm>
              <a:off x="10990263" y="712788"/>
              <a:ext cx="449263" cy="449263"/>
            </a:xfrm>
            <a:custGeom>
              <a:avLst/>
              <a:gdLst>
                <a:gd name="T0" fmla="*/ 887 w 1085"/>
                <a:gd name="T1" fmla="*/ 37 h 1083"/>
                <a:gd name="T2" fmla="*/ 900 w 1085"/>
                <a:gd name="T3" fmla="*/ 71 h 1083"/>
                <a:gd name="T4" fmla="*/ 918 w 1085"/>
                <a:gd name="T5" fmla="*/ 99 h 1083"/>
                <a:gd name="T6" fmla="*/ 892 w 1085"/>
                <a:gd name="T7" fmla="*/ 116 h 1083"/>
                <a:gd name="T8" fmla="*/ 850 w 1085"/>
                <a:gd name="T9" fmla="*/ 119 h 1083"/>
                <a:gd name="T10" fmla="*/ 667 w 1085"/>
                <a:gd name="T11" fmla="*/ 180 h 1083"/>
                <a:gd name="T12" fmla="*/ 525 w 1085"/>
                <a:gd name="T13" fmla="*/ 251 h 1083"/>
                <a:gd name="T14" fmla="*/ 449 w 1085"/>
                <a:gd name="T15" fmla="*/ 304 h 1083"/>
                <a:gd name="T16" fmla="*/ 281 w 1085"/>
                <a:gd name="T17" fmla="*/ 475 h 1083"/>
                <a:gd name="T18" fmla="*/ 185 w 1085"/>
                <a:gd name="T19" fmla="*/ 621 h 1083"/>
                <a:gd name="T20" fmla="*/ 142 w 1085"/>
                <a:gd name="T21" fmla="*/ 707 h 1083"/>
                <a:gd name="T22" fmla="*/ 101 w 1085"/>
                <a:gd name="T23" fmla="*/ 815 h 1083"/>
                <a:gd name="T24" fmla="*/ 93 w 1085"/>
                <a:gd name="T25" fmla="*/ 837 h 1083"/>
                <a:gd name="T26" fmla="*/ 51 w 1085"/>
                <a:gd name="T27" fmla="*/ 880 h 1083"/>
                <a:gd name="T28" fmla="*/ 12 w 1085"/>
                <a:gd name="T29" fmla="*/ 924 h 1083"/>
                <a:gd name="T30" fmla="*/ 0 w 1085"/>
                <a:gd name="T31" fmla="*/ 992 h 1083"/>
                <a:gd name="T32" fmla="*/ 29 w 1085"/>
                <a:gd name="T33" fmla="*/ 1050 h 1083"/>
                <a:gd name="T34" fmla="*/ 92 w 1085"/>
                <a:gd name="T35" fmla="*/ 1082 h 1083"/>
                <a:gd name="T36" fmla="*/ 130 w 1085"/>
                <a:gd name="T37" fmla="*/ 1082 h 1083"/>
                <a:gd name="T38" fmla="*/ 185 w 1085"/>
                <a:gd name="T39" fmla="*/ 1058 h 1083"/>
                <a:gd name="T40" fmla="*/ 218 w 1085"/>
                <a:gd name="T41" fmla="*/ 1011 h 1083"/>
                <a:gd name="T42" fmla="*/ 222 w 1085"/>
                <a:gd name="T43" fmla="*/ 954 h 1083"/>
                <a:gd name="T44" fmla="*/ 201 w 1085"/>
                <a:gd name="T45" fmla="*/ 911 h 1083"/>
                <a:gd name="T46" fmla="*/ 200 w 1085"/>
                <a:gd name="T47" fmla="*/ 775 h 1083"/>
                <a:gd name="T48" fmla="*/ 262 w 1085"/>
                <a:gd name="T49" fmla="*/ 637 h 1083"/>
                <a:gd name="T50" fmla="*/ 390 w 1085"/>
                <a:gd name="T51" fmla="*/ 470 h 1083"/>
                <a:gd name="T52" fmla="*/ 476 w 1085"/>
                <a:gd name="T53" fmla="*/ 388 h 1083"/>
                <a:gd name="T54" fmla="*/ 648 w 1085"/>
                <a:gd name="T55" fmla="*/ 272 h 1083"/>
                <a:gd name="T56" fmla="*/ 805 w 1085"/>
                <a:gd name="T57" fmla="*/ 215 h 1083"/>
                <a:gd name="T58" fmla="*/ 914 w 1085"/>
                <a:gd name="T59" fmla="*/ 189 h 1083"/>
                <a:gd name="T60" fmla="*/ 950 w 1085"/>
                <a:gd name="T61" fmla="*/ 193 h 1083"/>
                <a:gd name="T62" fmla="*/ 945 w 1085"/>
                <a:gd name="T63" fmla="*/ 212 h 1083"/>
                <a:gd name="T64" fmla="*/ 928 w 1085"/>
                <a:gd name="T65" fmla="*/ 231 h 1083"/>
                <a:gd name="T66" fmla="*/ 920 w 1085"/>
                <a:gd name="T67" fmla="*/ 281 h 1083"/>
                <a:gd name="T68" fmla="*/ 943 w 1085"/>
                <a:gd name="T69" fmla="*/ 306 h 1083"/>
                <a:gd name="T70" fmla="*/ 966 w 1085"/>
                <a:gd name="T71" fmla="*/ 302 h 1083"/>
                <a:gd name="T72" fmla="*/ 1026 w 1085"/>
                <a:gd name="T73" fmla="*/ 236 h 1083"/>
                <a:gd name="T74" fmla="*/ 1081 w 1085"/>
                <a:gd name="T75" fmla="*/ 151 h 1083"/>
                <a:gd name="T76" fmla="*/ 1080 w 1085"/>
                <a:gd name="T77" fmla="*/ 128 h 1083"/>
                <a:gd name="T78" fmla="*/ 983 w 1085"/>
                <a:gd name="T79" fmla="*/ 37 h 1083"/>
                <a:gd name="T80" fmla="*/ 920 w 1085"/>
                <a:gd name="T81" fmla="*/ 0 h 1083"/>
                <a:gd name="T82" fmla="*/ 895 w 1085"/>
                <a:gd name="T83" fmla="*/ 16 h 1083"/>
                <a:gd name="T84" fmla="*/ 151 w 1085"/>
                <a:gd name="T85" fmla="*/ 966 h 1083"/>
                <a:gd name="T86" fmla="*/ 140 w 1085"/>
                <a:gd name="T87" fmla="*/ 988 h 1083"/>
                <a:gd name="T88" fmla="*/ 100 w 1085"/>
                <a:gd name="T89" fmla="*/ 996 h 1083"/>
                <a:gd name="T90" fmla="*/ 83 w 1085"/>
                <a:gd name="T91" fmla="*/ 990 h 1083"/>
                <a:gd name="T92" fmla="*/ 74 w 1085"/>
                <a:gd name="T93" fmla="*/ 971 h 1083"/>
                <a:gd name="T94" fmla="*/ 92 w 1085"/>
                <a:gd name="T95" fmla="*/ 950 h 1083"/>
                <a:gd name="T96" fmla="*/ 135 w 1085"/>
                <a:gd name="T97" fmla="*/ 946 h 1083"/>
                <a:gd name="T98" fmla="*/ 151 w 1085"/>
                <a:gd name="T99" fmla="*/ 966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85" h="1083">
                  <a:moveTo>
                    <a:pt x="890" y="26"/>
                  </a:moveTo>
                  <a:lnTo>
                    <a:pt x="887" y="37"/>
                  </a:lnTo>
                  <a:lnTo>
                    <a:pt x="892" y="62"/>
                  </a:lnTo>
                  <a:lnTo>
                    <a:pt x="900" y="71"/>
                  </a:lnTo>
                  <a:lnTo>
                    <a:pt x="910" y="82"/>
                  </a:lnTo>
                  <a:lnTo>
                    <a:pt x="918" y="99"/>
                  </a:lnTo>
                  <a:lnTo>
                    <a:pt x="912" y="110"/>
                  </a:lnTo>
                  <a:lnTo>
                    <a:pt x="892" y="116"/>
                  </a:lnTo>
                  <a:lnTo>
                    <a:pt x="876" y="116"/>
                  </a:lnTo>
                  <a:lnTo>
                    <a:pt x="850" y="119"/>
                  </a:lnTo>
                  <a:lnTo>
                    <a:pt x="768" y="142"/>
                  </a:lnTo>
                  <a:lnTo>
                    <a:pt x="667" y="180"/>
                  </a:lnTo>
                  <a:lnTo>
                    <a:pt x="567" y="227"/>
                  </a:lnTo>
                  <a:lnTo>
                    <a:pt x="525" y="251"/>
                  </a:lnTo>
                  <a:lnTo>
                    <a:pt x="499" y="267"/>
                  </a:lnTo>
                  <a:lnTo>
                    <a:pt x="449" y="304"/>
                  </a:lnTo>
                  <a:lnTo>
                    <a:pt x="374" y="370"/>
                  </a:lnTo>
                  <a:lnTo>
                    <a:pt x="281" y="475"/>
                  </a:lnTo>
                  <a:lnTo>
                    <a:pt x="220" y="561"/>
                  </a:lnTo>
                  <a:lnTo>
                    <a:pt x="185" y="621"/>
                  </a:lnTo>
                  <a:lnTo>
                    <a:pt x="170" y="651"/>
                  </a:lnTo>
                  <a:lnTo>
                    <a:pt x="142" y="707"/>
                  </a:lnTo>
                  <a:lnTo>
                    <a:pt x="105" y="796"/>
                  </a:lnTo>
                  <a:lnTo>
                    <a:pt x="101" y="815"/>
                  </a:lnTo>
                  <a:lnTo>
                    <a:pt x="101" y="821"/>
                  </a:lnTo>
                  <a:lnTo>
                    <a:pt x="93" y="837"/>
                  </a:lnTo>
                  <a:lnTo>
                    <a:pt x="72" y="864"/>
                  </a:lnTo>
                  <a:lnTo>
                    <a:pt x="51" y="880"/>
                  </a:lnTo>
                  <a:lnTo>
                    <a:pt x="35" y="893"/>
                  </a:lnTo>
                  <a:lnTo>
                    <a:pt x="12" y="924"/>
                  </a:lnTo>
                  <a:lnTo>
                    <a:pt x="1" y="958"/>
                  </a:lnTo>
                  <a:lnTo>
                    <a:pt x="0" y="992"/>
                  </a:lnTo>
                  <a:lnTo>
                    <a:pt x="10" y="1023"/>
                  </a:lnTo>
                  <a:lnTo>
                    <a:pt x="29" y="1050"/>
                  </a:lnTo>
                  <a:lnTo>
                    <a:pt x="56" y="1071"/>
                  </a:lnTo>
                  <a:lnTo>
                    <a:pt x="92" y="1082"/>
                  </a:lnTo>
                  <a:lnTo>
                    <a:pt x="113" y="1083"/>
                  </a:lnTo>
                  <a:lnTo>
                    <a:pt x="130" y="1082"/>
                  </a:lnTo>
                  <a:lnTo>
                    <a:pt x="160" y="1074"/>
                  </a:lnTo>
                  <a:lnTo>
                    <a:pt x="185" y="1058"/>
                  </a:lnTo>
                  <a:lnTo>
                    <a:pt x="205" y="1036"/>
                  </a:lnTo>
                  <a:lnTo>
                    <a:pt x="218" y="1011"/>
                  </a:lnTo>
                  <a:lnTo>
                    <a:pt x="224" y="983"/>
                  </a:lnTo>
                  <a:lnTo>
                    <a:pt x="222" y="954"/>
                  </a:lnTo>
                  <a:lnTo>
                    <a:pt x="211" y="925"/>
                  </a:lnTo>
                  <a:lnTo>
                    <a:pt x="201" y="911"/>
                  </a:lnTo>
                  <a:lnTo>
                    <a:pt x="166" y="868"/>
                  </a:lnTo>
                  <a:lnTo>
                    <a:pt x="200" y="775"/>
                  </a:lnTo>
                  <a:lnTo>
                    <a:pt x="217" y="727"/>
                  </a:lnTo>
                  <a:lnTo>
                    <a:pt x="262" y="637"/>
                  </a:lnTo>
                  <a:lnTo>
                    <a:pt x="320" y="552"/>
                  </a:lnTo>
                  <a:lnTo>
                    <a:pt x="390" y="470"/>
                  </a:lnTo>
                  <a:lnTo>
                    <a:pt x="431" y="430"/>
                  </a:lnTo>
                  <a:lnTo>
                    <a:pt x="476" y="388"/>
                  </a:lnTo>
                  <a:lnTo>
                    <a:pt x="561" y="323"/>
                  </a:lnTo>
                  <a:lnTo>
                    <a:pt x="648" y="272"/>
                  </a:lnTo>
                  <a:lnTo>
                    <a:pt x="747" y="232"/>
                  </a:lnTo>
                  <a:lnTo>
                    <a:pt x="805" y="215"/>
                  </a:lnTo>
                  <a:lnTo>
                    <a:pt x="849" y="202"/>
                  </a:lnTo>
                  <a:lnTo>
                    <a:pt x="914" y="189"/>
                  </a:lnTo>
                  <a:lnTo>
                    <a:pt x="941" y="189"/>
                  </a:lnTo>
                  <a:lnTo>
                    <a:pt x="950" y="193"/>
                  </a:lnTo>
                  <a:lnTo>
                    <a:pt x="952" y="201"/>
                  </a:lnTo>
                  <a:lnTo>
                    <a:pt x="945" y="212"/>
                  </a:lnTo>
                  <a:lnTo>
                    <a:pt x="938" y="220"/>
                  </a:lnTo>
                  <a:lnTo>
                    <a:pt x="928" y="231"/>
                  </a:lnTo>
                  <a:lnTo>
                    <a:pt x="919" y="256"/>
                  </a:lnTo>
                  <a:lnTo>
                    <a:pt x="920" y="281"/>
                  </a:lnTo>
                  <a:lnTo>
                    <a:pt x="933" y="301"/>
                  </a:lnTo>
                  <a:lnTo>
                    <a:pt x="943" y="306"/>
                  </a:lnTo>
                  <a:lnTo>
                    <a:pt x="950" y="308"/>
                  </a:lnTo>
                  <a:lnTo>
                    <a:pt x="966" y="302"/>
                  </a:lnTo>
                  <a:lnTo>
                    <a:pt x="999" y="273"/>
                  </a:lnTo>
                  <a:lnTo>
                    <a:pt x="1026" y="236"/>
                  </a:lnTo>
                  <a:lnTo>
                    <a:pt x="1049" y="204"/>
                  </a:lnTo>
                  <a:lnTo>
                    <a:pt x="1081" y="151"/>
                  </a:lnTo>
                  <a:lnTo>
                    <a:pt x="1085" y="140"/>
                  </a:lnTo>
                  <a:lnTo>
                    <a:pt x="1080" y="128"/>
                  </a:lnTo>
                  <a:lnTo>
                    <a:pt x="1040" y="85"/>
                  </a:lnTo>
                  <a:lnTo>
                    <a:pt x="983" y="37"/>
                  </a:lnTo>
                  <a:lnTo>
                    <a:pt x="933" y="3"/>
                  </a:lnTo>
                  <a:lnTo>
                    <a:pt x="920" y="0"/>
                  </a:lnTo>
                  <a:lnTo>
                    <a:pt x="911" y="1"/>
                  </a:lnTo>
                  <a:lnTo>
                    <a:pt x="895" y="16"/>
                  </a:lnTo>
                  <a:lnTo>
                    <a:pt x="890" y="26"/>
                  </a:lnTo>
                  <a:close/>
                  <a:moveTo>
                    <a:pt x="151" y="966"/>
                  </a:moveTo>
                  <a:lnTo>
                    <a:pt x="150" y="975"/>
                  </a:lnTo>
                  <a:lnTo>
                    <a:pt x="140" y="988"/>
                  </a:lnTo>
                  <a:lnTo>
                    <a:pt x="122" y="995"/>
                  </a:lnTo>
                  <a:lnTo>
                    <a:pt x="100" y="996"/>
                  </a:lnTo>
                  <a:lnTo>
                    <a:pt x="90" y="993"/>
                  </a:lnTo>
                  <a:lnTo>
                    <a:pt x="83" y="990"/>
                  </a:lnTo>
                  <a:lnTo>
                    <a:pt x="75" y="984"/>
                  </a:lnTo>
                  <a:lnTo>
                    <a:pt x="74" y="971"/>
                  </a:lnTo>
                  <a:lnTo>
                    <a:pt x="85" y="958"/>
                  </a:lnTo>
                  <a:lnTo>
                    <a:pt x="92" y="950"/>
                  </a:lnTo>
                  <a:lnTo>
                    <a:pt x="114" y="943"/>
                  </a:lnTo>
                  <a:lnTo>
                    <a:pt x="135" y="946"/>
                  </a:lnTo>
                  <a:lnTo>
                    <a:pt x="150" y="958"/>
                  </a:lnTo>
                  <a:lnTo>
                    <a:pt x="151" y="9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9" name="Freeform 22">
              <a:extLst>
                <a:ext uri="{FF2B5EF4-FFF2-40B4-BE49-F238E27FC236}">
                  <a16:creationId xmlns:a16="http://schemas.microsoft.com/office/drawing/2014/main" id="{9CFCBE8B-7FED-325B-73FF-AB2C0D55F640}"/>
                </a:ext>
              </a:extLst>
            </p:cNvPr>
            <p:cNvSpPr>
              <a:spLocks/>
            </p:cNvSpPr>
            <p:nvPr/>
          </p:nvSpPr>
          <p:spPr bwMode="auto">
            <a:xfrm>
              <a:off x="10958513" y="727076"/>
              <a:ext cx="93663" cy="88900"/>
            </a:xfrm>
            <a:custGeom>
              <a:avLst/>
              <a:gdLst>
                <a:gd name="T0" fmla="*/ 2 w 227"/>
                <a:gd name="T1" fmla="*/ 18 h 214"/>
                <a:gd name="T2" fmla="*/ 0 w 227"/>
                <a:gd name="T3" fmla="*/ 22 h 214"/>
                <a:gd name="T4" fmla="*/ 1 w 227"/>
                <a:gd name="T5" fmla="*/ 33 h 214"/>
                <a:gd name="T6" fmla="*/ 9 w 227"/>
                <a:gd name="T7" fmla="*/ 53 h 214"/>
                <a:gd name="T8" fmla="*/ 19 w 227"/>
                <a:gd name="T9" fmla="*/ 67 h 214"/>
                <a:gd name="T10" fmla="*/ 28 w 227"/>
                <a:gd name="T11" fmla="*/ 77 h 214"/>
                <a:gd name="T12" fmla="*/ 38 w 227"/>
                <a:gd name="T13" fmla="*/ 92 h 214"/>
                <a:gd name="T14" fmla="*/ 39 w 227"/>
                <a:gd name="T15" fmla="*/ 106 h 214"/>
                <a:gd name="T16" fmla="*/ 30 w 227"/>
                <a:gd name="T17" fmla="*/ 123 h 214"/>
                <a:gd name="T18" fmla="*/ 22 w 227"/>
                <a:gd name="T19" fmla="*/ 135 h 214"/>
                <a:gd name="T20" fmla="*/ 14 w 227"/>
                <a:gd name="T21" fmla="*/ 147 h 214"/>
                <a:gd name="T22" fmla="*/ 5 w 227"/>
                <a:gd name="T23" fmla="*/ 169 h 214"/>
                <a:gd name="T24" fmla="*/ 3 w 227"/>
                <a:gd name="T25" fmla="*/ 187 h 214"/>
                <a:gd name="T26" fmla="*/ 7 w 227"/>
                <a:gd name="T27" fmla="*/ 202 h 214"/>
                <a:gd name="T28" fmla="*/ 17 w 227"/>
                <a:gd name="T29" fmla="*/ 211 h 214"/>
                <a:gd name="T30" fmla="*/ 31 w 227"/>
                <a:gd name="T31" fmla="*/ 214 h 214"/>
                <a:gd name="T32" fmla="*/ 49 w 227"/>
                <a:gd name="T33" fmla="*/ 210 h 214"/>
                <a:gd name="T34" fmla="*/ 70 w 227"/>
                <a:gd name="T35" fmla="*/ 198 h 214"/>
                <a:gd name="T36" fmla="*/ 81 w 227"/>
                <a:gd name="T37" fmla="*/ 188 h 214"/>
                <a:gd name="T38" fmla="*/ 91 w 227"/>
                <a:gd name="T39" fmla="*/ 180 h 214"/>
                <a:gd name="T40" fmla="*/ 105 w 227"/>
                <a:gd name="T41" fmla="*/ 171 h 214"/>
                <a:gd name="T42" fmla="*/ 117 w 227"/>
                <a:gd name="T43" fmla="*/ 171 h 214"/>
                <a:gd name="T44" fmla="*/ 133 w 227"/>
                <a:gd name="T45" fmla="*/ 182 h 214"/>
                <a:gd name="T46" fmla="*/ 144 w 227"/>
                <a:gd name="T47" fmla="*/ 192 h 214"/>
                <a:gd name="T48" fmla="*/ 157 w 227"/>
                <a:gd name="T49" fmla="*/ 202 h 214"/>
                <a:gd name="T50" fmla="*/ 185 w 227"/>
                <a:gd name="T51" fmla="*/ 211 h 214"/>
                <a:gd name="T52" fmla="*/ 210 w 227"/>
                <a:gd name="T53" fmla="*/ 209 h 214"/>
                <a:gd name="T54" fmla="*/ 223 w 227"/>
                <a:gd name="T55" fmla="*/ 198 h 214"/>
                <a:gd name="T56" fmla="*/ 227 w 227"/>
                <a:gd name="T57" fmla="*/ 188 h 214"/>
                <a:gd name="T58" fmla="*/ 227 w 227"/>
                <a:gd name="T59" fmla="*/ 182 h 214"/>
                <a:gd name="T60" fmla="*/ 226 w 227"/>
                <a:gd name="T61" fmla="*/ 171 h 214"/>
                <a:gd name="T62" fmla="*/ 211 w 227"/>
                <a:gd name="T63" fmla="*/ 143 h 214"/>
                <a:gd name="T64" fmla="*/ 199 w 227"/>
                <a:gd name="T65" fmla="*/ 130 h 214"/>
                <a:gd name="T66" fmla="*/ 190 w 227"/>
                <a:gd name="T67" fmla="*/ 120 h 214"/>
                <a:gd name="T68" fmla="*/ 181 w 227"/>
                <a:gd name="T69" fmla="*/ 106 h 214"/>
                <a:gd name="T70" fmla="*/ 181 w 227"/>
                <a:gd name="T71" fmla="*/ 94 h 214"/>
                <a:gd name="T72" fmla="*/ 192 w 227"/>
                <a:gd name="T73" fmla="*/ 79 h 214"/>
                <a:gd name="T74" fmla="*/ 201 w 227"/>
                <a:gd name="T75" fmla="*/ 68 h 214"/>
                <a:gd name="T76" fmla="*/ 211 w 227"/>
                <a:gd name="T77" fmla="*/ 55 h 214"/>
                <a:gd name="T78" fmla="*/ 221 w 227"/>
                <a:gd name="T79" fmla="*/ 31 h 214"/>
                <a:gd name="T80" fmla="*/ 217 w 227"/>
                <a:gd name="T81" fmla="*/ 12 h 214"/>
                <a:gd name="T82" fmla="*/ 200 w 227"/>
                <a:gd name="T83" fmla="*/ 1 h 214"/>
                <a:gd name="T84" fmla="*/ 187 w 227"/>
                <a:gd name="T85" fmla="*/ 0 h 214"/>
                <a:gd name="T86" fmla="*/ 177 w 227"/>
                <a:gd name="T87" fmla="*/ 1 h 214"/>
                <a:gd name="T88" fmla="*/ 154 w 227"/>
                <a:gd name="T89" fmla="*/ 15 h 214"/>
                <a:gd name="T90" fmla="*/ 144 w 227"/>
                <a:gd name="T91" fmla="*/ 25 h 214"/>
                <a:gd name="T92" fmla="*/ 137 w 227"/>
                <a:gd name="T93" fmla="*/ 32 h 214"/>
                <a:gd name="T94" fmla="*/ 126 w 227"/>
                <a:gd name="T95" fmla="*/ 41 h 214"/>
                <a:gd name="T96" fmla="*/ 115 w 227"/>
                <a:gd name="T97" fmla="*/ 41 h 214"/>
                <a:gd name="T98" fmla="*/ 100 w 227"/>
                <a:gd name="T99" fmla="*/ 32 h 214"/>
                <a:gd name="T100" fmla="*/ 89 w 227"/>
                <a:gd name="T101" fmla="*/ 25 h 214"/>
                <a:gd name="T102" fmla="*/ 74 w 227"/>
                <a:gd name="T103" fmla="*/ 15 h 214"/>
                <a:gd name="T104" fmla="*/ 47 w 227"/>
                <a:gd name="T105" fmla="*/ 3 h 214"/>
                <a:gd name="T106" fmla="*/ 25 w 227"/>
                <a:gd name="T107" fmla="*/ 1 h 214"/>
                <a:gd name="T108" fmla="*/ 8 w 227"/>
                <a:gd name="T109" fmla="*/ 10 h 214"/>
                <a:gd name="T110" fmla="*/ 2 w 227"/>
                <a:gd name="T111" fmla="*/ 18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27" h="214">
                  <a:moveTo>
                    <a:pt x="2" y="18"/>
                  </a:moveTo>
                  <a:lnTo>
                    <a:pt x="0" y="22"/>
                  </a:lnTo>
                  <a:lnTo>
                    <a:pt x="1" y="33"/>
                  </a:lnTo>
                  <a:lnTo>
                    <a:pt x="9" y="53"/>
                  </a:lnTo>
                  <a:lnTo>
                    <a:pt x="19" y="67"/>
                  </a:lnTo>
                  <a:lnTo>
                    <a:pt x="28" y="77"/>
                  </a:lnTo>
                  <a:lnTo>
                    <a:pt x="38" y="92"/>
                  </a:lnTo>
                  <a:lnTo>
                    <a:pt x="39" y="106"/>
                  </a:lnTo>
                  <a:lnTo>
                    <a:pt x="30" y="123"/>
                  </a:lnTo>
                  <a:lnTo>
                    <a:pt x="22" y="135"/>
                  </a:lnTo>
                  <a:lnTo>
                    <a:pt x="14" y="147"/>
                  </a:lnTo>
                  <a:lnTo>
                    <a:pt x="5" y="169"/>
                  </a:lnTo>
                  <a:lnTo>
                    <a:pt x="3" y="187"/>
                  </a:lnTo>
                  <a:lnTo>
                    <a:pt x="7" y="202"/>
                  </a:lnTo>
                  <a:lnTo>
                    <a:pt x="17" y="211"/>
                  </a:lnTo>
                  <a:lnTo>
                    <a:pt x="31" y="214"/>
                  </a:lnTo>
                  <a:lnTo>
                    <a:pt x="49" y="210"/>
                  </a:lnTo>
                  <a:lnTo>
                    <a:pt x="70" y="198"/>
                  </a:lnTo>
                  <a:lnTo>
                    <a:pt x="81" y="188"/>
                  </a:lnTo>
                  <a:lnTo>
                    <a:pt x="91" y="180"/>
                  </a:lnTo>
                  <a:lnTo>
                    <a:pt x="105" y="171"/>
                  </a:lnTo>
                  <a:lnTo>
                    <a:pt x="117" y="171"/>
                  </a:lnTo>
                  <a:lnTo>
                    <a:pt x="133" y="182"/>
                  </a:lnTo>
                  <a:lnTo>
                    <a:pt x="144" y="192"/>
                  </a:lnTo>
                  <a:lnTo>
                    <a:pt x="157" y="202"/>
                  </a:lnTo>
                  <a:lnTo>
                    <a:pt x="185" y="211"/>
                  </a:lnTo>
                  <a:lnTo>
                    <a:pt x="210" y="209"/>
                  </a:lnTo>
                  <a:lnTo>
                    <a:pt x="223" y="198"/>
                  </a:lnTo>
                  <a:lnTo>
                    <a:pt x="227" y="188"/>
                  </a:lnTo>
                  <a:lnTo>
                    <a:pt x="227" y="182"/>
                  </a:lnTo>
                  <a:lnTo>
                    <a:pt x="226" y="171"/>
                  </a:lnTo>
                  <a:lnTo>
                    <a:pt x="211" y="143"/>
                  </a:lnTo>
                  <a:lnTo>
                    <a:pt x="199" y="130"/>
                  </a:lnTo>
                  <a:lnTo>
                    <a:pt x="190" y="120"/>
                  </a:lnTo>
                  <a:lnTo>
                    <a:pt x="181" y="106"/>
                  </a:lnTo>
                  <a:lnTo>
                    <a:pt x="181" y="94"/>
                  </a:lnTo>
                  <a:lnTo>
                    <a:pt x="192" y="79"/>
                  </a:lnTo>
                  <a:lnTo>
                    <a:pt x="201" y="68"/>
                  </a:lnTo>
                  <a:lnTo>
                    <a:pt x="211" y="55"/>
                  </a:lnTo>
                  <a:lnTo>
                    <a:pt x="221" y="31"/>
                  </a:lnTo>
                  <a:lnTo>
                    <a:pt x="217" y="12"/>
                  </a:lnTo>
                  <a:lnTo>
                    <a:pt x="200" y="1"/>
                  </a:lnTo>
                  <a:lnTo>
                    <a:pt x="187" y="0"/>
                  </a:lnTo>
                  <a:lnTo>
                    <a:pt x="177" y="1"/>
                  </a:lnTo>
                  <a:lnTo>
                    <a:pt x="154" y="15"/>
                  </a:lnTo>
                  <a:lnTo>
                    <a:pt x="144" y="25"/>
                  </a:lnTo>
                  <a:lnTo>
                    <a:pt x="137" y="32"/>
                  </a:lnTo>
                  <a:lnTo>
                    <a:pt x="126" y="41"/>
                  </a:lnTo>
                  <a:lnTo>
                    <a:pt x="115" y="41"/>
                  </a:lnTo>
                  <a:lnTo>
                    <a:pt x="100" y="32"/>
                  </a:lnTo>
                  <a:lnTo>
                    <a:pt x="89" y="25"/>
                  </a:lnTo>
                  <a:lnTo>
                    <a:pt x="74" y="15"/>
                  </a:lnTo>
                  <a:lnTo>
                    <a:pt x="47" y="3"/>
                  </a:lnTo>
                  <a:lnTo>
                    <a:pt x="25" y="1"/>
                  </a:lnTo>
                  <a:lnTo>
                    <a:pt x="8" y="10"/>
                  </a:lnTo>
                  <a:lnTo>
                    <a:pt x="2"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0" name="Freeform 23">
              <a:extLst>
                <a:ext uri="{FF2B5EF4-FFF2-40B4-BE49-F238E27FC236}">
                  <a16:creationId xmlns:a16="http://schemas.microsoft.com/office/drawing/2014/main" id="{CA8CF05A-7916-E349-CBB5-090B3A6B0FA3}"/>
                </a:ext>
              </a:extLst>
            </p:cNvPr>
            <p:cNvSpPr>
              <a:spLocks/>
            </p:cNvSpPr>
            <p:nvPr/>
          </p:nvSpPr>
          <p:spPr bwMode="auto">
            <a:xfrm>
              <a:off x="11349038" y="1058863"/>
              <a:ext cx="95250" cy="87313"/>
            </a:xfrm>
            <a:custGeom>
              <a:avLst/>
              <a:gdLst>
                <a:gd name="T0" fmla="*/ 8 w 227"/>
                <a:gd name="T1" fmla="*/ 17 h 213"/>
                <a:gd name="T2" fmla="*/ 6 w 227"/>
                <a:gd name="T3" fmla="*/ 21 h 213"/>
                <a:gd name="T4" fmla="*/ 7 w 227"/>
                <a:gd name="T5" fmla="*/ 32 h 213"/>
                <a:gd name="T6" fmla="*/ 15 w 227"/>
                <a:gd name="T7" fmla="*/ 53 h 213"/>
                <a:gd name="T8" fmla="*/ 27 w 227"/>
                <a:gd name="T9" fmla="*/ 67 h 213"/>
                <a:gd name="T10" fmla="*/ 36 w 227"/>
                <a:gd name="T11" fmla="*/ 78 h 213"/>
                <a:gd name="T12" fmla="*/ 46 w 227"/>
                <a:gd name="T13" fmla="*/ 93 h 213"/>
                <a:gd name="T14" fmla="*/ 46 w 227"/>
                <a:gd name="T15" fmla="*/ 105 h 213"/>
                <a:gd name="T16" fmla="*/ 37 w 227"/>
                <a:gd name="T17" fmla="*/ 119 h 213"/>
                <a:gd name="T18" fmla="*/ 28 w 227"/>
                <a:gd name="T19" fmla="*/ 129 h 213"/>
                <a:gd name="T20" fmla="*/ 16 w 227"/>
                <a:gd name="T21" fmla="*/ 142 h 213"/>
                <a:gd name="T22" fmla="*/ 1 w 227"/>
                <a:gd name="T23" fmla="*/ 170 h 213"/>
                <a:gd name="T24" fmla="*/ 0 w 227"/>
                <a:gd name="T25" fmla="*/ 181 h 213"/>
                <a:gd name="T26" fmla="*/ 0 w 227"/>
                <a:gd name="T27" fmla="*/ 187 h 213"/>
                <a:gd name="T28" fmla="*/ 5 w 227"/>
                <a:gd name="T29" fmla="*/ 197 h 213"/>
                <a:gd name="T30" fmla="*/ 17 w 227"/>
                <a:gd name="T31" fmla="*/ 208 h 213"/>
                <a:gd name="T32" fmla="*/ 42 w 227"/>
                <a:gd name="T33" fmla="*/ 210 h 213"/>
                <a:gd name="T34" fmla="*/ 70 w 227"/>
                <a:gd name="T35" fmla="*/ 201 h 213"/>
                <a:gd name="T36" fmla="*/ 83 w 227"/>
                <a:gd name="T37" fmla="*/ 191 h 213"/>
                <a:gd name="T38" fmla="*/ 94 w 227"/>
                <a:gd name="T39" fmla="*/ 181 h 213"/>
                <a:gd name="T40" fmla="*/ 110 w 227"/>
                <a:gd name="T41" fmla="*/ 170 h 213"/>
                <a:gd name="T42" fmla="*/ 122 w 227"/>
                <a:gd name="T43" fmla="*/ 170 h 213"/>
                <a:gd name="T44" fmla="*/ 137 w 227"/>
                <a:gd name="T45" fmla="*/ 179 h 213"/>
                <a:gd name="T46" fmla="*/ 147 w 227"/>
                <a:gd name="T47" fmla="*/ 187 h 213"/>
                <a:gd name="T48" fmla="*/ 158 w 227"/>
                <a:gd name="T49" fmla="*/ 197 h 213"/>
                <a:gd name="T50" fmla="*/ 178 w 227"/>
                <a:gd name="T51" fmla="*/ 209 h 213"/>
                <a:gd name="T52" fmla="*/ 196 w 227"/>
                <a:gd name="T53" fmla="*/ 213 h 213"/>
                <a:gd name="T54" fmla="*/ 211 w 227"/>
                <a:gd name="T55" fmla="*/ 210 h 213"/>
                <a:gd name="T56" fmla="*/ 220 w 227"/>
                <a:gd name="T57" fmla="*/ 201 h 213"/>
                <a:gd name="T58" fmla="*/ 224 w 227"/>
                <a:gd name="T59" fmla="*/ 186 h 213"/>
                <a:gd name="T60" fmla="*/ 222 w 227"/>
                <a:gd name="T61" fmla="*/ 168 h 213"/>
                <a:gd name="T62" fmla="*/ 213 w 227"/>
                <a:gd name="T63" fmla="*/ 146 h 213"/>
                <a:gd name="T64" fmla="*/ 205 w 227"/>
                <a:gd name="T65" fmla="*/ 134 h 213"/>
                <a:gd name="T66" fmla="*/ 197 w 227"/>
                <a:gd name="T67" fmla="*/ 122 h 213"/>
                <a:gd name="T68" fmla="*/ 189 w 227"/>
                <a:gd name="T69" fmla="*/ 105 h 213"/>
                <a:gd name="T70" fmla="*/ 190 w 227"/>
                <a:gd name="T71" fmla="*/ 91 h 213"/>
                <a:gd name="T72" fmla="*/ 200 w 227"/>
                <a:gd name="T73" fmla="*/ 76 h 213"/>
                <a:gd name="T74" fmla="*/ 208 w 227"/>
                <a:gd name="T75" fmla="*/ 66 h 213"/>
                <a:gd name="T76" fmla="*/ 219 w 227"/>
                <a:gd name="T77" fmla="*/ 52 h 213"/>
                <a:gd name="T78" fmla="*/ 227 w 227"/>
                <a:gd name="T79" fmla="*/ 32 h 213"/>
                <a:gd name="T80" fmla="*/ 227 w 227"/>
                <a:gd name="T81" fmla="*/ 21 h 213"/>
                <a:gd name="T82" fmla="*/ 225 w 227"/>
                <a:gd name="T83" fmla="*/ 17 h 213"/>
                <a:gd name="T84" fmla="*/ 218 w 227"/>
                <a:gd name="T85" fmla="*/ 8 h 213"/>
                <a:gd name="T86" fmla="*/ 196 w 227"/>
                <a:gd name="T87" fmla="*/ 0 h 213"/>
                <a:gd name="T88" fmla="*/ 169 w 227"/>
                <a:gd name="T89" fmla="*/ 2 h 213"/>
                <a:gd name="T90" fmla="*/ 143 w 227"/>
                <a:gd name="T91" fmla="*/ 14 h 213"/>
                <a:gd name="T92" fmla="*/ 133 w 227"/>
                <a:gd name="T93" fmla="*/ 24 h 213"/>
                <a:gd name="T94" fmla="*/ 126 w 227"/>
                <a:gd name="T95" fmla="*/ 32 h 213"/>
                <a:gd name="T96" fmla="*/ 115 w 227"/>
                <a:gd name="T97" fmla="*/ 41 h 213"/>
                <a:gd name="T98" fmla="*/ 105 w 227"/>
                <a:gd name="T99" fmla="*/ 41 h 213"/>
                <a:gd name="T100" fmla="*/ 92 w 227"/>
                <a:gd name="T101" fmla="*/ 32 h 213"/>
                <a:gd name="T102" fmla="*/ 83 w 227"/>
                <a:gd name="T103" fmla="*/ 24 h 213"/>
                <a:gd name="T104" fmla="*/ 72 w 227"/>
                <a:gd name="T105" fmla="*/ 14 h 213"/>
                <a:gd name="T106" fmla="*/ 50 w 227"/>
                <a:gd name="T107" fmla="*/ 2 h 213"/>
                <a:gd name="T108" fmla="*/ 30 w 227"/>
                <a:gd name="T109" fmla="*/ 0 h 213"/>
                <a:gd name="T110" fmla="*/ 14 w 227"/>
                <a:gd name="T111" fmla="*/ 9 h 213"/>
                <a:gd name="T112" fmla="*/ 8 w 227"/>
                <a:gd name="T113" fmla="*/ 17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27" h="213">
                  <a:moveTo>
                    <a:pt x="8" y="17"/>
                  </a:moveTo>
                  <a:lnTo>
                    <a:pt x="6" y="21"/>
                  </a:lnTo>
                  <a:lnTo>
                    <a:pt x="7" y="32"/>
                  </a:lnTo>
                  <a:lnTo>
                    <a:pt x="15" y="53"/>
                  </a:lnTo>
                  <a:lnTo>
                    <a:pt x="27" y="67"/>
                  </a:lnTo>
                  <a:lnTo>
                    <a:pt x="36" y="78"/>
                  </a:lnTo>
                  <a:lnTo>
                    <a:pt x="46" y="93"/>
                  </a:lnTo>
                  <a:lnTo>
                    <a:pt x="46" y="105"/>
                  </a:lnTo>
                  <a:lnTo>
                    <a:pt x="37" y="119"/>
                  </a:lnTo>
                  <a:lnTo>
                    <a:pt x="28" y="129"/>
                  </a:lnTo>
                  <a:lnTo>
                    <a:pt x="16" y="142"/>
                  </a:lnTo>
                  <a:lnTo>
                    <a:pt x="1" y="170"/>
                  </a:lnTo>
                  <a:lnTo>
                    <a:pt x="0" y="181"/>
                  </a:lnTo>
                  <a:lnTo>
                    <a:pt x="0" y="187"/>
                  </a:lnTo>
                  <a:lnTo>
                    <a:pt x="5" y="197"/>
                  </a:lnTo>
                  <a:lnTo>
                    <a:pt x="17" y="208"/>
                  </a:lnTo>
                  <a:lnTo>
                    <a:pt x="42" y="210"/>
                  </a:lnTo>
                  <a:lnTo>
                    <a:pt x="70" y="201"/>
                  </a:lnTo>
                  <a:lnTo>
                    <a:pt x="83" y="191"/>
                  </a:lnTo>
                  <a:lnTo>
                    <a:pt x="94" y="181"/>
                  </a:lnTo>
                  <a:lnTo>
                    <a:pt x="110" y="170"/>
                  </a:lnTo>
                  <a:lnTo>
                    <a:pt x="122" y="170"/>
                  </a:lnTo>
                  <a:lnTo>
                    <a:pt x="137" y="179"/>
                  </a:lnTo>
                  <a:lnTo>
                    <a:pt x="147" y="187"/>
                  </a:lnTo>
                  <a:lnTo>
                    <a:pt x="158" y="197"/>
                  </a:lnTo>
                  <a:lnTo>
                    <a:pt x="178" y="209"/>
                  </a:lnTo>
                  <a:lnTo>
                    <a:pt x="196" y="213"/>
                  </a:lnTo>
                  <a:lnTo>
                    <a:pt x="211" y="210"/>
                  </a:lnTo>
                  <a:lnTo>
                    <a:pt x="220" y="201"/>
                  </a:lnTo>
                  <a:lnTo>
                    <a:pt x="224" y="186"/>
                  </a:lnTo>
                  <a:lnTo>
                    <a:pt x="222" y="168"/>
                  </a:lnTo>
                  <a:lnTo>
                    <a:pt x="213" y="146"/>
                  </a:lnTo>
                  <a:lnTo>
                    <a:pt x="205" y="134"/>
                  </a:lnTo>
                  <a:lnTo>
                    <a:pt x="197" y="122"/>
                  </a:lnTo>
                  <a:lnTo>
                    <a:pt x="189" y="105"/>
                  </a:lnTo>
                  <a:lnTo>
                    <a:pt x="190" y="91"/>
                  </a:lnTo>
                  <a:lnTo>
                    <a:pt x="200" y="76"/>
                  </a:lnTo>
                  <a:lnTo>
                    <a:pt x="208" y="66"/>
                  </a:lnTo>
                  <a:lnTo>
                    <a:pt x="219" y="52"/>
                  </a:lnTo>
                  <a:lnTo>
                    <a:pt x="227" y="32"/>
                  </a:lnTo>
                  <a:lnTo>
                    <a:pt x="227" y="21"/>
                  </a:lnTo>
                  <a:lnTo>
                    <a:pt x="225" y="17"/>
                  </a:lnTo>
                  <a:lnTo>
                    <a:pt x="218" y="8"/>
                  </a:lnTo>
                  <a:lnTo>
                    <a:pt x="196" y="0"/>
                  </a:lnTo>
                  <a:lnTo>
                    <a:pt x="169" y="2"/>
                  </a:lnTo>
                  <a:lnTo>
                    <a:pt x="143" y="14"/>
                  </a:lnTo>
                  <a:lnTo>
                    <a:pt x="133" y="24"/>
                  </a:lnTo>
                  <a:lnTo>
                    <a:pt x="126" y="32"/>
                  </a:lnTo>
                  <a:lnTo>
                    <a:pt x="115" y="41"/>
                  </a:lnTo>
                  <a:lnTo>
                    <a:pt x="105" y="41"/>
                  </a:lnTo>
                  <a:lnTo>
                    <a:pt x="92" y="32"/>
                  </a:lnTo>
                  <a:lnTo>
                    <a:pt x="83" y="24"/>
                  </a:lnTo>
                  <a:lnTo>
                    <a:pt x="72" y="14"/>
                  </a:lnTo>
                  <a:lnTo>
                    <a:pt x="50" y="2"/>
                  </a:lnTo>
                  <a:lnTo>
                    <a:pt x="30" y="0"/>
                  </a:lnTo>
                  <a:lnTo>
                    <a:pt x="14" y="9"/>
                  </a:lnTo>
                  <a:lnTo>
                    <a:pt x="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1" name="Freeform 24">
              <a:extLst>
                <a:ext uri="{FF2B5EF4-FFF2-40B4-BE49-F238E27FC236}">
                  <a16:creationId xmlns:a16="http://schemas.microsoft.com/office/drawing/2014/main" id="{CF0D506E-75C3-3FD3-957B-121A39F7CC3E}"/>
                </a:ext>
              </a:extLst>
            </p:cNvPr>
            <p:cNvSpPr>
              <a:spLocks/>
            </p:cNvSpPr>
            <p:nvPr/>
          </p:nvSpPr>
          <p:spPr bwMode="auto">
            <a:xfrm>
              <a:off x="10863263" y="1341438"/>
              <a:ext cx="103188" cy="34925"/>
            </a:xfrm>
            <a:custGeom>
              <a:avLst/>
              <a:gdLst>
                <a:gd name="T0" fmla="*/ 3 w 250"/>
                <a:gd name="T1" fmla="*/ 24 h 84"/>
                <a:gd name="T2" fmla="*/ 1 w 250"/>
                <a:gd name="T3" fmla="*/ 31 h 84"/>
                <a:gd name="T4" fmla="*/ 0 w 250"/>
                <a:gd name="T5" fmla="*/ 44 h 84"/>
                <a:gd name="T6" fmla="*/ 5 w 250"/>
                <a:gd name="T7" fmla="*/ 55 h 84"/>
                <a:gd name="T8" fmla="*/ 15 w 250"/>
                <a:gd name="T9" fmla="*/ 65 h 84"/>
                <a:gd name="T10" fmla="*/ 39 w 250"/>
                <a:gd name="T11" fmla="*/ 76 h 84"/>
                <a:gd name="T12" fmla="*/ 91 w 250"/>
                <a:gd name="T13" fmla="*/ 83 h 84"/>
                <a:gd name="T14" fmla="*/ 125 w 250"/>
                <a:gd name="T15" fmla="*/ 84 h 84"/>
                <a:gd name="T16" fmla="*/ 159 w 250"/>
                <a:gd name="T17" fmla="*/ 83 h 84"/>
                <a:gd name="T18" fmla="*/ 211 w 250"/>
                <a:gd name="T19" fmla="*/ 76 h 84"/>
                <a:gd name="T20" fmla="*/ 235 w 250"/>
                <a:gd name="T21" fmla="*/ 65 h 84"/>
                <a:gd name="T22" fmla="*/ 245 w 250"/>
                <a:gd name="T23" fmla="*/ 55 h 84"/>
                <a:gd name="T24" fmla="*/ 250 w 250"/>
                <a:gd name="T25" fmla="*/ 44 h 84"/>
                <a:gd name="T26" fmla="*/ 249 w 250"/>
                <a:gd name="T27" fmla="*/ 31 h 84"/>
                <a:gd name="T28" fmla="*/ 247 w 250"/>
                <a:gd name="T29" fmla="*/ 24 h 84"/>
                <a:gd name="T30" fmla="*/ 243 w 250"/>
                <a:gd name="T31" fmla="*/ 18 h 84"/>
                <a:gd name="T32" fmla="*/ 227 w 250"/>
                <a:gd name="T33" fmla="*/ 9 h 84"/>
                <a:gd name="T34" fmla="*/ 179 w 250"/>
                <a:gd name="T35" fmla="*/ 1 h 84"/>
                <a:gd name="T36" fmla="*/ 125 w 250"/>
                <a:gd name="T37" fmla="*/ 0 h 84"/>
                <a:gd name="T38" fmla="*/ 71 w 250"/>
                <a:gd name="T39" fmla="*/ 1 h 84"/>
                <a:gd name="T40" fmla="*/ 23 w 250"/>
                <a:gd name="T41" fmla="*/ 9 h 84"/>
                <a:gd name="T42" fmla="*/ 7 w 250"/>
                <a:gd name="T43" fmla="*/ 18 h 84"/>
                <a:gd name="T44" fmla="*/ 3 w 250"/>
                <a:gd name="T45" fmla="*/ 2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50" h="84">
                  <a:moveTo>
                    <a:pt x="3" y="24"/>
                  </a:moveTo>
                  <a:lnTo>
                    <a:pt x="1" y="31"/>
                  </a:lnTo>
                  <a:lnTo>
                    <a:pt x="0" y="44"/>
                  </a:lnTo>
                  <a:lnTo>
                    <a:pt x="5" y="55"/>
                  </a:lnTo>
                  <a:lnTo>
                    <a:pt x="15" y="65"/>
                  </a:lnTo>
                  <a:lnTo>
                    <a:pt x="39" y="76"/>
                  </a:lnTo>
                  <a:lnTo>
                    <a:pt x="91" y="83"/>
                  </a:lnTo>
                  <a:lnTo>
                    <a:pt x="125" y="84"/>
                  </a:lnTo>
                  <a:lnTo>
                    <a:pt x="159" y="83"/>
                  </a:lnTo>
                  <a:lnTo>
                    <a:pt x="211" y="76"/>
                  </a:lnTo>
                  <a:lnTo>
                    <a:pt x="235" y="65"/>
                  </a:lnTo>
                  <a:lnTo>
                    <a:pt x="245" y="55"/>
                  </a:lnTo>
                  <a:lnTo>
                    <a:pt x="250" y="44"/>
                  </a:lnTo>
                  <a:lnTo>
                    <a:pt x="249" y="31"/>
                  </a:lnTo>
                  <a:lnTo>
                    <a:pt x="247" y="24"/>
                  </a:lnTo>
                  <a:lnTo>
                    <a:pt x="243" y="18"/>
                  </a:lnTo>
                  <a:lnTo>
                    <a:pt x="227" y="9"/>
                  </a:lnTo>
                  <a:lnTo>
                    <a:pt x="179" y="1"/>
                  </a:lnTo>
                  <a:lnTo>
                    <a:pt x="125" y="0"/>
                  </a:lnTo>
                  <a:lnTo>
                    <a:pt x="71" y="1"/>
                  </a:lnTo>
                  <a:lnTo>
                    <a:pt x="23" y="9"/>
                  </a:lnTo>
                  <a:lnTo>
                    <a:pt x="7" y="18"/>
                  </a:lnTo>
                  <a:lnTo>
                    <a:pt x="3"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2" name="Freeform 25">
              <a:extLst>
                <a:ext uri="{FF2B5EF4-FFF2-40B4-BE49-F238E27FC236}">
                  <a16:creationId xmlns:a16="http://schemas.microsoft.com/office/drawing/2014/main" id="{B064559B-C005-FD2A-9527-02F1B41E3E35}"/>
                </a:ext>
              </a:extLst>
            </p:cNvPr>
            <p:cNvSpPr>
              <a:spLocks noEditPoints="1"/>
            </p:cNvSpPr>
            <p:nvPr/>
          </p:nvSpPr>
          <p:spPr bwMode="auto">
            <a:xfrm>
              <a:off x="11563351" y="1266826"/>
              <a:ext cx="180975" cy="179388"/>
            </a:xfrm>
            <a:custGeom>
              <a:avLst/>
              <a:gdLst>
                <a:gd name="T0" fmla="*/ 93 w 436"/>
                <a:gd name="T1" fmla="*/ 42 h 435"/>
                <a:gd name="T2" fmla="*/ 19 w 436"/>
                <a:gd name="T3" fmla="*/ 137 h 435"/>
                <a:gd name="T4" fmla="*/ 0 w 436"/>
                <a:gd name="T5" fmla="*/ 222 h 435"/>
                <a:gd name="T6" fmla="*/ 18 w 436"/>
                <a:gd name="T7" fmla="*/ 298 h 435"/>
                <a:gd name="T8" fmla="*/ 86 w 436"/>
                <a:gd name="T9" fmla="*/ 391 h 435"/>
                <a:gd name="T10" fmla="*/ 125 w 436"/>
                <a:gd name="T11" fmla="*/ 417 h 435"/>
                <a:gd name="T12" fmla="*/ 207 w 436"/>
                <a:gd name="T13" fmla="*/ 435 h 435"/>
                <a:gd name="T14" fmla="*/ 294 w 436"/>
                <a:gd name="T15" fmla="*/ 421 h 435"/>
                <a:gd name="T16" fmla="*/ 370 w 436"/>
                <a:gd name="T17" fmla="*/ 378 h 435"/>
                <a:gd name="T18" fmla="*/ 408 w 436"/>
                <a:gd name="T19" fmla="*/ 330 h 435"/>
                <a:gd name="T20" fmla="*/ 430 w 436"/>
                <a:gd name="T21" fmla="*/ 275 h 435"/>
                <a:gd name="T22" fmla="*/ 436 w 436"/>
                <a:gd name="T23" fmla="*/ 202 h 435"/>
                <a:gd name="T24" fmla="*/ 420 w 436"/>
                <a:gd name="T25" fmla="*/ 135 h 435"/>
                <a:gd name="T26" fmla="*/ 385 w 436"/>
                <a:gd name="T27" fmla="*/ 78 h 435"/>
                <a:gd name="T28" fmla="*/ 336 w 436"/>
                <a:gd name="T29" fmla="*/ 34 h 435"/>
                <a:gd name="T30" fmla="*/ 276 w 436"/>
                <a:gd name="T31" fmla="*/ 6 h 435"/>
                <a:gd name="T32" fmla="*/ 208 w 436"/>
                <a:gd name="T33" fmla="*/ 0 h 435"/>
                <a:gd name="T34" fmla="*/ 136 w 436"/>
                <a:gd name="T35" fmla="*/ 18 h 435"/>
                <a:gd name="T36" fmla="*/ 310 w 436"/>
                <a:gd name="T37" fmla="*/ 120 h 435"/>
                <a:gd name="T38" fmla="*/ 346 w 436"/>
                <a:gd name="T39" fmla="*/ 167 h 435"/>
                <a:gd name="T40" fmla="*/ 357 w 436"/>
                <a:gd name="T41" fmla="*/ 238 h 435"/>
                <a:gd name="T42" fmla="*/ 330 w 436"/>
                <a:gd name="T43" fmla="*/ 305 h 435"/>
                <a:gd name="T44" fmla="*/ 270 w 436"/>
                <a:gd name="T45" fmla="*/ 350 h 435"/>
                <a:gd name="T46" fmla="*/ 225 w 436"/>
                <a:gd name="T47" fmla="*/ 359 h 435"/>
                <a:gd name="T48" fmla="*/ 141 w 436"/>
                <a:gd name="T49" fmla="*/ 334 h 435"/>
                <a:gd name="T50" fmla="*/ 91 w 436"/>
                <a:gd name="T51" fmla="*/ 267 h 435"/>
                <a:gd name="T52" fmla="*/ 88 w 436"/>
                <a:gd name="T53" fmla="*/ 182 h 435"/>
                <a:gd name="T54" fmla="*/ 125 w 436"/>
                <a:gd name="T55" fmla="*/ 122 h 435"/>
                <a:gd name="T56" fmla="*/ 156 w 436"/>
                <a:gd name="T57" fmla="*/ 97 h 435"/>
                <a:gd name="T58" fmla="*/ 202 w 436"/>
                <a:gd name="T59" fmla="*/ 82 h 435"/>
                <a:gd name="T60" fmla="*/ 251 w 436"/>
                <a:gd name="T61" fmla="*/ 87 h 435"/>
                <a:gd name="T62" fmla="*/ 310 w 436"/>
                <a:gd name="T63" fmla="*/ 120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6" h="435">
                  <a:moveTo>
                    <a:pt x="118" y="27"/>
                  </a:moveTo>
                  <a:lnTo>
                    <a:pt x="93" y="42"/>
                  </a:lnTo>
                  <a:lnTo>
                    <a:pt x="51" y="84"/>
                  </a:lnTo>
                  <a:lnTo>
                    <a:pt x="19" y="137"/>
                  </a:lnTo>
                  <a:lnTo>
                    <a:pt x="1" y="194"/>
                  </a:lnTo>
                  <a:lnTo>
                    <a:pt x="0" y="222"/>
                  </a:lnTo>
                  <a:lnTo>
                    <a:pt x="1" y="246"/>
                  </a:lnTo>
                  <a:lnTo>
                    <a:pt x="18" y="298"/>
                  </a:lnTo>
                  <a:lnTo>
                    <a:pt x="48" y="348"/>
                  </a:lnTo>
                  <a:lnTo>
                    <a:pt x="86" y="391"/>
                  </a:lnTo>
                  <a:lnTo>
                    <a:pt x="108" y="407"/>
                  </a:lnTo>
                  <a:lnTo>
                    <a:pt x="125" y="417"/>
                  </a:lnTo>
                  <a:lnTo>
                    <a:pt x="165" y="431"/>
                  </a:lnTo>
                  <a:lnTo>
                    <a:pt x="207" y="435"/>
                  </a:lnTo>
                  <a:lnTo>
                    <a:pt x="251" y="432"/>
                  </a:lnTo>
                  <a:lnTo>
                    <a:pt x="294" y="421"/>
                  </a:lnTo>
                  <a:lnTo>
                    <a:pt x="335" y="403"/>
                  </a:lnTo>
                  <a:lnTo>
                    <a:pt x="370" y="378"/>
                  </a:lnTo>
                  <a:lnTo>
                    <a:pt x="398" y="348"/>
                  </a:lnTo>
                  <a:lnTo>
                    <a:pt x="408" y="330"/>
                  </a:lnTo>
                  <a:lnTo>
                    <a:pt x="417" y="312"/>
                  </a:lnTo>
                  <a:lnTo>
                    <a:pt x="430" y="275"/>
                  </a:lnTo>
                  <a:lnTo>
                    <a:pt x="436" y="238"/>
                  </a:lnTo>
                  <a:lnTo>
                    <a:pt x="436" y="202"/>
                  </a:lnTo>
                  <a:lnTo>
                    <a:pt x="430" y="168"/>
                  </a:lnTo>
                  <a:lnTo>
                    <a:pt x="420" y="135"/>
                  </a:lnTo>
                  <a:lnTo>
                    <a:pt x="405" y="105"/>
                  </a:lnTo>
                  <a:lnTo>
                    <a:pt x="385" y="78"/>
                  </a:lnTo>
                  <a:lnTo>
                    <a:pt x="362" y="54"/>
                  </a:lnTo>
                  <a:lnTo>
                    <a:pt x="336" y="34"/>
                  </a:lnTo>
                  <a:lnTo>
                    <a:pt x="307" y="18"/>
                  </a:lnTo>
                  <a:lnTo>
                    <a:pt x="276" y="6"/>
                  </a:lnTo>
                  <a:lnTo>
                    <a:pt x="243" y="0"/>
                  </a:lnTo>
                  <a:lnTo>
                    <a:pt x="208" y="0"/>
                  </a:lnTo>
                  <a:lnTo>
                    <a:pt x="172" y="6"/>
                  </a:lnTo>
                  <a:lnTo>
                    <a:pt x="136" y="18"/>
                  </a:lnTo>
                  <a:lnTo>
                    <a:pt x="118" y="27"/>
                  </a:lnTo>
                  <a:close/>
                  <a:moveTo>
                    <a:pt x="310" y="120"/>
                  </a:moveTo>
                  <a:lnTo>
                    <a:pt x="325" y="135"/>
                  </a:lnTo>
                  <a:lnTo>
                    <a:pt x="346" y="167"/>
                  </a:lnTo>
                  <a:lnTo>
                    <a:pt x="357" y="202"/>
                  </a:lnTo>
                  <a:lnTo>
                    <a:pt x="357" y="238"/>
                  </a:lnTo>
                  <a:lnTo>
                    <a:pt x="348" y="273"/>
                  </a:lnTo>
                  <a:lnTo>
                    <a:pt x="330" y="305"/>
                  </a:lnTo>
                  <a:lnTo>
                    <a:pt x="304" y="331"/>
                  </a:lnTo>
                  <a:lnTo>
                    <a:pt x="270" y="350"/>
                  </a:lnTo>
                  <a:lnTo>
                    <a:pt x="250" y="355"/>
                  </a:lnTo>
                  <a:lnTo>
                    <a:pt x="225" y="359"/>
                  </a:lnTo>
                  <a:lnTo>
                    <a:pt x="180" y="354"/>
                  </a:lnTo>
                  <a:lnTo>
                    <a:pt x="141" y="334"/>
                  </a:lnTo>
                  <a:lnTo>
                    <a:pt x="111" y="304"/>
                  </a:lnTo>
                  <a:lnTo>
                    <a:pt x="91" y="267"/>
                  </a:lnTo>
                  <a:lnTo>
                    <a:pt x="83" y="225"/>
                  </a:lnTo>
                  <a:lnTo>
                    <a:pt x="88" y="182"/>
                  </a:lnTo>
                  <a:lnTo>
                    <a:pt x="108" y="141"/>
                  </a:lnTo>
                  <a:lnTo>
                    <a:pt x="125" y="122"/>
                  </a:lnTo>
                  <a:lnTo>
                    <a:pt x="135" y="112"/>
                  </a:lnTo>
                  <a:lnTo>
                    <a:pt x="156" y="97"/>
                  </a:lnTo>
                  <a:lnTo>
                    <a:pt x="178" y="87"/>
                  </a:lnTo>
                  <a:lnTo>
                    <a:pt x="202" y="82"/>
                  </a:lnTo>
                  <a:lnTo>
                    <a:pt x="226" y="82"/>
                  </a:lnTo>
                  <a:lnTo>
                    <a:pt x="251" y="87"/>
                  </a:lnTo>
                  <a:lnTo>
                    <a:pt x="287" y="103"/>
                  </a:lnTo>
                  <a:lnTo>
                    <a:pt x="310" y="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58" name="Graphic 4">
            <a:extLst>
              <a:ext uri="{FF2B5EF4-FFF2-40B4-BE49-F238E27FC236}">
                <a16:creationId xmlns:a16="http://schemas.microsoft.com/office/drawing/2014/main" id="{1714A10D-35F4-60B7-2396-0617B3F8A809}"/>
              </a:ext>
            </a:extLst>
          </p:cNvPr>
          <p:cNvGrpSpPr>
            <a:grpSpLocks noChangeAspect="1"/>
          </p:cNvGrpSpPr>
          <p:nvPr/>
        </p:nvGrpSpPr>
        <p:grpSpPr>
          <a:xfrm>
            <a:off x="9436191" y="4664481"/>
            <a:ext cx="480913" cy="480913"/>
            <a:chOff x="5056922" y="-47904"/>
            <a:chExt cx="888382" cy="888382"/>
          </a:xfrm>
          <a:solidFill>
            <a:schemeClr val="bg1"/>
          </a:solidFill>
        </p:grpSpPr>
        <p:sp>
          <p:nvSpPr>
            <p:cNvPr id="59" name="Freeform: Shape 58">
              <a:extLst>
                <a:ext uri="{FF2B5EF4-FFF2-40B4-BE49-F238E27FC236}">
                  <a16:creationId xmlns:a16="http://schemas.microsoft.com/office/drawing/2014/main" id="{1BC50C37-E87F-74A5-7BB4-620165143DB5}"/>
                </a:ext>
              </a:extLst>
            </p:cNvPr>
            <p:cNvSpPr/>
            <p:nvPr/>
          </p:nvSpPr>
          <p:spPr>
            <a:xfrm>
              <a:off x="5271235" y="697602"/>
              <a:ext cx="85725" cy="85725"/>
            </a:xfrm>
            <a:custGeom>
              <a:avLst/>
              <a:gdLst>
                <a:gd name="csX0" fmla="*/ 42863 w 85725"/>
                <a:gd name="csY0" fmla="*/ 0 h 85725"/>
                <a:gd name="csX1" fmla="*/ 0 w 85725"/>
                <a:gd name="csY1" fmla="*/ 42863 h 85725"/>
                <a:gd name="csX2" fmla="*/ 42863 w 85725"/>
                <a:gd name="csY2" fmla="*/ 85725 h 85725"/>
                <a:gd name="csX3" fmla="*/ 85725 w 85725"/>
                <a:gd name="csY3" fmla="*/ 42863 h 85725"/>
                <a:gd name="csX4" fmla="*/ 42863 w 85725"/>
                <a:gd name="csY4" fmla="*/ 0 h 85725"/>
                <a:gd name="csX5" fmla="*/ 42863 w 85725"/>
                <a:gd name="csY5" fmla="*/ 57150 h 85725"/>
                <a:gd name="csX6" fmla="*/ 28575 w 85725"/>
                <a:gd name="csY6" fmla="*/ 42863 h 85725"/>
                <a:gd name="csX7" fmla="*/ 42863 w 85725"/>
                <a:gd name="csY7" fmla="*/ 28575 h 85725"/>
                <a:gd name="csX8" fmla="*/ 57150 w 85725"/>
                <a:gd name="csY8" fmla="*/ 42863 h 85725"/>
                <a:gd name="csX9" fmla="*/ 42863 w 85725"/>
                <a:gd name="csY9" fmla="*/ 57150 h 85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5725" h="85725">
                  <a:moveTo>
                    <a:pt x="42863" y="0"/>
                  </a:moveTo>
                  <a:cubicBezTo>
                    <a:pt x="19231" y="0"/>
                    <a:pt x="0" y="19231"/>
                    <a:pt x="0" y="42863"/>
                  </a:cubicBezTo>
                  <a:cubicBezTo>
                    <a:pt x="0" y="66494"/>
                    <a:pt x="19231" y="85725"/>
                    <a:pt x="42863" y="85725"/>
                  </a:cubicBezTo>
                  <a:cubicBezTo>
                    <a:pt x="66494" y="85725"/>
                    <a:pt x="85725" y="66494"/>
                    <a:pt x="85725" y="42863"/>
                  </a:cubicBezTo>
                  <a:cubicBezTo>
                    <a:pt x="85725" y="19231"/>
                    <a:pt x="66494" y="0"/>
                    <a:pt x="42863" y="0"/>
                  </a:cubicBezTo>
                  <a:close/>
                  <a:moveTo>
                    <a:pt x="42863" y="57150"/>
                  </a:moveTo>
                  <a:cubicBezTo>
                    <a:pt x="34976" y="57150"/>
                    <a:pt x="28575" y="50749"/>
                    <a:pt x="28575" y="42863"/>
                  </a:cubicBezTo>
                  <a:cubicBezTo>
                    <a:pt x="28575" y="34976"/>
                    <a:pt x="34976" y="28575"/>
                    <a:pt x="42863" y="28575"/>
                  </a:cubicBezTo>
                  <a:cubicBezTo>
                    <a:pt x="50749" y="28575"/>
                    <a:pt x="57150" y="34976"/>
                    <a:pt x="57150" y="42863"/>
                  </a:cubicBezTo>
                  <a:cubicBezTo>
                    <a:pt x="57150" y="50749"/>
                    <a:pt x="50749" y="57150"/>
                    <a:pt x="42863" y="57150"/>
                  </a:cubicBezTo>
                  <a:close/>
                </a:path>
              </a:pathLst>
            </a:custGeom>
            <a:grpFill/>
            <a:ln w="14288" cap="flat">
              <a:noFill/>
              <a:prstDash val="solid"/>
              <a:miter/>
            </a:ln>
          </p:spPr>
          <p:txBody>
            <a:bodyPr/>
            <a:lstStyle/>
            <a:p>
              <a:endParaRPr lang="en-GB"/>
            </a:p>
          </p:txBody>
        </p:sp>
        <p:sp>
          <p:nvSpPr>
            <p:cNvPr id="60" name="Freeform: Shape 59">
              <a:extLst>
                <a:ext uri="{FF2B5EF4-FFF2-40B4-BE49-F238E27FC236}">
                  <a16:creationId xmlns:a16="http://schemas.microsoft.com/office/drawing/2014/main" id="{4ACBC0F8-084A-ACC6-A695-34318BEC3D9C}"/>
                </a:ext>
              </a:extLst>
            </p:cNvPr>
            <p:cNvSpPr/>
            <p:nvPr/>
          </p:nvSpPr>
          <p:spPr>
            <a:xfrm>
              <a:off x="5056922" y="-47904"/>
              <a:ext cx="888382" cy="888382"/>
            </a:xfrm>
            <a:custGeom>
              <a:avLst/>
              <a:gdLst>
                <a:gd name="csX0" fmla="*/ 507721 w 888382"/>
                <a:gd name="csY0" fmla="*/ 374032 h 888382"/>
                <a:gd name="csX1" fmla="*/ 514350 w 888382"/>
                <a:gd name="csY1" fmla="*/ 316882 h 888382"/>
                <a:gd name="csX2" fmla="*/ 501120 w 888382"/>
                <a:gd name="csY2" fmla="*/ 236015 h 888382"/>
                <a:gd name="csX3" fmla="*/ 514350 w 888382"/>
                <a:gd name="csY3" fmla="*/ 222785 h 888382"/>
                <a:gd name="csX4" fmla="*/ 628650 w 888382"/>
                <a:gd name="csY4" fmla="*/ 337085 h 888382"/>
                <a:gd name="csX5" fmla="*/ 785813 w 888382"/>
                <a:gd name="csY5" fmla="*/ 179922 h 888382"/>
                <a:gd name="csX6" fmla="*/ 853064 w 888382"/>
                <a:gd name="csY6" fmla="*/ 247174 h 888382"/>
                <a:gd name="csX7" fmla="*/ 888383 w 888382"/>
                <a:gd name="csY7" fmla="*/ 0 h 888382"/>
                <a:gd name="csX8" fmla="*/ 641209 w 888382"/>
                <a:gd name="csY8" fmla="*/ 35319 h 888382"/>
                <a:gd name="csX9" fmla="*/ 708460 w 888382"/>
                <a:gd name="csY9" fmla="*/ 102570 h 888382"/>
                <a:gd name="csX10" fmla="*/ 628650 w 888382"/>
                <a:gd name="csY10" fmla="*/ 182380 h 888382"/>
                <a:gd name="csX11" fmla="*/ 514350 w 888382"/>
                <a:gd name="csY11" fmla="*/ 68080 h 888382"/>
                <a:gd name="csX12" fmla="*/ 442898 w 888382"/>
                <a:gd name="csY12" fmla="*/ 139532 h 888382"/>
                <a:gd name="csX13" fmla="*/ 257175 w 888382"/>
                <a:gd name="csY13" fmla="*/ 59707 h 888382"/>
                <a:gd name="csX14" fmla="*/ 0 w 888382"/>
                <a:gd name="csY14" fmla="*/ 316882 h 888382"/>
                <a:gd name="csX15" fmla="*/ 182566 w 888382"/>
                <a:gd name="csY15" fmla="*/ 562942 h 888382"/>
                <a:gd name="csX16" fmla="*/ 187423 w 888382"/>
                <a:gd name="csY16" fmla="*/ 571086 h 888382"/>
                <a:gd name="csX17" fmla="*/ 200011 w 888382"/>
                <a:gd name="csY17" fmla="*/ 615048 h 888382"/>
                <a:gd name="csX18" fmla="*/ 159106 w 888382"/>
                <a:gd name="csY18" fmla="*/ 762967 h 888382"/>
                <a:gd name="csX19" fmla="*/ 157163 w 888382"/>
                <a:gd name="csY19" fmla="*/ 782569 h 888382"/>
                <a:gd name="csX20" fmla="*/ 157163 w 888382"/>
                <a:gd name="csY20" fmla="*/ 788370 h 888382"/>
                <a:gd name="csX21" fmla="*/ 257175 w 888382"/>
                <a:gd name="csY21" fmla="*/ 888382 h 888382"/>
                <a:gd name="csX22" fmla="*/ 800100 w 888382"/>
                <a:gd name="csY22" fmla="*/ 888382 h 888382"/>
                <a:gd name="csX23" fmla="*/ 800100 w 888382"/>
                <a:gd name="csY23" fmla="*/ 774082 h 888382"/>
                <a:gd name="csX24" fmla="*/ 849292 w 888382"/>
                <a:gd name="csY24" fmla="*/ 774082 h 888382"/>
                <a:gd name="csX25" fmla="*/ 814745 w 888382"/>
                <a:gd name="csY25" fmla="*/ 681957 h 888382"/>
                <a:gd name="csX26" fmla="*/ 885825 w 888382"/>
                <a:gd name="csY26" fmla="*/ 729334 h 888382"/>
                <a:gd name="csX27" fmla="*/ 885825 w 888382"/>
                <a:gd name="csY27" fmla="*/ 437826 h 888382"/>
                <a:gd name="csX28" fmla="*/ 790142 w 888382"/>
                <a:gd name="csY28" fmla="*/ 374032 h 888382"/>
                <a:gd name="csX29" fmla="*/ 771525 w 888382"/>
                <a:gd name="csY29" fmla="*/ 402607 h 888382"/>
                <a:gd name="csX30" fmla="*/ 771525 w 888382"/>
                <a:gd name="csY30" fmla="*/ 631207 h 888382"/>
                <a:gd name="csX31" fmla="*/ 742950 w 888382"/>
                <a:gd name="csY31" fmla="*/ 631207 h 888382"/>
                <a:gd name="csX32" fmla="*/ 742950 w 888382"/>
                <a:gd name="csY32" fmla="*/ 516907 h 888382"/>
                <a:gd name="csX33" fmla="*/ 628650 w 888382"/>
                <a:gd name="csY33" fmla="*/ 516907 h 888382"/>
                <a:gd name="csX34" fmla="*/ 628650 w 888382"/>
                <a:gd name="csY34" fmla="*/ 431182 h 888382"/>
                <a:gd name="csX35" fmla="*/ 487204 w 888382"/>
                <a:gd name="csY35" fmla="*/ 431182 h 888382"/>
                <a:gd name="csX36" fmla="*/ 499334 w 888382"/>
                <a:gd name="csY36" fmla="*/ 402607 h 888382"/>
                <a:gd name="csX37" fmla="*/ 314339 w 888382"/>
                <a:gd name="csY37" fmla="*/ 615048 h 888382"/>
                <a:gd name="csX38" fmla="*/ 326927 w 888382"/>
                <a:gd name="csY38" fmla="*/ 571100 h 888382"/>
                <a:gd name="csX39" fmla="*/ 331784 w 888382"/>
                <a:gd name="csY39" fmla="*/ 562942 h 888382"/>
                <a:gd name="csX40" fmla="*/ 342900 w 888382"/>
                <a:gd name="csY40" fmla="*/ 559056 h 888382"/>
                <a:gd name="csX41" fmla="*/ 342900 w 888382"/>
                <a:gd name="csY41" fmla="*/ 631207 h 888382"/>
                <a:gd name="csX42" fmla="*/ 318811 w 888382"/>
                <a:gd name="csY42" fmla="*/ 631207 h 888382"/>
                <a:gd name="csX43" fmla="*/ 371475 w 888382"/>
                <a:gd name="csY43" fmla="*/ 546911 h 888382"/>
                <a:gd name="csX44" fmla="*/ 470859 w 888382"/>
                <a:gd name="csY44" fmla="*/ 459757 h 888382"/>
                <a:gd name="csX45" fmla="*/ 600075 w 888382"/>
                <a:gd name="csY45" fmla="*/ 459757 h 888382"/>
                <a:gd name="csX46" fmla="*/ 600075 w 888382"/>
                <a:gd name="csY46" fmla="*/ 516907 h 888382"/>
                <a:gd name="csX47" fmla="*/ 514350 w 888382"/>
                <a:gd name="csY47" fmla="*/ 516907 h 888382"/>
                <a:gd name="csX48" fmla="*/ 514350 w 888382"/>
                <a:gd name="csY48" fmla="*/ 631207 h 888382"/>
                <a:gd name="csX49" fmla="*/ 371475 w 888382"/>
                <a:gd name="csY49" fmla="*/ 631207 h 888382"/>
                <a:gd name="csX50" fmla="*/ 542925 w 888382"/>
                <a:gd name="csY50" fmla="*/ 545482 h 888382"/>
                <a:gd name="csX51" fmla="*/ 714375 w 888382"/>
                <a:gd name="csY51" fmla="*/ 545482 h 888382"/>
                <a:gd name="csX52" fmla="*/ 714375 w 888382"/>
                <a:gd name="csY52" fmla="*/ 631207 h 888382"/>
                <a:gd name="csX53" fmla="*/ 542925 w 888382"/>
                <a:gd name="csY53" fmla="*/ 631207 h 888382"/>
                <a:gd name="csX54" fmla="*/ 628650 w 888382"/>
                <a:gd name="csY54" fmla="*/ 222785 h 888382"/>
                <a:gd name="csX55" fmla="*/ 748865 w 888382"/>
                <a:gd name="csY55" fmla="*/ 102570 h 888382"/>
                <a:gd name="csX56" fmla="*/ 701816 w 888382"/>
                <a:gd name="csY56" fmla="*/ 55521 h 888382"/>
                <a:gd name="csX57" fmla="*/ 854693 w 888382"/>
                <a:gd name="csY57" fmla="*/ 33690 h 888382"/>
                <a:gd name="csX58" fmla="*/ 832861 w 888382"/>
                <a:gd name="csY58" fmla="*/ 186566 h 888382"/>
                <a:gd name="csX59" fmla="*/ 785813 w 888382"/>
                <a:gd name="csY59" fmla="*/ 139517 h 888382"/>
                <a:gd name="csX60" fmla="*/ 628650 w 888382"/>
                <a:gd name="csY60" fmla="*/ 296680 h 888382"/>
                <a:gd name="csX61" fmla="*/ 514350 w 888382"/>
                <a:gd name="csY61" fmla="*/ 182380 h 888382"/>
                <a:gd name="csX62" fmla="*/ 214098 w 888382"/>
                <a:gd name="csY62" fmla="*/ 482632 h 888382"/>
                <a:gd name="csX63" fmla="*/ 162906 w 888382"/>
                <a:gd name="csY63" fmla="*/ 459929 h 888382"/>
                <a:gd name="csX64" fmla="*/ 514350 w 888382"/>
                <a:gd name="csY64" fmla="*/ 108485 h 888382"/>
                <a:gd name="csX65" fmla="*/ 428625 w 888382"/>
                <a:gd name="csY65" fmla="*/ 316882 h 888382"/>
                <a:gd name="csX66" fmla="*/ 257175 w 888382"/>
                <a:gd name="csY66" fmla="*/ 488332 h 888382"/>
                <a:gd name="csX67" fmla="*/ 249203 w 888382"/>
                <a:gd name="csY67" fmla="*/ 487932 h 888382"/>
                <a:gd name="csX68" fmla="*/ 428211 w 888382"/>
                <a:gd name="csY68" fmla="*/ 308924 h 888382"/>
                <a:gd name="csX69" fmla="*/ 428625 w 888382"/>
                <a:gd name="csY69" fmla="*/ 316882 h 888382"/>
                <a:gd name="csX70" fmla="*/ 85725 w 888382"/>
                <a:gd name="csY70" fmla="*/ 316882 h 888382"/>
                <a:gd name="csX71" fmla="*/ 257175 w 888382"/>
                <a:gd name="csY71" fmla="*/ 145432 h 888382"/>
                <a:gd name="csX72" fmla="*/ 382362 w 888382"/>
                <a:gd name="csY72" fmla="*/ 200068 h 888382"/>
                <a:gd name="csX73" fmla="*/ 140389 w 888382"/>
                <a:gd name="csY73" fmla="*/ 442041 h 888382"/>
                <a:gd name="csX74" fmla="*/ 85725 w 888382"/>
                <a:gd name="csY74" fmla="*/ 316882 h 888382"/>
                <a:gd name="csX75" fmla="*/ 28575 w 888382"/>
                <a:gd name="csY75" fmla="*/ 316882 h 888382"/>
                <a:gd name="csX76" fmla="*/ 257175 w 888382"/>
                <a:gd name="csY76" fmla="*/ 88282 h 888382"/>
                <a:gd name="csX77" fmla="*/ 422710 w 888382"/>
                <a:gd name="csY77" fmla="*/ 159720 h 888382"/>
                <a:gd name="csX78" fmla="*/ 402550 w 888382"/>
                <a:gd name="csY78" fmla="*/ 179880 h 888382"/>
                <a:gd name="csX79" fmla="*/ 257175 w 888382"/>
                <a:gd name="csY79" fmla="*/ 116857 h 888382"/>
                <a:gd name="csX80" fmla="*/ 57150 w 888382"/>
                <a:gd name="csY80" fmla="*/ 316882 h 888382"/>
                <a:gd name="csX81" fmla="*/ 257175 w 888382"/>
                <a:gd name="csY81" fmla="*/ 516907 h 888382"/>
                <a:gd name="csX82" fmla="*/ 457200 w 888382"/>
                <a:gd name="csY82" fmla="*/ 316882 h 888382"/>
                <a:gd name="csX83" fmla="*/ 454085 w 888382"/>
                <a:gd name="csY83" fmla="*/ 283050 h 888382"/>
                <a:gd name="csX84" fmla="*/ 478260 w 888382"/>
                <a:gd name="csY84" fmla="*/ 258875 h 888382"/>
                <a:gd name="csX85" fmla="*/ 485775 w 888382"/>
                <a:gd name="csY85" fmla="*/ 316882 h 888382"/>
                <a:gd name="csX86" fmla="*/ 257175 w 888382"/>
                <a:gd name="csY86" fmla="*/ 545482 h 888382"/>
                <a:gd name="csX87" fmla="*/ 28575 w 888382"/>
                <a:gd name="csY87" fmla="*/ 316882 h 888382"/>
                <a:gd name="csX88" fmla="*/ 257175 w 888382"/>
                <a:gd name="csY88" fmla="*/ 574057 h 888382"/>
                <a:gd name="csX89" fmla="*/ 295080 w 888382"/>
                <a:gd name="csY89" fmla="*/ 570943 h 888382"/>
                <a:gd name="csX90" fmla="*/ 286707 w 888382"/>
                <a:gd name="csY90" fmla="*/ 602632 h 888382"/>
                <a:gd name="csX91" fmla="*/ 227628 w 888382"/>
                <a:gd name="csY91" fmla="*/ 602632 h 888382"/>
                <a:gd name="csX92" fmla="*/ 219256 w 888382"/>
                <a:gd name="csY92" fmla="*/ 570943 h 888382"/>
                <a:gd name="csX93" fmla="*/ 257175 w 888382"/>
                <a:gd name="csY93" fmla="*/ 574057 h 888382"/>
                <a:gd name="csX94" fmla="*/ 185738 w 888382"/>
                <a:gd name="csY94" fmla="*/ 788370 h 888382"/>
                <a:gd name="csX95" fmla="*/ 185738 w 888382"/>
                <a:gd name="csY95" fmla="*/ 782569 h 888382"/>
                <a:gd name="csX96" fmla="*/ 186881 w 888382"/>
                <a:gd name="csY96" fmla="*/ 769568 h 888382"/>
                <a:gd name="csX97" fmla="*/ 225185 w 888382"/>
                <a:gd name="csY97" fmla="*/ 631207 h 888382"/>
                <a:gd name="csX98" fmla="*/ 289665 w 888382"/>
                <a:gd name="csY98" fmla="*/ 631207 h 888382"/>
                <a:gd name="csX99" fmla="*/ 327241 w 888382"/>
                <a:gd name="csY99" fmla="*/ 768539 h 888382"/>
                <a:gd name="csX100" fmla="*/ 328613 w 888382"/>
                <a:gd name="csY100" fmla="*/ 782569 h 888382"/>
                <a:gd name="csX101" fmla="*/ 328613 w 888382"/>
                <a:gd name="csY101" fmla="*/ 788370 h 888382"/>
                <a:gd name="csX102" fmla="*/ 257175 w 888382"/>
                <a:gd name="csY102" fmla="*/ 859807 h 888382"/>
                <a:gd name="csX103" fmla="*/ 185738 w 888382"/>
                <a:gd name="csY103" fmla="*/ 788370 h 888382"/>
                <a:gd name="csX104" fmla="*/ 771525 w 888382"/>
                <a:gd name="csY104" fmla="*/ 859807 h 888382"/>
                <a:gd name="csX105" fmla="*/ 327027 w 888382"/>
                <a:gd name="csY105" fmla="*/ 859807 h 888382"/>
                <a:gd name="csX106" fmla="*/ 357188 w 888382"/>
                <a:gd name="csY106" fmla="*/ 788370 h 888382"/>
                <a:gd name="csX107" fmla="*/ 357188 w 888382"/>
                <a:gd name="csY107" fmla="*/ 782569 h 888382"/>
                <a:gd name="csX108" fmla="*/ 356745 w 888382"/>
                <a:gd name="csY108" fmla="*/ 774082 h 888382"/>
                <a:gd name="csX109" fmla="*/ 771525 w 888382"/>
                <a:gd name="csY109" fmla="*/ 774082 h 888382"/>
                <a:gd name="csX110" fmla="*/ 350458 w 888382"/>
                <a:gd name="csY110" fmla="*/ 745507 h 888382"/>
                <a:gd name="csX111" fmla="*/ 326727 w 888382"/>
                <a:gd name="csY111" fmla="*/ 659782 h 888382"/>
                <a:gd name="csX112" fmla="*/ 775911 w 888382"/>
                <a:gd name="csY112" fmla="*/ 659782 h 888382"/>
                <a:gd name="csX113" fmla="*/ 808058 w 888382"/>
                <a:gd name="csY113" fmla="*/ 745507 h 888382"/>
                <a:gd name="csX114" fmla="*/ 857250 w 888382"/>
                <a:gd name="csY114" fmla="*/ 675956 h 888382"/>
                <a:gd name="csX115" fmla="*/ 800100 w 888382"/>
                <a:gd name="csY115" fmla="*/ 637851 h 888382"/>
                <a:gd name="csX116" fmla="*/ 800100 w 888382"/>
                <a:gd name="csY116" fmla="*/ 415009 h 888382"/>
                <a:gd name="csX117" fmla="*/ 857250 w 888382"/>
                <a:gd name="csY117" fmla="*/ 453114 h 8883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Lst>
              <a:rect l="l" t="t" r="r" b="b"/>
              <a:pathLst>
                <a:path w="888382" h="888382">
                  <a:moveTo>
                    <a:pt x="507721" y="374032"/>
                  </a:moveTo>
                  <a:cubicBezTo>
                    <a:pt x="511921" y="355616"/>
                    <a:pt x="514350" y="336542"/>
                    <a:pt x="514350" y="316882"/>
                  </a:cubicBezTo>
                  <a:cubicBezTo>
                    <a:pt x="514350" y="289165"/>
                    <a:pt x="509749" y="262033"/>
                    <a:pt x="501120" y="236015"/>
                  </a:cubicBezTo>
                  <a:lnTo>
                    <a:pt x="514350" y="222785"/>
                  </a:lnTo>
                  <a:lnTo>
                    <a:pt x="628650" y="337085"/>
                  </a:lnTo>
                  <a:lnTo>
                    <a:pt x="785813" y="179922"/>
                  </a:lnTo>
                  <a:lnTo>
                    <a:pt x="853064" y="247174"/>
                  </a:lnTo>
                  <a:lnTo>
                    <a:pt x="888383" y="0"/>
                  </a:lnTo>
                  <a:lnTo>
                    <a:pt x="641209" y="35319"/>
                  </a:lnTo>
                  <a:lnTo>
                    <a:pt x="708460" y="102570"/>
                  </a:lnTo>
                  <a:lnTo>
                    <a:pt x="628650" y="182380"/>
                  </a:lnTo>
                  <a:lnTo>
                    <a:pt x="514350" y="68080"/>
                  </a:lnTo>
                  <a:lnTo>
                    <a:pt x="442898" y="139532"/>
                  </a:lnTo>
                  <a:cubicBezTo>
                    <a:pt x="394449" y="88811"/>
                    <a:pt x="327770" y="59707"/>
                    <a:pt x="257175" y="59707"/>
                  </a:cubicBezTo>
                  <a:cubicBezTo>
                    <a:pt x="115372" y="59707"/>
                    <a:pt x="0" y="175079"/>
                    <a:pt x="0" y="316882"/>
                  </a:cubicBezTo>
                  <a:cubicBezTo>
                    <a:pt x="0" y="432740"/>
                    <a:pt x="77052" y="530866"/>
                    <a:pt x="182566" y="562942"/>
                  </a:cubicBezTo>
                  <a:lnTo>
                    <a:pt x="187423" y="571086"/>
                  </a:lnTo>
                  <a:cubicBezTo>
                    <a:pt x="195353" y="584430"/>
                    <a:pt x="199668" y="599575"/>
                    <a:pt x="200011" y="615048"/>
                  </a:cubicBezTo>
                  <a:lnTo>
                    <a:pt x="159106" y="762967"/>
                  </a:lnTo>
                  <a:cubicBezTo>
                    <a:pt x="157820" y="769425"/>
                    <a:pt x="157163" y="776011"/>
                    <a:pt x="157163" y="782569"/>
                  </a:cubicBezTo>
                  <a:lnTo>
                    <a:pt x="157163" y="788370"/>
                  </a:lnTo>
                  <a:cubicBezTo>
                    <a:pt x="157163" y="843505"/>
                    <a:pt x="202040" y="888382"/>
                    <a:pt x="257175" y="888382"/>
                  </a:cubicBezTo>
                  <a:lnTo>
                    <a:pt x="800100" y="888382"/>
                  </a:lnTo>
                  <a:lnTo>
                    <a:pt x="800100" y="774082"/>
                  </a:lnTo>
                  <a:lnTo>
                    <a:pt x="849292" y="774082"/>
                  </a:lnTo>
                  <a:lnTo>
                    <a:pt x="814745" y="681957"/>
                  </a:lnTo>
                  <a:lnTo>
                    <a:pt x="885825" y="729334"/>
                  </a:lnTo>
                  <a:lnTo>
                    <a:pt x="885825" y="437826"/>
                  </a:lnTo>
                  <a:lnTo>
                    <a:pt x="790142" y="374032"/>
                  </a:lnTo>
                  <a:close/>
                  <a:moveTo>
                    <a:pt x="771525" y="402607"/>
                  </a:moveTo>
                  <a:lnTo>
                    <a:pt x="771525" y="631207"/>
                  </a:lnTo>
                  <a:lnTo>
                    <a:pt x="742950" y="631207"/>
                  </a:lnTo>
                  <a:lnTo>
                    <a:pt x="742950" y="516907"/>
                  </a:lnTo>
                  <a:lnTo>
                    <a:pt x="628650" y="516907"/>
                  </a:lnTo>
                  <a:lnTo>
                    <a:pt x="628650" y="431182"/>
                  </a:lnTo>
                  <a:lnTo>
                    <a:pt x="487204" y="431182"/>
                  </a:lnTo>
                  <a:cubicBezTo>
                    <a:pt x="491804" y="421953"/>
                    <a:pt x="495848" y="412423"/>
                    <a:pt x="499334" y="402607"/>
                  </a:cubicBezTo>
                  <a:close/>
                  <a:moveTo>
                    <a:pt x="314339" y="615048"/>
                  </a:moveTo>
                  <a:cubicBezTo>
                    <a:pt x="314668" y="599575"/>
                    <a:pt x="318997" y="584416"/>
                    <a:pt x="326927" y="571100"/>
                  </a:cubicBezTo>
                  <a:lnTo>
                    <a:pt x="331784" y="562942"/>
                  </a:lnTo>
                  <a:cubicBezTo>
                    <a:pt x="335556" y="561799"/>
                    <a:pt x="339200" y="560370"/>
                    <a:pt x="342900" y="559056"/>
                  </a:cubicBezTo>
                  <a:lnTo>
                    <a:pt x="342900" y="631207"/>
                  </a:lnTo>
                  <a:lnTo>
                    <a:pt x="318811" y="631207"/>
                  </a:lnTo>
                  <a:close/>
                  <a:moveTo>
                    <a:pt x="371475" y="546911"/>
                  </a:moveTo>
                  <a:cubicBezTo>
                    <a:pt x="411666" y="526852"/>
                    <a:pt x="445999" y="496805"/>
                    <a:pt x="470859" y="459757"/>
                  </a:cubicBezTo>
                  <a:lnTo>
                    <a:pt x="600075" y="459757"/>
                  </a:lnTo>
                  <a:lnTo>
                    <a:pt x="600075" y="516907"/>
                  </a:lnTo>
                  <a:lnTo>
                    <a:pt x="514350" y="516907"/>
                  </a:lnTo>
                  <a:lnTo>
                    <a:pt x="514350" y="631207"/>
                  </a:lnTo>
                  <a:lnTo>
                    <a:pt x="371475" y="631207"/>
                  </a:lnTo>
                  <a:close/>
                  <a:moveTo>
                    <a:pt x="542925" y="545482"/>
                  </a:moveTo>
                  <a:lnTo>
                    <a:pt x="714375" y="545482"/>
                  </a:lnTo>
                  <a:lnTo>
                    <a:pt x="714375" y="631207"/>
                  </a:lnTo>
                  <a:lnTo>
                    <a:pt x="542925" y="631207"/>
                  </a:lnTo>
                  <a:close/>
                  <a:moveTo>
                    <a:pt x="628650" y="222785"/>
                  </a:moveTo>
                  <a:lnTo>
                    <a:pt x="748865" y="102570"/>
                  </a:lnTo>
                  <a:lnTo>
                    <a:pt x="701816" y="55521"/>
                  </a:lnTo>
                  <a:lnTo>
                    <a:pt x="854693" y="33690"/>
                  </a:lnTo>
                  <a:lnTo>
                    <a:pt x="832861" y="186566"/>
                  </a:lnTo>
                  <a:lnTo>
                    <a:pt x="785813" y="139517"/>
                  </a:lnTo>
                  <a:lnTo>
                    <a:pt x="628650" y="296680"/>
                  </a:lnTo>
                  <a:lnTo>
                    <a:pt x="514350" y="182380"/>
                  </a:lnTo>
                  <a:lnTo>
                    <a:pt x="214098" y="482632"/>
                  </a:lnTo>
                  <a:cubicBezTo>
                    <a:pt x="195667" y="477831"/>
                    <a:pt x="178394" y="470173"/>
                    <a:pt x="162906" y="459929"/>
                  </a:cubicBezTo>
                  <a:lnTo>
                    <a:pt x="514350" y="108485"/>
                  </a:lnTo>
                  <a:close/>
                  <a:moveTo>
                    <a:pt x="428625" y="316882"/>
                  </a:moveTo>
                  <a:cubicBezTo>
                    <a:pt x="428625" y="411423"/>
                    <a:pt x="351715" y="488332"/>
                    <a:pt x="257175" y="488332"/>
                  </a:cubicBezTo>
                  <a:cubicBezTo>
                    <a:pt x="254489" y="488332"/>
                    <a:pt x="251860" y="488047"/>
                    <a:pt x="249203" y="487932"/>
                  </a:cubicBezTo>
                  <a:lnTo>
                    <a:pt x="428211" y="308924"/>
                  </a:lnTo>
                  <a:cubicBezTo>
                    <a:pt x="428325" y="311582"/>
                    <a:pt x="428625" y="314225"/>
                    <a:pt x="428625" y="316882"/>
                  </a:cubicBezTo>
                  <a:close/>
                  <a:moveTo>
                    <a:pt x="85725" y="316882"/>
                  </a:moveTo>
                  <a:cubicBezTo>
                    <a:pt x="85725" y="222342"/>
                    <a:pt x="162635" y="145432"/>
                    <a:pt x="257175" y="145432"/>
                  </a:cubicBezTo>
                  <a:cubicBezTo>
                    <a:pt x="305110" y="145432"/>
                    <a:pt x="349958" y="165321"/>
                    <a:pt x="382362" y="200068"/>
                  </a:cubicBezTo>
                  <a:lnTo>
                    <a:pt x="140389" y="442041"/>
                  </a:lnTo>
                  <a:cubicBezTo>
                    <a:pt x="106842" y="410737"/>
                    <a:pt x="85725" y="366274"/>
                    <a:pt x="85725" y="316882"/>
                  </a:cubicBezTo>
                  <a:close/>
                  <a:moveTo>
                    <a:pt x="28575" y="316882"/>
                  </a:moveTo>
                  <a:cubicBezTo>
                    <a:pt x="28575" y="190838"/>
                    <a:pt x="131131" y="88282"/>
                    <a:pt x="257175" y="88282"/>
                  </a:cubicBezTo>
                  <a:cubicBezTo>
                    <a:pt x="320140" y="88282"/>
                    <a:pt x="379605" y="114329"/>
                    <a:pt x="422710" y="159720"/>
                  </a:cubicBezTo>
                  <a:lnTo>
                    <a:pt x="402550" y="179880"/>
                  </a:lnTo>
                  <a:cubicBezTo>
                    <a:pt x="364817" y="139760"/>
                    <a:pt x="312782" y="116857"/>
                    <a:pt x="257175" y="116857"/>
                  </a:cubicBezTo>
                  <a:cubicBezTo>
                    <a:pt x="146876" y="116857"/>
                    <a:pt x="57150" y="206583"/>
                    <a:pt x="57150" y="316882"/>
                  </a:cubicBezTo>
                  <a:cubicBezTo>
                    <a:pt x="57150" y="427182"/>
                    <a:pt x="146876" y="516907"/>
                    <a:pt x="257175" y="516907"/>
                  </a:cubicBezTo>
                  <a:cubicBezTo>
                    <a:pt x="367475" y="516907"/>
                    <a:pt x="457200" y="427182"/>
                    <a:pt x="457200" y="316882"/>
                  </a:cubicBezTo>
                  <a:cubicBezTo>
                    <a:pt x="457200" y="305495"/>
                    <a:pt x="455986" y="294180"/>
                    <a:pt x="454085" y="283050"/>
                  </a:cubicBezTo>
                  <a:lnTo>
                    <a:pt x="478260" y="258875"/>
                  </a:lnTo>
                  <a:cubicBezTo>
                    <a:pt x="483189" y="277720"/>
                    <a:pt x="485775" y="297123"/>
                    <a:pt x="485775" y="316882"/>
                  </a:cubicBezTo>
                  <a:cubicBezTo>
                    <a:pt x="485775" y="442927"/>
                    <a:pt x="383219" y="545482"/>
                    <a:pt x="257175" y="545482"/>
                  </a:cubicBezTo>
                  <a:cubicBezTo>
                    <a:pt x="131131" y="545482"/>
                    <a:pt x="28575" y="442927"/>
                    <a:pt x="28575" y="316882"/>
                  </a:cubicBezTo>
                  <a:close/>
                  <a:moveTo>
                    <a:pt x="257175" y="574057"/>
                  </a:moveTo>
                  <a:cubicBezTo>
                    <a:pt x="270091" y="574057"/>
                    <a:pt x="282678" y="572786"/>
                    <a:pt x="295080" y="570943"/>
                  </a:cubicBezTo>
                  <a:cubicBezTo>
                    <a:pt x="290808" y="581058"/>
                    <a:pt x="288036" y="591731"/>
                    <a:pt x="286707" y="602632"/>
                  </a:cubicBezTo>
                  <a:lnTo>
                    <a:pt x="227628" y="602632"/>
                  </a:lnTo>
                  <a:cubicBezTo>
                    <a:pt x="226300" y="591731"/>
                    <a:pt x="223528" y="581058"/>
                    <a:pt x="219256" y="570943"/>
                  </a:cubicBezTo>
                  <a:cubicBezTo>
                    <a:pt x="231672" y="572786"/>
                    <a:pt x="244259" y="574057"/>
                    <a:pt x="257175" y="574057"/>
                  </a:cubicBezTo>
                  <a:close/>
                  <a:moveTo>
                    <a:pt x="185738" y="788370"/>
                  </a:moveTo>
                  <a:lnTo>
                    <a:pt x="185738" y="782569"/>
                  </a:lnTo>
                  <a:cubicBezTo>
                    <a:pt x="185738" y="777883"/>
                    <a:pt x="186195" y="773168"/>
                    <a:pt x="186881" y="769568"/>
                  </a:cubicBezTo>
                  <a:lnTo>
                    <a:pt x="225185" y="631207"/>
                  </a:lnTo>
                  <a:lnTo>
                    <a:pt x="289665" y="631207"/>
                  </a:lnTo>
                  <a:lnTo>
                    <a:pt x="327241" y="768539"/>
                  </a:lnTo>
                  <a:cubicBezTo>
                    <a:pt x="328155" y="773168"/>
                    <a:pt x="328613" y="777883"/>
                    <a:pt x="328613" y="782569"/>
                  </a:cubicBezTo>
                  <a:lnTo>
                    <a:pt x="328613" y="788370"/>
                  </a:lnTo>
                  <a:cubicBezTo>
                    <a:pt x="328613" y="827761"/>
                    <a:pt x="296566" y="859807"/>
                    <a:pt x="257175" y="859807"/>
                  </a:cubicBezTo>
                  <a:cubicBezTo>
                    <a:pt x="217784" y="859807"/>
                    <a:pt x="185738" y="827761"/>
                    <a:pt x="185738" y="788370"/>
                  </a:cubicBezTo>
                  <a:close/>
                  <a:moveTo>
                    <a:pt x="771525" y="859807"/>
                  </a:moveTo>
                  <a:lnTo>
                    <a:pt x="327027" y="859807"/>
                  </a:lnTo>
                  <a:cubicBezTo>
                    <a:pt x="345615" y="841634"/>
                    <a:pt x="357188" y="816345"/>
                    <a:pt x="357188" y="788370"/>
                  </a:cubicBezTo>
                  <a:lnTo>
                    <a:pt x="357188" y="782569"/>
                  </a:lnTo>
                  <a:cubicBezTo>
                    <a:pt x="357188" y="779783"/>
                    <a:pt x="357002" y="776954"/>
                    <a:pt x="356745" y="774082"/>
                  </a:cubicBezTo>
                  <a:lnTo>
                    <a:pt x="771525" y="774082"/>
                  </a:lnTo>
                  <a:close/>
                  <a:moveTo>
                    <a:pt x="350458" y="745507"/>
                  </a:moveTo>
                  <a:lnTo>
                    <a:pt x="326727" y="659782"/>
                  </a:lnTo>
                  <a:lnTo>
                    <a:pt x="775911" y="659782"/>
                  </a:lnTo>
                  <a:lnTo>
                    <a:pt x="808058" y="745507"/>
                  </a:lnTo>
                  <a:close/>
                  <a:moveTo>
                    <a:pt x="857250" y="675956"/>
                  </a:moveTo>
                  <a:lnTo>
                    <a:pt x="800100" y="637851"/>
                  </a:lnTo>
                  <a:lnTo>
                    <a:pt x="800100" y="415009"/>
                  </a:lnTo>
                  <a:lnTo>
                    <a:pt x="857250" y="453114"/>
                  </a:lnTo>
                  <a:close/>
                </a:path>
              </a:pathLst>
            </a:custGeom>
            <a:grpFill/>
            <a:ln w="14288" cap="flat">
              <a:noFill/>
              <a:prstDash val="solid"/>
              <a:miter/>
            </a:ln>
          </p:spPr>
          <p:txBody>
            <a:bodyPr/>
            <a:lstStyle/>
            <a:p>
              <a:endParaRPr lang="en-GB"/>
            </a:p>
          </p:txBody>
        </p:sp>
      </p:grpSp>
      <p:sp>
        <p:nvSpPr>
          <p:cNvPr id="61" name="Graphic 16">
            <a:extLst>
              <a:ext uri="{FF2B5EF4-FFF2-40B4-BE49-F238E27FC236}">
                <a16:creationId xmlns:a16="http://schemas.microsoft.com/office/drawing/2014/main" id="{AC4D4275-375A-B54D-50AD-556352EE3F9A}"/>
              </a:ext>
            </a:extLst>
          </p:cNvPr>
          <p:cNvSpPr>
            <a:spLocks noChangeAspect="1"/>
          </p:cNvSpPr>
          <p:nvPr/>
        </p:nvSpPr>
        <p:spPr>
          <a:xfrm>
            <a:off x="8296865" y="3223836"/>
            <a:ext cx="503557" cy="480913"/>
          </a:xfrm>
          <a:custGeom>
            <a:avLst/>
            <a:gdLst>
              <a:gd name="csX0" fmla="*/ 529197 w 900114"/>
              <a:gd name="csY0" fmla="*/ 753967 h 859639"/>
              <a:gd name="csX1" fmla="*/ 514455 w 900114"/>
              <a:gd name="csY1" fmla="*/ 753967 h 859639"/>
              <a:gd name="csX2" fmla="*/ 514455 w 900114"/>
              <a:gd name="csY2" fmla="*/ 516963 h 859639"/>
              <a:gd name="csX3" fmla="*/ 501954 w 900114"/>
              <a:gd name="csY3" fmla="*/ 504461 h 859639"/>
              <a:gd name="csX4" fmla="*/ 442191 w 900114"/>
              <a:gd name="csY4" fmla="*/ 504461 h 859639"/>
              <a:gd name="csX5" fmla="*/ 429689 w 900114"/>
              <a:gd name="csY5" fmla="*/ 516963 h 859639"/>
              <a:gd name="csX6" fmla="*/ 429689 w 900114"/>
              <a:gd name="csY6" fmla="*/ 753967 h 859639"/>
              <a:gd name="csX7" fmla="*/ 407235 w 900114"/>
              <a:gd name="csY7" fmla="*/ 753967 h 859639"/>
              <a:gd name="csX8" fmla="*/ 407235 w 900114"/>
              <a:gd name="csY8" fmla="*/ 634949 h 859639"/>
              <a:gd name="csX9" fmla="*/ 394733 w 900114"/>
              <a:gd name="csY9" fmla="*/ 622447 h 859639"/>
              <a:gd name="csX10" fmla="*/ 334970 w 900114"/>
              <a:gd name="csY10" fmla="*/ 622447 h 859639"/>
              <a:gd name="csX11" fmla="*/ 322469 w 900114"/>
              <a:gd name="csY11" fmla="*/ 634949 h 859639"/>
              <a:gd name="csX12" fmla="*/ 322469 w 900114"/>
              <a:gd name="csY12" fmla="*/ 753967 h 859639"/>
              <a:gd name="csX13" fmla="*/ 300016 w 900114"/>
              <a:gd name="csY13" fmla="*/ 753967 h 859639"/>
              <a:gd name="csX14" fmla="*/ 300016 w 900114"/>
              <a:gd name="csY14" fmla="*/ 569034 h 859639"/>
              <a:gd name="csX15" fmla="*/ 287515 w 900114"/>
              <a:gd name="csY15" fmla="*/ 556532 h 859639"/>
              <a:gd name="csX16" fmla="*/ 227752 w 900114"/>
              <a:gd name="csY16" fmla="*/ 556532 h 859639"/>
              <a:gd name="csX17" fmla="*/ 215250 w 900114"/>
              <a:gd name="csY17" fmla="*/ 569034 h 859639"/>
              <a:gd name="csX18" fmla="*/ 215250 w 900114"/>
              <a:gd name="csY18" fmla="*/ 753967 h 859639"/>
              <a:gd name="csX19" fmla="*/ 192796 w 900114"/>
              <a:gd name="csY19" fmla="*/ 753967 h 859639"/>
              <a:gd name="csX20" fmla="*/ 192796 w 900114"/>
              <a:gd name="csY20" fmla="*/ 672739 h 859639"/>
              <a:gd name="csX21" fmla="*/ 180294 w 900114"/>
              <a:gd name="csY21" fmla="*/ 660238 h 859639"/>
              <a:gd name="csX22" fmla="*/ 120533 w 900114"/>
              <a:gd name="csY22" fmla="*/ 660238 h 859639"/>
              <a:gd name="csX23" fmla="*/ 108031 w 900114"/>
              <a:gd name="csY23" fmla="*/ 672739 h 859639"/>
              <a:gd name="csX24" fmla="*/ 108031 w 900114"/>
              <a:gd name="csY24" fmla="*/ 753967 h 859639"/>
              <a:gd name="csX25" fmla="*/ 93288 w 900114"/>
              <a:gd name="csY25" fmla="*/ 753967 h 859639"/>
              <a:gd name="csX26" fmla="*/ 80787 w 900114"/>
              <a:gd name="csY26" fmla="*/ 766469 h 859639"/>
              <a:gd name="csX27" fmla="*/ 93288 w 900114"/>
              <a:gd name="csY27" fmla="*/ 778971 h 859639"/>
              <a:gd name="csX28" fmla="*/ 529197 w 900114"/>
              <a:gd name="csY28" fmla="*/ 778971 h 859639"/>
              <a:gd name="csX29" fmla="*/ 541698 w 900114"/>
              <a:gd name="csY29" fmla="*/ 766469 h 859639"/>
              <a:gd name="csX30" fmla="*/ 529197 w 900114"/>
              <a:gd name="csY30" fmla="*/ 753967 h 859639"/>
              <a:gd name="csX31" fmla="*/ 454693 w 900114"/>
              <a:gd name="csY31" fmla="*/ 529464 h 859639"/>
              <a:gd name="csX32" fmla="*/ 489452 w 900114"/>
              <a:gd name="csY32" fmla="*/ 529464 h 859639"/>
              <a:gd name="csX33" fmla="*/ 489452 w 900114"/>
              <a:gd name="csY33" fmla="*/ 753967 h 859639"/>
              <a:gd name="csX34" fmla="*/ 454693 w 900114"/>
              <a:gd name="csY34" fmla="*/ 753967 h 859639"/>
              <a:gd name="csX35" fmla="*/ 347472 w 900114"/>
              <a:gd name="csY35" fmla="*/ 647451 h 859639"/>
              <a:gd name="csX36" fmla="*/ 382232 w 900114"/>
              <a:gd name="csY36" fmla="*/ 647451 h 859639"/>
              <a:gd name="csX37" fmla="*/ 382232 w 900114"/>
              <a:gd name="csY37" fmla="*/ 753967 h 859639"/>
              <a:gd name="csX38" fmla="*/ 347472 w 900114"/>
              <a:gd name="csY38" fmla="*/ 753967 h 859639"/>
              <a:gd name="csX39" fmla="*/ 240253 w 900114"/>
              <a:gd name="csY39" fmla="*/ 581535 h 859639"/>
              <a:gd name="csX40" fmla="*/ 275013 w 900114"/>
              <a:gd name="csY40" fmla="*/ 581535 h 859639"/>
              <a:gd name="csX41" fmla="*/ 275013 w 900114"/>
              <a:gd name="csY41" fmla="*/ 753967 h 859639"/>
              <a:gd name="csX42" fmla="*/ 240253 w 900114"/>
              <a:gd name="csY42" fmla="*/ 753967 h 859639"/>
              <a:gd name="csX43" fmla="*/ 133034 w 900114"/>
              <a:gd name="csY43" fmla="*/ 685239 h 859639"/>
              <a:gd name="csX44" fmla="*/ 167792 w 900114"/>
              <a:gd name="csY44" fmla="*/ 685239 h 859639"/>
              <a:gd name="csX45" fmla="*/ 167792 w 900114"/>
              <a:gd name="csY45" fmla="*/ 753966 h 859639"/>
              <a:gd name="csX46" fmla="*/ 133034 w 900114"/>
              <a:gd name="csY46" fmla="*/ 753966 h 859639"/>
              <a:gd name="csX47" fmla="*/ 364853 w 900114"/>
              <a:gd name="csY47" fmla="*/ 518083 h 859639"/>
              <a:gd name="csX48" fmla="*/ 338519 w 900114"/>
              <a:gd name="csY48" fmla="*/ 527293 h 859639"/>
              <a:gd name="csX49" fmla="*/ 298116 w 900114"/>
              <a:gd name="csY49" fmla="*/ 499637 h 859639"/>
              <a:gd name="csX50" fmla="*/ 300016 w 900114"/>
              <a:gd name="csY50" fmla="*/ 487079 h 859639"/>
              <a:gd name="csX51" fmla="*/ 257634 w 900114"/>
              <a:gd name="csY51" fmla="*/ 444697 h 859639"/>
              <a:gd name="csX52" fmla="*/ 215252 w 900114"/>
              <a:gd name="csY52" fmla="*/ 487079 h 859639"/>
              <a:gd name="csX53" fmla="*/ 219599 w 900114"/>
              <a:gd name="csY53" fmla="*/ 505753 h 859639"/>
              <a:gd name="csX54" fmla="*/ 171293 w 900114"/>
              <a:gd name="csY54" fmla="*/ 551289 h 859639"/>
              <a:gd name="csX55" fmla="*/ 150415 w 900114"/>
              <a:gd name="csY55" fmla="*/ 545766 h 859639"/>
              <a:gd name="csX56" fmla="*/ 108033 w 900114"/>
              <a:gd name="csY56" fmla="*/ 588149 h 859639"/>
              <a:gd name="csX57" fmla="*/ 150415 w 900114"/>
              <a:gd name="csY57" fmla="*/ 630531 h 859639"/>
              <a:gd name="csX58" fmla="*/ 192796 w 900114"/>
              <a:gd name="csY58" fmla="*/ 588149 h 859639"/>
              <a:gd name="csX59" fmla="*/ 188449 w 900114"/>
              <a:gd name="csY59" fmla="*/ 569477 h 859639"/>
              <a:gd name="csX60" fmla="*/ 236756 w 900114"/>
              <a:gd name="csY60" fmla="*/ 523940 h 859639"/>
              <a:gd name="csX61" fmla="*/ 257634 w 900114"/>
              <a:gd name="csY61" fmla="*/ 529461 h 859639"/>
              <a:gd name="csX62" fmla="*/ 283966 w 900114"/>
              <a:gd name="csY62" fmla="*/ 520251 h 859639"/>
              <a:gd name="csX63" fmla="*/ 324369 w 900114"/>
              <a:gd name="csY63" fmla="*/ 547906 h 859639"/>
              <a:gd name="csX64" fmla="*/ 322469 w 900114"/>
              <a:gd name="csY64" fmla="*/ 560465 h 859639"/>
              <a:gd name="csX65" fmla="*/ 364851 w 900114"/>
              <a:gd name="csY65" fmla="*/ 602847 h 859639"/>
              <a:gd name="csX66" fmla="*/ 407233 w 900114"/>
              <a:gd name="csY66" fmla="*/ 560465 h 859639"/>
              <a:gd name="csX67" fmla="*/ 400664 w 900114"/>
              <a:gd name="csY67" fmla="*/ 537842 h 859639"/>
              <a:gd name="csX68" fmla="*/ 455244 w 900114"/>
              <a:gd name="csY68" fmla="*/ 474059 h 859639"/>
              <a:gd name="csX69" fmla="*/ 472072 w 900114"/>
              <a:gd name="csY69" fmla="*/ 477551 h 859639"/>
              <a:gd name="csX70" fmla="*/ 514454 w 900114"/>
              <a:gd name="csY70" fmla="*/ 435169 h 859639"/>
              <a:gd name="csX71" fmla="*/ 472072 w 900114"/>
              <a:gd name="csY71" fmla="*/ 392787 h 859639"/>
              <a:gd name="csX72" fmla="*/ 429688 w 900114"/>
              <a:gd name="csY72" fmla="*/ 435169 h 859639"/>
              <a:gd name="csX73" fmla="*/ 436258 w 900114"/>
              <a:gd name="csY73" fmla="*/ 457791 h 859639"/>
              <a:gd name="csX74" fmla="*/ 381678 w 900114"/>
              <a:gd name="csY74" fmla="*/ 521572 h 859639"/>
              <a:gd name="csX75" fmla="*/ 364851 w 900114"/>
              <a:gd name="csY75" fmla="*/ 518081 h 859639"/>
              <a:gd name="csX76" fmla="*/ 150415 w 900114"/>
              <a:gd name="csY76" fmla="*/ 605529 h 859639"/>
              <a:gd name="csX77" fmla="*/ 133036 w 900114"/>
              <a:gd name="csY77" fmla="*/ 588150 h 859639"/>
              <a:gd name="csX78" fmla="*/ 150415 w 900114"/>
              <a:gd name="csY78" fmla="*/ 570771 h 859639"/>
              <a:gd name="csX79" fmla="*/ 167792 w 900114"/>
              <a:gd name="csY79" fmla="*/ 588150 h 859639"/>
              <a:gd name="csX80" fmla="*/ 150415 w 900114"/>
              <a:gd name="csY80" fmla="*/ 605529 h 859639"/>
              <a:gd name="csX81" fmla="*/ 257634 w 900114"/>
              <a:gd name="csY81" fmla="*/ 504458 h 859639"/>
              <a:gd name="csX82" fmla="*/ 240255 w 900114"/>
              <a:gd name="csY82" fmla="*/ 487079 h 859639"/>
              <a:gd name="csX83" fmla="*/ 257634 w 900114"/>
              <a:gd name="csY83" fmla="*/ 469700 h 859639"/>
              <a:gd name="csX84" fmla="*/ 275013 w 900114"/>
              <a:gd name="csY84" fmla="*/ 487079 h 859639"/>
              <a:gd name="csX85" fmla="*/ 257634 w 900114"/>
              <a:gd name="csY85" fmla="*/ 504458 h 859639"/>
              <a:gd name="csX86" fmla="*/ 364853 w 900114"/>
              <a:gd name="csY86" fmla="*/ 577845 h 859639"/>
              <a:gd name="csX87" fmla="*/ 347474 w 900114"/>
              <a:gd name="csY87" fmla="*/ 560467 h 859639"/>
              <a:gd name="csX88" fmla="*/ 364853 w 900114"/>
              <a:gd name="csY88" fmla="*/ 543088 h 859639"/>
              <a:gd name="csX89" fmla="*/ 382232 w 900114"/>
              <a:gd name="csY89" fmla="*/ 560467 h 859639"/>
              <a:gd name="csX90" fmla="*/ 364853 w 900114"/>
              <a:gd name="csY90" fmla="*/ 577845 h 859639"/>
              <a:gd name="csX91" fmla="*/ 472073 w 900114"/>
              <a:gd name="csY91" fmla="*/ 417790 h 859639"/>
              <a:gd name="csX92" fmla="*/ 489452 w 900114"/>
              <a:gd name="csY92" fmla="*/ 435169 h 859639"/>
              <a:gd name="csX93" fmla="*/ 472073 w 900114"/>
              <a:gd name="csY93" fmla="*/ 452548 h 859639"/>
              <a:gd name="csX94" fmla="*/ 454693 w 900114"/>
              <a:gd name="csY94" fmla="*/ 435169 h 859639"/>
              <a:gd name="csX95" fmla="*/ 472073 w 900114"/>
              <a:gd name="csY95" fmla="*/ 417790 h 859639"/>
              <a:gd name="csX96" fmla="*/ 207437 w 900114"/>
              <a:gd name="csY96" fmla="*/ 399741 h 859639"/>
              <a:gd name="csX97" fmla="*/ 219938 w 900114"/>
              <a:gd name="csY97" fmla="*/ 387239 h 859639"/>
              <a:gd name="csX98" fmla="*/ 219938 w 900114"/>
              <a:gd name="csY98" fmla="*/ 280308 h 859639"/>
              <a:gd name="csX99" fmla="*/ 312557 w 900114"/>
              <a:gd name="csY99" fmla="*/ 226834 h 859639"/>
              <a:gd name="csX100" fmla="*/ 318383 w 900114"/>
              <a:gd name="csY100" fmla="*/ 219238 h 859639"/>
              <a:gd name="csX101" fmla="*/ 317127 w 900114"/>
              <a:gd name="csY101" fmla="*/ 209748 h 859639"/>
              <a:gd name="csX102" fmla="*/ 207437 w 900114"/>
              <a:gd name="csY102" fmla="*/ 146440 h 859639"/>
              <a:gd name="csX103" fmla="*/ 80787 w 900114"/>
              <a:gd name="csY103" fmla="*/ 273091 h 859639"/>
              <a:gd name="csX104" fmla="*/ 207437 w 900114"/>
              <a:gd name="csY104" fmla="*/ 399743 h 859639"/>
              <a:gd name="csX105" fmla="*/ 288547 w 900114"/>
              <a:gd name="csY105" fmla="*/ 211826 h 859639"/>
              <a:gd name="csX106" fmla="*/ 219938 w 900114"/>
              <a:gd name="csY106" fmla="*/ 251439 h 859639"/>
              <a:gd name="csX107" fmla="*/ 219938 w 900114"/>
              <a:gd name="csY107" fmla="*/ 172238 h 859639"/>
              <a:gd name="csX108" fmla="*/ 288547 w 900114"/>
              <a:gd name="csY108" fmla="*/ 211826 h 859639"/>
              <a:gd name="csX109" fmla="*/ 194935 w 900114"/>
              <a:gd name="csY109" fmla="*/ 172239 h 859639"/>
              <a:gd name="csX110" fmla="*/ 194935 w 900114"/>
              <a:gd name="csY110" fmla="*/ 373974 h 859639"/>
              <a:gd name="csX111" fmla="*/ 105790 w 900114"/>
              <a:gd name="csY111" fmla="*/ 273091 h 859639"/>
              <a:gd name="csX112" fmla="*/ 194935 w 900114"/>
              <a:gd name="csY112" fmla="*/ 172239 h 859639"/>
              <a:gd name="csX113" fmla="*/ 333751 w 900114"/>
              <a:gd name="csY113" fmla="*/ 233506 h 859639"/>
              <a:gd name="csX114" fmla="*/ 323589 w 900114"/>
              <a:gd name="csY114" fmla="*/ 234553 h 859639"/>
              <a:gd name="csX115" fmla="*/ 236356 w 900114"/>
              <a:gd name="csY115" fmla="*/ 284916 h 859639"/>
              <a:gd name="csX116" fmla="*/ 230106 w 900114"/>
              <a:gd name="csY116" fmla="*/ 295742 h 859639"/>
              <a:gd name="csX117" fmla="*/ 230106 w 900114"/>
              <a:gd name="csY117" fmla="*/ 396451 h 859639"/>
              <a:gd name="csX118" fmla="*/ 234278 w 900114"/>
              <a:gd name="csY118" fmla="*/ 405774 h 859639"/>
              <a:gd name="csX119" fmla="*/ 242607 w 900114"/>
              <a:gd name="csY119" fmla="*/ 408953 h 859639"/>
              <a:gd name="csX120" fmla="*/ 244009 w 900114"/>
              <a:gd name="csY120" fmla="*/ 408874 h 859639"/>
              <a:gd name="csX121" fmla="*/ 351317 w 900114"/>
              <a:gd name="csY121" fmla="*/ 288641 h 859639"/>
              <a:gd name="csX122" fmla="*/ 341302 w 900114"/>
              <a:gd name="csY122" fmla="*/ 240389 h 859639"/>
              <a:gd name="csX123" fmla="*/ 333751 w 900114"/>
              <a:gd name="csY123" fmla="*/ 233506 h 859639"/>
              <a:gd name="csX124" fmla="*/ 255109 w 900114"/>
              <a:gd name="csY124" fmla="*/ 381421 h 859639"/>
              <a:gd name="csX125" fmla="*/ 255109 w 900114"/>
              <a:gd name="csY125" fmla="*/ 302961 h 859639"/>
              <a:gd name="csX126" fmla="*/ 323055 w 900114"/>
              <a:gd name="csY126" fmla="*/ 263731 h 859639"/>
              <a:gd name="csX127" fmla="*/ 326314 w 900114"/>
              <a:gd name="csY127" fmla="*/ 288641 h 859639"/>
              <a:gd name="csX128" fmla="*/ 255109 w 900114"/>
              <a:gd name="csY128" fmla="*/ 381421 h 859639"/>
              <a:gd name="csX129" fmla="*/ 541700 w 900114"/>
              <a:gd name="csY129" fmla="*/ 279560 h 859639"/>
              <a:gd name="csX130" fmla="*/ 529198 w 900114"/>
              <a:gd name="csY130" fmla="*/ 292062 h 859639"/>
              <a:gd name="csX131" fmla="*/ 391226 w 900114"/>
              <a:gd name="csY131" fmla="*/ 292062 h 859639"/>
              <a:gd name="csX132" fmla="*/ 378724 w 900114"/>
              <a:gd name="csY132" fmla="*/ 279560 h 859639"/>
              <a:gd name="csX133" fmla="*/ 391226 w 900114"/>
              <a:gd name="csY133" fmla="*/ 267058 h 859639"/>
              <a:gd name="csX134" fmla="*/ 529198 w 900114"/>
              <a:gd name="csY134" fmla="*/ 267058 h 859639"/>
              <a:gd name="csX135" fmla="*/ 541700 w 900114"/>
              <a:gd name="csY135" fmla="*/ 279560 h 859639"/>
              <a:gd name="csX136" fmla="*/ 541700 w 900114"/>
              <a:gd name="csY136" fmla="*/ 167141 h 859639"/>
              <a:gd name="csX137" fmla="*/ 529198 w 900114"/>
              <a:gd name="csY137" fmla="*/ 179642 h 859639"/>
              <a:gd name="csX138" fmla="*/ 340978 w 900114"/>
              <a:gd name="csY138" fmla="*/ 179642 h 859639"/>
              <a:gd name="csX139" fmla="*/ 328477 w 900114"/>
              <a:gd name="csY139" fmla="*/ 167141 h 859639"/>
              <a:gd name="csX140" fmla="*/ 340978 w 900114"/>
              <a:gd name="csY140" fmla="*/ 154639 h 859639"/>
              <a:gd name="csX141" fmla="*/ 529198 w 900114"/>
              <a:gd name="csY141" fmla="*/ 154639 h 859639"/>
              <a:gd name="csX142" fmla="*/ 541700 w 900114"/>
              <a:gd name="csY142" fmla="*/ 167141 h 859639"/>
              <a:gd name="csX143" fmla="*/ 541700 w 900114"/>
              <a:gd name="csY143" fmla="*/ 335771 h 859639"/>
              <a:gd name="csX144" fmla="*/ 529198 w 900114"/>
              <a:gd name="csY144" fmla="*/ 348272 h 859639"/>
              <a:gd name="csX145" fmla="*/ 460213 w 900114"/>
              <a:gd name="csY145" fmla="*/ 348272 h 859639"/>
              <a:gd name="csX146" fmla="*/ 447711 w 900114"/>
              <a:gd name="csY146" fmla="*/ 335771 h 859639"/>
              <a:gd name="csX147" fmla="*/ 460213 w 900114"/>
              <a:gd name="csY147" fmla="*/ 323269 h 859639"/>
              <a:gd name="csX148" fmla="*/ 529198 w 900114"/>
              <a:gd name="csY148" fmla="*/ 323269 h 859639"/>
              <a:gd name="csX149" fmla="*/ 541700 w 900114"/>
              <a:gd name="csY149" fmla="*/ 335771 h 859639"/>
              <a:gd name="csX150" fmla="*/ 541700 w 900114"/>
              <a:gd name="csY150" fmla="*/ 223351 h 859639"/>
              <a:gd name="csX151" fmla="*/ 529198 w 900114"/>
              <a:gd name="csY151" fmla="*/ 235853 h 859639"/>
              <a:gd name="csX152" fmla="*/ 391226 w 900114"/>
              <a:gd name="csY152" fmla="*/ 235853 h 859639"/>
              <a:gd name="csX153" fmla="*/ 378724 w 900114"/>
              <a:gd name="csY153" fmla="*/ 223351 h 859639"/>
              <a:gd name="csX154" fmla="*/ 391226 w 900114"/>
              <a:gd name="csY154" fmla="*/ 210850 h 859639"/>
              <a:gd name="csX155" fmla="*/ 529198 w 900114"/>
              <a:gd name="csY155" fmla="*/ 210850 h 859639"/>
              <a:gd name="csX156" fmla="*/ 541700 w 900114"/>
              <a:gd name="csY156" fmla="*/ 223351 h 859639"/>
              <a:gd name="csX157" fmla="*/ 861052 w 900114"/>
              <a:gd name="csY157" fmla="*/ 27337 h 859639"/>
              <a:gd name="csX158" fmla="*/ 777703 w 900114"/>
              <a:gd name="csY158" fmla="*/ 0 h 859639"/>
              <a:gd name="csX159" fmla="*/ 694353 w 900114"/>
              <a:gd name="csY159" fmla="*/ 27337 h 859639"/>
              <a:gd name="csX160" fmla="*/ 692056 w 900114"/>
              <a:gd name="csY160" fmla="*/ 29272 h 859639"/>
              <a:gd name="csX161" fmla="*/ 651456 w 900114"/>
              <a:gd name="csY161" fmla="*/ 0 h 859639"/>
              <a:gd name="csX162" fmla="*/ 383021 w 900114"/>
              <a:gd name="csY162" fmla="*/ 0 h 859639"/>
              <a:gd name="csX163" fmla="*/ 114584 w 900114"/>
              <a:gd name="csY163" fmla="*/ 0 h 859639"/>
              <a:gd name="csX164" fmla="*/ 71777 w 900114"/>
              <a:gd name="csY164" fmla="*/ 42809 h 859639"/>
              <a:gd name="csX165" fmla="*/ 71777 w 900114"/>
              <a:gd name="csY165" fmla="*/ 71779 h 859639"/>
              <a:gd name="csX166" fmla="*/ 42809 w 900114"/>
              <a:gd name="csY166" fmla="*/ 71779 h 859639"/>
              <a:gd name="csX167" fmla="*/ 0 w 900114"/>
              <a:gd name="csY167" fmla="*/ 114586 h 859639"/>
              <a:gd name="csX168" fmla="*/ 0 w 900114"/>
              <a:gd name="csY168" fmla="*/ 816833 h 859639"/>
              <a:gd name="csX169" fmla="*/ 42809 w 900114"/>
              <a:gd name="csY169" fmla="*/ 859640 h 859639"/>
              <a:gd name="csX170" fmla="*/ 579680 w 900114"/>
              <a:gd name="csY170" fmla="*/ 859640 h 859639"/>
              <a:gd name="csX171" fmla="*/ 622487 w 900114"/>
              <a:gd name="csY171" fmla="*/ 816833 h 859639"/>
              <a:gd name="csX172" fmla="*/ 622487 w 900114"/>
              <a:gd name="csY172" fmla="*/ 787863 h 859639"/>
              <a:gd name="csX173" fmla="*/ 651456 w 900114"/>
              <a:gd name="csY173" fmla="*/ 787863 h 859639"/>
              <a:gd name="csX174" fmla="*/ 694265 w 900114"/>
              <a:gd name="csY174" fmla="*/ 745054 h 859639"/>
              <a:gd name="csX175" fmla="*/ 694265 w 900114"/>
              <a:gd name="csY175" fmla="*/ 711553 h 859639"/>
              <a:gd name="csX176" fmla="*/ 777704 w 900114"/>
              <a:gd name="csY176" fmla="*/ 711553 h 859639"/>
              <a:gd name="csX177" fmla="*/ 790206 w 900114"/>
              <a:gd name="csY177" fmla="*/ 699052 h 859639"/>
              <a:gd name="csX178" fmla="*/ 790206 w 900114"/>
              <a:gd name="csY178" fmla="*/ 412893 h 859639"/>
              <a:gd name="csX179" fmla="*/ 777704 w 900114"/>
              <a:gd name="csY179" fmla="*/ 400391 h 859639"/>
              <a:gd name="csX180" fmla="*/ 765203 w 900114"/>
              <a:gd name="csY180" fmla="*/ 412893 h 859639"/>
              <a:gd name="csX181" fmla="*/ 765203 w 900114"/>
              <a:gd name="csY181" fmla="*/ 686552 h 859639"/>
              <a:gd name="csX182" fmla="*/ 694265 w 900114"/>
              <a:gd name="csY182" fmla="*/ 686552 h 859639"/>
              <a:gd name="csX183" fmla="*/ 694265 w 900114"/>
              <a:gd name="csY183" fmla="*/ 207867 h 859639"/>
              <a:gd name="csX184" fmla="*/ 710248 w 900114"/>
              <a:gd name="csY184" fmla="*/ 250690 h 859639"/>
              <a:gd name="csX185" fmla="*/ 710248 w 900114"/>
              <a:gd name="csY185" fmla="*/ 254241 h 859639"/>
              <a:gd name="csX186" fmla="*/ 742093 w 900114"/>
              <a:gd name="csY186" fmla="*/ 286086 h 859639"/>
              <a:gd name="csX187" fmla="*/ 813316 w 900114"/>
              <a:gd name="csY187" fmla="*/ 286086 h 859639"/>
              <a:gd name="csX188" fmla="*/ 845159 w 900114"/>
              <a:gd name="csY188" fmla="*/ 254241 h 859639"/>
              <a:gd name="csX189" fmla="*/ 845159 w 900114"/>
              <a:gd name="csY189" fmla="*/ 250690 h 859639"/>
              <a:gd name="csX190" fmla="*/ 867260 w 900114"/>
              <a:gd name="csY190" fmla="*/ 199221 h 859639"/>
              <a:gd name="csX191" fmla="*/ 900114 w 900114"/>
              <a:gd name="csY191" fmla="*/ 110962 h 859639"/>
              <a:gd name="csX192" fmla="*/ 861054 w 900114"/>
              <a:gd name="csY192" fmla="*/ 27337 h 859639"/>
              <a:gd name="csX193" fmla="*/ 597484 w 900114"/>
              <a:gd name="csY193" fmla="*/ 816833 h 859639"/>
              <a:gd name="csX194" fmla="*/ 579680 w 900114"/>
              <a:gd name="csY194" fmla="*/ 834637 h 859639"/>
              <a:gd name="csX195" fmla="*/ 42809 w 900114"/>
              <a:gd name="csY195" fmla="*/ 834637 h 859639"/>
              <a:gd name="csX196" fmla="*/ 25003 w 900114"/>
              <a:gd name="csY196" fmla="*/ 816833 h 859639"/>
              <a:gd name="csX197" fmla="*/ 25003 w 900114"/>
              <a:gd name="csY197" fmla="*/ 114586 h 859639"/>
              <a:gd name="csX198" fmla="*/ 42809 w 900114"/>
              <a:gd name="csY198" fmla="*/ 96782 h 859639"/>
              <a:gd name="csX199" fmla="*/ 579678 w 900114"/>
              <a:gd name="csY199" fmla="*/ 96782 h 859639"/>
              <a:gd name="csX200" fmla="*/ 597484 w 900114"/>
              <a:gd name="csY200" fmla="*/ 114586 h 859639"/>
              <a:gd name="csX201" fmla="*/ 651456 w 900114"/>
              <a:gd name="csY201" fmla="*/ 762860 h 859639"/>
              <a:gd name="csX202" fmla="*/ 622487 w 900114"/>
              <a:gd name="csY202" fmla="*/ 762860 h 859639"/>
              <a:gd name="csX203" fmla="*/ 622487 w 900114"/>
              <a:gd name="csY203" fmla="*/ 114586 h 859639"/>
              <a:gd name="csX204" fmla="*/ 579678 w 900114"/>
              <a:gd name="csY204" fmla="*/ 71779 h 859639"/>
              <a:gd name="csX205" fmla="*/ 96780 w 900114"/>
              <a:gd name="csY205" fmla="*/ 71779 h 859639"/>
              <a:gd name="csX206" fmla="*/ 96780 w 900114"/>
              <a:gd name="csY206" fmla="*/ 42809 h 859639"/>
              <a:gd name="csX207" fmla="*/ 114584 w 900114"/>
              <a:gd name="csY207" fmla="*/ 25003 h 859639"/>
              <a:gd name="csX208" fmla="*/ 383021 w 900114"/>
              <a:gd name="csY208" fmla="*/ 25003 h 859639"/>
              <a:gd name="csX209" fmla="*/ 651456 w 900114"/>
              <a:gd name="csY209" fmla="*/ 25003 h 859639"/>
              <a:gd name="csX210" fmla="*/ 669260 w 900114"/>
              <a:gd name="csY210" fmla="*/ 42809 h 859639"/>
              <a:gd name="csX211" fmla="*/ 669260 w 900114"/>
              <a:gd name="csY211" fmla="*/ 56278 h 859639"/>
              <a:gd name="csX212" fmla="*/ 655294 w 900114"/>
              <a:gd name="csY212" fmla="*/ 110962 h 859639"/>
              <a:gd name="csX213" fmla="*/ 669260 w 900114"/>
              <a:gd name="csY213" fmla="*/ 169803 h 859639"/>
              <a:gd name="csX214" fmla="*/ 669260 w 900114"/>
              <a:gd name="csY214" fmla="*/ 697000 h 859639"/>
              <a:gd name="csX215" fmla="*/ 669078 w 900114"/>
              <a:gd name="csY215" fmla="*/ 699053 h 859639"/>
              <a:gd name="csX216" fmla="*/ 669262 w 900114"/>
              <a:gd name="csY216" fmla="*/ 701107 h 859639"/>
              <a:gd name="csX217" fmla="*/ 669262 w 900114"/>
              <a:gd name="csY217" fmla="*/ 745054 h 859639"/>
              <a:gd name="csX218" fmla="*/ 651456 w 900114"/>
              <a:gd name="csY218" fmla="*/ 762860 h 859639"/>
              <a:gd name="csX219" fmla="*/ 766444 w 900114"/>
              <a:gd name="csY219" fmla="*/ 160415 h 859639"/>
              <a:gd name="csX220" fmla="*/ 777703 w 900114"/>
              <a:gd name="csY220" fmla="*/ 149156 h 859639"/>
              <a:gd name="csX221" fmla="*/ 788961 w 900114"/>
              <a:gd name="csY221" fmla="*/ 160415 h 859639"/>
              <a:gd name="csX222" fmla="*/ 777703 w 900114"/>
              <a:gd name="csY222" fmla="*/ 171671 h 859639"/>
              <a:gd name="csX223" fmla="*/ 766444 w 900114"/>
              <a:gd name="csY223" fmla="*/ 160415 h 859639"/>
              <a:gd name="csX224" fmla="*/ 846938 w 900114"/>
              <a:gd name="csY224" fmla="*/ 184655 h 859639"/>
              <a:gd name="csX225" fmla="*/ 820154 w 900114"/>
              <a:gd name="csY225" fmla="*/ 250690 h 859639"/>
              <a:gd name="csX226" fmla="*/ 820154 w 900114"/>
              <a:gd name="csY226" fmla="*/ 254241 h 859639"/>
              <a:gd name="csX227" fmla="*/ 813314 w 900114"/>
              <a:gd name="csY227" fmla="*/ 261083 h 859639"/>
              <a:gd name="csX228" fmla="*/ 790204 w 900114"/>
              <a:gd name="csY228" fmla="*/ 261083 h 859639"/>
              <a:gd name="csX229" fmla="*/ 790204 w 900114"/>
              <a:gd name="csY229" fmla="*/ 194408 h 859639"/>
              <a:gd name="csX230" fmla="*/ 813964 w 900114"/>
              <a:gd name="csY230" fmla="*/ 160415 h 859639"/>
              <a:gd name="csX231" fmla="*/ 777703 w 900114"/>
              <a:gd name="csY231" fmla="*/ 124153 h 859639"/>
              <a:gd name="csX232" fmla="*/ 741441 w 900114"/>
              <a:gd name="csY232" fmla="*/ 160415 h 859639"/>
              <a:gd name="csX233" fmla="*/ 765201 w 900114"/>
              <a:gd name="csY233" fmla="*/ 194408 h 859639"/>
              <a:gd name="csX234" fmla="*/ 765201 w 900114"/>
              <a:gd name="csY234" fmla="*/ 261083 h 859639"/>
              <a:gd name="csX235" fmla="*/ 742093 w 900114"/>
              <a:gd name="csY235" fmla="*/ 261083 h 859639"/>
              <a:gd name="csX236" fmla="*/ 735251 w 900114"/>
              <a:gd name="csY236" fmla="*/ 254241 h 859639"/>
              <a:gd name="csX237" fmla="*/ 735251 w 900114"/>
              <a:gd name="csY237" fmla="*/ 250690 h 859639"/>
              <a:gd name="csX238" fmla="*/ 708467 w 900114"/>
              <a:gd name="csY238" fmla="*/ 184653 h 859639"/>
              <a:gd name="csX239" fmla="*/ 680298 w 900114"/>
              <a:gd name="csY239" fmla="*/ 110960 h 859639"/>
              <a:gd name="csX240" fmla="*/ 777704 w 900114"/>
              <a:gd name="csY240" fmla="*/ 25003 h 859639"/>
              <a:gd name="csX241" fmla="*/ 875111 w 900114"/>
              <a:gd name="csY241" fmla="*/ 110960 h 859639"/>
              <a:gd name="csX242" fmla="*/ 846942 w 900114"/>
              <a:gd name="csY242" fmla="*/ 184653 h 859639"/>
              <a:gd name="csX243" fmla="*/ 831047 w 900114"/>
              <a:gd name="csY243" fmla="*/ 343007 h 859639"/>
              <a:gd name="csX244" fmla="*/ 818545 w 900114"/>
              <a:gd name="csY244" fmla="*/ 355509 h 859639"/>
              <a:gd name="csX245" fmla="*/ 790204 w 900114"/>
              <a:gd name="csY245" fmla="*/ 355509 h 859639"/>
              <a:gd name="csX246" fmla="*/ 790204 w 900114"/>
              <a:gd name="csY246" fmla="*/ 361795 h 859639"/>
              <a:gd name="csX247" fmla="*/ 777703 w 900114"/>
              <a:gd name="csY247" fmla="*/ 374297 h 859639"/>
              <a:gd name="csX248" fmla="*/ 765201 w 900114"/>
              <a:gd name="csY248" fmla="*/ 361795 h 859639"/>
              <a:gd name="csX249" fmla="*/ 765201 w 900114"/>
              <a:gd name="csY249" fmla="*/ 355509 h 859639"/>
              <a:gd name="csX250" fmla="*/ 736862 w 900114"/>
              <a:gd name="csY250" fmla="*/ 355509 h 859639"/>
              <a:gd name="csX251" fmla="*/ 724360 w 900114"/>
              <a:gd name="csY251" fmla="*/ 343007 h 859639"/>
              <a:gd name="csX252" fmla="*/ 736862 w 900114"/>
              <a:gd name="csY252" fmla="*/ 330506 h 859639"/>
              <a:gd name="csX253" fmla="*/ 818545 w 900114"/>
              <a:gd name="csY253" fmla="*/ 330506 h 859639"/>
              <a:gd name="csX254" fmla="*/ 831047 w 900114"/>
              <a:gd name="csY254" fmla="*/ 343007 h 859639"/>
              <a:gd name="csX255" fmla="*/ 834433 w 900114"/>
              <a:gd name="csY255" fmla="*/ 308296 h 859639"/>
              <a:gd name="csX256" fmla="*/ 821931 w 900114"/>
              <a:gd name="csY256" fmla="*/ 320797 h 859639"/>
              <a:gd name="csX257" fmla="*/ 733476 w 900114"/>
              <a:gd name="csY257" fmla="*/ 320797 h 859639"/>
              <a:gd name="csX258" fmla="*/ 720974 w 900114"/>
              <a:gd name="csY258" fmla="*/ 308296 h 859639"/>
              <a:gd name="csX259" fmla="*/ 733476 w 900114"/>
              <a:gd name="csY259" fmla="*/ 295794 h 859639"/>
              <a:gd name="csX260" fmla="*/ 821931 w 900114"/>
              <a:gd name="csY260" fmla="*/ 295794 h 859639"/>
              <a:gd name="csX261" fmla="*/ 834433 w 900114"/>
              <a:gd name="csY261" fmla="*/ 308296 h 8596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Lst>
            <a:rect l="l" t="t" r="r" b="b"/>
            <a:pathLst>
              <a:path w="900114" h="859639">
                <a:moveTo>
                  <a:pt x="529197" y="753967"/>
                </a:moveTo>
                <a:lnTo>
                  <a:pt x="514455" y="753967"/>
                </a:lnTo>
                <a:lnTo>
                  <a:pt x="514455" y="516963"/>
                </a:lnTo>
                <a:cubicBezTo>
                  <a:pt x="514455" y="510058"/>
                  <a:pt x="508858" y="504461"/>
                  <a:pt x="501954" y="504461"/>
                </a:cubicBezTo>
                <a:lnTo>
                  <a:pt x="442191" y="504461"/>
                </a:lnTo>
                <a:cubicBezTo>
                  <a:pt x="435287" y="504461"/>
                  <a:pt x="429689" y="510058"/>
                  <a:pt x="429689" y="516963"/>
                </a:cubicBezTo>
                <a:lnTo>
                  <a:pt x="429689" y="753967"/>
                </a:lnTo>
                <a:lnTo>
                  <a:pt x="407235" y="753967"/>
                </a:lnTo>
                <a:lnTo>
                  <a:pt x="407235" y="634949"/>
                </a:lnTo>
                <a:cubicBezTo>
                  <a:pt x="407235" y="628045"/>
                  <a:pt x="401638" y="622447"/>
                  <a:pt x="394733" y="622447"/>
                </a:cubicBezTo>
                <a:lnTo>
                  <a:pt x="334970" y="622447"/>
                </a:lnTo>
                <a:cubicBezTo>
                  <a:pt x="328066" y="622447"/>
                  <a:pt x="322469" y="628045"/>
                  <a:pt x="322469" y="634949"/>
                </a:cubicBezTo>
                <a:lnTo>
                  <a:pt x="322469" y="753967"/>
                </a:lnTo>
                <a:lnTo>
                  <a:pt x="300016" y="753967"/>
                </a:lnTo>
                <a:lnTo>
                  <a:pt x="300016" y="569034"/>
                </a:lnTo>
                <a:cubicBezTo>
                  <a:pt x="300016" y="562129"/>
                  <a:pt x="294419" y="556532"/>
                  <a:pt x="287515" y="556532"/>
                </a:cubicBezTo>
                <a:lnTo>
                  <a:pt x="227752" y="556532"/>
                </a:lnTo>
                <a:cubicBezTo>
                  <a:pt x="220847" y="556532"/>
                  <a:pt x="215250" y="562129"/>
                  <a:pt x="215250" y="569034"/>
                </a:cubicBezTo>
                <a:lnTo>
                  <a:pt x="215250" y="753967"/>
                </a:lnTo>
                <a:lnTo>
                  <a:pt x="192796" y="753967"/>
                </a:lnTo>
                <a:lnTo>
                  <a:pt x="192796" y="672739"/>
                </a:lnTo>
                <a:cubicBezTo>
                  <a:pt x="192796" y="665835"/>
                  <a:pt x="187198" y="660238"/>
                  <a:pt x="180294" y="660238"/>
                </a:cubicBezTo>
                <a:lnTo>
                  <a:pt x="120533" y="660238"/>
                </a:lnTo>
                <a:cubicBezTo>
                  <a:pt x="113628" y="660238"/>
                  <a:pt x="108031" y="665835"/>
                  <a:pt x="108031" y="672739"/>
                </a:cubicBezTo>
                <a:lnTo>
                  <a:pt x="108031" y="753967"/>
                </a:lnTo>
                <a:lnTo>
                  <a:pt x="93288" y="753967"/>
                </a:lnTo>
                <a:cubicBezTo>
                  <a:pt x="86384" y="753967"/>
                  <a:pt x="80787" y="759565"/>
                  <a:pt x="80787" y="766469"/>
                </a:cubicBezTo>
                <a:cubicBezTo>
                  <a:pt x="80787" y="773373"/>
                  <a:pt x="86384" y="778971"/>
                  <a:pt x="93288" y="778971"/>
                </a:cubicBezTo>
                <a:lnTo>
                  <a:pt x="529197" y="778971"/>
                </a:lnTo>
                <a:cubicBezTo>
                  <a:pt x="536101" y="778971"/>
                  <a:pt x="541698" y="773373"/>
                  <a:pt x="541698" y="766469"/>
                </a:cubicBezTo>
                <a:cubicBezTo>
                  <a:pt x="541698" y="759565"/>
                  <a:pt x="536101" y="753967"/>
                  <a:pt x="529197" y="753967"/>
                </a:cubicBezTo>
                <a:close/>
                <a:moveTo>
                  <a:pt x="454693" y="529464"/>
                </a:moveTo>
                <a:lnTo>
                  <a:pt x="489452" y="529464"/>
                </a:lnTo>
                <a:lnTo>
                  <a:pt x="489452" y="753967"/>
                </a:lnTo>
                <a:lnTo>
                  <a:pt x="454693" y="753967"/>
                </a:lnTo>
                <a:close/>
                <a:moveTo>
                  <a:pt x="347472" y="647451"/>
                </a:moveTo>
                <a:lnTo>
                  <a:pt x="382232" y="647451"/>
                </a:lnTo>
                <a:lnTo>
                  <a:pt x="382232" y="753967"/>
                </a:lnTo>
                <a:lnTo>
                  <a:pt x="347472" y="753967"/>
                </a:lnTo>
                <a:close/>
                <a:moveTo>
                  <a:pt x="240253" y="581535"/>
                </a:moveTo>
                <a:lnTo>
                  <a:pt x="275013" y="581535"/>
                </a:lnTo>
                <a:lnTo>
                  <a:pt x="275013" y="753967"/>
                </a:lnTo>
                <a:lnTo>
                  <a:pt x="240253" y="753967"/>
                </a:lnTo>
                <a:close/>
                <a:moveTo>
                  <a:pt x="133034" y="685239"/>
                </a:moveTo>
                <a:lnTo>
                  <a:pt x="167792" y="685239"/>
                </a:lnTo>
                <a:lnTo>
                  <a:pt x="167792" y="753966"/>
                </a:lnTo>
                <a:lnTo>
                  <a:pt x="133034" y="753966"/>
                </a:lnTo>
                <a:close/>
                <a:moveTo>
                  <a:pt x="364853" y="518083"/>
                </a:moveTo>
                <a:cubicBezTo>
                  <a:pt x="354907" y="518083"/>
                  <a:pt x="345758" y="521535"/>
                  <a:pt x="338519" y="527293"/>
                </a:cubicBezTo>
                <a:lnTo>
                  <a:pt x="298116" y="499637"/>
                </a:lnTo>
                <a:cubicBezTo>
                  <a:pt x="299350" y="495667"/>
                  <a:pt x="300016" y="491449"/>
                  <a:pt x="300016" y="487079"/>
                </a:cubicBezTo>
                <a:cubicBezTo>
                  <a:pt x="300016" y="463710"/>
                  <a:pt x="281003" y="444697"/>
                  <a:pt x="257634" y="444697"/>
                </a:cubicBezTo>
                <a:cubicBezTo>
                  <a:pt x="234265" y="444697"/>
                  <a:pt x="215252" y="463710"/>
                  <a:pt x="215252" y="487079"/>
                </a:cubicBezTo>
                <a:cubicBezTo>
                  <a:pt x="215252" y="493778"/>
                  <a:pt x="216820" y="500114"/>
                  <a:pt x="219599" y="505753"/>
                </a:cubicBezTo>
                <a:lnTo>
                  <a:pt x="171293" y="551289"/>
                </a:lnTo>
                <a:cubicBezTo>
                  <a:pt x="165126" y="547781"/>
                  <a:pt x="158004" y="545766"/>
                  <a:pt x="150415" y="545766"/>
                </a:cubicBezTo>
                <a:cubicBezTo>
                  <a:pt x="127044" y="545766"/>
                  <a:pt x="108033" y="564780"/>
                  <a:pt x="108033" y="588149"/>
                </a:cubicBezTo>
                <a:cubicBezTo>
                  <a:pt x="108033" y="611518"/>
                  <a:pt x="127046" y="630531"/>
                  <a:pt x="150415" y="630531"/>
                </a:cubicBezTo>
                <a:cubicBezTo>
                  <a:pt x="173784" y="630531"/>
                  <a:pt x="192796" y="611518"/>
                  <a:pt x="192796" y="588149"/>
                </a:cubicBezTo>
                <a:cubicBezTo>
                  <a:pt x="192796" y="581450"/>
                  <a:pt x="191227" y="575113"/>
                  <a:pt x="188449" y="569477"/>
                </a:cubicBezTo>
                <a:lnTo>
                  <a:pt x="236756" y="523940"/>
                </a:lnTo>
                <a:cubicBezTo>
                  <a:pt x="242923" y="527448"/>
                  <a:pt x="250046" y="529461"/>
                  <a:pt x="257634" y="529461"/>
                </a:cubicBezTo>
                <a:cubicBezTo>
                  <a:pt x="267580" y="529461"/>
                  <a:pt x="276729" y="526009"/>
                  <a:pt x="283966" y="520251"/>
                </a:cubicBezTo>
                <a:lnTo>
                  <a:pt x="324369" y="547906"/>
                </a:lnTo>
                <a:cubicBezTo>
                  <a:pt x="323135" y="551876"/>
                  <a:pt x="322469" y="556095"/>
                  <a:pt x="322469" y="560465"/>
                </a:cubicBezTo>
                <a:cubicBezTo>
                  <a:pt x="322469" y="583836"/>
                  <a:pt x="341482" y="602847"/>
                  <a:pt x="364851" y="602847"/>
                </a:cubicBezTo>
                <a:cubicBezTo>
                  <a:pt x="388220" y="602847"/>
                  <a:pt x="407233" y="583834"/>
                  <a:pt x="407233" y="560465"/>
                </a:cubicBezTo>
                <a:cubicBezTo>
                  <a:pt x="407233" y="552149"/>
                  <a:pt x="404817" y="544393"/>
                  <a:pt x="400664" y="537842"/>
                </a:cubicBezTo>
                <a:lnTo>
                  <a:pt x="455244" y="474059"/>
                </a:lnTo>
                <a:cubicBezTo>
                  <a:pt x="460406" y="476301"/>
                  <a:pt x="466094" y="477551"/>
                  <a:pt x="472072" y="477551"/>
                </a:cubicBezTo>
                <a:cubicBezTo>
                  <a:pt x="495442" y="477551"/>
                  <a:pt x="514454" y="458538"/>
                  <a:pt x="514454" y="435169"/>
                </a:cubicBezTo>
                <a:cubicBezTo>
                  <a:pt x="514454" y="411800"/>
                  <a:pt x="495440" y="392787"/>
                  <a:pt x="472072" y="392787"/>
                </a:cubicBezTo>
                <a:cubicBezTo>
                  <a:pt x="448703" y="392787"/>
                  <a:pt x="429688" y="411800"/>
                  <a:pt x="429688" y="435169"/>
                </a:cubicBezTo>
                <a:cubicBezTo>
                  <a:pt x="429688" y="443484"/>
                  <a:pt x="432104" y="451240"/>
                  <a:pt x="436258" y="457791"/>
                </a:cubicBezTo>
                <a:lnTo>
                  <a:pt x="381678" y="521572"/>
                </a:lnTo>
                <a:cubicBezTo>
                  <a:pt x="376517" y="519331"/>
                  <a:pt x="370829" y="518081"/>
                  <a:pt x="364851" y="518081"/>
                </a:cubicBezTo>
                <a:close/>
                <a:moveTo>
                  <a:pt x="150415" y="605529"/>
                </a:moveTo>
                <a:cubicBezTo>
                  <a:pt x="140832" y="605529"/>
                  <a:pt x="133036" y="597734"/>
                  <a:pt x="133036" y="588150"/>
                </a:cubicBezTo>
                <a:cubicBezTo>
                  <a:pt x="133036" y="578567"/>
                  <a:pt x="140832" y="570771"/>
                  <a:pt x="150415" y="570771"/>
                </a:cubicBezTo>
                <a:cubicBezTo>
                  <a:pt x="159999" y="570771"/>
                  <a:pt x="167792" y="578567"/>
                  <a:pt x="167792" y="588150"/>
                </a:cubicBezTo>
                <a:cubicBezTo>
                  <a:pt x="167792" y="597734"/>
                  <a:pt x="159997" y="605529"/>
                  <a:pt x="150415" y="605529"/>
                </a:cubicBezTo>
                <a:close/>
                <a:moveTo>
                  <a:pt x="257634" y="504458"/>
                </a:moveTo>
                <a:cubicBezTo>
                  <a:pt x="248051" y="504458"/>
                  <a:pt x="240255" y="496662"/>
                  <a:pt x="240255" y="487079"/>
                </a:cubicBezTo>
                <a:cubicBezTo>
                  <a:pt x="240255" y="477495"/>
                  <a:pt x="248051" y="469700"/>
                  <a:pt x="257634" y="469700"/>
                </a:cubicBezTo>
                <a:cubicBezTo>
                  <a:pt x="267217" y="469700"/>
                  <a:pt x="275013" y="477495"/>
                  <a:pt x="275013" y="487079"/>
                </a:cubicBezTo>
                <a:cubicBezTo>
                  <a:pt x="275013" y="496662"/>
                  <a:pt x="267217" y="504458"/>
                  <a:pt x="257634" y="504458"/>
                </a:cubicBezTo>
                <a:close/>
                <a:moveTo>
                  <a:pt x="364853" y="577845"/>
                </a:moveTo>
                <a:cubicBezTo>
                  <a:pt x="355269" y="577845"/>
                  <a:pt x="347474" y="570050"/>
                  <a:pt x="347474" y="560467"/>
                </a:cubicBezTo>
                <a:cubicBezTo>
                  <a:pt x="347474" y="550883"/>
                  <a:pt x="355269" y="543088"/>
                  <a:pt x="364853" y="543088"/>
                </a:cubicBezTo>
                <a:cubicBezTo>
                  <a:pt x="374436" y="543088"/>
                  <a:pt x="382232" y="550883"/>
                  <a:pt x="382232" y="560467"/>
                </a:cubicBezTo>
                <a:cubicBezTo>
                  <a:pt x="382232" y="570050"/>
                  <a:pt x="374436" y="577845"/>
                  <a:pt x="364853" y="577845"/>
                </a:cubicBezTo>
                <a:close/>
                <a:moveTo>
                  <a:pt x="472073" y="417790"/>
                </a:moveTo>
                <a:cubicBezTo>
                  <a:pt x="481657" y="417790"/>
                  <a:pt x="489452" y="425585"/>
                  <a:pt x="489452" y="435169"/>
                </a:cubicBezTo>
                <a:cubicBezTo>
                  <a:pt x="489452" y="444752"/>
                  <a:pt x="481657" y="452548"/>
                  <a:pt x="472073" y="452548"/>
                </a:cubicBezTo>
                <a:cubicBezTo>
                  <a:pt x="462490" y="452548"/>
                  <a:pt x="454693" y="444752"/>
                  <a:pt x="454693" y="435169"/>
                </a:cubicBezTo>
                <a:cubicBezTo>
                  <a:pt x="454693" y="425585"/>
                  <a:pt x="462490" y="417790"/>
                  <a:pt x="472073" y="417790"/>
                </a:cubicBezTo>
                <a:close/>
                <a:moveTo>
                  <a:pt x="207437" y="399741"/>
                </a:moveTo>
                <a:cubicBezTo>
                  <a:pt x="214341" y="399741"/>
                  <a:pt x="219938" y="394144"/>
                  <a:pt x="219938" y="387239"/>
                </a:cubicBezTo>
                <a:lnTo>
                  <a:pt x="219938" y="280308"/>
                </a:lnTo>
                <a:lnTo>
                  <a:pt x="312557" y="226834"/>
                </a:lnTo>
                <a:cubicBezTo>
                  <a:pt x="315429" y="225175"/>
                  <a:pt x="317525" y="222442"/>
                  <a:pt x="318383" y="219238"/>
                </a:cubicBezTo>
                <a:cubicBezTo>
                  <a:pt x="319240" y="216034"/>
                  <a:pt x="318790" y="212619"/>
                  <a:pt x="317127" y="209748"/>
                </a:cubicBezTo>
                <a:cubicBezTo>
                  <a:pt x="294535" y="170698"/>
                  <a:pt x="252503" y="146440"/>
                  <a:pt x="207437" y="146440"/>
                </a:cubicBezTo>
                <a:cubicBezTo>
                  <a:pt x="137601" y="146440"/>
                  <a:pt x="80787" y="203256"/>
                  <a:pt x="80787" y="273091"/>
                </a:cubicBezTo>
                <a:cubicBezTo>
                  <a:pt x="80787" y="342927"/>
                  <a:pt x="137601" y="399743"/>
                  <a:pt x="207437" y="399743"/>
                </a:cubicBezTo>
                <a:close/>
                <a:moveTo>
                  <a:pt x="288547" y="211826"/>
                </a:moveTo>
                <a:lnTo>
                  <a:pt x="219938" y="251439"/>
                </a:lnTo>
                <a:lnTo>
                  <a:pt x="219938" y="172238"/>
                </a:lnTo>
                <a:cubicBezTo>
                  <a:pt x="247124" y="175636"/>
                  <a:pt x="271980" y="189967"/>
                  <a:pt x="288547" y="211826"/>
                </a:cubicBezTo>
                <a:close/>
                <a:moveTo>
                  <a:pt x="194935" y="172239"/>
                </a:moveTo>
                <a:lnTo>
                  <a:pt x="194935" y="373974"/>
                </a:lnTo>
                <a:cubicBezTo>
                  <a:pt x="144763" y="367794"/>
                  <a:pt x="105790" y="324908"/>
                  <a:pt x="105790" y="273091"/>
                </a:cubicBezTo>
                <a:cubicBezTo>
                  <a:pt x="105790" y="221274"/>
                  <a:pt x="144768" y="178424"/>
                  <a:pt x="194935" y="172239"/>
                </a:cubicBezTo>
                <a:close/>
                <a:moveTo>
                  <a:pt x="333751" y="233506"/>
                </a:moveTo>
                <a:cubicBezTo>
                  <a:pt x="330368" y="232392"/>
                  <a:pt x="326673" y="232770"/>
                  <a:pt x="323589" y="234553"/>
                </a:cubicBezTo>
                <a:lnTo>
                  <a:pt x="236356" y="284916"/>
                </a:lnTo>
                <a:cubicBezTo>
                  <a:pt x="232488" y="287148"/>
                  <a:pt x="230106" y="291276"/>
                  <a:pt x="230106" y="295742"/>
                </a:cubicBezTo>
                <a:lnTo>
                  <a:pt x="230106" y="396451"/>
                </a:lnTo>
                <a:cubicBezTo>
                  <a:pt x="230106" y="400011"/>
                  <a:pt x="231624" y="403402"/>
                  <a:pt x="234278" y="405774"/>
                </a:cubicBezTo>
                <a:cubicBezTo>
                  <a:pt x="236581" y="407831"/>
                  <a:pt x="239550" y="408953"/>
                  <a:pt x="242607" y="408953"/>
                </a:cubicBezTo>
                <a:cubicBezTo>
                  <a:pt x="243073" y="408953"/>
                  <a:pt x="243539" y="408926"/>
                  <a:pt x="244009" y="408874"/>
                </a:cubicBezTo>
                <a:cubicBezTo>
                  <a:pt x="305185" y="401970"/>
                  <a:pt x="351317" y="350281"/>
                  <a:pt x="351317" y="288641"/>
                </a:cubicBezTo>
                <a:cubicBezTo>
                  <a:pt x="351317" y="271888"/>
                  <a:pt x="347947" y="255653"/>
                  <a:pt x="341302" y="240389"/>
                </a:cubicBezTo>
                <a:cubicBezTo>
                  <a:pt x="339880" y="237124"/>
                  <a:pt x="337133" y="234620"/>
                  <a:pt x="333751" y="233506"/>
                </a:cubicBezTo>
                <a:close/>
                <a:moveTo>
                  <a:pt x="255109" y="381421"/>
                </a:moveTo>
                <a:lnTo>
                  <a:pt x="255109" y="302961"/>
                </a:lnTo>
                <a:lnTo>
                  <a:pt x="323055" y="263731"/>
                </a:lnTo>
                <a:cubicBezTo>
                  <a:pt x="325223" y="271800"/>
                  <a:pt x="326314" y="280133"/>
                  <a:pt x="326314" y="288641"/>
                </a:cubicBezTo>
                <a:cubicBezTo>
                  <a:pt x="326314" y="332752"/>
                  <a:pt x="296550" y="370437"/>
                  <a:pt x="255109" y="381421"/>
                </a:cubicBezTo>
                <a:close/>
                <a:moveTo>
                  <a:pt x="541700" y="279560"/>
                </a:moveTo>
                <a:cubicBezTo>
                  <a:pt x="541700" y="286464"/>
                  <a:pt x="536103" y="292062"/>
                  <a:pt x="529198" y="292062"/>
                </a:cubicBezTo>
                <a:lnTo>
                  <a:pt x="391226" y="292062"/>
                </a:lnTo>
                <a:cubicBezTo>
                  <a:pt x="384321" y="292062"/>
                  <a:pt x="378724" y="286464"/>
                  <a:pt x="378724" y="279560"/>
                </a:cubicBezTo>
                <a:cubicBezTo>
                  <a:pt x="378724" y="272656"/>
                  <a:pt x="384321" y="267058"/>
                  <a:pt x="391226" y="267058"/>
                </a:cubicBezTo>
                <a:lnTo>
                  <a:pt x="529198" y="267058"/>
                </a:lnTo>
                <a:cubicBezTo>
                  <a:pt x="536103" y="267058"/>
                  <a:pt x="541700" y="272656"/>
                  <a:pt x="541700" y="279560"/>
                </a:cubicBezTo>
                <a:close/>
                <a:moveTo>
                  <a:pt x="541700" y="167141"/>
                </a:moveTo>
                <a:cubicBezTo>
                  <a:pt x="541700" y="174045"/>
                  <a:pt x="536103" y="179642"/>
                  <a:pt x="529198" y="179642"/>
                </a:cubicBezTo>
                <a:lnTo>
                  <a:pt x="340978" y="179642"/>
                </a:lnTo>
                <a:cubicBezTo>
                  <a:pt x="334074" y="179642"/>
                  <a:pt x="328477" y="174045"/>
                  <a:pt x="328477" y="167141"/>
                </a:cubicBezTo>
                <a:cubicBezTo>
                  <a:pt x="328477" y="160236"/>
                  <a:pt x="334074" y="154639"/>
                  <a:pt x="340978" y="154639"/>
                </a:cubicBezTo>
                <a:lnTo>
                  <a:pt x="529198" y="154639"/>
                </a:lnTo>
                <a:cubicBezTo>
                  <a:pt x="536103" y="154639"/>
                  <a:pt x="541700" y="160236"/>
                  <a:pt x="541700" y="167141"/>
                </a:cubicBezTo>
                <a:close/>
                <a:moveTo>
                  <a:pt x="541700" y="335771"/>
                </a:moveTo>
                <a:cubicBezTo>
                  <a:pt x="541700" y="342675"/>
                  <a:pt x="536103" y="348272"/>
                  <a:pt x="529198" y="348272"/>
                </a:cubicBezTo>
                <a:lnTo>
                  <a:pt x="460213" y="348272"/>
                </a:lnTo>
                <a:cubicBezTo>
                  <a:pt x="453308" y="348272"/>
                  <a:pt x="447711" y="342675"/>
                  <a:pt x="447711" y="335771"/>
                </a:cubicBezTo>
                <a:cubicBezTo>
                  <a:pt x="447711" y="328866"/>
                  <a:pt x="453308" y="323269"/>
                  <a:pt x="460213" y="323269"/>
                </a:cubicBezTo>
                <a:lnTo>
                  <a:pt x="529198" y="323269"/>
                </a:lnTo>
                <a:cubicBezTo>
                  <a:pt x="536103" y="323269"/>
                  <a:pt x="541700" y="328866"/>
                  <a:pt x="541700" y="335771"/>
                </a:cubicBezTo>
                <a:close/>
                <a:moveTo>
                  <a:pt x="541700" y="223351"/>
                </a:moveTo>
                <a:cubicBezTo>
                  <a:pt x="541700" y="230256"/>
                  <a:pt x="536103" y="235853"/>
                  <a:pt x="529198" y="235853"/>
                </a:cubicBezTo>
                <a:lnTo>
                  <a:pt x="391226" y="235853"/>
                </a:lnTo>
                <a:cubicBezTo>
                  <a:pt x="384321" y="235853"/>
                  <a:pt x="378724" y="230256"/>
                  <a:pt x="378724" y="223351"/>
                </a:cubicBezTo>
                <a:cubicBezTo>
                  <a:pt x="378724" y="216447"/>
                  <a:pt x="384321" y="210850"/>
                  <a:pt x="391226" y="210850"/>
                </a:cubicBezTo>
                <a:lnTo>
                  <a:pt x="529198" y="210850"/>
                </a:lnTo>
                <a:cubicBezTo>
                  <a:pt x="536103" y="210850"/>
                  <a:pt x="541700" y="216447"/>
                  <a:pt x="541700" y="223351"/>
                </a:cubicBezTo>
                <a:close/>
                <a:moveTo>
                  <a:pt x="861052" y="27337"/>
                </a:moveTo>
                <a:cubicBezTo>
                  <a:pt x="838914" y="9708"/>
                  <a:pt x="809314" y="0"/>
                  <a:pt x="777703" y="0"/>
                </a:cubicBezTo>
                <a:cubicBezTo>
                  <a:pt x="746092" y="0"/>
                  <a:pt x="716491" y="9708"/>
                  <a:pt x="694353" y="27337"/>
                </a:cubicBezTo>
                <a:cubicBezTo>
                  <a:pt x="693563" y="27966"/>
                  <a:pt x="692822" y="28627"/>
                  <a:pt x="692056" y="29272"/>
                </a:cubicBezTo>
                <a:cubicBezTo>
                  <a:pt x="686377" y="12284"/>
                  <a:pt x="670328" y="0"/>
                  <a:pt x="651456" y="0"/>
                </a:cubicBezTo>
                <a:lnTo>
                  <a:pt x="383021" y="0"/>
                </a:lnTo>
                <a:cubicBezTo>
                  <a:pt x="383021" y="0"/>
                  <a:pt x="114584" y="0"/>
                  <a:pt x="114584" y="0"/>
                </a:cubicBezTo>
                <a:cubicBezTo>
                  <a:pt x="90979" y="0"/>
                  <a:pt x="71777" y="19204"/>
                  <a:pt x="71777" y="42809"/>
                </a:cubicBezTo>
                <a:lnTo>
                  <a:pt x="71777" y="71779"/>
                </a:lnTo>
                <a:lnTo>
                  <a:pt x="42809" y="71779"/>
                </a:lnTo>
                <a:cubicBezTo>
                  <a:pt x="19204" y="71779"/>
                  <a:pt x="0" y="90981"/>
                  <a:pt x="0" y="114586"/>
                </a:cubicBezTo>
                <a:lnTo>
                  <a:pt x="0" y="816833"/>
                </a:lnTo>
                <a:cubicBezTo>
                  <a:pt x="0" y="840435"/>
                  <a:pt x="19204" y="859640"/>
                  <a:pt x="42809" y="859640"/>
                </a:cubicBezTo>
                <a:lnTo>
                  <a:pt x="579680" y="859640"/>
                </a:lnTo>
                <a:cubicBezTo>
                  <a:pt x="603284" y="859640"/>
                  <a:pt x="622487" y="840435"/>
                  <a:pt x="622487" y="816833"/>
                </a:cubicBezTo>
                <a:lnTo>
                  <a:pt x="622487" y="787863"/>
                </a:lnTo>
                <a:lnTo>
                  <a:pt x="651456" y="787863"/>
                </a:lnTo>
                <a:cubicBezTo>
                  <a:pt x="675061" y="787863"/>
                  <a:pt x="694265" y="768659"/>
                  <a:pt x="694265" y="745054"/>
                </a:cubicBezTo>
                <a:lnTo>
                  <a:pt x="694265" y="711553"/>
                </a:lnTo>
                <a:lnTo>
                  <a:pt x="777704" y="711553"/>
                </a:lnTo>
                <a:cubicBezTo>
                  <a:pt x="784609" y="711553"/>
                  <a:pt x="790206" y="705956"/>
                  <a:pt x="790206" y="699052"/>
                </a:cubicBezTo>
                <a:lnTo>
                  <a:pt x="790206" y="412893"/>
                </a:lnTo>
                <a:cubicBezTo>
                  <a:pt x="790206" y="405988"/>
                  <a:pt x="784609" y="400391"/>
                  <a:pt x="777704" y="400391"/>
                </a:cubicBezTo>
                <a:cubicBezTo>
                  <a:pt x="770800" y="400391"/>
                  <a:pt x="765203" y="405988"/>
                  <a:pt x="765203" y="412893"/>
                </a:cubicBezTo>
                <a:lnTo>
                  <a:pt x="765203" y="686552"/>
                </a:lnTo>
                <a:lnTo>
                  <a:pt x="694265" y="686552"/>
                </a:lnTo>
                <a:lnTo>
                  <a:pt x="694265" y="207867"/>
                </a:lnTo>
                <a:cubicBezTo>
                  <a:pt x="703563" y="221349"/>
                  <a:pt x="710248" y="233615"/>
                  <a:pt x="710248" y="250690"/>
                </a:cubicBezTo>
                <a:lnTo>
                  <a:pt x="710248" y="254241"/>
                </a:lnTo>
                <a:cubicBezTo>
                  <a:pt x="710248" y="271800"/>
                  <a:pt x="724533" y="286086"/>
                  <a:pt x="742093" y="286086"/>
                </a:cubicBezTo>
                <a:lnTo>
                  <a:pt x="813316" y="286086"/>
                </a:lnTo>
                <a:cubicBezTo>
                  <a:pt x="830873" y="286086"/>
                  <a:pt x="845159" y="271800"/>
                  <a:pt x="845159" y="254241"/>
                </a:cubicBezTo>
                <a:lnTo>
                  <a:pt x="845159" y="250690"/>
                </a:lnTo>
                <a:cubicBezTo>
                  <a:pt x="845159" y="230056"/>
                  <a:pt x="854912" y="216448"/>
                  <a:pt x="867260" y="199221"/>
                </a:cubicBezTo>
                <a:cubicBezTo>
                  <a:pt x="882659" y="177738"/>
                  <a:pt x="900114" y="153389"/>
                  <a:pt x="900114" y="110962"/>
                </a:cubicBezTo>
                <a:cubicBezTo>
                  <a:pt x="900114" y="76602"/>
                  <a:pt x="886607" y="47686"/>
                  <a:pt x="861054" y="27337"/>
                </a:cubicBezTo>
                <a:close/>
                <a:moveTo>
                  <a:pt x="597484" y="816833"/>
                </a:moveTo>
                <a:cubicBezTo>
                  <a:pt x="597484" y="826650"/>
                  <a:pt x="589497" y="834637"/>
                  <a:pt x="579680" y="834637"/>
                </a:cubicBezTo>
                <a:lnTo>
                  <a:pt x="42809" y="834637"/>
                </a:lnTo>
                <a:cubicBezTo>
                  <a:pt x="32992" y="834637"/>
                  <a:pt x="25003" y="826650"/>
                  <a:pt x="25003" y="816833"/>
                </a:cubicBezTo>
                <a:lnTo>
                  <a:pt x="25003" y="114586"/>
                </a:lnTo>
                <a:cubicBezTo>
                  <a:pt x="25003" y="104768"/>
                  <a:pt x="32992" y="96782"/>
                  <a:pt x="42809" y="96782"/>
                </a:cubicBezTo>
                <a:lnTo>
                  <a:pt x="579678" y="96782"/>
                </a:lnTo>
                <a:cubicBezTo>
                  <a:pt x="589495" y="96782"/>
                  <a:pt x="597484" y="104768"/>
                  <a:pt x="597484" y="114586"/>
                </a:cubicBezTo>
                <a:close/>
                <a:moveTo>
                  <a:pt x="651456" y="762860"/>
                </a:moveTo>
                <a:lnTo>
                  <a:pt x="622487" y="762860"/>
                </a:lnTo>
                <a:lnTo>
                  <a:pt x="622487" y="114586"/>
                </a:lnTo>
                <a:cubicBezTo>
                  <a:pt x="622487" y="90981"/>
                  <a:pt x="603283" y="71779"/>
                  <a:pt x="579678" y="71779"/>
                </a:cubicBezTo>
                <a:lnTo>
                  <a:pt x="96780" y="71779"/>
                </a:lnTo>
                <a:lnTo>
                  <a:pt x="96780" y="42809"/>
                </a:lnTo>
                <a:cubicBezTo>
                  <a:pt x="96780" y="32990"/>
                  <a:pt x="104767" y="25003"/>
                  <a:pt x="114584" y="25003"/>
                </a:cubicBezTo>
                <a:lnTo>
                  <a:pt x="383021" y="25003"/>
                </a:lnTo>
                <a:cubicBezTo>
                  <a:pt x="383021" y="25003"/>
                  <a:pt x="651456" y="25003"/>
                  <a:pt x="651456" y="25003"/>
                </a:cubicBezTo>
                <a:cubicBezTo>
                  <a:pt x="661274" y="25003"/>
                  <a:pt x="669260" y="32990"/>
                  <a:pt x="669260" y="42809"/>
                </a:cubicBezTo>
                <a:lnTo>
                  <a:pt x="669260" y="56278"/>
                </a:lnTo>
                <a:cubicBezTo>
                  <a:pt x="660075" y="72168"/>
                  <a:pt x="655294" y="90599"/>
                  <a:pt x="655294" y="110962"/>
                </a:cubicBezTo>
                <a:cubicBezTo>
                  <a:pt x="655294" y="135729"/>
                  <a:pt x="661247" y="154330"/>
                  <a:pt x="669260" y="169803"/>
                </a:cubicBezTo>
                <a:lnTo>
                  <a:pt x="669260" y="697000"/>
                </a:lnTo>
                <a:cubicBezTo>
                  <a:pt x="669152" y="697669"/>
                  <a:pt x="669078" y="698353"/>
                  <a:pt x="669078" y="699053"/>
                </a:cubicBezTo>
                <a:cubicBezTo>
                  <a:pt x="669078" y="699754"/>
                  <a:pt x="669150" y="700438"/>
                  <a:pt x="669262" y="701107"/>
                </a:cubicBezTo>
                <a:lnTo>
                  <a:pt x="669262" y="745054"/>
                </a:lnTo>
                <a:cubicBezTo>
                  <a:pt x="669262" y="754871"/>
                  <a:pt x="661274" y="762860"/>
                  <a:pt x="651456" y="762860"/>
                </a:cubicBezTo>
                <a:close/>
                <a:moveTo>
                  <a:pt x="766444" y="160415"/>
                </a:moveTo>
                <a:cubicBezTo>
                  <a:pt x="766444" y="154207"/>
                  <a:pt x="771495" y="149156"/>
                  <a:pt x="777703" y="149156"/>
                </a:cubicBezTo>
                <a:cubicBezTo>
                  <a:pt x="783911" y="149156"/>
                  <a:pt x="788961" y="154207"/>
                  <a:pt x="788961" y="160415"/>
                </a:cubicBezTo>
                <a:cubicBezTo>
                  <a:pt x="788961" y="166623"/>
                  <a:pt x="783911" y="171671"/>
                  <a:pt x="777703" y="171671"/>
                </a:cubicBezTo>
                <a:cubicBezTo>
                  <a:pt x="771495" y="171671"/>
                  <a:pt x="766444" y="166621"/>
                  <a:pt x="766444" y="160415"/>
                </a:cubicBezTo>
                <a:close/>
                <a:moveTo>
                  <a:pt x="846938" y="184655"/>
                </a:moveTo>
                <a:cubicBezTo>
                  <a:pt x="833770" y="203025"/>
                  <a:pt x="820154" y="222019"/>
                  <a:pt x="820154" y="250690"/>
                </a:cubicBezTo>
                <a:lnTo>
                  <a:pt x="820154" y="254241"/>
                </a:lnTo>
                <a:cubicBezTo>
                  <a:pt x="820154" y="257950"/>
                  <a:pt x="817022" y="261083"/>
                  <a:pt x="813314" y="261083"/>
                </a:cubicBezTo>
                <a:lnTo>
                  <a:pt x="790204" y="261083"/>
                </a:lnTo>
                <a:lnTo>
                  <a:pt x="790204" y="194408"/>
                </a:lnTo>
                <a:cubicBezTo>
                  <a:pt x="804047" y="189299"/>
                  <a:pt x="813964" y="176011"/>
                  <a:pt x="813964" y="160415"/>
                </a:cubicBezTo>
                <a:cubicBezTo>
                  <a:pt x="813964" y="140421"/>
                  <a:pt x="797698" y="124153"/>
                  <a:pt x="777703" y="124153"/>
                </a:cubicBezTo>
                <a:cubicBezTo>
                  <a:pt x="757707" y="124153"/>
                  <a:pt x="741441" y="140419"/>
                  <a:pt x="741441" y="160415"/>
                </a:cubicBezTo>
                <a:cubicBezTo>
                  <a:pt x="741441" y="176011"/>
                  <a:pt x="751356" y="189299"/>
                  <a:pt x="765201" y="194408"/>
                </a:cubicBezTo>
                <a:lnTo>
                  <a:pt x="765201" y="261083"/>
                </a:lnTo>
                <a:lnTo>
                  <a:pt x="742093" y="261083"/>
                </a:lnTo>
                <a:cubicBezTo>
                  <a:pt x="738383" y="261083"/>
                  <a:pt x="735251" y="257950"/>
                  <a:pt x="735251" y="254241"/>
                </a:cubicBezTo>
                <a:lnTo>
                  <a:pt x="735251" y="250690"/>
                </a:lnTo>
                <a:cubicBezTo>
                  <a:pt x="735251" y="222019"/>
                  <a:pt x="721635" y="203024"/>
                  <a:pt x="708467" y="184653"/>
                </a:cubicBezTo>
                <a:cubicBezTo>
                  <a:pt x="693981" y="164442"/>
                  <a:pt x="680298" y="145352"/>
                  <a:pt x="680298" y="110960"/>
                </a:cubicBezTo>
                <a:cubicBezTo>
                  <a:pt x="680298" y="51901"/>
                  <a:pt x="730790" y="25003"/>
                  <a:pt x="777704" y="25003"/>
                </a:cubicBezTo>
                <a:cubicBezTo>
                  <a:pt x="824619" y="25003"/>
                  <a:pt x="875111" y="51903"/>
                  <a:pt x="875111" y="110960"/>
                </a:cubicBezTo>
                <a:cubicBezTo>
                  <a:pt x="875111" y="145352"/>
                  <a:pt x="861427" y="164442"/>
                  <a:pt x="846942" y="184653"/>
                </a:cubicBezTo>
                <a:close/>
                <a:moveTo>
                  <a:pt x="831047" y="343007"/>
                </a:moveTo>
                <a:cubicBezTo>
                  <a:pt x="831047" y="349912"/>
                  <a:pt x="825450" y="355509"/>
                  <a:pt x="818545" y="355509"/>
                </a:cubicBezTo>
                <a:lnTo>
                  <a:pt x="790204" y="355509"/>
                </a:lnTo>
                <a:lnTo>
                  <a:pt x="790204" y="361795"/>
                </a:lnTo>
                <a:cubicBezTo>
                  <a:pt x="790204" y="368700"/>
                  <a:pt x="784607" y="374297"/>
                  <a:pt x="777703" y="374297"/>
                </a:cubicBezTo>
                <a:cubicBezTo>
                  <a:pt x="770798" y="374297"/>
                  <a:pt x="765201" y="368700"/>
                  <a:pt x="765201" y="361795"/>
                </a:cubicBezTo>
                <a:lnTo>
                  <a:pt x="765201" y="355509"/>
                </a:lnTo>
                <a:lnTo>
                  <a:pt x="736862" y="355509"/>
                </a:lnTo>
                <a:cubicBezTo>
                  <a:pt x="729957" y="355509"/>
                  <a:pt x="724360" y="349912"/>
                  <a:pt x="724360" y="343007"/>
                </a:cubicBezTo>
                <a:cubicBezTo>
                  <a:pt x="724360" y="336103"/>
                  <a:pt x="729957" y="330506"/>
                  <a:pt x="736862" y="330506"/>
                </a:cubicBezTo>
                <a:lnTo>
                  <a:pt x="818545" y="330506"/>
                </a:lnTo>
                <a:cubicBezTo>
                  <a:pt x="825450" y="330506"/>
                  <a:pt x="831047" y="336103"/>
                  <a:pt x="831047" y="343007"/>
                </a:cubicBezTo>
                <a:close/>
                <a:moveTo>
                  <a:pt x="834433" y="308296"/>
                </a:moveTo>
                <a:cubicBezTo>
                  <a:pt x="834433" y="315200"/>
                  <a:pt x="828836" y="320797"/>
                  <a:pt x="821931" y="320797"/>
                </a:cubicBezTo>
                <a:lnTo>
                  <a:pt x="733476" y="320797"/>
                </a:lnTo>
                <a:cubicBezTo>
                  <a:pt x="726571" y="320797"/>
                  <a:pt x="720974" y="315200"/>
                  <a:pt x="720974" y="308296"/>
                </a:cubicBezTo>
                <a:cubicBezTo>
                  <a:pt x="720974" y="301391"/>
                  <a:pt x="726571" y="295794"/>
                  <a:pt x="733476" y="295794"/>
                </a:cubicBezTo>
                <a:lnTo>
                  <a:pt x="821931" y="295794"/>
                </a:lnTo>
                <a:cubicBezTo>
                  <a:pt x="828836" y="295794"/>
                  <a:pt x="834433" y="301391"/>
                  <a:pt x="834433" y="308296"/>
                </a:cubicBezTo>
                <a:close/>
              </a:path>
            </a:pathLst>
          </a:custGeom>
          <a:solidFill>
            <a:schemeClr val="bg1"/>
          </a:solidFill>
          <a:ln w="1786" cap="flat">
            <a:noFill/>
            <a:prstDash val="solid"/>
            <a:miter/>
          </a:ln>
        </p:spPr>
        <p:txBody>
          <a:bodyPr/>
          <a:lstStyle/>
          <a:p>
            <a:endParaRPr lang="en-GB"/>
          </a:p>
        </p:txBody>
      </p:sp>
      <p:sp>
        <p:nvSpPr>
          <p:cNvPr id="62" name="Graphic 18">
            <a:extLst>
              <a:ext uri="{FF2B5EF4-FFF2-40B4-BE49-F238E27FC236}">
                <a16:creationId xmlns:a16="http://schemas.microsoft.com/office/drawing/2014/main" id="{FF6FFCB2-F302-C531-670E-E7C7AE25A700}"/>
              </a:ext>
            </a:extLst>
          </p:cNvPr>
          <p:cNvSpPr>
            <a:spLocks noChangeAspect="1"/>
          </p:cNvSpPr>
          <p:nvPr/>
        </p:nvSpPr>
        <p:spPr>
          <a:xfrm>
            <a:off x="10370793" y="4195192"/>
            <a:ext cx="509904" cy="480913"/>
          </a:xfrm>
          <a:custGeom>
            <a:avLst/>
            <a:gdLst>
              <a:gd name="csX0" fmla="*/ 870956 w 910843"/>
              <a:gd name="csY0" fmla="*/ 0 h 859057"/>
              <a:gd name="csX1" fmla="*/ 365797 w 910843"/>
              <a:gd name="csY1" fmla="*/ 0 h 859057"/>
              <a:gd name="csX2" fmla="*/ 325910 w 910843"/>
              <a:gd name="csY2" fmla="*/ 39887 h 859057"/>
              <a:gd name="csX3" fmla="*/ 325910 w 910843"/>
              <a:gd name="csY3" fmla="*/ 419631 h 859057"/>
              <a:gd name="csX4" fmla="*/ 310574 w 910843"/>
              <a:gd name="csY4" fmla="*/ 407154 h 859057"/>
              <a:gd name="csX5" fmla="*/ 308009 w 910843"/>
              <a:gd name="csY5" fmla="*/ 393012 h 859057"/>
              <a:gd name="csX6" fmla="*/ 297681 w 910843"/>
              <a:gd name="csY6" fmla="*/ 375122 h 859057"/>
              <a:gd name="csX7" fmla="*/ 268547 w 910843"/>
              <a:gd name="csY7" fmla="*/ 367317 h 859057"/>
              <a:gd name="csX8" fmla="*/ 156606 w 910843"/>
              <a:gd name="csY8" fmla="*/ 431947 h 859057"/>
              <a:gd name="csX9" fmla="*/ 148800 w 910843"/>
              <a:gd name="csY9" fmla="*/ 461081 h 859057"/>
              <a:gd name="csX10" fmla="*/ 159128 w 910843"/>
              <a:gd name="csY10" fmla="*/ 478971 h 859057"/>
              <a:gd name="csX11" fmla="*/ 170090 w 910843"/>
              <a:gd name="csY11" fmla="*/ 488229 h 859057"/>
              <a:gd name="csX12" fmla="*/ 177568 w 910843"/>
              <a:gd name="csY12" fmla="*/ 524073 h 859057"/>
              <a:gd name="csX13" fmla="*/ 23117 w 910843"/>
              <a:gd name="csY13" fmla="*/ 613245 h 859057"/>
              <a:gd name="csX14" fmla="*/ 6188 w 910843"/>
              <a:gd name="csY14" fmla="*/ 676427 h 859057"/>
              <a:gd name="csX15" fmla="*/ 46321 w 910843"/>
              <a:gd name="csY15" fmla="*/ 699545 h 859057"/>
              <a:gd name="csX16" fmla="*/ 69371 w 910843"/>
              <a:gd name="csY16" fmla="*/ 693358 h 859057"/>
              <a:gd name="csX17" fmla="*/ 223297 w 910843"/>
              <a:gd name="csY17" fmla="*/ 604488 h 859057"/>
              <a:gd name="csX18" fmla="*/ 252440 w 910843"/>
              <a:gd name="csY18" fmla="*/ 630888 h 859057"/>
              <a:gd name="csX19" fmla="*/ 255004 w 910843"/>
              <a:gd name="csY19" fmla="*/ 645031 h 859057"/>
              <a:gd name="csX20" fmla="*/ 265333 w 910843"/>
              <a:gd name="csY20" fmla="*/ 662919 h 859057"/>
              <a:gd name="csX21" fmla="*/ 278286 w 910843"/>
              <a:gd name="csY21" fmla="*/ 672848 h 859057"/>
              <a:gd name="csX22" fmla="*/ 283853 w 910843"/>
              <a:gd name="csY22" fmla="*/ 673586 h 859057"/>
              <a:gd name="csX23" fmla="*/ 294468 w 910843"/>
              <a:gd name="csY23" fmla="*/ 670725 h 859057"/>
              <a:gd name="csX24" fmla="*/ 325912 w 910843"/>
              <a:gd name="csY24" fmla="*/ 652571 h 859057"/>
              <a:gd name="csX25" fmla="*/ 325912 w 910843"/>
              <a:gd name="csY25" fmla="*/ 697491 h 859057"/>
              <a:gd name="csX26" fmla="*/ 225679 w 910843"/>
              <a:gd name="csY26" fmla="*/ 697491 h 859057"/>
              <a:gd name="csX27" fmla="*/ 183540 w 910843"/>
              <a:gd name="csY27" fmla="*/ 739630 h 859057"/>
              <a:gd name="csX28" fmla="*/ 183540 w 910843"/>
              <a:gd name="csY28" fmla="*/ 759731 h 859057"/>
              <a:gd name="csX29" fmla="*/ 172226 w 910843"/>
              <a:gd name="csY29" fmla="*/ 759731 h 859057"/>
              <a:gd name="csX30" fmla="*/ 144014 w 910843"/>
              <a:gd name="csY30" fmla="*/ 787943 h 859057"/>
              <a:gd name="csX31" fmla="*/ 144014 w 910843"/>
              <a:gd name="csY31" fmla="*/ 830845 h 859057"/>
              <a:gd name="csX32" fmla="*/ 172226 w 910843"/>
              <a:gd name="csY32" fmla="*/ 859057 h 859057"/>
              <a:gd name="csX33" fmla="*/ 417855 w 910843"/>
              <a:gd name="csY33" fmla="*/ 859057 h 859057"/>
              <a:gd name="csX34" fmla="*/ 438074 w 910843"/>
              <a:gd name="csY34" fmla="*/ 850480 h 859057"/>
              <a:gd name="csX35" fmla="*/ 870956 w 910843"/>
              <a:gd name="csY35" fmla="*/ 850480 h 859057"/>
              <a:gd name="csX36" fmla="*/ 910844 w 910843"/>
              <a:gd name="csY36" fmla="*/ 810592 h 859057"/>
              <a:gd name="csX37" fmla="*/ 910844 w 910843"/>
              <a:gd name="csY37" fmla="*/ 39887 h 859057"/>
              <a:gd name="csX38" fmla="*/ 870956 w 910843"/>
              <a:gd name="csY38" fmla="*/ 0 h 859057"/>
              <a:gd name="csX39" fmla="*/ 276559 w 910843"/>
              <a:gd name="csY39" fmla="*/ 395685 h 859057"/>
              <a:gd name="csX40" fmla="*/ 279641 w 910843"/>
              <a:gd name="csY40" fmla="*/ 401022 h 859057"/>
              <a:gd name="csX41" fmla="*/ 180252 w 910843"/>
              <a:gd name="csY41" fmla="*/ 458404 h 859057"/>
              <a:gd name="csX42" fmla="*/ 177171 w 910843"/>
              <a:gd name="csY42" fmla="*/ 453067 h 859057"/>
              <a:gd name="csX43" fmla="*/ 55083 w 910843"/>
              <a:gd name="csY43" fmla="*/ 668609 h 859057"/>
              <a:gd name="csX44" fmla="*/ 30935 w 910843"/>
              <a:gd name="csY44" fmla="*/ 662138 h 859057"/>
              <a:gd name="csX45" fmla="*/ 37406 w 910843"/>
              <a:gd name="csY45" fmla="*/ 637989 h 859057"/>
              <a:gd name="csX46" fmla="*/ 188039 w 910843"/>
              <a:gd name="csY46" fmla="*/ 551021 h 859057"/>
              <a:gd name="csX47" fmla="*/ 196840 w 910843"/>
              <a:gd name="csY47" fmla="*/ 567903 h 859057"/>
              <a:gd name="csX48" fmla="*/ 205545 w 910843"/>
              <a:gd name="csY48" fmla="*/ 581739 h 859057"/>
              <a:gd name="csX49" fmla="*/ 221586 w 910843"/>
              <a:gd name="csY49" fmla="*/ 553614 h 859057"/>
              <a:gd name="csX50" fmla="*/ 198142 w 910843"/>
              <a:gd name="csY50" fmla="*/ 481071 h 859057"/>
              <a:gd name="csX51" fmla="*/ 290327 w 910843"/>
              <a:gd name="csY51" fmla="*/ 427848 h 859057"/>
              <a:gd name="csX52" fmla="*/ 341428 w 910843"/>
              <a:gd name="csY52" fmla="*/ 484423 h 859057"/>
              <a:gd name="csX53" fmla="*/ 364872 w 910843"/>
              <a:gd name="csY53" fmla="*/ 556968 h 859057"/>
              <a:gd name="csX54" fmla="*/ 272687 w 910843"/>
              <a:gd name="csY54" fmla="*/ 610191 h 859057"/>
              <a:gd name="csX55" fmla="*/ 221586 w 910843"/>
              <a:gd name="csY55" fmla="*/ 553614 h 859057"/>
              <a:gd name="csX56" fmla="*/ 286455 w 910843"/>
              <a:gd name="csY56" fmla="*/ 642354 h 859057"/>
              <a:gd name="csX57" fmla="*/ 283374 w 910843"/>
              <a:gd name="csY57" fmla="*/ 637017 h 859057"/>
              <a:gd name="csX58" fmla="*/ 382761 w 910843"/>
              <a:gd name="csY58" fmla="*/ 579635 h 859057"/>
              <a:gd name="csX59" fmla="*/ 385842 w 910843"/>
              <a:gd name="csY59" fmla="*/ 584971 h 859057"/>
              <a:gd name="csX60" fmla="*/ 212113 w 910843"/>
              <a:gd name="csY60" fmla="*/ 739628 h 859057"/>
              <a:gd name="csX61" fmla="*/ 225678 w 910843"/>
              <a:gd name="csY61" fmla="*/ 726064 h 859057"/>
              <a:gd name="csX62" fmla="*/ 364402 w 910843"/>
              <a:gd name="csY62" fmla="*/ 726064 h 859057"/>
              <a:gd name="csX63" fmla="*/ 377966 w 910843"/>
              <a:gd name="csY63" fmla="*/ 739628 h 859057"/>
              <a:gd name="csX64" fmla="*/ 377966 w 910843"/>
              <a:gd name="csY64" fmla="*/ 759729 h 859057"/>
              <a:gd name="csX65" fmla="*/ 212112 w 910843"/>
              <a:gd name="csY65" fmla="*/ 759729 h 859057"/>
              <a:gd name="csX66" fmla="*/ 212112 w 910843"/>
              <a:gd name="csY66" fmla="*/ 739628 h 859057"/>
              <a:gd name="csX67" fmla="*/ 417493 w 910843"/>
              <a:gd name="csY67" fmla="*/ 830482 h 859057"/>
              <a:gd name="csX68" fmla="*/ 172589 w 910843"/>
              <a:gd name="csY68" fmla="*/ 830482 h 859057"/>
              <a:gd name="csX69" fmla="*/ 172589 w 910843"/>
              <a:gd name="csY69" fmla="*/ 788304 h 859057"/>
              <a:gd name="csX70" fmla="*/ 417494 w 910843"/>
              <a:gd name="csY70" fmla="*/ 788304 h 859057"/>
              <a:gd name="csX71" fmla="*/ 417494 w 910843"/>
              <a:gd name="csY71" fmla="*/ 830482 h 859057"/>
              <a:gd name="csX72" fmla="*/ 882269 w 910843"/>
              <a:gd name="csY72" fmla="*/ 810592 h 859057"/>
              <a:gd name="csX73" fmla="*/ 870956 w 910843"/>
              <a:gd name="csY73" fmla="*/ 821905 h 859057"/>
              <a:gd name="csX74" fmla="*/ 446068 w 910843"/>
              <a:gd name="csY74" fmla="*/ 821905 h 859057"/>
              <a:gd name="csX75" fmla="*/ 446068 w 910843"/>
              <a:gd name="csY75" fmla="*/ 787943 h 859057"/>
              <a:gd name="csX76" fmla="*/ 417853 w 910843"/>
              <a:gd name="csY76" fmla="*/ 759731 h 859057"/>
              <a:gd name="csX77" fmla="*/ 406541 w 910843"/>
              <a:gd name="csY77" fmla="*/ 759731 h 859057"/>
              <a:gd name="csX78" fmla="*/ 406541 w 910843"/>
              <a:gd name="csY78" fmla="*/ 739630 h 859057"/>
              <a:gd name="csX79" fmla="*/ 364402 w 910843"/>
              <a:gd name="csY79" fmla="*/ 697491 h 859057"/>
              <a:gd name="csX80" fmla="*/ 354485 w 910843"/>
              <a:gd name="csY80" fmla="*/ 697491 h 859057"/>
              <a:gd name="csX81" fmla="*/ 354485 w 910843"/>
              <a:gd name="csY81" fmla="*/ 636074 h 859057"/>
              <a:gd name="csX82" fmla="*/ 406406 w 910843"/>
              <a:gd name="csY82" fmla="*/ 606097 h 859057"/>
              <a:gd name="csX83" fmla="*/ 414214 w 910843"/>
              <a:gd name="csY83" fmla="*/ 576963 h 859057"/>
              <a:gd name="csX84" fmla="*/ 403886 w 910843"/>
              <a:gd name="csY84" fmla="*/ 559075 h 859057"/>
              <a:gd name="csX85" fmla="*/ 392918 w 910843"/>
              <a:gd name="csY85" fmla="*/ 549783 h 859057"/>
              <a:gd name="csX86" fmla="*/ 366174 w 910843"/>
              <a:gd name="csY86" fmla="*/ 470139 h 859057"/>
              <a:gd name="csX87" fmla="*/ 354485 w 910843"/>
              <a:gd name="csY87" fmla="*/ 452014 h 859057"/>
              <a:gd name="csX88" fmla="*/ 354485 w 910843"/>
              <a:gd name="csY88" fmla="*/ 39887 h 859057"/>
              <a:gd name="csX89" fmla="*/ 365797 w 910843"/>
              <a:gd name="csY89" fmla="*/ 28575 h 859057"/>
              <a:gd name="csX90" fmla="*/ 870956 w 910843"/>
              <a:gd name="csY90" fmla="*/ 28575 h 859057"/>
              <a:gd name="csX91" fmla="*/ 882269 w 910843"/>
              <a:gd name="csY91" fmla="*/ 39887 h 859057"/>
              <a:gd name="csX92" fmla="*/ 840810 w 910843"/>
              <a:gd name="csY92" fmla="*/ 409882 h 859057"/>
              <a:gd name="csX93" fmla="*/ 826522 w 910843"/>
              <a:gd name="csY93" fmla="*/ 424169 h 859057"/>
              <a:gd name="csX94" fmla="*/ 654122 w 910843"/>
              <a:gd name="csY94" fmla="*/ 424169 h 859057"/>
              <a:gd name="csX95" fmla="*/ 639835 w 910843"/>
              <a:gd name="csY95" fmla="*/ 409882 h 859057"/>
              <a:gd name="csX96" fmla="*/ 654122 w 910843"/>
              <a:gd name="csY96" fmla="*/ 395594 h 859057"/>
              <a:gd name="csX97" fmla="*/ 826522 w 910843"/>
              <a:gd name="csY97" fmla="*/ 395594 h 859057"/>
              <a:gd name="csX98" fmla="*/ 840810 w 910843"/>
              <a:gd name="csY98" fmla="*/ 409882 h 859057"/>
              <a:gd name="csX99" fmla="*/ 840810 w 910843"/>
              <a:gd name="csY99" fmla="*/ 345382 h 859057"/>
              <a:gd name="csX100" fmla="*/ 826522 w 910843"/>
              <a:gd name="csY100" fmla="*/ 359670 h 859057"/>
              <a:gd name="csX101" fmla="*/ 654122 w 910843"/>
              <a:gd name="csY101" fmla="*/ 359670 h 859057"/>
              <a:gd name="csX102" fmla="*/ 639835 w 910843"/>
              <a:gd name="csY102" fmla="*/ 345382 h 859057"/>
              <a:gd name="csX103" fmla="*/ 654122 w 910843"/>
              <a:gd name="csY103" fmla="*/ 331095 h 859057"/>
              <a:gd name="csX104" fmla="*/ 826522 w 910843"/>
              <a:gd name="csY104" fmla="*/ 331095 h 859057"/>
              <a:gd name="csX105" fmla="*/ 840810 w 910843"/>
              <a:gd name="csY105" fmla="*/ 345382 h 859057"/>
              <a:gd name="csX106" fmla="*/ 674886 w 910843"/>
              <a:gd name="csY106" fmla="*/ 147234 h 859057"/>
              <a:gd name="csX107" fmla="*/ 608179 w 910843"/>
              <a:gd name="csY107" fmla="*/ 205995 h 859057"/>
              <a:gd name="csX108" fmla="*/ 598735 w 910843"/>
              <a:gd name="csY108" fmla="*/ 209562 h 859057"/>
              <a:gd name="csX109" fmla="*/ 597512 w 910843"/>
              <a:gd name="csY109" fmla="*/ 209510 h 859057"/>
              <a:gd name="csX110" fmla="*/ 587601 w 910843"/>
              <a:gd name="csY110" fmla="*/ 204229 h 859057"/>
              <a:gd name="csX111" fmla="*/ 560178 w 910843"/>
              <a:gd name="csY111" fmla="*/ 170130 h 859057"/>
              <a:gd name="csX112" fmla="*/ 562357 w 910843"/>
              <a:gd name="csY112" fmla="*/ 150042 h 859057"/>
              <a:gd name="csX113" fmla="*/ 582445 w 910843"/>
              <a:gd name="csY113" fmla="*/ 152221 h 859057"/>
              <a:gd name="csX114" fmla="*/ 600505 w 910843"/>
              <a:gd name="csY114" fmla="*/ 174675 h 859057"/>
              <a:gd name="csX115" fmla="*/ 655997 w 910843"/>
              <a:gd name="csY115" fmla="*/ 125793 h 859057"/>
              <a:gd name="csX116" fmla="*/ 676162 w 910843"/>
              <a:gd name="csY116" fmla="*/ 127069 h 859057"/>
              <a:gd name="csX117" fmla="*/ 674886 w 910843"/>
              <a:gd name="csY117" fmla="*/ 147234 h 859057"/>
              <a:gd name="csX118" fmla="*/ 731075 w 910843"/>
              <a:gd name="csY118" fmla="*/ 165894 h 859057"/>
              <a:gd name="csX119" fmla="*/ 618377 w 910843"/>
              <a:gd name="csY119" fmla="*/ 53196 h 859057"/>
              <a:gd name="csX120" fmla="*/ 505679 w 910843"/>
              <a:gd name="csY120" fmla="*/ 165894 h 859057"/>
              <a:gd name="csX121" fmla="*/ 618377 w 910843"/>
              <a:gd name="csY121" fmla="*/ 278592 h 859057"/>
              <a:gd name="csX122" fmla="*/ 731075 w 910843"/>
              <a:gd name="csY122" fmla="*/ 165894 h 859057"/>
              <a:gd name="csX123" fmla="*/ 618377 w 910843"/>
              <a:gd name="csY123" fmla="*/ 250017 h 859057"/>
              <a:gd name="csX124" fmla="*/ 534254 w 910843"/>
              <a:gd name="csY124" fmla="*/ 165894 h 859057"/>
              <a:gd name="csX125" fmla="*/ 618377 w 910843"/>
              <a:gd name="csY125" fmla="*/ 81771 h 859057"/>
              <a:gd name="csX126" fmla="*/ 702500 w 910843"/>
              <a:gd name="csY126" fmla="*/ 165894 h 859057"/>
              <a:gd name="csX127" fmla="*/ 618377 w 910843"/>
              <a:gd name="csY127" fmla="*/ 250017 h 859057"/>
              <a:gd name="csX128" fmla="*/ 589664 w 910843"/>
              <a:gd name="csY128" fmla="*/ 310250 h 859057"/>
              <a:gd name="csX129" fmla="*/ 483476 w 910843"/>
              <a:gd name="csY129" fmla="*/ 310250 h 859057"/>
              <a:gd name="csX130" fmla="*/ 469188 w 910843"/>
              <a:gd name="csY130" fmla="*/ 324537 h 859057"/>
              <a:gd name="csX131" fmla="*/ 469188 w 910843"/>
              <a:gd name="csY131" fmla="*/ 430725 h 859057"/>
              <a:gd name="csX132" fmla="*/ 483476 w 910843"/>
              <a:gd name="csY132" fmla="*/ 445013 h 859057"/>
              <a:gd name="csX133" fmla="*/ 589664 w 910843"/>
              <a:gd name="csY133" fmla="*/ 445013 h 859057"/>
              <a:gd name="csX134" fmla="*/ 603952 w 910843"/>
              <a:gd name="csY134" fmla="*/ 430725 h 859057"/>
              <a:gd name="csX135" fmla="*/ 603952 w 910843"/>
              <a:gd name="csY135" fmla="*/ 324537 h 859057"/>
              <a:gd name="csX136" fmla="*/ 589664 w 910843"/>
              <a:gd name="csY136" fmla="*/ 310250 h 859057"/>
              <a:gd name="csX137" fmla="*/ 575377 w 910843"/>
              <a:gd name="csY137" fmla="*/ 416438 h 859057"/>
              <a:gd name="csX138" fmla="*/ 497763 w 910843"/>
              <a:gd name="csY138" fmla="*/ 416438 h 859057"/>
              <a:gd name="csX139" fmla="*/ 497763 w 910843"/>
              <a:gd name="csY139" fmla="*/ 338825 h 859057"/>
              <a:gd name="csX140" fmla="*/ 575377 w 910843"/>
              <a:gd name="csY140" fmla="*/ 338825 h 859057"/>
              <a:gd name="csX141" fmla="*/ 589664 w 910843"/>
              <a:gd name="csY141" fmla="*/ 477483 h 859057"/>
              <a:gd name="csX142" fmla="*/ 483476 w 910843"/>
              <a:gd name="csY142" fmla="*/ 477483 h 859057"/>
              <a:gd name="csX143" fmla="*/ 469188 w 910843"/>
              <a:gd name="csY143" fmla="*/ 491770 h 859057"/>
              <a:gd name="csX144" fmla="*/ 469188 w 910843"/>
              <a:gd name="csY144" fmla="*/ 597959 h 859057"/>
              <a:gd name="csX145" fmla="*/ 483476 w 910843"/>
              <a:gd name="csY145" fmla="*/ 612246 h 859057"/>
              <a:gd name="csX146" fmla="*/ 589664 w 910843"/>
              <a:gd name="csY146" fmla="*/ 612246 h 859057"/>
              <a:gd name="csX147" fmla="*/ 603952 w 910843"/>
              <a:gd name="csY147" fmla="*/ 597959 h 859057"/>
              <a:gd name="csX148" fmla="*/ 603952 w 910843"/>
              <a:gd name="csY148" fmla="*/ 491770 h 859057"/>
              <a:gd name="csX149" fmla="*/ 589664 w 910843"/>
              <a:gd name="csY149" fmla="*/ 477483 h 859057"/>
              <a:gd name="csX150" fmla="*/ 575377 w 910843"/>
              <a:gd name="csY150" fmla="*/ 583669 h 859057"/>
              <a:gd name="csX151" fmla="*/ 497763 w 910843"/>
              <a:gd name="csY151" fmla="*/ 583669 h 859057"/>
              <a:gd name="csX152" fmla="*/ 497763 w 910843"/>
              <a:gd name="csY152" fmla="*/ 506056 h 859057"/>
              <a:gd name="csX153" fmla="*/ 575377 w 910843"/>
              <a:gd name="csY153" fmla="*/ 506056 h 859057"/>
              <a:gd name="csX154" fmla="*/ 589664 w 910843"/>
              <a:gd name="csY154" fmla="*/ 644713 h 859057"/>
              <a:gd name="csX155" fmla="*/ 483476 w 910843"/>
              <a:gd name="csY155" fmla="*/ 644713 h 859057"/>
              <a:gd name="csX156" fmla="*/ 469188 w 910843"/>
              <a:gd name="csY156" fmla="*/ 659000 h 859057"/>
              <a:gd name="csX157" fmla="*/ 469188 w 910843"/>
              <a:gd name="csY157" fmla="*/ 765189 h 859057"/>
              <a:gd name="csX158" fmla="*/ 483476 w 910843"/>
              <a:gd name="csY158" fmla="*/ 779476 h 859057"/>
              <a:gd name="csX159" fmla="*/ 589664 w 910843"/>
              <a:gd name="csY159" fmla="*/ 779476 h 859057"/>
              <a:gd name="csX160" fmla="*/ 603952 w 910843"/>
              <a:gd name="csY160" fmla="*/ 765189 h 859057"/>
              <a:gd name="csX161" fmla="*/ 603952 w 910843"/>
              <a:gd name="csY161" fmla="*/ 659000 h 859057"/>
              <a:gd name="csX162" fmla="*/ 589664 w 910843"/>
              <a:gd name="csY162" fmla="*/ 644713 h 859057"/>
              <a:gd name="csX163" fmla="*/ 575377 w 910843"/>
              <a:gd name="csY163" fmla="*/ 750901 h 859057"/>
              <a:gd name="csX164" fmla="*/ 497763 w 910843"/>
              <a:gd name="csY164" fmla="*/ 750901 h 859057"/>
              <a:gd name="csX165" fmla="*/ 497763 w 910843"/>
              <a:gd name="csY165" fmla="*/ 673288 h 859057"/>
              <a:gd name="csX166" fmla="*/ 575377 w 910843"/>
              <a:gd name="csY166" fmla="*/ 673288 h 859057"/>
              <a:gd name="csX167" fmla="*/ 840810 w 910843"/>
              <a:gd name="csY167" fmla="*/ 577113 h 859057"/>
              <a:gd name="csX168" fmla="*/ 826522 w 910843"/>
              <a:gd name="csY168" fmla="*/ 591401 h 859057"/>
              <a:gd name="csX169" fmla="*/ 654122 w 910843"/>
              <a:gd name="csY169" fmla="*/ 591401 h 859057"/>
              <a:gd name="csX170" fmla="*/ 639835 w 910843"/>
              <a:gd name="csY170" fmla="*/ 577113 h 859057"/>
              <a:gd name="csX171" fmla="*/ 654122 w 910843"/>
              <a:gd name="csY171" fmla="*/ 562826 h 859057"/>
              <a:gd name="csX172" fmla="*/ 826522 w 910843"/>
              <a:gd name="csY172" fmla="*/ 562826 h 859057"/>
              <a:gd name="csX173" fmla="*/ 840810 w 910843"/>
              <a:gd name="csY173" fmla="*/ 577113 h 859057"/>
              <a:gd name="csX174" fmla="*/ 840810 w 910843"/>
              <a:gd name="csY174" fmla="*/ 512614 h 859057"/>
              <a:gd name="csX175" fmla="*/ 826522 w 910843"/>
              <a:gd name="csY175" fmla="*/ 526902 h 859057"/>
              <a:gd name="csX176" fmla="*/ 654122 w 910843"/>
              <a:gd name="csY176" fmla="*/ 526902 h 859057"/>
              <a:gd name="csX177" fmla="*/ 639835 w 910843"/>
              <a:gd name="csY177" fmla="*/ 512614 h 859057"/>
              <a:gd name="csX178" fmla="*/ 654122 w 910843"/>
              <a:gd name="csY178" fmla="*/ 498327 h 859057"/>
              <a:gd name="csX179" fmla="*/ 826522 w 910843"/>
              <a:gd name="csY179" fmla="*/ 498327 h 859057"/>
              <a:gd name="csX180" fmla="*/ 840810 w 910843"/>
              <a:gd name="csY180" fmla="*/ 512614 h 859057"/>
              <a:gd name="csX181" fmla="*/ 840810 w 910843"/>
              <a:gd name="csY181" fmla="*/ 679846 h 859057"/>
              <a:gd name="csX182" fmla="*/ 826522 w 910843"/>
              <a:gd name="csY182" fmla="*/ 694133 h 859057"/>
              <a:gd name="csX183" fmla="*/ 654122 w 910843"/>
              <a:gd name="csY183" fmla="*/ 694133 h 859057"/>
              <a:gd name="csX184" fmla="*/ 639835 w 910843"/>
              <a:gd name="csY184" fmla="*/ 679846 h 859057"/>
              <a:gd name="csX185" fmla="*/ 654122 w 910843"/>
              <a:gd name="csY185" fmla="*/ 665558 h 859057"/>
              <a:gd name="csX186" fmla="*/ 826522 w 910843"/>
              <a:gd name="csY186" fmla="*/ 665558 h 859057"/>
              <a:gd name="csX187" fmla="*/ 840810 w 910843"/>
              <a:gd name="csY187" fmla="*/ 679846 h 859057"/>
              <a:gd name="csX188" fmla="*/ 840810 w 910843"/>
              <a:gd name="csY188" fmla="*/ 744345 h 859057"/>
              <a:gd name="csX189" fmla="*/ 826522 w 910843"/>
              <a:gd name="csY189" fmla="*/ 758632 h 859057"/>
              <a:gd name="csX190" fmla="*/ 654122 w 910843"/>
              <a:gd name="csY190" fmla="*/ 758632 h 859057"/>
              <a:gd name="csX191" fmla="*/ 639835 w 910843"/>
              <a:gd name="csY191" fmla="*/ 744345 h 859057"/>
              <a:gd name="csX192" fmla="*/ 654122 w 910843"/>
              <a:gd name="csY192" fmla="*/ 730057 h 859057"/>
              <a:gd name="csX193" fmla="*/ 826522 w 910843"/>
              <a:gd name="csY193" fmla="*/ 730057 h 859057"/>
              <a:gd name="csX194" fmla="*/ 840810 w 910843"/>
              <a:gd name="csY194" fmla="*/ 744345 h 8590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Lst>
            <a:rect l="l" t="t" r="r" b="b"/>
            <a:pathLst>
              <a:path w="910843" h="859057">
                <a:moveTo>
                  <a:pt x="870956" y="0"/>
                </a:moveTo>
                <a:lnTo>
                  <a:pt x="365797" y="0"/>
                </a:lnTo>
                <a:cubicBezTo>
                  <a:pt x="343803" y="0"/>
                  <a:pt x="325910" y="17893"/>
                  <a:pt x="325910" y="39887"/>
                </a:cubicBezTo>
                <a:lnTo>
                  <a:pt x="325910" y="419631"/>
                </a:lnTo>
                <a:cubicBezTo>
                  <a:pt x="320945" y="415105"/>
                  <a:pt x="315817" y="410944"/>
                  <a:pt x="310574" y="407154"/>
                </a:cubicBezTo>
                <a:cubicBezTo>
                  <a:pt x="311390" y="402284"/>
                  <a:pt x="310504" y="397332"/>
                  <a:pt x="308009" y="393012"/>
                </a:cubicBezTo>
                <a:lnTo>
                  <a:pt x="297681" y="375122"/>
                </a:lnTo>
                <a:cubicBezTo>
                  <a:pt x="291800" y="364940"/>
                  <a:pt x="278732" y="361440"/>
                  <a:pt x="268547" y="367317"/>
                </a:cubicBezTo>
                <a:lnTo>
                  <a:pt x="156606" y="431947"/>
                </a:lnTo>
                <a:cubicBezTo>
                  <a:pt x="146423" y="437828"/>
                  <a:pt x="142921" y="450897"/>
                  <a:pt x="148800" y="461081"/>
                </a:cubicBezTo>
                <a:lnTo>
                  <a:pt x="159128" y="478971"/>
                </a:lnTo>
                <a:cubicBezTo>
                  <a:pt x="161691" y="483410"/>
                  <a:pt x="165629" y="486552"/>
                  <a:pt x="170090" y="488229"/>
                </a:cubicBezTo>
                <a:cubicBezTo>
                  <a:pt x="171296" y="499986"/>
                  <a:pt x="173819" y="512039"/>
                  <a:pt x="177568" y="524073"/>
                </a:cubicBezTo>
                <a:lnTo>
                  <a:pt x="23117" y="613245"/>
                </a:lnTo>
                <a:cubicBezTo>
                  <a:pt x="1030" y="625996"/>
                  <a:pt x="-6564" y="654339"/>
                  <a:pt x="6188" y="676427"/>
                </a:cubicBezTo>
                <a:cubicBezTo>
                  <a:pt x="14746" y="691249"/>
                  <a:pt x="30325" y="699545"/>
                  <a:pt x="46321" y="699545"/>
                </a:cubicBezTo>
                <a:cubicBezTo>
                  <a:pt x="54163" y="699545"/>
                  <a:pt x="62105" y="697552"/>
                  <a:pt x="69371" y="693358"/>
                </a:cubicBezTo>
                <a:lnTo>
                  <a:pt x="223297" y="604488"/>
                </a:lnTo>
                <a:cubicBezTo>
                  <a:pt x="232357" y="614579"/>
                  <a:pt x="242172" y="623464"/>
                  <a:pt x="252440" y="630888"/>
                </a:cubicBezTo>
                <a:cubicBezTo>
                  <a:pt x="251624" y="635756"/>
                  <a:pt x="252509" y="640709"/>
                  <a:pt x="255004" y="645031"/>
                </a:cubicBezTo>
                <a:lnTo>
                  <a:pt x="265333" y="662919"/>
                </a:lnTo>
                <a:cubicBezTo>
                  <a:pt x="268178" y="667846"/>
                  <a:pt x="272778" y="671373"/>
                  <a:pt x="278286" y="672848"/>
                </a:cubicBezTo>
                <a:cubicBezTo>
                  <a:pt x="280127" y="673341"/>
                  <a:pt x="281997" y="673586"/>
                  <a:pt x="283853" y="673586"/>
                </a:cubicBezTo>
                <a:cubicBezTo>
                  <a:pt x="287546" y="673586"/>
                  <a:pt x="291188" y="672618"/>
                  <a:pt x="294468" y="670725"/>
                </a:cubicBezTo>
                <a:lnTo>
                  <a:pt x="325912" y="652571"/>
                </a:lnTo>
                <a:lnTo>
                  <a:pt x="325912" y="697491"/>
                </a:lnTo>
                <a:lnTo>
                  <a:pt x="225679" y="697491"/>
                </a:lnTo>
                <a:cubicBezTo>
                  <a:pt x="202444" y="697491"/>
                  <a:pt x="183540" y="716395"/>
                  <a:pt x="183540" y="739630"/>
                </a:cubicBezTo>
                <a:lnTo>
                  <a:pt x="183540" y="759731"/>
                </a:lnTo>
                <a:lnTo>
                  <a:pt x="172226" y="759731"/>
                </a:lnTo>
                <a:cubicBezTo>
                  <a:pt x="156671" y="759731"/>
                  <a:pt x="144014" y="772388"/>
                  <a:pt x="144014" y="787943"/>
                </a:cubicBezTo>
                <a:lnTo>
                  <a:pt x="144014" y="830845"/>
                </a:lnTo>
                <a:cubicBezTo>
                  <a:pt x="144014" y="846400"/>
                  <a:pt x="156671" y="859057"/>
                  <a:pt x="172226" y="859057"/>
                </a:cubicBezTo>
                <a:lnTo>
                  <a:pt x="417855" y="859057"/>
                </a:lnTo>
                <a:cubicBezTo>
                  <a:pt x="425781" y="859057"/>
                  <a:pt x="432943" y="855761"/>
                  <a:pt x="438074" y="850480"/>
                </a:cubicBezTo>
                <a:lnTo>
                  <a:pt x="870956" y="850480"/>
                </a:lnTo>
                <a:cubicBezTo>
                  <a:pt x="892950" y="850480"/>
                  <a:pt x="910844" y="832586"/>
                  <a:pt x="910844" y="810592"/>
                </a:cubicBezTo>
                <a:lnTo>
                  <a:pt x="910844" y="39887"/>
                </a:lnTo>
                <a:cubicBezTo>
                  <a:pt x="910844" y="17893"/>
                  <a:pt x="892950" y="0"/>
                  <a:pt x="870956" y="0"/>
                </a:cubicBezTo>
                <a:close/>
                <a:moveTo>
                  <a:pt x="276559" y="395685"/>
                </a:moveTo>
                <a:lnTo>
                  <a:pt x="279641" y="401022"/>
                </a:lnTo>
                <a:lnTo>
                  <a:pt x="180252" y="458404"/>
                </a:lnTo>
                <a:lnTo>
                  <a:pt x="177171" y="453067"/>
                </a:lnTo>
                <a:close/>
                <a:moveTo>
                  <a:pt x="55083" y="668609"/>
                </a:moveTo>
                <a:cubicBezTo>
                  <a:pt x="46641" y="673482"/>
                  <a:pt x="35809" y="670578"/>
                  <a:pt x="30935" y="662138"/>
                </a:cubicBezTo>
                <a:cubicBezTo>
                  <a:pt x="26062" y="653696"/>
                  <a:pt x="28964" y="642863"/>
                  <a:pt x="37406" y="637989"/>
                </a:cubicBezTo>
                <a:lnTo>
                  <a:pt x="188039" y="551021"/>
                </a:lnTo>
                <a:cubicBezTo>
                  <a:pt x="190711" y="556723"/>
                  <a:pt x="193641" y="562363"/>
                  <a:pt x="196840" y="567903"/>
                </a:cubicBezTo>
                <a:cubicBezTo>
                  <a:pt x="199583" y="572656"/>
                  <a:pt x="202501" y="577261"/>
                  <a:pt x="205545" y="581739"/>
                </a:cubicBezTo>
                <a:close/>
                <a:moveTo>
                  <a:pt x="221586" y="553614"/>
                </a:moveTo>
                <a:cubicBezTo>
                  <a:pt x="207940" y="529977"/>
                  <a:pt x="199765" y="504534"/>
                  <a:pt x="198142" y="481071"/>
                </a:cubicBezTo>
                <a:lnTo>
                  <a:pt x="290327" y="427848"/>
                </a:lnTo>
                <a:cubicBezTo>
                  <a:pt x="309835" y="440987"/>
                  <a:pt x="327780" y="460786"/>
                  <a:pt x="341428" y="484423"/>
                </a:cubicBezTo>
                <a:cubicBezTo>
                  <a:pt x="355074" y="508060"/>
                  <a:pt x="363248" y="533501"/>
                  <a:pt x="364872" y="556968"/>
                </a:cubicBezTo>
                <a:lnTo>
                  <a:pt x="272687" y="610191"/>
                </a:lnTo>
                <a:cubicBezTo>
                  <a:pt x="253179" y="597050"/>
                  <a:pt x="235232" y="577251"/>
                  <a:pt x="221586" y="553614"/>
                </a:cubicBezTo>
                <a:close/>
                <a:moveTo>
                  <a:pt x="286455" y="642354"/>
                </a:moveTo>
                <a:lnTo>
                  <a:pt x="283374" y="637017"/>
                </a:lnTo>
                <a:lnTo>
                  <a:pt x="382761" y="579635"/>
                </a:lnTo>
                <a:lnTo>
                  <a:pt x="385842" y="584971"/>
                </a:lnTo>
                <a:close/>
                <a:moveTo>
                  <a:pt x="212113" y="739628"/>
                </a:moveTo>
                <a:cubicBezTo>
                  <a:pt x="212113" y="732149"/>
                  <a:pt x="218198" y="726064"/>
                  <a:pt x="225678" y="726064"/>
                </a:cubicBezTo>
                <a:lnTo>
                  <a:pt x="364402" y="726064"/>
                </a:lnTo>
                <a:cubicBezTo>
                  <a:pt x="371882" y="726064"/>
                  <a:pt x="377966" y="732149"/>
                  <a:pt x="377966" y="739628"/>
                </a:cubicBezTo>
                <a:lnTo>
                  <a:pt x="377966" y="759729"/>
                </a:lnTo>
                <a:lnTo>
                  <a:pt x="212112" y="759729"/>
                </a:lnTo>
                <a:lnTo>
                  <a:pt x="212112" y="739628"/>
                </a:lnTo>
                <a:close/>
                <a:moveTo>
                  <a:pt x="417493" y="830482"/>
                </a:moveTo>
                <a:lnTo>
                  <a:pt x="172589" y="830482"/>
                </a:lnTo>
                <a:lnTo>
                  <a:pt x="172589" y="788304"/>
                </a:lnTo>
                <a:lnTo>
                  <a:pt x="417494" y="788304"/>
                </a:lnTo>
                <a:lnTo>
                  <a:pt x="417494" y="830482"/>
                </a:lnTo>
                <a:close/>
                <a:moveTo>
                  <a:pt x="882269" y="810592"/>
                </a:moveTo>
                <a:cubicBezTo>
                  <a:pt x="882269" y="816831"/>
                  <a:pt x="877195" y="821905"/>
                  <a:pt x="870956" y="821905"/>
                </a:cubicBezTo>
                <a:lnTo>
                  <a:pt x="446068" y="821905"/>
                </a:lnTo>
                <a:lnTo>
                  <a:pt x="446068" y="787943"/>
                </a:lnTo>
                <a:cubicBezTo>
                  <a:pt x="446068" y="772388"/>
                  <a:pt x="433411" y="759731"/>
                  <a:pt x="417853" y="759731"/>
                </a:cubicBezTo>
                <a:lnTo>
                  <a:pt x="406541" y="759731"/>
                </a:lnTo>
                <a:lnTo>
                  <a:pt x="406541" y="739630"/>
                </a:lnTo>
                <a:cubicBezTo>
                  <a:pt x="406541" y="716395"/>
                  <a:pt x="387637" y="697491"/>
                  <a:pt x="364402" y="697491"/>
                </a:cubicBezTo>
                <a:lnTo>
                  <a:pt x="354485" y="697491"/>
                </a:lnTo>
                <a:lnTo>
                  <a:pt x="354485" y="636074"/>
                </a:lnTo>
                <a:lnTo>
                  <a:pt x="406406" y="606097"/>
                </a:lnTo>
                <a:cubicBezTo>
                  <a:pt x="416591" y="600218"/>
                  <a:pt x="420093" y="587148"/>
                  <a:pt x="414214" y="576963"/>
                </a:cubicBezTo>
                <a:lnTo>
                  <a:pt x="403886" y="559075"/>
                </a:lnTo>
                <a:cubicBezTo>
                  <a:pt x="401391" y="554753"/>
                  <a:pt x="397544" y="551510"/>
                  <a:pt x="392918" y="549783"/>
                </a:cubicBezTo>
                <a:cubicBezTo>
                  <a:pt x="390220" y="523521"/>
                  <a:pt x="380968" y="495766"/>
                  <a:pt x="366174" y="470139"/>
                </a:cubicBezTo>
                <a:cubicBezTo>
                  <a:pt x="362546" y="463856"/>
                  <a:pt x="358628" y="457811"/>
                  <a:pt x="354485" y="452014"/>
                </a:cubicBezTo>
                <a:lnTo>
                  <a:pt x="354485" y="39887"/>
                </a:lnTo>
                <a:cubicBezTo>
                  <a:pt x="354485" y="33649"/>
                  <a:pt x="359559" y="28575"/>
                  <a:pt x="365797" y="28575"/>
                </a:cubicBezTo>
                <a:lnTo>
                  <a:pt x="870956" y="28575"/>
                </a:lnTo>
                <a:cubicBezTo>
                  <a:pt x="877195" y="28575"/>
                  <a:pt x="882269" y="33649"/>
                  <a:pt x="882269" y="39887"/>
                </a:cubicBezTo>
                <a:close/>
                <a:moveTo>
                  <a:pt x="840810" y="409882"/>
                </a:moveTo>
                <a:cubicBezTo>
                  <a:pt x="840810" y="417772"/>
                  <a:pt x="834413" y="424169"/>
                  <a:pt x="826522" y="424169"/>
                </a:cubicBezTo>
                <a:lnTo>
                  <a:pt x="654122" y="424169"/>
                </a:lnTo>
                <a:cubicBezTo>
                  <a:pt x="646232" y="424169"/>
                  <a:pt x="639835" y="417772"/>
                  <a:pt x="639835" y="409882"/>
                </a:cubicBezTo>
                <a:cubicBezTo>
                  <a:pt x="639835" y="401991"/>
                  <a:pt x="646232" y="395594"/>
                  <a:pt x="654122" y="395594"/>
                </a:cubicBezTo>
                <a:lnTo>
                  <a:pt x="826522" y="395594"/>
                </a:lnTo>
                <a:cubicBezTo>
                  <a:pt x="834413" y="395594"/>
                  <a:pt x="840810" y="401991"/>
                  <a:pt x="840810" y="409882"/>
                </a:cubicBezTo>
                <a:close/>
                <a:moveTo>
                  <a:pt x="840810" y="345382"/>
                </a:moveTo>
                <a:cubicBezTo>
                  <a:pt x="840810" y="353273"/>
                  <a:pt x="834413" y="359670"/>
                  <a:pt x="826522" y="359670"/>
                </a:cubicBezTo>
                <a:lnTo>
                  <a:pt x="654122" y="359670"/>
                </a:lnTo>
                <a:cubicBezTo>
                  <a:pt x="646232" y="359670"/>
                  <a:pt x="639835" y="353273"/>
                  <a:pt x="639835" y="345382"/>
                </a:cubicBezTo>
                <a:cubicBezTo>
                  <a:pt x="639835" y="337492"/>
                  <a:pt x="646232" y="331095"/>
                  <a:pt x="654122" y="331095"/>
                </a:cubicBezTo>
                <a:lnTo>
                  <a:pt x="826522" y="331095"/>
                </a:lnTo>
                <a:cubicBezTo>
                  <a:pt x="834413" y="331095"/>
                  <a:pt x="840810" y="337490"/>
                  <a:pt x="840810" y="345382"/>
                </a:cubicBezTo>
                <a:close/>
                <a:moveTo>
                  <a:pt x="674886" y="147234"/>
                </a:moveTo>
                <a:lnTo>
                  <a:pt x="608179" y="205995"/>
                </a:lnTo>
                <a:cubicBezTo>
                  <a:pt x="605559" y="208303"/>
                  <a:pt x="602198" y="209562"/>
                  <a:pt x="598735" y="209562"/>
                </a:cubicBezTo>
                <a:cubicBezTo>
                  <a:pt x="598328" y="209562"/>
                  <a:pt x="597921" y="209544"/>
                  <a:pt x="597512" y="209510"/>
                </a:cubicBezTo>
                <a:cubicBezTo>
                  <a:pt x="593625" y="209176"/>
                  <a:pt x="590045" y="207269"/>
                  <a:pt x="587601" y="204229"/>
                </a:cubicBezTo>
                <a:lnTo>
                  <a:pt x="560178" y="170130"/>
                </a:lnTo>
                <a:cubicBezTo>
                  <a:pt x="555233" y="163981"/>
                  <a:pt x="556208" y="154987"/>
                  <a:pt x="562357" y="150042"/>
                </a:cubicBezTo>
                <a:cubicBezTo>
                  <a:pt x="568504" y="145095"/>
                  <a:pt x="577498" y="146072"/>
                  <a:pt x="582445" y="152221"/>
                </a:cubicBezTo>
                <a:lnTo>
                  <a:pt x="600505" y="174675"/>
                </a:lnTo>
                <a:lnTo>
                  <a:pt x="655997" y="125793"/>
                </a:lnTo>
                <a:cubicBezTo>
                  <a:pt x="661918" y="120576"/>
                  <a:pt x="670947" y="121147"/>
                  <a:pt x="676162" y="127069"/>
                </a:cubicBezTo>
                <a:cubicBezTo>
                  <a:pt x="681377" y="132992"/>
                  <a:pt x="680806" y="142020"/>
                  <a:pt x="674886" y="147234"/>
                </a:cubicBezTo>
                <a:close/>
                <a:moveTo>
                  <a:pt x="731075" y="165894"/>
                </a:moveTo>
                <a:cubicBezTo>
                  <a:pt x="731075" y="103752"/>
                  <a:pt x="680518" y="53196"/>
                  <a:pt x="618377" y="53196"/>
                </a:cubicBezTo>
                <a:cubicBezTo>
                  <a:pt x="556235" y="53196"/>
                  <a:pt x="505679" y="103752"/>
                  <a:pt x="505679" y="165894"/>
                </a:cubicBezTo>
                <a:cubicBezTo>
                  <a:pt x="505679" y="228036"/>
                  <a:pt x="556235" y="278592"/>
                  <a:pt x="618377" y="278592"/>
                </a:cubicBezTo>
                <a:cubicBezTo>
                  <a:pt x="680518" y="278592"/>
                  <a:pt x="731075" y="228036"/>
                  <a:pt x="731075" y="165894"/>
                </a:cubicBezTo>
                <a:close/>
                <a:moveTo>
                  <a:pt x="618377" y="250017"/>
                </a:moveTo>
                <a:cubicBezTo>
                  <a:pt x="571990" y="250017"/>
                  <a:pt x="534254" y="212280"/>
                  <a:pt x="534254" y="165894"/>
                </a:cubicBezTo>
                <a:cubicBezTo>
                  <a:pt x="534254" y="119508"/>
                  <a:pt x="571990" y="81771"/>
                  <a:pt x="618377" y="81771"/>
                </a:cubicBezTo>
                <a:cubicBezTo>
                  <a:pt x="664763" y="81771"/>
                  <a:pt x="702500" y="119508"/>
                  <a:pt x="702500" y="165894"/>
                </a:cubicBezTo>
                <a:cubicBezTo>
                  <a:pt x="702500" y="212280"/>
                  <a:pt x="664763" y="250017"/>
                  <a:pt x="618377" y="250017"/>
                </a:cubicBezTo>
                <a:close/>
                <a:moveTo>
                  <a:pt x="589664" y="310250"/>
                </a:moveTo>
                <a:lnTo>
                  <a:pt x="483476" y="310250"/>
                </a:lnTo>
                <a:cubicBezTo>
                  <a:pt x="475586" y="310250"/>
                  <a:pt x="469188" y="316647"/>
                  <a:pt x="469188" y="324537"/>
                </a:cubicBezTo>
                <a:lnTo>
                  <a:pt x="469188" y="430725"/>
                </a:lnTo>
                <a:cubicBezTo>
                  <a:pt x="469188" y="438616"/>
                  <a:pt x="475586" y="445013"/>
                  <a:pt x="483476" y="445013"/>
                </a:cubicBezTo>
                <a:lnTo>
                  <a:pt x="589664" y="445013"/>
                </a:lnTo>
                <a:cubicBezTo>
                  <a:pt x="597554" y="445013"/>
                  <a:pt x="603952" y="438616"/>
                  <a:pt x="603952" y="430725"/>
                </a:cubicBezTo>
                <a:lnTo>
                  <a:pt x="603952" y="324537"/>
                </a:lnTo>
                <a:cubicBezTo>
                  <a:pt x="603952" y="316647"/>
                  <a:pt x="597554" y="310250"/>
                  <a:pt x="589664" y="310250"/>
                </a:cubicBezTo>
                <a:close/>
                <a:moveTo>
                  <a:pt x="575377" y="416438"/>
                </a:moveTo>
                <a:lnTo>
                  <a:pt x="497763" y="416438"/>
                </a:lnTo>
                <a:lnTo>
                  <a:pt x="497763" y="338825"/>
                </a:lnTo>
                <a:lnTo>
                  <a:pt x="575377" y="338825"/>
                </a:lnTo>
                <a:close/>
                <a:moveTo>
                  <a:pt x="589664" y="477483"/>
                </a:moveTo>
                <a:lnTo>
                  <a:pt x="483476" y="477483"/>
                </a:lnTo>
                <a:cubicBezTo>
                  <a:pt x="475586" y="477483"/>
                  <a:pt x="469188" y="483880"/>
                  <a:pt x="469188" y="491770"/>
                </a:cubicBezTo>
                <a:lnTo>
                  <a:pt x="469188" y="597959"/>
                </a:lnTo>
                <a:cubicBezTo>
                  <a:pt x="469188" y="605849"/>
                  <a:pt x="475586" y="612246"/>
                  <a:pt x="483476" y="612246"/>
                </a:cubicBezTo>
                <a:lnTo>
                  <a:pt x="589664" y="612246"/>
                </a:lnTo>
                <a:cubicBezTo>
                  <a:pt x="597554" y="612246"/>
                  <a:pt x="603952" y="605849"/>
                  <a:pt x="603952" y="597959"/>
                </a:cubicBezTo>
                <a:lnTo>
                  <a:pt x="603952" y="491770"/>
                </a:lnTo>
                <a:cubicBezTo>
                  <a:pt x="603952" y="483878"/>
                  <a:pt x="597554" y="477483"/>
                  <a:pt x="589664" y="477483"/>
                </a:cubicBezTo>
                <a:close/>
                <a:moveTo>
                  <a:pt x="575377" y="583669"/>
                </a:moveTo>
                <a:lnTo>
                  <a:pt x="497763" y="583669"/>
                </a:lnTo>
                <a:lnTo>
                  <a:pt x="497763" y="506056"/>
                </a:lnTo>
                <a:lnTo>
                  <a:pt x="575377" y="506056"/>
                </a:lnTo>
                <a:close/>
                <a:moveTo>
                  <a:pt x="589664" y="644713"/>
                </a:moveTo>
                <a:lnTo>
                  <a:pt x="483476" y="644713"/>
                </a:lnTo>
                <a:cubicBezTo>
                  <a:pt x="475586" y="644713"/>
                  <a:pt x="469188" y="651110"/>
                  <a:pt x="469188" y="659000"/>
                </a:cubicBezTo>
                <a:lnTo>
                  <a:pt x="469188" y="765189"/>
                </a:lnTo>
                <a:cubicBezTo>
                  <a:pt x="469188" y="773079"/>
                  <a:pt x="475586" y="779476"/>
                  <a:pt x="483476" y="779476"/>
                </a:cubicBezTo>
                <a:lnTo>
                  <a:pt x="589664" y="779476"/>
                </a:lnTo>
                <a:cubicBezTo>
                  <a:pt x="597554" y="779476"/>
                  <a:pt x="603952" y="773079"/>
                  <a:pt x="603952" y="765189"/>
                </a:cubicBezTo>
                <a:lnTo>
                  <a:pt x="603952" y="659000"/>
                </a:lnTo>
                <a:cubicBezTo>
                  <a:pt x="603952" y="651110"/>
                  <a:pt x="597554" y="644713"/>
                  <a:pt x="589664" y="644713"/>
                </a:cubicBezTo>
                <a:close/>
                <a:moveTo>
                  <a:pt x="575377" y="750901"/>
                </a:moveTo>
                <a:lnTo>
                  <a:pt x="497763" y="750901"/>
                </a:lnTo>
                <a:lnTo>
                  <a:pt x="497763" y="673288"/>
                </a:lnTo>
                <a:lnTo>
                  <a:pt x="575377" y="673288"/>
                </a:lnTo>
                <a:close/>
                <a:moveTo>
                  <a:pt x="840810" y="577113"/>
                </a:moveTo>
                <a:cubicBezTo>
                  <a:pt x="840810" y="585003"/>
                  <a:pt x="834413" y="591401"/>
                  <a:pt x="826522" y="591401"/>
                </a:cubicBezTo>
                <a:lnTo>
                  <a:pt x="654122" y="591401"/>
                </a:lnTo>
                <a:cubicBezTo>
                  <a:pt x="646232" y="591401"/>
                  <a:pt x="639835" y="585003"/>
                  <a:pt x="639835" y="577113"/>
                </a:cubicBezTo>
                <a:cubicBezTo>
                  <a:pt x="639835" y="569223"/>
                  <a:pt x="646232" y="562826"/>
                  <a:pt x="654122" y="562826"/>
                </a:cubicBezTo>
                <a:lnTo>
                  <a:pt x="826522" y="562826"/>
                </a:lnTo>
                <a:cubicBezTo>
                  <a:pt x="834413" y="562826"/>
                  <a:pt x="840810" y="569223"/>
                  <a:pt x="840810" y="577113"/>
                </a:cubicBezTo>
                <a:close/>
                <a:moveTo>
                  <a:pt x="840810" y="512614"/>
                </a:moveTo>
                <a:cubicBezTo>
                  <a:pt x="840810" y="520504"/>
                  <a:pt x="834413" y="526902"/>
                  <a:pt x="826522" y="526902"/>
                </a:cubicBezTo>
                <a:lnTo>
                  <a:pt x="654122" y="526902"/>
                </a:lnTo>
                <a:cubicBezTo>
                  <a:pt x="646232" y="526902"/>
                  <a:pt x="639835" y="520504"/>
                  <a:pt x="639835" y="512614"/>
                </a:cubicBezTo>
                <a:cubicBezTo>
                  <a:pt x="639835" y="504724"/>
                  <a:pt x="646232" y="498327"/>
                  <a:pt x="654122" y="498327"/>
                </a:cubicBezTo>
                <a:lnTo>
                  <a:pt x="826522" y="498327"/>
                </a:lnTo>
                <a:cubicBezTo>
                  <a:pt x="834413" y="498327"/>
                  <a:pt x="840810" y="504724"/>
                  <a:pt x="840810" y="512614"/>
                </a:cubicBezTo>
                <a:close/>
                <a:moveTo>
                  <a:pt x="840810" y="679846"/>
                </a:moveTo>
                <a:cubicBezTo>
                  <a:pt x="840810" y="687736"/>
                  <a:pt x="834413" y="694133"/>
                  <a:pt x="826522" y="694133"/>
                </a:cubicBezTo>
                <a:lnTo>
                  <a:pt x="654122" y="694133"/>
                </a:lnTo>
                <a:cubicBezTo>
                  <a:pt x="646232" y="694133"/>
                  <a:pt x="639835" y="687736"/>
                  <a:pt x="639835" y="679846"/>
                </a:cubicBezTo>
                <a:cubicBezTo>
                  <a:pt x="639835" y="671955"/>
                  <a:pt x="646232" y="665558"/>
                  <a:pt x="654122" y="665558"/>
                </a:cubicBezTo>
                <a:lnTo>
                  <a:pt x="826522" y="665558"/>
                </a:lnTo>
                <a:cubicBezTo>
                  <a:pt x="834413" y="665558"/>
                  <a:pt x="840810" y="671954"/>
                  <a:pt x="840810" y="679846"/>
                </a:cubicBezTo>
                <a:close/>
                <a:moveTo>
                  <a:pt x="840810" y="744345"/>
                </a:moveTo>
                <a:cubicBezTo>
                  <a:pt x="840810" y="752235"/>
                  <a:pt x="834413" y="758632"/>
                  <a:pt x="826522" y="758632"/>
                </a:cubicBezTo>
                <a:lnTo>
                  <a:pt x="654122" y="758632"/>
                </a:lnTo>
                <a:cubicBezTo>
                  <a:pt x="646232" y="758632"/>
                  <a:pt x="639835" y="752235"/>
                  <a:pt x="639835" y="744345"/>
                </a:cubicBezTo>
                <a:cubicBezTo>
                  <a:pt x="639835" y="736455"/>
                  <a:pt x="646232" y="730057"/>
                  <a:pt x="654122" y="730057"/>
                </a:cubicBezTo>
                <a:lnTo>
                  <a:pt x="826522" y="730057"/>
                </a:lnTo>
                <a:cubicBezTo>
                  <a:pt x="834413" y="730057"/>
                  <a:pt x="840810" y="736453"/>
                  <a:pt x="840810" y="744345"/>
                </a:cubicBezTo>
                <a:close/>
              </a:path>
            </a:pathLst>
          </a:custGeom>
          <a:solidFill>
            <a:schemeClr val="bg1"/>
          </a:solidFill>
          <a:ln w="1786" cap="flat">
            <a:noFill/>
            <a:prstDash val="solid"/>
            <a:miter/>
          </a:ln>
        </p:spPr>
        <p:txBody>
          <a:bodyPr/>
          <a:lstStyle/>
          <a:p>
            <a:endParaRPr lang="en-GB"/>
          </a:p>
        </p:txBody>
      </p:sp>
      <p:sp>
        <p:nvSpPr>
          <p:cNvPr id="63" name="Graphic 22">
            <a:extLst>
              <a:ext uri="{FF2B5EF4-FFF2-40B4-BE49-F238E27FC236}">
                <a16:creationId xmlns:a16="http://schemas.microsoft.com/office/drawing/2014/main" id="{F724D603-2A00-A028-3FB0-7A1BAF82A8C3}"/>
              </a:ext>
            </a:extLst>
          </p:cNvPr>
          <p:cNvSpPr>
            <a:spLocks noChangeAspect="1"/>
          </p:cNvSpPr>
          <p:nvPr/>
        </p:nvSpPr>
        <p:spPr>
          <a:xfrm>
            <a:off x="10624036" y="3183339"/>
            <a:ext cx="480924" cy="480913"/>
          </a:xfrm>
          <a:custGeom>
            <a:avLst/>
            <a:gdLst>
              <a:gd name="csX0" fmla="*/ 874252 w 882253"/>
              <a:gd name="csY0" fmla="*/ 375922 h 882235"/>
              <a:gd name="csX1" fmla="*/ 779848 w 882253"/>
              <a:gd name="csY1" fmla="*/ 339382 h 882235"/>
              <a:gd name="csX2" fmla="*/ 752558 w 882253"/>
              <a:gd name="csY2" fmla="*/ 273570 h 882235"/>
              <a:gd name="csX3" fmla="*/ 793492 w 882253"/>
              <a:gd name="csY3" fmla="*/ 180951 h 882235"/>
              <a:gd name="csX4" fmla="*/ 790902 w 882253"/>
              <a:gd name="csY4" fmla="*/ 167057 h 882235"/>
              <a:gd name="csX5" fmla="*/ 715179 w 882253"/>
              <a:gd name="csY5" fmla="*/ 91333 h 882235"/>
              <a:gd name="csX6" fmla="*/ 701284 w 882253"/>
              <a:gd name="csY6" fmla="*/ 88743 h 882235"/>
              <a:gd name="csX7" fmla="*/ 608665 w 882253"/>
              <a:gd name="csY7" fmla="*/ 129677 h 882235"/>
              <a:gd name="csX8" fmla="*/ 542871 w 882253"/>
              <a:gd name="csY8" fmla="*/ 102388 h 882235"/>
              <a:gd name="csX9" fmla="*/ 506331 w 882253"/>
              <a:gd name="csY9" fmla="*/ 7983 h 882235"/>
              <a:gd name="csX10" fmla="*/ 494669 w 882253"/>
              <a:gd name="csY10" fmla="*/ 0 h 882235"/>
              <a:gd name="csX11" fmla="*/ 387584 w 882253"/>
              <a:gd name="csY11" fmla="*/ 0 h 882235"/>
              <a:gd name="csX12" fmla="*/ 375922 w 882253"/>
              <a:gd name="csY12" fmla="*/ 7983 h 882235"/>
              <a:gd name="csX13" fmla="*/ 339382 w 882253"/>
              <a:gd name="csY13" fmla="*/ 102388 h 882235"/>
              <a:gd name="csX14" fmla="*/ 273588 w 882253"/>
              <a:gd name="csY14" fmla="*/ 129677 h 882235"/>
              <a:gd name="csX15" fmla="*/ 180951 w 882253"/>
              <a:gd name="csY15" fmla="*/ 88743 h 882235"/>
              <a:gd name="csX16" fmla="*/ 167057 w 882253"/>
              <a:gd name="csY16" fmla="*/ 91333 h 882235"/>
              <a:gd name="csX17" fmla="*/ 91333 w 882253"/>
              <a:gd name="csY17" fmla="*/ 167057 h 882235"/>
              <a:gd name="csX18" fmla="*/ 88743 w 882253"/>
              <a:gd name="csY18" fmla="*/ 180951 h 882235"/>
              <a:gd name="csX19" fmla="*/ 129677 w 882253"/>
              <a:gd name="csY19" fmla="*/ 273570 h 882235"/>
              <a:gd name="csX20" fmla="*/ 102388 w 882253"/>
              <a:gd name="csY20" fmla="*/ 339382 h 882235"/>
              <a:gd name="csX21" fmla="*/ 7983 w 882253"/>
              <a:gd name="csY21" fmla="*/ 375922 h 882235"/>
              <a:gd name="csX22" fmla="*/ 0 w 882253"/>
              <a:gd name="csY22" fmla="*/ 387584 h 882235"/>
              <a:gd name="csX23" fmla="*/ 0 w 882253"/>
              <a:gd name="csY23" fmla="*/ 494669 h 882235"/>
              <a:gd name="csX24" fmla="*/ 7983 w 882253"/>
              <a:gd name="csY24" fmla="*/ 506331 h 882235"/>
              <a:gd name="csX25" fmla="*/ 54810 w 882253"/>
              <a:gd name="csY25" fmla="*/ 524458 h 882235"/>
              <a:gd name="csX26" fmla="*/ 32397 w 882253"/>
              <a:gd name="csY26" fmla="*/ 588395 h 882235"/>
              <a:gd name="csX27" fmla="*/ 32397 w 882253"/>
              <a:gd name="csY27" fmla="*/ 678638 h 882235"/>
              <a:gd name="csX28" fmla="*/ 44898 w 882253"/>
              <a:gd name="csY28" fmla="*/ 691140 h 882235"/>
              <a:gd name="csX29" fmla="*/ 93226 w 882253"/>
              <a:gd name="csY29" fmla="*/ 691140 h 882235"/>
              <a:gd name="csX30" fmla="*/ 88743 w 882253"/>
              <a:gd name="csY30" fmla="*/ 701284 h 882235"/>
              <a:gd name="csX31" fmla="*/ 91333 w 882253"/>
              <a:gd name="csY31" fmla="*/ 715179 h 882235"/>
              <a:gd name="csX32" fmla="*/ 167057 w 882253"/>
              <a:gd name="csY32" fmla="*/ 790902 h 882235"/>
              <a:gd name="csX33" fmla="*/ 180951 w 882253"/>
              <a:gd name="csY33" fmla="*/ 793492 h 882235"/>
              <a:gd name="csX34" fmla="*/ 273570 w 882253"/>
              <a:gd name="csY34" fmla="*/ 752558 h 882235"/>
              <a:gd name="csX35" fmla="*/ 339382 w 882253"/>
              <a:gd name="csY35" fmla="*/ 779848 h 882235"/>
              <a:gd name="csX36" fmla="*/ 375922 w 882253"/>
              <a:gd name="csY36" fmla="*/ 874252 h 882235"/>
              <a:gd name="csX37" fmla="*/ 387584 w 882253"/>
              <a:gd name="csY37" fmla="*/ 882235 h 882235"/>
              <a:gd name="csX38" fmla="*/ 494669 w 882253"/>
              <a:gd name="csY38" fmla="*/ 882235 h 882235"/>
              <a:gd name="csX39" fmla="*/ 506331 w 882253"/>
              <a:gd name="csY39" fmla="*/ 874252 h 882235"/>
              <a:gd name="csX40" fmla="*/ 542871 w 882253"/>
              <a:gd name="csY40" fmla="*/ 779848 h 882235"/>
              <a:gd name="csX41" fmla="*/ 608665 w 882253"/>
              <a:gd name="csY41" fmla="*/ 752558 h 882235"/>
              <a:gd name="csX42" fmla="*/ 701302 w 882253"/>
              <a:gd name="csY42" fmla="*/ 793492 h 882235"/>
              <a:gd name="csX43" fmla="*/ 715197 w 882253"/>
              <a:gd name="csY43" fmla="*/ 790902 h 882235"/>
              <a:gd name="csX44" fmla="*/ 790920 w 882253"/>
              <a:gd name="csY44" fmla="*/ 715179 h 882235"/>
              <a:gd name="csX45" fmla="*/ 793510 w 882253"/>
              <a:gd name="csY45" fmla="*/ 701284 h 882235"/>
              <a:gd name="csX46" fmla="*/ 789027 w 882253"/>
              <a:gd name="csY46" fmla="*/ 691140 h 882235"/>
              <a:gd name="csX47" fmla="*/ 837355 w 882253"/>
              <a:gd name="csY47" fmla="*/ 691140 h 882235"/>
              <a:gd name="csX48" fmla="*/ 849856 w 882253"/>
              <a:gd name="csY48" fmla="*/ 678638 h 882235"/>
              <a:gd name="csX49" fmla="*/ 849856 w 882253"/>
              <a:gd name="csY49" fmla="*/ 588395 h 882235"/>
              <a:gd name="csX50" fmla="*/ 827443 w 882253"/>
              <a:gd name="csY50" fmla="*/ 524458 h 882235"/>
              <a:gd name="csX51" fmla="*/ 874270 w 882253"/>
              <a:gd name="csY51" fmla="*/ 506331 h 882235"/>
              <a:gd name="csX52" fmla="*/ 882253 w 882253"/>
              <a:gd name="csY52" fmla="*/ 494669 h 882235"/>
              <a:gd name="csX53" fmla="*/ 882253 w 882253"/>
              <a:gd name="csY53" fmla="*/ 387584 h 882235"/>
              <a:gd name="csX54" fmla="*/ 874270 w 882253"/>
              <a:gd name="csY54" fmla="*/ 375922 h 882235"/>
              <a:gd name="csX55" fmla="*/ 57400 w 882253"/>
              <a:gd name="csY55" fmla="*/ 588395 h 882235"/>
              <a:gd name="csX56" fmla="*/ 135142 w 882253"/>
              <a:gd name="csY56" fmla="*/ 510653 h 882235"/>
              <a:gd name="csX57" fmla="*/ 140089 w 882253"/>
              <a:gd name="csY57" fmla="*/ 510653 h 882235"/>
              <a:gd name="csX58" fmla="*/ 129088 w 882253"/>
              <a:gd name="csY58" fmla="*/ 602558 h 882235"/>
              <a:gd name="csX59" fmla="*/ 135249 w 882253"/>
              <a:gd name="csY59" fmla="*/ 614863 h 882235"/>
              <a:gd name="csX60" fmla="*/ 158966 w 882253"/>
              <a:gd name="csY60" fmla="*/ 628561 h 882235"/>
              <a:gd name="csX61" fmla="*/ 165217 w 882253"/>
              <a:gd name="csY61" fmla="*/ 630240 h 882235"/>
              <a:gd name="csX62" fmla="*/ 171468 w 882253"/>
              <a:gd name="csY62" fmla="*/ 628561 h 882235"/>
              <a:gd name="csX63" fmla="*/ 195185 w 882253"/>
              <a:gd name="csY63" fmla="*/ 614863 h 882235"/>
              <a:gd name="csX64" fmla="*/ 201347 w 882253"/>
              <a:gd name="csY64" fmla="*/ 602558 h 882235"/>
              <a:gd name="csX65" fmla="*/ 190345 w 882253"/>
              <a:gd name="csY65" fmla="*/ 510653 h 882235"/>
              <a:gd name="csX66" fmla="*/ 195292 w 882253"/>
              <a:gd name="csY66" fmla="*/ 510653 h 882235"/>
              <a:gd name="csX67" fmla="*/ 273034 w 882253"/>
              <a:gd name="csY67" fmla="*/ 588395 h 882235"/>
              <a:gd name="csX68" fmla="*/ 273034 w 882253"/>
              <a:gd name="csY68" fmla="*/ 666137 h 882235"/>
              <a:gd name="csX69" fmla="*/ 248120 w 882253"/>
              <a:gd name="csY69" fmla="*/ 666137 h 882235"/>
              <a:gd name="csX70" fmla="*/ 248120 w 882253"/>
              <a:gd name="csY70" fmla="*/ 592824 h 882235"/>
              <a:gd name="csX71" fmla="*/ 235619 w 882253"/>
              <a:gd name="csY71" fmla="*/ 580323 h 882235"/>
              <a:gd name="csX72" fmla="*/ 223117 w 882253"/>
              <a:gd name="csY72" fmla="*/ 592824 h 882235"/>
              <a:gd name="csX73" fmla="*/ 223117 w 882253"/>
              <a:gd name="csY73" fmla="*/ 666137 h 882235"/>
              <a:gd name="csX74" fmla="*/ 107299 w 882253"/>
              <a:gd name="csY74" fmla="*/ 666137 h 882235"/>
              <a:gd name="csX75" fmla="*/ 107299 w 882253"/>
              <a:gd name="csY75" fmla="*/ 592824 h 882235"/>
              <a:gd name="csX76" fmla="*/ 94798 w 882253"/>
              <a:gd name="csY76" fmla="*/ 580323 h 882235"/>
              <a:gd name="csX77" fmla="*/ 82296 w 882253"/>
              <a:gd name="csY77" fmla="*/ 592824 h 882235"/>
              <a:gd name="csX78" fmla="*/ 82296 w 882253"/>
              <a:gd name="csY78" fmla="*/ 666137 h 882235"/>
              <a:gd name="csX79" fmla="*/ 57382 w 882253"/>
              <a:gd name="csY79" fmla="*/ 666137 h 882235"/>
              <a:gd name="csX80" fmla="*/ 57382 w 882253"/>
              <a:gd name="csY80" fmla="*/ 588395 h 882235"/>
              <a:gd name="csX81" fmla="*/ 364349 w 882253"/>
              <a:gd name="csY81" fmla="*/ 195042 h 882235"/>
              <a:gd name="csX82" fmla="*/ 386888 w 882253"/>
              <a:gd name="csY82" fmla="*/ 238619 h 882235"/>
              <a:gd name="csX83" fmla="*/ 308253 w 882253"/>
              <a:gd name="csY83" fmla="*/ 338489 h 882235"/>
              <a:gd name="csX84" fmla="*/ 308253 w 882253"/>
              <a:gd name="csY84" fmla="*/ 428732 h 882235"/>
              <a:gd name="csX85" fmla="*/ 320754 w 882253"/>
              <a:gd name="csY85" fmla="*/ 441234 h 882235"/>
              <a:gd name="csX86" fmla="*/ 561427 w 882253"/>
              <a:gd name="csY86" fmla="*/ 441234 h 882235"/>
              <a:gd name="csX87" fmla="*/ 573929 w 882253"/>
              <a:gd name="csY87" fmla="*/ 428732 h 882235"/>
              <a:gd name="csX88" fmla="*/ 573929 w 882253"/>
              <a:gd name="csY88" fmla="*/ 338489 h 882235"/>
              <a:gd name="csX89" fmla="*/ 495294 w 882253"/>
              <a:gd name="csY89" fmla="*/ 238619 h 882235"/>
              <a:gd name="csX90" fmla="*/ 517833 w 882253"/>
              <a:gd name="csY90" fmla="*/ 195042 h 882235"/>
              <a:gd name="csX91" fmla="*/ 689229 w 882253"/>
              <a:gd name="csY91" fmla="*/ 360438 h 882235"/>
              <a:gd name="csX92" fmla="*/ 639294 w 882253"/>
              <a:gd name="csY92" fmla="*/ 432983 h 882235"/>
              <a:gd name="csX93" fmla="*/ 662761 w 882253"/>
              <a:gd name="csY93" fmla="*/ 488543 h 882235"/>
              <a:gd name="csX94" fmla="*/ 584127 w 882253"/>
              <a:gd name="csY94" fmla="*/ 588413 h 882235"/>
              <a:gd name="csX95" fmla="*/ 584127 w 882253"/>
              <a:gd name="csY95" fmla="*/ 666155 h 882235"/>
              <a:gd name="csX96" fmla="*/ 441073 w 882253"/>
              <a:gd name="csY96" fmla="*/ 708571 h 882235"/>
              <a:gd name="csX97" fmla="*/ 298019 w 882253"/>
              <a:gd name="csY97" fmla="*/ 666155 h 882235"/>
              <a:gd name="csX98" fmla="*/ 298019 w 882253"/>
              <a:gd name="csY98" fmla="*/ 588413 h 882235"/>
              <a:gd name="csX99" fmla="*/ 219385 w 882253"/>
              <a:gd name="csY99" fmla="*/ 488543 h 882235"/>
              <a:gd name="csX100" fmla="*/ 242852 w 882253"/>
              <a:gd name="csY100" fmla="*/ 432983 h 882235"/>
              <a:gd name="csX101" fmla="*/ 192917 w 882253"/>
              <a:gd name="csY101" fmla="*/ 360438 h 882235"/>
              <a:gd name="csX102" fmla="*/ 364313 w 882253"/>
              <a:gd name="csY102" fmla="*/ 195042 h 882235"/>
              <a:gd name="csX103" fmla="*/ 493776 w 882253"/>
              <a:gd name="csY103" fmla="*/ 183059 h 882235"/>
              <a:gd name="csX104" fmla="*/ 441091 w 882253"/>
              <a:gd name="csY104" fmla="*/ 235744 h 882235"/>
              <a:gd name="csX105" fmla="*/ 388406 w 882253"/>
              <a:gd name="csY105" fmla="*/ 183059 h 882235"/>
              <a:gd name="csX106" fmla="*/ 441091 w 882253"/>
              <a:gd name="csY106" fmla="*/ 130373 h 882235"/>
              <a:gd name="csX107" fmla="*/ 493776 w 882253"/>
              <a:gd name="csY107" fmla="*/ 183059 h 882235"/>
              <a:gd name="csX108" fmla="*/ 511510 w 882253"/>
              <a:gd name="csY108" fmla="*/ 330416 h 882235"/>
              <a:gd name="csX109" fmla="*/ 499009 w 882253"/>
              <a:gd name="csY109" fmla="*/ 342918 h 882235"/>
              <a:gd name="csX110" fmla="*/ 499009 w 882253"/>
              <a:gd name="csY110" fmla="*/ 416231 h 882235"/>
              <a:gd name="csX111" fmla="*/ 383191 w 882253"/>
              <a:gd name="csY111" fmla="*/ 416231 h 882235"/>
              <a:gd name="csX112" fmla="*/ 383191 w 882253"/>
              <a:gd name="csY112" fmla="*/ 342918 h 882235"/>
              <a:gd name="csX113" fmla="*/ 370689 w 882253"/>
              <a:gd name="csY113" fmla="*/ 330416 h 882235"/>
              <a:gd name="csX114" fmla="*/ 358188 w 882253"/>
              <a:gd name="csY114" fmla="*/ 342918 h 882235"/>
              <a:gd name="csX115" fmla="*/ 358188 w 882253"/>
              <a:gd name="csY115" fmla="*/ 416231 h 882235"/>
              <a:gd name="csX116" fmla="*/ 333274 w 882253"/>
              <a:gd name="csY116" fmla="*/ 416231 h 882235"/>
              <a:gd name="csX117" fmla="*/ 333274 w 882253"/>
              <a:gd name="csY117" fmla="*/ 338489 h 882235"/>
              <a:gd name="csX118" fmla="*/ 411016 w 882253"/>
              <a:gd name="csY118" fmla="*/ 260747 h 882235"/>
              <a:gd name="csX119" fmla="*/ 415963 w 882253"/>
              <a:gd name="csY119" fmla="*/ 260747 h 882235"/>
              <a:gd name="csX120" fmla="*/ 404961 w 882253"/>
              <a:gd name="csY120" fmla="*/ 352651 h 882235"/>
              <a:gd name="csX121" fmla="*/ 411123 w 882253"/>
              <a:gd name="csY121" fmla="*/ 364956 h 882235"/>
              <a:gd name="csX122" fmla="*/ 434840 w 882253"/>
              <a:gd name="csY122" fmla="*/ 378654 h 882235"/>
              <a:gd name="csX123" fmla="*/ 441091 w 882253"/>
              <a:gd name="csY123" fmla="*/ 380333 h 882235"/>
              <a:gd name="csX124" fmla="*/ 447342 w 882253"/>
              <a:gd name="csY124" fmla="*/ 378654 h 882235"/>
              <a:gd name="csX125" fmla="*/ 471059 w 882253"/>
              <a:gd name="csY125" fmla="*/ 364956 h 882235"/>
              <a:gd name="csX126" fmla="*/ 477220 w 882253"/>
              <a:gd name="csY126" fmla="*/ 352651 h 882235"/>
              <a:gd name="csX127" fmla="*/ 466219 w 882253"/>
              <a:gd name="csY127" fmla="*/ 260747 h 882235"/>
              <a:gd name="csX128" fmla="*/ 471166 w 882253"/>
              <a:gd name="csY128" fmla="*/ 260747 h 882235"/>
              <a:gd name="csX129" fmla="*/ 548908 w 882253"/>
              <a:gd name="csY129" fmla="*/ 338489 h 882235"/>
              <a:gd name="csX130" fmla="*/ 548908 w 882253"/>
              <a:gd name="csY130" fmla="*/ 416231 h 882235"/>
              <a:gd name="csX131" fmla="*/ 523994 w 882253"/>
              <a:gd name="csY131" fmla="*/ 416231 h 882235"/>
              <a:gd name="csX132" fmla="*/ 523994 w 882253"/>
              <a:gd name="csY132" fmla="*/ 342918 h 882235"/>
              <a:gd name="csX133" fmla="*/ 511493 w 882253"/>
              <a:gd name="csY133" fmla="*/ 330416 h 882235"/>
              <a:gd name="csX134" fmla="*/ 451431 w 882253"/>
              <a:gd name="csY134" fmla="*/ 347436 h 882235"/>
              <a:gd name="csX135" fmla="*/ 441091 w 882253"/>
              <a:gd name="csY135" fmla="*/ 353401 h 882235"/>
              <a:gd name="csX136" fmla="*/ 430768 w 882253"/>
              <a:gd name="csY136" fmla="*/ 347436 h 882235"/>
              <a:gd name="csX137" fmla="*/ 441109 w 882253"/>
              <a:gd name="csY137" fmla="*/ 261176 h 882235"/>
              <a:gd name="csX138" fmla="*/ 713875 w 882253"/>
              <a:gd name="csY138" fmla="*/ 536996 h 882235"/>
              <a:gd name="csX139" fmla="*/ 718322 w 882253"/>
              <a:gd name="csY139" fmla="*/ 522297 h 882235"/>
              <a:gd name="csX140" fmla="*/ 727305 w 882253"/>
              <a:gd name="csY140" fmla="*/ 597360 h 882235"/>
              <a:gd name="csX141" fmla="*/ 716983 w 882253"/>
              <a:gd name="csY141" fmla="*/ 603325 h 882235"/>
              <a:gd name="csX142" fmla="*/ 706642 w 882253"/>
              <a:gd name="csY142" fmla="*/ 597360 h 882235"/>
              <a:gd name="csX143" fmla="*/ 716983 w 882253"/>
              <a:gd name="csY143" fmla="*/ 485668 h 882235"/>
              <a:gd name="csX144" fmla="*/ 664297 w 882253"/>
              <a:gd name="csY144" fmla="*/ 432983 h 882235"/>
              <a:gd name="csX145" fmla="*/ 716983 w 882253"/>
              <a:gd name="csY145" fmla="*/ 380298 h 882235"/>
              <a:gd name="csX146" fmla="*/ 769668 w 882253"/>
              <a:gd name="csY146" fmla="*/ 432983 h 882235"/>
              <a:gd name="csX147" fmla="*/ 716983 w 882253"/>
              <a:gd name="csY147" fmla="*/ 485668 h 882235"/>
              <a:gd name="csX148" fmla="*/ 165217 w 882253"/>
              <a:gd name="csY148" fmla="*/ 511100 h 882235"/>
              <a:gd name="csX149" fmla="*/ 175540 w 882253"/>
              <a:gd name="csY149" fmla="*/ 597360 h 882235"/>
              <a:gd name="csX150" fmla="*/ 165217 w 882253"/>
              <a:gd name="csY150" fmla="*/ 603325 h 882235"/>
              <a:gd name="csX151" fmla="*/ 154877 w 882253"/>
              <a:gd name="csY151" fmla="*/ 597360 h 882235"/>
              <a:gd name="csX152" fmla="*/ 165217 w 882253"/>
              <a:gd name="csY152" fmla="*/ 380315 h 882235"/>
              <a:gd name="csX153" fmla="*/ 217902 w 882253"/>
              <a:gd name="csY153" fmla="*/ 433001 h 882235"/>
              <a:gd name="csX154" fmla="*/ 165217 w 882253"/>
              <a:gd name="csY154" fmla="*/ 485686 h 882235"/>
              <a:gd name="csX155" fmla="*/ 112532 w 882253"/>
              <a:gd name="csY155" fmla="*/ 433001 h 882235"/>
              <a:gd name="csX156" fmla="*/ 165217 w 882253"/>
              <a:gd name="csY156" fmla="*/ 380315 h 882235"/>
              <a:gd name="csX157" fmla="*/ 703534 w 882253"/>
              <a:gd name="csY157" fmla="*/ 767203 h 882235"/>
              <a:gd name="csX158" fmla="*/ 613077 w 882253"/>
              <a:gd name="csY158" fmla="*/ 727234 h 882235"/>
              <a:gd name="csX159" fmla="*/ 601897 w 882253"/>
              <a:gd name="csY159" fmla="*/ 727770 h 882235"/>
              <a:gd name="csX160" fmla="*/ 530031 w 882253"/>
              <a:gd name="csY160" fmla="*/ 757577 h 882235"/>
              <a:gd name="csX161" fmla="*/ 521744 w 882253"/>
              <a:gd name="csY161" fmla="*/ 765096 h 882235"/>
              <a:gd name="csX162" fmla="*/ 486061 w 882253"/>
              <a:gd name="csY162" fmla="*/ 857286 h 882235"/>
              <a:gd name="csX163" fmla="*/ 396103 w 882253"/>
              <a:gd name="csY163" fmla="*/ 857286 h 882235"/>
              <a:gd name="csX164" fmla="*/ 360438 w 882253"/>
              <a:gd name="csY164" fmla="*/ 765114 h 882235"/>
              <a:gd name="csX165" fmla="*/ 352151 w 882253"/>
              <a:gd name="csY165" fmla="*/ 757595 h 882235"/>
              <a:gd name="csX166" fmla="*/ 280267 w 882253"/>
              <a:gd name="csY166" fmla="*/ 727787 h 882235"/>
              <a:gd name="csX167" fmla="*/ 269087 w 882253"/>
              <a:gd name="csY167" fmla="*/ 727252 h 882235"/>
              <a:gd name="csX168" fmla="*/ 178647 w 882253"/>
              <a:gd name="csY168" fmla="*/ 767221 h 882235"/>
              <a:gd name="csX169" fmla="*/ 115032 w 882253"/>
              <a:gd name="csY169" fmla="*/ 703606 h 882235"/>
              <a:gd name="csX170" fmla="*/ 120515 w 882253"/>
              <a:gd name="csY170" fmla="*/ 691194 h 882235"/>
              <a:gd name="csX171" fmla="*/ 235565 w 882253"/>
              <a:gd name="csY171" fmla="*/ 691194 h 882235"/>
              <a:gd name="csX172" fmla="*/ 235601 w 882253"/>
              <a:gd name="csY172" fmla="*/ 691194 h 882235"/>
              <a:gd name="csX173" fmla="*/ 235637 w 882253"/>
              <a:gd name="csY173" fmla="*/ 691194 h 882235"/>
              <a:gd name="csX174" fmla="*/ 285518 w 882253"/>
              <a:gd name="csY174" fmla="*/ 691194 h 882235"/>
              <a:gd name="csX175" fmla="*/ 289608 w 882253"/>
              <a:gd name="csY175" fmla="*/ 690497 h 882235"/>
              <a:gd name="csX176" fmla="*/ 441055 w 882253"/>
              <a:gd name="csY176" fmla="*/ 733592 h 882235"/>
              <a:gd name="csX177" fmla="*/ 592503 w 882253"/>
              <a:gd name="csY177" fmla="*/ 690497 h 882235"/>
              <a:gd name="csX178" fmla="*/ 596592 w 882253"/>
              <a:gd name="csY178" fmla="*/ 691194 h 882235"/>
              <a:gd name="csX179" fmla="*/ 646474 w 882253"/>
              <a:gd name="csY179" fmla="*/ 691194 h 882235"/>
              <a:gd name="csX180" fmla="*/ 646509 w 882253"/>
              <a:gd name="csY180" fmla="*/ 691194 h 882235"/>
              <a:gd name="csX181" fmla="*/ 646545 w 882253"/>
              <a:gd name="csY181" fmla="*/ 691194 h 882235"/>
              <a:gd name="csX182" fmla="*/ 761595 w 882253"/>
              <a:gd name="csY182" fmla="*/ 691194 h 882235"/>
              <a:gd name="csX183" fmla="*/ 767078 w 882253"/>
              <a:gd name="csY183" fmla="*/ 703606 h 882235"/>
              <a:gd name="csX184" fmla="*/ 703463 w 882253"/>
              <a:gd name="csY184" fmla="*/ 767221 h 882235"/>
              <a:gd name="csX185" fmla="*/ 824817 w 882253"/>
              <a:gd name="csY185" fmla="*/ 666173 h 882235"/>
              <a:gd name="csX186" fmla="*/ 799904 w 882253"/>
              <a:gd name="csY186" fmla="*/ 666173 h 882235"/>
              <a:gd name="csX187" fmla="*/ 799904 w 882253"/>
              <a:gd name="csY187" fmla="*/ 592860 h 882235"/>
              <a:gd name="csX188" fmla="*/ 787402 w 882253"/>
              <a:gd name="csY188" fmla="*/ 580358 h 882235"/>
              <a:gd name="csX189" fmla="*/ 774900 w 882253"/>
              <a:gd name="csY189" fmla="*/ 592860 h 882235"/>
              <a:gd name="csX190" fmla="*/ 774900 w 882253"/>
              <a:gd name="csY190" fmla="*/ 666173 h 882235"/>
              <a:gd name="csX191" fmla="*/ 659082 w 882253"/>
              <a:gd name="csY191" fmla="*/ 666173 h 882235"/>
              <a:gd name="csX192" fmla="*/ 659082 w 882253"/>
              <a:gd name="csY192" fmla="*/ 592860 h 882235"/>
              <a:gd name="csX193" fmla="*/ 646581 w 882253"/>
              <a:gd name="csY193" fmla="*/ 580358 h 882235"/>
              <a:gd name="csX194" fmla="*/ 634079 w 882253"/>
              <a:gd name="csY194" fmla="*/ 592860 h 882235"/>
              <a:gd name="csX195" fmla="*/ 634079 w 882253"/>
              <a:gd name="csY195" fmla="*/ 666173 h 882235"/>
              <a:gd name="csX196" fmla="*/ 609165 w 882253"/>
              <a:gd name="csY196" fmla="*/ 666173 h 882235"/>
              <a:gd name="csX197" fmla="*/ 609165 w 882253"/>
              <a:gd name="csY197" fmla="*/ 588431 h 882235"/>
              <a:gd name="csX198" fmla="*/ 686907 w 882253"/>
              <a:gd name="csY198" fmla="*/ 510689 h 882235"/>
              <a:gd name="csX199" fmla="*/ 691854 w 882253"/>
              <a:gd name="csY199" fmla="*/ 510689 h 882235"/>
              <a:gd name="csX200" fmla="*/ 689211 w 882253"/>
              <a:gd name="csY200" fmla="*/ 532781 h 882235"/>
              <a:gd name="csX201" fmla="*/ 689211 w 882253"/>
              <a:gd name="csY201" fmla="*/ 532870 h 882235"/>
              <a:gd name="csX202" fmla="*/ 680853 w 882253"/>
              <a:gd name="csY202" fmla="*/ 602611 h 882235"/>
              <a:gd name="csX203" fmla="*/ 687014 w 882253"/>
              <a:gd name="csY203" fmla="*/ 614916 h 882235"/>
              <a:gd name="csX204" fmla="*/ 710732 w 882253"/>
              <a:gd name="csY204" fmla="*/ 628614 h 882235"/>
              <a:gd name="csX205" fmla="*/ 716983 w 882253"/>
              <a:gd name="csY205" fmla="*/ 630293 h 882235"/>
              <a:gd name="csX206" fmla="*/ 723233 w 882253"/>
              <a:gd name="csY206" fmla="*/ 628614 h 882235"/>
              <a:gd name="csX207" fmla="*/ 746951 w 882253"/>
              <a:gd name="csY207" fmla="*/ 614916 h 882235"/>
              <a:gd name="csX208" fmla="*/ 753112 w 882253"/>
              <a:gd name="csY208" fmla="*/ 602611 h 882235"/>
              <a:gd name="csX209" fmla="*/ 742111 w 882253"/>
              <a:gd name="csY209" fmla="*/ 510707 h 882235"/>
              <a:gd name="csX210" fmla="*/ 747058 w 882253"/>
              <a:gd name="csY210" fmla="*/ 510707 h 882235"/>
              <a:gd name="csX211" fmla="*/ 824800 w 882253"/>
              <a:gd name="csY211" fmla="*/ 588449 h 882235"/>
              <a:gd name="csX212" fmla="*/ 824800 w 882253"/>
              <a:gd name="csY212" fmla="*/ 666190 h 882235"/>
              <a:gd name="csX213" fmla="*/ 857232 w 882253"/>
              <a:gd name="csY213" fmla="*/ 486132 h 882235"/>
              <a:gd name="csX214" fmla="*/ 807494 w 882253"/>
              <a:gd name="csY214" fmla="*/ 505385 h 882235"/>
              <a:gd name="csX215" fmla="*/ 771204 w 882253"/>
              <a:gd name="csY215" fmla="*/ 488561 h 882235"/>
              <a:gd name="csX216" fmla="*/ 794671 w 882253"/>
              <a:gd name="csY216" fmla="*/ 433001 h 882235"/>
              <a:gd name="csX217" fmla="*/ 716983 w 882253"/>
              <a:gd name="csY217" fmla="*/ 355312 h 882235"/>
              <a:gd name="csX218" fmla="*/ 713946 w 882253"/>
              <a:gd name="csY218" fmla="*/ 355384 h 882235"/>
              <a:gd name="csX219" fmla="*/ 517458 w 882253"/>
              <a:gd name="csY219" fmla="*/ 168896 h 882235"/>
              <a:gd name="csX220" fmla="*/ 441091 w 882253"/>
              <a:gd name="csY220" fmla="*/ 105388 h 882235"/>
              <a:gd name="csX221" fmla="*/ 364724 w 882253"/>
              <a:gd name="csY221" fmla="*/ 168896 h 882235"/>
              <a:gd name="csX222" fmla="*/ 168235 w 882253"/>
              <a:gd name="csY222" fmla="*/ 355384 h 882235"/>
              <a:gd name="csX223" fmla="*/ 165199 w 882253"/>
              <a:gd name="csY223" fmla="*/ 355312 h 882235"/>
              <a:gd name="csX224" fmla="*/ 87511 w 882253"/>
              <a:gd name="csY224" fmla="*/ 433001 h 882235"/>
              <a:gd name="csX225" fmla="*/ 110978 w 882253"/>
              <a:gd name="csY225" fmla="*/ 488561 h 882235"/>
              <a:gd name="csX226" fmla="*/ 74688 w 882253"/>
              <a:gd name="csY226" fmla="*/ 505385 h 882235"/>
              <a:gd name="csX227" fmla="*/ 24950 w 882253"/>
              <a:gd name="csY227" fmla="*/ 486132 h 882235"/>
              <a:gd name="csX228" fmla="*/ 24950 w 882253"/>
              <a:gd name="csY228" fmla="*/ 396175 h 882235"/>
              <a:gd name="csX229" fmla="*/ 117122 w 882253"/>
              <a:gd name="csY229" fmla="*/ 360492 h 882235"/>
              <a:gd name="csX230" fmla="*/ 124641 w 882253"/>
              <a:gd name="csY230" fmla="*/ 352205 h 882235"/>
              <a:gd name="csX231" fmla="*/ 154448 w 882253"/>
              <a:gd name="csY231" fmla="*/ 280321 h 882235"/>
              <a:gd name="csX232" fmla="*/ 154984 w 882253"/>
              <a:gd name="csY232" fmla="*/ 269141 h 882235"/>
              <a:gd name="csX233" fmla="*/ 115014 w 882253"/>
              <a:gd name="csY233" fmla="*/ 178701 h 882235"/>
              <a:gd name="csX234" fmla="*/ 178629 w 882253"/>
              <a:gd name="csY234" fmla="*/ 115086 h 882235"/>
              <a:gd name="csX235" fmla="*/ 269087 w 882253"/>
              <a:gd name="csY235" fmla="*/ 155055 h 882235"/>
              <a:gd name="csX236" fmla="*/ 280267 w 882253"/>
              <a:gd name="csY236" fmla="*/ 154519 h 882235"/>
              <a:gd name="csX237" fmla="*/ 352133 w 882253"/>
              <a:gd name="csY237" fmla="*/ 124712 h 882235"/>
              <a:gd name="csX238" fmla="*/ 360420 w 882253"/>
              <a:gd name="csY238" fmla="*/ 117193 h 882235"/>
              <a:gd name="csX239" fmla="*/ 396103 w 882253"/>
              <a:gd name="csY239" fmla="*/ 25003 h 882235"/>
              <a:gd name="csX240" fmla="*/ 486061 w 882253"/>
              <a:gd name="csY240" fmla="*/ 25003 h 882235"/>
              <a:gd name="csX241" fmla="*/ 521744 w 882253"/>
              <a:gd name="csY241" fmla="*/ 117193 h 882235"/>
              <a:gd name="csX242" fmla="*/ 530031 w 882253"/>
              <a:gd name="csY242" fmla="*/ 124712 h 882235"/>
              <a:gd name="csX243" fmla="*/ 601897 w 882253"/>
              <a:gd name="csY243" fmla="*/ 154519 h 882235"/>
              <a:gd name="csX244" fmla="*/ 613077 w 882253"/>
              <a:gd name="csY244" fmla="*/ 155055 h 882235"/>
              <a:gd name="csX245" fmla="*/ 703534 w 882253"/>
              <a:gd name="csY245" fmla="*/ 115086 h 882235"/>
              <a:gd name="csX246" fmla="*/ 767149 w 882253"/>
              <a:gd name="csY246" fmla="*/ 178701 h 882235"/>
              <a:gd name="csX247" fmla="*/ 727180 w 882253"/>
              <a:gd name="csY247" fmla="*/ 269141 h 882235"/>
              <a:gd name="csX248" fmla="*/ 727716 w 882253"/>
              <a:gd name="csY248" fmla="*/ 280321 h 882235"/>
              <a:gd name="csX249" fmla="*/ 757523 w 882253"/>
              <a:gd name="csY249" fmla="*/ 352205 h 882235"/>
              <a:gd name="csX250" fmla="*/ 765042 w 882253"/>
              <a:gd name="csY250" fmla="*/ 360492 h 882235"/>
              <a:gd name="csX251" fmla="*/ 857214 w 882253"/>
              <a:gd name="csY251" fmla="*/ 396175 h 882235"/>
              <a:gd name="csX252" fmla="*/ 857214 w 882253"/>
              <a:gd name="csY252" fmla="*/ 486132 h 882235"/>
              <a:gd name="csX253" fmla="*/ 441109 w 882253"/>
              <a:gd name="csY253" fmla="*/ 624632 h 882235"/>
              <a:gd name="csX254" fmla="*/ 488418 w 882253"/>
              <a:gd name="csY254" fmla="*/ 577322 h 882235"/>
              <a:gd name="csX255" fmla="*/ 441109 w 882253"/>
              <a:gd name="csY255" fmla="*/ 530013 h 882235"/>
              <a:gd name="csX256" fmla="*/ 393799 w 882253"/>
              <a:gd name="csY256" fmla="*/ 577322 h 882235"/>
              <a:gd name="csX257" fmla="*/ 441109 w 882253"/>
              <a:gd name="csY257" fmla="*/ 624632 h 882235"/>
              <a:gd name="csX258" fmla="*/ 441109 w 882253"/>
              <a:gd name="csY258" fmla="*/ 555016 h 882235"/>
              <a:gd name="csX259" fmla="*/ 463415 w 882253"/>
              <a:gd name="csY259" fmla="*/ 577322 h 882235"/>
              <a:gd name="csX260" fmla="*/ 441109 w 882253"/>
              <a:gd name="csY260" fmla="*/ 599629 h 882235"/>
              <a:gd name="csX261" fmla="*/ 418802 w 882253"/>
              <a:gd name="csY261" fmla="*/ 577322 h 882235"/>
              <a:gd name="csX262" fmla="*/ 441109 w 882253"/>
              <a:gd name="csY262" fmla="*/ 555016 h 882235"/>
              <a:gd name="csX263" fmla="*/ 330702 w 882253"/>
              <a:gd name="csY263" fmla="*/ 602218 h 882235"/>
              <a:gd name="csX264" fmla="*/ 349865 w 882253"/>
              <a:gd name="csY264" fmla="*/ 609630 h 882235"/>
              <a:gd name="csX265" fmla="*/ 353741 w 882253"/>
              <a:gd name="csY265" fmla="*/ 618988 h 882235"/>
              <a:gd name="csX266" fmla="*/ 345436 w 882253"/>
              <a:gd name="csY266" fmla="*/ 637794 h 882235"/>
              <a:gd name="csX267" fmla="*/ 348026 w 882253"/>
              <a:gd name="csY267" fmla="*/ 651689 h 882235"/>
              <a:gd name="csX268" fmla="*/ 366742 w 882253"/>
              <a:gd name="csY268" fmla="*/ 670405 h 882235"/>
              <a:gd name="csX269" fmla="*/ 380637 w 882253"/>
              <a:gd name="csY269" fmla="*/ 672995 h 882235"/>
              <a:gd name="csX270" fmla="*/ 399443 w 882253"/>
              <a:gd name="csY270" fmla="*/ 664690 h 882235"/>
              <a:gd name="csX271" fmla="*/ 408819 w 882253"/>
              <a:gd name="csY271" fmla="*/ 668584 h 882235"/>
              <a:gd name="csX272" fmla="*/ 416231 w 882253"/>
              <a:gd name="csY272" fmla="*/ 687747 h 882235"/>
              <a:gd name="csX273" fmla="*/ 427893 w 882253"/>
              <a:gd name="csY273" fmla="*/ 695730 h 882235"/>
              <a:gd name="csX274" fmla="*/ 454343 w 882253"/>
              <a:gd name="csY274" fmla="*/ 695730 h 882235"/>
              <a:gd name="csX275" fmla="*/ 466005 w 882253"/>
              <a:gd name="csY275" fmla="*/ 687747 h 882235"/>
              <a:gd name="csX276" fmla="*/ 473416 w 882253"/>
              <a:gd name="csY276" fmla="*/ 668584 h 882235"/>
              <a:gd name="csX277" fmla="*/ 482775 w 882253"/>
              <a:gd name="csY277" fmla="*/ 664708 h 882235"/>
              <a:gd name="csX278" fmla="*/ 501581 w 882253"/>
              <a:gd name="csY278" fmla="*/ 673013 h 882235"/>
              <a:gd name="csX279" fmla="*/ 515475 w 882253"/>
              <a:gd name="csY279" fmla="*/ 670423 h 882235"/>
              <a:gd name="csX280" fmla="*/ 534192 w 882253"/>
              <a:gd name="csY280" fmla="*/ 651706 h 882235"/>
              <a:gd name="csX281" fmla="*/ 536781 w 882253"/>
              <a:gd name="csY281" fmla="*/ 637812 h 882235"/>
              <a:gd name="csX282" fmla="*/ 528477 w 882253"/>
              <a:gd name="csY282" fmla="*/ 619006 h 882235"/>
              <a:gd name="csX283" fmla="*/ 532352 w 882253"/>
              <a:gd name="csY283" fmla="*/ 609630 h 882235"/>
              <a:gd name="csX284" fmla="*/ 551515 w 882253"/>
              <a:gd name="csY284" fmla="*/ 602218 h 882235"/>
              <a:gd name="csX285" fmla="*/ 559499 w 882253"/>
              <a:gd name="csY285" fmla="*/ 590556 h 882235"/>
              <a:gd name="csX286" fmla="*/ 559499 w 882253"/>
              <a:gd name="csY286" fmla="*/ 564106 h 882235"/>
              <a:gd name="csX287" fmla="*/ 551515 w 882253"/>
              <a:gd name="csY287" fmla="*/ 552444 h 882235"/>
              <a:gd name="csX288" fmla="*/ 532352 w 882253"/>
              <a:gd name="csY288" fmla="*/ 545032 h 882235"/>
              <a:gd name="csX289" fmla="*/ 528459 w 882253"/>
              <a:gd name="csY289" fmla="*/ 535656 h 882235"/>
              <a:gd name="csX290" fmla="*/ 536764 w 882253"/>
              <a:gd name="csY290" fmla="*/ 516850 h 882235"/>
              <a:gd name="csX291" fmla="*/ 534174 w 882253"/>
              <a:gd name="csY291" fmla="*/ 502956 h 882235"/>
              <a:gd name="csX292" fmla="*/ 515457 w 882253"/>
              <a:gd name="csY292" fmla="*/ 484239 h 882235"/>
              <a:gd name="csX293" fmla="*/ 501563 w 882253"/>
              <a:gd name="csY293" fmla="*/ 481650 h 882235"/>
              <a:gd name="csX294" fmla="*/ 482757 w 882253"/>
              <a:gd name="csY294" fmla="*/ 489954 h 882235"/>
              <a:gd name="csX295" fmla="*/ 473398 w 882253"/>
              <a:gd name="csY295" fmla="*/ 486079 h 882235"/>
              <a:gd name="csX296" fmla="*/ 465987 w 882253"/>
              <a:gd name="csY296" fmla="*/ 466916 h 882235"/>
              <a:gd name="csX297" fmla="*/ 454325 w 882253"/>
              <a:gd name="csY297" fmla="*/ 458932 h 882235"/>
              <a:gd name="csX298" fmla="*/ 427875 w 882253"/>
              <a:gd name="csY298" fmla="*/ 458932 h 882235"/>
              <a:gd name="csX299" fmla="*/ 416213 w 882253"/>
              <a:gd name="csY299" fmla="*/ 466916 h 882235"/>
              <a:gd name="csX300" fmla="*/ 408801 w 882253"/>
              <a:gd name="csY300" fmla="*/ 486079 h 882235"/>
              <a:gd name="csX301" fmla="*/ 399443 w 882253"/>
              <a:gd name="csY301" fmla="*/ 489954 h 882235"/>
              <a:gd name="csX302" fmla="*/ 380637 w 882253"/>
              <a:gd name="csY302" fmla="*/ 481650 h 882235"/>
              <a:gd name="csX303" fmla="*/ 366742 w 882253"/>
              <a:gd name="csY303" fmla="*/ 484239 h 882235"/>
              <a:gd name="csX304" fmla="*/ 348026 w 882253"/>
              <a:gd name="csY304" fmla="*/ 502956 h 882235"/>
              <a:gd name="csX305" fmla="*/ 345436 w 882253"/>
              <a:gd name="csY305" fmla="*/ 516850 h 882235"/>
              <a:gd name="csX306" fmla="*/ 353741 w 882253"/>
              <a:gd name="csY306" fmla="*/ 535656 h 882235"/>
              <a:gd name="csX307" fmla="*/ 349865 w 882253"/>
              <a:gd name="csY307" fmla="*/ 545032 h 882235"/>
              <a:gd name="csX308" fmla="*/ 330702 w 882253"/>
              <a:gd name="csY308" fmla="*/ 552444 h 882235"/>
              <a:gd name="csX309" fmla="*/ 322719 w 882253"/>
              <a:gd name="csY309" fmla="*/ 564106 h 882235"/>
              <a:gd name="csX310" fmla="*/ 322719 w 882253"/>
              <a:gd name="csY310" fmla="*/ 590556 h 882235"/>
              <a:gd name="csX311" fmla="*/ 330702 w 882253"/>
              <a:gd name="csY311" fmla="*/ 602218 h 882235"/>
              <a:gd name="csX312" fmla="*/ 347722 w 882253"/>
              <a:gd name="csY312" fmla="*/ 572661 h 882235"/>
              <a:gd name="csX313" fmla="*/ 364474 w 882253"/>
              <a:gd name="csY313" fmla="*/ 566178 h 882235"/>
              <a:gd name="csX314" fmla="*/ 371993 w 882253"/>
              <a:gd name="csY314" fmla="*/ 557891 h 882235"/>
              <a:gd name="csX315" fmla="*/ 378494 w 882253"/>
              <a:gd name="csY315" fmla="*/ 542211 h 882235"/>
              <a:gd name="csX316" fmla="*/ 379030 w 882253"/>
              <a:gd name="csY316" fmla="*/ 531031 h 882235"/>
              <a:gd name="csX317" fmla="*/ 371761 w 882253"/>
              <a:gd name="csY317" fmla="*/ 514582 h 882235"/>
              <a:gd name="csX318" fmla="*/ 378351 w 882253"/>
              <a:gd name="csY318" fmla="*/ 507992 h 882235"/>
              <a:gd name="csX319" fmla="*/ 394799 w 882253"/>
              <a:gd name="csY319" fmla="*/ 515261 h 882235"/>
              <a:gd name="csX320" fmla="*/ 405979 w 882253"/>
              <a:gd name="csY320" fmla="*/ 514725 h 882235"/>
              <a:gd name="csX321" fmla="*/ 421660 w 882253"/>
              <a:gd name="csY321" fmla="*/ 508224 h 882235"/>
              <a:gd name="csX322" fmla="*/ 429947 w 882253"/>
              <a:gd name="csY322" fmla="*/ 500705 h 882235"/>
              <a:gd name="csX323" fmla="*/ 436430 w 882253"/>
              <a:gd name="csY323" fmla="*/ 483953 h 882235"/>
              <a:gd name="csX324" fmla="*/ 445752 w 882253"/>
              <a:gd name="csY324" fmla="*/ 483953 h 882235"/>
              <a:gd name="csX325" fmla="*/ 452235 w 882253"/>
              <a:gd name="csY325" fmla="*/ 500705 h 882235"/>
              <a:gd name="csX326" fmla="*/ 460522 w 882253"/>
              <a:gd name="csY326" fmla="*/ 508224 h 882235"/>
              <a:gd name="csX327" fmla="*/ 476202 w 882253"/>
              <a:gd name="csY327" fmla="*/ 514725 h 882235"/>
              <a:gd name="csX328" fmla="*/ 487382 w 882253"/>
              <a:gd name="csY328" fmla="*/ 515261 h 882235"/>
              <a:gd name="csX329" fmla="*/ 503831 w 882253"/>
              <a:gd name="csY329" fmla="*/ 507992 h 882235"/>
              <a:gd name="csX330" fmla="*/ 510421 w 882253"/>
              <a:gd name="csY330" fmla="*/ 514582 h 882235"/>
              <a:gd name="csX331" fmla="*/ 503152 w 882253"/>
              <a:gd name="csY331" fmla="*/ 531031 h 882235"/>
              <a:gd name="csX332" fmla="*/ 503688 w 882253"/>
              <a:gd name="csY332" fmla="*/ 542211 h 882235"/>
              <a:gd name="csX333" fmla="*/ 510189 w 882253"/>
              <a:gd name="csY333" fmla="*/ 557909 h 882235"/>
              <a:gd name="csX334" fmla="*/ 517708 w 882253"/>
              <a:gd name="csY334" fmla="*/ 566196 h 882235"/>
              <a:gd name="csX335" fmla="*/ 534460 w 882253"/>
              <a:gd name="csY335" fmla="*/ 572679 h 882235"/>
              <a:gd name="csX336" fmla="*/ 534460 w 882253"/>
              <a:gd name="csY336" fmla="*/ 582001 h 882235"/>
              <a:gd name="csX337" fmla="*/ 517708 w 882253"/>
              <a:gd name="csY337" fmla="*/ 588484 h 882235"/>
              <a:gd name="csX338" fmla="*/ 510189 w 882253"/>
              <a:gd name="csY338" fmla="*/ 596771 h 882235"/>
              <a:gd name="csX339" fmla="*/ 503688 w 882253"/>
              <a:gd name="csY339" fmla="*/ 612452 h 882235"/>
              <a:gd name="csX340" fmla="*/ 503152 w 882253"/>
              <a:gd name="csY340" fmla="*/ 623632 h 882235"/>
              <a:gd name="csX341" fmla="*/ 510421 w 882253"/>
              <a:gd name="csY341" fmla="*/ 640080 h 882235"/>
              <a:gd name="csX342" fmla="*/ 503831 w 882253"/>
              <a:gd name="csY342" fmla="*/ 646670 h 882235"/>
              <a:gd name="csX343" fmla="*/ 487382 w 882253"/>
              <a:gd name="csY343" fmla="*/ 639401 h 882235"/>
              <a:gd name="csX344" fmla="*/ 476202 w 882253"/>
              <a:gd name="csY344" fmla="*/ 639937 h 882235"/>
              <a:gd name="csX345" fmla="*/ 460522 w 882253"/>
              <a:gd name="csY345" fmla="*/ 646438 h 882235"/>
              <a:gd name="csX346" fmla="*/ 452235 w 882253"/>
              <a:gd name="csY346" fmla="*/ 653957 h 882235"/>
              <a:gd name="csX347" fmla="*/ 445752 w 882253"/>
              <a:gd name="csY347" fmla="*/ 670709 h 882235"/>
              <a:gd name="csX348" fmla="*/ 436430 w 882253"/>
              <a:gd name="csY348" fmla="*/ 670709 h 882235"/>
              <a:gd name="csX349" fmla="*/ 429947 w 882253"/>
              <a:gd name="csY349" fmla="*/ 653957 h 882235"/>
              <a:gd name="csX350" fmla="*/ 421660 w 882253"/>
              <a:gd name="csY350" fmla="*/ 646438 h 882235"/>
              <a:gd name="csX351" fmla="*/ 405979 w 882253"/>
              <a:gd name="csY351" fmla="*/ 639937 h 882235"/>
              <a:gd name="csX352" fmla="*/ 394799 w 882253"/>
              <a:gd name="csY352" fmla="*/ 639401 h 882235"/>
              <a:gd name="csX353" fmla="*/ 378351 w 882253"/>
              <a:gd name="csY353" fmla="*/ 646670 h 882235"/>
              <a:gd name="csX354" fmla="*/ 371761 w 882253"/>
              <a:gd name="csY354" fmla="*/ 640080 h 882235"/>
              <a:gd name="csX355" fmla="*/ 379030 w 882253"/>
              <a:gd name="csY355" fmla="*/ 623632 h 882235"/>
              <a:gd name="csX356" fmla="*/ 378494 w 882253"/>
              <a:gd name="csY356" fmla="*/ 612452 h 882235"/>
              <a:gd name="csX357" fmla="*/ 371993 w 882253"/>
              <a:gd name="csY357" fmla="*/ 596771 h 882235"/>
              <a:gd name="csX358" fmla="*/ 364474 w 882253"/>
              <a:gd name="csY358" fmla="*/ 588484 h 882235"/>
              <a:gd name="csX359" fmla="*/ 347722 w 882253"/>
              <a:gd name="csY359" fmla="*/ 582001 h 882235"/>
              <a:gd name="csX360" fmla="*/ 347722 w 882253"/>
              <a:gd name="csY360" fmla="*/ 572679 h 8822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Lst>
            <a:rect l="l" t="t" r="r" b="b"/>
            <a:pathLst>
              <a:path w="882253" h="882235">
                <a:moveTo>
                  <a:pt x="874252" y="375922"/>
                </a:moveTo>
                <a:lnTo>
                  <a:pt x="779848" y="339382"/>
                </a:lnTo>
                <a:cubicBezTo>
                  <a:pt x="773025" y="316629"/>
                  <a:pt x="763863" y="294555"/>
                  <a:pt x="752558" y="273570"/>
                </a:cubicBezTo>
                <a:lnTo>
                  <a:pt x="793492" y="180951"/>
                </a:lnTo>
                <a:cubicBezTo>
                  <a:pt x="795582" y="176236"/>
                  <a:pt x="794546" y="170718"/>
                  <a:pt x="790902" y="167057"/>
                </a:cubicBezTo>
                <a:lnTo>
                  <a:pt x="715179" y="91333"/>
                </a:lnTo>
                <a:cubicBezTo>
                  <a:pt x="711535" y="87690"/>
                  <a:pt x="705999" y="86654"/>
                  <a:pt x="701284" y="88743"/>
                </a:cubicBezTo>
                <a:lnTo>
                  <a:pt x="608665" y="129677"/>
                </a:lnTo>
                <a:cubicBezTo>
                  <a:pt x="587698" y="118372"/>
                  <a:pt x="565606" y="109210"/>
                  <a:pt x="542871" y="102388"/>
                </a:cubicBezTo>
                <a:lnTo>
                  <a:pt x="506331" y="7983"/>
                </a:lnTo>
                <a:cubicBezTo>
                  <a:pt x="504474" y="3161"/>
                  <a:pt x="499830" y="0"/>
                  <a:pt x="494669" y="0"/>
                </a:cubicBezTo>
                <a:lnTo>
                  <a:pt x="387584" y="0"/>
                </a:lnTo>
                <a:cubicBezTo>
                  <a:pt x="382423" y="0"/>
                  <a:pt x="377797" y="3179"/>
                  <a:pt x="375922" y="7983"/>
                </a:cubicBezTo>
                <a:lnTo>
                  <a:pt x="339382" y="102388"/>
                </a:lnTo>
                <a:cubicBezTo>
                  <a:pt x="316647" y="109210"/>
                  <a:pt x="294555" y="118372"/>
                  <a:pt x="273588" y="129677"/>
                </a:cubicBezTo>
                <a:lnTo>
                  <a:pt x="180951" y="88743"/>
                </a:lnTo>
                <a:cubicBezTo>
                  <a:pt x="176236" y="86654"/>
                  <a:pt x="170700" y="87690"/>
                  <a:pt x="167057" y="91333"/>
                </a:cubicBezTo>
                <a:lnTo>
                  <a:pt x="91333" y="167057"/>
                </a:lnTo>
                <a:cubicBezTo>
                  <a:pt x="87690" y="170700"/>
                  <a:pt x="86654" y="176218"/>
                  <a:pt x="88743" y="180951"/>
                </a:cubicBezTo>
                <a:lnTo>
                  <a:pt x="129677" y="273570"/>
                </a:lnTo>
                <a:cubicBezTo>
                  <a:pt x="118372" y="294537"/>
                  <a:pt x="109228" y="316611"/>
                  <a:pt x="102388" y="339382"/>
                </a:cubicBezTo>
                <a:lnTo>
                  <a:pt x="7983" y="375922"/>
                </a:lnTo>
                <a:cubicBezTo>
                  <a:pt x="3161" y="377779"/>
                  <a:pt x="0" y="382423"/>
                  <a:pt x="0" y="387584"/>
                </a:cubicBezTo>
                <a:lnTo>
                  <a:pt x="0" y="494669"/>
                </a:lnTo>
                <a:cubicBezTo>
                  <a:pt x="0" y="499830"/>
                  <a:pt x="3179" y="504456"/>
                  <a:pt x="7983" y="506331"/>
                </a:cubicBezTo>
                <a:lnTo>
                  <a:pt x="54810" y="524458"/>
                </a:lnTo>
                <a:cubicBezTo>
                  <a:pt x="40809" y="542014"/>
                  <a:pt x="32397" y="564249"/>
                  <a:pt x="32397" y="588395"/>
                </a:cubicBezTo>
                <a:lnTo>
                  <a:pt x="32397" y="678638"/>
                </a:lnTo>
                <a:cubicBezTo>
                  <a:pt x="32397" y="685550"/>
                  <a:pt x="37987" y="691140"/>
                  <a:pt x="44898" y="691140"/>
                </a:cubicBezTo>
                <a:lnTo>
                  <a:pt x="93226" y="691140"/>
                </a:lnTo>
                <a:lnTo>
                  <a:pt x="88743" y="701284"/>
                </a:lnTo>
                <a:cubicBezTo>
                  <a:pt x="86654" y="705999"/>
                  <a:pt x="87690" y="711518"/>
                  <a:pt x="91333" y="715179"/>
                </a:cubicBezTo>
                <a:lnTo>
                  <a:pt x="167057" y="790902"/>
                </a:lnTo>
                <a:cubicBezTo>
                  <a:pt x="170700" y="794546"/>
                  <a:pt x="176236" y="795582"/>
                  <a:pt x="180951" y="793492"/>
                </a:cubicBezTo>
                <a:lnTo>
                  <a:pt x="273570" y="752558"/>
                </a:lnTo>
                <a:cubicBezTo>
                  <a:pt x="294537" y="763863"/>
                  <a:pt x="316611" y="773007"/>
                  <a:pt x="339382" y="779848"/>
                </a:cubicBezTo>
                <a:lnTo>
                  <a:pt x="375922" y="874252"/>
                </a:lnTo>
                <a:cubicBezTo>
                  <a:pt x="377779" y="879074"/>
                  <a:pt x="382423" y="882235"/>
                  <a:pt x="387584" y="882235"/>
                </a:cubicBezTo>
                <a:lnTo>
                  <a:pt x="494669" y="882235"/>
                </a:lnTo>
                <a:cubicBezTo>
                  <a:pt x="499830" y="882235"/>
                  <a:pt x="504456" y="879056"/>
                  <a:pt x="506331" y="874252"/>
                </a:cubicBezTo>
                <a:lnTo>
                  <a:pt x="542871" y="779848"/>
                </a:lnTo>
                <a:cubicBezTo>
                  <a:pt x="565606" y="773025"/>
                  <a:pt x="587681" y="763863"/>
                  <a:pt x="608665" y="752558"/>
                </a:cubicBezTo>
                <a:lnTo>
                  <a:pt x="701302" y="793492"/>
                </a:lnTo>
                <a:cubicBezTo>
                  <a:pt x="706017" y="795582"/>
                  <a:pt x="711535" y="794546"/>
                  <a:pt x="715197" y="790902"/>
                </a:cubicBezTo>
                <a:lnTo>
                  <a:pt x="790920" y="715179"/>
                </a:lnTo>
                <a:cubicBezTo>
                  <a:pt x="794564" y="711535"/>
                  <a:pt x="795599" y="705999"/>
                  <a:pt x="793510" y="701284"/>
                </a:cubicBezTo>
                <a:lnTo>
                  <a:pt x="789027" y="691140"/>
                </a:lnTo>
                <a:lnTo>
                  <a:pt x="837355" y="691140"/>
                </a:lnTo>
                <a:cubicBezTo>
                  <a:pt x="844266" y="691140"/>
                  <a:pt x="849856" y="685550"/>
                  <a:pt x="849856" y="678638"/>
                </a:cubicBezTo>
                <a:lnTo>
                  <a:pt x="849856" y="588395"/>
                </a:lnTo>
                <a:cubicBezTo>
                  <a:pt x="849856" y="564231"/>
                  <a:pt x="841462" y="542014"/>
                  <a:pt x="827443" y="524458"/>
                </a:cubicBezTo>
                <a:lnTo>
                  <a:pt x="874270" y="506331"/>
                </a:lnTo>
                <a:cubicBezTo>
                  <a:pt x="879092" y="504474"/>
                  <a:pt x="882253" y="499830"/>
                  <a:pt x="882253" y="494669"/>
                </a:cubicBezTo>
                <a:lnTo>
                  <a:pt x="882253" y="387584"/>
                </a:lnTo>
                <a:cubicBezTo>
                  <a:pt x="882253" y="382423"/>
                  <a:pt x="879074" y="377797"/>
                  <a:pt x="874270" y="375922"/>
                </a:cubicBezTo>
                <a:close/>
                <a:moveTo>
                  <a:pt x="57400" y="588395"/>
                </a:moveTo>
                <a:cubicBezTo>
                  <a:pt x="57400" y="545532"/>
                  <a:pt x="92279" y="510653"/>
                  <a:pt x="135142" y="510653"/>
                </a:cubicBezTo>
                <a:lnTo>
                  <a:pt x="140089" y="510653"/>
                </a:lnTo>
                <a:lnTo>
                  <a:pt x="129088" y="602558"/>
                </a:lnTo>
                <a:cubicBezTo>
                  <a:pt x="128498" y="607522"/>
                  <a:pt x="130909" y="612362"/>
                  <a:pt x="135249" y="614863"/>
                </a:cubicBezTo>
                <a:lnTo>
                  <a:pt x="158966" y="628561"/>
                </a:lnTo>
                <a:cubicBezTo>
                  <a:pt x="160895" y="629686"/>
                  <a:pt x="163056" y="630240"/>
                  <a:pt x="165217" y="630240"/>
                </a:cubicBezTo>
                <a:cubicBezTo>
                  <a:pt x="167378" y="630240"/>
                  <a:pt x="169539" y="629686"/>
                  <a:pt x="171468" y="628561"/>
                </a:cubicBezTo>
                <a:lnTo>
                  <a:pt x="195185" y="614863"/>
                </a:lnTo>
                <a:cubicBezTo>
                  <a:pt x="199525" y="612362"/>
                  <a:pt x="201936" y="607522"/>
                  <a:pt x="201347" y="602558"/>
                </a:cubicBezTo>
                <a:lnTo>
                  <a:pt x="190345" y="510653"/>
                </a:lnTo>
                <a:lnTo>
                  <a:pt x="195292" y="510653"/>
                </a:lnTo>
                <a:cubicBezTo>
                  <a:pt x="238155" y="510653"/>
                  <a:pt x="273034" y="545532"/>
                  <a:pt x="273034" y="588395"/>
                </a:cubicBezTo>
                <a:lnTo>
                  <a:pt x="273034" y="666137"/>
                </a:lnTo>
                <a:lnTo>
                  <a:pt x="248120" y="666137"/>
                </a:lnTo>
                <a:lnTo>
                  <a:pt x="248120" y="592824"/>
                </a:lnTo>
                <a:cubicBezTo>
                  <a:pt x="248120" y="585913"/>
                  <a:pt x="242530" y="580323"/>
                  <a:pt x="235619" y="580323"/>
                </a:cubicBezTo>
                <a:cubicBezTo>
                  <a:pt x="228707" y="580323"/>
                  <a:pt x="223117" y="585913"/>
                  <a:pt x="223117" y="592824"/>
                </a:cubicBezTo>
                <a:lnTo>
                  <a:pt x="223117" y="666137"/>
                </a:lnTo>
                <a:lnTo>
                  <a:pt x="107299" y="666137"/>
                </a:lnTo>
                <a:lnTo>
                  <a:pt x="107299" y="592824"/>
                </a:lnTo>
                <a:cubicBezTo>
                  <a:pt x="107299" y="585913"/>
                  <a:pt x="101709" y="580323"/>
                  <a:pt x="94798" y="580323"/>
                </a:cubicBezTo>
                <a:cubicBezTo>
                  <a:pt x="87886" y="580323"/>
                  <a:pt x="82296" y="585913"/>
                  <a:pt x="82296" y="592824"/>
                </a:cubicBezTo>
                <a:lnTo>
                  <a:pt x="82296" y="666137"/>
                </a:lnTo>
                <a:lnTo>
                  <a:pt x="57382" y="666137"/>
                </a:lnTo>
                <a:lnTo>
                  <a:pt x="57382" y="588395"/>
                </a:lnTo>
                <a:close/>
                <a:moveTo>
                  <a:pt x="364349" y="195042"/>
                </a:moveTo>
                <a:cubicBezTo>
                  <a:pt x="366992" y="211991"/>
                  <a:pt x="375136" y="227153"/>
                  <a:pt x="386888" y="238619"/>
                </a:cubicBezTo>
                <a:cubicBezTo>
                  <a:pt x="341828" y="249495"/>
                  <a:pt x="308253" y="290143"/>
                  <a:pt x="308253" y="338489"/>
                </a:cubicBezTo>
                <a:lnTo>
                  <a:pt x="308253" y="428732"/>
                </a:lnTo>
                <a:cubicBezTo>
                  <a:pt x="308253" y="435644"/>
                  <a:pt x="313843" y="441234"/>
                  <a:pt x="320754" y="441234"/>
                </a:cubicBezTo>
                <a:lnTo>
                  <a:pt x="561427" y="441234"/>
                </a:lnTo>
                <a:cubicBezTo>
                  <a:pt x="568339" y="441234"/>
                  <a:pt x="573929" y="435644"/>
                  <a:pt x="573929" y="428732"/>
                </a:cubicBezTo>
                <a:lnTo>
                  <a:pt x="573929" y="338489"/>
                </a:lnTo>
                <a:cubicBezTo>
                  <a:pt x="573929" y="290143"/>
                  <a:pt x="540353" y="249513"/>
                  <a:pt x="495294" y="238619"/>
                </a:cubicBezTo>
                <a:cubicBezTo>
                  <a:pt x="507046" y="227153"/>
                  <a:pt x="515207" y="212009"/>
                  <a:pt x="517833" y="195042"/>
                </a:cubicBezTo>
                <a:cubicBezTo>
                  <a:pt x="597860" y="219474"/>
                  <a:pt x="661886" y="281214"/>
                  <a:pt x="689229" y="360438"/>
                </a:cubicBezTo>
                <a:cubicBezTo>
                  <a:pt x="660065" y="371636"/>
                  <a:pt x="639294" y="399925"/>
                  <a:pt x="639294" y="432983"/>
                </a:cubicBezTo>
                <a:cubicBezTo>
                  <a:pt x="639294" y="454735"/>
                  <a:pt x="648295" y="474434"/>
                  <a:pt x="662761" y="488543"/>
                </a:cubicBezTo>
                <a:cubicBezTo>
                  <a:pt x="617702" y="499420"/>
                  <a:pt x="584127" y="540068"/>
                  <a:pt x="584127" y="588413"/>
                </a:cubicBezTo>
                <a:lnTo>
                  <a:pt x="584127" y="666155"/>
                </a:lnTo>
                <a:cubicBezTo>
                  <a:pt x="541550" y="693908"/>
                  <a:pt x="492240" y="708571"/>
                  <a:pt x="441073" y="708571"/>
                </a:cubicBezTo>
                <a:cubicBezTo>
                  <a:pt x="389906" y="708571"/>
                  <a:pt x="340614" y="693908"/>
                  <a:pt x="298019" y="666155"/>
                </a:cubicBezTo>
                <a:lnTo>
                  <a:pt x="298019" y="588413"/>
                </a:lnTo>
                <a:cubicBezTo>
                  <a:pt x="298019" y="540068"/>
                  <a:pt x="264444" y="499437"/>
                  <a:pt x="219385" y="488543"/>
                </a:cubicBezTo>
                <a:cubicBezTo>
                  <a:pt x="233851" y="474434"/>
                  <a:pt x="242852" y="454735"/>
                  <a:pt x="242852" y="432983"/>
                </a:cubicBezTo>
                <a:cubicBezTo>
                  <a:pt x="242852" y="399925"/>
                  <a:pt x="222081" y="371636"/>
                  <a:pt x="192917" y="360438"/>
                </a:cubicBezTo>
                <a:cubicBezTo>
                  <a:pt x="220242" y="281214"/>
                  <a:pt x="284286" y="219492"/>
                  <a:pt x="364313" y="195042"/>
                </a:cubicBezTo>
                <a:close/>
                <a:moveTo>
                  <a:pt x="493776" y="183059"/>
                </a:moveTo>
                <a:cubicBezTo>
                  <a:pt x="493776" y="212098"/>
                  <a:pt x="470148" y="235744"/>
                  <a:pt x="441091" y="235744"/>
                </a:cubicBezTo>
                <a:cubicBezTo>
                  <a:pt x="412034" y="235744"/>
                  <a:pt x="388406" y="212116"/>
                  <a:pt x="388406" y="183059"/>
                </a:cubicBezTo>
                <a:cubicBezTo>
                  <a:pt x="388406" y="154001"/>
                  <a:pt x="412034" y="130373"/>
                  <a:pt x="441091" y="130373"/>
                </a:cubicBezTo>
                <a:cubicBezTo>
                  <a:pt x="470148" y="130373"/>
                  <a:pt x="493776" y="154001"/>
                  <a:pt x="493776" y="183059"/>
                </a:cubicBezTo>
                <a:close/>
                <a:moveTo>
                  <a:pt x="511510" y="330416"/>
                </a:moveTo>
                <a:cubicBezTo>
                  <a:pt x="504599" y="330416"/>
                  <a:pt x="499009" y="336006"/>
                  <a:pt x="499009" y="342918"/>
                </a:cubicBezTo>
                <a:lnTo>
                  <a:pt x="499009" y="416231"/>
                </a:lnTo>
                <a:lnTo>
                  <a:pt x="383191" y="416231"/>
                </a:lnTo>
                <a:lnTo>
                  <a:pt x="383191" y="342918"/>
                </a:lnTo>
                <a:cubicBezTo>
                  <a:pt x="383191" y="336006"/>
                  <a:pt x="377601" y="330416"/>
                  <a:pt x="370689" y="330416"/>
                </a:cubicBezTo>
                <a:cubicBezTo>
                  <a:pt x="363778" y="330416"/>
                  <a:pt x="358188" y="336006"/>
                  <a:pt x="358188" y="342918"/>
                </a:cubicBezTo>
                <a:lnTo>
                  <a:pt x="358188" y="416231"/>
                </a:lnTo>
                <a:lnTo>
                  <a:pt x="333274" y="416231"/>
                </a:lnTo>
                <a:lnTo>
                  <a:pt x="333274" y="338489"/>
                </a:lnTo>
                <a:cubicBezTo>
                  <a:pt x="333274" y="295626"/>
                  <a:pt x="368153" y="260747"/>
                  <a:pt x="411016" y="260747"/>
                </a:cubicBezTo>
                <a:lnTo>
                  <a:pt x="415963" y="260747"/>
                </a:lnTo>
                <a:lnTo>
                  <a:pt x="404961" y="352651"/>
                </a:lnTo>
                <a:cubicBezTo>
                  <a:pt x="404372" y="357616"/>
                  <a:pt x="406783" y="362456"/>
                  <a:pt x="411123" y="364956"/>
                </a:cubicBezTo>
                <a:lnTo>
                  <a:pt x="434840" y="378654"/>
                </a:lnTo>
                <a:cubicBezTo>
                  <a:pt x="436769" y="379762"/>
                  <a:pt x="438930" y="380333"/>
                  <a:pt x="441091" y="380333"/>
                </a:cubicBezTo>
                <a:cubicBezTo>
                  <a:pt x="443252" y="380333"/>
                  <a:pt x="445413" y="379780"/>
                  <a:pt x="447342" y="378654"/>
                </a:cubicBezTo>
                <a:lnTo>
                  <a:pt x="471059" y="364956"/>
                </a:lnTo>
                <a:cubicBezTo>
                  <a:pt x="475399" y="362456"/>
                  <a:pt x="477810" y="357616"/>
                  <a:pt x="477220" y="352651"/>
                </a:cubicBezTo>
                <a:lnTo>
                  <a:pt x="466219" y="260747"/>
                </a:lnTo>
                <a:lnTo>
                  <a:pt x="471166" y="260747"/>
                </a:lnTo>
                <a:cubicBezTo>
                  <a:pt x="514029" y="260747"/>
                  <a:pt x="548908" y="295626"/>
                  <a:pt x="548908" y="338489"/>
                </a:cubicBezTo>
                <a:lnTo>
                  <a:pt x="548908" y="416231"/>
                </a:lnTo>
                <a:lnTo>
                  <a:pt x="523994" y="416231"/>
                </a:lnTo>
                <a:lnTo>
                  <a:pt x="523994" y="342918"/>
                </a:lnTo>
                <a:cubicBezTo>
                  <a:pt x="523994" y="336006"/>
                  <a:pt x="518404" y="330416"/>
                  <a:pt x="511493" y="330416"/>
                </a:cubicBezTo>
                <a:close/>
                <a:moveTo>
                  <a:pt x="451431" y="347436"/>
                </a:moveTo>
                <a:lnTo>
                  <a:pt x="441091" y="353401"/>
                </a:lnTo>
                <a:lnTo>
                  <a:pt x="430768" y="347436"/>
                </a:lnTo>
                <a:lnTo>
                  <a:pt x="441109" y="261176"/>
                </a:lnTo>
                <a:close/>
                <a:moveTo>
                  <a:pt x="713875" y="536996"/>
                </a:moveTo>
                <a:cubicBezTo>
                  <a:pt x="715482" y="532156"/>
                  <a:pt x="716965" y="527245"/>
                  <a:pt x="718322" y="522297"/>
                </a:cubicBezTo>
                <a:lnTo>
                  <a:pt x="727305" y="597360"/>
                </a:lnTo>
                <a:lnTo>
                  <a:pt x="716983" y="603325"/>
                </a:lnTo>
                <a:lnTo>
                  <a:pt x="706642" y="597360"/>
                </a:lnTo>
                <a:close/>
                <a:moveTo>
                  <a:pt x="716983" y="485668"/>
                </a:moveTo>
                <a:cubicBezTo>
                  <a:pt x="687943" y="485668"/>
                  <a:pt x="664297" y="462040"/>
                  <a:pt x="664297" y="432983"/>
                </a:cubicBezTo>
                <a:cubicBezTo>
                  <a:pt x="664297" y="403925"/>
                  <a:pt x="687925" y="380298"/>
                  <a:pt x="716983" y="380298"/>
                </a:cubicBezTo>
                <a:cubicBezTo>
                  <a:pt x="746040" y="380298"/>
                  <a:pt x="769668" y="403925"/>
                  <a:pt x="769668" y="432983"/>
                </a:cubicBezTo>
                <a:cubicBezTo>
                  <a:pt x="769668" y="462040"/>
                  <a:pt x="746040" y="485668"/>
                  <a:pt x="716983" y="485668"/>
                </a:cubicBezTo>
                <a:close/>
                <a:moveTo>
                  <a:pt x="165217" y="511100"/>
                </a:moveTo>
                <a:lnTo>
                  <a:pt x="175540" y="597360"/>
                </a:lnTo>
                <a:lnTo>
                  <a:pt x="165217" y="603325"/>
                </a:lnTo>
                <a:lnTo>
                  <a:pt x="154877" y="597360"/>
                </a:lnTo>
                <a:close/>
                <a:moveTo>
                  <a:pt x="165217" y="380315"/>
                </a:moveTo>
                <a:cubicBezTo>
                  <a:pt x="194256" y="380315"/>
                  <a:pt x="217902" y="403943"/>
                  <a:pt x="217902" y="433001"/>
                </a:cubicBezTo>
                <a:cubicBezTo>
                  <a:pt x="217902" y="462058"/>
                  <a:pt x="194274" y="485686"/>
                  <a:pt x="165217" y="485686"/>
                </a:cubicBezTo>
                <a:cubicBezTo>
                  <a:pt x="136160" y="485686"/>
                  <a:pt x="112532" y="462058"/>
                  <a:pt x="112532" y="433001"/>
                </a:cubicBezTo>
                <a:cubicBezTo>
                  <a:pt x="112532" y="403943"/>
                  <a:pt x="136160" y="380315"/>
                  <a:pt x="165217" y="380315"/>
                </a:cubicBezTo>
                <a:close/>
                <a:moveTo>
                  <a:pt x="703534" y="767203"/>
                </a:moveTo>
                <a:lnTo>
                  <a:pt x="613077" y="727234"/>
                </a:lnTo>
                <a:cubicBezTo>
                  <a:pt x="609469" y="725644"/>
                  <a:pt x="605326" y="725841"/>
                  <a:pt x="601897" y="727770"/>
                </a:cubicBezTo>
                <a:cubicBezTo>
                  <a:pt x="579180" y="740539"/>
                  <a:pt x="554998" y="750576"/>
                  <a:pt x="530031" y="757577"/>
                </a:cubicBezTo>
                <a:cubicBezTo>
                  <a:pt x="526244" y="758648"/>
                  <a:pt x="523173" y="761434"/>
                  <a:pt x="521744" y="765096"/>
                </a:cubicBezTo>
                <a:lnTo>
                  <a:pt x="486061" y="857286"/>
                </a:lnTo>
                <a:lnTo>
                  <a:pt x="396103" y="857286"/>
                </a:lnTo>
                <a:lnTo>
                  <a:pt x="360438" y="765114"/>
                </a:lnTo>
                <a:cubicBezTo>
                  <a:pt x="359009" y="761434"/>
                  <a:pt x="355955" y="758648"/>
                  <a:pt x="352151" y="757595"/>
                </a:cubicBezTo>
                <a:cubicBezTo>
                  <a:pt x="327148" y="750576"/>
                  <a:pt x="302966" y="740557"/>
                  <a:pt x="280267" y="727787"/>
                </a:cubicBezTo>
                <a:cubicBezTo>
                  <a:pt x="276838" y="725859"/>
                  <a:pt x="272695" y="725662"/>
                  <a:pt x="269087" y="727252"/>
                </a:cubicBezTo>
                <a:lnTo>
                  <a:pt x="178647" y="767221"/>
                </a:lnTo>
                <a:lnTo>
                  <a:pt x="115032" y="703606"/>
                </a:lnTo>
                <a:lnTo>
                  <a:pt x="120515" y="691194"/>
                </a:lnTo>
                <a:lnTo>
                  <a:pt x="235565" y="691194"/>
                </a:lnTo>
                <a:cubicBezTo>
                  <a:pt x="235565" y="691194"/>
                  <a:pt x="235583" y="691194"/>
                  <a:pt x="235601" y="691194"/>
                </a:cubicBezTo>
                <a:cubicBezTo>
                  <a:pt x="235619" y="691194"/>
                  <a:pt x="235619" y="691194"/>
                  <a:pt x="235637" y="691194"/>
                </a:cubicBezTo>
                <a:lnTo>
                  <a:pt x="285518" y="691194"/>
                </a:lnTo>
                <a:cubicBezTo>
                  <a:pt x="286947" y="691194"/>
                  <a:pt x="288322" y="690944"/>
                  <a:pt x="289608" y="690497"/>
                </a:cubicBezTo>
                <a:cubicBezTo>
                  <a:pt x="335042" y="718733"/>
                  <a:pt x="387120" y="733592"/>
                  <a:pt x="441055" y="733592"/>
                </a:cubicBezTo>
                <a:cubicBezTo>
                  <a:pt x="494990" y="733592"/>
                  <a:pt x="547086" y="718715"/>
                  <a:pt x="592503" y="690497"/>
                </a:cubicBezTo>
                <a:cubicBezTo>
                  <a:pt x="593789" y="690944"/>
                  <a:pt x="595164" y="691194"/>
                  <a:pt x="596592" y="691194"/>
                </a:cubicBezTo>
                <a:lnTo>
                  <a:pt x="646474" y="691194"/>
                </a:lnTo>
                <a:cubicBezTo>
                  <a:pt x="646474" y="691194"/>
                  <a:pt x="646492" y="691194"/>
                  <a:pt x="646509" y="691194"/>
                </a:cubicBezTo>
                <a:cubicBezTo>
                  <a:pt x="646527" y="691194"/>
                  <a:pt x="646527" y="691194"/>
                  <a:pt x="646545" y="691194"/>
                </a:cubicBezTo>
                <a:lnTo>
                  <a:pt x="761595" y="691194"/>
                </a:lnTo>
                <a:lnTo>
                  <a:pt x="767078" y="703606"/>
                </a:lnTo>
                <a:lnTo>
                  <a:pt x="703463" y="767221"/>
                </a:lnTo>
                <a:close/>
                <a:moveTo>
                  <a:pt x="824817" y="666173"/>
                </a:moveTo>
                <a:lnTo>
                  <a:pt x="799904" y="666173"/>
                </a:lnTo>
                <a:lnTo>
                  <a:pt x="799904" y="592860"/>
                </a:lnTo>
                <a:cubicBezTo>
                  <a:pt x="799904" y="585948"/>
                  <a:pt x="794314" y="580358"/>
                  <a:pt x="787402" y="580358"/>
                </a:cubicBezTo>
                <a:cubicBezTo>
                  <a:pt x="780490" y="580358"/>
                  <a:pt x="774900" y="585948"/>
                  <a:pt x="774900" y="592860"/>
                </a:cubicBezTo>
                <a:lnTo>
                  <a:pt x="774900" y="666173"/>
                </a:lnTo>
                <a:lnTo>
                  <a:pt x="659082" y="666173"/>
                </a:lnTo>
                <a:lnTo>
                  <a:pt x="659082" y="592860"/>
                </a:lnTo>
                <a:cubicBezTo>
                  <a:pt x="659082" y="585948"/>
                  <a:pt x="653492" y="580358"/>
                  <a:pt x="646581" y="580358"/>
                </a:cubicBezTo>
                <a:cubicBezTo>
                  <a:pt x="639669" y="580358"/>
                  <a:pt x="634079" y="585948"/>
                  <a:pt x="634079" y="592860"/>
                </a:cubicBezTo>
                <a:lnTo>
                  <a:pt x="634079" y="666173"/>
                </a:lnTo>
                <a:lnTo>
                  <a:pt x="609165" y="666173"/>
                </a:lnTo>
                <a:lnTo>
                  <a:pt x="609165" y="588431"/>
                </a:lnTo>
                <a:cubicBezTo>
                  <a:pt x="609165" y="545568"/>
                  <a:pt x="644045" y="510689"/>
                  <a:pt x="686907" y="510689"/>
                </a:cubicBezTo>
                <a:lnTo>
                  <a:pt x="691854" y="510689"/>
                </a:lnTo>
                <a:lnTo>
                  <a:pt x="689211" y="532781"/>
                </a:lnTo>
                <a:cubicBezTo>
                  <a:pt x="689211" y="532781"/>
                  <a:pt x="689211" y="532834"/>
                  <a:pt x="689211" y="532870"/>
                </a:cubicBezTo>
                <a:lnTo>
                  <a:pt x="680853" y="602611"/>
                </a:lnTo>
                <a:cubicBezTo>
                  <a:pt x="680264" y="607576"/>
                  <a:pt x="682675" y="612416"/>
                  <a:pt x="687014" y="614916"/>
                </a:cubicBezTo>
                <a:lnTo>
                  <a:pt x="710732" y="628614"/>
                </a:lnTo>
                <a:cubicBezTo>
                  <a:pt x="712661" y="629739"/>
                  <a:pt x="714822" y="630293"/>
                  <a:pt x="716983" y="630293"/>
                </a:cubicBezTo>
                <a:cubicBezTo>
                  <a:pt x="719143" y="630293"/>
                  <a:pt x="721304" y="629739"/>
                  <a:pt x="723233" y="628614"/>
                </a:cubicBezTo>
                <a:lnTo>
                  <a:pt x="746951" y="614916"/>
                </a:lnTo>
                <a:cubicBezTo>
                  <a:pt x="751290" y="612416"/>
                  <a:pt x="753701" y="607576"/>
                  <a:pt x="753112" y="602611"/>
                </a:cubicBezTo>
                <a:lnTo>
                  <a:pt x="742111" y="510707"/>
                </a:lnTo>
                <a:lnTo>
                  <a:pt x="747058" y="510707"/>
                </a:lnTo>
                <a:cubicBezTo>
                  <a:pt x="789920" y="510707"/>
                  <a:pt x="824800" y="545586"/>
                  <a:pt x="824800" y="588449"/>
                </a:cubicBezTo>
                <a:lnTo>
                  <a:pt x="824800" y="666190"/>
                </a:lnTo>
                <a:close/>
                <a:moveTo>
                  <a:pt x="857232" y="486132"/>
                </a:moveTo>
                <a:lnTo>
                  <a:pt x="807494" y="505385"/>
                </a:lnTo>
                <a:cubicBezTo>
                  <a:pt x="796778" y="497562"/>
                  <a:pt x="784491" y="491776"/>
                  <a:pt x="771204" y="488561"/>
                </a:cubicBezTo>
                <a:cubicBezTo>
                  <a:pt x="785670" y="474452"/>
                  <a:pt x="794671" y="454753"/>
                  <a:pt x="794671" y="433001"/>
                </a:cubicBezTo>
                <a:cubicBezTo>
                  <a:pt x="794671" y="390174"/>
                  <a:pt x="759827" y="355312"/>
                  <a:pt x="716983" y="355312"/>
                </a:cubicBezTo>
                <a:cubicBezTo>
                  <a:pt x="715965" y="355312"/>
                  <a:pt x="714964" y="355348"/>
                  <a:pt x="713946" y="355384"/>
                </a:cubicBezTo>
                <a:cubicBezTo>
                  <a:pt x="683782" y="264587"/>
                  <a:pt x="609737" y="194274"/>
                  <a:pt x="517458" y="168896"/>
                </a:cubicBezTo>
                <a:cubicBezTo>
                  <a:pt x="510778" y="132802"/>
                  <a:pt x="479096" y="105388"/>
                  <a:pt x="441091" y="105388"/>
                </a:cubicBezTo>
                <a:cubicBezTo>
                  <a:pt x="403086" y="105388"/>
                  <a:pt x="371404" y="132820"/>
                  <a:pt x="364724" y="168896"/>
                </a:cubicBezTo>
                <a:cubicBezTo>
                  <a:pt x="272445" y="194274"/>
                  <a:pt x="198400" y="264587"/>
                  <a:pt x="168235" y="355384"/>
                </a:cubicBezTo>
                <a:cubicBezTo>
                  <a:pt x="167235" y="355348"/>
                  <a:pt x="166217" y="355312"/>
                  <a:pt x="165199" y="355312"/>
                </a:cubicBezTo>
                <a:cubicBezTo>
                  <a:pt x="122372" y="355312"/>
                  <a:pt x="87511" y="390156"/>
                  <a:pt x="87511" y="433001"/>
                </a:cubicBezTo>
                <a:cubicBezTo>
                  <a:pt x="87511" y="454753"/>
                  <a:pt x="96512" y="474452"/>
                  <a:pt x="110978" y="488561"/>
                </a:cubicBezTo>
                <a:cubicBezTo>
                  <a:pt x="97691" y="491776"/>
                  <a:pt x="85404" y="497562"/>
                  <a:pt x="74688" y="505385"/>
                </a:cubicBezTo>
                <a:lnTo>
                  <a:pt x="24950" y="486132"/>
                </a:lnTo>
                <a:lnTo>
                  <a:pt x="24950" y="396175"/>
                </a:lnTo>
                <a:lnTo>
                  <a:pt x="117122" y="360492"/>
                </a:lnTo>
                <a:cubicBezTo>
                  <a:pt x="120801" y="359063"/>
                  <a:pt x="123587" y="356009"/>
                  <a:pt x="124641" y="352205"/>
                </a:cubicBezTo>
                <a:cubicBezTo>
                  <a:pt x="131659" y="327202"/>
                  <a:pt x="141678" y="303020"/>
                  <a:pt x="154448" y="280321"/>
                </a:cubicBezTo>
                <a:cubicBezTo>
                  <a:pt x="156377" y="276892"/>
                  <a:pt x="156573" y="272748"/>
                  <a:pt x="154984" y="269141"/>
                </a:cubicBezTo>
                <a:lnTo>
                  <a:pt x="115014" y="178701"/>
                </a:lnTo>
                <a:lnTo>
                  <a:pt x="178629" y="115086"/>
                </a:lnTo>
                <a:lnTo>
                  <a:pt x="269087" y="155055"/>
                </a:lnTo>
                <a:cubicBezTo>
                  <a:pt x="272695" y="156645"/>
                  <a:pt x="276838" y="156448"/>
                  <a:pt x="280267" y="154519"/>
                </a:cubicBezTo>
                <a:cubicBezTo>
                  <a:pt x="302984" y="141750"/>
                  <a:pt x="327166" y="131713"/>
                  <a:pt x="352133" y="124712"/>
                </a:cubicBezTo>
                <a:cubicBezTo>
                  <a:pt x="355920" y="123640"/>
                  <a:pt x="358991" y="120854"/>
                  <a:pt x="360420" y="117193"/>
                </a:cubicBezTo>
                <a:lnTo>
                  <a:pt x="396103" y="25003"/>
                </a:lnTo>
                <a:lnTo>
                  <a:pt x="486061" y="25003"/>
                </a:lnTo>
                <a:lnTo>
                  <a:pt x="521744" y="117193"/>
                </a:lnTo>
                <a:cubicBezTo>
                  <a:pt x="523173" y="120872"/>
                  <a:pt x="526227" y="123658"/>
                  <a:pt x="530031" y="124712"/>
                </a:cubicBezTo>
                <a:cubicBezTo>
                  <a:pt x="555016" y="131731"/>
                  <a:pt x="579197" y="141750"/>
                  <a:pt x="601897" y="154519"/>
                </a:cubicBezTo>
                <a:cubicBezTo>
                  <a:pt x="605326" y="156448"/>
                  <a:pt x="609469" y="156645"/>
                  <a:pt x="613077" y="155055"/>
                </a:cubicBezTo>
                <a:lnTo>
                  <a:pt x="703534" y="115086"/>
                </a:lnTo>
                <a:lnTo>
                  <a:pt x="767149" y="178701"/>
                </a:lnTo>
                <a:lnTo>
                  <a:pt x="727180" y="269141"/>
                </a:lnTo>
                <a:cubicBezTo>
                  <a:pt x="725591" y="272748"/>
                  <a:pt x="725787" y="276892"/>
                  <a:pt x="727716" y="280321"/>
                </a:cubicBezTo>
                <a:cubicBezTo>
                  <a:pt x="740485" y="303038"/>
                  <a:pt x="750522" y="327219"/>
                  <a:pt x="757523" y="352205"/>
                </a:cubicBezTo>
                <a:cubicBezTo>
                  <a:pt x="758595" y="355991"/>
                  <a:pt x="761381" y="359063"/>
                  <a:pt x="765042" y="360492"/>
                </a:cubicBezTo>
                <a:lnTo>
                  <a:pt x="857214" y="396175"/>
                </a:lnTo>
                <a:lnTo>
                  <a:pt x="857214" y="486132"/>
                </a:lnTo>
                <a:close/>
                <a:moveTo>
                  <a:pt x="441109" y="624632"/>
                </a:moveTo>
                <a:cubicBezTo>
                  <a:pt x="467201" y="624632"/>
                  <a:pt x="488418" y="603415"/>
                  <a:pt x="488418" y="577322"/>
                </a:cubicBezTo>
                <a:cubicBezTo>
                  <a:pt x="488418" y="551230"/>
                  <a:pt x="467201" y="530013"/>
                  <a:pt x="441109" y="530013"/>
                </a:cubicBezTo>
                <a:cubicBezTo>
                  <a:pt x="415016" y="530013"/>
                  <a:pt x="393799" y="551230"/>
                  <a:pt x="393799" y="577322"/>
                </a:cubicBezTo>
                <a:cubicBezTo>
                  <a:pt x="393799" y="603415"/>
                  <a:pt x="415016" y="624632"/>
                  <a:pt x="441109" y="624632"/>
                </a:cubicBezTo>
                <a:close/>
                <a:moveTo>
                  <a:pt x="441109" y="555016"/>
                </a:moveTo>
                <a:cubicBezTo>
                  <a:pt x="453414" y="555016"/>
                  <a:pt x="463415" y="565017"/>
                  <a:pt x="463415" y="577322"/>
                </a:cubicBezTo>
                <a:cubicBezTo>
                  <a:pt x="463415" y="589627"/>
                  <a:pt x="453414" y="599629"/>
                  <a:pt x="441109" y="599629"/>
                </a:cubicBezTo>
                <a:cubicBezTo>
                  <a:pt x="428804" y="599629"/>
                  <a:pt x="418802" y="589627"/>
                  <a:pt x="418802" y="577322"/>
                </a:cubicBezTo>
                <a:cubicBezTo>
                  <a:pt x="418802" y="565017"/>
                  <a:pt x="428804" y="555016"/>
                  <a:pt x="441109" y="555016"/>
                </a:cubicBezTo>
                <a:close/>
                <a:moveTo>
                  <a:pt x="330702" y="602218"/>
                </a:moveTo>
                <a:lnTo>
                  <a:pt x="349865" y="609630"/>
                </a:lnTo>
                <a:cubicBezTo>
                  <a:pt x="350990" y="612809"/>
                  <a:pt x="352294" y="615934"/>
                  <a:pt x="353741" y="618988"/>
                </a:cubicBezTo>
                <a:lnTo>
                  <a:pt x="345436" y="637794"/>
                </a:lnTo>
                <a:cubicBezTo>
                  <a:pt x="343346" y="642509"/>
                  <a:pt x="344382" y="648027"/>
                  <a:pt x="348026" y="651689"/>
                </a:cubicBezTo>
                <a:lnTo>
                  <a:pt x="366742" y="670405"/>
                </a:lnTo>
                <a:cubicBezTo>
                  <a:pt x="370386" y="674049"/>
                  <a:pt x="375904" y="675084"/>
                  <a:pt x="380637" y="672995"/>
                </a:cubicBezTo>
                <a:lnTo>
                  <a:pt x="399443" y="664690"/>
                </a:lnTo>
                <a:cubicBezTo>
                  <a:pt x="402497" y="666155"/>
                  <a:pt x="405622" y="667441"/>
                  <a:pt x="408819" y="668584"/>
                </a:cubicBezTo>
                <a:lnTo>
                  <a:pt x="416231" y="687747"/>
                </a:lnTo>
                <a:cubicBezTo>
                  <a:pt x="418088" y="692569"/>
                  <a:pt x="422731" y="695730"/>
                  <a:pt x="427893" y="695730"/>
                </a:cubicBezTo>
                <a:lnTo>
                  <a:pt x="454343" y="695730"/>
                </a:lnTo>
                <a:cubicBezTo>
                  <a:pt x="459504" y="695730"/>
                  <a:pt x="464129" y="692551"/>
                  <a:pt x="466005" y="687747"/>
                </a:cubicBezTo>
                <a:lnTo>
                  <a:pt x="473416" y="668584"/>
                </a:lnTo>
                <a:cubicBezTo>
                  <a:pt x="476595" y="667458"/>
                  <a:pt x="479721" y="666155"/>
                  <a:pt x="482775" y="664708"/>
                </a:cubicBezTo>
                <a:lnTo>
                  <a:pt x="501581" y="673013"/>
                </a:lnTo>
                <a:cubicBezTo>
                  <a:pt x="506295" y="675102"/>
                  <a:pt x="511832" y="674066"/>
                  <a:pt x="515475" y="670423"/>
                </a:cubicBezTo>
                <a:lnTo>
                  <a:pt x="534192" y="651706"/>
                </a:lnTo>
                <a:cubicBezTo>
                  <a:pt x="537835" y="648063"/>
                  <a:pt x="538871" y="642545"/>
                  <a:pt x="536781" y="637812"/>
                </a:cubicBezTo>
                <a:lnTo>
                  <a:pt x="528477" y="619006"/>
                </a:lnTo>
                <a:cubicBezTo>
                  <a:pt x="529941" y="615952"/>
                  <a:pt x="531227" y="612827"/>
                  <a:pt x="532352" y="609630"/>
                </a:cubicBezTo>
                <a:lnTo>
                  <a:pt x="551515" y="602218"/>
                </a:lnTo>
                <a:cubicBezTo>
                  <a:pt x="556337" y="600361"/>
                  <a:pt x="559499" y="595717"/>
                  <a:pt x="559499" y="590556"/>
                </a:cubicBezTo>
                <a:lnTo>
                  <a:pt x="559499" y="564106"/>
                </a:lnTo>
                <a:cubicBezTo>
                  <a:pt x="559499" y="558945"/>
                  <a:pt x="556320" y="554319"/>
                  <a:pt x="551515" y="552444"/>
                </a:cubicBezTo>
                <a:lnTo>
                  <a:pt x="532352" y="545032"/>
                </a:lnTo>
                <a:cubicBezTo>
                  <a:pt x="531227" y="541853"/>
                  <a:pt x="529923" y="538710"/>
                  <a:pt x="528459" y="535656"/>
                </a:cubicBezTo>
                <a:lnTo>
                  <a:pt x="536764" y="516850"/>
                </a:lnTo>
                <a:cubicBezTo>
                  <a:pt x="538853" y="512135"/>
                  <a:pt x="537817" y="506599"/>
                  <a:pt x="534174" y="502956"/>
                </a:cubicBezTo>
                <a:lnTo>
                  <a:pt x="515457" y="484239"/>
                </a:lnTo>
                <a:cubicBezTo>
                  <a:pt x="511814" y="480596"/>
                  <a:pt x="506278" y="479560"/>
                  <a:pt x="501563" y="481650"/>
                </a:cubicBezTo>
                <a:lnTo>
                  <a:pt x="482757" y="489954"/>
                </a:lnTo>
                <a:cubicBezTo>
                  <a:pt x="479703" y="488490"/>
                  <a:pt x="476577" y="487204"/>
                  <a:pt x="473398" y="486079"/>
                </a:cubicBezTo>
                <a:lnTo>
                  <a:pt x="465987" y="466916"/>
                </a:lnTo>
                <a:cubicBezTo>
                  <a:pt x="464129" y="462093"/>
                  <a:pt x="459486" y="458932"/>
                  <a:pt x="454325" y="458932"/>
                </a:cubicBezTo>
                <a:lnTo>
                  <a:pt x="427875" y="458932"/>
                </a:lnTo>
                <a:cubicBezTo>
                  <a:pt x="422714" y="458932"/>
                  <a:pt x="418088" y="462111"/>
                  <a:pt x="416213" y="466916"/>
                </a:cubicBezTo>
                <a:lnTo>
                  <a:pt x="408801" y="486079"/>
                </a:lnTo>
                <a:cubicBezTo>
                  <a:pt x="405622" y="487204"/>
                  <a:pt x="402497" y="488507"/>
                  <a:pt x="399443" y="489954"/>
                </a:cubicBezTo>
                <a:lnTo>
                  <a:pt x="380637" y="481650"/>
                </a:lnTo>
                <a:cubicBezTo>
                  <a:pt x="375904" y="479560"/>
                  <a:pt x="370386" y="480596"/>
                  <a:pt x="366742" y="484239"/>
                </a:cubicBezTo>
                <a:lnTo>
                  <a:pt x="348026" y="502956"/>
                </a:lnTo>
                <a:cubicBezTo>
                  <a:pt x="344382" y="506599"/>
                  <a:pt x="343346" y="512118"/>
                  <a:pt x="345436" y="516850"/>
                </a:cubicBezTo>
                <a:lnTo>
                  <a:pt x="353741" y="535656"/>
                </a:lnTo>
                <a:cubicBezTo>
                  <a:pt x="352276" y="538710"/>
                  <a:pt x="350990" y="541836"/>
                  <a:pt x="349865" y="545032"/>
                </a:cubicBezTo>
                <a:lnTo>
                  <a:pt x="330702" y="552444"/>
                </a:lnTo>
                <a:cubicBezTo>
                  <a:pt x="325880" y="554301"/>
                  <a:pt x="322719" y="558945"/>
                  <a:pt x="322719" y="564106"/>
                </a:cubicBezTo>
                <a:lnTo>
                  <a:pt x="322719" y="590556"/>
                </a:lnTo>
                <a:cubicBezTo>
                  <a:pt x="322719" y="595717"/>
                  <a:pt x="325898" y="600343"/>
                  <a:pt x="330702" y="602218"/>
                </a:cubicBezTo>
                <a:close/>
                <a:moveTo>
                  <a:pt x="347722" y="572661"/>
                </a:moveTo>
                <a:lnTo>
                  <a:pt x="364474" y="566178"/>
                </a:lnTo>
                <a:cubicBezTo>
                  <a:pt x="368153" y="564749"/>
                  <a:pt x="370939" y="561695"/>
                  <a:pt x="371993" y="557891"/>
                </a:cubicBezTo>
                <a:cubicBezTo>
                  <a:pt x="373529" y="552444"/>
                  <a:pt x="375708" y="547158"/>
                  <a:pt x="378494" y="542211"/>
                </a:cubicBezTo>
                <a:cubicBezTo>
                  <a:pt x="380423" y="538782"/>
                  <a:pt x="380619" y="534638"/>
                  <a:pt x="379030" y="531031"/>
                </a:cubicBezTo>
                <a:lnTo>
                  <a:pt x="371761" y="514582"/>
                </a:lnTo>
                <a:lnTo>
                  <a:pt x="378351" y="507992"/>
                </a:lnTo>
                <a:lnTo>
                  <a:pt x="394799" y="515261"/>
                </a:lnTo>
                <a:cubicBezTo>
                  <a:pt x="398407" y="516850"/>
                  <a:pt x="402550" y="516654"/>
                  <a:pt x="405979" y="514725"/>
                </a:cubicBezTo>
                <a:cubicBezTo>
                  <a:pt x="410944" y="511939"/>
                  <a:pt x="416213" y="509742"/>
                  <a:pt x="421660" y="508224"/>
                </a:cubicBezTo>
                <a:cubicBezTo>
                  <a:pt x="425446" y="507171"/>
                  <a:pt x="428518" y="504367"/>
                  <a:pt x="429947" y="500705"/>
                </a:cubicBezTo>
                <a:lnTo>
                  <a:pt x="436430" y="483953"/>
                </a:lnTo>
                <a:lnTo>
                  <a:pt x="445752" y="483953"/>
                </a:lnTo>
                <a:lnTo>
                  <a:pt x="452235" y="500705"/>
                </a:lnTo>
                <a:cubicBezTo>
                  <a:pt x="453664" y="504385"/>
                  <a:pt x="456718" y="507171"/>
                  <a:pt x="460522" y="508224"/>
                </a:cubicBezTo>
                <a:cubicBezTo>
                  <a:pt x="465969" y="509760"/>
                  <a:pt x="471255" y="511939"/>
                  <a:pt x="476202" y="514725"/>
                </a:cubicBezTo>
                <a:cubicBezTo>
                  <a:pt x="479631" y="516654"/>
                  <a:pt x="483775" y="516850"/>
                  <a:pt x="487382" y="515261"/>
                </a:cubicBezTo>
                <a:lnTo>
                  <a:pt x="503831" y="507992"/>
                </a:lnTo>
                <a:lnTo>
                  <a:pt x="510421" y="514582"/>
                </a:lnTo>
                <a:lnTo>
                  <a:pt x="503152" y="531031"/>
                </a:lnTo>
                <a:cubicBezTo>
                  <a:pt x="501563" y="534638"/>
                  <a:pt x="501759" y="538782"/>
                  <a:pt x="503688" y="542211"/>
                </a:cubicBezTo>
                <a:cubicBezTo>
                  <a:pt x="506474" y="547176"/>
                  <a:pt x="508671" y="552462"/>
                  <a:pt x="510189" y="557909"/>
                </a:cubicBezTo>
                <a:cubicBezTo>
                  <a:pt x="511260" y="561695"/>
                  <a:pt x="514046" y="564767"/>
                  <a:pt x="517708" y="566196"/>
                </a:cubicBezTo>
                <a:lnTo>
                  <a:pt x="534460" y="572679"/>
                </a:lnTo>
                <a:lnTo>
                  <a:pt x="534460" y="582001"/>
                </a:lnTo>
                <a:lnTo>
                  <a:pt x="517708" y="588484"/>
                </a:lnTo>
                <a:cubicBezTo>
                  <a:pt x="514029" y="589913"/>
                  <a:pt x="511242" y="592967"/>
                  <a:pt x="510189" y="596771"/>
                </a:cubicBezTo>
                <a:cubicBezTo>
                  <a:pt x="508653" y="602236"/>
                  <a:pt x="506474" y="607505"/>
                  <a:pt x="503688" y="612452"/>
                </a:cubicBezTo>
                <a:cubicBezTo>
                  <a:pt x="501759" y="615881"/>
                  <a:pt x="501563" y="620024"/>
                  <a:pt x="503152" y="623632"/>
                </a:cubicBezTo>
                <a:lnTo>
                  <a:pt x="510421" y="640080"/>
                </a:lnTo>
                <a:lnTo>
                  <a:pt x="503831" y="646670"/>
                </a:lnTo>
                <a:lnTo>
                  <a:pt x="487382" y="639401"/>
                </a:lnTo>
                <a:cubicBezTo>
                  <a:pt x="483775" y="637812"/>
                  <a:pt x="479631" y="638008"/>
                  <a:pt x="476202" y="639937"/>
                </a:cubicBezTo>
                <a:cubicBezTo>
                  <a:pt x="471237" y="642723"/>
                  <a:pt x="465969" y="644920"/>
                  <a:pt x="460522" y="646438"/>
                </a:cubicBezTo>
                <a:cubicBezTo>
                  <a:pt x="456736" y="647492"/>
                  <a:pt x="453664" y="650296"/>
                  <a:pt x="452235" y="653957"/>
                </a:cubicBezTo>
                <a:lnTo>
                  <a:pt x="445752" y="670709"/>
                </a:lnTo>
                <a:lnTo>
                  <a:pt x="436430" y="670709"/>
                </a:lnTo>
                <a:lnTo>
                  <a:pt x="429947" y="653957"/>
                </a:lnTo>
                <a:cubicBezTo>
                  <a:pt x="428518" y="650278"/>
                  <a:pt x="425464" y="647492"/>
                  <a:pt x="421660" y="646438"/>
                </a:cubicBezTo>
                <a:cubicBezTo>
                  <a:pt x="416213" y="644902"/>
                  <a:pt x="410926" y="642723"/>
                  <a:pt x="405979" y="639937"/>
                </a:cubicBezTo>
                <a:cubicBezTo>
                  <a:pt x="402550" y="638008"/>
                  <a:pt x="398407" y="637812"/>
                  <a:pt x="394799" y="639401"/>
                </a:cubicBezTo>
                <a:lnTo>
                  <a:pt x="378351" y="646670"/>
                </a:lnTo>
                <a:lnTo>
                  <a:pt x="371761" y="640080"/>
                </a:lnTo>
                <a:lnTo>
                  <a:pt x="379030" y="623632"/>
                </a:lnTo>
                <a:cubicBezTo>
                  <a:pt x="380619" y="620024"/>
                  <a:pt x="380423" y="615881"/>
                  <a:pt x="378494" y="612452"/>
                </a:cubicBezTo>
                <a:cubicBezTo>
                  <a:pt x="375708" y="607487"/>
                  <a:pt x="373511" y="602218"/>
                  <a:pt x="371993" y="596771"/>
                </a:cubicBezTo>
                <a:cubicBezTo>
                  <a:pt x="370921" y="592985"/>
                  <a:pt x="368135" y="589913"/>
                  <a:pt x="364474" y="588484"/>
                </a:cubicBezTo>
                <a:lnTo>
                  <a:pt x="347722" y="582001"/>
                </a:lnTo>
                <a:lnTo>
                  <a:pt x="347722" y="572679"/>
                </a:lnTo>
                <a:close/>
              </a:path>
            </a:pathLst>
          </a:custGeom>
          <a:solidFill>
            <a:schemeClr val="bg1"/>
          </a:solidFill>
          <a:ln w="1786" cap="flat">
            <a:noFill/>
            <a:prstDash val="solid"/>
            <a:miter/>
          </a:ln>
        </p:spPr>
        <p:txBody>
          <a:bodyPr/>
          <a:lstStyle/>
          <a:p>
            <a:endParaRPr lang="en-GB"/>
          </a:p>
        </p:txBody>
      </p:sp>
      <p:sp>
        <p:nvSpPr>
          <p:cNvPr id="64" name="Freeform 4">
            <a:extLst>
              <a:ext uri="{FF2B5EF4-FFF2-40B4-BE49-F238E27FC236}">
                <a16:creationId xmlns:a16="http://schemas.microsoft.com/office/drawing/2014/main" id="{F17E322A-B115-D1BD-4C3F-EB28B37DF5FD}"/>
              </a:ext>
            </a:extLst>
          </p:cNvPr>
          <p:cNvSpPr/>
          <p:nvPr/>
        </p:nvSpPr>
        <p:spPr>
          <a:xfrm>
            <a:off x="9701871" y="1977548"/>
            <a:ext cx="1344211" cy="1240539"/>
          </a:xfrm>
          <a:custGeom>
            <a:avLst/>
            <a:gdLst>
              <a:gd name="connsiteX0" fmla="*/ 0 w 1249038"/>
              <a:gd name="connsiteY0" fmla="*/ 0 h 1152706"/>
              <a:gd name="connsiteX1" fmla="*/ 156336 w 1249038"/>
              <a:gd name="connsiteY1" fmla="*/ 7894 h 1152706"/>
              <a:gd name="connsiteX2" fmla="*/ 1239759 w 1249038"/>
              <a:gd name="connsiteY2" fmla="*/ 588517 h 1152706"/>
              <a:gd name="connsiteX3" fmla="*/ 1249038 w 1249038"/>
              <a:gd name="connsiteY3" fmla="*/ 600926 h 1152706"/>
              <a:gd name="connsiteX4" fmla="*/ 567648 w 1249038"/>
              <a:gd name="connsiteY4" fmla="*/ 1152706 h 1152706"/>
              <a:gd name="connsiteX5" fmla="*/ 517254 w 1249038"/>
              <a:gd name="connsiteY5" fmla="*/ 1091627 h 1152706"/>
              <a:gd name="connsiteX6" fmla="*/ 66970 w 1249038"/>
              <a:gd name="connsiteY6" fmla="*/ 877429 h 1152706"/>
              <a:gd name="connsiteX7" fmla="*/ 0 w 1249038"/>
              <a:gd name="connsiteY7" fmla="*/ 874048 h 1152706"/>
              <a:gd name="connsiteX8" fmla="*/ 0 w 1249038"/>
              <a:gd name="connsiteY8" fmla="*/ 0 h 1152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9038" h="1152706">
                <a:moveTo>
                  <a:pt x="0" y="0"/>
                </a:moveTo>
                <a:lnTo>
                  <a:pt x="156336" y="7894"/>
                </a:lnTo>
                <a:cubicBezTo>
                  <a:pt x="591607" y="52098"/>
                  <a:pt x="975888" y="268780"/>
                  <a:pt x="1239759" y="588517"/>
                </a:cubicBezTo>
                <a:lnTo>
                  <a:pt x="1249038" y="600926"/>
                </a:lnTo>
                <a:lnTo>
                  <a:pt x="567648" y="1152706"/>
                </a:lnTo>
                <a:lnTo>
                  <a:pt x="517254" y="1091627"/>
                </a:lnTo>
                <a:cubicBezTo>
                  <a:pt x="399376" y="973750"/>
                  <a:pt x="242151" y="895220"/>
                  <a:pt x="66970" y="877429"/>
                </a:cubicBezTo>
                <a:lnTo>
                  <a:pt x="0" y="874048"/>
                </a:lnTo>
                <a:lnTo>
                  <a:pt x="0" y="0"/>
                </a:lnTo>
                <a:close/>
              </a:path>
            </a:pathLst>
          </a:custGeom>
          <a:gradFill>
            <a:gsLst>
              <a:gs pos="0">
                <a:schemeClr val="accent2"/>
              </a:gs>
              <a:gs pos="8000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65" name="Group 64">
            <a:extLst>
              <a:ext uri="{FF2B5EF4-FFF2-40B4-BE49-F238E27FC236}">
                <a16:creationId xmlns:a16="http://schemas.microsoft.com/office/drawing/2014/main" id="{2326CF12-EBAF-17A7-B2AA-D7221ECFD2D5}"/>
              </a:ext>
            </a:extLst>
          </p:cNvPr>
          <p:cNvGrpSpPr>
            <a:grpSpLocks noChangeAspect="1"/>
          </p:cNvGrpSpPr>
          <p:nvPr/>
        </p:nvGrpSpPr>
        <p:grpSpPr>
          <a:xfrm>
            <a:off x="9980463" y="2265641"/>
            <a:ext cx="516526" cy="519024"/>
            <a:chOff x="10656888" y="4908551"/>
            <a:chExt cx="1312863" cy="1319213"/>
          </a:xfrm>
          <a:solidFill>
            <a:schemeClr val="bg1"/>
          </a:solidFill>
        </p:grpSpPr>
        <p:sp>
          <p:nvSpPr>
            <p:cNvPr id="66" name="Freeform 608">
              <a:extLst>
                <a:ext uri="{FF2B5EF4-FFF2-40B4-BE49-F238E27FC236}">
                  <a16:creationId xmlns:a16="http://schemas.microsoft.com/office/drawing/2014/main" id="{36556B6C-FD2A-26B1-F096-BBDE6D98D99F}"/>
                </a:ext>
              </a:extLst>
            </p:cNvPr>
            <p:cNvSpPr>
              <a:spLocks noEditPoints="1"/>
            </p:cNvSpPr>
            <p:nvPr/>
          </p:nvSpPr>
          <p:spPr bwMode="auto">
            <a:xfrm>
              <a:off x="10671176" y="4908551"/>
              <a:ext cx="1298575" cy="933450"/>
            </a:xfrm>
            <a:custGeom>
              <a:avLst/>
              <a:gdLst>
                <a:gd name="T0" fmla="*/ 10 w 3182"/>
                <a:gd name="T1" fmla="*/ 1887 h 2285"/>
                <a:gd name="T2" fmla="*/ 1191 w 3182"/>
                <a:gd name="T3" fmla="*/ 2065 h 2285"/>
                <a:gd name="T4" fmla="*/ 1328 w 3182"/>
                <a:gd name="T5" fmla="*/ 2053 h 2285"/>
                <a:gd name="T6" fmla="*/ 1488 w 3182"/>
                <a:gd name="T7" fmla="*/ 2105 h 2285"/>
                <a:gd name="T8" fmla="*/ 1698 w 3182"/>
                <a:gd name="T9" fmla="*/ 2280 h 2285"/>
                <a:gd name="T10" fmla="*/ 1919 w 3182"/>
                <a:gd name="T11" fmla="*/ 2101 h 2285"/>
                <a:gd name="T12" fmla="*/ 2166 w 3182"/>
                <a:gd name="T13" fmla="*/ 2100 h 2285"/>
                <a:gd name="T14" fmla="*/ 2335 w 3182"/>
                <a:gd name="T15" fmla="*/ 1825 h 2285"/>
                <a:gd name="T16" fmla="*/ 2206 w 3182"/>
                <a:gd name="T17" fmla="*/ 1707 h 2285"/>
                <a:gd name="T18" fmla="*/ 2424 w 3182"/>
                <a:gd name="T19" fmla="*/ 1690 h 2285"/>
                <a:gd name="T20" fmla="*/ 2871 w 3182"/>
                <a:gd name="T21" fmla="*/ 1654 h 2285"/>
                <a:gd name="T22" fmla="*/ 3116 w 3182"/>
                <a:gd name="T23" fmla="*/ 1405 h 2285"/>
                <a:gd name="T24" fmla="*/ 3179 w 3182"/>
                <a:gd name="T25" fmla="*/ 1067 h 2285"/>
                <a:gd name="T26" fmla="*/ 3035 w 3182"/>
                <a:gd name="T27" fmla="*/ 749 h 2285"/>
                <a:gd name="T28" fmla="*/ 2671 w 3182"/>
                <a:gd name="T29" fmla="*/ 557 h 2285"/>
                <a:gd name="T30" fmla="*/ 2223 w 3182"/>
                <a:gd name="T31" fmla="*/ 696 h 2285"/>
                <a:gd name="T32" fmla="*/ 2021 w 3182"/>
                <a:gd name="T33" fmla="*/ 1112 h 2285"/>
                <a:gd name="T34" fmla="*/ 1931 w 3182"/>
                <a:gd name="T35" fmla="*/ 1193 h 2285"/>
                <a:gd name="T36" fmla="*/ 1860 w 3182"/>
                <a:gd name="T37" fmla="*/ 992 h 2285"/>
                <a:gd name="T38" fmla="*/ 1638 w 3182"/>
                <a:gd name="T39" fmla="*/ 0 h 2285"/>
                <a:gd name="T40" fmla="*/ 1634 w 3182"/>
                <a:gd name="T41" fmla="*/ 112 h 2285"/>
                <a:gd name="T42" fmla="*/ 1582 w 3182"/>
                <a:gd name="T43" fmla="*/ 984 h 2285"/>
                <a:gd name="T44" fmla="*/ 1512 w 3182"/>
                <a:gd name="T45" fmla="*/ 1143 h 2285"/>
                <a:gd name="T46" fmla="*/ 1291 w 3182"/>
                <a:gd name="T47" fmla="*/ 1203 h 2285"/>
                <a:gd name="T48" fmla="*/ 1112 w 3182"/>
                <a:gd name="T49" fmla="*/ 1350 h 2285"/>
                <a:gd name="T50" fmla="*/ 1103 w 3182"/>
                <a:gd name="T51" fmla="*/ 1499 h 2285"/>
                <a:gd name="T52" fmla="*/ 1185 w 3182"/>
                <a:gd name="T53" fmla="*/ 1638 h 2285"/>
                <a:gd name="T54" fmla="*/ 1098 w 3182"/>
                <a:gd name="T55" fmla="*/ 1786 h 2285"/>
                <a:gd name="T56" fmla="*/ 1085 w 3182"/>
                <a:gd name="T57" fmla="*/ 1890 h 2285"/>
                <a:gd name="T58" fmla="*/ 146 w 3182"/>
                <a:gd name="T59" fmla="*/ 1886 h 2285"/>
                <a:gd name="T60" fmla="*/ 101 w 3182"/>
                <a:gd name="T61" fmla="*/ 1198 h 2285"/>
                <a:gd name="T62" fmla="*/ 1521 w 3182"/>
                <a:gd name="T63" fmla="*/ 90 h 2285"/>
                <a:gd name="T64" fmla="*/ 2993 w 3182"/>
                <a:gd name="T65" fmla="*/ 840 h 2285"/>
                <a:gd name="T66" fmla="*/ 3078 w 3182"/>
                <a:gd name="T67" fmla="*/ 1252 h 2285"/>
                <a:gd name="T68" fmla="*/ 2922 w 3182"/>
                <a:gd name="T69" fmla="*/ 1509 h 2285"/>
                <a:gd name="T70" fmla="*/ 2638 w 3182"/>
                <a:gd name="T71" fmla="*/ 1630 h 2285"/>
                <a:gd name="T72" fmla="*/ 2357 w 3182"/>
                <a:gd name="T73" fmla="*/ 1566 h 2285"/>
                <a:gd name="T74" fmla="*/ 2319 w 3182"/>
                <a:gd name="T75" fmla="*/ 1473 h 2285"/>
                <a:gd name="T76" fmla="*/ 2209 w 3182"/>
                <a:gd name="T77" fmla="*/ 1232 h 2285"/>
                <a:gd name="T78" fmla="*/ 2102 w 3182"/>
                <a:gd name="T79" fmla="*/ 1161 h 2285"/>
                <a:gd name="T80" fmla="*/ 2192 w 3182"/>
                <a:gd name="T81" fmla="*/ 865 h 2285"/>
                <a:gd name="T82" fmla="*/ 2466 w 3182"/>
                <a:gd name="T83" fmla="*/ 663 h 2285"/>
                <a:gd name="T84" fmla="*/ 2816 w 3182"/>
                <a:gd name="T85" fmla="*/ 692 h 2285"/>
                <a:gd name="T86" fmla="*/ 1828 w 3182"/>
                <a:gd name="T87" fmla="*/ 1235 h 2285"/>
                <a:gd name="T88" fmla="*/ 2078 w 3182"/>
                <a:gd name="T89" fmla="*/ 1318 h 2285"/>
                <a:gd name="T90" fmla="*/ 2215 w 3182"/>
                <a:gd name="T91" fmla="*/ 1433 h 2285"/>
                <a:gd name="T92" fmla="*/ 2117 w 3182"/>
                <a:gd name="T93" fmla="*/ 1535 h 2285"/>
                <a:gd name="T94" fmla="*/ 2146 w 3182"/>
                <a:gd name="T95" fmla="*/ 1794 h 2285"/>
                <a:gd name="T96" fmla="*/ 2164 w 3182"/>
                <a:gd name="T97" fmla="*/ 1961 h 2285"/>
                <a:gd name="T98" fmla="*/ 1971 w 3182"/>
                <a:gd name="T99" fmla="*/ 1962 h 2285"/>
                <a:gd name="T100" fmla="*/ 1783 w 3182"/>
                <a:gd name="T101" fmla="*/ 2115 h 2285"/>
                <a:gd name="T102" fmla="*/ 1603 w 3182"/>
                <a:gd name="T103" fmla="*/ 2106 h 2285"/>
                <a:gd name="T104" fmla="*/ 1464 w 3182"/>
                <a:gd name="T105" fmla="*/ 1991 h 2285"/>
                <a:gd name="T106" fmla="*/ 1254 w 3182"/>
                <a:gd name="T107" fmla="*/ 1987 h 2285"/>
                <a:gd name="T108" fmla="*/ 1180 w 3182"/>
                <a:gd name="T109" fmla="*/ 1836 h 2285"/>
                <a:gd name="T110" fmla="*/ 1277 w 3182"/>
                <a:gd name="T111" fmla="*/ 1684 h 2285"/>
                <a:gd name="T112" fmla="*/ 1168 w 3182"/>
                <a:gd name="T113" fmla="*/ 1437 h 2285"/>
                <a:gd name="T114" fmla="*/ 1286 w 3182"/>
                <a:gd name="T115" fmla="*/ 1301 h 2285"/>
                <a:gd name="T116" fmla="*/ 1546 w 3182"/>
                <a:gd name="T117" fmla="*/ 1248 h 2285"/>
                <a:gd name="T118" fmla="*/ 1601 w 3182"/>
                <a:gd name="T119" fmla="*/ 1083 h 2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182" h="2285">
                  <a:moveTo>
                    <a:pt x="391" y="87"/>
                  </a:moveTo>
                  <a:lnTo>
                    <a:pt x="291" y="193"/>
                  </a:lnTo>
                  <a:lnTo>
                    <a:pt x="155" y="347"/>
                  </a:lnTo>
                  <a:lnTo>
                    <a:pt x="0" y="518"/>
                  </a:lnTo>
                  <a:lnTo>
                    <a:pt x="5" y="1202"/>
                  </a:lnTo>
                  <a:lnTo>
                    <a:pt x="10" y="1887"/>
                  </a:lnTo>
                  <a:lnTo>
                    <a:pt x="65" y="1935"/>
                  </a:lnTo>
                  <a:lnTo>
                    <a:pt x="118" y="1983"/>
                  </a:lnTo>
                  <a:lnTo>
                    <a:pt x="633" y="1983"/>
                  </a:lnTo>
                  <a:lnTo>
                    <a:pt x="1146" y="1983"/>
                  </a:lnTo>
                  <a:lnTo>
                    <a:pt x="1178" y="2042"/>
                  </a:lnTo>
                  <a:lnTo>
                    <a:pt x="1191" y="2065"/>
                  </a:lnTo>
                  <a:lnTo>
                    <a:pt x="1208" y="2087"/>
                  </a:lnTo>
                  <a:lnTo>
                    <a:pt x="1220" y="2095"/>
                  </a:lnTo>
                  <a:lnTo>
                    <a:pt x="1241" y="2097"/>
                  </a:lnTo>
                  <a:lnTo>
                    <a:pt x="1280" y="2081"/>
                  </a:lnTo>
                  <a:lnTo>
                    <a:pt x="1308" y="2065"/>
                  </a:lnTo>
                  <a:lnTo>
                    <a:pt x="1328" y="2053"/>
                  </a:lnTo>
                  <a:lnTo>
                    <a:pt x="1355" y="2041"/>
                  </a:lnTo>
                  <a:lnTo>
                    <a:pt x="1375" y="2040"/>
                  </a:lnTo>
                  <a:lnTo>
                    <a:pt x="1397" y="2052"/>
                  </a:lnTo>
                  <a:lnTo>
                    <a:pt x="1413" y="2063"/>
                  </a:lnTo>
                  <a:lnTo>
                    <a:pt x="1456" y="2089"/>
                  </a:lnTo>
                  <a:lnTo>
                    <a:pt x="1488" y="2105"/>
                  </a:lnTo>
                  <a:lnTo>
                    <a:pt x="1495" y="2108"/>
                  </a:lnTo>
                  <a:lnTo>
                    <a:pt x="1507" y="2121"/>
                  </a:lnTo>
                  <a:lnTo>
                    <a:pt x="1518" y="2156"/>
                  </a:lnTo>
                  <a:lnTo>
                    <a:pt x="1521" y="2195"/>
                  </a:lnTo>
                  <a:lnTo>
                    <a:pt x="1526" y="2275"/>
                  </a:lnTo>
                  <a:lnTo>
                    <a:pt x="1698" y="2280"/>
                  </a:lnTo>
                  <a:lnTo>
                    <a:pt x="1868" y="2285"/>
                  </a:lnTo>
                  <a:lnTo>
                    <a:pt x="1868" y="2210"/>
                  </a:lnTo>
                  <a:lnTo>
                    <a:pt x="1868" y="2186"/>
                  </a:lnTo>
                  <a:lnTo>
                    <a:pt x="1873" y="2152"/>
                  </a:lnTo>
                  <a:lnTo>
                    <a:pt x="1888" y="2127"/>
                  </a:lnTo>
                  <a:lnTo>
                    <a:pt x="1919" y="2101"/>
                  </a:lnTo>
                  <a:lnTo>
                    <a:pt x="1943" y="2085"/>
                  </a:lnTo>
                  <a:lnTo>
                    <a:pt x="2020" y="2033"/>
                  </a:lnTo>
                  <a:lnTo>
                    <a:pt x="2085" y="2067"/>
                  </a:lnTo>
                  <a:lnTo>
                    <a:pt x="2112" y="2080"/>
                  </a:lnTo>
                  <a:lnTo>
                    <a:pt x="2157" y="2098"/>
                  </a:lnTo>
                  <a:lnTo>
                    <a:pt x="2166" y="2100"/>
                  </a:lnTo>
                  <a:lnTo>
                    <a:pt x="2171" y="2098"/>
                  </a:lnTo>
                  <a:lnTo>
                    <a:pt x="2188" y="2078"/>
                  </a:lnTo>
                  <a:lnTo>
                    <a:pt x="2227" y="2022"/>
                  </a:lnTo>
                  <a:lnTo>
                    <a:pt x="2287" y="1925"/>
                  </a:lnTo>
                  <a:lnTo>
                    <a:pt x="2330" y="1843"/>
                  </a:lnTo>
                  <a:lnTo>
                    <a:pt x="2335" y="1825"/>
                  </a:lnTo>
                  <a:lnTo>
                    <a:pt x="2331" y="1816"/>
                  </a:lnTo>
                  <a:lnTo>
                    <a:pt x="2295" y="1784"/>
                  </a:lnTo>
                  <a:lnTo>
                    <a:pt x="2268" y="1767"/>
                  </a:lnTo>
                  <a:lnTo>
                    <a:pt x="2247" y="1753"/>
                  </a:lnTo>
                  <a:lnTo>
                    <a:pt x="2219" y="1731"/>
                  </a:lnTo>
                  <a:lnTo>
                    <a:pt x="2206" y="1707"/>
                  </a:lnTo>
                  <a:lnTo>
                    <a:pt x="2201" y="1672"/>
                  </a:lnTo>
                  <a:lnTo>
                    <a:pt x="2201" y="1647"/>
                  </a:lnTo>
                  <a:lnTo>
                    <a:pt x="2201" y="1568"/>
                  </a:lnTo>
                  <a:lnTo>
                    <a:pt x="2296" y="1627"/>
                  </a:lnTo>
                  <a:lnTo>
                    <a:pt x="2342" y="1653"/>
                  </a:lnTo>
                  <a:lnTo>
                    <a:pt x="2424" y="1690"/>
                  </a:lnTo>
                  <a:lnTo>
                    <a:pt x="2504" y="1710"/>
                  </a:lnTo>
                  <a:lnTo>
                    <a:pt x="2592" y="1716"/>
                  </a:lnTo>
                  <a:lnTo>
                    <a:pt x="2643" y="1713"/>
                  </a:lnTo>
                  <a:lnTo>
                    <a:pt x="2694" y="1709"/>
                  </a:lnTo>
                  <a:lnTo>
                    <a:pt x="2788" y="1689"/>
                  </a:lnTo>
                  <a:lnTo>
                    <a:pt x="2871" y="1654"/>
                  </a:lnTo>
                  <a:lnTo>
                    <a:pt x="2948" y="1605"/>
                  </a:lnTo>
                  <a:lnTo>
                    <a:pt x="2985" y="1573"/>
                  </a:lnTo>
                  <a:lnTo>
                    <a:pt x="3008" y="1552"/>
                  </a:lnTo>
                  <a:lnTo>
                    <a:pt x="3049" y="1505"/>
                  </a:lnTo>
                  <a:lnTo>
                    <a:pt x="3085" y="1456"/>
                  </a:lnTo>
                  <a:lnTo>
                    <a:pt x="3116" y="1405"/>
                  </a:lnTo>
                  <a:lnTo>
                    <a:pt x="3140" y="1351"/>
                  </a:lnTo>
                  <a:lnTo>
                    <a:pt x="3159" y="1296"/>
                  </a:lnTo>
                  <a:lnTo>
                    <a:pt x="3173" y="1239"/>
                  </a:lnTo>
                  <a:lnTo>
                    <a:pt x="3181" y="1182"/>
                  </a:lnTo>
                  <a:lnTo>
                    <a:pt x="3182" y="1124"/>
                  </a:lnTo>
                  <a:lnTo>
                    <a:pt x="3179" y="1067"/>
                  </a:lnTo>
                  <a:lnTo>
                    <a:pt x="3169" y="1010"/>
                  </a:lnTo>
                  <a:lnTo>
                    <a:pt x="3154" y="954"/>
                  </a:lnTo>
                  <a:lnTo>
                    <a:pt x="3133" y="900"/>
                  </a:lnTo>
                  <a:lnTo>
                    <a:pt x="3106" y="847"/>
                  </a:lnTo>
                  <a:lnTo>
                    <a:pt x="3073" y="797"/>
                  </a:lnTo>
                  <a:lnTo>
                    <a:pt x="3035" y="749"/>
                  </a:lnTo>
                  <a:lnTo>
                    <a:pt x="3013" y="727"/>
                  </a:lnTo>
                  <a:lnTo>
                    <a:pt x="2979" y="694"/>
                  </a:lnTo>
                  <a:lnTo>
                    <a:pt x="2906" y="641"/>
                  </a:lnTo>
                  <a:lnTo>
                    <a:pt x="2830" y="600"/>
                  </a:lnTo>
                  <a:lnTo>
                    <a:pt x="2751" y="573"/>
                  </a:lnTo>
                  <a:lnTo>
                    <a:pt x="2671" y="557"/>
                  </a:lnTo>
                  <a:lnTo>
                    <a:pt x="2590" y="554"/>
                  </a:lnTo>
                  <a:lnTo>
                    <a:pt x="2510" y="561"/>
                  </a:lnTo>
                  <a:lnTo>
                    <a:pt x="2432" y="580"/>
                  </a:lnTo>
                  <a:lnTo>
                    <a:pt x="2358" y="609"/>
                  </a:lnTo>
                  <a:lnTo>
                    <a:pt x="2288" y="648"/>
                  </a:lnTo>
                  <a:lnTo>
                    <a:pt x="2223" y="696"/>
                  </a:lnTo>
                  <a:lnTo>
                    <a:pt x="2165" y="754"/>
                  </a:lnTo>
                  <a:lnTo>
                    <a:pt x="2116" y="820"/>
                  </a:lnTo>
                  <a:lnTo>
                    <a:pt x="2075" y="894"/>
                  </a:lnTo>
                  <a:lnTo>
                    <a:pt x="2044" y="975"/>
                  </a:lnTo>
                  <a:lnTo>
                    <a:pt x="2026" y="1064"/>
                  </a:lnTo>
                  <a:lnTo>
                    <a:pt x="2021" y="1112"/>
                  </a:lnTo>
                  <a:lnTo>
                    <a:pt x="2017" y="1161"/>
                  </a:lnTo>
                  <a:lnTo>
                    <a:pt x="2010" y="1212"/>
                  </a:lnTo>
                  <a:lnTo>
                    <a:pt x="2006" y="1229"/>
                  </a:lnTo>
                  <a:lnTo>
                    <a:pt x="2003" y="1230"/>
                  </a:lnTo>
                  <a:lnTo>
                    <a:pt x="1981" y="1218"/>
                  </a:lnTo>
                  <a:lnTo>
                    <a:pt x="1931" y="1193"/>
                  </a:lnTo>
                  <a:lnTo>
                    <a:pt x="1911" y="1183"/>
                  </a:lnTo>
                  <a:lnTo>
                    <a:pt x="1885" y="1164"/>
                  </a:lnTo>
                  <a:lnTo>
                    <a:pt x="1872" y="1141"/>
                  </a:lnTo>
                  <a:lnTo>
                    <a:pt x="1866" y="1104"/>
                  </a:lnTo>
                  <a:lnTo>
                    <a:pt x="1865" y="1077"/>
                  </a:lnTo>
                  <a:lnTo>
                    <a:pt x="1860" y="992"/>
                  </a:lnTo>
                  <a:lnTo>
                    <a:pt x="1798" y="987"/>
                  </a:lnTo>
                  <a:lnTo>
                    <a:pt x="1735" y="982"/>
                  </a:lnTo>
                  <a:lnTo>
                    <a:pt x="1735" y="540"/>
                  </a:lnTo>
                  <a:lnTo>
                    <a:pt x="1735" y="97"/>
                  </a:lnTo>
                  <a:lnTo>
                    <a:pt x="1686" y="48"/>
                  </a:lnTo>
                  <a:lnTo>
                    <a:pt x="1638" y="0"/>
                  </a:lnTo>
                  <a:lnTo>
                    <a:pt x="1056" y="0"/>
                  </a:lnTo>
                  <a:lnTo>
                    <a:pt x="475" y="0"/>
                  </a:lnTo>
                  <a:lnTo>
                    <a:pt x="391" y="87"/>
                  </a:lnTo>
                  <a:close/>
                  <a:moveTo>
                    <a:pt x="1620" y="100"/>
                  </a:moveTo>
                  <a:lnTo>
                    <a:pt x="1625" y="103"/>
                  </a:lnTo>
                  <a:lnTo>
                    <a:pt x="1634" y="112"/>
                  </a:lnTo>
                  <a:lnTo>
                    <a:pt x="1643" y="139"/>
                  </a:lnTo>
                  <a:lnTo>
                    <a:pt x="1651" y="291"/>
                  </a:lnTo>
                  <a:lnTo>
                    <a:pt x="1651" y="550"/>
                  </a:lnTo>
                  <a:lnTo>
                    <a:pt x="1651" y="983"/>
                  </a:lnTo>
                  <a:lnTo>
                    <a:pt x="1605" y="983"/>
                  </a:lnTo>
                  <a:lnTo>
                    <a:pt x="1582" y="984"/>
                  </a:lnTo>
                  <a:lnTo>
                    <a:pt x="1549" y="996"/>
                  </a:lnTo>
                  <a:lnTo>
                    <a:pt x="1528" y="1021"/>
                  </a:lnTo>
                  <a:lnTo>
                    <a:pt x="1519" y="1062"/>
                  </a:lnTo>
                  <a:lnTo>
                    <a:pt x="1518" y="1090"/>
                  </a:lnTo>
                  <a:lnTo>
                    <a:pt x="1517" y="1112"/>
                  </a:lnTo>
                  <a:lnTo>
                    <a:pt x="1512" y="1143"/>
                  </a:lnTo>
                  <a:lnTo>
                    <a:pt x="1497" y="1166"/>
                  </a:lnTo>
                  <a:lnTo>
                    <a:pt x="1466" y="1189"/>
                  </a:lnTo>
                  <a:lnTo>
                    <a:pt x="1441" y="1203"/>
                  </a:lnTo>
                  <a:lnTo>
                    <a:pt x="1368" y="1248"/>
                  </a:lnTo>
                  <a:lnTo>
                    <a:pt x="1313" y="1217"/>
                  </a:lnTo>
                  <a:lnTo>
                    <a:pt x="1291" y="1203"/>
                  </a:lnTo>
                  <a:lnTo>
                    <a:pt x="1247" y="1185"/>
                  </a:lnTo>
                  <a:lnTo>
                    <a:pt x="1233" y="1183"/>
                  </a:lnTo>
                  <a:lnTo>
                    <a:pt x="1227" y="1185"/>
                  </a:lnTo>
                  <a:lnTo>
                    <a:pt x="1208" y="1204"/>
                  </a:lnTo>
                  <a:lnTo>
                    <a:pt x="1169" y="1256"/>
                  </a:lnTo>
                  <a:lnTo>
                    <a:pt x="1112" y="1350"/>
                  </a:lnTo>
                  <a:lnTo>
                    <a:pt x="1081" y="1414"/>
                  </a:lnTo>
                  <a:lnTo>
                    <a:pt x="1069" y="1445"/>
                  </a:lnTo>
                  <a:lnTo>
                    <a:pt x="1068" y="1455"/>
                  </a:lnTo>
                  <a:lnTo>
                    <a:pt x="1069" y="1460"/>
                  </a:lnTo>
                  <a:lnTo>
                    <a:pt x="1078" y="1474"/>
                  </a:lnTo>
                  <a:lnTo>
                    <a:pt x="1103" y="1499"/>
                  </a:lnTo>
                  <a:lnTo>
                    <a:pt x="1126" y="1515"/>
                  </a:lnTo>
                  <a:lnTo>
                    <a:pt x="1145" y="1526"/>
                  </a:lnTo>
                  <a:lnTo>
                    <a:pt x="1169" y="1545"/>
                  </a:lnTo>
                  <a:lnTo>
                    <a:pt x="1181" y="1570"/>
                  </a:lnTo>
                  <a:lnTo>
                    <a:pt x="1185" y="1609"/>
                  </a:lnTo>
                  <a:lnTo>
                    <a:pt x="1185" y="1638"/>
                  </a:lnTo>
                  <a:lnTo>
                    <a:pt x="1185" y="1668"/>
                  </a:lnTo>
                  <a:lnTo>
                    <a:pt x="1181" y="1708"/>
                  </a:lnTo>
                  <a:lnTo>
                    <a:pt x="1168" y="1735"/>
                  </a:lnTo>
                  <a:lnTo>
                    <a:pt x="1140" y="1758"/>
                  </a:lnTo>
                  <a:lnTo>
                    <a:pt x="1118" y="1773"/>
                  </a:lnTo>
                  <a:lnTo>
                    <a:pt x="1098" y="1786"/>
                  </a:lnTo>
                  <a:lnTo>
                    <a:pt x="1073" y="1806"/>
                  </a:lnTo>
                  <a:lnTo>
                    <a:pt x="1062" y="1823"/>
                  </a:lnTo>
                  <a:lnTo>
                    <a:pt x="1063" y="1840"/>
                  </a:lnTo>
                  <a:lnTo>
                    <a:pt x="1068" y="1850"/>
                  </a:lnTo>
                  <a:lnTo>
                    <a:pt x="1081" y="1876"/>
                  </a:lnTo>
                  <a:lnTo>
                    <a:pt x="1085" y="1890"/>
                  </a:lnTo>
                  <a:lnTo>
                    <a:pt x="1077" y="1893"/>
                  </a:lnTo>
                  <a:lnTo>
                    <a:pt x="1002" y="1898"/>
                  </a:lnTo>
                  <a:lnTo>
                    <a:pt x="796" y="1901"/>
                  </a:lnTo>
                  <a:lnTo>
                    <a:pt x="446" y="1898"/>
                  </a:lnTo>
                  <a:lnTo>
                    <a:pt x="231" y="1892"/>
                  </a:lnTo>
                  <a:lnTo>
                    <a:pt x="146" y="1886"/>
                  </a:lnTo>
                  <a:lnTo>
                    <a:pt x="133" y="1883"/>
                  </a:lnTo>
                  <a:lnTo>
                    <a:pt x="128" y="1880"/>
                  </a:lnTo>
                  <a:lnTo>
                    <a:pt x="119" y="1870"/>
                  </a:lnTo>
                  <a:lnTo>
                    <a:pt x="110" y="1833"/>
                  </a:lnTo>
                  <a:lnTo>
                    <a:pt x="102" y="1604"/>
                  </a:lnTo>
                  <a:lnTo>
                    <a:pt x="101" y="1198"/>
                  </a:lnTo>
                  <a:lnTo>
                    <a:pt x="101" y="532"/>
                  </a:lnTo>
                  <a:lnTo>
                    <a:pt x="305" y="307"/>
                  </a:lnTo>
                  <a:lnTo>
                    <a:pt x="506" y="83"/>
                  </a:lnTo>
                  <a:lnTo>
                    <a:pt x="1046" y="83"/>
                  </a:lnTo>
                  <a:lnTo>
                    <a:pt x="1286" y="84"/>
                  </a:lnTo>
                  <a:lnTo>
                    <a:pt x="1521" y="90"/>
                  </a:lnTo>
                  <a:lnTo>
                    <a:pt x="1606" y="96"/>
                  </a:lnTo>
                  <a:lnTo>
                    <a:pt x="1620" y="100"/>
                  </a:lnTo>
                  <a:close/>
                  <a:moveTo>
                    <a:pt x="2838" y="705"/>
                  </a:moveTo>
                  <a:lnTo>
                    <a:pt x="2875" y="728"/>
                  </a:lnTo>
                  <a:lnTo>
                    <a:pt x="2939" y="780"/>
                  </a:lnTo>
                  <a:lnTo>
                    <a:pt x="2993" y="840"/>
                  </a:lnTo>
                  <a:lnTo>
                    <a:pt x="3036" y="907"/>
                  </a:lnTo>
                  <a:lnTo>
                    <a:pt x="3068" y="978"/>
                  </a:lnTo>
                  <a:lnTo>
                    <a:pt x="3087" y="1054"/>
                  </a:lnTo>
                  <a:lnTo>
                    <a:pt x="3093" y="1132"/>
                  </a:lnTo>
                  <a:lnTo>
                    <a:pt x="3087" y="1212"/>
                  </a:lnTo>
                  <a:lnTo>
                    <a:pt x="3078" y="1252"/>
                  </a:lnTo>
                  <a:lnTo>
                    <a:pt x="3070" y="1280"/>
                  </a:lnTo>
                  <a:lnTo>
                    <a:pt x="3050" y="1334"/>
                  </a:lnTo>
                  <a:lnTo>
                    <a:pt x="3024" y="1384"/>
                  </a:lnTo>
                  <a:lnTo>
                    <a:pt x="2994" y="1430"/>
                  </a:lnTo>
                  <a:lnTo>
                    <a:pt x="2960" y="1472"/>
                  </a:lnTo>
                  <a:lnTo>
                    <a:pt x="2922" y="1509"/>
                  </a:lnTo>
                  <a:lnTo>
                    <a:pt x="2881" y="1542"/>
                  </a:lnTo>
                  <a:lnTo>
                    <a:pt x="2836" y="1570"/>
                  </a:lnTo>
                  <a:lnTo>
                    <a:pt x="2789" y="1593"/>
                  </a:lnTo>
                  <a:lnTo>
                    <a:pt x="2740" y="1611"/>
                  </a:lnTo>
                  <a:lnTo>
                    <a:pt x="2690" y="1623"/>
                  </a:lnTo>
                  <a:lnTo>
                    <a:pt x="2638" y="1630"/>
                  </a:lnTo>
                  <a:lnTo>
                    <a:pt x="2585" y="1631"/>
                  </a:lnTo>
                  <a:lnTo>
                    <a:pt x="2531" y="1626"/>
                  </a:lnTo>
                  <a:lnTo>
                    <a:pt x="2478" y="1614"/>
                  </a:lnTo>
                  <a:lnTo>
                    <a:pt x="2424" y="1597"/>
                  </a:lnTo>
                  <a:lnTo>
                    <a:pt x="2398" y="1585"/>
                  </a:lnTo>
                  <a:lnTo>
                    <a:pt x="2357" y="1566"/>
                  </a:lnTo>
                  <a:lnTo>
                    <a:pt x="2306" y="1539"/>
                  </a:lnTo>
                  <a:lnTo>
                    <a:pt x="2291" y="1524"/>
                  </a:lnTo>
                  <a:lnTo>
                    <a:pt x="2289" y="1514"/>
                  </a:lnTo>
                  <a:lnTo>
                    <a:pt x="2296" y="1498"/>
                  </a:lnTo>
                  <a:lnTo>
                    <a:pt x="2308" y="1485"/>
                  </a:lnTo>
                  <a:lnTo>
                    <a:pt x="2319" y="1473"/>
                  </a:lnTo>
                  <a:lnTo>
                    <a:pt x="2328" y="1453"/>
                  </a:lnTo>
                  <a:lnTo>
                    <a:pt x="2320" y="1421"/>
                  </a:lnTo>
                  <a:lnTo>
                    <a:pt x="2290" y="1365"/>
                  </a:lnTo>
                  <a:lnTo>
                    <a:pt x="2265" y="1322"/>
                  </a:lnTo>
                  <a:lnTo>
                    <a:pt x="2243" y="1284"/>
                  </a:lnTo>
                  <a:lnTo>
                    <a:pt x="2209" y="1232"/>
                  </a:lnTo>
                  <a:lnTo>
                    <a:pt x="2182" y="1202"/>
                  </a:lnTo>
                  <a:lnTo>
                    <a:pt x="2157" y="1189"/>
                  </a:lnTo>
                  <a:lnTo>
                    <a:pt x="2143" y="1187"/>
                  </a:lnTo>
                  <a:lnTo>
                    <a:pt x="2128" y="1185"/>
                  </a:lnTo>
                  <a:lnTo>
                    <a:pt x="2109" y="1178"/>
                  </a:lnTo>
                  <a:lnTo>
                    <a:pt x="2102" y="1161"/>
                  </a:lnTo>
                  <a:lnTo>
                    <a:pt x="2103" y="1126"/>
                  </a:lnTo>
                  <a:lnTo>
                    <a:pt x="2106" y="1098"/>
                  </a:lnTo>
                  <a:lnTo>
                    <a:pt x="2112" y="1062"/>
                  </a:lnTo>
                  <a:lnTo>
                    <a:pt x="2130" y="992"/>
                  </a:lnTo>
                  <a:lnTo>
                    <a:pt x="2157" y="926"/>
                  </a:lnTo>
                  <a:lnTo>
                    <a:pt x="2192" y="865"/>
                  </a:lnTo>
                  <a:lnTo>
                    <a:pt x="2234" y="810"/>
                  </a:lnTo>
                  <a:lnTo>
                    <a:pt x="2283" y="761"/>
                  </a:lnTo>
                  <a:lnTo>
                    <a:pt x="2339" y="719"/>
                  </a:lnTo>
                  <a:lnTo>
                    <a:pt x="2400" y="685"/>
                  </a:lnTo>
                  <a:lnTo>
                    <a:pt x="2433" y="672"/>
                  </a:lnTo>
                  <a:lnTo>
                    <a:pt x="2466" y="663"/>
                  </a:lnTo>
                  <a:lnTo>
                    <a:pt x="2566" y="654"/>
                  </a:lnTo>
                  <a:lnTo>
                    <a:pt x="2628" y="655"/>
                  </a:lnTo>
                  <a:lnTo>
                    <a:pt x="2667" y="657"/>
                  </a:lnTo>
                  <a:lnTo>
                    <a:pt x="2727" y="663"/>
                  </a:lnTo>
                  <a:lnTo>
                    <a:pt x="2774" y="674"/>
                  </a:lnTo>
                  <a:lnTo>
                    <a:pt x="2816" y="692"/>
                  </a:lnTo>
                  <a:lnTo>
                    <a:pt x="2838" y="705"/>
                  </a:lnTo>
                  <a:close/>
                  <a:moveTo>
                    <a:pt x="1785" y="1152"/>
                  </a:moveTo>
                  <a:lnTo>
                    <a:pt x="1785" y="1173"/>
                  </a:lnTo>
                  <a:lnTo>
                    <a:pt x="1789" y="1202"/>
                  </a:lnTo>
                  <a:lnTo>
                    <a:pt x="1802" y="1220"/>
                  </a:lnTo>
                  <a:lnTo>
                    <a:pt x="1828" y="1235"/>
                  </a:lnTo>
                  <a:lnTo>
                    <a:pt x="1848" y="1243"/>
                  </a:lnTo>
                  <a:lnTo>
                    <a:pt x="1876" y="1256"/>
                  </a:lnTo>
                  <a:lnTo>
                    <a:pt x="1939" y="1293"/>
                  </a:lnTo>
                  <a:lnTo>
                    <a:pt x="1965" y="1312"/>
                  </a:lnTo>
                  <a:lnTo>
                    <a:pt x="2020" y="1353"/>
                  </a:lnTo>
                  <a:lnTo>
                    <a:pt x="2078" y="1318"/>
                  </a:lnTo>
                  <a:lnTo>
                    <a:pt x="2124" y="1291"/>
                  </a:lnTo>
                  <a:lnTo>
                    <a:pt x="2140" y="1283"/>
                  </a:lnTo>
                  <a:lnTo>
                    <a:pt x="2152" y="1301"/>
                  </a:lnTo>
                  <a:lnTo>
                    <a:pt x="2185" y="1360"/>
                  </a:lnTo>
                  <a:lnTo>
                    <a:pt x="2207" y="1402"/>
                  </a:lnTo>
                  <a:lnTo>
                    <a:pt x="2215" y="1433"/>
                  </a:lnTo>
                  <a:lnTo>
                    <a:pt x="2209" y="1445"/>
                  </a:lnTo>
                  <a:lnTo>
                    <a:pt x="2201" y="1450"/>
                  </a:lnTo>
                  <a:lnTo>
                    <a:pt x="2172" y="1467"/>
                  </a:lnTo>
                  <a:lnTo>
                    <a:pt x="2143" y="1490"/>
                  </a:lnTo>
                  <a:lnTo>
                    <a:pt x="2129" y="1506"/>
                  </a:lnTo>
                  <a:lnTo>
                    <a:pt x="2117" y="1535"/>
                  </a:lnTo>
                  <a:lnTo>
                    <a:pt x="2111" y="1597"/>
                  </a:lnTo>
                  <a:lnTo>
                    <a:pt x="2111" y="1643"/>
                  </a:lnTo>
                  <a:lnTo>
                    <a:pt x="2111" y="1688"/>
                  </a:lnTo>
                  <a:lnTo>
                    <a:pt x="2113" y="1744"/>
                  </a:lnTo>
                  <a:lnTo>
                    <a:pt x="2123" y="1774"/>
                  </a:lnTo>
                  <a:lnTo>
                    <a:pt x="2146" y="1794"/>
                  </a:lnTo>
                  <a:lnTo>
                    <a:pt x="2165" y="1805"/>
                  </a:lnTo>
                  <a:lnTo>
                    <a:pt x="2186" y="1818"/>
                  </a:lnTo>
                  <a:lnTo>
                    <a:pt x="2215" y="1843"/>
                  </a:lnTo>
                  <a:lnTo>
                    <a:pt x="2218" y="1850"/>
                  </a:lnTo>
                  <a:lnTo>
                    <a:pt x="2212" y="1869"/>
                  </a:lnTo>
                  <a:lnTo>
                    <a:pt x="2164" y="1961"/>
                  </a:lnTo>
                  <a:lnTo>
                    <a:pt x="2141" y="1997"/>
                  </a:lnTo>
                  <a:lnTo>
                    <a:pt x="2137" y="1997"/>
                  </a:lnTo>
                  <a:lnTo>
                    <a:pt x="2102" y="1979"/>
                  </a:lnTo>
                  <a:lnTo>
                    <a:pt x="2078" y="1965"/>
                  </a:lnTo>
                  <a:lnTo>
                    <a:pt x="2016" y="1928"/>
                  </a:lnTo>
                  <a:lnTo>
                    <a:pt x="1971" y="1962"/>
                  </a:lnTo>
                  <a:lnTo>
                    <a:pt x="1921" y="1996"/>
                  </a:lnTo>
                  <a:lnTo>
                    <a:pt x="1856" y="2032"/>
                  </a:lnTo>
                  <a:lnTo>
                    <a:pt x="1834" y="2043"/>
                  </a:lnTo>
                  <a:lnTo>
                    <a:pt x="1806" y="2062"/>
                  </a:lnTo>
                  <a:lnTo>
                    <a:pt x="1790" y="2084"/>
                  </a:lnTo>
                  <a:lnTo>
                    <a:pt x="1783" y="2115"/>
                  </a:lnTo>
                  <a:lnTo>
                    <a:pt x="1781" y="2137"/>
                  </a:lnTo>
                  <a:lnTo>
                    <a:pt x="1776" y="2208"/>
                  </a:lnTo>
                  <a:lnTo>
                    <a:pt x="1693" y="2208"/>
                  </a:lnTo>
                  <a:lnTo>
                    <a:pt x="1610" y="2208"/>
                  </a:lnTo>
                  <a:lnTo>
                    <a:pt x="1605" y="2130"/>
                  </a:lnTo>
                  <a:lnTo>
                    <a:pt x="1603" y="2106"/>
                  </a:lnTo>
                  <a:lnTo>
                    <a:pt x="1597" y="2073"/>
                  </a:lnTo>
                  <a:lnTo>
                    <a:pt x="1586" y="2054"/>
                  </a:lnTo>
                  <a:lnTo>
                    <a:pt x="1564" y="2041"/>
                  </a:lnTo>
                  <a:lnTo>
                    <a:pt x="1548" y="2035"/>
                  </a:lnTo>
                  <a:lnTo>
                    <a:pt x="1524" y="2025"/>
                  </a:lnTo>
                  <a:lnTo>
                    <a:pt x="1464" y="1991"/>
                  </a:lnTo>
                  <a:lnTo>
                    <a:pt x="1438" y="1972"/>
                  </a:lnTo>
                  <a:lnTo>
                    <a:pt x="1380" y="1927"/>
                  </a:lnTo>
                  <a:lnTo>
                    <a:pt x="1316" y="1963"/>
                  </a:lnTo>
                  <a:lnTo>
                    <a:pt x="1293" y="1977"/>
                  </a:lnTo>
                  <a:lnTo>
                    <a:pt x="1267" y="1987"/>
                  </a:lnTo>
                  <a:lnTo>
                    <a:pt x="1254" y="1987"/>
                  </a:lnTo>
                  <a:lnTo>
                    <a:pt x="1236" y="1976"/>
                  </a:lnTo>
                  <a:lnTo>
                    <a:pt x="1210" y="1936"/>
                  </a:lnTo>
                  <a:lnTo>
                    <a:pt x="1193" y="1902"/>
                  </a:lnTo>
                  <a:lnTo>
                    <a:pt x="1178" y="1871"/>
                  </a:lnTo>
                  <a:lnTo>
                    <a:pt x="1174" y="1846"/>
                  </a:lnTo>
                  <a:lnTo>
                    <a:pt x="1180" y="1836"/>
                  </a:lnTo>
                  <a:lnTo>
                    <a:pt x="1186" y="1832"/>
                  </a:lnTo>
                  <a:lnTo>
                    <a:pt x="1215" y="1815"/>
                  </a:lnTo>
                  <a:lnTo>
                    <a:pt x="1244" y="1793"/>
                  </a:lnTo>
                  <a:lnTo>
                    <a:pt x="1257" y="1777"/>
                  </a:lnTo>
                  <a:lnTo>
                    <a:pt x="1270" y="1747"/>
                  </a:lnTo>
                  <a:lnTo>
                    <a:pt x="1277" y="1684"/>
                  </a:lnTo>
                  <a:lnTo>
                    <a:pt x="1278" y="1637"/>
                  </a:lnTo>
                  <a:lnTo>
                    <a:pt x="1280" y="1502"/>
                  </a:lnTo>
                  <a:lnTo>
                    <a:pt x="1223" y="1472"/>
                  </a:lnTo>
                  <a:lnTo>
                    <a:pt x="1201" y="1460"/>
                  </a:lnTo>
                  <a:lnTo>
                    <a:pt x="1171" y="1441"/>
                  </a:lnTo>
                  <a:lnTo>
                    <a:pt x="1168" y="1437"/>
                  </a:lnTo>
                  <a:lnTo>
                    <a:pt x="1175" y="1418"/>
                  </a:lnTo>
                  <a:lnTo>
                    <a:pt x="1222" y="1330"/>
                  </a:lnTo>
                  <a:lnTo>
                    <a:pt x="1238" y="1305"/>
                  </a:lnTo>
                  <a:lnTo>
                    <a:pt x="1243" y="1299"/>
                  </a:lnTo>
                  <a:lnTo>
                    <a:pt x="1256" y="1294"/>
                  </a:lnTo>
                  <a:lnTo>
                    <a:pt x="1286" y="1301"/>
                  </a:lnTo>
                  <a:lnTo>
                    <a:pt x="1318" y="1317"/>
                  </a:lnTo>
                  <a:lnTo>
                    <a:pt x="1380" y="1348"/>
                  </a:lnTo>
                  <a:lnTo>
                    <a:pt x="1435" y="1308"/>
                  </a:lnTo>
                  <a:lnTo>
                    <a:pt x="1460" y="1291"/>
                  </a:lnTo>
                  <a:lnTo>
                    <a:pt x="1520" y="1259"/>
                  </a:lnTo>
                  <a:lnTo>
                    <a:pt x="1546" y="1248"/>
                  </a:lnTo>
                  <a:lnTo>
                    <a:pt x="1564" y="1242"/>
                  </a:lnTo>
                  <a:lnTo>
                    <a:pt x="1587" y="1230"/>
                  </a:lnTo>
                  <a:lnTo>
                    <a:pt x="1598" y="1212"/>
                  </a:lnTo>
                  <a:lnTo>
                    <a:pt x="1601" y="1180"/>
                  </a:lnTo>
                  <a:lnTo>
                    <a:pt x="1601" y="1157"/>
                  </a:lnTo>
                  <a:lnTo>
                    <a:pt x="1601" y="1083"/>
                  </a:lnTo>
                  <a:lnTo>
                    <a:pt x="1693" y="1083"/>
                  </a:lnTo>
                  <a:lnTo>
                    <a:pt x="1785" y="1083"/>
                  </a:lnTo>
                  <a:lnTo>
                    <a:pt x="1785" y="11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7" name="Freeform 609">
              <a:extLst>
                <a:ext uri="{FF2B5EF4-FFF2-40B4-BE49-F238E27FC236}">
                  <a16:creationId xmlns:a16="http://schemas.microsoft.com/office/drawing/2014/main" id="{141ECA29-02D0-ABAB-4D72-A47C8F5DC7E1}"/>
                </a:ext>
              </a:extLst>
            </p:cNvPr>
            <p:cNvSpPr>
              <a:spLocks/>
            </p:cNvSpPr>
            <p:nvPr/>
          </p:nvSpPr>
          <p:spPr bwMode="auto">
            <a:xfrm>
              <a:off x="10874376" y="4970464"/>
              <a:ext cx="34925" cy="33338"/>
            </a:xfrm>
            <a:custGeom>
              <a:avLst/>
              <a:gdLst>
                <a:gd name="T0" fmla="*/ 0 w 84"/>
                <a:gd name="T1" fmla="*/ 42 h 83"/>
                <a:gd name="T2" fmla="*/ 1 w 84"/>
                <a:gd name="T3" fmla="*/ 53 h 83"/>
                <a:gd name="T4" fmla="*/ 5 w 84"/>
                <a:gd name="T5" fmla="*/ 70 h 83"/>
                <a:gd name="T6" fmla="*/ 14 w 84"/>
                <a:gd name="T7" fmla="*/ 79 h 83"/>
                <a:gd name="T8" fmla="*/ 30 w 84"/>
                <a:gd name="T9" fmla="*/ 83 h 83"/>
                <a:gd name="T10" fmla="*/ 42 w 84"/>
                <a:gd name="T11" fmla="*/ 83 h 83"/>
                <a:gd name="T12" fmla="*/ 54 w 84"/>
                <a:gd name="T13" fmla="*/ 83 h 83"/>
                <a:gd name="T14" fmla="*/ 70 w 84"/>
                <a:gd name="T15" fmla="*/ 79 h 83"/>
                <a:gd name="T16" fmla="*/ 80 w 84"/>
                <a:gd name="T17" fmla="*/ 70 h 83"/>
                <a:gd name="T18" fmla="*/ 83 w 84"/>
                <a:gd name="T19" fmla="*/ 53 h 83"/>
                <a:gd name="T20" fmla="*/ 84 w 84"/>
                <a:gd name="T21" fmla="*/ 42 h 83"/>
                <a:gd name="T22" fmla="*/ 83 w 84"/>
                <a:gd name="T23" fmla="*/ 30 h 83"/>
                <a:gd name="T24" fmla="*/ 80 w 84"/>
                <a:gd name="T25" fmla="*/ 14 h 83"/>
                <a:gd name="T26" fmla="*/ 70 w 84"/>
                <a:gd name="T27" fmla="*/ 4 h 83"/>
                <a:gd name="T28" fmla="*/ 54 w 84"/>
                <a:gd name="T29" fmla="*/ 0 h 83"/>
                <a:gd name="T30" fmla="*/ 42 w 84"/>
                <a:gd name="T31" fmla="*/ 0 h 83"/>
                <a:gd name="T32" fmla="*/ 30 w 84"/>
                <a:gd name="T33" fmla="*/ 0 h 83"/>
                <a:gd name="T34" fmla="*/ 14 w 84"/>
                <a:gd name="T35" fmla="*/ 4 h 83"/>
                <a:gd name="T36" fmla="*/ 5 w 84"/>
                <a:gd name="T37" fmla="*/ 14 h 83"/>
                <a:gd name="T38" fmla="*/ 1 w 84"/>
                <a:gd name="T39" fmla="*/ 30 h 83"/>
                <a:gd name="T40" fmla="*/ 0 w 84"/>
                <a:gd name="T41" fmla="*/ 42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 h="83">
                  <a:moveTo>
                    <a:pt x="0" y="42"/>
                  </a:moveTo>
                  <a:lnTo>
                    <a:pt x="1" y="53"/>
                  </a:lnTo>
                  <a:lnTo>
                    <a:pt x="5" y="70"/>
                  </a:lnTo>
                  <a:lnTo>
                    <a:pt x="14" y="79"/>
                  </a:lnTo>
                  <a:lnTo>
                    <a:pt x="30" y="83"/>
                  </a:lnTo>
                  <a:lnTo>
                    <a:pt x="42" y="83"/>
                  </a:lnTo>
                  <a:lnTo>
                    <a:pt x="54" y="83"/>
                  </a:lnTo>
                  <a:lnTo>
                    <a:pt x="70" y="79"/>
                  </a:lnTo>
                  <a:lnTo>
                    <a:pt x="80" y="70"/>
                  </a:lnTo>
                  <a:lnTo>
                    <a:pt x="83" y="53"/>
                  </a:lnTo>
                  <a:lnTo>
                    <a:pt x="84" y="42"/>
                  </a:lnTo>
                  <a:lnTo>
                    <a:pt x="83" y="30"/>
                  </a:lnTo>
                  <a:lnTo>
                    <a:pt x="80" y="14"/>
                  </a:lnTo>
                  <a:lnTo>
                    <a:pt x="70" y="4"/>
                  </a:lnTo>
                  <a:lnTo>
                    <a:pt x="54" y="0"/>
                  </a:lnTo>
                  <a:lnTo>
                    <a:pt x="42" y="0"/>
                  </a:lnTo>
                  <a:lnTo>
                    <a:pt x="30" y="0"/>
                  </a:lnTo>
                  <a:lnTo>
                    <a:pt x="14" y="4"/>
                  </a:lnTo>
                  <a:lnTo>
                    <a:pt x="5" y="14"/>
                  </a:lnTo>
                  <a:lnTo>
                    <a:pt x="1" y="3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8" name="Freeform 610">
              <a:extLst>
                <a:ext uri="{FF2B5EF4-FFF2-40B4-BE49-F238E27FC236}">
                  <a16:creationId xmlns:a16="http://schemas.microsoft.com/office/drawing/2014/main" id="{CB1CCCF6-6F69-1D63-F411-BC8CCFDC31EA}"/>
                </a:ext>
              </a:extLst>
            </p:cNvPr>
            <p:cNvSpPr>
              <a:spLocks noEditPoints="1"/>
            </p:cNvSpPr>
            <p:nvPr/>
          </p:nvSpPr>
          <p:spPr bwMode="auto">
            <a:xfrm>
              <a:off x="11099801" y="5018089"/>
              <a:ext cx="176213" cy="169863"/>
            </a:xfrm>
            <a:custGeom>
              <a:avLst/>
              <a:gdLst>
                <a:gd name="T0" fmla="*/ 19 w 433"/>
                <a:gd name="T1" fmla="*/ 20 h 416"/>
                <a:gd name="T2" fmla="*/ 15 w 433"/>
                <a:gd name="T3" fmla="*/ 27 h 416"/>
                <a:gd name="T4" fmla="*/ 7 w 433"/>
                <a:gd name="T5" fmla="*/ 61 h 416"/>
                <a:gd name="T6" fmla="*/ 0 w 433"/>
                <a:gd name="T7" fmla="*/ 142 h 416"/>
                <a:gd name="T8" fmla="*/ 0 w 433"/>
                <a:gd name="T9" fmla="*/ 274 h 416"/>
                <a:gd name="T10" fmla="*/ 7 w 433"/>
                <a:gd name="T11" fmla="*/ 355 h 416"/>
                <a:gd name="T12" fmla="*/ 15 w 433"/>
                <a:gd name="T13" fmla="*/ 389 h 416"/>
                <a:gd name="T14" fmla="*/ 19 w 433"/>
                <a:gd name="T15" fmla="*/ 396 h 416"/>
                <a:gd name="T16" fmla="*/ 27 w 433"/>
                <a:gd name="T17" fmla="*/ 401 h 416"/>
                <a:gd name="T18" fmla="*/ 62 w 433"/>
                <a:gd name="T19" fmla="*/ 409 h 416"/>
                <a:gd name="T20" fmla="*/ 147 w 433"/>
                <a:gd name="T21" fmla="*/ 416 h 416"/>
                <a:gd name="T22" fmla="*/ 285 w 433"/>
                <a:gd name="T23" fmla="*/ 416 h 416"/>
                <a:gd name="T24" fmla="*/ 370 w 433"/>
                <a:gd name="T25" fmla="*/ 409 h 416"/>
                <a:gd name="T26" fmla="*/ 405 w 433"/>
                <a:gd name="T27" fmla="*/ 401 h 416"/>
                <a:gd name="T28" fmla="*/ 413 w 433"/>
                <a:gd name="T29" fmla="*/ 396 h 416"/>
                <a:gd name="T30" fmla="*/ 417 w 433"/>
                <a:gd name="T31" fmla="*/ 390 h 416"/>
                <a:gd name="T32" fmla="*/ 425 w 433"/>
                <a:gd name="T33" fmla="*/ 360 h 416"/>
                <a:gd name="T34" fmla="*/ 432 w 433"/>
                <a:gd name="T35" fmla="*/ 284 h 416"/>
                <a:gd name="T36" fmla="*/ 433 w 433"/>
                <a:gd name="T37" fmla="*/ 208 h 416"/>
                <a:gd name="T38" fmla="*/ 432 w 433"/>
                <a:gd name="T39" fmla="*/ 132 h 416"/>
                <a:gd name="T40" fmla="*/ 425 w 433"/>
                <a:gd name="T41" fmla="*/ 56 h 416"/>
                <a:gd name="T42" fmla="*/ 417 w 433"/>
                <a:gd name="T43" fmla="*/ 26 h 416"/>
                <a:gd name="T44" fmla="*/ 413 w 433"/>
                <a:gd name="T45" fmla="*/ 20 h 416"/>
                <a:gd name="T46" fmla="*/ 406 w 433"/>
                <a:gd name="T47" fmla="*/ 15 h 416"/>
                <a:gd name="T48" fmla="*/ 376 w 433"/>
                <a:gd name="T49" fmla="*/ 7 h 416"/>
                <a:gd name="T50" fmla="*/ 296 w 433"/>
                <a:gd name="T51" fmla="*/ 1 h 416"/>
                <a:gd name="T52" fmla="*/ 216 w 433"/>
                <a:gd name="T53" fmla="*/ 0 h 416"/>
                <a:gd name="T54" fmla="*/ 136 w 433"/>
                <a:gd name="T55" fmla="*/ 1 h 416"/>
                <a:gd name="T56" fmla="*/ 56 w 433"/>
                <a:gd name="T57" fmla="*/ 7 h 416"/>
                <a:gd name="T58" fmla="*/ 26 w 433"/>
                <a:gd name="T59" fmla="*/ 15 h 416"/>
                <a:gd name="T60" fmla="*/ 19 w 433"/>
                <a:gd name="T61" fmla="*/ 20 h 416"/>
                <a:gd name="T62" fmla="*/ 333 w 433"/>
                <a:gd name="T63" fmla="*/ 200 h 416"/>
                <a:gd name="T64" fmla="*/ 333 w 433"/>
                <a:gd name="T65" fmla="*/ 316 h 416"/>
                <a:gd name="T66" fmla="*/ 216 w 433"/>
                <a:gd name="T67" fmla="*/ 316 h 416"/>
                <a:gd name="T68" fmla="*/ 99 w 433"/>
                <a:gd name="T69" fmla="*/ 316 h 416"/>
                <a:gd name="T70" fmla="*/ 99 w 433"/>
                <a:gd name="T71" fmla="*/ 200 h 416"/>
                <a:gd name="T72" fmla="*/ 99 w 433"/>
                <a:gd name="T73" fmla="*/ 83 h 416"/>
                <a:gd name="T74" fmla="*/ 216 w 433"/>
                <a:gd name="T75" fmla="*/ 83 h 416"/>
                <a:gd name="T76" fmla="*/ 333 w 433"/>
                <a:gd name="T77" fmla="*/ 83 h 416"/>
                <a:gd name="T78" fmla="*/ 333 w 433"/>
                <a:gd name="T79" fmla="*/ 200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33" h="416">
                  <a:moveTo>
                    <a:pt x="19" y="20"/>
                  </a:moveTo>
                  <a:lnTo>
                    <a:pt x="15" y="27"/>
                  </a:lnTo>
                  <a:lnTo>
                    <a:pt x="7" y="61"/>
                  </a:lnTo>
                  <a:lnTo>
                    <a:pt x="0" y="142"/>
                  </a:lnTo>
                  <a:lnTo>
                    <a:pt x="0" y="274"/>
                  </a:lnTo>
                  <a:lnTo>
                    <a:pt x="7" y="355"/>
                  </a:lnTo>
                  <a:lnTo>
                    <a:pt x="15" y="389"/>
                  </a:lnTo>
                  <a:lnTo>
                    <a:pt x="19" y="396"/>
                  </a:lnTo>
                  <a:lnTo>
                    <a:pt x="27" y="401"/>
                  </a:lnTo>
                  <a:lnTo>
                    <a:pt x="62" y="409"/>
                  </a:lnTo>
                  <a:lnTo>
                    <a:pt x="147" y="416"/>
                  </a:lnTo>
                  <a:lnTo>
                    <a:pt x="285" y="416"/>
                  </a:lnTo>
                  <a:lnTo>
                    <a:pt x="370" y="409"/>
                  </a:lnTo>
                  <a:lnTo>
                    <a:pt x="405" y="401"/>
                  </a:lnTo>
                  <a:lnTo>
                    <a:pt x="413" y="396"/>
                  </a:lnTo>
                  <a:lnTo>
                    <a:pt x="417" y="390"/>
                  </a:lnTo>
                  <a:lnTo>
                    <a:pt x="425" y="360"/>
                  </a:lnTo>
                  <a:lnTo>
                    <a:pt x="432" y="284"/>
                  </a:lnTo>
                  <a:lnTo>
                    <a:pt x="433" y="208"/>
                  </a:lnTo>
                  <a:lnTo>
                    <a:pt x="432" y="132"/>
                  </a:lnTo>
                  <a:lnTo>
                    <a:pt x="425" y="56"/>
                  </a:lnTo>
                  <a:lnTo>
                    <a:pt x="417" y="26"/>
                  </a:lnTo>
                  <a:lnTo>
                    <a:pt x="413" y="20"/>
                  </a:lnTo>
                  <a:lnTo>
                    <a:pt x="406" y="15"/>
                  </a:lnTo>
                  <a:lnTo>
                    <a:pt x="376" y="7"/>
                  </a:lnTo>
                  <a:lnTo>
                    <a:pt x="296" y="1"/>
                  </a:lnTo>
                  <a:lnTo>
                    <a:pt x="216" y="0"/>
                  </a:lnTo>
                  <a:lnTo>
                    <a:pt x="136" y="1"/>
                  </a:lnTo>
                  <a:lnTo>
                    <a:pt x="56" y="7"/>
                  </a:lnTo>
                  <a:lnTo>
                    <a:pt x="26" y="15"/>
                  </a:lnTo>
                  <a:lnTo>
                    <a:pt x="19" y="20"/>
                  </a:lnTo>
                  <a:close/>
                  <a:moveTo>
                    <a:pt x="333" y="200"/>
                  </a:moveTo>
                  <a:lnTo>
                    <a:pt x="333" y="316"/>
                  </a:lnTo>
                  <a:lnTo>
                    <a:pt x="216" y="316"/>
                  </a:lnTo>
                  <a:lnTo>
                    <a:pt x="99" y="316"/>
                  </a:lnTo>
                  <a:lnTo>
                    <a:pt x="99" y="200"/>
                  </a:lnTo>
                  <a:lnTo>
                    <a:pt x="99" y="83"/>
                  </a:lnTo>
                  <a:lnTo>
                    <a:pt x="216" y="83"/>
                  </a:lnTo>
                  <a:lnTo>
                    <a:pt x="333" y="83"/>
                  </a:lnTo>
                  <a:lnTo>
                    <a:pt x="333" y="2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9" name="Freeform 611">
              <a:extLst>
                <a:ext uri="{FF2B5EF4-FFF2-40B4-BE49-F238E27FC236}">
                  <a16:creationId xmlns:a16="http://schemas.microsoft.com/office/drawing/2014/main" id="{2CA05C88-97EB-E5C1-8D5D-88D2B9AEF2F0}"/>
                </a:ext>
              </a:extLst>
            </p:cNvPr>
            <p:cNvSpPr>
              <a:spLocks/>
            </p:cNvSpPr>
            <p:nvPr/>
          </p:nvSpPr>
          <p:spPr bwMode="auto">
            <a:xfrm>
              <a:off x="10874376" y="5038726"/>
              <a:ext cx="34925" cy="33338"/>
            </a:xfrm>
            <a:custGeom>
              <a:avLst/>
              <a:gdLst>
                <a:gd name="T0" fmla="*/ 0 w 84"/>
                <a:gd name="T1" fmla="*/ 41 h 83"/>
                <a:gd name="T2" fmla="*/ 1 w 84"/>
                <a:gd name="T3" fmla="*/ 53 h 83"/>
                <a:gd name="T4" fmla="*/ 5 w 84"/>
                <a:gd name="T5" fmla="*/ 69 h 83"/>
                <a:gd name="T6" fmla="*/ 14 w 84"/>
                <a:gd name="T7" fmla="*/ 79 h 83"/>
                <a:gd name="T8" fmla="*/ 30 w 84"/>
                <a:gd name="T9" fmla="*/ 83 h 83"/>
                <a:gd name="T10" fmla="*/ 42 w 84"/>
                <a:gd name="T11" fmla="*/ 83 h 83"/>
                <a:gd name="T12" fmla="*/ 54 w 84"/>
                <a:gd name="T13" fmla="*/ 83 h 83"/>
                <a:gd name="T14" fmla="*/ 70 w 84"/>
                <a:gd name="T15" fmla="*/ 79 h 83"/>
                <a:gd name="T16" fmla="*/ 80 w 84"/>
                <a:gd name="T17" fmla="*/ 69 h 83"/>
                <a:gd name="T18" fmla="*/ 83 w 84"/>
                <a:gd name="T19" fmla="*/ 53 h 83"/>
                <a:gd name="T20" fmla="*/ 84 w 84"/>
                <a:gd name="T21" fmla="*/ 41 h 83"/>
                <a:gd name="T22" fmla="*/ 83 w 84"/>
                <a:gd name="T23" fmla="*/ 30 h 83"/>
                <a:gd name="T24" fmla="*/ 80 w 84"/>
                <a:gd name="T25" fmla="*/ 13 h 83"/>
                <a:gd name="T26" fmla="*/ 70 w 84"/>
                <a:gd name="T27" fmla="*/ 4 h 83"/>
                <a:gd name="T28" fmla="*/ 54 w 84"/>
                <a:gd name="T29" fmla="*/ 0 h 83"/>
                <a:gd name="T30" fmla="*/ 42 w 84"/>
                <a:gd name="T31" fmla="*/ 0 h 83"/>
                <a:gd name="T32" fmla="*/ 30 w 84"/>
                <a:gd name="T33" fmla="*/ 0 h 83"/>
                <a:gd name="T34" fmla="*/ 14 w 84"/>
                <a:gd name="T35" fmla="*/ 4 h 83"/>
                <a:gd name="T36" fmla="*/ 5 w 84"/>
                <a:gd name="T37" fmla="*/ 13 h 83"/>
                <a:gd name="T38" fmla="*/ 1 w 84"/>
                <a:gd name="T39" fmla="*/ 30 h 83"/>
                <a:gd name="T40" fmla="*/ 0 w 84"/>
                <a:gd name="T41" fmla="*/ 4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 h="83">
                  <a:moveTo>
                    <a:pt x="0" y="41"/>
                  </a:moveTo>
                  <a:lnTo>
                    <a:pt x="1" y="53"/>
                  </a:lnTo>
                  <a:lnTo>
                    <a:pt x="5" y="69"/>
                  </a:lnTo>
                  <a:lnTo>
                    <a:pt x="14" y="79"/>
                  </a:lnTo>
                  <a:lnTo>
                    <a:pt x="30" y="83"/>
                  </a:lnTo>
                  <a:lnTo>
                    <a:pt x="42" y="83"/>
                  </a:lnTo>
                  <a:lnTo>
                    <a:pt x="54" y="83"/>
                  </a:lnTo>
                  <a:lnTo>
                    <a:pt x="70" y="79"/>
                  </a:lnTo>
                  <a:lnTo>
                    <a:pt x="80" y="69"/>
                  </a:lnTo>
                  <a:lnTo>
                    <a:pt x="83" y="53"/>
                  </a:lnTo>
                  <a:lnTo>
                    <a:pt x="84" y="41"/>
                  </a:lnTo>
                  <a:lnTo>
                    <a:pt x="83" y="30"/>
                  </a:lnTo>
                  <a:lnTo>
                    <a:pt x="80" y="13"/>
                  </a:lnTo>
                  <a:lnTo>
                    <a:pt x="70" y="4"/>
                  </a:lnTo>
                  <a:lnTo>
                    <a:pt x="54" y="0"/>
                  </a:lnTo>
                  <a:lnTo>
                    <a:pt x="42" y="0"/>
                  </a:lnTo>
                  <a:lnTo>
                    <a:pt x="30" y="0"/>
                  </a:lnTo>
                  <a:lnTo>
                    <a:pt x="14" y="4"/>
                  </a:lnTo>
                  <a:lnTo>
                    <a:pt x="5" y="13"/>
                  </a:lnTo>
                  <a:lnTo>
                    <a:pt x="1" y="30"/>
                  </a:lnTo>
                  <a:lnTo>
                    <a:pt x="0"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0" name="Freeform 612">
              <a:extLst>
                <a:ext uri="{FF2B5EF4-FFF2-40B4-BE49-F238E27FC236}">
                  <a16:creationId xmlns:a16="http://schemas.microsoft.com/office/drawing/2014/main" id="{7AC09681-91D9-B035-F68B-D8889E998D89}"/>
                </a:ext>
              </a:extLst>
            </p:cNvPr>
            <p:cNvSpPr>
              <a:spLocks/>
            </p:cNvSpPr>
            <p:nvPr/>
          </p:nvSpPr>
          <p:spPr bwMode="auto">
            <a:xfrm>
              <a:off x="10733088" y="5106989"/>
              <a:ext cx="36513" cy="39688"/>
            </a:xfrm>
            <a:custGeom>
              <a:avLst/>
              <a:gdLst>
                <a:gd name="T0" fmla="*/ 5 w 90"/>
                <a:gd name="T1" fmla="*/ 21 h 95"/>
                <a:gd name="T2" fmla="*/ 0 w 90"/>
                <a:gd name="T3" fmla="*/ 37 h 95"/>
                <a:gd name="T4" fmla="*/ 1 w 90"/>
                <a:gd name="T5" fmla="*/ 65 h 95"/>
                <a:gd name="T6" fmla="*/ 15 w 90"/>
                <a:gd name="T7" fmla="*/ 86 h 95"/>
                <a:gd name="T8" fmla="*/ 37 w 90"/>
                <a:gd name="T9" fmla="*/ 95 h 95"/>
                <a:gd name="T10" fmla="*/ 52 w 90"/>
                <a:gd name="T11" fmla="*/ 94 h 95"/>
                <a:gd name="T12" fmla="*/ 62 w 90"/>
                <a:gd name="T13" fmla="*/ 92 h 95"/>
                <a:gd name="T14" fmla="*/ 76 w 90"/>
                <a:gd name="T15" fmla="*/ 86 h 95"/>
                <a:gd name="T16" fmla="*/ 86 w 90"/>
                <a:gd name="T17" fmla="*/ 75 h 95"/>
                <a:gd name="T18" fmla="*/ 90 w 90"/>
                <a:gd name="T19" fmla="*/ 58 h 95"/>
                <a:gd name="T20" fmla="*/ 90 w 90"/>
                <a:gd name="T21" fmla="*/ 47 h 95"/>
                <a:gd name="T22" fmla="*/ 90 w 90"/>
                <a:gd name="T23" fmla="*/ 37 h 95"/>
                <a:gd name="T24" fmla="*/ 86 w 90"/>
                <a:gd name="T25" fmla="*/ 20 h 95"/>
                <a:gd name="T26" fmla="*/ 76 w 90"/>
                <a:gd name="T27" fmla="*/ 9 h 95"/>
                <a:gd name="T28" fmla="*/ 62 w 90"/>
                <a:gd name="T29" fmla="*/ 2 h 95"/>
                <a:gd name="T30" fmla="*/ 52 w 90"/>
                <a:gd name="T31" fmla="*/ 1 h 95"/>
                <a:gd name="T32" fmla="*/ 36 w 90"/>
                <a:gd name="T33" fmla="*/ 0 h 95"/>
                <a:gd name="T34" fmla="*/ 16 w 90"/>
                <a:gd name="T35" fmla="*/ 7 h 95"/>
                <a:gd name="T36" fmla="*/ 7 w 90"/>
                <a:gd name="T37" fmla="*/ 15 h 95"/>
                <a:gd name="T38" fmla="*/ 5 w 90"/>
                <a:gd name="T39" fmla="*/ 2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 h="95">
                  <a:moveTo>
                    <a:pt x="5" y="21"/>
                  </a:moveTo>
                  <a:lnTo>
                    <a:pt x="0" y="37"/>
                  </a:lnTo>
                  <a:lnTo>
                    <a:pt x="1" y="65"/>
                  </a:lnTo>
                  <a:lnTo>
                    <a:pt x="15" y="86"/>
                  </a:lnTo>
                  <a:lnTo>
                    <a:pt x="37" y="95"/>
                  </a:lnTo>
                  <a:lnTo>
                    <a:pt x="52" y="94"/>
                  </a:lnTo>
                  <a:lnTo>
                    <a:pt x="62" y="92"/>
                  </a:lnTo>
                  <a:lnTo>
                    <a:pt x="76" y="86"/>
                  </a:lnTo>
                  <a:lnTo>
                    <a:pt x="86" y="75"/>
                  </a:lnTo>
                  <a:lnTo>
                    <a:pt x="90" y="58"/>
                  </a:lnTo>
                  <a:lnTo>
                    <a:pt x="90" y="47"/>
                  </a:lnTo>
                  <a:lnTo>
                    <a:pt x="90" y="37"/>
                  </a:lnTo>
                  <a:lnTo>
                    <a:pt x="86" y="20"/>
                  </a:lnTo>
                  <a:lnTo>
                    <a:pt x="76" y="9"/>
                  </a:lnTo>
                  <a:lnTo>
                    <a:pt x="62" y="2"/>
                  </a:lnTo>
                  <a:lnTo>
                    <a:pt x="52" y="1"/>
                  </a:lnTo>
                  <a:lnTo>
                    <a:pt x="36" y="0"/>
                  </a:lnTo>
                  <a:lnTo>
                    <a:pt x="16" y="7"/>
                  </a:lnTo>
                  <a:lnTo>
                    <a:pt x="7" y="15"/>
                  </a:lnTo>
                  <a:lnTo>
                    <a:pt x="5"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1" name="Freeform 613">
              <a:extLst>
                <a:ext uri="{FF2B5EF4-FFF2-40B4-BE49-F238E27FC236}">
                  <a16:creationId xmlns:a16="http://schemas.microsoft.com/office/drawing/2014/main" id="{EAA5B676-4406-2A22-0617-562CA9C085F9}"/>
                </a:ext>
              </a:extLst>
            </p:cNvPr>
            <p:cNvSpPr>
              <a:spLocks/>
            </p:cNvSpPr>
            <p:nvPr/>
          </p:nvSpPr>
          <p:spPr bwMode="auto">
            <a:xfrm>
              <a:off x="10807701" y="5106989"/>
              <a:ext cx="33338" cy="39688"/>
            </a:xfrm>
            <a:custGeom>
              <a:avLst/>
              <a:gdLst>
                <a:gd name="T0" fmla="*/ 0 w 81"/>
                <a:gd name="T1" fmla="*/ 47 h 98"/>
                <a:gd name="T2" fmla="*/ 0 w 81"/>
                <a:gd name="T3" fmla="*/ 62 h 98"/>
                <a:gd name="T4" fmla="*/ 3 w 81"/>
                <a:gd name="T5" fmla="*/ 83 h 98"/>
                <a:gd name="T6" fmla="*/ 13 w 81"/>
                <a:gd name="T7" fmla="*/ 94 h 98"/>
                <a:gd name="T8" fmla="*/ 30 w 81"/>
                <a:gd name="T9" fmla="*/ 98 h 98"/>
                <a:gd name="T10" fmla="*/ 43 w 81"/>
                <a:gd name="T11" fmla="*/ 98 h 98"/>
                <a:gd name="T12" fmla="*/ 56 w 81"/>
                <a:gd name="T13" fmla="*/ 98 h 98"/>
                <a:gd name="T14" fmla="*/ 72 w 81"/>
                <a:gd name="T15" fmla="*/ 94 h 98"/>
                <a:gd name="T16" fmla="*/ 80 w 81"/>
                <a:gd name="T17" fmla="*/ 84 h 98"/>
                <a:gd name="T18" fmla="*/ 81 w 81"/>
                <a:gd name="T19" fmla="*/ 66 h 98"/>
                <a:gd name="T20" fmla="*/ 80 w 81"/>
                <a:gd name="T21" fmla="*/ 52 h 98"/>
                <a:gd name="T22" fmla="*/ 78 w 81"/>
                <a:gd name="T23" fmla="*/ 40 h 98"/>
                <a:gd name="T24" fmla="*/ 72 w 81"/>
                <a:gd name="T25" fmla="*/ 23 h 98"/>
                <a:gd name="T26" fmla="*/ 62 w 81"/>
                <a:gd name="T27" fmla="*/ 10 h 98"/>
                <a:gd name="T28" fmla="*/ 48 w 81"/>
                <a:gd name="T29" fmla="*/ 3 h 98"/>
                <a:gd name="T30" fmla="*/ 38 w 81"/>
                <a:gd name="T31" fmla="*/ 2 h 98"/>
                <a:gd name="T32" fmla="*/ 26 w 81"/>
                <a:gd name="T33" fmla="*/ 0 h 98"/>
                <a:gd name="T34" fmla="*/ 11 w 81"/>
                <a:gd name="T35" fmla="*/ 2 h 98"/>
                <a:gd name="T36" fmla="*/ 3 w 81"/>
                <a:gd name="T37" fmla="*/ 12 h 98"/>
                <a:gd name="T38" fmla="*/ 0 w 81"/>
                <a:gd name="T39" fmla="*/ 32 h 98"/>
                <a:gd name="T40" fmla="*/ 0 w 81"/>
                <a:gd name="T41" fmla="*/ 47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1" h="98">
                  <a:moveTo>
                    <a:pt x="0" y="47"/>
                  </a:moveTo>
                  <a:lnTo>
                    <a:pt x="0" y="62"/>
                  </a:lnTo>
                  <a:lnTo>
                    <a:pt x="3" y="83"/>
                  </a:lnTo>
                  <a:lnTo>
                    <a:pt x="13" y="94"/>
                  </a:lnTo>
                  <a:lnTo>
                    <a:pt x="30" y="98"/>
                  </a:lnTo>
                  <a:lnTo>
                    <a:pt x="43" y="98"/>
                  </a:lnTo>
                  <a:lnTo>
                    <a:pt x="56" y="98"/>
                  </a:lnTo>
                  <a:lnTo>
                    <a:pt x="72" y="94"/>
                  </a:lnTo>
                  <a:lnTo>
                    <a:pt x="80" y="84"/>
                  </a:lnTo>
                  <a:lnTo>
                    <a:pt x="81" y="66"/>
                  </a:lnTo>
                  <a:lnTo>
                    <a:pt x="80" y="52"/>
                  </a:lnTo>
                  <a:lnTo>
                    <a:pt x="78" y="40"/>
                  </a:lnTo>
                  <a:lnTo>
                    <a:pt x="72" y="23"/>
                  </a:lnTo>
                  <a:lnTo>
                    <a:pt x="62" y="10"/>
                  </a:lnTo>
                  <a:lnTo>
                    <a:pt x="48" y="3"/>
                  </a:lnTo>
                  <a:lnTo>
                    <a:pt x="38" y="2"/>
                  </a:lnTo>
                  <a:lnTo>
                    <a:pt x="26" y="0"/>
                  </a:lnTo>
                  <a:lnTo>
                    <a:pt x="11" y="2"/>
                  </a:lnTo>
                  <a:lnTo>
                    <a:pt x="3" y="12"/>
                  </a:lnTo>
                  <a:lnTo>
                    <a:pt x="0" y="32"/>
                  </a:lnTo>
                  <a:lnTo>
                    <a:pt x="0" y="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2" name="Freeform 614">
              <a:extLst>
                <a:ext uri="{FF2B5EF4-FFF2-40B4-BE49-F238E27FC236}">
                  <a16:creationId xmlns:a16="http://schemas.microsoft.com/office/drawing/2014/main" id="{9A0E9EF2-889D-FC93-5B73-53F774E5C807}"/>
                </a:ext>
              </a:extLst>
            </p:cNvPr>
            <p:cNvSpPr>
              <a:spLocks/>
            </p:cNvSpPr>
            <p:nvPr/>
          </p:nvSpPr>
          <p:spPr bwMode="auto">
            <a:xfrm>
              <a:off x="10874376" y="5105401"/>
              <a:ext cx="34925" cy="41275"/>
            </a:xfrm>
            <a:custGeom>
              <a:avLst/>
              <a:gdLst>
                <a:gd name="T0" fmla="*/ 0 w 84"/>
                <a:gd name="T1" fmla="*/ 50 h 100"/>
                <a:gd name="T2" fmla="*/ 1 w 84"/>
                <a:gd name="T3" fmla="*/ 65 h 100"/>
                <a:gd name="T4" fmla="*/ 4 w 84"/>
                <a:gd name="T5" fmla="*/ 85 h 100"/>
                <a:gd name="T6" fmla="*/ 13 w 84"/>
                <a:gd name="T7" fmla="*/ 96 h 100"/>
                <a:gd name="T8" fmla="*/ 30 w 84"/>
                <a:gd name="T9" fmla="*/ 100 h 100"/>
                <a:gd name="T10" fmla="*/ 42 w 84"/>
                <a:gd name="T11" fmla="*/ 100 h 100"/>
                <a:gd name="T12" fmla="*/ 54 w 84"/>
                <a:gd name="T13" fmla="*/ 100 h 100"/>
                <a:gd name="T14" fmla="*/ 71 w 84"/>
                <a:gd name="T15" fmla="*/ 96 h 100"/>
                <a:gd name="T16" fmla="*/ 80 w 84"/>
                <a:gd name="T17" fmla="*/ 85 h 100"/>
                <a:gd name="T18" fmla="*/ 83 w 84"/>
                <a:gd name="T19" fmla="*/ 65 h 100"/>
                <a:gd name="T20" fmla="*/ 84 w 84"/>
                <a:gd name="T21" fmla="*/ 50 h 100"/>
                <a:gd name="T22" fmla="*/ 83 w 84"/>
                <a:gd name="T23" fmla="*/ 36 h 100"/>
                <a:gd name="T24" fmla="*/ 80 w 84"/>
                <a:gd name="T25" fmla="*/ 16 h 100"/>
                <a:gd name="T26" fmla="*/ 71 w 84"/>
                <a:gd name="T27" fmla="*/ 5 h 100"/>
                <a:gd name="T28" fmla="*/ 54 w 84"/>
                <a:gd name="T29" fmla="*/ 1 h 100"/>
                <a:gd name="T30" fmla="*/ 42 w 84"/>
                <a:gd name="T31" fmla="*/ 0 h 100"/>
                <a:gd name="T32" fmla="*/ 30 w 84"/>
                <a:gd name="T33" fmla="*/ 1 h 100"/>
                <a:gd name="T34" fmla="*/ 13 w 84"/>
                <a:gd name="T35" fmla="*/ 5 h 100"/>
                <a:gd name="T36" fmla="*/ 4 w 84"/>
                <a:gd name="T37" fmla="*/ 16 h 100"/>
                <a:gd name="T38" fmla="*/ 1 w 84"/>
                <a:gd name="T39" fmla="*/ 36 h 100"/>
                <a:gd name="T40" fmla="*/ 0 w 84"/>
                <a:gd name="T41" fmla="*/ 5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 h="100">
                  <a:moveTo>
                    <a:pt x="0" y="50"/>
                  </a:moveTo>
                  <a:lnTo>
                    <a:pt x="1" y="65"/>
                  </a:lnTo>
                  <a:lnTo>
                    <a:pt x="4" y="85"/>
                  </a:lnTo>
                  <a:lnTo>
                    <a:pt x="13" y="96"/>
                  </a:lnTo>
                  <a:lnTo>
                    <a:pt x="30" y="100"/>
                  </a:lnTo>
                  <a:lnTo>
                    <a:pt x="42" y="100"/>
                  </a:lnTo>
                  <a:lnTo>
                    <a:pt x="54" y="100"/>
                  </a:lnTo>
                  <a:lnTo>
                    <a:pt x="71" y="96"/>
                  </a:lnTo>
                  <a:lnTo>
                    <a:pt x="80" y="85"/>
                  </a:lnTo>
                  <a:lnTo>
                    <a:pt x="83" y="65"/>
                  </a:lnTo>
                  <a:lnTo>
                    <a:pt x="84" y="50"/>
                  </a:lnTo>
                  <a:lnTo>
                    <a:pt x="83" y="36"/>
                  </a:lnTo>
                  <a:lnTo>
                    <a:pt x="80" y="16"/>
                  </a:lnTo>
                  <a:lnTo>
                    <a:pt x="71" y="5"/>
                  </a:lnTo>
                  <a:lnTo>
                    <a:pt x="54" y="1"/>
                  </a:lnTo>
                  <a:lnTo>
                    <a:pt x="42" y="0"/>
                  </a:lnTo>
                  <a:lnTo>
                    <a:pt x="30" y="1"/>
                  </a:lnTo>
                  <a:lnTo>
                    <a:pt x="13" y="5"/>
                  </a:lnTo>
                  <a:lnTo>
                    <a:pt x="4" y="16"/>
                  </a:lnTo>
                  <a:lnTo>
                    <a:pt x="1" y="36"/>
                  </a:lnTo>
                  <a:lnTo>
                    <a:pt x="0"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3" name="Freeform 615">
              <a:extLst>
                <a:ext uri="{FF2B5EF4-FFF2-40B4-BE49-F238E27FC236}">
                  <a16:creationId xmlns:a16="http://schemas.microsoft.com/office/drawing/2014/main" id="{9C10AE26-98A3-7052-D9C1-C8ACFB8C8B2E}"/>
                </a:ext>
              </a:extLst>
            </p:cNvPr>
            <p:cNvSpPr>
              <a:spLocks/>
            </p:cNvSpPr>
            <p:nvPr/>
          </p:nvSpPr>
          <p:spPr bwMode="auto">
            <a:xfrm>
              <a:off x="10780713" y="5256214"/>
              <a:ext cx="247650" cy="31750"/>
            </a:xfrm>
            <a:custGeom>
              <a:avLst/>
              <a:gdLst>
                <a:gd name="T0" fmla="*/ 3 w 606"/>
                <a:gd name="T1" fmla="*/ 23 h 78"/>
                <a:gd name="T2" fmla="*/ 0 w 606"/>
                <a:gd name="T3" fmla="*/ 35 h 78"/>
                <a:gd name="T4" fmla="*/ 4 w 606"/>
                <a:gd name="T5" fmla="*/ 59 h 78"/>
                <a:gd name="T6" fmla="*/ 10 w 606"/>
                <a:gd name="T7" fmla="*/ 66 h 78"/>
                <a:gd name="T8" fmla="*/ 17 w 606"/>
                <a:gd name="T9" fmla="*/ 69 h 78"/>
                <a:gd name="T10" fmla="*/ 64 w 606"/>
                <a:gd name="T11" fmla="*/ 74 h 78"/>
                <a:gd name="T12" fmla="*/ 194 w 606"/>
                <a:gd name="T13" fmla="*/ 78 h 78"/>
                <a:gd name="T14" fmla="*/ 316 w 606"/>
                <a:gd name="T15" fmla="*/ 78 h 78"/>
                <a:gd name="T16" fmla="*/ 491 w 606"/>
                <a:gd name="T17" fmla="*/ 75 h 78"/>
                <a:gd name="T18" fmla="*/ 589 w 606"/>
                <a:gd name="T19" fmla="*/ 65 h 78"/>
                <a:gd name="T20" fmla="*/ 604 w 606"/>
                <a:gd name="T21" fmla="*/ 55 h 78"/>
                <a:gd name="T22" fmla="*/ 606 w 606"/>
                <a:gd name="T23" fmla="*/ 45 h 78"/>
                <a:gd name="T24" fmla="*/ 606 w 606"/>
                <a:gd name="T25" fmla="*/ 40 h 78"/>
                <a:gd name="T26" fmla="*/ 606 w 606"/>
                <a:gd name="T27" fmla="*/ 34 h 78"/>
                <a:gd name="T28" fmla="*/ 603 w 606"/>
                <a:gd name="T29" fmla="*/ 25 h 78"/>
                <a:gd name="T30" fmla="*/ 589 w 606"/>
                <a:gd name="T31" fmla="*/ 15 h 78"/>
                <a:gd name="T32" fmla="*/ 488 w 606"/>
                <a:gd name="T33" fmla="*/ 5 h 78"/>
                <a:gd name="T34" fmla="*/ 310 w 606"/>
                <a:gd name="T35" fmla="*/ 1 h 78"/>
                <a:gd name="T36" fmla="*/ 143 w 606"/>
                <a:gd name="T37" fmla="*/ 0 h 78"/>
                <a:gd name="T38" fmla="*/ 35 w 606"/>
                <a:gd name="T39" fmla="*/ 6 h 78"/>
                <a:gd name="T40" fmla="*/ 8 w 606"/>
                <a:gd name="T41" fmla="*/ 15 h 78"/>
                <a:gd name="T42" fmla="*/ 3 w 606"/>
                <a:gd name="T43" fmla="*/ 2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6" h="78">
                  <a:moveTo>
                    <a:pt x="3" y="23"/>
                  </a:moveTo>
                  <a:lnTo>
                    <a:pt x="0" y="35"/>
                  </a:lnTo>
                  <a:lnTo>
                    <a:pt x="4" y="59"/>
                  </a:lnTo>
                  <a:lnTo>
                    <a:pt x="10" y="66"/>
                  </a:lnTo>
                  <a:lnTo>
                    <a:pt x="17" y="69"/>
                  </a:lnTo>
                  <a:lnTo>
                    <a:pt x="64" y="74"/>
                  </a:lnTo>
                  <a:lnTo>
                    <a:pt x="194" y="78"/>
                  </a:lnTo>
                  <a:lnTo>
                    <a:pt x="316" y="78"/>
                  </a:lnTo>
                  <a:lnTo>
                    <a:pt x="491" y="75"/>
                  </a:lnTo>
                  <a:lnTo>
                    <a:pt x="589" y="65"/>
                  </a:lnTo>
                  <a:lnTo>
                    <a:pt x="604" y="55"/>
                  </a:lnTo>
                  <a:lnTo>
                    <a:pt x="606" y="45"/>
                  </a:lnTo>
                  <a:lnTo>
                    <a:pt x="606" y="40"/>
                  </a:lnTo>
                  <a:lnTo>
                    <a:pt x="606" y="34"/>
                  </a:lnTo>
                  <a:lnTo>
                    <a:pt x="603" y="25"/>
                  </a:lnTo>
                  <a:lnTo>
                    <a:pt x="589" y="15"/>
                  </a:lnTo>
                  <a:lnTo>
                    <a:pt x="488" y="5"/>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4" name="Freeform 616">
              <a:extLst>
                <a:ext uri="{FF2B5EF4-FFF2-40B4-BE49-F238E27FC236}">
                  <a16:creationId xmlns:a16="http://schemas.microsoft.com/office/drawing/2014/main" id="{7E966099-C181-4454-4F0C-2C8FE5F94526}"/>
                </a:ext>
              </a:extLst>
            </p:cNvPr>
            <p:cNvSpPr>
              <a:spLocks/>
            </p:cNvSpPr>
            <p:nvPr/>
          </p:nvSpPr>
          <p:spPr bwMode="auto">
            <a:xfrm>
              <a:off x="10780713" y="5359401"/>
              <a:ext cx="247650" cy="31750"/>
            </a:xfrm>
            <a:custGeom>
              <a:avLst/>
              <a:gdLst>
                <a:gd name="T0" fmla="*/ 3 w 606"/>
                <a:gd name="T1" fmla="*/ 23 h 78"/>
                <a:gd name="T2" fmla="*/ 0 w 606"/>
                <a:gd name="T3" fmla="*/ 35 h 78"/>
                <a:gd name="T4" fmla="*/ 4 w 606"/>
                <a:gd name="T5" fmla="*/ 59 h 78"/>
                <a:gd name="T6" fmla="*/ 10 w 606"/>
                <a:gd name="T7" fmla="*/ 66 h 78"/>
                <a:gd name="T8" fmla="*/ 17 w 606"/>
                <a:gd name="T9" fmla="*/ 69 h 78"/>
                <a:gd name="T10" fmla="*/ 64 w 606"/>
                <a:gd name="T11" fmla="*/ 74 h 78"/>
                <a:gd name="T12" fmla="*/ 194 w 606"/>
                <a:gd name="T13" fmla="*/ 78 h 78"/>
                <a:gd name="T14" fmla="*/ 316 w 606"/>
                <a:gd name="T15" fmla="*/ 78 h 78"/>
                <a:gd name="T16" fmla="*/ 491 w 606"/>
                <a:gd name="T17" fmla="*/ 75 h 78"/>
                <a:gd name="T18" fmla="*/ 589 w 606"/>
                <a:gd name="T19" fmla="*/ 65 h 78"/>
                <a:gd name="T20" fmla="*/ 604 w 606"/>
                <a:gd name="T21" fmla="*/ 55 h 78"/>
                <a:gd name="T22" fmla="*/ 606 w 606"/>
                <a:gd name="T23" fmla="*/ 45 h 78"/>
                <a:gd name="T24" fmla="*/ 606 w 606"/>
                <a:gd name="T25" fmla="*/ 40 h 78"/>
                <a:gd name="T26" fmla="*/ 606 w 606"/>
                <a:gd name="T27" fmla="*/ 34 h 78"/>
                <a:gd name="T28" fmla="*/ 603 w 606"/>
                <a:gd name="T29" fmla="*/ 25 h 78"/>
                <a:gd name="T30" fmla="*/ 589 w 606"/>
                <a:gd name="T31" fmla="*/ 15 h 78"/>
                <a:gd name="T32" fmla="*/ 488 w 606"/>
                <a:gd name="T33" fmla="*/ 5 h 78"/>
                <a:gd name="T34" fmla="*/ 310 w 606"/>
                <a:gd name="T35" fmla="*/ 1 h 78"/>
                <a:gd name="T36" fmla="*/ 143 w 606"/>
                <a:gd name="T37" fmla="*/ 0 h 78"/>
                <a:gd name="T38" fmla="*/ 35 w 606"/>
                <a:gd name="T39" fmla="*/ 6 h 78"/>
                <a:gd name="T40" fmla="*/ 8 w 606"/>
                <a:gd name="T41" fmla="*/ 15 h 78"/>
                <a:gd name="T42" fmla="*/ 3 w 606"/>
                <a:gd name="T43" fmla="*/ 2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6" h="78">
                  <a:moveTo>
                    <a:pt x="3" y="23"/>
                  </a:moveTo>
                  <a:lnTo>
                    <a:pt x="0" y="35"/>
                  </a:lnTo>
                  <a:lnTo>
                    <a:pt x="4" y="59"/>
                  </a:lnTo>
                  <a:lnTo>
                    <a:pt x="10" y="66"/>
                  </a:lnTo>
                  <a:lnTo>
                    <a:pt x="17" y="69"/>
                  </a:lnTo>
                  <a:lnTo>
                    <a:pt x="64" y="74"/>
                  </a:lnTo>
                  <a:lnTo>
                    <a:pt x="194" y="78"/>
                  </a:lnTo>
                  <a:lnTo>
                    <a:pt x="316" y="78"/>
                  </a:lnTo>
                  <a:lnTo>
                    <a:pt x="491" y="75"/>
                  </a:lnTo>
                  <a:lnTo>
                    <a:pt x="589" y="65"/>
                  </a:lnTo>
                  <a:lnTo>
                    <a:pt x="604" y="55"/>
                  </a:lnTo>
                  <a:lnTo>
                    <a:pt x="606" y="45"/>
                  </a:lnTo>
                  <a:lnTo>
                    <a:pt x="606" y="40"/>
                  </a:lnTo>
                  <a:lnTo>
                    <a:pt x="606" y="34"/>
                  </a:lnTo>
                  <a:lnTo>
                    <a:pt x="603" y="25"/>
                  </a:lnTo>
                  <a:lnTo>
                    <a:pt x="589" y="15"/>
                  </a:lnTo>
                  <a:lnTo>
                    <a:pt x="488" y="5"/>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5" name="Freeform 617">
              <a:extLst>
                <a:ext uri="{FF2B5EF4-FFF2-40B4-BE49-F238E27FC236}">
                  <a16:creationId xmlns:a16="http://schemas.microsoft.com/office/drawing/2014/main" id="{5A8B63A8-BB7D-6647-3C36-FE0224C0428D}"/>
                </a:ext>
              </a:extLst>
            </p:cNvPr>
            <p:cNvSpPr>
              <a:spLocks/>
            </p:cNvSpPr>
            <p:nvPr/>
          </p:nvSpPr>
          <p:spPr bwMode="auto">
            <a:xfrm>
              <a:off x="10780713" y="5461001"/>
              <a:ext cx="247650" cy="31750"/>
            </a:xfrm>
            <a:custGeom>
              <a:avLst/>
              <a:gdLst>
                <a:gd name="T0" fmla="*/ 3 w 606"/>
                <a:gd name="T1" fmla="*/ 23 h 78"/>
                <a:gd name="T2" fmla="*/ 0 w 606"/>
                <a:gd name="T3" fmla="*/ 35 h 78"/>
                <a:gd name="T4" fmla="*/ 4 w 606"/>
                <a:gd name="T5" fmla="*/ 59 h 78"/>
                <a:gd name="T6" fmla="*/ 10 w 606"/>
                <a:gd name="T7" fmla="*/ 66 h 78"/>
                <a:gd name="T8" fmla="*/ 17 w 606"/>
                <a:gd name="T9" fmla="*/ 69 h 78"/>
                <a:gd name="T10" fmla="*/ 64 w 606"/>
                <a:gd name="T11" fmla="*/ 74 h 78"/>
                <a:gd name="T12" fmla="*/ 194 w 606"/>
                <a:gd name="T13" fmla="*/ 78 h 78"/>
                <a:gd name="T14" fmla="*/ 316 w 606"/>
                <a:gd name="T15" fmla="*/ 78 h 78"/>
                <a:gd name="T16" fmla="*/ 491 w 606"/>
                <a:gd name="T17" fmla="*/ 75 h 78"/>
                <a:gd name="T18" fmla="*/ 589 w 606"/>
                <a:gd name="T19" fmla="*/ 65 h 78"/>
                <a:gd name="T20" fmla="*/ 604 w 606"/>
                <a:gd name="T21" fmla="*/ 55 h 78"/>
                <a:gd name="T22" fmla="*/ 606 w 606"/>
                <a:gd name="T23" fmla="*/ 45 h 78"/>
                <a:gd name="T24" fmla="*/ 606 w 606"/>
                <a:gd name="T25" fmla="*/ 40 h 78"/>
                <a:gd name="T26" fmla="*/ 606 w 606"/>
                <a:gd name="T27" fmla="*/ 34 h 78"/>
                <a:gd name="T28" fmla="*/ 603 w 606"/>
                <a:gd name="T29" fmla="*/ 25 h 78"/>
                <a:gd name="T30" fmla="*/ 589 w 606"/>
                <a:gd name="T31" fmla="*/ 15 h 78"/>
                <a:gd name="T32" fmla="*/ 488 w 606"/>
                <a:gd name="T33" fmla="*/ 5 h 78"/>
                <a:gd name="T34" fmla="*/ 310 w 606"/>
                <a:gd name="T35" fmla="*/ 1 h 78"/>
                <a:gd name="T36" fmla="*/ 143 w 606"/>
                <a:gd name="T37" fmla="*/ 0 h 78"/>
                <a:gd name="T38" fmla="*/ 35 w 606"/>
                <a:gd name="T39" fmla="*/ 6 h 78"/>
                <a:gd name="T40" fmla="*/ 8 w 606"/>
                <a:gd name="T41" fmla="*/ 15 h 78"/>
                <a:gd name="T42" fmla="*/ 3 w 606"/>
                <a:gd name="T43" fmla="*/ 2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6" h="78">
                  <a:moveTo>
                    <a:pt x="3" y="23"/>
                  </a:moveTo>
                  <a:lnTo>
                    <a:pt x="0" y="35"/>
                  </a:lnTo>
                  <a:lnTo>
                    <a:pt x="4" y="59"/>
                  </a:lnTo>
                  <a:lnTo>
                    <a:pt x="10" y="66"/>
                  </a:lnTo>
                  <a:lnTo>
                    <a:pt x="17" y="69"/>
                  </a:lnTo>
                  <a:lnTo>
                    <a:pt x="64" y="74"/>
                  </a:lnTo>
                  <a:lnTo>
                    <a:pt x="194" y="78"/>
                  </a:lnTo>
                  <a:lnTo>
                    <a:pt x="316" y="78"/>
                  </a:lnTo>
                  <a:lnTo>
                    <a:pt x="491" y="75"/>
                  </a:lnTo>
                  <a:lnTo>
                    <a:pt x="589" y="65"/>
                  </a:lnTo>
                  <a:lnTo>
                    <a:pt x="604" y="55"/>
                  </a:lnTo>
                  <a:lnTo>
                    <a:pt x="606" y="45"/>
                  </a:lnTo>
                  <a:lnTo>
                    <a:pt x="606" y="40"/>
                  </a:lnTo>
                  <a:lnTo>
                    <a:pt x="606" y="34"/>
                  </a:lnTo>
                  <a:lnTo>
                    <a:pt x="603" y="25"/>
                  </a:lnTo>
                  <a:lnTo>
                    <a:pt x="589" y="15"/>
                  </a:lnTo>
                  <a:lnTo>
                    <a:pt x="488" y="5"/>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6" name="Freeform 618">
              <a:extLst>
                <a:ext uri="{FF2B5EF4-FFF2-40B4-BE49-F238E27FC236}">
                  <a16:creationId xmlns:a16="http://schemas.microsoft.com/office/drawing/2014/main" id="{33B03F12-FB2C-B70D-18EC-F174E1B4390C}"/>
                </a:ext>
              </a:extLst>
            </p:cNvPr>
            <p:cNvSpPr>
              <a:spLocks/>
            </p:cNvSpPr>
            <p:nvPr/>
          </p:nvSpPr>
          <p:spPr bwMode="auto">
            <a:xfrm>
              <a:off x="10780713" y="5562601"/>
              <a:ext cx="250825" cy="34925"/>
            </a:xfrm>
            <a:custGeom>
              <a:avLst/>
              <a:gdLst>
                <a:gd name="T0" fmla="*/ 3 w 613"/>
                <a:gd name="T1" fmla="*/ 23 h 83"/>
                <a:gd name="T2" fmla="*/ 0 w 613"/>
                <a:gd name="T3" fmla="*/ 35 h 83"/>
                <a:gd name="T4" fmla="*/ 4 w 613"/>
                <a:gd name="T5" fmla="*/ 59 h 83"/>
                <a:gd name="T6" fmla="*/ 10 w 613"/>
                <a:gd name="T7" fmla="*/ 66 h 83"/>
                <a:gd name="T8" fmla="*/ 24 w 613"/>
                <a:gd name="T9" fmla="*/ 71 h 83"/>
                <a:gd name="T10" fmla="*/ 129 w 613"/>
                <a:gd name="T11" fmla="*/ 79 h 83"/>
                <a:gd name="T12" fmla="*/ 297 w 613"/>
                <a:gd name="T13" fmla="*/ 83 h 83"/>
                <a:gd name="T14" fmla="*/ 495 w 613"/>
                <a:gd name="T15" fmla="*/ 83 h 83"/>
                <a:gd name="T16" fmla="*/ 595 w 613"/>
                <a:gd name="T17" fmla="*/ 81 h 83"/>
                <a:gd name="T18" fmla="*/ 599 w 613"/>
                <a:gd name="T19" fmla="*/ 81 h 83"/>
                <a:gd name="T20" fmla="*/ 607 w 613"/>
                <a:gd name="T21" fmla="*/ 76 h 83"/>
                <a:gd name="T22" fmla="*/ 613 w 613"/>
                <a:gd name="T23" fmla="*/ 59 h 83"/>
                <a:gd name="T24" fmla="*/ 611 w 613"/>
                <a:gd name="T25" fmla="*/ 43 h 83"/>
                <a:gd name="T26" fmla="*/ 610 w 613"/>
                <a:gd name="T27" fmla="*/ 30 h 83"/>
                <a:gd name="T28" fmla="*/ 599 w 613"/>
                <a:gd name="T29" fmla="*/ 18 h 83"/>
                <a:gd name="T30" fmla="*/ 582 w 613"/>
                <a:gd name="T31" fmla="*/ 12 h 83"/>
                <a:gd name="T32" fmla="*/ 536 w 613"/>
                <a:gd name="T33" fmla="*/ 7 h 83"/>
                <a:gd name="T34" fmla="*/ 411 w 613"/>
                <a:gd name="T35" fmla="*/ 3 h 83"/>
                <a:gd name="T36" fmla="*/ 310 w 613"/>
                <a:gd name="T37" fmla="*/ 1 h 83"/>
                <a:gd name="T38" fmla="*/ 143 w 613"/>
                <a:gd name="T39" fmla="*/ 0 h 83"/>
                <a:gd name="T40" fmla="*/ 35 w 613"/>
                <a:gd name="T41" fmla="*/ 6 h 83"/>
                <a:gd name="T42" fmla="*/ 8 w 613"/>
                <a:gd name="T43" fmla="*/ 15 h 83"/>
                <a:gd name="T44" fmla="*/ 3 w 613"/>
                <a:gd name="T45" fmla="*/ 2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13" h="83">
                  <a:moveTo>
                    <a:pt x="3" y="23"/>
                  </a:moveTo>
                  <a:lnTo>
                    <a:pt x="0" y="35"/>
                  </a:lnTo>
                  <a:lnTo>
                    <a:pt x="4" y="59"/>
                  </a:lnTo>
                  <a:lnTo>
                    <a:pt x="10" y="66"/>
                  </a:lnTo>
                  <a:lnTo>
                    <a:pt x="24" y="71"/>
                  </a:lnTo>
                  <a:lnTo>
                    <a:pt x="129" y="79"/>
                  </a:lnTo>
                  <a:lnTo>
                    <a:pt x="297" y="83"/>
                  </a:lnTo>
                  <a:lnTo>
                    <a:pt x="495" y="83"/>
                  </a:lnTo>
                  <a:lnTo>
                    <a:pt x="595" y="81"/>
                  </a:lnTo>
                  <a:lnTo>
                    <a:pt x="599" y="81"/>
                  </a:lnTo>
                  <a:lnTo>
                    <a:pt x="607" y="76"/>
                  </a:lnTo>
                  <a:lnTo>
                    <a:pt x="613" y="59"/>
                  </a:lnTo>
                  <a:lnTo>
                    <a:pt x="611" y="43"/>
                  </a:lnTo>
                  <a:lnTo>
                    <a:pt x="610" y="30"/>
                  </a:lnTo>
                  <a:lnTo>
                    <a:pt x="599" y="18"/>
                  </a:lnTo>
                  <a:lnTo>
                    <a:pt x="582" y="12"/>
                  </a:lnTo>
                  <a:lnTo>
                    <a:pt x="536" y="7"/>
                  </a:lnTo>
                  <a:lnTo>
                    <a:pt x="411" y="3"/>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7" name="Freeform 619">
              <a:extLst>
                <a:ext uri="{FF2B5EF4-FFF2-40B4-BE49-F238E27FC236}">
                  <a16:creationId xmlns:a16="http://schemas.microsoft.com/office/drawing/2014/main" id="{D77175BE-DC77-E23F-40FB-983C0ECC6299}"/>
                </a:ext>
              </a:extLst>
            </p:cNvPr>
            <p:cNvSpPr>
              <a:spLocks noEditPoints="1"/>
            </p:cNvSpPr>
            <p:nvPr/>
          </p:nvSpPr>
          <p:spPr bwMode="auto">
            <a:xfrm>
              <a:off x="11596688" y="5276851"/>
              <a:ext cx="266700" cy="195263"/>
            </a:xfrm>
            <a:custGeom>
              <a:avLst/>
              <a:gdLst>
                <a:gd name="T0" fmla="*/ 335 w 655"/>
                <a:gd name="T1" fmla="*/ 117 h 481"/>
                <a:gd name="T2" fmla="*/ 265 w 655"/>
                <a:gd name="T3" fmla="*/ 167 h 481"/>
                <a:gd name="T4" fmla="*/ 238 w 655"/>
                <a:gd name="T5" fmla="*/ 147 h 481"/>
                <a:gd name="T6" fmla="*/ 216 w 655"/>
                <a:gd name="T7" fmla="*/ 124 h 481"/>
                <a:gd name="T8" fmla="*/ 169 w 655"/>
                <a:gd name="T9" fmla="*/ 101 h 481"/>
                <a:gd name="T10" fmla="*/ 115 w 655"/>
                <a:gd name="T11" fmla="*/ 100 h 481"/>
                <a:gd name="T12" fmla="*/ 64 w 655"/>
                <a:gd name="T13" fmla="*/ 117 h 481"/>
                <a:gd name="T14" fmla="*/ 35 w 655"/>
                <a:gd name="T15" fmla="*/ 143 h 481"/>
                <a:gd name="T16" fmla="*/ 2 w 655"/>
                <a:gd name="T17" fmla="*/ 204 h 481"/>
                <a:gd name="T18" fmla="*/ 1 w 655"/>
                <a:gd name="T19" fmla="*/ 228 h 481"/>
                <a:gd name="T20" fmla="*/ 58 w 655"/>
                <a:gd name="T21" fmla="*/ 316 h 481"/>
                <a:gd name="T22" fmla="*/ 188 w 655"/>
                <a:gd name="T23" fmla="*/ 453 h 481"/>
                <a:gd name="T24" fmla="*/ 227 w 655"/>
                <a:gd name="T25" fmla="*/ 477 h 481"/>
                <a:gd name="T26" fmla="*/ 281 w 655"/>
                <a:gd name="T27" fmla="*/ 478 h 481"/>
                <a:gd name="T28" fmla="*/ 347 w 655"/>
                <a:gd name="T29" fmla="*/ 444 h 481"/>
                <a:gd name="T30" fmla="*/ 485 w 655"/>
                <a:gd name="T31" fmla="*/ 333 h 481"/>
                <a:gd name="T32" fmla="*/ 613 w 655"/>
                <a:gd name="T33" fmla="*/ 212 h 481"/>
                <a:gd name="T34" fmla="*/ 652 w 655"/>
                <a:gd name="T35" fmla="*/ 143 h 481"/>
                <a:gd name="T36" fmla="*/ 651 w 655"/>
                <a:gd name="T37" fmla="*/ 93 h 481"/>
                <a:gd name="T38" fmla="*/ 639 w 655"/>
                <a:gd name="T39" fmla="*/ 61 h 481"/>
                <a:gd name="T40" fmla="*/ 594 w 655"/>
                <a:gd name="T41" fmla="*/ 10 h 481"/>
                <a:gd name="T42" fmla="*/ 529 w 655"/>
                <a:gd name="T43" fmla="*/ 1 h 481"/>
                <a:gd name="T44" fmla="*/ 446 w 655"/>
                <a:gd name="T45" fmla="*/ 32 h 481"/>
                <a:gd name="T46" fmla="*/ 375 w 655"/>
                <a:gd name="T47" fmla="*/ 83 h 481"/>
                <a:gd name="T48" fmla="*/ 575 w 655"/>
                <a:gd name="T49" fmla="*/ 113 h 481"/>
                <a:gd name="T50" fmla="*/ 563 w 655"/>
                <a:gd name="T51" fmla="*/ 146 h 481"/>
                <a:gd name="T52" fmla="*/ 439 w 655"/>
                <a:gd name="T53" fmla="*/ 262 h 481"/>
                <a:gd name="T54" fmla="*/ 333 w 655"/>
                <a:gd name="T55" fmla="*/ 348 h 481"/>
                <a:gd name="T56" fmla="*/ 250 w 655"/>
                <a:gd name="T57" fmla="*/ 396 h 481"/>
                <a:gd name="T58" fmla="*/ 226 w 655"/>
                <a:gd name="T59" fmla="*/ 385 h 481"/>
                <a:gd name="T60" fmla="*/ 134 w 655"/>
                <a:gd name="T61" fmla="*/ 274 h 481"/>
                <a:gd name="T62" fmla="*/ 106 w 655"/>
                <a:gd name="T63" fmla="*/ 214 h 481"/>
                <a:gd name="T64" fmla="*/ 110 w 655"/>
                <a:gd name="T65" fmla="*/ 202 h 481"/>
                <a:gd name="T66" fmla="*/ 138 w 655"/>
                <a:gd name="T67" fmla="*/ 184 h 481"/>
                <a:gd name="T68" fmla="*/ 198 w 655"/>
                <a:gd name="T69" fmla="*/ 209 h 481"/>
                <a:gd name="T70" fmla="*/ 222 w 655"/>
                <a:gd name="T71" fmla="*/ 242 h 481"/>
                <a:gd name="T72" fmla="*/ 262 w 655"/>
                <a:gd name="T73" fmla="*/ 267 h 481"/>
                <a:gd name="T74" fmla="*/ 351 w 655"/>
                <a:gd name="T75" fmla="*/ 211 h 481"/>
                <a:gd name="T76" fmla="*/ 437 w 655"/>
                <a:gd name="T77" fmla="*/ 142 h 481"/>
                <a:gd name="T78" fmla="*/ 531 w 655"/>
                <a:gd name="T79" fmla="*/ 86 h 481"/>
                <a:gd name="T80" fmla="*/ 560 w 655"/>
                <a:gd name="T81" fmla="*/ 90 h 481"/>
                <a:gd name="T82" fmla="*/ 573 w 655"/>
                <a:gd name="T83" fmla="*/ 108 h 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55" h="481">
                  <a:moveTo>
                    <a:pt x="375" y="83"/>
                  </a:moveTo>
                  <a:lnTo>
                    <a:pt x="335" y="117"/>
                  </a:lnTo>
                  <a:lnTo>
                    <a:pt x="275" y="162"/>
                  </a:lnTo>
                  <a:lnTo>
                    <a:pt x="265" y="167"/>
                  </a:lnTo>
                  <a:lnTo>
                    <a:pt x="260" y="165"/>
                  </a:lnTo>
                  <a:lnTo>
                    <a:pt x="238" y="147"/>
                  </a:lnTo>
                  <a:lnTo>
                    <a:pt x="225" y="133"/>
                  </a:lnTo>
                  <a:lnTo>
                    <a:pt x="216" y="124"/>
                  </a:lnTo>
                  <a:lnTo>
                    <a:pt x="194" y="110"/>
                  </a:lnTo>
                  <a:lnTo>
                    <a:pt x="169" y="101"/>
                  </a:lnTo>
                  <a:lnTo>
                    <a:pt x="142" y="98"/>
                  </a:lnTo>
                  <a:lnTo>
                    <a:pt x="115" y="100"/>
                  </a:lnTo>
                  <a:lnTo>
                    <a:pt x="89" y="106"/>
                  </a:lnTo>
                  <a:lnTo>
                    <a:pt x="64" y="117"/>
                  </a:lnTo>
                  <a:lnTo>
                    <a:pt x="44" y="133"/>
                  </a:lnTo>
                  <a:lnTo>
                    <a:pt x="35" y="143"/>
                  </a:lnTo>
                  <a:lnTo>
                    <a:pt x="21" y="163"/>
                  </a:lnTo>
                  <a:lnTo>
                    <a:pt x="2" y="204"/>
                  </a:lnTo>
                  <a:lnTo>
                    <a:pt x="0" y="218"/>
                  </a:lnTo>
                  <a:lnTo>
                    <a:pt x="1" y="228"/>
                  </a:lnTo>
                  <a:lnTo>
                    <a:pt x="16" y="257"/>
                  </a:lnTo>
                  <a:lnTo>
                    <a:pt x="58" y="316"/>
                  </a:lnTo>
                  <a:lnTo>
                    <a:pt x="134" y="402"/>
                  </a:lnTo>
                  <a:lnTo>
                    <a:pt x="188" y="453"/>
                  </a:lnTo>
                  <a:lnTo>
                    <a:pt x="217" y="473"/>
                  </a:lnTo>
                  <a:lnTo>
                    <a:pt x="227" y="477"/>
                  </a:lnTo>
                  <a:lnTo>
                    <a:pt x="248" y="481"/>
                  </a:lnTo>
                  <a:lnTo>
                    <a:pt x="281" y="478"/>
                  </a:lnTo>
                  <a:lnTo>
                    <a:pt x="304" y="469"/>
                  </a:lnTo>
                  <a:lnTo>
                    <a:pt x="347" y="444"/>
                  </a:lnTo>
                  <a:lnTo>
                    <a:pt x="428" y="381"/>
                  </a:lnTo>
                  <a:lnTo>
                    <a:pt x="485" y="333"/>
                  </a:lnTo>
                  <a:lnTo>
                    <a:pt x="540" y="285"/>
                  </a:lnTo>
                  <a:lnTo>
                    <a:pt x="613" y="212"/>
                  </a:lnTo>
                  <a:lnTo>
                    <a:pt x="642" y="169"/>
                  </a:lnTo>
                  <a:lnTo>
                    <a:pt x="652" y="143"/>
                  </a:lnTo>
                  <a:lnTo>
                    <a:pt x="655" y="118"/>
                  </a:lnTo>
                  <a:lnTo>
                    <a:pt x="651" y="93"/>
                  </a:lnTo>
                  <a:lnTo>
                    <a:pt x="647" y="80"/>
                  </a:lnTo>
                  <a:lnTo>
                    <a:pt x="639" y="61"/>
                  </a:lnTo>
                  <a:lnTo>
                    <a:pt x="619" y="30"/>
                  </a:lnTo>
                  <a:lnTo>
                    <a:pt x="594" y="10"/>
                  </a:lnTo>
                  <a:lnTo>
                    <a:pt x="564" y="0"/>
                  </a:lnTo>
                  <a:lnTo>
                    <a:pt x="529" y="1"/>
                  </a:lnTo>
                  <a:lnTo>
                    <a:pt x="490" y="12"/>
                  </a:lnTo>
                  <a:lnTo>
                    <a:pt x="446" y="32"/>
                  </a:lnTo>
                  <a:lnTo>
                    <a:pt x="400" y="64"/>
                  </a:lnTo>
                  <a:lnTo>
                    <a:pt x="375" y="83"/>
                  </a:lnTo>
                  <a:close/>
                  <a:moveTo>
                    <a:pt x="573" y="108"/>
                  </a:moveTo>
                  <a:lnTo>
                    <a:pt x="575" y="113"/>
                  </a:lnTo>
                  <a:lnTo>
                    <a:pt x="574" y="125"/>
                  </a:lnTo>
                  <a:lnTo>
                    <a:pt x="563" y="146"/>
                  </a:lnTo>
                  <a:lnTo>
                    <a:pt x="520" y="191"/>
                  </a:lnTo>
                  <a:lnTo>
                    <a:pt x="439" y="262"/>
                  </a:lnTo>
                  <a:lnTo>
                    <a:pt x="380" y="312"/>
                  </a:lnTo>
                  <a:lnTo>
                    <a:pt x="333" y="348"/>
                  </a:lnTo>
                  <a:lnTo>
                    <a:pt x="275" y="385"/>
                  </a:lnTo>
                  <a:lnTo>
                    <a:pt x="250" y="396"/>
                  </a:lnTo>
                  <a:lnTo>
                    <a:pt x="243" y="395"/>
                  </a:lnTo>
                  <a:lnTo>
                    <a:pt x="226" y="385"/>
                  </a:lnTo>
                  <a:lnTo>
                    <a:pt x="180" y="336"/>
                  </a:lnTo>
                  <a:lnTo>
                    <a:pt x="134" y="274"/>
                  </a:lnTo>
                  <a:lnTo>
                    <a:pt x="112" y="234"/>
                  </a:lnTo>
                  <a:lnTo>
                    <a:pt x="106" y="214"/>
                  </a:lnTo>
                  <a:lnTo>
                    <a:pt x="107" y="208"/>
                  </a:lnTo>
                  <a:lnTo>
                    <a:pt x="110" y="202"/>
                  </a:lnTo>
                  <a:lnTo>
                    <a:pt x="119" y="191"/>
                  </a:lnTo>
                  <a:lnTo>
                    <a:pt x="138" y="184"/>
                  </a:lnTo>
                  <a:lnTo>
                    <a:pt x="168" y="188"/>
                  </a:lnTo>
                  <a:lnTo>
                    <a:pt x="198" y="209"/>
                  </a:lnTo>
                  <a:lnTo>
                    <a:pt x="210" y="225"/>
                  </a:lnTo>
                  <a:lnTo>
                    <a:pt x="222" y="242"/>
                  </a:lnTo>
                  <a:lnTo>
                    <a:pt x="250" y="264"/>
                  </a:lnTo>
                  <a:lnTo>
                    <a:pt x="262" y="267"/>
                  </a:lnTo>
                  <a:lnTo>
                    <a:pt x="278" y="261"/>
                  </a:lnTo>
                  <a:lnTo>
                    <a:pt x="351" y="211"/>
                  </a:lnTo>
                  <a:lnTo>
                    <a:pt x="397" y="175"/>
                  </a:lnTo>
                  <a:lnTo>
                    <a:pt x="437" y="142"/>
                  </a:lnTo>
                  <a:lnTo>
                    <a:pt x="498" y="100"/>
                  </a:lnTo>
                  <a:lnTo>
                    <a:pt x="531" y="86"/>
                  </a:lnTo>
                  <a:lnTo>
                    <a:pt x="547" y="85"/>
                  </a:lnTo>
                  <a:lnTo>
                    <a:pt x="560" y="90"/>
                  </a:lnTo>
                  <a:lnTo>
                    <a:pt x="570" y="100"/>
                  </a:lnTo>
                  <a:lnTo>
                    <a:pt x="573"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8" name="Freeform 620">
              <a:extLst>
                <a:ext uri="{FF2B5EF4-FFF2-40B4-BE49-F238E27FC236}">
                  <a16:creationId xmlns:a16="http://schemas.microsoft.com/office/drawing/2014/main" id="{D28B2714-A641-E67A-FED0-E582B8DD69A2}"/>
                </a:ext>
              </a:extLst>
            </p:cNvPr>
            <p:cNvSpPr>
              <a:spLocks noEditPoints="1"/>
            </p:cNvSpPr>
            <p:nvPr/>
          </p:nvSpPr>
          <p:spPr bwMode="auto">
            <a:xfrm>
              <a:off x="11245851" y="5461001"/>
              <a:ext cx="234950" cy="234950"/>
            </a:xfrm>
            <a:custGeom>
              <a:avLst/>
              <a:gdLst>
                <a:gd name="T0" fmla="*/ 145 w 575"/>
                <a:gd name="T1" fmla="*/ 41 h 578"/>
                <a:gd name="T2" fmla="*/ 76 w 575"/>
                <a:gd name="T3" fmla="*/ 94 h 578"/>
                <a:gd name="T4" fmla="*/ 29 w 575"/>
                <a:gd name="T5" fmla="*/ 162 h 578"/>
                <a:gd name="T6" fmla="*/ 4 w 575"/>
                <a:gd name="T7" fmla="*/ 239 h 578"/>
                <a:gd name="T8" fmla="*/ 1 w 575"/>
                <a:gd name="T9" fmla="*/ 319 h 578"/>
                <a:gd name="T10" fmla="*/ 20 w 575"/>
                <a:gd name="T11" fmla="*/ 398 h 578"/>
                <a:gd name="T12" fmla="*/ 60 w 575"/>
                <a:gd name="T13" fmla="*/ 468 h 578"/>
                <a:gd name="T14" fmla="*/ 122 w 575"/>
                <a:gd name="T15" fmla="*/ 526 h 578"/>
                <a:gd name="T16" fmla="*/ 182 w 575"/>
                <a:gd name="T17" fmla="*/ 557 h 578"/>
                <a:gd name="T18" fmla="*/ 263 w 575"/>
                <a:gd name="T19" fmla="*/ 577 h 578"/>
                <a:gd name="T20" fmla="*/ 363 w 575"/>
                <a:gd name="T21" fmla="*/ 569 h 578"/>
                <a:gd name="T22" fmla="*/ 449 w 575"/>
                <a:gd name="T23" fmla="*/ 528 h 578"/>
                <a:gd name="T24" fmla="*/ 516 w 575"/>
                <a:gd name="T25" fmla="*/ 462 h 578"/>
                <a:gd name="T26" fmla="*/ 560 w 575"/>
                <a:gd name="T27" fmla="*/ 378 h 578"/>
                <a:gd name="T28" fmla="*/ 575 w 575"/>
                <a:gd name="T29" fmla="*/ 285 h 578"/>
                <a:gd name="T30" fmla="*/ 558 w 575"/>
                <a:gd name="T31" fmla="*/ 190 h 578"/>
                <a:gd name="T32" fmla="*/ 503 w 575"/>
                <a:gd name="T33" fmla="*/ 100 h 578"/>
                <a:gd name="T34" fmla="*/ 465 w 575"/>
                <a:gd name="T35" fmla="*/ 64 h 578"/>
                <a:gd name="T36" fmla="*/ 392 w 575"/>
                <a:gd name="T37" fmla="*/ 19 h 578"/>
                <a:gd name="T38" fmla="*/ 313 w 575"/>
                <a:gd name="T39" fmla="*/ 0 h 578"/>
                <a:gd name="T40" fmla="*/ 230 w 575"/>
                <a:gd name="T41" fmla="*/ 8 h 578"/>
                <a:gd name="T42" fmla="*/ 166 w 575"/>
                <a:gd name="T43" fmla="*/ 31 h 578"/>
                <a:gd name="T44" fmla="*/ 403 w 575"/>
                <a:gd name="T45" fmla="*/ 125 h 578"/>
                <a:gd name="T46" fmla="*/ 455 w 575"/>
                <a:gd name="T47" fmla="*/ 179 h 578"/>
                <a:gd name="T48" fmla="*/ 487 w 575"/>
                <a:gd name="T49" fmla="*/ 288 h 578"/>
                <a:gd name="T50" fmla="*/ 457 w 575"/>
                <a:gd name="T51" fmla="*/ 396 h 578"/>
                <a:gd name="T52" fmla="*/ 384 w 575"/>
                <a:gd name="T53" fmla="*/ 465 h 578"/>
                <a:gd name="T54" fmla="*/ 341 w 575"/>
                <a:gd name="T55" fmla="*/ 482 h 578"/>
                <a:gd name="T56" fmla="*/ 288 w 575"/>
                <a:gd name="T57" fmla="*/ 489 h 578"/>
                <a:gd name="T58" fmla="*/ 219 w 575"/>
                <a:gd name="T59" fmla="*/ 477 h 578"/>
                <a:gd name="T60" fmla="*/ 157 w 575"/>
                <a:gd name="T61" fmla="*/ 444 h 578"/>
                <a:gd name="T62" fmla="*/ 112 w 575"/>
                <a:gd name="T63" fmla="*/ 393 h 578"/>
                <a:gd name="T64" fmla="*/ 92 w 575"/>
                <a:gd name="T65" fmla="*/ 351 h 578"/>
                <a:gd name="T66" fmla="*/ 79 w 575"/>
                <a:gd name="T67" fmla="*/ 272 h 578"/>
                <a:gd name="T68" fmla="*/ 104 w 575"/>
                <a:gd name="T69" fmla="*/ 204 h 578"/>
                <a:gd name="T70" fmla="*/ 141 w 575"/>
                <a:gd name="T71" fmla="*/ 148 h 578"/>
                <a:gd name="T72" fmla="*/ 208 w 575"/>
                <a:gd name="T73" fmla="*/ 100 h 578"/>
                <a:gd name="T74" fmla="*/ 287 w 575"/>
                <a:gd name="T75" fmla="*/ 85 h 578"/>
                <a:gd name="T76" fmla="*/ 369 w 575"/>
                <a:gd name="T77" fmla="*/ 105 h 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75" h="578">
                  <a:moveTo>
                    <a:pt x="166" y="31"/>
                  </a:moveTo>
                  <a:lnTo>
                    <a:pt x="145" y="41"/>
                  </a:lnTo>
                  <a:lnTo>
                    <a:pt x="107" y="65"/>
                  </a:lnTo>
                  <a:lnTo>
                    <a:pt x="76" y="94"/>
                  </a:lnTo>
                  <a:lnTo>
                    <a:pt x="50" y="126"/>
                  </a:lnTo>
                  <a:lnTo>
                    <a:pt x="29" y="162"/>
                  </a:lnTo>
                  <a:lnTo>
                    <a:pt x="14" y="199"/>
                  </a:lnTo>
                  <a:lnTo>
                    <a:pt x="4" y="239"/>
                  </a:lnTo>
                  <a:lnTo>
                    <a:pt x="0" y="279"/>
                  </a:lnTo>
                  <a:lnTo>
                    <a:pt x="1" y="319"/>
                  </a:lnTo>
                  <a:lnTo>
                    <a:pt x="8" y="359"/>
                  </a:lnTo>
                  <a:lnTo>
                    <a:pt x="20" y="398"/>
                  </a:lnTo>
                  <a:lnTo>
                    <a:pt x="38" y="434"/>
                  </a:lnTo>
                  <a:lnTo>
                    <a:pt x="60" y="468"/>
                  </a:lnTo>
                  <a:lnTo>
                    <a:pt x="88" y="499"/>
                  </a:lnTo>
                  <a:lnTo>
                    <a:pt x="122" y="526"/>
                  </a:lnTo>
                  <a:lnTo>
                    <a:pt x="161" y="548"/>
                  </a:lnTo>
                  <a:lnTo>
                    <a:pt x="182" y="557"/>
                  </a:lnTo>
                  <a:lnTo>
                    <a:pt x="210" y="567"/>
                  </a:lnTo>
                  <a:lnTo>
                    <a:pt x="263" y="577"/>
                  </a:lnTo>
                  <a:lnTo>
                    <a:pt x="315" y="578"/>
                  </a:lnTo>
                  <a:lnTo>
                    <a:pt x="363" y="569"/>
                  </a:lnTo>
                  <a:lnTo>
                    <a:pt x="408" y="552"/>
                  </a:lnTo>
                  <a:lnTo>
                    <a:pt x="449" y="528"/>
                  </a:lnTo>
                  <a:lnTo>
                    <a:pt x="485" y="497"/>
                  </a:lnTo>
                  <a:lnTo>
                    <a:pt x="516" y="462"/>
                  </a:lnTo>
                  <a:lnTo>
                    <a:pt x="541" y="422"/>
                  </a:lnTo>
                  <a:lnTo>
                    <a:pt x="560" y="378"/>
                  </a:lnTo>
                  <a:lnTo>
                    <a:pt x="571" y="332"/>
                  </a:lnTo>
                  <a:lnTo>
                    <a:pt x="575" y="285"/>
                  </a:lnTo>
                  <a:lnTo>
                    <a:pt x="571" y="237"/>
                  </a:lnTo>
                  <a:lnTo>
                    <a:pt x="558" y="190"/>
                  </a:lnTo>
                  <a:lnTo>
                    <a:pt x="536" y="143"/>
                  </a:lnTo>
                  <a:lnTo>
                    <a:pt x="503" y="100"/>
                  </a:lnTo>
                  <a:lnTo>
                    <a:pt x="482" y="79"/>
                  </a:lnTo>
                  <a:lnTo>
                    <a:pt x="465" y="64"/>
                  </a:lnTo>
                  <a:lnTo>
                    <a:pt x="429" y="38"/>
                  </a:lnTo>
                  <a:lnTo>
                    <a:pt x="392" y="19"/>
                  </a:lnTo>
                  <a:lnTo>
                    <a:pt x="353" y="7"/>
                  </a:lnTo>
                  <a:lnTo>
                    <a:pt x="313" y="0"/>
                  </a:lnTo>
                  <a:lnTo>
                    <a:pt x="272" y="1"/>
                  </a:lnTo>
                  <a:lnTo>
                    <a:pt x="230" y="8"/>
                  </a:lnTo>
                  <a:lnTo>
                    <a:pt x="187" y="21"/>
                  </a:lnTo>
                  <a:lnTo>
                    <a:pt x="166" y="31"/>
                  </a:lnTo>
                  <a:close/>
                  <a:moveTo>
                    <a:pt x="389" y="116"/>
                  </a:moveTo>
                  <a:lnTo>
                    <a:pt x="403" y="125"/>
                  </a:lnTo>
                  <a:lnTo>
                    <a:pt x="427" y="145"/>
                  </a:lnTo>
                  <a:lnTo>
                    <a:pt x="455" y="179"/>
                  </a:lnTo>
                  <a:lnTo>
                    <a:pt x="479" y="232"/>
                  </a:lnTo>
                  <a:lnTo>
                    <a:pt x="487" y="288"/>
                  </a:lnTo>
                  <a:lnTo>
                    <a:pt x="479" y="344"/>
                  </a:lnTo>
                  <a:lnTo>
                    <a:pt x="457" y="396"/>
                  </a:lnTo>
                  <a:lnTo>
                    <a:pt x="421" y="440"/>
                  </a:lnTo>
                  <a:lnTo>
                    <a:pt x="384" y="465"/>
                  </a:lnTo>
                  <a:lnTo>
                    <a:pt x="356" y="478"/>
                  </a:lnTo>
                  <a:lnTo>
                    <a:pt x="341" y="482"/>
                  </a:lnTo>
                  <a:lnTo>
                    <a:pt x="323" y="486"/>
                  </a:lnTo>
                  <a:lnTo>
                    <a:pt x="288" y="489"/>
                  </a:lnTo>
                  <a:lnTo>
                    <a:pt x="253" y="486"/>
                  </a:lnTo>
                  <a:lnTo>
                    <a:pt x="219" y="477"/>
                  </a:lnTo>
                  <a:lnTo>
                    <a:pt x="186" y="463"/>
                  </a:lnTo>
                  <a:lnTo>
                    <a:pt x="157" y="444"/>
                  </a:lnTo>
                  <a:lnTo>
                    <a:pt x="132" y="420"/>
                  </a:lnTo>
                  <a:lnTo>
                    <a:pt x="112" y="393"/>
                  </a:lnTo>
                  <a:lnTo>
                    <a:pt x="104" y="377"/>
                  </a:lnTo>
                  <a:lnTo>
                    <a:pt x="92" y="351"/>
                  </a:lnTo>
                  <a:lnTo>
                    <a:pt x="79" y="309"/>
                  </a:lnTo>
                  <a:lnTo>
                    <a:pt x="79" y="272"/>
                  </a:lnTo>
                  <a:lnTo>
                    <a:pt x="92" y="230"/>
                  </a:lnTo>
                  <a:lnTo>
                    <a:pt x="104" y="204"/>
                  </a:lnTo>
                  <a:lnTo>
                    <a:pt x="115" y="183"/>
                  </a:lnTo>
                  <a:lnTo>
                    <a:pt x="141" y="148"/>
                  </a:lnTo>
                  <a:lnTo>
                    <a:pt x="172" y="120"/>
                  </a:lnTo>
                  <a:lnTo>
                    <a:pt x="208" y="100"/>
                  </a:lnTo>
                  <a:lnTo>
                    <a:pt x="247" y="88"/>
                  </a:lnTo>
                  <a:lnTo>
                    <a:pt x="287" y="85"/>
                  </a:lnTo>
                  <a:lnTo>
                    <a:pt x="328" y="90"/>
                  </a:lnTo>
                  <a:lnTo>
                    <a:pt x="369" y="105"/>
                  </a:lnTo>
                  <a:lnTo>
                    <a:pt x="389" y="1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9" name="Freeform 624">
              <a:extLst>
                <a:ext uri="{FF2B5EF4-FFF2-40B4-BE49-F238E27FC236}">
                  <a16:creationId xmlns:a16="http://schemas.microsoft.com/office/drawing/2014/main" id="{4BE86C75-E4B5-633E-6FA9-8C346808DC26}"/>
                </a:ext>
              </a:extLst>
            </p:cNvPr>
            <p:cNvSpPr>
              <a:spLocks noEditPoints="1"/>
            </p:cNvSpPr>
            <p:nvPr/>
          </p:nvSpPr>
          <p:spPr bwMode="auto">
            <a:xfrm>
              <a:off x="10656888" y="5753101"/>
              <a:ext cx="1219200" cy="474663"/>
            </a:xfrm>
            <a:custGeom>
              <a:avLst/>
              <a:gdLst>
                <a:gd name="T0" fmla="*/ 38 w 2983"/>
                <a:gd name="T1" fmla="*/ 54 h 1163"/>
                <a:gd name="T2" fmla="*/ 2 w 2983"/>
                <a:gd name="T3" fmla="*/ 189 h 1163"/>
                <a:gd name="T4" fmla="*/ 5 w 2983"/>
                <a:gd name="T5" fmla="*/ 877 h 1163"/>
                <a:gd name="T6" fmla="*/ 63 w 2983"/>
                <a:gd name="T7" fmla="*/ 1017 h 1163"/>
                <a:gd name="T8" fmla="*/ 243 w 2983"/>
                <a:gd name="T9" fmla="*/ 1032 h 1163"/>
                <a:gd name="T10" fmla="*/ 439 w 2983"/>
                <a:gd name="T11" fmla="*/ 1009 h 1163"/>
                <a:gd name="T12" fmla="*/ 483 w 2983"/>
                <a:gd name="T13" fmla="*/ 949 h 1163"/>
                <a:gd name="T14" fmla="*/ 565 w 2983"/>
                <a:gd name="T15" fmla="*/ 935 h 1163"/>
                <a:gd name="T16" fmla="*/ 1013 w 2983"/>
                <a:gd name="T17" fmla="*/ 1061 h 1163"/>
                <a:gd name="T18" fmla="*/ 1472 w 2983"/>
                <a:gd name="T19" fmla="*/ 1163 h 1163"/>
                <a:gd name="T20" fmla="*/ 1768 w 2983"/>
                <a:gd name="T21" fmla="*/ 1137 h 1163"/>
                <a:gd name="T22" fmla="*/ 2576 w 2983"/>
                <a:gd name="T23" fmla="*/ 634 h 1163"/>
                <a:gd name="T24" fmla="*/ 2955 w 2983"/>
                <a:gd name="T25" fmla="*/ 357 h 1163"/>
                <a:gd name="T26" fmla="*/ 2983 w 2983"/>
                <a:gd name="T27" fmla="*/ 252 h 1163"/>
                <a:gd name="T28" fmla="*/ 2942 w 2983"/>
                <a:gd name="T29" fmla="*/ 138 h 1163"/>
                <a:gd name="T30" fmla="*/ 2845 w 2983"/>
                <a:gd name="T31" fmla="*/ 67 h 1163"/>
                <a:gd name="T32" fmla="*/ 2672 w 2983"/>
                <a:gd name="T33" fmla="*/ 92 h 1163"/>
                <a:gd name="T34" fmla="*/ 1942 w 2983"/>
                <a:gd name="T35" fmla="*/ 464 h 1163"/>
                <a:gd name="T36" fmla="*/ 1869 w 2983"/>
                <a:gd name="T37" fmla="*/ 330 h 1163"/>
                <a:gd name="T38" fmla="*/ 1637 w 2983"/>
                <a:gd name="T39" fmla="*/ 299 h 1163"/>
                <a:gd name="T40" fmla="*/ 1330 w 2983"/>
                <a:gd name="T41" fmla="*/ 246 h 1163"/>
                <a:gd name="T42" fmla="*/ 1014 w 2983"/>
                <a:gd name="T43" fmla="*/ 119 h 1163"/>
                <a:gd name="T44" fmla="*/ 688 w 2983"/>
                <a:gd name="T45" fmla="*/ 66 h 1163"/>
                <a:gd name="T46" fmla="*/ 515 w 2983"/>
                <a:gd name="T47" fmla="*/ 92 h 1163"/>
                <a:gd name="T48" fmla="*/ 454 w 2983"/>
                <a:gd name="T49" fmla="*/ 53 h 1163"/>
                <a:gd name="T50" fmla="*/ 293 w 2983"/>
                <a:gd name="T51" fmla="*/ 2 h 1163"/>
                <a:gd name="T52" fmla="*/ 200 w 2983"/>
                <a:gd name="T53" fmla="*/ 175 h 1163"/>
                <a:gd name="T54" fmla="*/ 165 w 2983"/>
                <a:gd name="T55" fmla="*/ 247 h 1163"/>
                <a:gd name="T56" fmla="*/ 95 w 2983"/>
                <a:gd name="T57" fmla="*/ 227 h 1163"/>
                <a:gd name="T58" fmla="*/ 88 w 2983"/>
                <a:gd name="T59" fmla="*/ 132 h 1163"/>
                <a:gd name="T60" fmla="*/ 167 w 2983"/>
                <a:gd name="T61" fmla="*/ 99 h 1163"/>
                <a:gd name="T62" fmla="*/ 200 w 2983"/>
                <a:gd name="T63" fmla="*/ 175 h 1163"/>
                <a:gd name="T64" fmla="*/ 323 w 2983"/>
                <a:gd name="T65" fmla="*/ 249 h 1163"/>
                <a:gd name="T66" fmla="*/ 283 w 2983"/>
                <a:gd name="T67" fmla="*/ 172 h 1163"/>
                <a:gd name="T68" fmla="*/ 319 w 2983"/>
                <a:gd name="T69" fmla="*/ 100 h 1163"/>
                <a:gd name="T70" fmla="*/ 389 w 2983"/>
                <a:gd name="T71" fmla="*/ 125 h 1163"/>
                <a:gd name="T72" fmla="*/ 941 w 2983"/>
                <a:gd name="T73" fmla="*/ 187 h 1163"/>
                <a:gd name="T74" fmla="*/ 1375 w 2983"/>
                <a:gd name="T75" fmla="*/ 354 h 1163"/>
                <a:gd name="T76" fmla="*/ 1716 w 2983"/>
                <a:gd name="T77" fmla="*/ 383 h 1163"/>
                <a:gd name="T78" fmla="*/ 1836 w 2983"/>
                <a:gd name="T79" fmla="*/ 421 h 1163"/>
                <a:gd name="T80" fmla="*/ 1793 w 2983"/>
                <a:gd name="T81" fmla="*/ 547 h 1163"/>
                <a:gd name="T82" fmla="*/ 1690 w 2983"/>
                <a:gd name="T83" fmla="*/ 613 h 1163"/>
                <a:gd name="T84" fmla="*/ 1033 w 2983"/>
                <a:gd name="T85" fmla="*/ 632 h 1163"/>
                <a:gd name="T86" fmla="*/ 1480 w 2983"/>
                <a:gd name="T87" fmla="*/ 715 h 1163"/>
                <a:gd name="T88" fmla="*/ 1811 w 2983"/>
                <a:gd name="T89" fmla="*/ 653 h 1163"/>
                <a:gd name="T90" fmla="*/ 2152 w 2983"/>
                <a:gd name="T91" fmla="*/ 449 h 1163"/>
                <a:gd name="T92" fmla="*/ 2768 w 2983"/>
                <a:gd name="T93" fmla="*/ 154 h 1163"/>
                <a:gd name="T94" fmla="*/ 2881 w 2983"/>
                <a:gd name="T95" fmla="*/ 194 h 1163"/>
                <a:gd name="T96" fmla="*/ 2870 w 2983"/>
                <a:gd name="T97" fmla="*/ 320 h 1163"/>
                <a:gd name="T98" fmla="*/ 2484 w 2983"/>
                <a:gd name="T99" fmla="*/ 595 h 1163"/>
                <a:gd name="T100" fmla="*/ 1738 w 2983"/>
                <a:gd name="T101" fmla="*/ 1064 h 1163"/>
                <a:gd name="T102" fmla="*/ 1473 w 2983"/>
                <a:gd name="T103" fmla="*/ 1079 h 1163"/>
                <a:gd name="T104" fmla="*/ 915 w 2983"/>
                <a:gd name="T105" fmla="*/ 940 h 1163"/>
                <a:gd name="T106" fmla="*/ 558 w 2983"/>
                <a:gd name="T107" fmla="*/ 846 h 1163"/>
                <a:gd name="T108" fmla="*/ 490 w 2983"/>
                <a:gd name="T109" fmla="*/ 804 h 1163"/>
                <a:gd name="T110" fmla="*/ 483 w 2983"/>
                <a:gd name="T111" fmla="*/ 202 h 1163"/>
                <a:gd name="T112" fmla="*/ 746 w 2983"/>
                <a:gd name="T113" fmla="*/ 152 h 1163"/>
                <a:gd name="T114" fmla="*/ 392 w 2983"/>
                <a:gd name="T115" fmla="*/ 940 h 1163"/>
                <a:gd name="T116" fmla="*/ 83 w 2983"/>
                <a:gd name="T117" fmla="*/ 332 h 1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83" h="1163">
                  <a:moveTo>
                    <a:pt x="100" y="10"/>
                  </a:moveTo>
                  <a:lnTo>
                    <a:pt x="88" y="16"/>
                  </a:lnTo>
                  <a:lnTo>
                    <a:pt x="54" y="40"/>
                  </a:lnTo>
                  <a:lnTo>
                    <a:pt x="38" y="54"/>
                  </a:lnTo>
                  <a:lnTo>
                    <a:pt x="25" y="65"/>
                  </a:lnTo>
                  <a:lnTo>
                    <a:pt x="12" y="90"/>
                  </a:lnTo>
                  <a:lnTo>
                    <a:pt x="7" y="118"/>
                  </a:lnTo>
                  <a:lnTo>
                    <a:pt x="2" y="189"/>
                  </a:lnTo>
                  <a:lnTo>
                    <a:pt x="0" y="370"/>
                  </a:lnTo>
                  <a:lnTo>
                    <a:pt x="0" y="515"/>
                  </a:lnTo>
                  <a:lnTo>
                    <a:pt x="0" y="701"/>
                  </a:lnTo>
                  <a:lnTo>
                    <a:pt x="5" y="877"/>
                  </a:lnTo>
                  <a:lnTo>
                    <a:pt x="16" y="952"/>
                  </a:lnTo>
                  <a:lnTo>
                    <a:pt x="32" y="988"/>
                  </a:lnTo>
                  <a:lnTo>
                    <a:pt x="46" y="1005"/>
                  </a:lnTo>
                  <a:lnTo>
                    <a:pt x="63" y="1017"/>
                  </a:lnTo>
                  <a:lnTo>
                    <a:pt x="85" y="1025"/>
                  </a:lnTo>
                  <a:lnTo>
                    <a:pt x="125" y="1031"/>
                  </a:lnTo>
                  <a:lnTo>
                    <a:pt x="198" y="1032"/>
                  </a:lnTo>
                  <a:lnTo>
                    <a:pt x="243" y="1032"/>
                  </a:lnTo>
                  <a:lnTo>
                    <a:pt x="296" y="1032"/>
                  </a:lnTo>
                  <a:lnTo>
                    <a:pt x="369" y="1029"/>
                  </a:lnTo>
                  <a:lnTo>
                    <a:pt x="413" y="1022"/>
                  </a:lnTo>
                  <a:lnTo>
                    <a:pt x="439" y="1009"/>
                  </a:lnTo>
                  <a:lnTo>
                    <a:pt x="450" y="999"/>
                  </a:lnTo>
                  <a:lnTo>
                    <a:pt x="463" y="984"/>
                  </a:lnTo>
                  <a:lnTo>
                    <a:pt x="481" y="957"/>
                  </a:lnTo>
                  <a:lnTo>
                    <a:pt x="483" y="949"/>
                  </a:lnTo>
                  <a:lnTo>
                    <a:pt x="484" y="942"/>
                  </a:lnTo>
                  <a:lnTo>
                    <a:pt x="498" y="934"/>
                  </a:lnTo>
                  <a:lnTo>
                    <a:pt x="525" y="931"/>
                  </a:lnTo>
                  <a:lnTo>
                    <a:pt x="565" y="935"/>
                  </a:lnTo>
                  <a:lnTo>
                    <a:pt x="647" y="951"/>
                  </a:lnTo>
                  <a:lnTo>
                    <a:pt x="800" y="993"/>
                  </a:lnTo>
                  <a:lnTo>
                    <a:pt x="895" y="1024"/>
                  </a:lnTo>
                  <a:lnTo>
                    <a:pt x="1013" y="1061"/>
                  </a:lnTo>
                  <a:lnTo>
                    <a:pt x="1224" y="1124"/>
                  </a:lnTo>
                  <a:lnTo>
                    <a:pt x="1283" y="1139"/>
                  </a:lnTo>
                  <a:lnTo>
                    <a:pt x="1341" y="1151"/>
                  </a:lnTo>
                  <a:lnTo>
                    <a:pt x="1472" y="1163"/>
                  </a:lnTo>
                  <a:lnTo>
                    <a:pt x="1605" y="1163"/>
                  </a:lnTo>
                  <a:lnTo>
                    <a:pt x="1695" y="1153"/>
                  </a:lnTo>
                  <a:lnTo>
                    <a:pt x="1746" y="1143"/>
                  </a:lnTo>
                  <a:lnTo>
                    <a:pt x="1768" y="1137"/>
                  </a:lnTo>
                  <a:lnTo>
                    <a:pt x="1795" y="1126"/>
                  </a:lnTo>
                  <a:lnTo>
                    <a:pt x="1907" y="1062"/>
                  </a:lnTo>
                  <a:lnTo>
                    <a:pt x="2166" y="902"/>
                  </a:lnTo>
                  <a:lnTo>
                    <a:pt x="2576" y="634"/>
                  </a:lnTo>
                  <a:lnTo>
                    <a:pt x="2825" y="463"/>
                  </a:lnTo>
                  <a:lnTo>
                    <a:pt x="2926" y="387"/>
                  </a:lnTo>
                  <a:lnTo>
                    <a:pt x="2945" y="369"/>
                  </a:lnTo>
                  <a:lnTo>
                    <a:pt x="2955" y="357"/>
                  </a:lnTo>
                  <a:lnTo>
                    <a:pt x="2969" y="331"/>
                  </a:lnTo>
                  <a:lnTo>
                    <a:pt x="2978" y="303"/>
                  </a:lnTo>
                  <a:lnTo>
                    <a:pt x="2983" y="270"/>
                  </a:lnTo>
                  <a:lnTo>
                    <a:pt x="2983" y="252"/>
                  </a:lnTo>
                  <a:lnTo>
                    <a:pt x="2983" y="230"/>
                  </a:lnTo>
                  <a:lnTo>
                    <a:pt x="2978" y="196"/>
                  </a:lnTo>
                  <a:lnTo>
                    <a:pt x="2965" y="167"/>
                  </a:lnTo>
                  <a:lnTo>
                    <a:pt x="2942" y="138"/>
                  </a:lnTo>
                  <a:lnTo>
                    <a:pt x="2925" y="120"/>
                  </a:lnTo>
                  <a:lnTo>
                    <a:pt x="2905" y="101"/>
                  </a:lnTo>
                  <a:lnTo>
                    <a:pt x="2875" y="77"/>
                  </a:lnTo>
                  <a:lnTo>
                    <a:pt x="2845" y="67"/>
                  </a:lnTo>
                  <a:lnTo>
                    <a:pt x="2802" y="68"/>
                  </a:lnTo>
                  <a:lnTo>
                    <a:pt x="2770" y="70"/>
                  </a:lnTo>
                  <a:lnTo>
                    <a:pt x="2740" y="74"/>
                  </a:lnTo>
                  <a:lnTo>
                    <a:pt x="2672" y="92"/>
                  </a:lnTo>
                  <a:lnTo>
                    <a:pt x="2572" y="136"/>
                  </a:lnTo>
                  <a:lnTo>
                    <a:pt x="2418" y="213"/>
                  </a:lnTo>
                  <a:lnTo>
                    <a:pt x="2308" y="270"/>
                  </a:lnTo>
                  <a:lnTo>
                    <a:pt x="1942" y="464"/>
                  </a:lnTo>
                  <a:lnTo>
                    <a:pt x="1925" y="415"/>
                  </a:lnTo>
                  <a:lnTo>
                    <a:pt x="1913" y="381"/>
                  </a:lnTo>
                  <a:lnTo>
                    <a:pt x="1890" y="346"/>
                  </a:lnTo>
                  <a:lnTo>
                    <a:pt x="1869" y="330"/>
                  </a:lnTo>
                  <a:lnTo>
                    <a:pt x="1840" y="318"/>
                  </a:lnTo>
                  <a:lnTo>
                    <a:pt x="1800" y="310"/>
                  </a:lnTo>
                  <a:lnTo>
                    <a:pt x="1717" y="302"/>
                  </a:lnTo>
                  <a:lnTo>
                    <a:pt x="1637" y="299"/>
                  </a:lnTo>
                  <a:lnTo>
                    <a:pt x="1567" y="296"/>
                  </a:lnTo>
                  <a:lnTo>
                    <a:pt x="1471" y="288"/>
                  </a:lnTo>
                  <a:lnTo>
                    <a:pt x="1401" y="273"/>
                  </a:lnTo>
                  <a:lnTo>
                    <a:pt x="1330" y="246"/>
                  </a:lnTo>
                  <a:lnTo>
                    <a:pt x="1283" y="225"/>
                  </a:lnTo>
                  <a:lnTo>
                    <a:pt x="1224" y="199"/>
                  </a:lnTo>
                  <a:lnTo>
                    <a:pt x="1114" y="154"/>
                  </a:lnTo>
                  <a:lnTo>
                    <a:pt x="1014" y="119"/>
                  </a:lnTo>
                  <a:lnTo>
                    <a:pt x="923" y="93"/>
                  </a:lnTo>
                  <a:lnTo>
                    <a:pt x="840" y="76"/>
                  </a:lnTo>
                  <a:lnTo>
                    <a:pt x="762" y="67"/>
                  </a:lnTo>
                  <a:lnTo>
                    <a:pt x="688" y="66"/>
                  </a:lnTo>
                  <a:lnTo>
                    <a:pt x="618" y="73"/>
                  </a:lnTo>
                  <a:lnTo>
                    <a:pt x="583" y="80"/>
                  </a:lnTo>
                  <a:lnTo>
                    <a:pt x="554" y="87"/>
                  </a:lnTo>
                  <a:lnTo>
                    <a:pt x="515" y="92"/>
                  </a:lnTo>
                  <a:lnTo>
                    <a:pt x="492" y="90"/>
                  </a:lnTo>
                  <a:lnTo>
                    <a:pt x="475" y="77"/>
                  </a:lnTo>
                  <a:lnTo>
                    <a:pt x="467" y="67"/>
                  </a:lnTo>
                  <a:lnTo>
                    <a:pt x="454" y="53"/>
                  </a:lnTo>
                  <a:lnTo>
                    <a:pt x="415" y="25"/>
                  </a:lnTo>
                  <a:lnTo>
                    <a:pt x="395" y="17"/>
                  </a:lnTo>
                  <a:lnTo>
                    <a:pt x="372" y="11"/>
                  </a:lnTo>
                  <a:lnTo>
                    <a:pt x="293" y="2"/>
                  </a:lnTo>
                  <a:lnTo>
                    <a:pt x="200" y="0"/>
                  </a:lnTo>
                  <a:lnTo>
                    <a:pt x="122" y="5"/>
                  </a:lnTo>
                  <a:lnTo>
                    <a:pt x="100" y="10"/>
                  </a:lnTo>
                  <a:close/>
                  <a:moveTo>
                    <a:pt x="200" y="175"/>
                  </a:moveTo>
                  <a:lnTo>
                    <a:pt x="200" y="201"/>
                  </a:lnTo>
                  <a:lnTo>
                    <a:pt x="198" y="233"/>
                  </a:lnTo>
                  <a:lnTo>
                    <a:pt x="188" y="246"/>
                  </a:lnTo>
                  <a:lnTo>
                    <a:pt x="165" y="247"/>
                  </a:lnTo>
                  <a:lnTo>
                    <a:pt x="147" y="245"/>
                  </a:lnTo>
                  <a:lnTo>
                    <a:pt x="130" y="243"/>
                  </a:lnTo>
                  <a:lnTo>
                    <a:pt x="108" y="238"/>
                  </a:lnTo>
                  <a:lnTo>
                    <a:pt x="95" y="227"/>
                  </a:lnTo>
                  <a:lnTo>
                    <a:pt x="88" y="208"/>
                  </a:lnTo>
                  <a:lnTo>
                    <a:pt x="87" y="194"/>
                  </a:lnTo>
                  <a:lnTo>
                    <a:pt x="84" y="168"/>
                  </a:lnTo>
                  <a:lnTo>
                    <a:pt x="88" y="132"/>
                  </a:lnTo>
                  <a:lnTo>
                    <a:pt x="102" y="109"/>
                  </a:lnTo>
                  <a:lnTo>
                    <a:pt x="130" y="99"/>
                  </a:lnTo>
                  <a:lnTo>
                    <a:pt x="150" y="99"/>
                  </a:lnTo>
                  <a:lnTo>
                    <a:pt x="167" y="99"/>
                  </a:lnTo>
                  <a:lnTo>
                    <a:pt x="188" y="103"/>
                  </a:lnTo>
                  <a:lnTo>
                    <a:pt x="197" y="117"/>
                  </a:lnTo>
                  <a:lnTo>
                    <a:pt x="200" y="150"/>
                  </a:lnTo>
                  <a:lnTo>
                    <a:pt x="200" y="175"/>
                  </a:lnTo>
                  <a:close/>
                  <a:moveTo>
                    <a:pt x="397" y="177"/>
                  </a:moveTo>
                  <a:lnTo>
                    <a:pt x="402" y="249"/>
                  </a:lnTo>
                  <a:lnTo>
                    <a:pt x="343" y="249"/>
                  </a:lnTo>
                  <a:lnTo>
                    <a:pt x="323" y="249"/>
                  </a:lnTo>
                  <a:lnTo>
                    <a:pt x="297" y="245"/>
                  </a:lnTo>
                  <a:lnTo>
                    <a:pt x="286" y="231"/>
                  </a:lnTo>
                  <a:lnTo>
                    <a:pt x="283" y="198"/>
                  </a:lnTo>
                  <a:lnTo>
                    <a:pt x="283" y="172"/>
                  </a:lnTo>
                  <a:lnTo>
                    <a:pt x="283" y="146"/>
                  </a:lnTo>
                  <a:lnTo>
                    <a:pt x="286" y="115"/>
                  </a:lnTo>
                  <a:lnTo>
                    <a:pt x="296" y="102"/>
                  </a:lnTo>
                  <a:lnTo>
                    <a:pt x="319" y="100"/>
                  </a:lnTo>
                  <a:lnTo>
                    <a:pt x="338" y="102"/>
                  </a:lnTo>
                  <a:lnTo>
                    <a:pt x="356" y="104"/>
                  </a:lnTo>
                  <a:lnTo>
                    <a:pt x="378" y="110"/>
                  </a:lnTo>
                  <a:lnTo>
                    <a:pt x="389" y="125"/>
                  </a:lnTo>
                  <a:lnTo>
                    <a:pt x="395" y="155"/>
                  </a:lnTo>
                  <a:lnTo>
                    <a:pt x="397" y="177"/>
                  </a:lnTo>
                  <a:close/>
                  <a:moveTo>
                    <a:pt x="887" y="174"/>
                  </a:moveTo>
                  <a:lnTo>
                    <a:pt x="941" y="187"/>
                  </a:lnTo>
                  <a:lnTo>
                    <a:pt x="1096" y="240"/>
                  </a:lnTo>
                  <a:lnTo>
                    <a:pt x="1170" y="270"/>
                  </a:lnTo>
                  <a:lnTo>
                    <a:pt x="1256" y="307"/>
                  </a:lnTo>
                  <a:lnTo>
                    <a:pt x="1375" y="354"/>
                  </a:lnTo>
                  <a:lnTo>
                    <a:pt x="1465" y="375"/>
                  </a:lnTo>
                  <a:lnTo>
                    <a:pt x="1561" y="382"/>
                  </a:lnTo>
                  <a:lnTo>
                    <a:pt x="1627" y="382"/>
                  </a:lnTo>
                  <a:lnTo>
                    <a:pt x="1716" y="383"/>
                  </a:lnTo>
                  <a:lnTo>
                    <a:pt x="1789" y="391"/>
                  </a:lnTo>
                  <a:lnTo>
                    <a:pt x="1816" y="401"/>
                  </a:lnTo>
                  <a:lnTo>
                    <a:pt x="1825" y="409"/>
                  </a:lnTo>
                  <a:lnTo>
                    <a:pt x="1836" y="421"/>
                  </a:lnTo>
                  <a:lnTo>
                    <a:pt x="1843" y="451"/>
                  </a:lnTo>
                  <a:lnTo>
                    <a:pt x="1835" y="486"/>
                  </a:lnTo>
                  <a:lnTo>
                    <a:pt x="1811" y="525"/>
                  </a:lnTo>
                  <a:lnTo>
                    <a:pt x="1793" y="547"/>
                  </a:lnTo>
                  <a:lnTo>
                    <a:pt x="1781" y="561"/>
                  </a:lnTo>
                  <a:lnTo>
                    <a:pt x="1755" y="583"/>
                  </a:lnTo>
                  <a:lnTo>
                    <a:pt x="1726" y="600"/>
                  </a:lnTo>
                  <a:lnTo>
                    <a:pt x="1690" y="613"/>
                  </a:lnTo>
                  <a:lnTo>
                    <a:pt x="1615" y="625"/>
                  </a:lnTo>
                  <a:lnTo>
                    <a:pt x="1457" y="632"/>
                  </a:lnTo>
                  <a:lnTo>
                    <a:pt x="1342" y="632"/>
                  </a:lnTo>
                  <a:lnTo>
                    <a:pt x="1033" y="632"/>
                  </a:lnTo>
                  <a:lnTo>
                    <a:pt x="1033" y="674"/>
                  </a:lnTo>
                  <a:lnTo>
                    <a:pt x="1033" y="715"/>
                  </a:lnTo>
                  <a:lnTo>
                    <a:pt x="1358" y="715"/>
                  </a:lnTo>
                  <a:lnTo>
                    <a:pt x="1480" y="715"/>
                  </a:lnTo>
                  <a:lnTo>
                    <a:pt x="1644" y="709"/>
                  </a:lnTo>
                  <a:lnTo>
                    <a:pt x="1721" y="696"/>
                  </a:lnTo>
                  <a:lnTo>
                    <a:pt x="1760" y="683"/>
                  </a:lnTo>
                  <a:lnTo>
                    <a:pt x="1811" y="653"/>
                  </a:lnTo>
                  <a:lnTo>
                    <a:pt x="1847" y="624"/>
                  </a:lnTo>
                  <a:lnTo>
                    <a:pt x="1867" y="609"/>
                  </a:lnTo>
                  <a:lnTo>
                    <a:pt x="1954" y="557"/>
                  </a:lnTo>
                  <a:lnTo>
                    <a:pt x="2152" y="449"/>
                  </a:lnTo>
                  <a:lnTo>
                    <a:pt x="2469" y="287"/>
                  </a:lnTo>
                  <a:lnTo>
                    <a:pt x="2665" y="194"/>
                  </a:lnTo>
                  <a:lnTo>
                    <a:pt x="2749" y="159"/>
                  </a:lnTo>
                  <a:lnTo>
                    <a:pt x="2768" y="154"/>
                  </a:lnTo>
                  <a:lnTo>
                    <a:pt x="2790" y="152"/>
                  </a:lnTo>
                  <a:lnTo>
                    <a:pt x="2828" y="157"/>
                  </a:lnTo>
                  <a:lnTo>
                    <a:pt x="2859" y="172"/>
                  </a:lnTo>
                  <a:lnTo>
                    <a:pt x="2881" y="194"/>
                  </a:lnTo>
                  <a:lnTo>
                    <a:pt x="2894" y="222"/>
                  </a:lnTo>
                  <a:lnTo>
                    <a:pt x="2898" y="254"/>
                  </a:lnTo>
                  <a:lnTo>
                    <a:pt x="2890" y="287"/>
                  </a:lnTo>
                  <a:lnTo>
                    <a:pt x="2870" y="320"/>
                  </a:lnTo>
                  <a:lnTo>
                    <a:pt x="2855" y="335"/>
                  </a:lnTo>
                  <a:lnTo>
                    <a:pt x="2832" y="355"/>
                  </a:lnTo>
                  <a:lnTo>
                    <a:pt x="2727" y="430"/>
                  </a:lnTo>
                  <a:lnTo>
                    <a:pt x="2484" y="595"/>
                  </a:lnTo>
                  <a:lnTo>
                    <a:pt x="2094" y="850"/>
                  </a:lnTo>
                  <a:lnTo>
                    <a:pt x="1856" y="999"/>
                  </a:lnTo>
                  <a:lnTo>
                    <a:pt x="1758" y="1056"/>
                  </a:lnTo>
                  <a:lnTo>
                    <a:pt x="1738" y="1064"/>
                  </a:lnTo>
                  <a:lnTo>
                    <a:pt x="1706" y="1072"/>
                  </a:lnTo>
                  <a:lnTo>
                    <a:pt x="1637" y="1082"/>
                  </a:lnTo>
                  <a:lnTo>
                    <a:pt x="1560" y="1085"/>
                  </a:lnTo>
                  <a:lnTo>
                    <a:pt x="1473" y="1079"/>
                  </a:lnTo>
                  <a:lnTo>
                    <a:pt x="1375" y="1064"/>
                  </a:lnTo>
                  <a:lnTo>
                    <a:pt x="1264" y="1040"/>
                  </a:lnTo>
                  <a:lnTo>
                    <a:pt x="1071" y="989"/>
                  </a:lnTo>
                  <a:lnTo>
                    <a:pt x="915" y="940"/>
                  </a:lnTo>
                  <a:lnTo>
                    <a:pt x="800" y="904"/>
                  </a:lnTo>
                  <a:lnTo>
                    <a:pt x="626" y="854"/>
                  </a:lnTo>
                  <a:lnTo>
                    <a:pt x="595" y="849"/>
                  </a:lnTo>
                  <a:lnTo>
                    <a:pt x="558" y="846"/>
                  </a:lnTo>
                  <a:lnTo>
                    <a:pt x="522" y="839"/>
                  </a:lnTo>
                  <a:lnTo>
                    <a:pt x="508" y="835"/>
                  </a:lnTo>
                  <a:lnTo>
                    <a:pt x="496" y="822"/>
                  </a:lnTo>
                  <a:lnTo>
                    <a:pt x="490" y="804"/>
                  </a:lnTo>
                  <a:lnTo>
                    <a:pt x="485" y="754"/>
                  </a:lnTo>
                  <a:lnTo>
                    <a:pt x="483" y="622"/>
                  </a:lnTo>
                  <a:lnTo>
                    <a:pt x="483" y="515"/>
                  </a:lnTo>
                  <a:lnTo>
                    <a:pt x="483" y="202"/>
                  </a:lnTo>
                  <a:lnTo>
                    <a:pt x="538" y="184"/>
                  </a:lnTo>
                  <a:lnTo>
                    <a:pt x="583" y="170"/>
                  </a:lnTo>
                  <a:lnTo>
                    <a:pt x="665" y="155"/>
                  </a:lnTo>
                  <a:lnTo>
                    <a:pt x="746" y="152"/>
                  </a:lnTo>
                  <a:lnTo>
                    <a:pt x="835" y="163"/>
                  </a:lnTo>
                  <a:lnTo>
                    <a:pt x="887" y="174"/>
                  </a:lnTo>
                  <a:close/>
                  <a:moveTo>
                    <a:pt x="397" y="635"/>
                  </a:moveTo>
                  <a:lnTo>
                    <a:pt x="392" y="940"/>
                  </a:lnTo>
                  <a:lnTo>
                    <a:pt x="242" y="940"/>
                  </a:lnTo>
                  <a:lnTo>
                    <a:pt x="92" y="940"/>
                  </a:lnTo>
                  <a:lnTo>
                    <a:pt x="87" y="635"/>
                  </a:lnTo>
                  <a:lnTo>
                    <a:pt x="83" y="332"/>
                  </a:lnTo>
                  <a:lnTo>
                    <a:pt x="242" y="332"/>
                  </a:lnTo>
                  <a:lnTo>
                    <a:pt x="400" y="332"/>
                  </a:lnTo>
                  <a:lnTo>
                    <a:pt x="397" y="6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5" name="Oval 14">
            <a:extLst>
              <a:ext uri="{FF2B5EF4-FFF2-40B4-BE49-F238E27FC236}">
                <a16:creationId xmlns:a16="http://schemas.microsoft.com/office/drawing/2014/main" id="{523F5192-97D6-3D11-D0FD-A2019DA0829D}"/>
              </a:ext>
            </a:extLst>
          </p:cNvPr>
          <p:cNvSpPr/>
          <p:nvPr/>
        </p:nvSpPr>
        <p:spPr>
          <a:xfrm>
            <a:off x="8869088" y="2895939"/>
            <a:ext cx="1645883" cy="164588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CC453E8E-531C-7E26-F9EB-0EB5B825F1C8}"/>
              </a:ext>
            </a:extLst>
          </p:cNvPr>
          <p:cNvGrpSpPr>
            <a:grpSpLocks noChangeAspect="1"/>
          </p:cNvGrpSpPr>
          <p:nvPr/>
        </p:nvGrpSpPr>
        <p:grpSpPr>
          <a:xfrm>
            <a:off x="9445410" y="3285211"/>
            <a:ext cx="493241" cy="867338"/>
            <a:chOff x="5938838" y="327025"/>
            <a:chExt cx="985838" cy="1733550"/>
          </a:xfrm>
          <a:solidFill>
            <a:schemeClr val="tx1">
              <a:lumMod val="85000"/>
              <a:lumOff val="15000"/>
            </a:schemeClr>
          </a:solidFill>
        </p:grpSpPr>
        <p:sp>
          <p:nvSpPr>
            <p:cNvPr id="17" name="Freeform 35">
              <a:extLst>
                <a:ext uri="{FF2B5EF4-FFF2-40B4-BE49-F238E27FC236}">
                  <a16:creationId xmlns:a16="http://schemas.microsoft.com/office/drawing/2014/main" id="{E0A13922-CE4C-FC2D-918C-FCFEC496B9EE}"/>
                </a:ext>
              </a:extLst>
            </p:cNvPr>
            <p:cNvSpPr>
              <a:spLocks noEditPoints="1"/>
            </p:cNvSpPr>
            <p:nvPr/>
          </p:nvSpPr>
          <p:spPr bwMode="auto">
            <a:xfrm>
              <a:off x="6089651" y="327025"/>
              <a:ext cx="679450" cy="687388"/>
            </a:xfrm>
            <a:custGeom>
              <a:avLst/>
              <a:gdLst>
                <a:gd name="T0" fmla="*/ 692 w 1783"/>
                <a:gd name="T1" fmla="*/ 98 h 1800"/>
                <a:gd name="T2" fmla="*/ 610 w 1783"/>
                <a:gd name="T3" fmla="*/ 228 h 1800"/>
                <a:gd name="T4" fmla="*/ 500 w 1783"/>
                <a:gd name="T5" fmla="*/ 206 h 1800"/>
                <a:gd name="T6" fmla="*/ 135 w 1783"/>
                <a:gd name="T7" fmla="*/ 390 h 1800"/>
                <a:gd name="T8" fmla="*/ 226 w 1783"/>
                <a:gd name="T9" fmla="*/ 581 h 1800"/>
                <a:gd name="T10" fmla="*/ 197 w 1783"/>
                <a:gd name="T11" fmla="*/ 655 h 1800"/>
                <a:gd name="T12" fmla="*/ 0 w 1783"/>
                <a:gd name="T13" fmla="*/ 722 h 1800"/>
                <a:gd name="T14" fmla="*/ 126 w 1783"/>
                <a:gd name="T15" fmla="*/ 1113 h 1800"/>
                <a:gd name="T16" fmla="*/ 227 w 1783"/>
                <a:gd name="T17" fmla="*/ 1188 h 1800"/>
                <a:gd name="T18" fmla="*/ 187 w 1783"/>
                <a:gd name="T19" fmla="*/ 1315 h 1800"/>
                <a:gd name="T20" fmla="*/ 377 w 1783"/>
                <a:gd name="T21" fmla="*/ 1643 h 1800"/>
                <a:gd name="T22" fmla="*/ 487 w 1783"/>
                <a:gd name="T23" fmla="*/ 1600 h 1800"/>
                <a:gd name="T24" fmla="*/ 600 w 1783"/>
                <a:gd name="T25" fmla="*/ 1567 h 1800"/>
                <a:gd name="T26" fmla="*/ 686 w 1783"/>
                <a:gd name="T27" fmla="*/ 1669 h 1800"/>
                <a:gd name="T28" fmla="*/ 716 w 1783"/>
                <a:gd name="T29" fmla="*/ 1785 h 1800"/>
                <a:gd name="T30" fmla="*/ 956 w 1783"/>
                <a:gd name="T31" fmla="*/ 1798 h 1800"/>
                <a:gd name="T32" fmla="*/ 1090 w 1783"/>
                <a:gd name="T33" fmla="*/ 1722 h 1800"/>
                <a:gd name="T34" fmla="*/ 1134 w 1783"/>
                <a:gd name="T35" fmla="*/ 1598 h 1800"/>
                <a:gd name="T36" fmla="*/ 1214 w 1783"/>
                <a:gd name="T37" fmla="*/ 1563 h 1800"/>
                <a:gd name="T38" fmla="*/ 1332 w 1783"/>
                <a:gd name="T39" fmla="*/ 1621 h 1800"/>
                <a:gd name="T40" fmla="*/ 1482 w 1783"/>
                <a:gd name="T41" fmla="*/ 1576 h 1800"/>
                <a:gd name="T42" fmla="*/ 1585 w 1783"/>
                <a:gd name="T43" fmla="*/ 1289 h 1800"/>
                <a:gd name="T44" fmla="*/ 1568 w 1783"/>
                <a:gd name="T45" fmla="*/ 1180 h 1800"/>
                <a:gd name="T46" fmla="*/ 1657 w 1783"/>
                <a:gd name="T47" fmla="*/ 1113 h 1800"/>
                <a:gd name="T48" fmla="*/ 1783 w 1783"/>
                <a:gd name="T49" fmla="*/ 722 h 1800"/>
                <a:gd name="T50" fmla="*/ 1591 w 1783"/>
                <a:gd name="T51" fmla="*/ 655 h 1800"/>
                <a:gd name="T52" fmla="*/ 1558 w 1783"/>
                <a:gd name="T53" fmla="*/ 578 h 1800"/>
                <a:gd name="T54" fmla="*/ 1655 w 1783"/>
                <a:gd name="T55" fmla="*/ 397 h 1800"/>
                <a:gd name="T56" fmla="*/ 1393 w 1783"/>
                <a:gd name="T57" fmla="*/ 150 h 1800"/>
                <a:gd name="T58" fmla="*/ 1276 w 1783"/>
                <a:gd name="T59" fmla="*/ 213 h 1800"/>
                <a:gd name="T60" fmla="*/ 1173 w 1783"/>
                <a:gd name="T61" fmla="*/ 225 h 1800"/>
                <a:gd name="T62" fmla="*/ 1108 w 1783"/>
                <a:gd name="T63" fmla="*/ 141 h 1800"/>
                <a:gd name="T64" fmla="*/ 1060 w 1783"/>
                <a:gd name="T65" fmla="*/ 13 h 1800"/>
                <a:gd name="T66" fmla="*/ 831 w 1783"/>
                <a:gd name="T67" fmla="*/ 1 h 1800"/>
                <a:gd name="T68" fmla="*/ 1144 w 1783"/>
                <a:gd name="T69" fmla="*/ 390 h 1800"/>
                <a:gd name="T70" fmla="*/ 1372 w 1783"/>
                <a:gd name="T71" fmla="*/ 604 h 1800"/>
                <a:gd name="T72" fmla="*/ 1449 w 1783"/>
                <a:gd name="T73" fmla="*/ 797 h 1800"/>
                <a:gd name="T74" fmla="*/ 1408 w 1783"/>
                <a:gd name="T75" fmla="*/ 1132 h 1800"/>
                <a:gd name="T76" fmla="*/ 1237 w 1783"/>
                <a:gd name="T77" fmla="*/ 1349 h 1800"/>
                <a:gd name="T78" fmla="*/ 1037 w 1783"/>
                <a:gd name="T79" fmla="*/ 1446 h 1800"/>
                <a:gd name="T80" fmla="*/ 778 w 1783"/>
                <a:gd name="T81" fmla="*/ 1454 h 1800"/>
                <a:gd name="T82" fmla="*/ 611 w 1783"/>
                <a:gd name="T83" fmla="*/ 1393 h 1800"/>
                <a:gd name="T84" fmla="*/ 398 w 1783"/>
                <a:gd name="T85" fmla="*/ 1170 h 1800"/>
                <a:gd name="T86" fmla="*/ 333 w 1783"/>
                <a:gd name="T87" fmla="*/ 900 h 1800"/>
                <a:gd name="T88" fmla="*/ 409 w 1783"/>
                <a:gd name="T89" fmla="*/ 606 h 1800"/>
                <a:gd name="T90" fmla="*/ 662 w 1783"/>
                <a:gd name="T91" fmla="*/ 382 h 1800"/>
                <a:gd name="T92" fmla="*/ 855 w 1783"/>
                <a:gd name="T93" fmla="*/ 338 h 1800"/>
                <a:gd name="T94" fmla="*/ 1122 w 1783"/>
                <a:gd name="T95" fmla="*/ 380 h 1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83" h="1800">
                  <a:moveTo>
                    <a:pt x="723" y="13"/>
                  </a:moveTo>
                  <a:lnTo>
                    <a:pt x="715" y="22"/>
                  </a:lnTo>
                  <a:lnTo>
                    <a:pt x="698" y="69"/>
                  </a:lnTo>
                  <a:lnTo>
                    <a:pt x="692" y="98"/>
                  </a:lnTo>
                  <a:lnTo>
                    <a:pt x="686" y="128"/>
                  </a:lnTo>
                  <a:lnTo>
                    <a:pt x="665" y="177"/>
                  </a:lnTo>
                  <a:lnTo>
                    <a:pt x="636" y="212"/>
                  </a:lnTo>
                  <a:lnTo>
                    <a:pt x="610" y="228"/>
                  </a:lnTo>
                  <a:lnTo>
                    <a:pt x="591" y="233"/>
                  </a:lnTo>
                  <a:lnTo>
                    <a:pt x="582" y="233"/>
                  </a:lnTo>
                  <a:lnTo>
                    <a:pt x="563" y="231"/>
                  </a:lnTo>
                  <a:lnTo>
                    <a:pt x="500" y="206"/>
                  </a:lnTo>
                  <a:lnTo>
                    <a:pt x="465" y="188"/>
                  </a:lnTo>
                  <a:lnTo>
                    <a:pt x="383" y="142"/>
                  </a:lnTo>
                  <a:lnTo>
                    <a:pt x="260" y="265"/>
                  </a:lnTo>
                  <a:lnTo>
                    <a:pt x="135" y="390"/>
                  </a:lnTo>
                  <a:lnTo>
                    <a:pt x="185" y="482"/>
                  </a:lnTo>
                  <a:lnTo>
                    <a:pt x="200" y="510"/>
                  </a:lnTo>
                  <a:lnTo>
                    <a:pt x="219" y="551"/>
                  </a:lnTo>
                  <a:lnTo>
                    <a:pt x="226" y="581"/>
                  </a:lnTo>
                  <a:lnTo>
                    <a:pt x="223" y="606"/>
                  </a:lnTo>
                  <a:lnTo>
                    <a:pt x="218" y="620"/>
                  </a:lnTo>
                  <a:lnTo>
                    <a:pt x="213" y="634"/>
                  </a:lnTo>
                  <a:lnTo>
                    <a:pt x="197" y="655"/>
                  </a:lnTo>
                  <a:lnTo>
                    <a:pt x="170" y="671"/>
                  </a:lnTo>
                  <a:lnTo>
                    <a:pt x="129" y="687"/>
                  </a:lnTo>
                  <a:lnTo>
                    <a:pt x="100" y="695"/>
                  </a:lnTo>
                  <a:lnTo>
                    <a:pt x="0" y="722"/>
                  </a:lnTo>
                  <a:lnTo>
                    <a:pt x="0" y="900"/>
                  </a:lnTo>
                  <a:lnTo>
                    <a:pt x="0" y="1078"/>
                  </a:lnTo>
                  <a:lnTo>
                    <a:pt x="100" y="1105"/>
                  </a:lnTo>
                  <a:lnTo>
                    <a:pt x="126" y="1113"/>
                  </a:lnTo>
                  <a:lnTo>
                    <a:pt x="167" y="1128"/>
                  </a:lnTo>
                  <a:lnTo>
                    <a:pt x="198" y="1145"/>
                  </a:lnTo>
                  <a:lnTo>
                    <a:pt x="218" y="1165"/>
                  </a:lnTo>
                  <a:lnTo>
                    <a:pt x="227" y="1188"/>
                  </a:lnTo>
                  <a:lnTo>
                    <a:pt x="227" y="1217"/>
                  </a:lnTo>
                  <a:lnTo>
                    <a:pt x="218" y="1250"/>
                  </a:lnTo>
                  <a:lnTo>
                    <a:pt x="199" y="1291"/>
                  </a:lnTo>
                  <a:lnTo>
                    <a:pt x="187" y="1315"/>
                  </a:lnTo>
                  <a:lnTo>
                    <a:pt x="135" y="1410"/>
                  </a:lnTo>
                  <a:lnTo>
                    <a:pt x="255" y="1530"/>
                  </a:lnTo>
                  <a:lnTo>
                    <a:pt x="304" y="1578"/>
                  </a:lnTo>
                  <a:lnTo>
                    <a:pt x="377" y="1643"/>
                  </a:lnTo>
                  <a:lnTo>
                    <a:pt x="390" y="1650"/>
                  </a:lnTo>
                  <a:lnTo>
                    <a:pt x="401" y="1647"/>
                  </a:lnTo>
                  <a:lnTo>
                    <a:pt x="453" y="1620"/>
                  </a:lnTo>
                  <a:lnTo>
                    <a:pt x="487" y="1600"/>
                  </a:lnTo>
                  <a:lnTo>
                    <a:pt x="513" y="1583"/>
                  </a:lnTo>
                  <a:lnTo>
                    <a:pt x="550" y="1564"/>
                  </a:lnTo>
                  <a:lnTo>
                    <a:pt x="575" y="1559"/>
                  </a:lnTo>
                  <a:lnTo>
                    <a:pt x="600" y="1567"/>
                  </a:lnTo>
                  <a:lnTo>
                    <a:pt x="617" y="1575"/>
                  </a:lnTo>
                  <a:lnTo>
                    <a:pt x="634" y="1585"/>
                  </a:lnTo>
                  <a:lnTo>
                    <a:pt x="664" y="1621"/>
                  </a:lnTo>
                  <a:lnTo>
                    <a:pt x="686" y="1669"/>
                  </a:lnTo>
                  <a:lnTo>
                    <a:pt x="699" y="1723"/>
                  </a:lnTo>
                  <a:lnTo>
                    <a:pt x="700" y="1752"/>
                  </a:lnTo>
                  <a:lnTo>
                    <a:pt x="701" y="1763"/>
                  </a:lnTo>
                  <a:lnTo>
                    <a:pt x="716" y="1785"/>
                  </a:lnTo>
                  <a:lnTo>
                    <a:pt x="727" y="1790"/>
                  </a:lnTo>
                  <a:lnTo>
                    <a:pt x="748" y="1795"/>
                  </a:lnTo>
                  <a:lnTo>
                    <a:pt x="842" y="1800"/>
                  </a:lnTo>
                  <a:lnTo>
                    <a:pt x="956" y="1798"/>
                  </a:lnTo>
                  <a:lnTo>
                    <a:pt x="1044" y="1792"/>
                  </a:lnTo>
                  <a:lnTo>
                    <a:pt x="1060" y="1787"/>
                  </a:lnTo>
                  <a:lnTo>
                    <a:pt x="1069" y="1777"/>
                  </a:lnTo>
                  <a:lnTo>
                    <a:pt x="1090" y="1722"/>
                  </a:lnTo>
                  <a:lnTo>
                    <a:pt x="1100" y="1685"/>
                  </a:lnTo>
                  <a:lnTo>
                    <a:pt x="1106" y="1659"/>
                  </a:lnTo>
                  <a:lnTo>
                    <a:pt x="1118" y="1622"/>
                  </a:lnTo>
                  <a:lnTo>
                    <a:pt x="1134" y="1598"/>
                  </a:lnTo>
                  <a:lnTo>
                    <a:pt x="1156" y="1582"/>
                  </a:lnTo>
                  <a:lnTo>
                    <a:pt x="1172" y="1575"/>
                  </a:lnTo>
                  <a:lnTo>
                    <a:pt x="1188" y="1568"/>
                  </a:lnTo>
                  <a:lnTo>
                    <a:pt x="1214" y="1563"/>
                  </a:lnTo>
                  <a:lnTo>
                    <a:pt x="1241" y="1568"/>
                  </a:lnTo>
                  <a:lnTo>
                    <a:pt x="1276" y="1587"/>
                  </a:lnTo>
                  <a:lnTo>
                    <a:pt x="1300" y="1602"/>
                  </a:lnTo>
                  <a:lnTo>
                    <a:pt x="1332" y="1621"/>
                  </a:lnTo>
                  <a:lnTo>
                    <a:pt x="1383" y="1647"/>
                  </a:lnTo>
                  <a:lnTo>
                    <a:pt x="1393" y="1650"/>
                  </a:lnTo>
                  <a:lnTo>
                    <a:pt x="1406" y="1643"/>
                  </a:lnTo>
                  <a:lnTo>
                    <a:pt x="1482" y="1576"/>
                  </a:lnTo>
                  <a:lnTo>
                    <a:pt x="1532" y="1527"/>
                  </a:lnTo>
                  <a:lnTo>
                    <a:pt x="1655" y="1403"/>
                  </a:lnTo>
                  <a:lnTo>
                    <a:pt x="1602" y="1317"/>
                  </a:lnTo>
                  <a:lnTo>
                    <a:pt x="1585" y="1289"/>
                  </a:lnTo>
                  <a:lnTo>
                    <a:pt x="1564" y="1250"/>
                  </a:lnTo>
                  <a:lnTo>
                    <a:pt x="1558" y="1222"/>
                  </a:lnTo>
                  <a:lnTo>
                    <a:pt x="1562" y="1196"/>
                  </a:lnTo>
                  <a:lnTo>
                    <a:pt x="1568" y="1180"/>
                  </a:lnTo>
                  <a:lnTo>
                    <a:pt x="1575" y="1166"/>
                  </a:lnTo>
                  <a:lnTo>
                    <a:pt x="1591" y="1145"/>
                  </a:lnTo>
                  <a:lnTo>
                    <a:pt x="1617" y="1128"/>
                  </a:lnTo>
                  <a:lnTo>
                    <a:pt x="1657" y="1113"/>
                  </a:lnTo>
                  <a:lnTo>
                    <a:pt x="1685" y="1105"/>
                  </a:lnTo>
                  <a:lnTo>
                    <a:pt x="1783" y="1078"/>
                  </a:lnTo>
                  <a:lnTo>
                    <a:pt x="1783" y="900"/>
                  </a:lnTo>
                  <a:lnTo>
                    <a:pt x="1783" y="722"/>
                  </a:lnTo>
                  <a:lnTo>
                    <a:pt x="1685" y="695"/>
                  </a:lnTo>
                  <a:lnTo>
                    <a:pt x="1657" y="687"/>
                  </a:lnTo>
                  <a:lnTo>
                    <a:pt x="1617" y="672"/>
                  </a:lnTo>
                  <a:lnTo>
                    <a:pt x="1591" y="655"/>
                  </a:lnTo>
                  <a:lnTo>
                    <a:pt x="1575" y="634"/>
                  </a:lnTo>
                  <a:lnTo>
                    <a:pt x="1568" y="620"/>
                  </a:lnTo>
                  <a:lnTo>
                    <a:pt x="1562" y="604"/>
                  </a:lnTo>
                  <a:lnTo>
                    <a:pt x="1558" y="578"/>
                  </a:lnTo>
                  <a:lnTo>
                    <a:pt x="1564" y="550"/>
                  </a:lnTo>
                  <a:lnTo>
                    <a:pt x="1585" y="511"/>
                  </a:lnTo>
                  <a:lnTo>
                    <a:pt x="1602" y="483"/>
                  </a:lnTo>
                  <a:lnTo>
                    <a:pt x="1655" y="397"/>
                  </a:lnTo>
                  <a:lnTo>
                    <a:pt x="1532" y="273"/>
                  </a:lnTo>
                  <a:lnTo>
                    <a:pt x="1482" y="224"/>
                  </a:lnTo>
                  <a:lnTo>
                    <a:pt x="1406" y="157"/>
                  </a:lnTo>
                  <a:lnTo>
                    <a:pt x="1393" y="150"/>
                  </a:lnTo>
                  <a:lnTo>
                    <a:pt x="1383" y="153"/>
                  </a:lnTo>
                  <a:lnTo>
                    <a:pt x="1332" y="179"/>
                  </a:lnTo>
                  <a:lnTo>
                    <a:pt x="1300" y="198"/>
                  </a:lnTo>
                  <a:lnTo>
                    <a:pt x="1276" y="213"/>
                  </a:lnTo>
                  <a:lnTo>
                    <a:pt x="1241" y="231"/>
                  </a:lnTo>
                  <a:lnTo>
                    <a:pt x="1215" y="236"/>
                  </a:lnTo>
                  <a:lnTo>
                    <a:pt x="1189" y="231"/>
                  </a:lnTo>
                  <a:lnTo>
                    <a:pt x="1173" y="225"/>
                  </a:lnTo>
                  <a:lnTo>
                    <a:pt x="1159" y="219"/>
                  </a:lnTo>
                  <a:lnTo>
                    <a:pt x="1138" y="203"/>
                  </a:lnTo>
                  <a:lnTo>
                    <a:pt x="1122" y="178"/>
                  </a:lnTo>
                  <a:lnTo>
                    <a:pt x="1108" y="141"/>
                  </a:lnTo>
                  <a:lnTo>
                    <a:pt x="1102" y="115"/>
                  </a:lnTo>
                  <a:lnTo>
                    <a:pt x="1091" y="78"/>
                  </a:lnTo>
                  <a:lnTo>
                    <a:pt x="1069" y="23"/>
                  </a:lnTo>
                  <a:lnTo>
                    <a:pt x="1060" y="13"/>
                  </a:lnTo>
                  <a:lnTo>
                    <a:pt x="1044" y="8"/>
                  </a:lnTo>
                  <a:lnTo>
                    <a:pt x="953" y="1"/>
                  </a:lnTo>
                  <a:lnTo>
                    <a:pt x="892" y="0"/>
                  </a:lnTo>
                  <a:lnTo>
                    <a:pt x="831" y="1"/>
                  </a:lnTo>
                  <a:lnTo>
                    <a:pt x="739" y="8"/>
                  </a:lnTo>
                  <a:lnTo>
                    <a:pt x="723" y="13"/>
                  </a:lnTo>
                  <a:close/>
                  <a:moveTo>
                    <a:pt x="1122" y="380"/>
                  </a:moveTo>
                  <a:lnTo>
                    <a:pt x="1144" y="390"/>
                  </a:lnTo>
                  <a:lnTo>
                    <a:pt x="1187" y="415"/>
                  </a:lnTo>
                  <a:lnTo>
                    <a:pt x="1250" y="462"/>
                  </a:lnTo>
                  <a:lnTo>
                    <a:pt x="1326" y="539"/>
                  </a:lnTo>
                  <a:lnTo>
                    <a:pt x="1372" y="604"/>
                  </a:lnTo>
                  <a:lnTo>
                    <a:pt x="1398" y="649"/>
                  </a:lnTo>
                  <a:lnTo>
                    <a:pt x="1408" y="672"/>
                  </a:lnTo>
                  <a:lnTo>
                    <a:pt x="1426" y="713"/>
                  </a:lnTo>
                  <a:lnTo>
                    <a:pt x="1449" y="797"/>
                  </a:lnTo>
                  <a:lnTo>
                    <a:pt x="1458" y="882"/>
                  </a:lnTo>
                  <a:lnTo>
                    <a:pt x="1454" y="968"/>
                  </a:lnTo>
                  <a:lnTo>
                    <a:pt x="1437" y="1052"/>
                  </a:lnTo>
                  <a:lnTo>
                    <a:pt x="1408" y="1132"/>
                  </a:lnTo>
                  <a:lnTo>
                    <a:pt x="1367" y="1208"/>
                  </a:lnTo>
                  <a:lnTo>
                    <a:pt x="1313" y="1277"/>
                  </a:lnTo>
                  <a:lnTo>
                    <a:pt x="1282" y="1308"/>
                  </a:lnTo>
                  <a:lnTo>
                    <a:pt x="1237" y="1349"/>
                  </a:lnTo>
                  <a:lnTo>
                    <a:pt x="1173" y="1394"/>
                  </a:lnTo>
                  <a:lnTo>
                    <a:pt x="1130" y="1417"/>
                  </a:lnTo>
                  <a:lnTo>
                    <a:pt x="1085" y="1434"/>
                  </a:lnTo>
                  <a:lnTo>
                    <a:pt x="1037" y="1446"/>
                  </a:lnTo>
                  <a:lnTo>
                    <a:pt x="956" y="1456"/>
                  </a:lnTo>
                  <a:lnTo>
                    <a:pt x="892" y="1457"/>
                  </a:lnTo>
                  <a:lnTo>
                    <a:pt x="845" y="1457"/>
                  </a:lnTo>
                  <a:lnTo>
                    <a:pt x="778" y="1454"/>
                  </a:lnTo>
                  <a:lnTo>
                    <a:pt x="726" y="1444"/>
                  </a:lnTo>
                  <a:lnTo>
                    <a:pt x="676" y="1426"/>
                  </a:lnTo>
                  <a:lnTo>
                    <a:pt x="647" y="1412"/>
                  </a:lnTo>
                  <a:lnTo>
                    <a:pt x="611" y="1393"/>
                  </a:lnTo>
                  <a:lnTo>
                    <a:pt x="546" y="1349"/>
                  </a:lnTo>
                  <a:lnTo>
                    <a:pt x="488" y="1296"/>
                  </a:lnTo>
                  <a:lnTo>
                    <a:pt x="439" y="1236"/>
                  </a:lnTo>
                  <a:lnTo>
                    <a:pt x="398" y="1170"/>
                  </a:lnTo>
                  <a:lnTo>
                    <a:pt x="367" y="1098"/>
                  </a:lnTo>
                  <a:lnTo>
                    <a:pt x="345" y="1022"/>
                  </a:lnTo>
                  <a:lnTo>
                    <a:pt x="334" y="941"/>
                  </a:lnTo>
                  <a:lnTo>
                    <a:pt x="333" y="900"/>
                  </a:lnTo>
                  <a:lnTo>
                    <a:pt x="334" y="854"/>
                  </a:lnTo>
                  <a:lnTo>
                    <a:pt x="347" y="765"/>
                  </a:lnTo>
                  <a:lnTo>
                    <a:pt x="372" y="682"/>
                  </a:lnTo>
                  <a:lnTo>
                    <a:pt x="409" y="606"/>
                  </a:lnTo>
                  <a:lnTo>
                    <a:pt x="456" y="538"/>
                  </a:lnTo>
                  <a:lnTo>
                    <a:pt x="515" y="477"/>
                  </a:lnTo>
                  <a:lnTo>
                    <a:pt x="584" y="425"/>
                  </a:lnTo>
                  <a:lnTo>
                    <a:pt x="662" y="382"/>
                  </a:lnTo>
                  <a:lnTo>
                    <a:pt x="705" y="365"/>
                  </a:lnTo>
                  <a:lnTo>
                    <a:pt x="727" y="358"/>
                  </a:lnTo>
                  <a:lnTo>
                    <a:pt x="775" y="346"/>
                  </a:lnTo>
                  <a:lnTo>
                    <a:pt x="855" y="338"/>
                  </a:lnTo>
                  <a:lnTo>
                    <a:pt x="969" y="342"/>
                  </a:lnTo>
                  <a:lnTo>
                    <a:pt x="1050" y="356"/>
                  </a:lnTo>
                  <a:lnTo>
                    <a:pt x="1100" y="371"/>
                  </a:lnTo>
                  <a:lnTo>
                    <a:pt x="1122" y="3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36">
              <a:extLst>
                <a:ext uri="{FF2B5EF4-FFF2-40B4-BE49-F238E27FC236}">
                  <a16:creationId xmlns:a16="http://schemas.microsoft.com/office/drawing/2014/main" id="{C7D4C7A1-336D-4F90-AEDE-EB3C4D3A14E5}"/>
                </a:ext>
              </a:extLst>
            </p:cNvPr>
            <p:cNvSpPr>
              <a:spLocks/>
            </p:cNvSpPr>
            <p:nvPr/>
          </p:nvSpPr>
          <p:spPr bwMode="auto">
            <a:xfrm>
              <a:off x="6276976" y="517525"/>
              <a:ext cx="307975" cy="306388"/>
            </a:xfrm>
            <a:custGeom>
              <a:avLst/>
              <a:gdLst>
                <a:gd name="T0" fmla="*/ 247 w 806"/>
                <a:gd name="T1" fmla="*/ 23 h 801"/>
                <a:gd name="T2" fmla="*/ 219 w 806"/>
                <a:gd name="T3" fmla="*/ 36 h 801"/>
                <a:gd name="T4" fmla="*/ 168 w 806"/>
                <a:gd name="T5" fmla="*/ 68 h 801"/>
                <a:gd name="T6" fmla="*/ 122 w 806"/>
                <a:gd name="T7" fmla="*/ 107 h 801"/>
                <a:gd name="T8" fmla="*/ 83 w 806"/>
                <a:gd name="T9" fmla="*/ 151 h 801"/>
                <a:gd name="T10" fmla="*/ 51 w 806"/>
                <a:gd name="T11" fmla="*/ 200 h 801"/>
                <a:gd name="T12" fmla="*/ 27 w 806"/>
                <a:gd name="T13" fmla="*/ 253 h 801"/>
                <a:gd name="T14" fmla="*/ 10 w 806"/>
                <a:gd name="T15" fmla="*/ 310 h 801"/>
                <a:gd name="T16" fmla="*/ 1 w 806"/>
                <a:gd name="T17" fmla="*/ 369 h 801"/>
                <a:gd name="T18" fmla="*/ 0 w 806"/>
                <a:gd name="T19" fmla="*/ 400 h 801"/>
                <a:gd name="T20" fmla="*/ 1 w 806"/>
                <a:gd name="T21" fmla="*/ 431 h 801"/>
                <a:gd name="T22" fmla="*/ 10 w 806"/>
                <a:gd name="T23" fmla="*/ 492 h 801"/>
                <a:gd name="T24" fmla="*/ 27 w 806"/>
                <a:gd name="T25" fmla="*/ 549 h 801"/>
                <a:gd name="T26" fmla="*/ 52 w 806"/>
                <a:gd name="T27" fmla="*/ 603 h 801"/>
                <a:gd name="T28" fmla="*/ 85 w 806"/>
                <a:gd name="T29" fmla="*/ 652 h 801"/>
                <a:gd name="T30" fmla="*/ 124 w 806"/>
                <a:gd name="T31" fmla="*/ 695 h 801"/>
                <a:gd name="T32" fmla="*/ 170 w 806"/>
                <a:gd name="T33" fmla="*/ 733 h 801"/>
                <a:gd name="T34" fmla="*/ 222 w 806"/>
                <a:gd name="T35" fmla="*/ 764 h 801"/>
                <a:gd name="T36" fmla="*/ 250 w 806"/>
                <a:gd name="T37" fmla="*/ 777 h 801"/>
                <a:gd name="T38" fmla="*/ 278 w 806"/>
                <a:gd name="T39" fmla="*/ 787 h 801"/>
                <a:gd name="T40" fmla="*/ 339 w 806"/>
                <a:gd name="T41" fmla="*/ 799 h 801"/>
                <a:gd name="T42" fmla="*/ 404 w 806"/>
                <a:gd name="T43" fmla="*/ 801 h 801"/>
                <a:gd name="T44" fmla="*/ 470 w 806"/>
                <a:gd name="T45" fmla="*/ 794 h 801"/>
                <a:gd name="T46" fmla="*/ 534 w 806"/>
                <a:gd name="T47" fmla="*/ 777 h 801"/>
                <a:gd name="T48" fmla="*/ 596 w 806"/>
                <a:gd name="T49" fmla="*/ 752 h 801"/>
                <a:gd name="T50" fmla="*/ 651 w 806"/>
                <a:gd name="T51" fmla="*/ 720 h 801"/>
                <a:gd name="T52" fmla="*/ 697 w 806"/>
                <a:gd name="T53" fmla="*/ 681 h 801"/>
                <a:gd name="T54" fmla="*/ 715 w 806"/>
                <a:gd name="T55" fmla="*/ 658 h 801"/>
                <a:gd name="T56" fmla="*/ 734 w 806"/>
                <a:gd name="T57" fmla="*/ 632 h 801"/>
                <a:gd name="T58" fmla="*/ 765 w 806"/>
                <a:gd name="T59" fmla="*/ 578 h 801"/>
                <a:gd name="T60" fmla="*/ 787 w 806"/>
                <a:gd name="T61" fmla="*/ 522 h 801"/>
                <a:gd name="T62" fmla="*/ 800 w 806"/>
                <a:gd name="T63" fmla="*/ 466 h 801"/>
                <a:gd name="T64" fmla="*/ 806 w 806"/>
                <a:gd name="T65" fmla="*/ 410 h 801"/>
                <a:gd name="T66" fmla="*/ 803 w 806"/>
                <a:gd name="T67" fmla="*/ 354 h 801"/>
                <a:gd name="T68" fmla="*/ 794 w 806"/>
                <a:gd name="T69" fmla="*/ 300 h 801"/>
                <a:gd name="T70" fmla="*/ 777 w 806"/>
                <a:gd name="T71" fmla="*/ 249 h 801"/>
                <a:gd name="T72" fmla="*/ 754 w 806"/>
                <a:gd name="T73" fmla="*/ 200 h 801"/>
                <a:gd name="T74" fmla="*/ 724 w 806"/>
                <a:gd name="T75" fmla="*/ 155 h 801"/>
                <a:gd name="T76" fmla="*/ 688 w 806"/>
                <a:gd name="T77" fmla="*/ 114 h 801"/>
                <a:gd name="T78" fmla="*/ 647 w 806"/>
                <a:gd name="T79" fmla="*/ 78 h 801"/>
                <a:gd name="T80" fmla="*/ 600 w 806"/>
                <a:gd name="T81" fmla="*/ 49 h 801"/>
                <a:gd name="T82" fmla="*/ 549 w 806"/>
                <a:gd name="T83" fmla="*/ 25 h 801"/>
                <a:gd name="T84" fmla="*/ 493 w 806"/>
                <a:gd name="T85" fmla="*/ 9 h 801"/>
                <a:gd name="T86" fmla="*/ 432 w 806"/>
                <a:gd name="T87" fmla="*/ 1 h 801"/>
                <a:gd name="T88" fmla="*/ 400 w 806"/>
                <a:gd name="T89" fmla="*/ 0 h 801"/>
                <a:gd name="T90" fmla="*/ 356 w 806"/>
                <a:gd name="T91" fmla="*/ 2 h 801"/>
                <a:gd name="T92" fmla="*/ 273 w 806"/>
                <a:gd name="T93" fmla="*/ 15 h 801"/>
                <a:gd name="T94" fmla="*/ 247 w 806"/>
                <a:gd name="T95" fmla="*/ 23 h 8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06" h="801">
                  <a:moveTo>
                    <a:pt x="247" y="23"/>
                  </a:moveTo>
                  <a:lnTo>
                    <a:pt x="219" y="36"/>
                  </a:lnTo>
                  <a:lnTo>
                    <a:pt x="168" y="68"/>
                  </a:lnTo>
                  <a:lnTo>
                    <a:pt x="122" y="107"/>
                  </a:lnTo>
                  <a:lnTo>
                    <a:pt x="83" y="151"/>
                  </a:lnTo>
                  <a:lnTo>
                    <a:pt x="51" y="200"/>
                  </a:lnTo>
                  <a:lnTo>
                    <a:pt x="27" y="253"/>
                  </a:lnTo>
                  <a:lnTo>
                    <a:pt x="10" y="310"/>
                  </a:lnTo>
                  <a:lnTo>
                    <a:pt x="1" y="369"/>
                  </a:lnTo>
                  <a:lnTo>
                    <a:pt x="0" y="400"/>
                  </a:lnTo>
                  <a:lnTo>
                    <a:pt x="1" y="431"/>
                  </a:lnTo>
                  <a:lnTo>
                    <a:pt x="10" y="492"/>
                  </a:lnTo>
                  <a:lnTo>
                    <a:pt x="27" y="549"/>
                  </a:lnTo>
                  <a:lnTo>
                    <a:pt x="52" y="603"/>
                  </a:lnTo>
                  <a:lnTo>
                    <a:pt x="85" y="652"/>
                  </a:lnTo>
                  <a:lnTo>
                    <a:pt x="124" y="695"/>
                  </a:lnTo>
                  <a:lnTo>
                    <a:pt x="170" y="733"/>
                  </a:lnTo>
                  <a:lnTo>
                    <a:pt x="222" y="764"/>
                  </a:lnTo>
                  <a:lnTo>
                    <a:pt x="250" y="777"/>
                  </a:lnTo>
                  <a:lnTo>
                    <a:pt x="278" y="787"/>
                  </a:lnTo>
                  <a:lnTo>
                    <a:pt x="339" y="799"/>
                  </a:lnTo>
                  <a:lnTo>
                    <a:pt x="404" y="801"/>
                  </a:lnTo>
                  <a:lnTo>
                    <a:pt x="470" y="794"/>
                  </a:lnTo>
                  <a:lnTo>
                    <a:pt x="534" y="777"/>
                  </a:lnTo>
                  <a:lnTo>
                    <a:pt x="596" y="752"/>
                  </a:lnTo>
                  <a:lnTo>
                    <a:pt x="651" y="720"/>
                  </a:lnTo>
                  <a:lnTo>
                    <a:pt x="697" y="681"/>
                  </a:lnTo>
                  <a:lnTo>
                    <a:pt x="715" y="658"/>
                  </a:lnTo>
                  <a:lnTo>
                    <a:pt x="734" y="632"/>
                  </a:lnTo>
                  <a:lnTo>
                    <a:pt x="765" y="578"/>
                  </a:lnTo>
                  <a:lnTo>
                    <a:pt x="787" y="522"/>
                  </a:lnTo>
                  <a:lnTo>
                    <a:pt x="800" y="466"/>
                  </a:lnTo>
                  <a:lnTo>
                    <a:pt x="806" y="410"/>
                  </a:lnTo>
                  <a:lnTo>
                    <a:pt x="803" y="354"/>
                  </a:lnTo>
                  <a:lnTo>
                    <a:pt x="794" y="300"/>
                  </a:lnTo>
                  <a:lnTo>
                    <a:pt x="777" y="249"/>
                  </a:lnTo>
                  <a:lnTo>
                    <a:pt x="754" y="200"/>
                  </a:lnTo>
                  <a:lnTo>
                    <a:pt x="724" y="155"/>
                  </a:lnTo>
                  <a:lnTo>
                    <a:pt x="688" y="114"/>
                  </a:lnTo>
                  <a:lnTo>
                    <a:pt x="647" y="78"/>
                  </a:lnTo>
                  <a:lnTo>
                    <a:pt x="600" y="49"/>
                  </a:lnTo>
                  <a:lnTo>
                    <a:pt x="549" y="25"/>
                  </a:lnTo>
                  <a:lnTo>
                    <a:pt x="493" y="9"/>
                  </a:lnTo>
                  <a:lnTo>
                    <a:pt x="432" y="1"/>
                  </a:lnTo>
                  <a:lnTo>
                    <a:pt x="400" y="0"/>
                  </a:lnTo>
                  <a:lnTo>
                    <a:pt x="356" y="2"/>
                  </a:lnTo>
                  <a:lnTo>
                    <a:pt x="273" y="15"/>
                  </a:lnTo>
                  <a:lnTo>
                    <a:pt x="24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56">
              <a:extLst>
                <a:ext uri="{FF2B5EF4-FFF2-40B4-BE49-F238E27FC236}">
                  <a16:creationId xmlns:a16="http://schemas.microsoft.com/office/drawing/2014/main" id="{4A61EB4B-4B5E-20A9-E26D-2F270566AE43}"/>
                </a:ext>
              </a:extLst>
            </p:cNvPr>
            <p:cNvSpPr>
              <a:spLocks/>
            </p:cNvSpPr>
            <p:nvPr/>
          </p:nvSpPr>
          <p:spPr bwMode="auto">
            <a:xfrm>
              <a:off x="5938838" y="792163"/>
              <a:ext cx="985838" cy="903288"/>
            </a:xfrm>
            <a:custGeom>
              <a:avLst/>
              <a:gdLst>
                <a:gd name="T0" fmla="*/ 99 w 2580"/>
                <a:gd name="T1" fmla="*/ 209 h 2368"/>
                <a:gd name="T2" fmla="*/ 23 w 2580"/>
                <a:gd name="T3" fmla="*/ 431 h 2368"/>
                <a:gd name="T4" fmla="*/ 0 w 2580"/>
                <a:gd name="T5" fmla="*/ 775 h 2368"/>
                <a:gd name="T6" fmla="*/ 19 w 2580"/>
                <a:gd name="T7" fmla="*/ 1096 h 2368"/>
                <a:gd name="T8" fmla="*/ 161 w 2580"/>
                <a:gd name="T9" fmla="*/ 1445 h 2368"/>
                <a:gd name="T10" fmla="*/ 762 w 2580"/>
                <a:gd name="T11" fmla="*/ 2366 h 2368"/>
                <a:gd name="T12" fmla="*/ 955 w 2580"/>
                <a:gd name="T13" fmla="*/ 1878 h 2368"/>
                <a:gd name="T14" fmla="*/ 761 w 2580"/>
                <a:gd name="T15" fmla="*/ 1378 h 2368"/>
                <a:gd name="T16" fmla="*/ 624 w 2580"/>
                <a:gd name="T17" fmla="*/ 1336 h 2368"/>
                <a:gd name="T18" fmla="*/ 529 w 2580"/>
                <a:gd name="T19" fmla="*/ 1241 h 2368"/>
                <a:gd name="T20" fmla="*/ 488 w 2580"/>
                <a:gd name="T21" fmla="*/ 1146 h 2368"/>
                <a:gd name="T22" fmla="*/ 484 w 2580"/>
                <a:gd name="T23" fmla="*/ 1032 h 2368"/>
                <a:gd name="T24" fmla="*/ 517 w 2580"/>
                <a:gd name="T25" fmla="*/ 907 h 2368"/>
                <a:gd name="T26" fmla="*/ 595 w 2580"/>
                <a:gd name="T27" fmla="*/ 813 h 2368"/>
                <a:gd name="T28" fmla="*/ 768 w 2580"/>
                <a:gd name="T29" fmla="*/ 744 h 2368"/>
                <a:gd name="T30" fmla="*/ 955 w 2580"/>
                <a:gd name="T31" fmla="*/ 783 h 2368"/>
                <a:gd name="T32" fmla="*/ 1028 w 2580"/>
                <a:gd name="T33" fmla="*/ 839 h 2368"/>
                <a:gd name="T34" fmla="*/ 1099 w 2580"/>
                <a:gd name="T35" fmla="*/ 957 h 2368"/>
                <a:gd name="T36" fmla="*/ 1134 w 2580"/>
                <a:gd name="T37" fmla="*/ 1225 h 2368"/>
                <a:gd name="T38" fmla="*/ 1445 w 2580"/>
                <a:gd name="T39" fmla="*/ 1110 h 2368"/>
                <a:gd name="T40" fmla="*/ 1479 w 2580"/>
                <a:gd name="T41" fmla="*/ 924 h 2368"/>
                <a:gd name="T42" fmla="*/ 1556 w 2580"/>
                <a:gd name="T43" fmla="*/ 828 h 2368"/>
                <a:gd name="T44" fmla="*/ 1738 w 2580"/>
                <a:gd name="T45" fmla="*/ 747 h 2368"/>
                <a:gd name="T46" fmla="*/ 1855 w 2580"/>
                <a:gd name="T47" fmla="*/ 751 h 2368"/>
                <a:gd name="T48" fmla="*/ 1949 w 2580"/>
                <a:gd name="T49" fmla="*/ 795 h 2368"/>
                <a:gd name="T50" fmla="*/ 2050 w 2580"/>
                <a:gd name="T51" fmla="*/ 903 h 2368"/>
                <a:gd name="T52" fmla="*/ 2093 w 2580"/>
                <a:gd name="T53" fmla="*/ 1067 h 2368"/>
                <a:gd name="T54" fmla="*/ 2057 w 2580"/>
                <a:gd name="T55" fmla="*/ 1213 h 2368"/>
                <a:gd name="T56" fmla="*/ 1995 w 2580"/>
                <a:gd name="T57" fmla="*/ 1300 h 2368"/>
                <a:gd name="T58" fmla="*/ 1885 w 2580"/>
                <a:gd name="T59" fmla="*/ 1361 h 2368"/>
                <a:gd name="T60" fmla="*/ 1617 w 2580"/>
                <a:gd name="T61" fmla="*/ 1391 h 2368"/>
                <a:gd name="T62" fmla="*/ 1712 w 2580"/>
                <a:gd name="T63" fmla="*/ 2363 h 2368"/>
                <a:gd name="T64" fmla="*/ 2187 w 2580"/>
                <a:gd name="T65" fmla="*/ 1798 h 2368"/>
                <a:gd name="T66" fmla="*/ 2479 w 2580"/>
                <a:gd name="T67" fmla="*/ 1312 h 2368"/>
                <a:gd name="T68" fmla="*/ 2574 w 2580"/>
                <a:gd name="T69" fmla="*/ 972 h 2368"/>
                <a:gd name="T70" fmla="*/ 2580 w 2580"/>
                <a:gd name="T71" fmla="*/ 684 h 2368"/>
                <a:gd name="T72" fmla="*/ 2529 w 2580"/>
                <a:gd name="T73" fmla="*/ 364 h 2368"/>
                <a:gd name="T74" fmla="*/ 2428 w 2580"/>
                <a:gd name="T75" fmla="*/ 125 h 2368"/>
                <a:gd name="T76" fmla="*/ 2357 w 2580"/>
                <a:gd name="T77" fmla="*/ 15 h 2368"/>
                <a:gd name="T78" fmla="*/ 2274 w 2580"/>
                <a:gd name="T79" fmla="*/ 8 h 2368"/>
                <a:gd name="T80" fmla="*/ 2174 w 2580"/>
                <a:gd name="T81" fmla="*/ 33 h 2368"/>
                <a:gd name="T82" fmla="*/ 2183 w 2580"/>
                <a:gd name="T83" fmla="*/ 105 h 2368"/>
                <a:gd name="T84" fmla="*/ 2235 w 2580"/>
                <a:gd name="T85" fmla="*/ 202 h 2368"/>
                <a:gd name="T86" fmla="*/ 2103 w 2580"/>
                <a:gd name="T87" fmla="*/ 363 h 2368"/>
                <a:gd name="T88" fmla="*/ 1857 w 2580"/>
                <a:gd name="T89" fmla="*/ 598 h 2368"/>
                <a:gd name="T90" fmla="*/ 1795 w 2580"/>
                <a:gd name="T91" fmla="*/ 631 h 2368"/>
                <a:gd name="T92" fmla="*/ 1694 w 2580"/>
                <a:gd name="T93" fmla="*/ 573 h 2368"/>
                <a:gd name="T94" fmla="*/ 1635 w 2580"/>
                <a:gd name="T95" fmla="*/ 581 h 2368"/>
                <a:gd name="T96" fmla="*/ 1287 w 2580"/>
                <a:gd name="T97" fmla="*/ 730 h 2368"/>
                <a:gd name="T98" fmla="*/ 948 w 2580"/>
                <a:gd name="T99" fmla="*/ 621 h 2368"/>
                <a:gd name="T100" fmla="*/ 919 w 2580"/>
                <a:gd name="T101" fmla="*/ 560 h 2368"/>
                <a:gd name="T102" fmla="*/ 852 w 2580"/>
                <a:gd name="T103" fmla="*/ 590 h 2368"/>
                <a:gd name="T104" fmla="*/ 762 w 2580"/>
                <a:gd name="T105" fmla="*/ 633 h 2368"/>
                <a:gd name="T106" fmla="*/ 535 w 2580"/>
                <a:gd name="T107" fmla="*/ 423 h 2368"/>
                <a:gd name="T108" fmla="*/ 384 w 2580"/>
                <a:gd name="T109" fmla="*/ 111 h 2368"/>
                <a:gd name="T110" fmla="*/ 408 w 2580"/>
                <a:gd name="T111" fmla="*/ 48 h 2368"/>
                <a:gd name="T112" fmla="*/ 325 w 2580"/>
                <a:gd name="T113" fmla="*/ 11 h 2368"/>
                <a:gd name="T114" fmla="*/ 241 w 2580"/>
                <a:gd name="T115" fmla="*/ 1 h 2368"/>
                <a:gd name="T116" fmla="*/ 165 w 2580"/>
                <a:gd name="T117" fmla="*/ 86 h 2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580" h="2368">
                  <a:moveTo>
                    <a:pt x="165" y="86"/>
                  </a:moveTo>
                  <a:lnTo>
                    <a:pt x="141" y="130"/>
                  </a:lnTo>
                  <a:lnTo>
                    <a:pt x="99" y="209"/>
                  </a:lnTo>
                  <a:lnTo>
                    <a:pt x="66" y="283"/>
                  </a:lnTo>
                  <a:lnTo>
                    <a:pt x="41" y="356"/>
                  </a:lnTo>
                  <a:lnTo>
                    <a:pt x="23" y="431"/>
                  </a:lnTo>
                  <a:lnTo>
                    <a:pt x="11" y="513"/>
                  </a:lnTo>
                  <a:lnTo>
                    <a:pt x="1" y="655"/>
                  </a:lnTo>
                  <a:lnTo>
                    <a:pt x="0" y="775"/>
                  </a:lnTo>
                  <a:lnTo>
                    <a:pt x="1" y="852"/>
                  </a:lnTo>
                  <a:lnTo>
                    <a:pt x="5" y="983"/>
                  </a:lnTo>
                  <a:lnTo>
                    <a:pt x="19" y="1096"/>
                  </a:lnTo>
                  <a:lnTo>
                    <a:pt x="46" y="1203"/>
                  </a:lnTo>
                  <a:lnTo>
                    <a:pt x="92" y="1316"/>
                  </a:lnTo>
                  <a:lnTo>
                    <a:pt x="161" y="1445"/>
                  </a:lnTo>
                  <a:lnTo>
                    <a:pt x="313" y="1690"/>
                  </a:lnTo>
                  <a:lnTo>
                    <a:pt x="465" y="1920"/>
                  </a:lnTo>
                  <a:lnTo>
                    <a:pt x="762" y="2366"/>
                  </a:lnTo>
                  <a:lnTo>
                    <a:pt x="860" y="2366"/>
                  </a:lnTo>
                  <a:lnTo>
                    <a:pt x="959" y="2366"/>
                  </a:lnTo>
                  <a:lnTo>
                    <a:pt x="955" y="1878"/>
                  </a:lnTo>
                  <a:lnTo>
                    <a:pt x="950" y="1391"/>
                  </a:lnTo>
                  <a:lnTo>
                    <a:pt x="817" y="1383"/>
                  </a:lnTo>
                  <a:lnTo>
                    <a:pt x="761" y="1378"/>
                  </a:lnTo>
                  <a:lnTo>
                    <a:pt x="694" y="1365"/>
                  </a:lnTo>
                  <a:lnTo>
                    <a:pt x="657" y="1352"/>
                  </a:lnTo>
                  <a:lnTo>
                    <a:pt x="624" y="1336"/>
                  </a:lnTo>
                  <a:lnTo>
                    <a:pt x="594" y="1316"/>
                  </a:lnTo>
                  <a:lnTo>
                    <a:pt x="554" y="1276"/>
                  </a:lnTo>
                  <a:lnTo>
                    <a:pt x="529" y="1241"/>
                  </a:lnTo>
                  <a:lnTo>
                    <a:pt x="515" y="1221"/>
                  </a:lnTo>
                  <a:lnTo>
                    <a:pt x="497" y="1185"/>
                  </a:lnTo>
                  <a:lnTo>
                    <a:pt x="488" y="1146"/>
                  </a:lnTo>
                  <a:lnTo>
                    <a:pt x="484" y="1097"/>
                  </a:lnTo>
                  <a:lnTo>
                    <a:pt x="484" y="1065"/>
                  </a:lnTo>
                  <a:lnTo>
                    <a:pt x="484" y="1032"/>
                  </a:lnTo>
                  <a:lnTo>
                    <a:pt x="488" y="983"/>
                  </a:lnTo>
                  <a:lnTo>
                    <a:pt x="498" y="944"/>
                  </a:lnTo>
                  <a:lnTo>
                    <a:pt x="517" y="907"/>
                  </a:lnTo>
                  <a:lnTo>
                    <a:pt x="530" y="886"/>
                  </a:lnTo>
                  <a:lnTo>
                    <a:pt x="550" y="859"/>
                  </a:lnTo>
                  <a:lnTo>
                    <a:pt x="595" y="813"/>
                  </a:lnTo>
                  <a:lnTo>
                    <a:pt x="648" y="779"/>
                  </a:lnTo>
                  <a:lnTo>
                    <a:pt x="706" y="756"/>
                  </a:lnTo>
                  <a:lnTo>
                    <a:pt x="768" y="744"/>
                  </a:lnTo>
                  <a:lnTo>
                    <a:pt x="831" y="745"/>
                  </a:lnTo>
                  <a:lnTo>
                    <a:pt x="894" y="757"/>
                  </a:lnTo>
                  <a:lnTo>
                    <a:pt x="955" y="783"/>
                  </a:lnTo>
                  <a:lnTo>
                    <a:pt x="984" y="801"/>
                  </a:lnTo>
                  <a:lnTo>
                    <a:pt x="1000" y="813"/>
                  </a:lnTo>
                  <a:lnTo>
                    <a:pt x="1028" y="839"/>
                  </a:lnTo>
                  <a:lnTo>
                    <a:pt x="1053" y="868"/>
                  </a:lnTo>
                  <a:lnTo>
                    <a:pt x="1074" y="901"/>
                  </a:lnTo>
                  <a:lnTo>
                    <a:pt x="1099" y="957"/>
                  </a:lnTo>
                  <a:lnTo>
                    <a:pt x="1120" y="1047"/>
                  </a:lnTo>
                  <a:lnTo>
                    <a:pt x="1125" y="1100"/>
                  </a:lnTo>
                  <a:lnTo>
                    <a:pt x="1134" y="1225"/>
                  </a:lnTo>
                  <a:lnTo>
                    <a:pt x="1284" y="1225"/>
                  </a:lnTo>
                  <a:lnTo>
                    <a:pt x="1434" y="1225"/>
                  </a:lnTo>
                  <a:lnTo>
                    <a:pt x="1445" y="1110"/>
                  </a:lnTo>
                  <a:lnTo>
                    <a:pt x="1451" y="1053"/>
                  </a:lnTo>
                  <a:lnTo>
                    <a:pt x="1462" y="975"/>
                  </a:lnTo>
                  <a:lnTo>
                    <a:pt x="1479" y="924"/>
                  </a:lnTo>
                  <a:lnTo>
                    <a:pt x="1508" y="882"/>
                  </a:lnTo>
                  <a:lnTo>
                    <a:pt x="1529" y="858"/>
                  </a:lnTo>
                  <a:lnTo>
                    <a:pt x="1556" y="828"/>
                  </a:lnTo>
                  <a:lnTo>
                    <a:pt x="1610" y="785"/>
                  </a:lnTo>
                  <a:lnTo>
                    <a:pt x="1668" y="759"/>
                  </a:lnTo>
                  <a:lnTo>
                    <a:pt x="1738" y="747"/>
                  </a:lnTo>
                  <a:lnTo>
                    <a:pt x="1780" y="746"/>
                  </a:lnTo>
                  <a:lnTo>
                    <a:pt x="1810" y="747"/>
                  </a:lnTo>
                  <a:lnTo>
                    <a:pt x="1855" y="751"/>
                  </a:lnTo>
                  <a:lnTo>
                    <a:pt x="1892" y="761"/>
                  </a:lnTo>
                  <a:lnTo>
                    <a:pt x="1928" y="781"/>
                  </a:lnTo>
                  <a:lnTo>
                    <a:pt x="1949" y="795"/>
                  </a:lnTo>
                  <a:lnTo>
                    <a:pt x="1974" y="813"/>
                  </a:lnTo>
                  <a:lnTo>
                    <a:pt x="2017" y="856"/>
                  </a:lnTo>
                  <a:lnTo>
                    <a:pt x="2050" y="903"/>
                  </a:lnTo>
                  <a:lnTo>
                    <a:pt x="2074" y="955"/>
                  </a:lnTo>
                  <a:lnTo>
                    <a:pt x="2088" y="1010"/>
                  </a:lnTo>
                  <a:lnTo>
                    <a:pt x="2093" y="1067"/>
                  </a:lnTo>
                  <a:lnTo>
                    <a:pt x="2087" y="1126"/>
                  </a:lnTo>
                  <a:lnTo>
                    <a:pt x="2070" y="1184"/>
                  </a:lnTo>
                  <a:lnTo>
                    <a:pt x="2057" y="1213"/>
                  </a:lnTo>
                  <a:lnTo>
                    <a:pt x="2046" y="1233"/>
                  </a:lnTo>
                  <a:lnTo>
                    <a:pt x="2023" y="1269"/>
                  </a:lnTo>
                  <a:lnTo>
                    <a:pt x="1995" y="1300"/>
                  </a:lnTo>
                  <a:lnTo>
                    <a:pt x="1964" y="1325"/>
                  </a:lnTo>
                  <a:lnTo>
                    <a:pt x="1927" y="1345"/>
                  </a:lnTo>
                  <a:lnTo>
                    <a:pt x="1885" y="1361"/>
                  </a:lnTo>
                  <a:lnTo>
                    <a:pt x="1811" y="1378"/>
                  </a:lnTo>
                  <a:lnTo>
                    <a:pt x="1752" y="1383"/>
                  </a:lnTo>
                  <a:lnTo>
                    <a:pt x="1617" y="1391"/>
                  </a:lnTo>
                  <a:lnTo>
                    <a:pt x="1617" y="1875"/>
                  </a:lnTo>
                  <a:lnTo>
                    <a:pt x="1617" y="2358"/>
                  </a:lnTo>
                  <a:lnTo>
                    <a:pt x="1712" y="2363"/>
                  </a:lnTo>
                  <a:lnTo>
                    <a:pt x="1809" y="2368"/>
                  </a:lnTo>
                  <a:lnTo>
                    <a:pt x="2110" y="1913"/>
                  </a:lnTo>
                  <a:lnTo>
                    <a:pt x="2187" y="1798"/>
                  </a:lnTo>
                  <a:lnTo>
                    <a:pt x="2313" y="1604"/>
                  </a:lnTo>
                  <a:lnTo>
                    <a:pt x="2409" y="1445"/>
                  </a:lnTo>
                  <a:lnTo>
                    <a:pt x="2479" y="1312"/>
                  </a:lnTo>
                  <a:lnTo>
                    <a:pt x="2527" y="1195"/>
                  </a:lnTo>
                  <a:lnTo>
                    <a:pt x="2558" y="1085"/>
                  </a:lnTo>
                  <a:lnTo>
                    <a:pt x="2574" y="972"/>
                  </a:lnTo>
                  <a:lnTo>
                    <a:pt x="2580" y="846"/>
                  </a:lnTo>
                  <a:lnTo>
                    <a:pt x="2580" y="775"/>
                  </a:lnTo>
                  <a:lnTo>
                    <a:pt x="2580" y="684"/>
                  </a:lnTo>
                  <a:lnTo>
                    <a:pt x="2568" y="531"/>
                  </a:lnTo>
                  <a:lnTo>
                    <a:pt x="2548" y="430"/>
                  </a:lnTo>
                  <a:lnTo>
                    <a:pt x="2529" y="364"/>
                  </a:lnTo>
                  <a:lnTo>
                    <a:pt x="2492" y="264"/>
                  </a:lnTo>
                  <a:lnTo>
                    <a:pt x="2459" y="191"/>
                  </a:lnTo>
                  <a:lnTo>
                    <a:pt x="2428" y="125"/>
                  </a:lnTo>
                  <a:lnTo>
                    <a:pt x="2394" y="61"/>
                  </a:lnTo>
                  <a:lnTo>
                    <a:pt x="2375" y="32"/>
                  </a:lnTo>
                  <a:lnTo>
                    <a:pt x="2357" y="15"/>
                  </a:lnTo>
                  <a:lnTo>
                    <a:pt x="2338" y="6"/>
                  </a:lnTo>
                  <a:lnTo>
                    <a:pt x="2305" y="4"/>
                  </a:lnTo>
                  <a:lnTo>
                    <a:pt x="2274" y="8"/>
                  </a:lnTo>
                  <a:lnTo>
                    <a:pt x="2242" y="14"/>
                  </a:lnTo>
                  <a:lnTo>
                    <a:pt x="2188" y="27"/>
                  </a:lnTo>
                  <a:lnTo>
                    <a:pt x="2174" y="33"/>
                  </a:lnTo>
                  <a:lnTo>
                    <a:pt x="2166" y="38"/>
                  </a:lnTo>
                  <a:lnTo>
                    <a:pt x="2161" y="54"/>
                  </a:lnTo>
                  <a:lnTo>
                    <a:pt x="2183" y="105"/>
                  </a:lnTo>
                  <a:lnTo>
                    <a:pt x="2232" y="186"/>
                  </a:lnTo>
                  <a:lnTo>
                    <a:pt x="2234" y="191"/>
                  </a:lnTo>
                  <a:lnTo>
                    <a:pt x="2235" y="202"/>
                  </a:lnTo>
                  <a:lnTo>
                    <a:pt x="2226" y="225"/>
                  </a:lnTo>
                  <a:lnTo>
                    <a:pt x="2185" y="277"/>
                  </a:lnTo>
                  <a:lnTo>
                    <a:pt x="2103" y="363"/>
                  </a:lnTo>
                  <a:lnTo>
                    <a:pt x="2042" y="425"/>
                  </a:lnTo>
                  <a:lnTo>
                    <a:pt x="1957" y="508"/>
                  </a:lnTo>
                  <a:lnTo>
                    <a:pt x="1857" y="598"/>
                  </a:lnTo>
                  <a:lnTo>
                    <a:pt x="1817" y="630"/>
                  </a:lnTo>
                  <a:lnTo>
                    <a:pt x="1809" y="633"/>
                  </a:lnTo>
                  <a:lnTo>
                    <a:pt x="1795" y="631"/>
                  </a:lnTo>
                  <a:lnTo>
                    <a:pt x="1746" y="607"/>
                  </a:lnTo>
                  <a:lnTo>
                    <a:pt x="1720" y="590"/>
                  </a:lnTo>
                  <a:lnTo>
                    <a:pt x="1694" y="573"/>
                  </a:lnTo>
                  <a:lnTo>
                    <a:pt x="1654" y="555"/>
                  </a:lnTo>
                  <a:lnTo>
                    <a:pt x="1647" y="556"/>
                  </a:lnTo>
                  <a:lnTo>
                    <a:pt x="1635" y="581"/>
                  </a:lnTo>
                  <a:lnTo>
                    <a:pt x="1617" y="645"/>
                  </a:lnTo>
                  <a:lnTo>
                    <a:pt x="1597" y="725"/>
                  </a:lnTo>
                  <a:lnTo>
                    <a:pt x="1287" y="730"/>
                  </a:lnTo>
                  <a:lnTo>
                    <a:pt x="977" y="733"/>
                  </a:lnTo>
                  <a:lnTo>
                    <a:pt x="959" y="663"/>
                  </a:lnTo>
                  <a:lnTo>
                    <a:pt x="948" y="621"/>
                  </a:lnTo>
                  <a:lnTo>
                    <a:pt x="936" y="582"/>
                  </a:lnTo>
                  <a:lnTo>
                    <a:pt x="928" y="567"/>
                  </a:lnTo>
                  <a:lnTo>
                    <a:pt x="919" y="560"/>
                  </a:lnTo>
                  <a:lnTo>
                    <a:pt x="906" y="561"/>
                  </a:lnTo>
                  <a:lnTo>
                    <a:pt x="879" y="574"/>
                  </a:lnTo>
                  <a:lnTo>
                    <a:pt x="852" y="590"/>
                  </a:lnTo>
                  <a:lnTo>
                    <a:pt x="821" y="607"/>
                  </a:lnTo>
                  <a:lnTo>
                    <a:pt x="772" y="631"/>
                  </a:lnTo>
                  <a:lnTo>
                    <a:pt x="762" y="633"/>
                  </a:lnTo>
                  <a:lnTo>
                    <a:pt x="744" y="621"/>
                  </a:lnTo>
                  <a:lnTo>
                    <a:pt x="620" y="507"/>
                  </a:lnTo>
                  <a:lnTo>
                    <a:pt x="535" y="423"/>
                  </a:lnTo>
                  <a:lnTo>
                    <a:pt x="324" y="213"/>
                  </a:lnTo>
                  <a:lnTo>
                    <a:pt x="367" y="141"/>
                  </a:lnTo>
                  <a:lnTo>
                    <a:pt x="384" y="111"/>
                  </a:lnTo>
                  <a:lnTo>
                    <a:pt x="406" y="63"/>
                  </a:lnTo>
                  <a:lnTo>
                    <a:pt x="409" y="51"/>
                  </a:lnTo>
                  <a:lnTo>
                    <a:pt x="408" y="48"/>
                  </a:lnTo>
                  <a:lnTo>
                    <a:pt x="399" y="40"/>
                  </a:lnTo>
                  <a:lnTo>
                    <a:pt x="374" y="27"/>
                  </a:lnTo>
                  <a:lnTo>
                    <a:pt x="325" y="11"/>
                  </a:lnTo>
                  <a:lnTo>
                    <a:pt x="272" y="1"/>
                  </a:lnTo>
                  <a:lnTo>
                    <a:pt x="250" y="0"/>
                  </a:lnTo>
                  <a:lnTo>
                    <a:pt x="241" y="1"/>
                  </a:lnTo>
                  <a:lnTo>
                    <a:pt x="222" y="11"/>
                  </a:lnTo>
                  <a:lnTo>
                    <a:pt x="191" y="46"/>
                  </a:lnTo>
                  <a:lnTo>
                    <a:pt x="165" y="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72">
              <a:extLst>
                <a:ext uri="{FF2B5EF4-FFF2-40B4-BE49-F238E27FC236}">
                  <a16:creationId xmlns:a16="http://schemas.microsoft.com/office/drawing/2014/main" id="{4B8AD8C8-E94A-FCA2-E9C3-A2156BBB575B}"/>
                </a:ext>
              </a:extLst>
            </p:cNvPr>
            <p:cNvSpPr>
              <a:spLocks/>
            </p:cNvSpPr>
            <p:nvPr/>
          </p:nvSpPr>
          <p:spPr bwMode="auto">
            <a:xfrm>
              <a:off x="6184901" y="1135063"/>
              <a:ext cx="120650" cy="127000"/>
            </a:xfrm>
            <a:custGeom>
              <a:avLst/>
              <a:gdLst>
                <a:gd name="T0" fmla="*/ 52 w 316"/>
                <a:gd name="T1" fmla="*/ 47 h 332"/>
                <a:gd name="T2" fmla="*/ 37 w 316"/>
                <a:gd name="T3" fmla="*/ 61 h 332"/>
                <a:gd name="T4" fmla="*/ 17 w 316"/>
                <a:gd name="T5" fmla="*/ 86 h 332"/>
                <a:gd name="T6" fmla="*/ 5 w 316"/>
                <a:gd name="T7" fmla="*/ 112 h 332"/>
                <a:gd name="T8" fmla="*/ 0 w 316"/>
                <a:gd name="T9" fmla="*/ 144 h 332"/>
                <a:gd name="T10" fmla="*/ 0 w 316"/>
                <a:gd name="T11" fmla="*/ 164 h 332"/>
                <a:gd name="T12" fmla="*/ 0 w 316"/>
                <a:gd name="T13" fmla="*/ 181 h 332"/>
                <a:gd name="T14" fmla="*/ 5 w 316"/>
                <a:gd name="T15" fmla="*/ 211 h 332"/>
                <a:gd name="T16" fmla="*/ 15 w 316"/>
                <a:gd name="T17" fmla="*/ 239 h 332"/>
                <a:gd name="T18" fmla="*/ 29 w 316"/>
                <a:gd name="T19" fmla="*/ 262 h 332"/>
                <a:gd name="T20" fmla="*/ 49 w 316"/>
                <a:gd name="T21" fmla="*/ 282 h 332"/>
                <a:gd name="T22" fmla="*/ 73 w 316"/>
                <a:gd name="T23" fmla="*/ 299 h 332"/>
                <a:gd name="T24" fmla="*/ 101 w 316"/>
                <a:gd name="T25" fmla="*/ 311 h 332"/>
                <a:gd name="T26" fmla="*/ 135 w 316"/>
                <a:gd name="T27" fmla="*/ 321 h 332"/>
                <a:gd name="T28" fmla="*/ 153 w 316"/>
                <a:gd name="T29" fmla="*/ 324 h 332"/>
                <a:gd name="T30" fmla="*/ 200 w 316"/>
                <a:gd name="T31" fmla="*/ 330 h 332"/>
                <a:gd name="T32" fmla="*/ 249 w 316"/>
                <a:gd name="T33" fmla="*/ 332 h 332"/>
                <a:gd name="T34" fmla="*/ 272 w 316"/>
                <a:gd name="T35" fmla="*/ 329 h 332"/>
                <a:gd name="T36" fmla="*/ 289 w 316"/>
                <a:gd name="T37" fmla="*/ 321 h 332"/>
                <a:gd name="T38" fmla="*/ 301 w 316"/>
                <a:gd name="T39" fmla="*/ 308 h 332"/>
                <a:gd name="T40" fmla="*/ 311 w 316"/>
                <a:gd name="T41" fmla="*/ 278 h 332"/>
                <a:gd name="T42" fmla="*/ 313 w 316"/>
                <a:gd name="T43" fmla="*/ 249 h 332"/>
                <a:gd name="T44" fmla="*/ 316 w 316"/>
                <a:gd name="T45" fmla="*/ 204 h 332"/>
                <a:gd name="T46" fmla="*/ 312 w 316"/>
                <a:gd name="T47" fmla="*/ 134 h 332"/>
                <a:gd name="T48" fmla="*/ 301 w 316"/>
                <a:gd name="T49" fmla="*/ 95 h 332"/>
                <a:gd name="T50" fmla="*/ 289 w 316"/>
                <a:gd name="T51" fmla="*/ 73 h 332"/>
                <a:gd name="T52" fmla="*/ 266 w 316"/>
                <a:gd name="T53" fmla="*/ 46 h 332"/>
                <a:gd name="T54" fmla="*/ 245 w 316"/>
                <a:gd name="T55" fmla="*/ 32 h 332"/>
                <a:gd name="T56" fmla="*/ 217 w 316"/>
                <a:gd name="T57" fmla="*/ 16 h 332"/>
                <a:gd name="T58" fmla="*/ 179 w 316"/>
                <a:gd name="T59" fmla="*/ 3 h 332"/>
                <a:gd name="T60" fmla="*/ 155 w 316"/>
                <a:gd name="T61" fmla="*/ 0 h 332"/>
                <a:gd name="T62" fmla="*/ 132 w 316"/>
                <a:gd name="T63" fmla="*/ 2 h 332"/>
                <a:gd name="T64" fmla="*/ 109 w 316"/>
                <a:gd name="T65" fmla="*/ 9 h 332"/>
                <a:gd name="T66" fmla="*/ 75 w 316"/>
                <a:gd name="T67" fmla="*/ 27 h 332"/>
                <a:gd name="T68" fmla="*/ 52 w 316"/>
                <a:gd name="T69" fmla="*/ 47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16" h="332">
                  <a:moveTo>
                    <a:pt x="52" y="47"/>
                  </a:moveTo>
                  <a:lnTo>
                    <a:pt x="37" y="61"/>
                  </a:lnTo>
                  <a:lnTo>
                    <a:pt x="17" y="86"/>
                  </a:lnTo>
                  <a:lnTo>
                    <a:pt x="5" y="112"/>
                  </a:lnTo>
                  <a:lnTo>
                    <a:pt x="0" y="144"/>
                  </a:lnTo>
                  <a:lnTo>
                    <a:pt x="0" y="164"/>
                  </a:lnTo>
                  <a:lnTo>
                    <a:pt x="0" y="181"/>
                  </a:lnTo>
                  <a:lnTo>
                    <a:pt x="5" y="211"/>
                  </a:lnTo>
                  <a:lnTo>
                    <a:pt x="15" y="239"/>
                  </a:lnTo>
                  <a:lnTo>
                    <a:pt x="29" y="262"/>
                  </a:lnTo>
                  <a:lnTo>
                    <a:pt x="49" y="282"/>
                  </a:lnTo>
                  <a:lnTo>
                    <a:pt x="73" y="299"/>
                  </a:lnTo>
                  <a:lnTo>
                    <a:pt x="101" y="311"/>
                  </a:lnTo>
                  <a:lnTo>
                    <a:pt x="135" y="321"/>
                  </a:lnTo>
                  <a:lnTo>
                    <a:pt x="153" y="324"/>
                  </a:lnTo>
                  <a:lnTo>
                    <a:pt x="200" y="330"/>
                  </a:lnTo>
                  <a:lnTo>
                    <a:pt x="249" y="332"/>
                  </a:lnTo>
                  <a:lnTo>
                    <a:pt x="272" y="329"/>
                  </a:lnTo>
                  <a:lnTo>
                    <a:pt x="289" y="321"/>
                  </a:lnTo>
                  <a:lnTo>
                    <a:pt x="301" y="308"/>
                  </a:lnTo>
                  <a:lnTo>
                    <a:pt x="311" y="278"/>
                  </a:lnTo>
                  <a:lnTo>
                    <a:pt x="313" y="249"/>
                  </a:lnTo>
                  <a:lnTo>
                    <a:pt x="316" y="204"/>
                  </a:lnTo>
                  <a:lnTo>
                    <a:pt x="312" y="134"/>
                  </a:lnTo>
                  <a:lnTo>
                    <a:pt x="301" y="95"/>
                  </a:lnTo>
                  <a:lnTo>
                    <a:pt x="289" y="73"/>
                  </a:lnTo>
                  <a:lnTo>
                    <a:pt x="266" y="46"/>
                  </a:lnTo>
                  <a:lnTo>
                    <a:pt x="245" y="32"/>
                  </a:lnTo>
                  <a:lnTo>
                    <a:pt x="217" y="16"/>
                  </a:lnTo>
                  <a:lnTo>
                    <a:pt x="179" y="3"/>
                  </a:lnTo>
                  <a:lnTo>
                    <a:pt x="155" y="0"/>
                  </a:lnTo>
                  <a:lnTo>
                    <a:pt x="132" y="2"/>
                  </a:lnTo>
                  <a:lnTo>
                    <a:pt x="109" y="9"/>
                  </a:lnTo>
                  <a:lnTo>
                    <a:pt x="75" y="27"/>
                  </a:lnTo>
                  <a:lnTo>
                    <a:pt x="52" y="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73">
              <a:extLst>
                <a:ext uri="{FF2B5EF4-FFF2-40B4-BE49-F238E27FC236}">
                  <a16:creationId xmlns:a16="http://schemas.microsoft.com/office/drawing/2014/main" id="{B5924597-C9AF-9B6E-05DD-876540566751}"/>
                </a:ext>
              </a:extLst>
            </p:cNvPr>
            <p:cNvSpPr>
              <a:spLocks/>
            </p:cNvSpPr>
            <p:nvPr/>
          </p:nvSpPr>
          <p:spPr bwMode="auto">
            <a:xfrm>
              <a:off x="6553201" y="1135063"/>
              <a:ext cx="123825" cy="127000"/>
            </a:xfrm>
            <a:custGeom>
              <a:avLst/>
              <a:gdLst>
                <a:gd name="T0" fmla="*/ 55 w 322"/>
                <a:gd name="T1" fmla="*/ 56 h 331"/>
                <a:gd name="T2" fmla="*/ 36 w 322"/>
                <a:gd name="T3" fmla="*/ 76 h 331"/>
                <a:gd name="T4" fmla="*/ 12 w 322"/>
                <a:gd name="T5" fmla="*/ 106 h 331"/>
                <a:gd name="T6" fmla="*/ 2 w 322"/>
                <a:gd name="T7" fmla="*/ 138 h 331"/>
                <a:gd name="T8" fmla="*/ 0 w 322"/>
                <a:gd name="T9" fmla="*/ 185 h 331"/>
                <a:gd name="T10" fmla="*/ 2 w 322"/>
                <a:gd name="T11" fmla="*/ 220 h 331"/>
                <a:gd name="T12" fmla="*/ 7 w 322"/>
                <a:gd name="T13" fmla="*/ 325 h 331"/>
                <a:gd name="T14" fmla="*/ 85 w 322"/>
                <a:gd name="T15" fmla="*/ 330 h 331"/>
                <a:gd name="T16" fmla="*/ 125 w 322"/>
                <a:gd name="T17" fmla="*/ 331 h 331"/>
                <a:gd name="T18" fmla="*/ 195 w 322"/>
                <a:gd name="T19" fmla="*/ 320 h 331"/>
                <a:gd name="T20" fmla="*/ 239 w 322"/>
                <a:gd name="T21" fmla="*/ 301 h 331"/>
                <a:gd name="T22" fmla="*/ 263 w 322"/>
                <a:gd name="T23" fmla="*/ 285 h 331"/>
                <a:gd name="T24" fmla="*/ 284 w 322"/>
                <a:gd name="T25" fmla="*/ 265 h 331"/>
                <a:gd name="T26" fmla="*/ 300 w 322"/>
                <a:gd name="T27" fmla="*/ 242 h 331"/>
                <a:gd name="T28" fmla="*/ 305 w 322"/>
                <a:gd name="T29" fmla="*/ 230 h 331"/>
                <a:gd name="T30" fmla="*/ 316 w 322"/>
                <a:gd name="T31" fmla="*/ 202 h 331"/>
                <a:gd name="T32" fmla="*/ 322 w 322"/>
                <a:gd name="T33" fmla="*/ 151 h 331"/>
                <a:gd name="T34" fmla="*/ 311 w 322"/>
                <a:gd name="T35" fmla="*/ 103 h 331"/>
                <a:gd name="T36" fmla="*/ 283 w 322"/>
                <a:gd name="T37" fmla="*/ 61 h 331"/>
                <a:gd name="T38" fmla="*/ 262 w 322"/>
                <a:gd name="T39" fmla="*/ 41 h 331"/>
                <a:gd name="T40" fmla="*/ 249 w 322"/>
                <a:gd name="T41" fmla="*/ 31 h 331"/>
                <a:gd name="T42" fmla="*/ 222 w 322"/>
                <a:gd name="T43" fmla="*/ 14 h 331"/>
                <a:gd name="T44" fmla="*/ 196 w 322"/>
                <a:gd name="T45" fmla="*/ 4 h 331"/>
                <a:gd name="T46" fmla="*/ 171 w 322"/>
                <a:gd name="T47" fmla="*/ 0 h 331"/>
                <a:gd name="T48" fmla="*/ 145 w 322"/>
                <a:gd name="T49" fmla="*/ 2 h 331"/>
                <a:gd name="T50" fmla="*/ 120 w 322"/>
                <a:gd name="T51" fmla="*/ 9 h 331"/>
                <a:gd name="T52" fmla="*/ 81 w 322"/>
                <a:gd name="T53" fmla="*/ 32 h 331"/>
                <a:gd name="T54" fmla="*/ 55 w 322"/>
                <a:gd name="T55" fmla="*/ 56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22" h="331">
                  <a:moveTo>
                    <a:pt x="55" y="56"/>
                  </a:moveTo>
                  <a:lnTo>
                    <a:pt x="36" y="76"/>
                  </a:lnTo>
                  <a:lnTo>
                    <a:pt x="12" y="106"/>
                  </a:lnTo>
                  <a:lnTo>
                    <a:pt x="2" y="138"/>
                  </a:lnTo>
                  <a:lnTo>
                    <a:pt x="0" y="185"/>
                  </a:lnTo>
                  <a:lnTo>
                    <a:pt x="2" y="220"/>
                  </a:lnTo>
                  <a:lnTo>
                    <a:pt x="7" y="325"/>
                  </a:lnTo>
                  <a:lnTo>
                    <a:pt x="85" y="330"/>
                  </a:lnTo>
                  <a:lnTo>
                    <a:pt x="125" y="331"/>
                  </a:lnTo>
                  <a:lnTo>
                    <a:pt x="195" y="320"/>
                  </a:lnTo>
                  <a:lnTo>
                    <a:pt x="239" y="301"/>
                  </a:lnTo>
                  <a:lnTo>
                    <a:pt x="263" y="285"/>
                  </a:lnTo>
                  <a:lnTo>
                    <a:pt x="284" y="265"/>
                  </a:lnTo>
                  <a:lnTo>
                    <a:pt x="300" y="242"/>
                  </a:lnTo>
                  <a:lnTo>
                    <a:pt x="305" y="230"/>
                  </a:lnTo>
                  <a:lnTo>
                    <a:pt x="316" y="202"/>
                  </a:lnTo>
                  <a:lnTo>
                    <a:pt x="322" y="151"/>
                  </a:lnTo>
                  <a:lnTo>
                    <a:pt x="311" y="103"/>
                  </a:lnTo>
                  <a:lnTo>
                    <a:pt x="283" y="61"/>
                  </a:lnTo>
                  <a:lnTo>
                    <a:pt x="262" y="41"/>
                  </a:lnTo>
                  <a:lnTo>
                    <a:pt x="249" y="31"/>
                  </a:lnTo>
                  <a:lnTo>
                    <a:pt x="222" y="14"/>
                  </a:lnTo>
                  <a:lnTo>
                    <a:pt x="196" y="4"/>
                  </a:lnTo>
                  <a:lnTo>
                    <a:pt x="171" y="0"/>
                  </a:lnTo>
                  <a:lnTo>
                    <a:pt x="145" y="2"/>
                  </a:lnTo>
                  <a:lnTo>
                    <a:pt x="120" y="9"/>
                  </a:lnTo>
                  <a:lnTo>
                    <a:pt x="81" y="32"/>
                  </a:lnTo>
                  <a:lnTo>
                    <a:pt x="55"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77">
              <a:extLst>
                <a:ext uri="{FF2B5EF4-FFF2-40B4-BE49-F238E27FC236}">
                  <a16:creationId xmlns:a16="http://schemas.microsoft.com/office/drawing/2014/main" id="{D5D4E1DB-1730-0A15-387F-171B52EFFC98}"/>
                </a:ext>
              </a:extLst>
            </p:cNvPr>
            <p:cNvSpPr>
              <a:spLocks/>
            </p:cNvSpPr>
            <p:nvPr/>
          </p:nvSpPr>
          <p:spPr bwMode="auto">
            <a:xfrm>
              <a:off x="6369051" y="1320800"/>
              <a:ext cx="120650" cy="374650"/>
            </a:xfrm>
            <a:custGeom>
              <a:avLst/>
              <a:gdLst>
                <a:gd name="T0" fmla="*/ 12 w 317"/>
                <a:gd name="T1" fmla="*/ 7 h 980"/>
                <a:gd name="T2" fmla="*/ 7 w 317"/>
                <a:gd name="T3" fmla="*/ 39 h 980"/>
                <a:gd name="T4" fmla="*/ 1 w 317"/>
                <a:gd name="T5" fmla="*/ 307 h 980"/>
                <a:gd name="T6" fmla="*/ 0 w 317"/>
                <a:gd name="T7" fmla="*/ 500 h 980"/>
                <a:gd name="T8" fmla="*/ 0 w 317"/>
                <a:gd name="T9" fmla="*/ 980 h 980"/>
                <a:gd name="T10" fmla="*/ 159 w 317"/>
                <a:gd name="T11" fmla="*/ 980 h 980"/>
                <a:gd name="T12" fmla="*/ 317 w 317"/>
                <a:gd name="T13" fmla="*/ 980 h 980"/>
                <a:gd name="T14" fmla="*/ 314 w 317"/>
                <a:gd name="T15" fmla="*/ 492 h 980"/>
                <a:gd name="T16" fmla="*/ 309 w 317"/>
                <a:gd name="T17" fmla="*/ 5 h 980"/>
                <a:gd name="T18" fmla="*/ 167 w 317"/>
                <a:gd name="T19" fmla="*/ 0 h 980"/>
                <a:gd name="T20" fmla="*/ 109 w 317"/>
                <a:gd name="T21" fmla="*/ 0 h 980"/>
                <a:gd name="T22" fmla="*/ 25 w 317"/>
                <a:gd name="T23" fmla="*/ 3 h 980"/>
                <a:gd name="T24" fmla="*/ 12 w 317"/>
                <a:gd name="T25" fmla="*/ 7 h 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7" h="980">
                  <a:moveTo>
                    <a:pt x="12" y="7"/>
                  </a:moveTo>
                  <a:lnTo>
                    <a:pt x="7" y="39"/>
                  </a:lnTo>
                  <a:lnTo>
                    <a:pt x="1" y="307"/>
                  </a:lnTo>
                  <a:lnTo>
                    <a:pt x="0" y="500"/>
                  </a:lnTo>
                  <a:lnTo>
                    <a:pt x="0" y="980"/>
                  </a:lnTo>
                  <a:lnTo>
                    <a:pt x="159" y="980"/>
                  </a:lnTo>
                  <a:lnTo>
                    <a:pt x="317" y="980"/>
                  </a:lnTo>
                  <a:lnTo>
                    <a:pt x="314" y="492"/>
                  </a:lnTo>
                  <a:lnTo>
                    <a:pt x="309" y="5"/>
                  </a:lnTo>
                  <a:lnTo>
                    <a:pt x="167" y="0"/>
                  </a:lnTo>
                  <a:lnTo>
                    <a:pt x="109" y="0"/>
                  </a:lnTo>
                  <a:lnTo>
                    <a:pt x="25" y="3"/>
                  </a:lnTo>
                  <a:lnTo>
                    <a:pt x="1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83">
              <a:extLst>
                <a:ext uri="{FF2B5EF4-FFF2-40B4-BE49-F238E27FC236}">
                  <a16:creationId xmlns:a16="http://schemas.microsoft.com/office/drawing/2014/main" id="{E183AFAF-535F-BAB9-E3BD-D5F792755129}"/>
                </a:ext>
              </a:extLst>
            </p:cNvPr>
            <p:cNvSpPr>
              <a:spLocks/>
            </p:cNvSpPr>
            <p:nvPr/>
          </p:nvSpPr>
          <p:spPr bwMode="auto">
            <a:xfrm>
              <a:off x="6242051" y="1755775"/>
              <a:ext cx="374650" cy="61913"/>
            </a:xfrm>
            <a:custGeom>
              <a:avLst/>
              <a:gdLst>
                <a:gd name="T0" fmla="*/ 15 w 983"/>
                <a:gd name="T1" fmla="*/ 12 h 160"/>
                <a:gd name="T2" fmla="*/ 9 w 983"/>
                <a:gd name="T3" fmla="*/ 22 h 160"/>
                <a:gd name="T4" fmla="*/ 1 w 983"/>
                <a:gd name="T5" fmla="*/ 59 h 160"/>
                <a:gd name="T6" fmla="*/ 0 w 983"/>
                <a:gd name="T7" fmla="*/ 80 h 160"/>
                <a:gd name="T8" fmla="*/ 1 w 983"/>
                <a:gd name="T9" fmla="*/ 101 h 160"/>
                <a:gd name="T10" fmla="*/ 9 w 983"/>
                <a:gd name="T11" fmla="*/ 138 h 160"/>
                <a:gd name="T12" fmla="*/ 15 w 983"/>
                <a:gd name="T13" fmla="*/ 147 h 160"/>
                <a:gd name="T14" fmla="*/ 25 w 983"/>
                <a:gd name="T15" fmla="*/ 150 h 160"/>
                <a:gd name="T16" fmla="*/ 97 w 983"/>
                <a:gd name="T17" fmla="*/ 156 h 160"/>
                <a:gd name="T18" fmla="*/ 304 w 983"/>
                <a:gd name="T19" fmla="*/ 160 h 160"/>
                <a:gd name="T20" fmla="*/ 507 w 983"/>
                <a:gd name="T21" fmla="*/ 158 h 160"/>
                <a:gd name="T22" fmla="*/ 983 w 983"/>
                <a:gd name="T23" fmla="*/ 153 h 160"/>
                <a:gd name="T24" fmla="*/ 983 w 983"/>
                <a:gd name="T25" fmla="*/ 80 h 160"/>
                <a:gd name="T26" fmla="*/ 983 w 983"/>
                <a:gd name="T27" fmla="*/ 7 h 160"/>
                <a:gd name="T28" fmla="*/ 507 w 983"/>
                <a:gd name="T29" fmla="*/ 2 h 160"/>
                <a:gd name="T30" fmla="*/ 304 w 983"/>
                <a:gd name="T31" fmla="*/ 0 h 160"/>
                <a:gd name="T32" fmla="*/ 97 w 983"/>
                <a:gd name="T33" fmla="*/ 4 h 160"/>
                <a:gd name="T34" fmla="*/ 25 w 983"/>
                <a:gd name="T35" fmla="*/ 9 h 160"/>
                <a:gd name="T36" fmla="*/ 15 w 983"/>
                <a:gd name="T37" fmla="*/ 12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83" h="160">
                  <a:moveTo>
                    <a:pt x="15" y="12"/>
                  </a:moveTo>
                  <a:lnTo>
                    <a:pt x="9" y="22"/>
                  </a:lnTo>
                  <a:lnTo>
                    <a:pt x="1" y="59"/>
                  </a:lnTo>
                  <a:lnTo>
                    <a:pt x="0" y="80"/>
                  </a:lnTo>
                  <a:lnTo>
                    <a:pt x="1" y="101"/>
                  </a:lnTo>
                  <a:lnTo>
                    <a:pt x="9" y="138"/>
                  </a:lnTo>
                  <a:lnTo>
                    <a:pt x="15" y="147"/>
                  </a:lnTo>
                  <a:lnTo>
                    <a:pt x="25" y="150"/>
                  </a:lnTo>
                  <a:lnTo>
                    <a:pt x="97" y="156"/>
                  </a:lnTo>
                  <a:lnTo>
                    <a:pt x="304" y="160"/>
                  </a:lnTo>
                  <a:lnTo>
                    <a:pt x="507" y="158"/>
                  </a:lnTo>
                  <a:lnTo>
                    <a:pt x="983" y="153"/>
                  </a:lnTo>
                  <a:lnTo>
                    <a:pt x="983" y="80"/>
                  </a:lnTo>
                  <a:lnTo>
                    <a:pt x="983" y="7"/>
                  </a:lnTo>
                  <a:lnTo>
                    <a:pt x="507" y="2"/>
                  </a:lnTo>
                  <a:lnTo>
                    <a:pt x="304" y="0"/>
                  </a:lnTo>
                  <a:lnTo>
                    <a:pt x="97" y="4"/>
                  </a:lnTo>
                  <a:lnTo>
                    <a:pt x="25" y="9"/>
                  </a:lnTo>
                  <a:lnTo>
                    <a:pt x="15"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86">
              <a:extLst>
                <a:ext uri="{FF2B5EF4-FFF2-40B4-BE49-F238E27FC236}">
                  <a16:creationId xmlns:a16="http://schemas.microsoft.com/office/drawing/2014/main" id="{4383D3A9-35E3-9772-77AE-28FDAD32F608}"/>
                </a:ext>
              </a:extLst>
            </p:cNvPr>
            <p:cNvSpPr>
              <a:spLocks/>
            </p:cNvSpPr>
            <p:nvPr/>
          </p:nvSpPr>
          <p:spPr bwMode="auto">
            <a:xfrm>
              <a:off x="6245226" y="1879600"/>
              <a:ext cx="368300" cy="180975"/>
            </a:xfrm>
            <a:custGeom>
              <a:avLst/>
              <a:gdLst>
                <a:gd name="T0" fmla="*/ 4 w 966"/>
                <a:gd name="T1" fmla="*/ 6 h 474"/>
                <a:gd name="T2" fmla="*/ 2 w 966"/>
                <a:gd name="T3" fmla="*/ 10 h 474"/>
                <a:gd name="T4" fmla="*/ 0 w 966"/>
                <a:gd name="T5" fmla="*/ 26 h 474"/>
                <a:gd name="T6" fmla="*/ 4 w 966"/>
                <a:gd name="T7" fmla="*/ 64 h 474"/>
                <a:gd name="T8" fmla="*/ 20 w 966"/>
                <a:gd name="T9" fmla="*/ 131 h 474"/>
                <a:gd name="T10" fmla="*/ 43 w 966"/>
                <a:gd name="T11" fmla="*/ 200 h 474"/>
                <a:gd name="T12" fmla="*/ 56 w 966"/>
                <a:gd name="T13" fmla="*/ 228 h 474"/>
                <a:gd name="T14" fmla="*/ 72 w 966"/>
                <a:gd name="T15" fmla="*/ 255 h 474"/>
                <a:gd name="T16" fmla="*/ 119 w 966"/>
                <a:gd name="T17" fmla="*/ 315 h 474"/>
                <a:gd name="T18" fmla="*/ 180 w 966"/>
                <a:gd name="T19" fmla="*/ 373 h 474"/>
                <a:gd name="T20" fmla="*/ 245 w 966"/>
                <a:gd name="T21" fmla="*/ 424 h 474"/>
                <a:gd name="T22" fmla="*/ 278 w 966"/>
                <a:gd name="T23" fmla="*/ 443 h 474"/>
                <a:gd name="T24" fmla="*/ 295 w 966"/>
                <a:gd name="T25" fmla="*/ 451 h 474"/>
                <a:gd name="T26" fmla="*/ 339 w 966"/>
                <a:gd name="T27" fmla="*/ 463 h 474"/>
                <a:gd name="T28" fmla="*/ 423 w 966"/>
                <a:gd name="T29" fmla="*/ 474 h 474"/>
                <a:gd name="T30" fmla="*/ 549 w 966"/>
                <a:gd name="T31" fmla="*/ 472 h 474"/>
                <a:gd name="T32" fmla="*/ 635 w 966"/>
                <a:gd name="T33" fmla="*/ 459 h 474"/>
                <a:gd name="T34" fmla="*/ 681 w 966"/>
                <a:gd name="T35" fmla="*/ 445 h 474"/>
                <a:gd name="T36" fmla="*/ 699 w 966"/>
                <a:gd name="T37" fmla="*/ 436 h 474"/>
                <a:gd name="T38" fmla="*/ 726 w 966"/>
                <a:gd name="T39" fmla="*/ 421 h 474"/>
                <a:gd name="T40" fmla="*/ 776 w 966"/>
                <a:gd name="T41" fmla="*/ 386 h 474"/>
                <a:gd name="T42" fmla="*/ 822 w 966"/>
                <a:gd name="T43" fmla="*/ 345 h 474"/>
                <a:gd name="T44" fmla="*/ 863 w 966"/>
                <a:gd name="T45" fmla="*/ 300 h 474"/>
                <a:gd name="T46" fmla="*/ 898 w 966"/>
                <a:gd name="T47" fmla="*/ 251 h 474"/>
                <a:gd name="T48" fmla="*/ 927 w 966"/>
                <a:gd name="T49" fmla="*/ 200 h 474"/>
                <a:gd name="T50" fmla="*/ 948 w 966"/>
                <a:gd name="T51" fmla="*/ 148 h 474"/>
                <a:gd name="T52" fmla="*/ 960 w 966"/>
                <a:gd name="T53" fmla="*/ 96 h 474"/>
                <a:gd name="T54" fmla="*/ 963 w 966"/>
                <a:gd name="T55" fmla="*/ 71 h 474"/>
                <a:gd name="T56" fmla="*/ 966 w 966"/>
                <a:gd name="T57" fmla="*/ 6 h 474"/>
                <a:gd name="T58" fmla="*/ 489 w 966"/>
                <a:gd name="T59" fmla="*/ 1 h 474"/>
                <a:gd name="T60" fmla="*/ 299 w 966"/>
                <a:gd name="T61" fmla="*/ 0 h 474"/>
                <a:gd name="T62" fmla="*/ 35 w 966"/>
                <a:gd name="T63" fmla="*/ 3 h 474"/>
                <a:gd name="T64" fmla="*/ 4 w 966"/>
                <a:gd name="T65" fmla="*/ 6 h 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66" h="474">
                  <a:moveTo>
                    <a:pt x="4" y="6"/>
                  </a:moveTo>
                  <a:lnTo>
                    <a:pt x="2" y="10"/>
                  </a:lnTo>
                  <a:lnTo>
                    <a:pt x="0" y="26"/>
                  </a:lnTo>
                  <a:lnTo>
                    <a:pt x="4" y="64"/>
                  </a:lnTo>
                  <a:lnTo>
                    <a:pt x="20" y="131"/>
                  </a:lnTo>
                  <a:lnTo>
                    <a:pt x="43" y="200"/>
                  </a:lnTo>
                  <a:lnTo>
                    <a:pt x="56" y="228"/>
                  </a:lnTo>
                  <a:lnTo>
                    <a:pt x="72" y="255"/>
                  </a:lnTo>
                  <a:lnTo>
                    <a:pt x="119" y="315"/>
                  </a:lnTo>
                  <a:lnTo>
                    <a:pt x="180" y="373"/>
                  </a:lnTo>
                  <a:lnTo>
                    <a:pt x="245" y="424"/>
                  </a:lnTo>
                  <a:lnTo>
                    <a:pt x="278" y="443"/>
                  </a:lnTo>
                  <a:lnTo>
                    <a:pt x="295" y="451"/>
                  </a:lnTo>
                  <a:lnTo>
                    <a:pt x="339" y="463"/>
                  </a:lnTo>
                  <a:lnTo>
                    <a:pt x="423" y="474"/>
                  </a:lnTo>
                  <a:lnTo>
                    <a:pt x="549" y="472"/>
                  </a:lnTo>
                  <a:lnTo>
                    <a:pt x="635" y="459"/>
                  </a:lnTo>
                  <a:lnTo>
                    <a:pt x="681" y="445"/>
                  </a:lnTo>
                  <a:lnTo>
                    <a:pt x="699" y="436"/>
                  </a:lnTo>
                  <a:lnTo>
                    <a:pt x="726" y="421"/>
                  </a:lnTo>
                  <a:lnTo>
                    <a:pt x="776" y="386"/>
                  </a:lnTo>
                  <a:lnTo>
                    <a:pt x="822" y="345"/>
                  </a:lnTo>
                  <a:lnTo>
                    <a:pt x="863" y="300"/>
                  </a:lnTo>
                  <a:lnTo>
                    <a:pt x="898" y="251"/>
                  </a:lnTo>
                  <a:lnTo>
                    <a:pt x="927" y="200"/>
                  </a:lnTo>
                  <a:lnTo>
                    <a:pt x="948" y="148"/>
                  </a:lnTo>
                  <a:lnTo>
                    <a:pt x="960" y="96"/>
                  </a:lnTo>
                  <a:lnTo>
                    <a:pt x="963" y="71"/>
                  </a:lnTo>
                  <a:lnTo>
                    <a:pt x="966" y="6"/>
                  </a:lnTo>
                  <a:lnTo>
                    <a:pt x="489" y="1"/>
                  </a:lnTo>
                  <a:lnTo>
                    <a:pt x="299" y="0"/>
                  </a:lnTo>
                  <a:lnTo>
                    <a:pt x="35" y="3"/>
                  </a:lnTo>
                  <a:lnTo>
                    <a:pt x="4"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6" name="Slide Number Placeholder 5">
            <a:extLst>
              <a:ext uri="{FF2B5EF4-FFF2-40B4-BE49-F238E27FC236}">
                <a16:creationId xmlns:a16="http://schemas.microsoft.com/office/drawing/2014/main" id="{8630A65B-121D-1E7D-A569-92F7A32C1225}"/>
              </a:ext>
            </a:extLst>
          </p:cNvPr>
          <p:cNvSpPr>
            <a:spLocks noGrp="1"/>
          </p:cNvSpPr>
          <p:nvPr>
            <p:ph type="sldNum" sz="quarter" idx="12"/>
          </p:nvPr>
        </p:nvSpPr>
        <p:spPr/>
        <p:txBody>
          <a:bodyPr/>
          <a:lstStyle/>
          <a:p>
            <a:fld id="{0BE4EC83-A869-464E-AE9F-881796FB085E}" type="slidenum">
              <a:rPr lang="en-US" smtClean="0"/>
              <a:t>63</a:t>
            </a:fld>
            <a:endParaRPr lang="en-US"/>
          </a:p>
        </p:txBody>
      </p:sp>
    </p:spTree>
    <p:extLst>
      <p:ext uri="{BB962C8B-B14F-4D97-AF65-F5344CB8AC3E}">
        <p14:creationId xmlns:p14="http://schemas.microsoft.com/office/powerpoint/2010/main" val="29151618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7C9D6-E2A3-6480-FDE7-571EAD15BD4A}"/>
            </a:ext>
          </a:extLst>
        </p:cNvPr>
        <p:cNvGrpSpPr/>
        <p:nvPr/>
      </p:nvGrpSpPr>
      <p:grpSpPr>
        <a:xfrm>
          <a:off x="0" y="0"/>
          <a:ext cx="0" cy="0"/>
          <a:chOff x="0" y="0"/>
          <a:chExt cx="0" cy="0"/>
        </a:xfrm>
      </p:grpSpPr>
      <p:sp>
        <p:nvSpPr>
          <p:cNvPr id="227" name="Rectangle: Rounded Corners 226">
            <a:extLst>
              <a:ext uri="{FF2B5EF4-FFF2-40B4-BE49-F238E27FC236}">
                <a16:creationId xmlns:a16="http://schemas.microsoft.com/office/drawing/2014/main" id="{D9E728B3-76BB-D6C2-E0F5-9F61FD16A188}"/>
              </a:ext>
            </a:extLst>
          </p:cNvPr>
          <p:cNvSpPr/>
          <p:nvPr/>
        </p:nvSpPr>
        <p:spPr>
          <a:xfrm>
            <a:off x="987194" y="2424510"/>
            <a:ext cx="5920133" cy="1496569"/>
          </a:xfrm>
          <a:prstGeom prst="roundRect">
            <a:avLst>
              <a:gd name="adj" fmla="val 10821"/>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endParaRPr lang="en-GB"/>
          </a:p>
        </p:txBody>
      </p:sp>
      <p:sp>
        <p:nvSpPr>
          <p:cNvPr id="3" name="Title 2">
            <a:extLst>
              <a:ext uri="{FF2B5EF4-FFF2-40B4-BE49-F238E27FC236}">
                <a16:creationId xmlns:a16="http://schemas.microsoft.com/office/drawing/2014/main" id="{097C99DB-5688-358D-2CE7-280DBD71C911}"/>
              </a:ext>
            </a:extLst>
          </p:cNvPr>
          <p:cNvSpPr>
            <a:spLocks noGrp="1"/>
          </p:cNvSpPr>
          <p:nvPr>
            <p:ph type="title"/>
          </p:nvPr>
        </p:nvSpPr>
        <p:spPr/>
        <p:txBody>
          <a:bodyPr/>
          <a:lstStyle/>
          <a:p>
            <a:r>
              <a:rPr lang="ar-EG" dirty="0"/>
              <a:t>التشغيل لممارسة البنية المؤسسية</a:t>
            </a:r>
            <a:endParaRPr lang="en-GB" dirty="0"/>
          </a:p>
        </p:txBody>
      </p:sp>
      <p:sp>
        <p:nvSpPr>
          <p:cNvPr id="82" name="Rectangle 81">
            <a:extLst>
              <a:ext uri="{FF2B5EF4-FFF2-40B4-BE49-F238E27FC236}">
                <a16:creationId xmlns:a16="http://schemas.microsoft.com/office/drawing/2014/main" id="{986C999D-791E-B3D9-F2E2-88517F2818E4}"/>
              </a:ext>
            </a:extLst>
          </p:cNvPr>
          <p:cNvSpPr/>
          <p:nvPr/>
        </p:nvSpPr>
        <p:spPr>
          <a:xfrm>
            <a:off x="3155979" y="1747921"/>
            <a:ext cx="3866730" cy="523220"/>
          </a:xfrm>
          <a:prstGeom prst="rect">
            <a:avLst/>
          </a:prstGeom>
        </p:spPr>
        <p:txBody>
          <a:bodyPr wrap="square">
            <a:spAutoFit/>
          </a:bodyPr>
          <a:lstStyle/>
          <a:p>
            <a:pPr lvl="0" algn="r" rtl="1"/>
            <a:r>
              <a:rPr lang="ar-SY" sz="2800" b="1" dirty="0">
                <a:solidFill>
                  <a:schemeClr val="accent1"/>
                </a:solidFill>
              </a:rPr>
              <a:t>2.الحوكمة واللجان</a:t>
            </a:r>
          </a:p>
        </p:txBody>
      </p:sp>
      <p:sp>
        <p:nvSpPr>
          <p:cNvPr id="216" name="TextBox 215">
            <a:extLst>
              <a:ext uri="{FF2B5EF4-FFF2-40B4-BE49-F238E27FC236}">
                <a16:creationId xmlns:a16="http://schemas.microsoft.com/office/drawing/2014/main" id="{C5BF731F-CE3F-2AAB-B761-9A9272B43B6C}"/>
              </a:ext>
            </a:extLst>
          </p:cNvPr>
          <p:cNvSpPr txBox="1"/>
          <p:nvPr/>
        </p:nvSpPr>
        <p:spPr>
          <a:xfrm>
            <a:off x="4195790" y="2563952"/>
            <a:ext cx="2605069" cy="369332"/>
          </a:xfrm>
          <a:prstGeom prst="rect">
            <a:avLst/>
          </a:prstGeom>
          <a:noFill/>
        </p:spPr>
        <p:txBody>
          <a:bodyPr wrap="square">
            <a:spAutoFit/>
          </a:bodyPr>
          <a:lstStyle/>
          <a:p>
            <a:pPr algn="r" rtl="1"/>
            <a:r>
              <a:rPr lang="ar-EG" b="1" dirty="0"/>
              <a:t>دعم لجان الحوكمة</a:t>
            </a:r>
          </a:p>
        </p:txBody>
      </p:sp>
      <p:sp>
        <p:nvSpPr>
          <p:cNvPr id="9" name="TextBox 8">
            <a:extLst>
              <a:ext uri="{FF2B5EF4-FFF2-40B4-BE49-F238E27FC236}">
                <a16:creationId xmlns:a16="http://schemas.microsoft.com/office/drawing/2014/main" id="{DD8BFB85-287C-D813-F8FD-CD41B1B1CC0E}"/>
              </a:ext>
            </a:extLst>
          </p:cNvPr>
          <p:cNvSpPr txBox="1"/>
          <p:nvPr/>
        </p:nvSpPr>
        <p:spPr>
          <a:xfrm>
            <a:off x="988754" y="2907312"/>
            <a:ext cx="5812105" cy="369332"/>
          </a:xfrm>
          <a:prstGeom prst="rect">
            <a:avLst/>
          </a:prstGeom>
          <a:noFill/>
        </p:spPr>
        <p:txBody>
          <a:bodyPr wrap="square">
            <a:spAutoFit/>
          </a:bodyPr>
          <a:lstStyle/>
          <a:p>
            <a:pPr algn="r" rtl="1"/>
            <a:r>
              <a:rPr lang="ar-EG" dirty="0"/>
              <a:t>دعم أعمال لجان الحوكمة ذات العلاقة:</a:t>
            </a:r>
          </a:p>
        </p:txBody>
      </p:sp>
      <p:cxnSp>
        <p:nvCxnSpPr>
          <p:cNvPr id="24" name="Straight Connector 23">
            <a:extLst>
              <a:ext uri="{FF2B5EF4-FFF2-40B4-BE49-F238E27FC236}">
                <a16:creationId xmlns:a16="http://schemas.microsoft.com/office/drawing/2014/main" id="{2856D421-6FC3-BC03-07DB-C38EB2F4964F}"/>
              </a:ext>
            </a:extLst>
          </p:cNvPr>
          <p:cNvCxnSpPr/>
          <p:nvPr/>
        </p:nvCxnSpPr>
        <p:spPr>
          <a:xfrm>
            <a:off x="6907327" y="2606801"/>
            <a:ext cx="0" cy="274320"/>
          </a:xfrm>
          <a:prstGeom prst="line">
            <a:avLst/>
          </a:prstGeom>
          <a:ln w="25400">
            <a:gradFill>
              <a:gsLst>
                <a:gs pos="9000">
                  <a:schemeClr val="accent1"/>
                </a:gs>
                <a:gs pos="100000">
                  <a:schemeClr val="accent2"/>
                </a:gs>
              </a:gsLst>
              <a:lin ang="7200000" scaled="0"/>
            </a:gradFill>
          </a:ln>
        </p:spPr>
        <p:style>
          <a:lnRef idx="1">
            <a:schemeClr val="accent1"/>
          </a:lnRef>
          <a:fillRef idx="0">
            <a:schemeClr val="accent1"/>
          </a:fillRef>
          <a:effectRef idx="0">
            <a:schemeClr val="accent1"/>
          </a:effectRef>
          <a:fontRef idx="minor">
            <a:schemeClr val="tx1"/>
          </a:fontRef>
        </p:style>
      </p:cxnSp>
      <p:sp>
        <p:nvSpPr>
          <p:cNvPr id="26" name="Rectangle: Rounded Corners 25">
            <a:extLst>
              <a:ext uri="{FF2B5EF4-FFF2-40B4-BE49-F238E27FC236}">
                <a16:creationId xmlns:a16="http://schemas.microsoft.com/office/drawing/2014/main" id="{A864B956-D6FD-9C03-9B96-FAC8F1CF46A3}"/>
              </a:ext>
            </a:extLst>
          </p:cNvPr>
          <p:cNvSpPr/>
          <p:nvPr/>
        </p:nvSpPr>
        <p:spPr>
          <a:xfrm>
            <a:off x="4193171" y="4033978"/>
            <a:ext cx="2714156" cy="1129132"/>
          </a:xfrm>
          <a:prstGeom prst="roundRect">
            <a:avLst>
              <a:gd name="adj" fmla="val 10821"/>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endParaRPr lang="en-GB"/>
          </a:p>
        </p:txBody>
      </p:sp>
      <p:sp>
        <p:nvSpPr>
          <p:cNvPr id="27" name="TextBox 26">
            <a:extLst>
              <a:ext uri="{FF2B5EF4-FFF2-40B4-BE49-F238E27FC236}">
                <a16:creationId xmlns:a16="http://schemas.microsoft.com/office/drawing/2014/main" id="{A73CC004-57C4-F60B-E272-60CD207924D3}"/>
              </a:ext>
            </a:extLst>
          </p:cNvPr>
          <p:cNvSpPr txBox="1"/>
          <p:nvPr/>
        </p:nvSpPr>
        <p:spPr>
          <a:xfrm>
            <a:off x="4195790" y="4173419"/>
            <a:ext cx="2605069" cy="369332"/>
          </a:xfrm>
          <a:prstGeom prst="rect">
            <a:avLst/>
          </a:prstGeom>
          <a:noFill/>
        </p:spPr>
        <p:txBody>
          <a:bodyPr wrap="square">
            <a:spAutoFit/>
          </a:bodyPr>
          <a:lstStyle/>
          <a:p>
            <a:pPr algn="r" rtl="1"/>
            <a:r>
              <a:rPr lang="ar-EG" b="1" dirty="0"/>
              <a:t>إعداد التقارير و الدراسات</a:t>
            </a:r>
          </a:p>
        </p:txBody>
      </p:sp>
      <p:sp>
        <p:nvSpPr>
          <p:cNvPr id="28" name="Rectangle: Rounded Corners 27">
            <a:extLst>
              <a:ext uri="{FF2B5EF4-FFF2-40B4-BE49-F238E27FC236}">
                <a16:creationId xmlns:a16="http://schemas.microsoft.com/office/drawing/2014/main" id="{7A3C58B9-3F2D-58D6-D158-8100794D70E8}"/>
              </a:ext>
            </a:extLst>
          </p:cNvPr>
          <p:cNvSpPr/>
          <p:nvPr/>
        </p:nvSpPr>
        <p:spPr>
          <a:xfrm>
            <a:off x="990316" y="4033978"/>
            <a:ext cx="2714156" cy="1129132"/>
          </a:xfrm>
          <a:prstGeom prst="roundRect">
            <a:avLst>
              <a:gd name="adj" fmla="val 10821"/>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endParaRPr lang="en-GB"/>
          </a:p>
        </p:txBody>
      </p:sp>
      <p:sp>
        <p:nvSpPr>
          <p:cNvPr id="29" name="TextBox 28">
            <a:extLst>
              <a:ext uri="{FF2B5EF4-FFF2-40B4-BE49-F238E27FC236}">
                <a16:creationId xmlns:a16="http://schemas.microsoft.com/office/drawing/2014/main" id="{2E111F8E-3827-F457-B85C-BC4341615D0A}"/>
              </a:ext>
            </a:extLst>
          </p:cNvPr>
          <p:cNvSpPr txBox="1"/>
          <p:nvPr/>
        </p:nvSpPr>
        <p:spPr>
          <a:xfrm>
            <a:off x="992935" y="4173419"/>
            <a:ext cx="2605069" cy="369332"/>
          </a:xfrm>
          <a:prstGeom prst="rect">
            <a:avLst/>
          </a:prstGeom>
          <a:noFill/>
        </p:spPr>
        <p:txBody>
          <a:bodyPr wrap="square">
            <a:spAutoFit/>
          </a:bodyPr>
          <a:lstStyle/>
          <a:p>
            <a:pPr algn="r" rtl="1"/>
            <a:r>
              <a:rPr lang="ar-EG" b="1" dirty="0"/>
              <a:t>المتابعة التنفيذية</a:t>
            </a:r>
          </a:p>
        </p:txBody>
      </p:sp>
      <p:sp>
        <p:nvSpPr>
          <p:cNvPr id="30" name="TextBox 29">
            <a:extLst>
              <a:ext uri="{FF2B5EF4-FFF2-40B4-BE49-F238E27FC236}">
                <a16:creationId xmlns:a16="http://schemas.microsoft.com/office/drawing/2014/main" id="{86BFA0F7-70B0-91A2-173F-66D70BD5632C}"/>
              </a:ext>
            </a:extLst>
          </p:cNvPr>
          <p:cNvSpPr txBox="1"/>
          <p:nvPr/>
        </p:nvSpPr>
        <p:spPr>
          <a:xfrm>
            <a:off x="4195790" y="4516779"/>
            <a:ext cx="2605069" cy="369332"/>
          </a:xfrm>
          <a:prstGeom prst="rect">
            <a:avLst/>
          </a:prstGeom>
          <a:noFill/>
        </p:spPr>
        <p:txBody>
          <a:bodyPr wrap="square">
            <a:spAutoFit/>
          </a:bodyPr>
          <a:lstStyle/>
          <a:p>
            <a:pPr algn="r" rtl="1"/>
            <a:r>
              <a:rPr lang="ar-EG" dirty="0"/>
              <a:t>إعداد التوصيات المعمارية.</a:t>
            </a:r>
          </a:p>
        </p:txBody>
      </p:sp>
      <p:sp>
        <p:nvSpPr>
          <p:cNvPr id="31" name="TextBox 30">
            <a:extLst>
              <a:ext uri="{FF2B5EF4-FFF2-40B4-BE49-F238E27FC236}">
                <a16:creationId xmlns:a16="http://schemas.microsoft.com/office/drawing/2014/main" id="{31ADAB40-385D-FFB6-BB4D-0AA319D066F1}"/>
              </a:ext>
            </a:extLst>
          </p:cNvPr>
          <p:cNvSpPr txBox="1"/>
          <p:nvPr/>
        </p:nvSpPr>
        <p:spPr>
          <a:xfrm>
            <a:off x="992935" y="4516779"/>
            <a:ext cx="2605069" cy="646331"/>
          </a:xfrm>
          <a:prstGeom prst="rect">
            <a:avLst/>
          </a:prstGeom>
          <a:noFill/>
        </p:spPr>
        <p:txBody>
          <a:bodyPr wrap="square">
            <a:spAutoFit/>
          </a:bodyPr>
          <a:lstStyle/>
          <a:p>
            <a:pPr algn="r" rtl="1"/>
            <a:r>
              <a:rPr lang="ar-EG" dirty="0"/>
              <a:t>متابعة تنفيذ قرارات اللجان من منظور معماري.</a:t>
            </a:r>
          </a:p>
        </p:txBody>
      </p:sp>
      <p:cxnSp>
        <p:nvCxnSpPr>
          <p:cNvPr id="32" name="Straight Connector 31">
            <a:extLst>
              <a:ext uri="{FF2B5EF4-FFF2-40B4-BE49-F238E27FC236}">
                <a16:creationId xmlns:a16="http://schemas.microsoft.com/office/drawing/2014/main" id="{3092EEB4-B438-E3DF-917B-4515B6A239B7}"/>
              </a:ext>
            </a:extLst>
          </p:cNvPr>
          <p:cNvCxnSpPr/>
          <p:nvPr/>
        </p:nvCxnSpPr>
        <p:spPr>
          <a:xfrm>
            <a:off x="6907327" y="4216268"/>
            <a:ext cx="0" cy="274320"/>
          </a:xfrm>
          <a:prstGeom prst="line">
            <a:avLst/>
          </a:prstGeom>
          <a:ln w="25400">
            <a:gradFill>
              <a:gsLst>
                <a:gs pos="9000">
                  <a:schemeClr val="accent1"/>
                </a:gs>
                <a:gs pos="100000">
                  <a:schemeClr val="accent2"/>
                </a:gs>
              </a:gsLst>
              <a:lin ang="7200000" scaled="0"/>
            </a:gra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D5567B4-7F3F-BD82-B830-3782D7461577}"/>
              </a:ext>
            </a:extLst>
          </p:cNvPr>
          <p:cNvCxnSpPr/>
          <p:nvPr/>
        </p:nvCxnSpPr>
        <p:spPr>
          <a:xfrm>
            <a:off x="3704472" y="4216268"/>
            <a:ext cx="0" cy="274320"/>
          </a:xfrm>
          <a:prstGeom prst="line">
            <a:avLst/>
          </a:prstGeom>
          <a:ln w="25400">
            <a:gradFill>
              <a:gsLst>
                <a:gs pos="9000">
                  <a:schemeClr val="accent1"/>
                </a:gs>
                <a:gs pos="100000">
                  <a:schemeClr val="accent2"/>
                </a:gs>
              </a:gsLst>
              <a:lin ang="7200000" scaled="0"/>
            </a:gra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403E0D6A-0C84-C595-C3EF-568F4D4B5980}"/>
              </a:ext>
            </a:extLst>
          </p:cNvPr>
          <p:cNvSpPr txBox="1"/>
          <p:nvPr/>
        </p:nvSpPr>
        <p:spPr>
          <a:xfrm>
            <a:off x="988754" y="3274748"/>
            <a:ext cx="5812105" cy="646331"/>
          </a:xfrm>
          <a:prstGeom prst="rect">
            <a:avLst/>
          </a:prstGeom>
          <a:noFill/>
        </p:spPr>
        <p:txBody>
          <a:bodyPr wrap="square" numCol="2" spcCol="274320" rtlCol="1">
            <a:noAutofit/>
          </a:bodyPr>
          <a:lstStyle/>
          <a:p>
            <a:pPr marL="285750" indent="-285750" algn="r" rtl="1">
              <a:buFont typeface="Arial" panose="020B0604020202020204" pitchFamily="34" charset="0"/>
              <a:buChar char="•"/>
            </a:pPr>
            <a:r>
              <a:rPr lang="ar-EG" sz="1600" dirty="0"/>
              <a:t>لجنة التعاملات الإلكترونية</a:t>
            </a:r>
          </a:p>
          <a:p>
            <a:pPr marL="285750" indent="-285750" algn="r" rtl="1">
              <a:buFont typeface="Arial" panose="020B0604020202020204" pitchFamily="34" charset="0"/>
              <a:buChar char="•"/>
            </a:pPr>
            <a:r>
              <a:rPr lang="ar-EG" sz="1600" dirty="0"/>
              <a:t>لجنة حوكمة البنية المؤسسية</a:t>
            </a:r>
          </a:p>
          <a:p>
            <a:pPr marL="285750" indent="-285750" algn="r" rtl="1">
              <a:buFont typeface="Arial" panose="020B0604020202020204" pitchFamily="34" charset="0"/>
              <a:buChar char="•"/>
            </a:pPr>
            <a:r>
              <a:rPr lang="ar-EG" sz="1600" dirty="0"/>
              <a:t>لجنة إدارة التغيير (</a:t>
            </a:r>
            <a:r>
              <a:rPr lang="en-GB" sz="1600" dirty="0"/>
              <a:t>CAB</a:t>
            </a:r>
            <a:r>
              <a:rPr lang="ar-EG" sz="1600" dirty="0"/>
              <a:t>)</a:t>
            </a:r>
            <a:endParaRPr lang="en-GB" sz="1600" dirty="0"/>
          </a:p>
          <a:p>
            <a:pPr marL="285750" indent="-285750" algn="r" rtl="1">
              <a:buFont typeface="Arial" panose="020B0604020202020204" pitchFamily="34" charset="0"/>
              <a:buChar char="•"/>
            </a:pPr>
            <a:r>
              <a:rPr lang="ar-EG" sz="1600" dirty="0"/>
              <a:t>لجنة الابتكار</a:t>
            </a:r>
          </a:p>
        </p:txBody>
      </p:sp>
      <p:sp>
        <p:nvSpPr>
          <p:cNvPr id="4" name="Freeform 3">
            <a:extLst>
              <a:ext uri="{FF2B5EF4-FFF2-40B4-BE49-F238E27FC236}">
                <a16:creationId xmlns:a16="http://schemas.microsoft.com/office/drawing/2014/main" id="{ED2DAE31-9AA2-4CEB-E590-615859D57E6C}"/>
              </a:ext>
            </a:extLst>
          </p:cNvPr>
          <p:cNvSpPr/>
          <p:nvPr/>
        </p:nvSpPr>
        <p:spPr>
          <a:xfrm>
            <a:off x="8412142" y="2105425"/>
            <a:ext cx="1270772" cy="1158457"/>
          </a:xfrm>
          <a:custGeom>
            <a:avLst/>
            <a:gdLst>
              <a:gd name="connsiteX0" fmla="*/ 1274371 w 1274371"/>
              <a:gd name="connsiteY0" fmla="*/ 0 h 1161738"/>
              <a:gd name="connsiteX1" fmla="*/ 1274371 w 1274371"/>
              <a:gd name="connsiteY1" fmla="*/ 874048 h 1161738"/>
              <a:gd name="connsiteX2" fmla="*/ 1207399 w 1274371"/>
              <a:gd name="connsiteY2" fmla="*/ 877429 h 1161738"/>
              <a:gd name="connsiteX3" fmla="*/ 757115 w 1274371"/>
              <a:gd name="connsiteY3" fmla="*/ 1091627 h 1161738"/>
              <a:gd name="connsiteX4" fmla="*/ 699269 w 1274371"/>
              <a:gd name="connsiteY4" fmla="*/ 1161738 h 1161738"/>
              <a:gd name="connsiteX5" fmla="*/ 0 w 1274371"/>
              <a:gd name="connsiteY5" fmla="*/ 634801 h 1161738"/>
              <a:gd name="connsiteX6" fmla="*/ 34610 w 1274371"/>
              <a:gd name="connsiteY6" fmla="*/ 588517 h 1161738"/>
              <a:gd name="connsiteX7" fmla="*/ 1118033 w 1274371"/>
              <a:gd name="connsiteY7" fmla="*/ 7894 h 1161738"/>
              <a:gd name="connsiteX8" fmla="*/ 1274371 w 1274371"/>
              <a:gd name="connsiteY8" fmla="*/ 0 h 1161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74371" h="1161738">
                <a:moveTo>
                  <a:pt x="1274371" y="0"/>
                </a:moveTo>
                <a:lnTo>
                  <a:pt x="1274371" y="874048"/>
                </a:lnTo>
                <a:lnTo>
                  <a:pt x="1207399" y="877429"/>
                </a:lnTo>
                <a:cubicBezTo>
                  <a:pt x="1032218" y="895220"/>
                  <a:pt x="874993" y="973750"/>
                  <a:pt x="757115" y="1091627"/>
                </a:cubicBezTo>
                <a:lnTo>
                  <a:pt x="699269" y="1161738"/>
                </a:lnTo>
                <a:lnTo>
                  <a:pt x="0" y="634801"/>
                </a:lnTo>
                <a:lnTo>
                  <a:pt x="34610" y="588517"/>
                </a:lnTo>
                <a:cubicBezTo>
                  <a:pt x="298481" y="268780"/>
                  <a:pt x="682763" y="52098"/>
                  <a:pt x="1118033" y="7894"/>
                </a:cubicBezTo>
                <a:lnTo>
                  <a:pt x="1274371"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Freeform 4">
            <a:extLst>
              <a:ext uri="{FF2B5EF4-FFF2-40B4-BE49-F238E27FC236}">
                <a16:creationId xmlns:a16="http://schemas.microsoft.com/office/drawing/2014/main" id="{7BFFB3A4-FE4E-223F-90A2-E119B046FCF0}"/>
              </a:ext>
            </a:extLst>
          </p:cNvPr>
          <p:cNvSpPr/>
          <p:nvPr/>
        </p:nvSpPr>
        <p:spPr>
          <a:xfrm>
            <a:off x="9701149" y="2105425"/>
            <a:ext cx="1245511" cy="1149451"/>
          </a:xfrm>
          <a:custGeom>
            <a:avLst/>
            <a:gdLst>
              <a:gd name="connsiteX0" fmla="*/ 0 w 1249038"/>
              <a:gd name="connsiteY0" fmla="*/ 0 h 1152706"/>
              <a:gd name="connsiteX1" fmla="*/ 156336 w 1249038"/>
              <a:gd name="connsiteY1" fmla="*/ 7894 h 1152706"/>
              <a:gd name="connsiteX2" fmla="*/ 1239759 w 1249038"/>
              <a:gd name="connsiteY2" fmla="*/ 588517 h 1152706"/>
              <a:gd name="connsiteX3" fmla="*/ 1249038 w 1249038"/>
              <a:gd name="connsiteY3" fmla="*/ 600926 h 1152706"/>
              <a:gd name="connsiteX4" fmla="*/ 567648 w 1249038"/>
              <a:gd name="connsiteY4" fmla="*/ 1152706 h 1152706"/>
              <a:gd name="connsiteX5" fmla="*/ 517254 w 1249038"/>
              <a:gd name="connsiteY5" fmla="*/ 1091627 h 1152706"/>
              <a:gd name="connsiteX6" fmla="*/ 66970 w 1249038"/>
              <a:gd name="connsiteY6" fmla="*/ 877429 h 1152706"/>
              <a:gd name="connsiteX7" fmla="*/ 0 w 1249038"/>
              <a:gd name="connsiteY7" fmla="*/ 874048 h 1152706"/>
              <a:gd name="connsiteX8" fmla="*/ 0 w 1249038"/>
              <a:gd name="connsiteY8" fmla="*/ 0 h 1152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9038" h="1152706">
                <a:moveTo>
                  <a:pt x="0" y="0"/>
                </a:moveTo>
                <a:lnTo>
                  <a:pt x="156336" y="7894"/>
                </a:lnTo>
                <a:cubicBezTo>
                  <a:pt x="591607" y="52098"/>
                  <a:pt x="975888" y="268780"/>
                  <a:pt x="1239759" y="588517"/>
                </a:cubicBezTo>
                <a:lnTo>
                  <a:pt x="1249038" y="600926"/>
                </a:lnTo>
                <a:lnTo>
                  <a:pt x="567648" y="1152706"/>
                </a:lnTo>
                <a:lnTo>
                  <a:pt x="517254" y="1091627"/>
                </a:lnTo>
                <a:cubicBezTo>
                  <a:pt x="399376" y="973750"/>
                  <a:pt x="242151" y="895220"/>
                  <a:pt x="66970" y="877429"/>
                </a:cubicBezTo>
                <a:lnTo>
                  <a:pt x="0" y="874048"/>
                </a:lnTo>
                <a:lnTo>
                  <a:pt x="0"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Freeform 6">
            <a:extLst>
              <a:ext uri="{FF2B5EF4-FFF2-40B4-BE49-F238E27FC236}">
                <a16:creationId xmlns:a16="http://schemas.microsoft.com/office/drawing/2014/main" id="{045022BC-4627-88D5-B0A4-EE52122EDD95}"/>
              </a:ext>
            </a:extLst>
          </p:cNvPr>
          <p:cNvSpPr/>
          <p:nvPr/>
        </p:nvSpPr>
        <p:spPr>
          <a:xfrm>
            <a:off x="8078115" y="2753037"/>
            <a:ext cx="1019704" cy="1344007"/>
          </a:xfrm>
          <a:custGeom>
            <a:avLst/>
            <a:gdLst>
              <a:gd name="connsiteX0" fmla="*/ 324022 w 1022593"/>
              <a:gd name="connsiteY0" fmla="*/ 0 h 1347814"/>
              <a:gd name="connsiteX1" fmla="*/ 1022593 w 1022593"/>
              <a:gd name="connsiteY1" fmla="*/ 526412 h 1347814"/>
              <a:gd name="connsiteX2" fmla="*/ 1001187 w 1022593"/>
              <a:gd name="connsiteY2" fmla="*/ 552356 h 1347814"/>
              <a:gd name="connsiteX3" fmla="*/ 874048 w 1022593"/>
              <a:gd name="connsiteY3" fmla="*/ 968580 h 1347814"/>
              <a:gd name="connsiteX4" fmla="*/ 889172 w 1022593"/>
              <a:gd name="connsiteY4" fmla="*/ 1118611 h 1347814"/>
              <a:gd name="connsiteX5" fmla="*/ 894677 w 1022593"/>
              <a:gd name="connsiteY5" fmla="*/ 1136346 h 1347814"/>
              <a:gd name="connsiteX6" fmla="*/ 46523 w 1022593"/>
              <a:gd name="connsiteY6" fmla="*/ 1347814 h 1347814"/>
              <a:gd name="connsiteX7" fmla="*/ 32882 w 1022593"/>
              <a:gd name="connsiteY7" fmla="*/ 1294762 h 1347814"/>
              <a:gd name="connsiteX8" fmla="*/ 0 w 1022593"/>
              <a:gd name="connsiteY8" fmla="*/ 968580 h 1347814"/>
              <a:gd name="connsiteX9" fmla="*/ 276412 w 1022593"/>
              <a:gd name="connsiteY9" fmla="*/ 63668 h 1347814"/>
              <a:gd name="connsiteX10" fmla="*/ 324022 w 1022593"/>
              <a:gd name="connsiteY10" fmla="*/ 0 h 13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2593" h="1347814">
                <a:moveTo>
                  <a:pt x="324022" y="0"/>
                </a:moveTo>
                <a:lnTo>
                  <a:pt x="1022593" y="526412"/>
                </a:lnTo>
                <a:lnTo>
                  <a:pt x="1001187" y="552356"/>
                </a:lnTo>
                <a:cubicBezTo>
                  <a:pt x="920918" y="671170"/>
                  <a:pt x="874048" y="814402"/>
                  <a:pt x="874048" y="968580"/>
                </a:cubicBezTo>
                <a:cubicBezTo>
                  <a:pt x="874048" y="1019973"/>
                  <a:pt x="879256" y="1070150"/>
                  <a:pt x="889172" y="1118611"/>
                </a:cubicBezTo>
                <a:lnTo>
                  <a:pt x="894677" y="1136346"/>
                </a:lnTo>
                <a:lnTo>
                  <a:pt x="46523" y="1347814"/>
                </a:lnTo>
                <a:lnTo>
                  <a:pt x="32882" y="1294762"/>
                </a:lnTo>
                <a:cubicBezTo>
                  <a:pt x="11322" y="1189402"/>
                  <a:pt x="0" y="1080313"/>
                  <a:pt x="0" y="968580"/>
                </a:cubicBezTo>
                <a:cubicBezTo>
                  <a:pt x="0" y="633380"/>
                  <a:pt x="101900" y="321981"/>
                  <a:pt x="276412" y="63668"/>
                </a:cubicBezTo>
                <a:lnTo>
                  <a:pt x="324022"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Freeform 7">
            <a:extLst>
              <a:ext uri="{FF2B5EF4-FFF2-40B4-BE49-F238E27FC236}">
                <a16:creationId xmlns:a16="http://schemas.microsoft.com/office/drawing/2014/main" id="{1F933AC4-CEFE-5C1E-A774-909AF8E7848F}"/>
              </a:ext>
            </a:extLst>
          </p:cNvPr>
          <p:cNvSpPr/>
          <p:nvPr/>
        </p:nvSpPr>
        <p:spPr>
          <a:xfrm>
            <a:off x="10033674" y="3881954"/>
            <a:ext cx="1234558" cy="1270947"/>
          </a:xfrm>
          <a:custGeom>
            <a:avLst/>
            <a:gdLst>
              <a:gd name="connsiteX0" fmla="*/ 382512 w 1238056"/>
              <a:gd name="connsiteY0" fmla="*/ 0 h 1274547"/>
              <a:gd name="connsiteX1" fmla="*/ 1238056 w 1238056"/>
              <a:gd name="connsiteY1" fmla="*/ 181852 h 1274547"/>
              <a:gd name="connsiteX2" fmla="*/ 1203112 w 1238056"/>
              <a:gd name="connsiteY2" fmla="*/ 317755 h 1274547"/>
              <a:gd name="connsiteX3" fmla="*/ 428855 w 1238056"/>
              <a:gd name="connsiteY3" fmla="*/ 1259611 h 1274547"/>
              <a:gd name="connsiteX4" fmla="*/ 397850 w 1238056"/>
              <a:gd name="connsiteY4" fmla="*/ 1274547 h 1274547"/>
              <a:gd name="connsiteX5" fmla="*/ 0 w 1238056"/>
              <a:gd name="connsiteY5" fmla="*/ 493722 h 1274547"/>
              <a:gd name="connsiteX6" fmla="*/ 73612 w 1238056"/>
              <a:gd name="connsiteY6" fmla="*/ 453767 h 1274547"/>
              <a:gd name="connsiteX7" fmla="*/ 343326 w 1238056"/>
              <a:gd name="connsiteY7" fmla="*/ 126236 h 1274547"/>
              <a:gd name="connsiteX8" fmla="*/ 382512 w 1238056"/>
              <a:gd name="connsiteY8" fmla="*/ 0 h 1274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8056" h="1274547">
                <a:moveTo>
                  <a:pt x="382512" y="0"/>
                </a:moveTo>
                <a:lnTo>
                  <a:pt x="1238056" y="181852"/>
                </a:lnTo>
                <a:lnTo>
                  <a:pt x="1203112" y="317755"/>
                </a:lnTo>
                <a:cubicBezTo>
                  <a:pt x="1077008" y="723192"/>
                  <a:pt x="795782" y="1060285"/>
                  <a:pt x="428855" y="1259611"/>
                </a:cubicBezTo>
                <a:lnTo>
                  <a:pt x="397850" y="1274547"/>
                </a:lnTo>
                <a:lnTo>
                  <a:pt x="0" y="493722"/>
                </a:lnTo>
                <a:lnTo>
                  <a:pt x="73612" y="453767"/>
                </a:lnTo>
                <a:cubicBezTo>
                  <a:pt x="192425" y="373499"/>
                  <a:pt x="286820" y="259831"/>
                  <a:pt x="343326" y="126236"/>
                </a:cubicBezTo>
                <a:lnTo>
                  <a:pt x="382512"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Freeform 8">
            <a:extLst>
              <a:ext uri="{FF2B5EF4-FFF2-40B4-BE49-F238E27FC236}">
                <a16:creationId xmlns:a16="http://schemas.microsoft.com/office/drawing/2014/main" id="{2625CF84-D7BE-97B2-7E69-6C1EF0899C5C}"/>
              </a:ext>
            </a:extLst>
          </p:cNvPr>
          <p:cNvSpPr/>
          <p:nvPr/>
        </p:nvSpPr>
        <p:spPr>
          <a:xfrm>
            <a:off x="8129045" y="3903617"/>
            <a:ext cx="1245311" cy="1274335"/>
          </a:xfrm>
          <a:custGeom>
            <a:avLst/>
            <a:gdLst>
              <a:gd name="connsiteX0" fmla="*/ 849030 w 1248838"/>
              <a:gd name="connsiteY0" fmla="*/ 0 h 1277945"/>
              <a:gd name="connsiteX1" fmla="*/ 881472 w 1248838"/>
              <a:gd name="connsiteY1" fmla="*/ 104510 h 1277945"/>
              <a:gd name="connsiteX2" fmla="*/ 1151186 w 1248838"/>
              <a:gd name="connsiteY2" fmla="*/ 432041 h 1277945"/>
              <a:gd name="connsiteX3" fmla="*/ 1248838 w 1248838"/>
              <a:gd name="connsiteY3" fmla="*/ 485045 h 1277945"/>
              <a:gd name="connsiteX4" fmla="*/ 879102 w 1248838"/>
              <a:gd name="connsiteY4" fmla="*/ 1277945 h 1277945"/>
              <a:gd name="connsiteX5" fmla="*/ 795943 w 1248838"/>
              <a:gd name="connsiteY5" fmla="*/ 1237885 h 1277945"/>
              <a:gd name="connsiteX6" fmla="*/ 21686 w 1248838"/>
              <a:gd name="connsiteY6" fmla="*/ 296029 h 1277945"/>
              <a:gd name="connsiteX7" fmla="*/ 0 w 1248838"/>
              <a:gd name="connsiteY7" fmla="*/ 211687 h 1277945"/>
              <a:gd name="connsiteX8" fmla="*/ 849030 w 1248838"/>
              <a:gd name="connsiteY8" fmla="*/ 0 h 1277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838" h="1277945">
                <a:moveTo>
                  <a:pt x="849030" y="0"/>
                </a:moveTo>
                <a:lnTo>
                  <a:pt x="881472" y="104510"/>
                </a:lnTo>
                <a:cubicBezTo>
                  <a:pt x="937978" y="238105"/>
                  <a:pt x="1032373" y="351773"/>
                  <a:pt x="1151186" y="432041"/>
                </a:cubicBezTo>
                <a:lnTo>
                  <a:pt x="1248838" y="485045"/>
                </a:lnTo>
                <a:lnTo>
                  <a:pt x="879102" y="1277945"/>
                </a:lnTo>
                <a:lnTo>
                  <a:pt x="795943" y="1237885"/>
                </a:lnTo>
                <a:cubicBezTo>
                  <a:pt x="429017" y="1038559"/>
                  <a:pt x="147790" y="701466"/>
                  <a:pt x="21686" y="296029"/>
                </a:cubicBezTo>
                <a:lnTo>
                  <a:pt x="0" y="211687"/>
                </a:lnTo>
                <a:lnTo>
                  <a:pt x="849030"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eeform 9">
            <a:extLst>
              <a:ext uri="{FF2B5EF4-FFF2-40B4-BE49-F238E27FC236}">
                <a16:creationId xmlns:a16="http://schemas.microsoft.com/office/drawing/2014/main" id="{FF1D5E40-BAC7-BC11-96D9-606715DDBC21}"/>
              </a:ext>
            </a:extLst>
          </p:cNvPr>
          <p:cNvSpPr/>
          <p:nvPr/>
        </p:nvSpPr>
        <p:spPr>
          <a:xfrm>
            <a:off x="9022096" y="4382982"/>
            <a:ext cx="1391870" cy="949813"/>
          </a:xfrm>
          <a:custGeom>
            <a:avLst/>
            <a:gdLst>
              <a:gd name="connsiteX0" fmla="*/ 998364 w 1395812"/>
              <a:gd name="connsiteY0" fmla="*/ 0 h 952504"/>
              <a:gd name="connsiteX1" fmla="*/ 1395812 w 1395812"/>
              <a:gd name="connsiteY1" fmla="*/ 780036 h 952504"/>
              <a:gd name="connsiteX2" fmla="*/ 1301818 w 1395812"/>
              <a:gd name="connsiteY2" fmla="*/ 825315 h 952504"/>
              <a:gd name="connsiteX3" fmla="*/ 671830 w 1395812"/>
              <a:gd name="connsiteY3" fmla="*/ 952504 h 952504"/>
              <a:gd name="connsiteX4" fmla="*/ 41842 w 1395812"/>
              <a:gd name="connsiteY4" fmla="*/ 825315 h 952504"/>
              <a:gd name="connsiteX5" fmla="*/ 0 w 1395812"/>
              <a:gd name="connsiteY5" fmla="*/ 805159 h 952504"/>
              <a:gd name="connsiteX6" fmla="*/ 369361 w 1395812"/>
              <a:gd name="connsiteY6" fmla="*/ 13061 h 952504"/>
              <a:gd name="connsiteX7" fmla="*/ 382060 w 1395812"/>
              <a:gd name="connsiteY7" fmla="*/ 19954 h 952504"/>
              <a:gd name="connsiteX8" fmla="*/ 671830 w 1395812"/>
              <a:gd name="connsiteY8" fmla="*/ 78456 h 952504"/>
              <a:gd name="connsiteX9" fmla="*/ 961600 w 1395812"/>
              <a:gd name="connsiteY9" fmla="*/ 19954 h 952504"/>
              <a:gd name="connsiteX10" fmla="*/ 998364 w 1395812"/>
              <a:gd name="connsiteY10" fmla="*/ 0 h 952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5812" h="952504">
                <a:moveTo>
                  <a:pt x="998364" y="0"/>
                </a:moveTo>
                <a:lnTo>
                  <a:pt x="1395812" y="780036"/>
                </a:lnTo>
                <a:lnTo>
                  <a:pt x="1301818" y="825315"/>
                </a:lnTo>
                <a:cubicBezTo>
                  <a:pt x="1108185" y="907215"/>
                  <a:pt x="895297" y="952504"/>
                  <a:pt x="671830" y="952504"/>
                </a:cubicBezTo>
                <a:cubicBezTo>
                  <a:pt x="448364" y="952504"/>
                  <a:pt x="235475" y="907215"/>
                  <a:pt x="41842" y="825315"/>
                </a:cubicBezTo>
                <a:lnTo>
                  <a:pt x="0" y="805159"/>
                </a:lnTo>
                <a:lnTo>
                  <a:pt x="369361" y="13061"/>
                </a:lnTo>
                <a:lnTo>
                  <a:pt x="382060" y="19954"/>
                </a:lnTo>
                <a:cubicBezTo>
                  <a:pt x="471124" y="57625"/>
                  <a:pt x="569044" y="78456"/>
                  <a:pt x="671830" y="78456"/>
                </a:cubicBezTo>
                <a:cubicBezTo>
                  <a:pt x="774616" y="78456"/>
                  <a:pt x="872536" y="57625"/>
                  <a:pt x="961600" y="19954"/>
                </a:cubicBezTo>
                <a:lnTo>
                  <a:pt x="998364"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Graphic 180">
            <a:extLst>
              <a:ext uri="{FF2B5EF4-FFF2-40B4-BE49-F238E27FC236}">
                <a16:creationId xmlns:a16="http://schemas.microsoft.com/office/drawing/2014/main" id="{D44C5893-856E-E84F-6545-1283CDBBA51C}"/>
              </a:ext>
            </a:extLst>
          </p:cNvPr>
          <p:cNvSpPr>
            <a:spLocks noChangeAspect="1"/>
          </p:cNvSpPr>
          <p:nvPr/>
        </p:nvSpPr>
        <p:spPr>
          <a:xfrm>
            <a:off x="8930807" y="2372365"/>
            <a:ext cx="480908" cy="480913"/>
          </a:xfrm>
          <a:custGeom>
            <a:avLst/>
            <a:gdLst>
              <a:gd name="connsiteX0" fmla="*/ 296483 w 822962"/>
              <a:gd name="connsiteY0" fmla="*/ 246901 h 822973"/>
              <a:gd name="connsiteX1" fmla="*/ 289935 w 822962"/>
              <a:gd name="connsiteY1" fmla="*/ 243115 h 822973"/>
              <a:gd name="connsiteX2" fmla="*/ 289057 w 822962"/>
              <a:gd name="connsiteY2" fmla="*/ 242559 h 822973"/>
              <a:gd name="connsiteX3" fmla="*/ 275394 w 822962"/>
              <a:gd name="connsiteY3" fmla="*/ 224143 h 822973"/>
              <a:gd name="connsiteX4" fmla="*/ 278522 w 822962"/>
              <a:gd name="connsiteY4" fmla="*/ 200470 h 822973"/>
              <a:gd name="connsiteX5" fmla="*/ 302653 w 822962"/>
              <a:gd name="connsiteY5" fmla="*/ 158673 h 822973"/>
              <a:gd name="connsiteX6" fmla="*/ 321480 w 822962"/>
              <a:gd name="connsiteY6" fmla="*/ 144326 h 822973"/>
              <a:gd name="connsiteX7" fmla="*/ 345016 w 822962"/>
              <a:gd name="connsiteY7" fmla="*/ 147380 h 822973"/>
              <a:gd name="connsiteX8" fmla="*/ 345189 w 822962"/>
              <a:gd name="connsiteY8" fmla="*/ 147473 h 822973"/>
              <a:gd name="connsiteX9" fmla="*/ 345189 w 822962"/>
              <a:gd name="connsiteY9" fmla="*/ 147454 h 822973"/>
              <a:gd name="connsiteX10" fmla="*/ 351716 w 822962"/>
              <a:gd name="connsiteY10" fmla="*/ 151222 h 822973"/>
              <a:gd name="connsiteX11" fmla="*/ 353985 w 822962"/>
              <a:gd name="connsiteY11" fmla="*/ 149887 h 822973"/>
              <a:gd name="connsiteX12" fmla="*/ 356226 w 822962"/>
              <a:gd name="connsiteY12" fmla="*/ 148616 h 822973"/>
              <a:gd name="connsiteX13" fmla="*/ 356226 w 822962"/>
              <a:gd name="connsiteY13" fmla="*/ 141043 h 822973"/>
              <a:gd name="connsiteX14" fmla="*/ 365396 w 822962"/>
              <a:gd name="connsiteY14" fmla="*/ 118942 h 822973"/>
              <a:gd name="connsiteX15" fmla="*/ 387497 w 822962"/>
              <a:gd name="connsiteY15" fmla="*/ 109771 h 822973"/>
              <a:gd name="connsiteX16" fmla="*/ 435468 w 822962"/>
              <a:gd name="connsiteY16" fmla="*/ 109771 h 822973"/>
              <a:gd name="connsiteX17" fmla="*/ 457578 w 822962"/>
              <a:gd name="connsiteY17" fmla="*/ 118942 h 822973"/>
              <a:gd name="connsiteX18" fmla="*/ 466748 w 822962"/>
              <a:gd name="connsiteY18" fmla="*/ 141043 h 822973"/>
              <a:gd name="connsiteX19" fmla="*/ 466748 w 822962"/>
              <a:gd name="connsiteY19" fmla="*/ 148642 h 822973"/>
              <a:gd name="connsiteX20" fmla="*/ 468969 w 822962"/>
              <a:gd name="connsiteY20" fmla="*/ 149895 h 822973"/>
              <a:gd name="connsiteX21" fmla="*/ 469005 w 822962"/>
              <a:gd name="connsiteY21" fmla="*/ 149913 h 822973"/>
              <a:gd name="connsiteX22" fmla="*/ 469023 w 822962"/>
              <a:gd name="connsiteY22" fmla="*/ 149895 h 822973"/>
              <a:gd name="connsiteX23" fmla="*/ 471264 w 822962"/>
              <a:gd name="connsiteY23" fmla="*/ 151220 h 822973"/>
              <a:gd name="connsiteX24" fmla="*/ 477800 w 822962"/>
              <a:gd name="connsiteY24" fmla="*/ 147443 h 822973"/>
              <a:gd name="connsiteX25" fmla="*/ 501502 w 822962"/>
              <a:gd name="connsiteY25" fmla="*/ 144323 h 822973"/>
              <a:gd name="connsiteX26" fmla="*/ 520475 w 822962"/>
              <a:gd name="connsiteY26" fmla="*/ 158861 h 822973"/>
              <a:gd name="connsiteX27" fmla="*/ 520859 w 822962"/>
              <a:gd name="connsiteY27" fmla="*/ 159584 h 822973"/>
              <a:gd name="connsiteX28" fmla="*/ 544460 w 822962"/>
              <a:gd name="connsiteY28" fmla="*/ 200467 h 822973"/>
              <a:gd name="connsiteX29" fmla="*/ 547589 w 822962"/>
              <a:gd name="connsiteY29" fmla="*/ 224131 h 822973"/>
              <a:gd name="connsiteX30" fmla="*/ 533039 w 822962"/>
              <a:gd name="connsiteY30" fmla="*/ 243103 h 822973"/>
              <a:gd name="connsiteX31" fmla="*/ 526482 w 822962"/>
              <a:gd name="connsiteY31" fmla="*/ 246898 h 822973"/>
              <a:gd name="connsiteX32" fmla="*/ 526508 w 822962"/>
              <a:gd name="connsiteY32" fmla="*/ 249523 h 822973"/>
              <a:gd name="connsiteX33" fmla="*/ 526482 w 822962"/>
              <a:gd name="connsiteY33" fmla="*/ 252139 h 822973"/>
              <a:gd name="connsiteX34" fmla="*/ 533039 w 822962"/>
              <a:gd name="connsiteY34" fmla="*/ 255917 h 822973"/>
              <a:gd name="connsiteX35" fmla="*/ 547589 w 822962"/>
              <a:gd name="connsiteY35" fmla="*/ 274889 h 822973"/>
              <a:gd name="connsiteX36" fmla="*/ 544460 w 822962"/>
              <a:gd name="connsiteY36" fmla="*/ 298553 h 822973"/>
              <a:gd name="connsiteX37" fmla="*/ 520457 w 822962"/>
              <a:gd name="connsiteY37" fmla="*/ 340138 h 822973"/>
              <a:gd name="connsiteX38" fmla="*/ 520484 w 822962"/>
              <a:gd name="connsiteY38" fmla="*/ 340138 h 822973"/>
              <a:gd name="connsiteX39" fmla="*/ 501512 w 822962"/>
              <a:gd name="connsiteY39" fmla="*/ 354688 h 822973"/>
              <a:gd name="connsiteX40" fmla="*/ 477985 w 822962"/>
              <a:gd name="connsiteY40" fmla="*/ 351643 h 822973"/>
              <a:gd name="connsiteX41" fmla="*/ 477804 w 822962"/>
              <a:gd name="connsiteY41" fmla="*/ 351551 h 822973"/>
              <a:gd name="connsiteX42" fmla="*/ 477804 w 822962"/>
              <a:gd name="connsiteY42" fmla="*/ 351569 h 822973"/>
              <a:gd name="connsiteX43" fmla="*/ 471267 w 822962"/>
              <a:gd name="connsiteY43" fmla="*/ 347800 h 822973"/>
              <a:gd name="connsiteX44" fmla="*/ 468999 w 822962"/>
              <a:gd name="connsiteY44" fmla="*/ 349146 h 822973"/>
              <a:gd name="connsiteX45" fmla="*/ 466758 w 822962"/>
              <a:gd name="connsiteY45" fmla="*/ 350408 h 822973"/>
              <a:gd name="connsiteX46" fmla="*/ 466758 w 822962"/>
              <a:gd name="connsiteY46" fmla="*/ 357980 h 822973"/>
              <a:gd name="connsiteX47" fmla="*/ 457587 w 822962"/>
              <a:gd name="connsiteY47" fmla="*/ 380091 h 822973"/>
              <a:gd name="connsiteX48" fmla="*/ 435477 w 822962"/>
              <a:gd name="connsiteY48" fmla="*/ 389261 h 822973"/>
              <a:gd name="connsiteX49" fmla="*/ 387507 w 822962"/>
              <a:gd name="connsiteY49" fmla="*/ 389261 h 822973"/>
              <a:gd name="connsiteX50" fmla="*/ 365405 w 822962"/>
              <a:gd name="connsiteY50" fmla="*/ 380091 h 822973"/>
              <a:gd name="connsiteX51" fmla="*/ 356235 w 822962"/>
              <a:gd name="connsiteY51" fmla="*/ 357980 h 822973"/>
              <a:gd name="connsiteX52" fmla="*/ 356235 w 822962"/>
              <a:gd name="connsiteY52" fmla="*/ 350390 h 822973"/>
              <a:gd name="connsiteX53" fmla="*/ 354023 w 822962"/>
              <a:gd name="connsiteY53" fmla="*/ 349137 h 822973"/>
              <a:gd name="connsiteX54" fmla="*/ 353988 w 822962"/>
              <a:gd name="connsiteY54" fmla="*/ 349119 h 822973"/>
              <a:gd name="connsiteX55" fmla="*/ 353969 w 822962"/>
              <a:gd name="connsiteY55" fmla="*/ 349137 h 822973"/>
              <a:gd name="connsiteX56" fmla="*/ 351728 w 822962"/>
              <a:gd name="connsiteY56" fmla="*/ 347812 h 822973"/>
              <a:gd name="connsiteX57" fmla="*/ 345201 w 822962"/>
              <a:gd name="connsiteY57" fmla="*/ 351572 h 822973"/>
              <a:gd name="connsiteX58" fmla="*/ 344269 w 822962"/>
              <a:gd name="connsiteY58" fmla="*/ 352066 h 822973"/>
              <a:gd name="connsiteX59" fmla="*/ 321484 w 822962"/>
              <a:gd name="connsiteY59" fmla="*/ 354700 h 822973"/>
              <a:gd name="connsiteX60" fmla="*/ 302511 w 822962"/>
              <a:gd name="connsiteY60" fmla="*/ 340163 h 822973"/>
              <a:gd name="connsiteX61" fmla="*/ 302137 w 822962"/>
              <a:gd name="connsiteY61" fmla="*/ 339448 h 822973"/>
              <a:gd name="connsiteX62" fmla="*/ 278527 w 822962"/>
              <a:gd name="connsiteY62" fmla="*/ 298565 h 822973"/>
              <a:gd name="connsiteX63" fmla="*/ 275398 w 822962"/>
              <a:gd name="connsiteY63" fmla="*/ 274901 h 822973"/>
              <a:gd name="connsiteX64" fmla="*/ 289935 w 822962"/>
              <a:gd name="connsiteY64" fmla="*/ 255929 h 822973"/>
              <a:gd name="connsiteX65" fmla="*/ 296493 w 822962"/>
              <a:gd name="connsiteY65" fmla="*/ 252143 h 822973"/>
              <a:gd name="connsiteX66" fmla="*/ 296467 w 822962"/>
              <a:gd name="connsiteY66" fmla="*/ 249517 h 822973"/>
              <a:gd name="connsiteX67" fmla="*/ 296484 w 822962"/>
              <a:gd name="connsiteY67" fmla="*/ 246901 h 822973"/>
              <a:gd name="connsiteX68" fmla="*/ 118069 w 822962"/>
              <a:gd name="connsiteY68" fmla="*/ 116203 h 822973"/>
              <a:gd name="connsiteX69" fmla="*/ 117759 w 822962"/>
              <a:gd name="connsiteY69" fmla="*/ 116751 h 822973"/>
              <a:gd name="connsiteX70" fmla="*/ 117694 w 822962"/>
              <a:gd name="connsiteY70" fmla="*/ 116861 h 822973"/>
              <a:gd name="connsiteX71" fmla="*/ 116158 w 822962"/>
              <a:gd name="connsiteY71" fmla="*/ 129544 h 822973"/>
              <a:gd name="connsiteX72" fmla="*/ 124185 w 822962"/>
              <a:gd name="connsiteY72" fmla="*/ 140317 h 822973"/>
              <a:gd name="connsiteX73" fmla="*/ 124203 w 822962"/>
              <a:gd name="connsiteY73" fmla="*/ 140317 h 822973"/>
              <a:gd name="connsiteX74" fmla="*/ 137526 w 822962"/>
              <a:gd name="connsiteY74" fmla="*/ 142228 h 822973"/>
              <a:gd name="connsiteX75" fmla="*/ 148299 w 822962"/>
              <a:gd name="connsiteY75" fmla="*/ 134200 h 822973"/>
              <a:gd name="connsiteX76" fmla="*/ 148299 w 822962"/>
              <a:gd name="connsiteY76" fmla="*/ 134183 h 822973"/>
              <a:gd name="connsiteX77" fmla="*/ 150209 w 822962"/>
              <a:gd name="connsiteY77" fmla="*/ 120860 h 822973"/>
              <a:gd name="connsiteX78" fmla="*/ 142181 w 822962"/>
              <a:gd name="connsiteY78" fmla="*/ 110079 h 822973"/>
              <a:gd name="connsiteX79" fmla="*/ 141634 w 822962"/>
              <a:gd name="connsiteY79" fmla="*/ 109769 h 822973"/>
              <a:gd name="connsiteX80" fmla="*/ 141634 w 822962"/>
              <a:gd name="connsiteY80" fmla="*/ 109787 h 822973"/>
              <a:gd name="connsiteX81" fmla="*/ 141524 w 822962"/>
              <a:gd name="connsiteY81" fmla="*/ 109712 h 822973"/>
              <a:gd name="connsiteX82" fmla="*/ 128840 w 822962"/>
              <a:gd name="connsiteY82" fmla="*/ 108177 h 822973"/>
              <a:gd name="connsiteX83" fmla="*/ 118068 w 822962"/>
              <a:gd name="connsiteY83" fmla="*/ 116205 h 822973"/>
              <a:gd name="connsiteX84" fmla="*/ 91241 w 822962"/>
              <a:gd name="connsiteY84" fmla="*/ 135762 h 822973"/>
              <a:gd name="connsiteX85" fmla="*/ 95429 w 822962"/>
              <a:gd name="connsiteY85" fmla="*/ 104124 h 822973"/>
              <a:gd name="connsiteX86" fmla="*/ 96361 w 822962"/>
              <a:gd name="connsiteY86" fmla="*/ 102487 h 822973"/>
              <a:gd name="connsiteX87" fmla="*/ 96387 w 822962"/>
              <a:gd name="connsiteY87" fmla="*/ 102505 h 822973"/>
              <a:gd name="connsiteX88" fmla="*/ 122611 w 822962"/>
              <a:gd name="connsiteY88" fmla="*/ 83255 h 822973"/>
              <a:gd name="connsiteX89" fmla="*/ 154240 w 822962"/>
              <a:gd name="connsiteY89" fmla="*/ 87452 h 822973"/>
              <a:gd name="connsiteX90" fmla="*/ 155886 w 822962"/>
              <a:gd name="connsiteY90" fmla="*/ 88375 h 822973"/>
              <a:gd name="connsiteX91" fmla="*/ 155868 w 822962"/>
              <a:gd name="connsiteY91" fmla="*/ 88402 h 822973"/>
              <a:gd name="connsiteX92" fmla="*/ 175106 w 822962"/>
              <a:gd name="connsiteY92" fmla="*/ 114616 h 822973"/>
              <a:gd name="connsiteX93" fmla="*/ 170287 w 822962"/>
              <a:gd name="connsiteY93" fmla="*/ 147343 h 822973"/>
              <a:gd name="connsiteX94" fmla="*/ 143733 w 822962"/>
              <a:gd name="connsiteY94" fmla="*/ 167122 h 822973"/>
              <a:gd name="connsiteX95" fmla="*/ 111014 w 822962"/>
              <a:gd name="connsiteY95" fmla="*/ 162294 h 822973"/>
              <a:gd name="connsiteX96" fmla="*/ 91226 w 822962"/>
              <a:gd name="connsiteY96" fmla="*/ 135749 h 822973"/>
              <a:gd name="connsiteX97" fmla="*/ 110068 w 822962"/>
              <a:gd name="connsiteY97" fmla="*/ 679785 h 822973"/>
              <a:gd name="connsiteX98" fmla="*/ 109758 w 822962"/>
              <a:gd name="connsiteY98" fmla="*/ 680332 h 822973"/>
              <a:gd name="connsiteX99" fmla="*/ 109776 w 822962"/>
              <a:gd name="connsiteY99" fmla="*/ 680332 h 822973"/>
              <a:gd name="connsiteX100" fmla="*/ 109702 w 822962"/>
              <a:gd name="connsiteY100" fmla="*/ 680442 h 822973"/>
              <a:gd name="connsiteX101" fmla="*/ 108166 w 822962"/>
              <a:gd name="connsiteY101" fmla="*/ 693126 h 822973"/>
              <a:gd name="connsiteX102" fmla="*/ 116202 w 822962"/>
              <a:gd name="connsiteY102" fmla="*/ 703898 h 822973"/>
              <a:gd name="connsiteX103" fmla="*/ 129525 w 822962"/>
              <a:gd name="connsiteY103" fmla="*/ 705809 h 822973"/>
              <a:gd name="connsiteX104" fmla="*/ 140298 w 822962"/>
              <a:gd name="connsiteY104" fmla="*/ 697781 h 822973"/>
              <a:gd name="connsiteX105" fmla="*/ 140298 w 822962"/>
              <a:gd name="connsiteY105" fmla="*/ 697764 h 822973"/>
              <a:gd name="connsiteX106" fmla="*/ 142209 w 822962"/>
              <a:gd name="connsiteY106" fmla="*/ 684441 h 822973"/>
              <a:gd name="connsiteX107" fmla="*/ 134181 w 822962"/>
              <a:gd name="connsiteY107" fmla="*/ 673660 h 822973"/>
              <a:gd name="connsiteX108" fmla="*/ 133633 w 822962"/>
              <a:gd name="connsiteY108" fmla="*/ 673350 h 822973"/>
              <a:gd name="connsiteX109" fmla="*/ 133633 w 822962"/>
              <a:gd name="connsiteY109" fmla="*/ 673368 h 822973"/>
              <a:gd name="connsiteX110" fmla="*/ 133523 w 822962"/>
              <a:gd name="connsiteY110" fmla="*/ 673294 h 822973"/>
              <a:gd name="connsiteX111" fmla="*/ 120848 w 822962"/>
              <a:gd name="connsiteY111" fmla="*/ 671758 h 822973"/>
              <a:gd name="connsiteX112" fmla="*/ 110068 w 822962"/>
              <a:gd name="connsiteY112" fmla="*/ 679786 h 822973"/>
              <a:gd name="connsiteX113" fmla="*/ 83249 w 822962"/>
              <a:gd name="connsiteY113" fmla="*/ 699344 h 822973"/>
              <a:gd name="connsiteX114" fmla="*/ 87437 w 822962"/>
              <a:gd name="connsiteY114" fmla="*/ 667705 h 822973"/>
              <a:gd name="connsiteX115" fmla="*/ 88369 w 822962"/>
              <a:gd name="connsiteY115" fmla="*/ 666077 h 822973"/>
              <a:gd name="connsiteX116" fmla="*/ 88396 w 822962"/>
              <a:gd name="connsiteY116" fmla="*/ 666077 h 822973"/>
              <a:gd name="connsiteX117" fmla="*/ 114619 w 822962"/>
              <a:gd name="connsiteY117" fmla="*/ 646839 h 822973"/>
              <a:gd name="connsiteX118" fmla="*/ 146257 w 822962"/>
              <a:gd name="connsiteY118" fmla="*/ 651036 h 822973"/>
              <a:gd name="connsiteX119" fmla="*/ 147894 w 822962"/>
              <a:gd name="connsiteY119" fmla="*/ 651959 h 822973"/>
              <a:gd name="connsiteX120" fmla="*/ 147877 w 822962"/>
              <a:gd name="connsiteY120" fmla="*/ 651986 h 822973"/>
              <a:gd name="connsiteX121" fmla="*/ 167126 w 822962"/>
              <a:gd name="connsiteY121" fmla="*/ 678209 h 822973"/>
              <a:gd name="connsiteX122" fmla="*/ 162307 w 822962"/>
              <a:gd name="connsiteY122" fmla="*/ 710928 h 822973"/>
              <a:gd name="connsiteX123" fmla="*/ 135762 w 822962"/>
              <a:gd name="connsiteY123" fmla="*/ 730710 h 822973"/>
              <a:gd name="connsiteX124" fmla="*/ 103035 w 822962"/>
              <a:gd name="connsiteY124" fmla="*/ 725887 h 822973"/>
              <a:gd name="connsiteX125" fmla="*/ 83247 w 822962"/>
              <a:gd name="connsiteY125" fmla="*/ 699344 h 822973"/>
              <a:gd name="connsiteX126" fmla="*/ 673883 w 822962"/>
              <a:gd name="connsiteY126" fmla="*/ 687997 h 822973"/>
              <a:gd name="connsiteX127" fmla="*/ 673517 w 822962"/>
              <a:gd name="connsiteY127" fmla="*/ 688544 h 822973"/>
              <a:gd name="connsiteX128" fmla="*/ 673591 w 822962"/>
              <a:gd name="connsiteY128" fmla="*/ 688544 h 822973"/>
              <a:gd name="connsiteX129" fmla="*/ 673517 w 822962"/>
              <a:gd name="connsiteY129" fmla="*/ 688654 h 822973"/>
              <a:gd name="connsiteX130" fmla="*/ 671915 w 822962"/>
              <a:gd name="connsiteY130" fmla="*/ 701338 h 822973"/>
              <a:gd name="connsiteX131" fmla="*/ 679982 w 822962"/>
              <a:gd name="connsiteY131" fmla="*/ 712110 h 822973"/>
              <a:gd name="connsiteX132" fmla="*/ 693278 w 822962"/>
              <a:gd name="connsiteY132" fmla="*/ 714021 h 822973"/>
              <a:gd name="connsiteX133" fmla="*/ 704104 w 822962"/>
              <a:gd name="connsiteY133" fmla="*/ 705993 h 822973"/>
              <a:gd name="connsiteX134" fmla="*/ 705997 w 822962"/>
              <a:gd name="connsiteY134" fmla="*/ 692662 h 822973"/>
              <a:gd name="connsiteX135" fmla="*/ 698005 w 822962"/>
              <a:gd name="connsiteY135" fmla="*/ 681881 h 822973"/>
              <a:gd name="connsiteX136" fmla="*/ 697428 w 822962"/>
              <a:gd name="connsiteY136" fmla="*/ 681571 h 822973"/>
              <a:gd name="connsiteX137" fmla="*/ 697428 w 822962"/>
              <a:gd name="connsiteY137" fmla="*/ 681589 h 822973"/>
              <a:gd name="connsiteX138" fmla="*/ 697353 w 822962"/>
              <a:gd name="connsiteY138" fmla="*/ 681515 h 822973"/>
              <a:gd name="connsiteX139" fmla="*/ 684643 w 822962"/>
              <a:gd name="connsiteY139" fmla="*/ 679988 h 822973"/>
              <a:gd name="connsiteX140" fmla="*/ 673889 w 822962"/>
              <a:gd name="connsiteY140" fmla="*/ 688016 h 822973"/>
              <a:gd name="connsiteX141" fmla="*/ 647007 w 822962"/>
              <a:gd name="connsiteY141" fmla="*/ 707556 h 822973"/>
              <a:gd name="connsiteX142" fmla="*/ 651222 w 822962"/>
              <a:gd name="connsiteY142" fmla="*/ 675926 h 822973"/>
              <a:gd name="connsiteX143" fmla="*/ 652163 w 822962"/>
              <a:gd name="connsiteY143" fmla="*/ 674290 h 822973"/>
              <a:gd name="connsiteX144" fmla="*/ 678377 w 822962"/>
              <a:gd name="connsiteY144" fmla="*/ 655061 h 822973"/>
              <a:gd name="connsiteX145" fmla="*/ 710042 w 822962"/>
              <a:gd name="connsiteY145" fmla="*/ 659258 h 822973"/>
              <a:gd name="connsiteX146" fmla="*/ 711643 w 822962"/>
              <a:gd name="connsiteY146" fmla="*/ 660190 h 822973"/>
              <a:gd name="connsiteX147" fmla="*/ 711643 w 822962"/>
              <a:gd name="connsiteY147" fmla="*/ 660208 h 822973"/>
              <a:gd name="connsiteX148" fmla="*/ 730892 w 822962"/>
              <a:gd name="connsiteY148" fmla="*/ 686431 h 822973"/>
              <a:gd name="connsiteX149" fmla="*/ 726099 w 822962"/>
              <a:gd name="connsiteY149" fmla="*/ 719151 h 822973"/>
              <a:gd name="connsiteX150" fmla="*/ 699520 w 822962"/>
              <a:gd name="connsiteY150" fmla="*/ 738940 h 822973"/>
              <a:gd name="connsiteX151" fmla="*/ 666840 w 822962"/>
              <a:gd name="connsiteY151" fmla="*/ 734132 h 822973"/>
              <a:gd name="connsiteX152" fmla="*/ 666840 w 822962"/>
              <a:gd name="connsiteY152" fmla="*/ 734109 h 822973"/>
              <a:gd name="connsiteX153" fmla="*/ 647007 w 822962"/>
              <a:gd name="connsiteY153" fmla="*/ 707566 h 822973"/>
              <a:gd name="connsiteX154" fmla="*/ 681875 w 822962"/>
              <a:gd name="connsiteY154" fmla="*/ 123993 h 822973"/>
              <a:gd name="connsiteX155" fmla="*/ 681509 w 822962"/>
              <a:gd name="connsiteY155" fmla="*/ 124532 h 822973"/>
              <a:gd name="connsiteX156" fmla="*/ 681583 w 822962"/>
              <a:gd name="connsiteY156" fmla="*/ 124532 h 822973"/>
              <a:gd name="connsiteX157" fmla="*/ 681509 w 822962"/>
              <a:gd name="connsiteY157" fmla="*/ 124651 h 822973"/>
              <a:gd name="connsiteX158" fmla="*/ 679982 w 822962"/>
              <a:gd name="connsiteY158" fmla="*/ 137325 h 822973"/>
              <a:gd name="connsiteX159" fmla="*/ 687974 w 822962"/>
              <a:gd name="connsiteY159" fmla="*/ 148106 h 822973"/>
              <a:gd name="connsiteX160" fmla="*/ 701342 w 822962"/>
              <a:gd name="connsiteY160" fmla="*/ 150017 h 822973"/>
              <a:gd name="connsiteX161" fmla="*/ 712096 w 822962"/>
              <a:gd name="connsiteY161" fmla="*/ 141989 h 822973"/>
              <a:gd name="connsiteX162" fmla="*/ 713988 w 822962"/>
              <a:gd name="connsiteY162" fmla="*/ 128657 h 822973"/>
              <a:gd name="connsiteX163" fmla="*/ 705997 w 822962"/>
              <a:gd name="connsiteY163" fmla="*/ 117877 h 822973"/>
              <a:gd name="connsiteX164" fmla="*/ 705411 w 822962"/>
              <a:gd name="connsiteY164" fmla="*/ 117567 h 822973"/>
              <a:gd name="connsiteX165" fmla="*/ 705336 w 822962"/>
              <a:gd name="connsiteY165" fmla="*/ 117514 h 822973"/>
              <a:gd name="connsiteX166" fmla="*/ 692626 w 822962"/>
              <a:gd name="connsiteY166" fmla="*/ 115968 h 822973"/>
              <a:gd name="connsiteX167" fmla="*/ 681872 w 822962"/>
              <a:gd name="connsiteY167" fmla="*/ 124005 h 822973"/>
              <a:gd name="connsiteX168" fmla="*/ 654999 w 822962"/>
              <a:gd name="connsiteY168" fmla="*/ 143552 h 822973"/>
              <a:gd name="connsiteX169" fmla="*/ 659214 w 822962"/>
              <a:gd name="connsiteY169" fmla="*/ 111914 h 822973"/>
              <a:gd name="connsiteX170" fmla="*/ 660155 w 822962"/>
              <a:gd name="connsiteY170" fmla="*/ 110285 h 822973"/>
              <a:gd name="connsiteX171" fmla="*/ 686369 w 822962"/>
              <a:gd name="connsiteY171" fmla="*/ 91048 h 822973"/>
              <a:gd name="connsiteX172" fmla="*/ 718037 w 822962"/>
              <a:gd name="connsiteY172" fmla="*/ 95236 h 822973"/>
              <a:gd name="connsiteX173" fmla="*/ 719637 w 822962"/>
              <a:gd name="connsiteY173" fmla="*/ 96168 h 822973"/>
              <a:gd name="connsiteX174" fmla="*/ 719637 w 822962"/>
              <a:gd name="connsiteY174" fmla="*/ 96195 h 822973"/>
              <a:gd name="connsiteX175" fmla="*/ 738885 w 822962"/>
              <a:gd name="connsiteY175" fmla="*/ 122409 h 822973"/>
              <a:gd name="connsiteX176" fmla="*/ 734092 w 822962"/>
              <a:gd name="connsiteY176" fmla="*/ 155128 h 822973"/>
              <a:gd name="connsiteX177" fmla="*/ 734092 w 822962"/>
              <a:gd name="connsiteY177" fmla="*/ 155146 h 822973"/>
              <a:gd name="connsiteX178" fmla="*/ 707511 w 822962"/>
              <a:gd name="connsiteY178" fmla="*/ 174925 h 822973"/>
              <a:gd name="connsiteX179" fmla="*/ 674823 w 822962"/>
              <a:gd name="connsiteY179" fmla="*/ 170106 h 822973"/>
              <a:gd name="connsiteX180" fmla="*/ 654991 w 822962"/>
              <a:gd name="connsiteY180" fmla="*/ 143551 h 822973"/>
              <a:gd name="connsiteX181" fmla="*/ 248594 w 822962"/>
              <a:gd name="connsiteY181" fmla="*/ 719014 h 822973"/>
              <a:gd name="connsiteX182" fmla="*/ 180442 w 822962"/>
              <a:gd name="connsiteY182" fmla="*/ 725361 h 822973"/>
              <a:gd name="connsiteX183" fmla="*/ 168839 w 822962"/>
              <a:gd name="connsiteY183" fmla="*/ 739283 h 822973"/>
              <a:gd name="connsiteX184" fmla="*/ 169890 w 822962"/>
              <a:gd name="connsiteY184" fmla="*/ 743344 h 822973"/>
              <a:gd name="connsiteX185" fmla="*/ 197375 w 822962"/>
              <a:gd name="connsiteY185" fmla="*/ 804960 h 822973"/>
              <a:gd name="connsiteX186" fmla="*/ 214309 w 822962"/>
              <a:gd name="connsiteY186" fmla="*/ 811444 h 822973"/>
              <a:gd name="connsiteX187" fmla="*/ 220783 w 822962"/>
              <a:gd name="connsiteY187" fmla="*/ 794505 h 822973"/>
              <a:gd name="connsiteX188" fmla="*/ 210195 w 822962"/>
              <a:gd name="connsiteY188" fmla="*/ 770769 h 822973"/>
              <a:gd name="connsiteX189" fmla="*/ 418175 w 822962"/>
              <a:gd name="connsiteY189" fmla="*/ 822897 h 822973"/>
              <a:gd name="connsiteX190" fmla="*/ 635048 w 822962"/>
              <a:gd name="connsiteY190" fmla="*/ 756451 h 822973"/>
              <a:gd name="connsiteX191" fmla="*/ 638826 w 822962"/>
              <a:gd name="connsiteY191" fmla="*/ 738719 h 822973"/>
              <a:gd name="connsiteX192" fmla="*/ 621085 w 822962"/>
              <a:gd name="connsiteY192" fmla="*/ 734947 h 822973"/>
              <a:gd name="connsiteX193" fmla="*/ 417784 w 822962"/>
              <a:gd name="connsiteY193" fmla="*/ 797286 h 822973"/>
              <a:gd name="connsiteX194" fmla="*/ 220830 w 822962"/>
              <a:gd name="connsiteY194" fmla="*/ 747345 h 822973"/>
              <a:gd name="connsiteX195" fmla="*/ 250896 w 822962"/>
              <a:gd name="connsiteY195" fmla="*/ 744541 h 822973"/>
              <a:gd name="connsiteX196" fmla="*/ 262499 w 822962"/>
              <a:gd name="connsiteY196" fmla="*/ 730627 h 822973"/>
              <a:gd name="connsiteX197" fmla="*/ 248580 w 822962"/>
              <a:gd name="connsiteY197" fmla="*/ 719021 h 822973"/>
              <a:gd name="connsiteX198" fmla="*/ 602650 w 822962"/>
              <a:gd name="connsiteY198" fmla="*/ 28223 h 822973"/>
              <a:gd name="connsiteX199" fmla="*/ 613404 w 822962"/>
              <a:gd name="connsiteY199" fmla="*/ 53471 h 822973"/>
              <a:gd name="connsiteX200" fmla="*/ 403457 w 822962"/>
              <a:gd name="connsiteY200" fmla="*/ 71 h 822973"/>
              <a:gd name="connsiteX201" fmla="*/ 186790 w 822962"/>
              <a:gd name="connsiteY201" fmla="*/ 66201 h 822973"/>
              <a:gd name="connsiteX202" fmla="*/ 183022 w 822962"/>
              <a:gd name="connsiteY202" fmla="*/ 83942 h 822973"/>
              <a:gd name="connsiteX203" fmla="*/ 200762 w 822962"/>
              <a:gd name="connsiteY203" fmla="*/ 87710 h 822973"/>
              <a:gd name="connsiteX204" fmla="*/ 403858 w 822962"/>
              <a:gd name="connsiteY204" fmla="*/ 25696 h 822973"/>
              <a:gd name="connsiteX205" fmla="*/ 601666 w 822962"/>
              <a:gd name="connsiteY205" fmla="*/ 76289 h 822973"/>
              <a:gd name="connsiteX206" fmla="*/ 573037 w 822962"/>
              <a:gd name="connsiteY206" fmla="*/ 78465 h 822973"/>
              <a:gd name="connsiteX207" fmla="*/ 561188 w 822962"/>
              <a:gd name="connsiteY207" fmla="*/ 92226 h 822973"/>
              <a:gd name="connsiteX208" fmla="*/ 574949 w 822962"/>
              <a:gd name="connsiteY208" fmla="*/ 104076 h 822973"/>
              <a:gd name="connsiteX209" fmla="*/ 642213 w 822962"/>
              <a:gd name="connsiteY209" fmla="*/ 98983 h 822973"/>
              <a:gd name="connsiteX210" fmla="*/ 642213 w 822962"/>
              <a:gd name="connsiteY210" fmla="*/ 98965 h 822973"/>
              <a:gd name="connsiteX211" fmla="*/ 642358 w 822962"/>
              <a:gd name="connsiteY211" fmla="*/ 98947 h 822973"/>
              <a:gd name="connsiteX212" fmla="*/ 646282 w 822962"/>
              <a:gd name="connsiteY212" fmla="*/ 97968 h 822973"/>
              <a:gd name="connsiteX213" fmla="*/ 653038 w 822962"/>
              <a:gd name="connsiteY213" fmla="*/ 81144 h 822973"/>
              <a:gd name="connsiteX214" fmla="*/ 626264 w 822962"/>
              <a:gd name="connsiteY214" fmla="*/ 18169 h 822973"/>
              <a:gd name="connsiteX215" fmla="*/ 609428 w 822962"/>
              <a:gd name="connsiteY215" fmla="*/ 11394 h 822973"/>
              <a:gd name="connsiteX216" fmla="*/ 602644 w 822962"/>
              <a:gd name="connsiteY216" fmla="*/ 28218 h 822973"/>
              <a:gd name="connsiteX217" fmla="*/ 28223 w 822962"/>
              <a:gd name="connsiteY217" fmla="*/ 219295 h 822973"/>
              <a:gd name="connsiteX218" fmla="*/ 53471 w 822962"/>
              <a:gd name="connsiteY218" fmla="*/ 208541 h 822973"/>
              <a:gd name="connsiteX219" fmla="*/ 59 w 822962"/>
              <a:gd name="connsiteY219" fmla="*/ 417893 h 822973"/>
              <a:gd name="connsiteX220" fmla="*/ 65493 w 822962"/>
              <a:gd name="connsiteY220" fmla="*/ 634103 h 822973"/>
              <a:gd name="connsiteX221" fmla="*/ 83233 w 822962"/>
              <a:gd name="connsiteY221" fmla="*/ 637969 h 822973"/>
              <a:gd name="connsiteX222" fmla="*/ 87099 w 822962"/>
              <a:gd name="connsiteY222" fmla="*/ 620229 h 822973"/>
              <a:gd name="connsiteX223" fmla="*/ 25687 w 822962"/>
              <a:gd name="connsiteY223" fmla="*/ 417491 h 822973"/>
              <a:gd name="connsiteX224" fmla="*/ 76288 w 822962"/>
              <a:gd name="connsiteY224" fmla="*/ 220286 h 822973"/>
              <a:gd name="connsiteX225" fmla="*/ 78464 w 822962"/>
              <a:gd name="connsiteY225" fmla="*/ 248905 h 822973"/>
              <a:gd name="connsiteX226" fmla="*/ 92225 w 822962"/>
              <a:gd name="connsiteY226" fmla="*/ 260755 h 822973"/>
              <a:gd name="connsiteX227" fmla="*/ 104075 w 822962"/>
              <a:gd name="connsiteY227" fmla="*/ 246994 h 822973"/>
              <a:gd name="connsiteX228" fmla="*/ 98982 w 822962"/>
              <a:gd name="connsiteY228" fmla="*/ 179721 h 822973"/>
              <a:gd name="connsiteX229" fmla="*/ 98964 w 822962"/>
              <a:gd name="connsiteY229" fmla="*/ 179721 h 822973"/>
              <a:gd name="connsiteX230" fmla="*/ 98964 w 822962"/>
              <a:gd name="connsiteY230" fmla="*/ 179593 h 822973"/>
              <a:gd name="connsiteX231" fmla="*/ 98964 w 822962"/>
              <a:gd name="connsiteY231" fmla="*/ 179585 h 822973"/>
              <a:gd name="connsiteX232" fmla="*/ 97976 w 822962"/>
              <a:gd name="connsiteY232" fmla="*/ 175661 h 822973"/>
              <a:gd name="connsiteX233" fmla="*/ 81153 w 822962"/>
              <a:gd name="connsiteY233" fmla="*/ 168878 h 822973"/>
              <a:gd name="connsiteX234" fmla="*/ 18177 w 822962"/>
              <a:gd name="connsiteY234" fmla="*/ 195688 h 822973"/>
              <a:gd name="connsiteX235" fmla="*/ 11394 w 822962"/>
              <a:gd name="connsiteY235" fmla="*/ 212524 h 822973"/>
              <a:gd name="connsiteX236" fmla="*/ 28217 w 822962"/>
              <a:gd name="connsiteY236" fmla="*/ 219298 h 822973"/>
              <a:gd name="connsiteX237" fmla="*/ 718989 w 822962"/>
              <a:gd name="connsiteY237" fmla="*/ 573366 h 822973"/>
              <a:gd name="connsiteX238" fmla="*/ 725314 w 822962"/>
              <a:gd name="connsiteY238" fmla="*/ 641508 h 822973"/>
              <a:gd name="connsiteX239" fmla="*/ 739259 w 822962"/>
              <a:gd name="connsiteY239" fmla="*/ 653102 h 822973"/>
              <a:gd name="connsiteX240" fmla="*/ 743328 w 822962"/>
              <a:gd name="connsiteY240" fmla="*/ 652052 h 822973"/>
              <a:gd name="connsiteX241" fmla="*/ 804920 w 822962"/>
              <a:gd name="connsiteY241" fmla="*/ 624566 h 822973"/>
              <a:gd name="connsiteX242" fmla="*/ 811382 w 822962"/>
              <a:gd name="connsiteY242" fmla="*/ 607632 h 822973"/>
              <a:gd name="connsiteX243" fmla="*/ 794458 w 822962"/>
              <a:gd name="connsiteY243" fmla="*/ 601149 h 822973"/>
              <a:gd name="connsiteX244" fmla="*/ 771141 w 822962"/>
              <a:gd name="connsiteY244" fmla="*/ 611547 h 822973"/>
              <a:gd name="connsiteX245" fmla="*/ 822858 w 822962"/>
              <a:gd name="connsiteY245" fmla="*/ 403094 h 822973"/>
              <a:gd name="connsiteX246" fmla="*/ 755169 w 822962"/>
              <a:gd name="connsiteY246" fmla="*/ 185459 h 822973"/>
              <a:gd name="connsiteX247" fmla="*/ 737445 w 822962"/>
              <a:gd name="connsiteY247" fmla="*/ 181792 h 822973"/>
              <a:gd name="connsiteX248" fmla="*/ 733810 w 822962"/>
              <a:gd name="connsiteY248" fmla="*/ 199524 h 822973"/>
              <a:gd name="connsiteX249" fmla="*/ 797300 w 822962"/>
              <a:gd name="connsiteY249" fmla="*/ 403588 h 822973"/>
              <a:gd name="connsiteX250" fmla="*/ 747328 w 822962"/>
              <a:gd name="connsiteY250" fmla="*/ 601609 h 822973"/>
              <a:gd name="connsiteX251" fmla="*/ 744494 w 822962"/>
              <a:gd name="connsiteY251" fmla="*/ 571039 h 822973"/>
              <a:gd name="connsiteX252" fmla="*/ 730625 w 822962"/>
              <a:gd name="connsiteY252" fmla="*/ 559446 h 822973"/>
              <a:gd name="connsiteX253" fmla="*/ 718997 w 822962"/>
              <a:gd name="connsiteY253" fmla="*/ 573364 h 822973"/>
              <a:gd name="connsiteX254" fmla="*/ 579150 w 822962"/>
              <a:gd name="connsiteY254" fmla="*/ 481415 h 822973"/>
              <a:gd name="connsiteX255" fmla="*/ 558073 w 822962"/>
              <a:gd name="connsiteY255" fmla="*/ 472682 h 822973"/>
              <a:gd name="connsiteX256" fmla="*/ 536996 w 822962"/>
              <a:gd name="connsiteY256" fmla="*/ 481415 h 822973"/>
              <a:gd name="connsiteX257" fmla="*/ 528262 w 822962"/>
              <a:gd name="connsiteY257" fmla="*/ 502492 h 822973"/>
              <a:gd name="connsiteX258" fmla="*/ 536996 w 822962"/>
              <a:gd name="connsiteY258" fmla="*/ 523569 h 822973"/>
              <a:gd name="connsiteX259" fmla="*/ 558073 w 822962"/>
              <a:gd name="connsiteY259" fmla="*/ 532293 h 822973"/>
              <a:gd name="connsiteX260" fmla="*/ 579150 w 822962"/>
              <a:gd name="connsiteY260" fmla="*/ 523569 h 822973"/>
              <a:gd name="connsiteX261" fmla="*/ 587883 w 822962"/>
              <a:gd name="connsiteY261" fmla="*/ 502492 h 822973"/>
              <a:gd name="connsiteX262" fmla="*/ 579150 w 822962"/>
              <a:gd name="connsiteY262" fmla="*/ 481415 h 822973"/>
              <a:gd name="connsiteX263" fmla="*/ 558073 w 822962"/>
              <a:gd name="connsiteY263" fmla="*/ 446961 h 822973"/>
              <a:gd name="connsiteX264" fmla="*/ 597336 w 822962"/>
              <a:gd name="connsiteY264" fmla="*/ 463229 h 822973"/>
              <a:gd name="connsiteX265" fmla="*/ 613603 w 822962"/>
              <a:gd name="connsiteY265" fmla="*/ 502492 h 822973"/>
              <a:gd name="connsiteX266" fmla="*/ 597336 w 822962"/>
              <a:gd name="connsiteY266" fmla="*/ 541747 h 822973"/>
              <a:gd name="connsiteX267" fmla="*/ 558073 w 822962"/>
              <a:gd name="connsiteY267" fmla="*/ 558015 h 822973"/>
              <a:gd name="connsiteX268" fmla="*/ 518809 w 822962"/>
              <a:gd name="connsiteY268" fmla="*/ 541747 h 822973"/>
              <a:gd name="connsiteX269" fmla="*/ 502542 w 822962"/>
              <a:gd name="connsiteY269" fmla="*/ 502492 h 822973"/>
              <a:gd name="connsiteX270" fmla="*/ 518809 w 822962"/>
              <a:gd name="connsiteY270" fmla="*/ 463229 h 822973"/>
              <a:gd name="connsiteX271" fmla="*/ 558073 w 822962"/>
              <a:gd name="connsiteY271" fmla="*/ 446961 h 822973"/>
              <a:gd name="connsiteX272" fmla="*/ 286000 w 822962"/>
              <a:gd name="connsiteY272" fmla="*/ 481415 h 822973"/>
              <a:gd name="connsiteX273" fmla="*/ 264924 w 822962"/>
              <a:gd name="connsiteY273" fmla="*/ 472682 h 822973"/>
              <a:gd name="connsiteX274" fmla="*/ 243847 w 822962"/>
              <a:gd name="connsiteY274" fmla="*/ 481415 h 822973"/>
              <a:gd name="connsiteX275" fmla="*/ 235113 w 822962"/>
              <a:gd name="connsiteY275" fmla="*/ 502492 h 822973"/>
              <a:gd name="connsiteX276" fmla="*/ 243847 w 822962"/>
              <a:gd name="connsiteY276" fmla="*/ 523569 h 822973"/>
              <a:gd name="connsiteX277" fmla="*/ 264924 w 822962"/>
              <a:gd name="connsiteY277" fmla="*/ 532293 h 822973"/>
              <a:gd name="connsiteX278" fmla="*/ 286000 w 822962"/>
              <a:gd name="connsiteY278" fmla="*/ 523569 h 822973"/>
              <a:gd name="connsiteX279" fmla="*/ 294725 w 822962"/>
              <a:gd name="connsiteY279" fmla="*/ 502492 h 822973"/>
              <a:gd name="connsiteX280" fmla="*/ 286000 w 822962"/>
              <a:gd name="connsiteY280" fmla="*/ 481415 h 822973"/>
              <a:gd name="connsiteX281" fmla="*/ 264924 w 822962"/>
              <a:gd name="connsiteY281" fmla="*/ 446961 h 822973"/>
              <a:gd name="connsiteX282" fmla="*/ 304187 w 822962"/>
              <a:gd name="connsiteY282" fmla="*/ 463229 h 822973"/>
              <a:gd name="connsiteX283" fmla="*/ 320454 w 822962"/>
              <a:gd name="connsiteY283" fmla="*/ 502492 h 822973"/>
              <a:gd name="connsiteX284" fmla="*/ 304187 w 822962"/>
              <a:gd name="connsiteY284" fmla="*/ 541747 h 822973"/>
              <a:gd name="connsiteX285" fmla="*/ 264924 w 822962"/>
              <a:gd name="connsiteY285" fmla="*/ 558015 h 822973"/>
              <a:gd name="connsiteX286" fmla="*/ 225660 w 822962"/>
              <a:gd name="connsiteY286" fmla="*/ 541747 h 822973"/>
              <a:gd name="connsiteX287" fmla="*/ 209393 w 822962"/>
              <a:gd name="connsiteY287" fmla="*/ 502492 h 822973"/>
              <a:gd name="connsiteX288" fmla="*/ 225660 w 822962"/>
              <a:gd name="connsiteY288" fmla="*/ 463229 h 822973"/>
              <a:gd name="connsiteX289" fmla="*/ 264924 w 822962"/>
              <a:gd name="connsiteY289" fmla="*/ 446961 h 822973"/>
              <a:gd name="connsiteX290" fmla="*/ 432571 w 822962"/>
              <a:gd name="connsiteY290" fmla="*/ 228443 h 822973"/>
              <a:gd name="connsiteX291" fmla="*/ 411494 w 822962"/>
              <a:gd name="connsiteY291" fmla="*/ 219709 h 822973"/>
              <a:gd name="connsiteX292" fmla="*/ 390417 w 822962"/>
              <a:gd name="connsiteY292" fmla="*/ 228443 h 822973"/>
              <a:gd name="connsiteX293" fmla="*/ 381693 w 822962"/>
              <a:gd name="connsiteY293" fmla="*/ 249510 h 822973"/>
              <a:gd name="connsiteX294" fmla="*/ 390417 w 822962"/>
              <a:gd name="connsiteY294" fmla="*/ 270587 h 822973"/>
              <a:gd name="connsiteX295" fmla="*/ 411494 w 822962"/>
              <a:gd name="connsiteY295" fmla="*/ 279321 h 822973"/>
              <a:gd name="connsiteX296" fmla="*/ 432571 w 822962"/>
              <a:gd name="connsiteY296" fmla="*/ 270587 h 822973"/>
              <a:gd name="connsiteX297" fmla="*/ 441304 w 822962"/>
              <a:gd name="connsiteY297" fmla="*/ 249510 h 822973"/>
              <a:gd name="connsiteX298" fmla="*/ 432571 w 822962"/>
              <a:gd name="connsiteY298" fmla="*/ 228443 h 822973"/>
              <a:gd name="connsiteX299" fmla="*/ 450758 w 822962"/>
              <a:gd name="connsiteY299" fmla="*/ 210256 h 822973"/>
              <a:gd name="connsiteX300" fmla="*/ 411494 w 822962"/>
              <a:gd name="connsiteY300" fmla="*/ 193989 h 822973"/>
              <a:gd name="connsiteX301" fmla="*/ 372239 w 822962"/>
              <a:gd name="connsiteY301" fmla="*/ 210256 h 822973"/>
              <a:gd name="connsiteX302" fmla="*/ 355972 w 822962"/>
              <a:gd name="connsiteY302" fmla="*/ 249511 h 822973"/>
              <a:gd name="connsiteX303" fmla="*/ 372239 w 822962"/>
              <a:gd name="connsiteY303" fmla="*/ 288775 h 822973"/>
              <a:gd name="connsiteX304" fmla="*/ 411494 w 822962"/>
              <a:gd name="connsiteY304" fmla="*/ 305042 h 822973"/>
              <a:gd name="connsiteX305" fmla="*/ 450758 w 822962"/>
              <a:gd name="connsiteY305" fmla="*/ 288775 h 822973"/>
              <a:gd name="connsiteX306" fmla="*/ 467025 w 822962"/>
              <a:gd name="connsiteY306" fmla="*/ 249511 h 822973"/>
              <a:gd name="connsiteX307" fmla="*/ 450758 w 822962"/>
              <a:gd name="connsiteY307" fmla="*/ 210256 h 822973"/>
              <a:gd name="connsiteX308" fmla="*/ 443066 w 822962"/>
              <a:gd name="connsiteY308" fmla="*/ 499862 h 822973"/>
              <a:gd name="connsiteX309" fmla="*/ 443040 w 822962"/>
              <a:gd name="connsiteY309" fmla="*/ 502469 h 822973"/>
              <a:gd name="connsiteX310" fmla="*/ 443075 w 822962"/>
              <a:gd name="connsiteY310" fmla="*/ 505104 h 822973"/>
              <a:gd name="connsiteX311" fmla="*/ 436518 w 822962"/>
              <a:gd name="connsiteY311" fmla="*/ 508890 h 822973"/>
              <a:gd name="connsiteX312" fmla="*/ 436536 w 822962"/>
              <a:gd name="connsiteY312" fmla="*/ 508907 h 822973"/>
              <a:gd name="connsiteX313" fmla="*/ 421969 w 822962"/>
              <a:gd name="connsiteY313" fmla="*/ 527853 h 822973"/>
              <a:gd name="connsiteX314" fmla="*/ 425106 w 822962"/>
              <a:gd name="connsiteY314" fmla="*/ 551525 h 822973"/>
              <a:gd name="connsiteX315" fmla="*/ 448505 w 822962"/>
              <a:gd name="connsiteY315" fmla="*/ 592052 h 822973"/>
              <a:gd name="connsiteX316" fmla="*/ 449493 w 822962"/>
              <a:gd name="connsiteY316" fmla="*/ 593835 h 822973"/>
              <a:gd name="connsiteX317" fmla="*/ 449493 w 822962"/>
              <a:gd name="connsiteY317" fmla="*/ 593816 h 822973"/>
              <a:gd name="connsiteX318" fmla="*/ 468064 w 822962"/>
              <a:gd name="connsiteY318" fmla="*/ 607670 h 822973"/>
              <a:gd name="connsiteX319" fmla="*/ 490394 w 822962"/>
              <a:gd name="connsiteY319" fmla="*/ 605265 h 822973"/>
              <a:gd name="connsiteX320" fmla="*/ 492486 w 822962"/>
              <a:gd name="connsiteY320" fmla="*/ 604131 h 822973"/>
              <a:gd name="connsiteX321" fmla="*/ 498329 w 822962"/>
              <a:gd name="connsiteY321" fmla="*/ 600747 h 822973"/>
              <a:gd name="connsiteX322" fmla="*/ 499857 w 822962"/>
              <a:gd name="connsiteY322" fmla="*/ 601660 h 822973"/>
              <a:gd name="connsiteX323" fmla="*/ 500541 w 822962"/>
              <a:gd name="connsiteY323" fmla="*/ 602089 h 822973"/>
              <a:gd name="connsiteX324" fmla="*/ 502818 w 822962"/>
              <a:gd name="connsiteY324" fmla="*/ 603369 h 822973"/>
              <a:gd name="connsiteX325" fmla="*/ 502818 w 822962"/>
              <a:gd name="connsiteY325" fmla="*/ 610942 h 822973"/>
              <a:gd name="connsiteX326" fmla="*/ 511989 w 822962"/>
              <a:gd name="connsiteY326" fmla="*/ 633042 h 822973"/>
              <a:gd name="connsiteX327" fmla="*/ 534089 w 822962"/>
              <a:gd name="connsiteY327" fmla="*/ 642213 h 822973"/>
              <a:gd name="connsiteX328" fmla="*/ 582060 w 822962"/>
              <a:gd name="connsiteY328" fmla="*/ 642213 h 822973"/>
              <a:gd name="connsiteX329" fmla="*/ 604161 w 822962"/>
              <a:gd name="connsiteY329" fmla="*/ 633042 h 822973"/>
              <a:gd name="connsiteX330" fmla="*/ 613331 w 822962"/>
              <a:gd name="connsiteY330" fmla="*/ 610942 h 822973"/>
              <a:gd name="connsiteX331" fmla="*/ 613331 w 822962"/>
              <a:gd name="connsiteY331" fmla="*/ 603369 h 822973"/>
              <a:gd name="connsiteX332" fmla="*/ 615564 w 822962"/>
              <a:gd name="connsiteY332" fmla="*/ 602098 h 822973"/>
              <a:gd name="connsiteX333" fmla="*/ 617842 w 822962"/>
              <a:gd name="connsiteY333" fmla="*/ 600761 h 822973"/>
              <a:gd name="connsiteX334" fmla="*/ 624369 w 822962"/>
              <a:gd name="connsiteY334" fmla="*/ 604529 h 822973"/>
              <a:gd name="connsiteX335" fmla="*/ 624369 w 822962"/>
              <a:gd name="connsiteY335" fmla="*/ 604512 h 822973"/>
              <a:gd name="connsiteX336" fmla="*/ 624562 w 822962"/>
              <a:gd name="connsiteY336" fmla="*/ 604613 h 822973"/>
              <a:gd name="connsiteX337" fmla="*/ 648098 w 822962"/>
              <a:gd name="connsiteY337" fmla="*/ 607658 h 822973"/>
              <a:gd name="connsiteX338" fmla="*/ 667053 w 822962"/>
              <a:gd name="connsiteY338" fmla="*/ 593121 h 822973"/>
              <a:gd name="connsiteX339" fmla="*/ 667053 w 822962"/>
              <a:gd name="connsiteY339" fmla="*/ 593102 h 822973"/>
              <a:gd name="connsiteX340" fmla="*/ 691020 w 822962"/>
              <a:gd name="connsiteY340" fmla="*/ 551517 h 822973"/>
              <a:gd name="connsiteX341" fmla="*/ 694148 w 822962"/>
              <a:gd name="connsiteY341" fmla="*/ 527845 h 822973"/>
              <a:gd name="connsiteX342" fmla="*/ 680498 w 822962"/>
              <a:gd name="connsiteY342" fmla="*/ 509429 h 822973"/>
              <a:gd name="connsiteX343" fmla="*/ 679629 w 822962"/>
              <a:gd name="connsiteY343" fmla="*/ 508872 h 822973"/>
              <a:gd name="connsiteX344" fmla="*/ 673093 w 822962"/>
              <a:gd name="connsiteY344" fmla="*/ 505086 h 822973"/>
              <a:gd name="connsiteX345" fmla="*/ 673093 w 822962"/>
              <a:gd name="connsiteY345" fmla="*/ 499838 h 822973"/>
              <a:gd name="connsiteX346" fmla="*/ 679629 w 822962"/>
              <a:gd name="connsiteY346" fmla="*/ 496053 h 822973"/>
              <a:gd name="connsiteX347" fmla="*/ 694157 w 822962"/>
              <a:gd name="connsiteY347" fmla="*/ 477080 h 822973"/>
              <a:gd name="connsiteX348" fmla="*/ 691029 w 822962"/>
              <a:gd name="connsiteY348" fmla="*/ 453416 h 822973"/>
              <a:gd name="connsiteX349" fmla="*/ 667419 w 822962"/>
              <a:gd name="connsiteY349" fmla="*/ 412542 h 822973"/>
              <a:gd name="connsiteX350" fmla="*/ 667053 w 822962"/>
              <a:gd name="connsiteY350" fmla="*/ 411827 h 822973"/>
              <a:gd name="connsiteX351" fmla="*/ 648098 w 822962"/>
              <a:gd name="connsiteY351" fmla="*/ 397290 h 822973"/>
              <a:gd name="connsiteX352" fmla="*/ 625304 w 822962"/>
              <a:gd name="connsiteY352" fmla="*/ 399924 h 822973"/>
              <a:gd name="connsiteX353" fmla="*/ 624372 w 822962"/>
              <a:gd name="connsiteY353" fmla="*/ 400419 h 822973"/>
              <a:gd name="connsiteX354" fmla="*/ 617853 w 822962"/>
              <a:gd name="connsiteY354" fmla="*/ 404177 h 822973"/>
              <a:gd name="connsiteX355" fmla="*/ 615612 w 822962"/>
              <a:gd name="connsiteY355" fmla="*/ 402853 h 822973"/>
              <a:gd name="connsiteX356" fmla="*/ 615594 w 822962"/>
              <a:gd name="connsiteY356" fmla="*/ 402880 h 822973"/>
              <a:gd name="connsiteX357" fmla="*/ 615559 w 822962"/>
              <a:gd name="connsiteY357" fmla="*/ 402853 h 822973"/>
              <a:gd name="connsiteX358" fmla="*/ 613338 w 822962"/>
              <a:gd name="connsiteY358" fmla="*/ 401600 h 822973"/>
              <a:gd name="connsiteX359" fmla="*/ 613338 w 822962"/>
              <a:gd name="connsiteY359" fmla="*/ 394009 h 822973"/>
              <a:gd name="connsiteX360" fmla="*/ 604167 w 822962"/>
              <a:gd name="connsiteY360" fmla="*/ 371899 h 822973"/>
              <a:gd name="connsiteX361" fmla="*/ 582066 w 822962"/>
              <a:gd name="connsiteY361" fmla="*/ 362738 h 822973"/>
              <a:gd name="connsiteX362" fmla="*/ 534096 w 822962"/>
              <a:gd name="connsiteY362" fmla="*/ 362738 h 822973"/>
              <a:gd name="connsiteX363" fmla="*/ 511995 w 822962"/>
              <a:gd name="connsiteY363" fmla="*/ 371899 h 822973"/>
              <a:gd name="connsiteX364" fmla="*/ 502825 w 822962"/>
              <a:gd name="connsiteY364" fmla="*/ 394009 h 822973"/>
              <a:gd name="connsiteX365" fmla="*/ 502825 w 822962"/>
              <a:gd name="connsiteY365" fmla="*/ 401573 h 822973"/>
              <a:gd name="connsiteX366" fmla="*/ 500583 w 822962"/>
              <a:gd name="connsiteY366" fmla="*/ 402836 h 822973"/>
              <a:gd name="connsiteX367" fmla="*/ 498315 w 822962"/>
              <a:gd name="connsiteY367" fmla="*/ 404181 h 822973"/>
              <a:gd name="connsiteX368" fmla="*/ 491787 w 822962"/>
              <a:gd name="connsiteY368" fmla="*/ 400412 h 822973"/>
              <a:gd name="connsiteX369" fmla="*/ 491787 w 822962"/>
              <a:gd name="connsiteY369" fmla="*/ 400439 h 822973"/>
              <a:gd name="connsiteX370" fmla="*/ 491606 w 822962"/>
              <a:gd name="connsiteY370" fmla="*/ 400338 h 822973"/>
              <a:gd name="connsiteX371" fmla="*/ 468079 w 822962"/>
              <a:gd name="connsiteY371" fmla="*/ 397284 h 822973"/>
              <a:gd name="connsiteX372" fmla="*/ 449107 w 822962"/>
              <a:gd name="connsiteY372" fmla="*/ 411821 h 822973"/>
              <a:gd name="connsiteX373" fmla="*/ 449124 w 822962"/>
              <a:gd name="connsiteY373" fmla="*/ 411821 h 822973"/>
              <a:gd name="connsiteX374" fmla="*/ 425112 w 822962"/>
              <a:gd name="connsiteY374" fmla="*/ 453419 h 822973"/>
              <a:gd name="connsiteX375" fmla="*/ 421975 w 822962"/>
              <a:gd name="connsiteY375" fmla="*/ 477083 h 822973"/>
              <a:gd name="connsiteX376" fmla="*/ 436524 w 822962"/>
              <a:gd name="connsiteY376" fmla="*/ 496055 h 822973"/>
              <a:gd name="connsiteX377" fmla="*/ 443082 w 822962"/>
              <a:gd name="connsiteY377" fmla="*/ 499841 h 822973"/>
              <a:gd name="connsiteX378" fmla="*/ 449368 w 822962"/>
              <a:gd name="connsiteY378" fmla="*/ 473874 h 822973"/>
              <a:gd name="connsiteX379" fmla="*/ 462735 w 822962"/>
              <a:gd name="connsiteY379" fmla="*/ 481592 h 822973"/>
              <a:gd name="connsiteX380" fmla="*/ 469073 w 822962"/>
              <a:gd name="connsiteY380" fmla="*/ 493900 h 822973"/>
              <a:gd name="connsiteX381" fmla="*/ 468662 w 822962"/>
              <a:gd name="connsiteY381" fmla="*/ 502466 h 822973"/>
              <a:gd name="connsiteX382" fmla="*/ 469037 w 822962"/>
              <a:gd name="connsiteY382" fmla="*/ 510431 h 822973"/>
              <a:gd name="connsiteX383" fmla="*/ 462765 w 822962"/>
              <a:gd name="connsiteY383" fmla="*/ 523362 h 822973"/>
              <a:gd name="connsiteX384" fmla="*/ 449380 w 822962"/>
              <a:gd name="connsiteY384" fmla="*/ 531089 h 822973"/>
              <a:gd name="connsiteX385" fmla="*/ 449380 w 822962"/>
              <a:gd name="connsiteY385" fmla="*/ 531072 h 822973"/>
              <a:gd name="connsiteX386" fmla="*/ 449335 w 822962"/>
              <a:gd name="connsiteY386" fmla="*/ 531089 h 822973"/>
              <a:gd name="connsiteX387" fmla="*/ 446793 w 822962"/>
              <a:gd name="connsiteY387" fmla="*/ 534492 h 822973"/>
              <a:gd name="connsiteX388" fmla="*/ 447314 w 822962"/>
              <a:gd name="connsiteY388" fmla="*/ 538772 h 822973"/>
              <a:gd name="connsiteX389" fmla="*/ 470686 w 822962"/>
              <a:gd name="connsiteY389" fmla="*/ 579262 h 822973"/>
              <a:gd name="connsiteX390" fmla="*/ 470897 w 822962"/>
              <a:gd name="connsiteY390" fmla="*/ 579563 h 822973"/>
              <a:gd name="connsiteX391" fmla="*/ 470871 w 822962"/>
              <a:gd name="connsiteY391" fmla="*/ 579581 h 822973"/>
              <a:gd name="connsiteX392" fmla="*/ 470888 w 822962"/>
              <a:gd name="connsiteY392" fmla="*/ 579607 h 822973"/>
              <a:gd name="connsiteX393" fmla="*/ 471299 w 822962"/>
              <a:gd name="connsiteY393" fmla="*/ 580265 h 822973"/>
              <a:gd name="connsiteX394" fmla="*/ 474701 w 822962"/>
              <a:gd name="connsiteY394" fmla="*/ 582852 h 822973"/>
              <a:gd name="connsiteX395" fmla="*/ 478589 w 822962"/>
              <a:gd name="connsiteY395" fmla="*/ 582543 h 822973"/>
              <a:gd name="connsiteX396" fmla="*/ 478928 w 822962"/>
              <a:gd name="connsiteY396" fmla="*/ 582340 h 822973"/>
              <a:gd name="connsiteX397" fmla="*/ 492305 w 822962"/>
              <a:gd name="connsiteY397" fmla="*/ 574613 h 822973"/>
              <a:gd name="connsiteX398" fmla="*/ 506167 w 822962"/>
              <a:gd name="connsiteY398" fmla="*/ 575262 h 822973"/>
              <a:gd name="connsiteX399" fmla="*/ 512733 w 822962"/>
              <a:gd name="connsiteY399" fmla="*/ 579542 h 822973"/>
              <a:gd name="connsiteX400" fmla="*/ 513400 w 822962"/>
              <a:gd name="connsiteY400" fmla="*/ 579899 h 822973"/>
              <a:gd name="connsiteX401" fmla="*/ 520046 w 822962"/>
              <a:gd name="connsiteY401" fmla="*/ 583393 h 822973"/>
              <a:gd name="connsiteX402" fmla="*/ 528533 w 822962"/>
              <a:gd name="connsiteY402" fmla="*/ 595490 h 822973"/>
              <a:gd name="connsiteX403" fmla="*/ 528533 w 822962"/>
              <a:gd name="connsiteY403" fmla="*/ 610944 h 822973"/>
              <a:gd name="connsiteX404" fmla="*/ 530170 w 822962"/>
              <a:gd name="connsiteY404" fmla="*/ 614867 h 822973"/>
              <a:gd name="connsiteX405" fmla="*/ 534084 w 822962"/>
              <a:gd name="connsiteY405" fmla="*/ 616504 h 822973"/>
              <a:gd name="connsiteX406" fmla="*/ 582054 w 822962"/>
              <a:gd name="connsiteY406" fmla="*/ 616504 h 822973"/>
              <a:gd name="connsiteX407" fmla="*/ 585977 w 822962"/>
              <a:gd name="connsiteY407" fmla="*/ 614867 h 822973"/>
              <a:gd name="connsiteX408" fmla="*/ 587615 w 822962"/>
              <a:gd name="connsiteY408" fmla="*/ 610944 h 822973"/>
              <a:gd name="connsiteX409" fmla="*/ 587615 w 822962"/>
              <a:gd name="connsiteY409" fmla="*/ 595635 h 822973"/>
              <a:gd name="connsiteX410" fmla="*/ 595157 w 822962"/>
              <a:gd name="connsiteY410" fmla="*/ 583785 h 822973"/>
              <a:gd name="connsiteX411" fmla="*/ 602819 w 822962"/>
              <a:gd name="connsiteY411" fmla="*/ 579898 h 822973"/>
              <a:gd name="connsiteX412" fmla="*/ 609641 w 822962"/>
              <a:gd name="connsiteY412" fmla="*/ 575520 h 822973"/>
              <a:gd name="connsiteX413" fmla="*/ 623860 w 822962"/>
              <a:gd name="connsiteY413" fmla="*/ 574615 h 822973"/>
              <a:gd name="connsiteX414" fmla="*/ 637228 w 822962"/>
              <a:gd name="connsiteY414" fmla="*/ 582333 h 822973"/>
              <a:gd name="connsiteX415" fmla="*/ 637228 w 822962"/>
              <a:gd name="connsiteY415" fmla="*/ 582351 h 822973"/>
              <a:gd name="connsiteX416" fmla="*/ 641478 w 822962"/>
              <a:gd name="connsiteY416" fmla="*/ 582845 h 822973"/>
              <a:gd name="connsiteX417" fmla="*/ 644824 w 822962"/>
              <a:gd name="connsiteY417" fmla="*/ 580259 h 822973"/>
              <a:gd name="connsiteX418" fmla="*/ 644899 w 822962"/>
              <a:gd name="connsiteY418" fmla="*/ 580276 h 822973"/>
              <a:gd name="connsiteX419" fmla="*/ 668866 w 822962"/>
              <a:gd name="connsiteY419" fmla="*/ 538763 h 822973"/>
              <a:gd name="connsiteX420" fmla="*/ 669378 w 822962"/>
              <a:gd name="connsiteY420" fmla="*/ 534483 h 822973"/>
              <a:gd name="connsiteX421" fmla="*/ 667202 w 822962"/>
              <a:gd name="connsiteY421" fmla="*/ 531310 h 822973"/>
              <a:gd name="connsiteX422" fmla="*/ 666764 w 822962"/>
              <a:gd name="connsiteY422" fmla="*/ 531080 h 822973"/>
              <a:gd name="connsiteX423" fmla="*/ 653396 w 822962"/>
              <a:gd name="connsiteY423" fmla="*/ 523362 h 822973"/>
              <a:gd name="connsiteX424" fmla="*/ 647077 w 822962"/>
              <a:gd name="connsiteY424" fmla="*/ 511054 h 822973"/>
              <a:gd name="connsiteX425" fmla="*/ 647515 w 822962"/>
              <a:gd name="connsiteY425" fmla="*/ 502488 h 822973"/>
              <a:gd name="connsiteX426" fmla="*/ 647077 w 822962"/>
              <a:gd name="connsiteY426" fmla="*/ 494513 h 822973"/>
              <a:gd name="connsiteX427" fmla="*/ 653396 w 822962"/>
              <a:gd name="connsiteY427" fmla="*/ 481592 h 822973"/>
              <a:gd name="connsiteX428" fmla="*/ 666764 w 822962"/>
              <a:gd name="connsiteY428" fmla="*/ 473865 h 822973"/>
              <a:gd name="connsiteX429" fmla="*/ 669380 w 822962"/>
              <a:gd name="connsiteY429" fmla="*/ 470462 h 822973"/>
              <a:gd name="connsiteX430" fmla="*/ 668869 w 822962"/>
              <a:gd name="connsiteY430" fmla="*/ 466182 h 822973"/>
              <a:gd name="connsiteX431" fmla="*/ 645259 w 822962"/>
              <a:gd name="connsiteY431" fmla="*/ 425335 h 822973"/>
              <a:gd name="connsiteX432" fmla="*/ 644830 w 822962"/>
              <a:gd name="connsiteY432" fmla="*/ 424686 h 822973"/>
              <a:gd name="connsiteX433" fmla="*/ 641484 w 822962"/>
              <a:gd name="connsiteY433" fmla="*/ 422091 h 822973"/>
              <a:gd name="connsiteX434" fmla="*/ 637561 w 822962"/>
              <a:gd name="connsiteY434" fmla="*/ 422412 h 822973"/>
              <a:gd name="connsiteX435" fmla="*/ 637222 w 822962"/>
              <a:gd name="connsiteY435" fmla="*/ 422615 h 822973"/>
              <a:gd name="connsiteX436" fmla="*/ 623837 w 822962"/>
              <a:gd name="connsiteY436" fmla="*/ 430342 h 822973"/>
              <a:gd name="connsiteX437" fmla="*/ 609975 w 822962"/>
              <a:gd name="connsiteY437" fmla="*/ 429684 h 822973"/>
              <a:gd name="connsiteX438" fmla="*/ 602743 w 822962"/>
              <a:gd name="connsiteY438" fmla="*/ 425038 h 822973"/>
              <a:gd name="connsiteX439" fmla="*/ 602760 w 822962"/>
              <a:gd name="connsiteY439" fmla="*/ 425011 h 822973"/>
              <a:gd name="connsiteX440" fmla="*/ 596105 w 822962"/>
              <a:gd name="connsiteY440" fmla="*/ 421537 h 822973"/>
              <a:gd name="connsiteX441" fmla="*/ 587610 w 822962"/>
              <a:gd name="connsiteY441" fmla="*/ 409441 h 822973"/>
              <a:gd name="connsiteX442" fmla="*/ 587610 w 822962"/>
              <a:gd name="connsiteY442" fmla="*/ 393986 h 822973"/>
              <a:gd name="connsiteX443" fmla="*/ 585972 w 822962"/>
              <a:gd name="connsiteY443" fmla="*/ 390064 h 822973"/>
              <a:gd name="connsiteX444" fmla="*/ 582050 w 822962"/>
              <a:gd name="connsiteY444" fmla="*/ 388435 h 822973"/>
              <a:gd name="connsiteX445" fmla="*/ 534079 w 822962"/>
              <a:gd name="connsiteY445" fmla="*/ 388435 h 822973"/>
              <a:gd name="connsiteX446" fmla="*/ 530165 w 822962"/>
              <a:gd name="connsiteY446" fmla="*/ 390064 h 822973"/>
              <a:gd name="connsiteX447" fmla="*/ 528528 w 822962"/>
              <a:gd name="connsiteY447" fmla="*/ 393986 h 822973"/>
              <a:gd name="connsiteX448" fmla="*/ 528528 w 822962"/>
              <a:gd name="connsiteY448" fmla="*/ 409295 h 822973"/>
              <a:gd name="connsiteX449" fmla="*/ 520994 w 822962"/>
              <a:gd name="connsiteY449" fmla="*/ 421145 h 822973"/>
              <a:gd name="connsiteX450" fmla="*/ 513332 w 822962"/>
              <a:gd name="connsiteY450" fmla="*/ 425023 h 822973"/>
              <a:gd name="connsiteX451" fmla="*/ 506501 w 822962"/>
              <a:gd name="connsiteY451" fmla="*/ 429402 h 822973"/>
              <a:gd name="connsiteX452" fmla="*/ 492282 w 822962"/>
              <a:gd name="connsiteY452" fmla="*/ 430306 h 822973"/>
              <a:gd name="connsiteX453" fmla="*/ 478914 w 822962"/>
              <a:gd name="connsiteY453" fmla="*/ 422588 h 822973"/>
              <a:gd name="connsiteX454" fmla="*/ 478914 w 822962"/>
              <a:gd name="connsiteY454" fmla="*/ 422561 h 822973"/>
              <a:gd name="connsiteX455" fmla="*/ 474691 w 822962"/>
              <a:gd name="connsiteY455" fmla="*/ 422059 h 822973"/>
              <a:gd name="connsiteX456" fmla="*/ 471288 w 822962"/>
              <a:gd name="connsiteY456" fmla="*/ 424654 h 822973"/>
              <a:gd name="connsiteX457" fmla="*/ 471271 w 822962"/>
              <a:gd name="connsiteY457" fmla="*/ 424654 h 822973"/>
              <a:gd name="connsiteX458" fmla="*/ 447304 w 822962"/>
              <a:gd name="connsiteY458" fmla="*/ 466150 h 822973"/>
              <a:gd name="connsiteX459" fmla="*/ 446782 w 822962"/>
              <a:gd name="connsiteY459" fmla="*/ 470430 h 822973"/>
              <a:gd name="connsiteX460" fmla="*/ 449369 w 822962"/>
              <a:gd name="connsiteY460" fmla="*/ 473833 h 822973"/>
              <a:gd name="connsiteX461" fmla="*/ 149910 w 822962"/>
              <a:gd name="connsiteY461" fmla="*/ 499862 h 822973"/>
              <a:gd name="connsiteX462" fmla="*/ 149882 w 822962"/>
              <a:gd name="connsiteY462" fmla="*/ 502469 h 822973"/>
              <a:gd name="connsiteX463" fmla="*/ 149910 w 822962"/>
              <a:gd name="connsiteY463" fmla="*/ 505104 h 822973"/>
              <a:gd name="connsiteX464" fmla="*/ 143352 w 822962"/>
              <a:gd name="connsiteY464" fmla="*/ 508890 h 822973"/>
              <a:gd name="connsiteX465" fmla="*/ 128814 w 822962"/>
              <a:gd name="connsiteY465" fmla="*/ 527862 h 822973"/>
              <a:gd name="connsiteX466" fmla="*/ 131943 w 822962"/>
              <a:gd name="connsiteY466" fmla="*/ 551535 h 822973"/>
              <a:gd name="connsiteX467" fmla="*/ 155544 w 822962"/>
              <a:gd name="connsiteY467" fmla="*/ 592409 h 822973"/>
              <a:gd name="connsiteX468" fmla="*/ 155928 w 822962"/>
              <a:gd name="connsiteY468" fmla="*/ 593132 h 822973"/>
              <a:gd name="connsiteX469" fmla="*/ 174900 w 822962"/>
              <a:gd name="connsiteY469" fmla="*/ 607670 h 822973"/>
              <a:gd name="connsiteX470" fmla="*/ 197685 w 822962"/>
              <a:gd name="connsiteY470" fmla="*/ 605026 h 822973"/>
              <a:gd name="connsiteX471" fmla="*/ 198626 w 822962"/>
              <a:gd name="connsiteY471" fmla="*/ 604541 h 822973"/>
              <a:gd name="connsiteX472" fmla="*/ 205163 w 822962"/>
              <a:gd name="connsiteY472" fmla="*/ 600755 h 822973"/>
              <a:gd name="connsiteX473" fmla="*/ 206690 w 822962"/>
              <a:gd name="connsiteY473" fmla="*/ 601669 h 822973"/>
              <a:gd name="connsiteX474" fmla="*/ 207383 w 822962"/>
              <a:gd name="connsiteY474" fmla="*/ 602097 h 822973"/>
              <a:gd name="connsiteX475" fmla="*/ 209696 w 822962"/>
              <a:gd name="connsiteY475" fmla="*/ 603404 h 822973"/>
              <a:gd name="connsiteX476" fmla="*/ 209696 w 822962"/>
              <a:gd name="connsiteY476" fmla="*/ 610947 h 822973"/>
              <a:gd name="connsiteX477" fmla="*/ 209652 w 822962"/>
              <a:gd name="connsiteY477" fmla="*/ 610947 h 822973"/>
              <a:gd name="connsiteX478" fmla="*/ 218823 w 822962"/>
              <a:gd name="connsiteY478" fmla="*/ 633047 h 822973"/>
              <a:gd name="connsiteX479" fmla="*/ 240933 w 822962"/>
              <a:gd name="connsiteY479" fmla="*/ 642219 h 822973"/>
              <a:gd name="connsiteX480" fmla="*/ 288903 w 822962"/>
              <a:gd name="connsiteY480" fmla="*/ 642219 h 822973"/>
              <a:gd name="connsiteX481" fmla="*/ 311004 w 822962"/>
              <a:gd name="connsiteY481" fmla="*/ 633047 h 822973"/>
              <a:gd name="connsiteX482" fmla="*/ 320165 w 822962"/>
              <a:gd name="connsiteY482" fmla="*/ 610947 h 822973"/>
              <a:gd name="connsiteX483" fmla="*/ 320121 w 822962"/>
              <a:gd name="connsiteY483" fmla="*/ 610947 h 822973"/>
              <a:gd name="connsiteX484" fmla="*/ 320121 w 822962"/>
              <a:gd name="connsiteY484" fmla="*/ 603404 h 822973"/>
              <a:gd name="connsiteX485" fmla="*/ 322407 w 822962"/>
              <a:gd name="connsiteY485" fmla="*/ 602106 h 822973"/>
              <a:gd name="connsiteX486" fmla="*/ 324675 w 822962"/>
              <a:gd name="connsiteY486" fmla="*/ 600770 h 822973"/>
              <a:gd name="connsiteX487" fmla="*/ 331202 w 822962"/>
              <a:gd name="connsiteY487" fmla="*/ 604538 h 822973"/>
              <a:gd name="connsiteX488" fmla="*/ 331202 w 822962"/>
              <a:gd name="connsiteY488" fmla="*/ 604520 h 822973"/>
              <a:gd name="connsiteX489" fmla="*/ 331256 w 822962"/>
              <a:gd name="connsiteY489" fmla="*/ 604538 h 822973"/>
              <a:gd name="connsiteX490" fmla="*/ 354920 w 822962"/>
              <a:gd name="connsiteY490" fmla="*/ 607667 h 822973"/>
              <a:gd name="connsiteX491" fmla="*/ 373318 w 822962"/>
              <a:gd name="connsiteY491" fmla="*/ 594079 h 822973"/>
              <a:gd name="connsiteX492" fmla="*/ 373491 w 822962"/>
              <a:gd name="connsiteY492" fmla="*/ 593822 h 822973"/>
              <a:gd name="connsiteX493" fmla="*/ 373473 w 822962"/>
              <a:gd name="connsiteY493" fmla="*/ 593822 h 822973"/>
              <a:gd name="connsiteX494" fmla="*/ 373883 w 822962"/>
              <a:gd name="connsiteY494" fmla="*/ 593129 h 822973"/>
              <a:gd name="connsiteX495" fmla="*/ 373866 w 822962"/>
              <a:gd name="connsiteY495" fmla="*/ 593111 h 822973"/>
              <a:gd name="connsiteX496" fmla="*/ 397869 w 822962"/>
              <a:gd name="connsiteY496" fmla="*/ 551525 h 822973"/>
              <a:gd name="connsiteX497" fmla="*/ 400998 w 822962"/>
              <a:gd name="connsiteY497" fmla="*/ 527853 h 822973"/>
              <a:gd name="connsiteX498" fmla="*/ 387335 w 822962"/>
              <a:gd name="connsiteY498" fmla="*/ 509437 h 822973"/>
              <a:gd name="connsiteX499" fmla="*/ 386456 w 822962"/>
              <a:gd name="connsiteY499" fmla="*/ 508881 h 822973"/>
              <a:gd name="connsiteX500" fmla="*/ 379899 w 822962"/>
              <a:gd name="connsiteY500" fmla="*/ 505094 h 822973"/>
              <a:gd name="connsiteX501" fmla="*/ 379917 w 822962"/>
              <a:gd name="connsiteY501" fmla="*/ 502478 h 822973"/>
              <a:gd name="connsiteX502" fmla="*/ 379890 w 822962"/>
              <a:gd name="connsiteY502" fmla="*/ 499853 h 822973"/>
              <a:gd name="connsiteX503" fmla="*/ 386448 w 822962"/>
              <a:gd name="connsiteY503" fmla="*/ 496066 h 822973"/>
              <a:gd name="connsiteX504" fmla="*/ 386430 w 822962"/>
              <a:gd name="connsiteY504" fmla="*/ 496049 h 822973"/>
              <a:gd name="connsiteX505" fmla="*/ 400988 w 822962"/>
              <a:gd name="connsiteY505" fmla="*/ 477094 h 822973"/>
              <a:gd name="connsiteX506" fmla="*/ 397860 w 822962"/>
              <a:gd name="connsiteY506" fmla="*/ 453430 h 822973"/>
              <a:gd name="connsiteX507" fmla="*/ 374077 w 822962"/>
              <a:gd name="connsiteY507" fmla="*/ 412217 h 822973"/>
              <a:gd name="connsiteX508" fmla="*/ 373592 w 822962"/>
              <a:gd name="connsiteY508" fmla="*/ 411404 h 822973"/>
              <a:gd name="connsiteX509" fmla="*/ 354910 w 822962"/>
              <a:gd name="connsiteY509" fmla="*/ 397287 h 822973"/>
              <a:gd name="connsiteX510" fmla="*/ 332116 w 822962"/>
              <a:gd name="connsiteY510" fmla="*/ 399929 h 822973"/>
              <a:gd name="connsiteX511" fmla="*/ 331193 w 822962"/>
              <a:gd name="connsiteY511" fmla="*/ 400415 h 822973"/>
              <a:gd name="connsiteX512" fmla="*/ 324657 w 822962"/>
              <a:gd name="connsiteY512" fmla="*/ 404192 h 822973"/>
              <a:gd name="connsiteX513" fmla="*/ 323130 w 822962"/>
              <a:gd name="connsiteY513" fmla="*/ 403287 h 822973"/>
              <a:gd name="connsiteX514" fmla="*/ 322436 w 822962"/>
              <a:gd name="connsiteY514" fmla="*/ 402849 h 822973"/>
              <a:gd name="connsiteX515" fmla="*/ 320114 w 822962"/>
              <a:gd name="connsiteY515" fmla="*/ 401552 h 822973"/>
              <a:gd name="connsiteX516" fmla="*/ 320114 w 822962"/>
              <a:gd name="connsiteY516" fmla="*/ 394018 h 822973"/>
              <a:gd name="connsiteX517" fmla="*/ 320159 w 822962"/>
              <a:gd name="connsiteY517" fmla="*/ 394018 h 822973"/>
              <a:gd name="connsiteX518" fmla="*/ 310998 w 822962"/>
              <a:gd name="connsiteY518" fmla="*/ 371908 h 822973"/>
              <a:gd name="connsiteX519" fmla="*/ 288896 w 822962"/>
              <a:gd name="connsiteY519" fmla="*/ 362747 h 822973"/>
              <a:gd name="connsiteX520" fmla="*/ 240927 w 822962"/>
              <a:gd name="connsiteY520" fmla="*/ 362747 h 822973"/>
              <a:gd name="connsiteX521" fmla="*/ 218816 w 822962"/>
              <a:gd name="connsiteY521" fmla="*/ 371908 h 822973"/>
              <a:gd name="connsiteX522" fmla="*/ 209645 w 822962"/>
              <a:gd name="connsiteY522" fmla="*/ 394018 h 822973"/>
              <a:gd name="connsiteX523" fmla="*/ 209645 w 822962"/>
              <a:gd name="connsiteY523" fmla="*/ 401581 h 822973"/>
              <a:gd name="connsiteX524" fmla="*/ 207404 w 822962"/>
              <a:gd name="connsiteY524" fmla="*/ 402844 h 822973"/>
              <a:gd name="connsiteX525" fmla="*/ 205135 w 822962"/>
              <a:gd name="connsiteY525" fmla="*/ 404189 h 822973"/>
              <a:gd name="connsiteX526" fmla="*/ 198608 w 822962"/>
              <a:gd name="connsiteY526" fmla="*/ 400421 h 822973"/>
              <a:gd name="connsiteX527" fmla="*/ 198608 w 822962"/>
              <a:gd name="connsiteY527" fmla="*/ 400447 h 822973"/>
              <a:gd name="connsiteX528" fmla="*/ 198555 w 822962"/>
              <a:gd name="connsiteY528" fmla="*/ 400421 h 822973"/>
              <a:gd name="connsiteX529" fmla="*/ 174891 w 822962"/>
              <a:gd name="connsiteY529" fmla="*/ 397292 h 822973"/>
              <a:gd name="connsiteX530" fmla="*/ 156502 w 822962"/>
              <a:gd name="connsiteY530" fmla="*/ 410871 h 822973"/>
              <a:gd name="connsiteX531" fmla="*/ 156319 w 822962"/>
              <a:gd name="connsiteY531" fmla="*/ 411127 h 822973"/>
              <a:gd name="connsiteX532" fmla="*/ 156319 w 822962"/>
              <a:gd name="connsiteY532" fmla="*/ 411145 h 822973"/>
              <a:gd name="connsiteX533" fmla="*/ 155918 w 822962"/>
              <a:gd name="connsiteY533" fmla="*/ 411829 h 822973"/>
              <a:gd name="connsiteX534" fmla="*/ 155945 w 822962"/>
              <a:gd name="connsiteY534" fmla="*/ 411829 h 822973"/>
              <a:gd name="connsiteX535" fmla="*/ 131932 w 822962"/>
              <a:gd name="connsiteY535" fmla="*/ 453427 h 822973"/>
              <a:gd name="connsiteX536" fmla="*/ 128804 w 822962"/>
              <a:gd name="connsiteY536" fmla="*/ 477091 h 822973"/>
              <a:gd name="connsiteX537" fmla="*/ 143342 w 822962"/>
              <a:gd name="connsiteY537" fmla="*/ 496063 h 822973"/>
              <a:gd name="connsiteX538" fmla="*/ 149899 w 822962"/>
              <a:gd name="connsiteY538" fmla="*/ 499850 h 822973"/>
              <a:gd name="connsiteX539" fmla="*/ 156220 w 822962"/>
              <a:gd name="connsiteY539" fmla="*/ 473874 h 822973"/>
              <a:gd name="connsiteX540" fmla="*/ 169578 w 822962"/>
              <a:gd name="connsiteY540" fmla="*/ 481592 h 822973"/>
              <a:gd name="connsiteX541" fmla="*/ 175915 w 822962"/>
              <a:gd name="connsiteY541" fmla="*/ 493900 h 822973"/>
              <a:gd name="connsiteX542" fmla="*/ 175504 w 822962"/>
              <a:gd name="connsiteY542" fmla="*/ 502466 h 822973"/>
              <a:gd name="connsiteX543" fmla="*/ 175879 w 822962"/>
              <a:gd name="connsiteY543" fmla="*/ 510441 h 822973"/>
              <a:gd name="connsiteX544" fmla="*/ 169608 w 822962"/>
              <a:gd name="connsiteY544" fmla="*/ 523362 h 822973"/>
              <a:gd name="connsiteX545" fmla="*/ 156231 w 822962"/>
              <a:gd name="connsiteY545" fmla="*/ 531089 h 822973"/>
              <a:gd name="connsiteX546" fmla="*/ 153636 w 822962"/>
              <a:gd name="connsiteY546" fmla="*/ 534492 h 822973"/>
              <a:gd name="connsiteX547" fmla="*/ 154156 w 822962"/>
              <a:gd name="connsiteY547" fmla="*/ 538772 h 822973"/>
              <a:gd name="connsiteX548" fmla="*/ 177731 w 822962"/>
              <a:gd name="connsiteY548" fmla="*/ 579610 h 822973"/>
              <a:gd name="connsiteX549" fmla="*/ 178142 w 822962"/>
              <a:gd name="connsiteY549" fmla="*/ 580268 h 822973"/>
              <a:gd name="connsiteX550" fmla="*/ 181544 w 822962"/>
              <a:gd name="connsiteY550" fmla="*/ 582855 h 822973"/>
              <a:gd name="connsiteX551" fmla="*/ 185440 w 822962"/>
              <a:gd name="connsiteY551" fmla="*/ 582533 h 822973"/>
              <a:gd name="connsiteX552" fmla="*/ 185771 w 822962"/>
              <a:gd name="connsiteY552" fmla="*/ 582340 h 822973"/>
              <a:gd name="connsiteX553" fmla="*/ 199148 w 822962"/>
              <a:gd name="connsiteY553" fmla="*/ 574613 h 822973"/>
              <a:gd name="connsiteX554" fmla="*/ 213009 w 822962"/>
              <a:gd name="connsiteY554" fmla="*/ 575262 h 822973"/>
              <a:gd name="connsiteX555" fmla="*/ 219575 w 822962"/>
              <a:gd name="connsiteY555" fmla="*/ 579542 h 822973"/>
              <a:gd name="connsiteX556" fmla="*/ 220242 w 822962"/>
              <a:gd name="connsiteY556" fmla="*/ 579899 h 822973"/>
              <a:gd name="connsiteX557" fmla="*/ 227842 w 822962"/>
              <a:gd name="connsiteY557" fmla="*/ 583831 h 822973"/>
              <a:gd name="connsiteX558" fmla="*/ 235331 w 822962"/>
              <a:gd name="connsiteY558" fmla="*/ 595491 h 822973"/>
              <a:gd name="connsiteX559" fmla="*/ 235331 w 822962"/>
              <a:gd name="connsiteY559" fmla="*/ 610945 h 822973"/>
              <a:gd name="connsiteX560" fmla="*/ 235375 w 822962"/>
              <a:gd name="connsiteY560" fmla="*/ 610945 h 822973"/>
              <a:gd name="connsiteX561" fmla="*/ 237021 w 822962"/>
              <a:gd name="connsiteY561" fmla="*/ 614867 h 822973"/>
              <a:gd name="connsiteX562" fmla="*/ 240944 w 822962"/>
              <a:gd name="connsiteY562" fmla="*/ 616505 h 822973"/>
              <a:gd name="connsiteX563" fmla="*/ 288914 w 822962"/>
              <a:gd name="connsiteY563" fmla="*/ 616505 h 822973"/>
              <a:gd name="connsiteX564" fmla="*/ 292829 w 822962"/>
              <a:gd name="connsiteY564" fmla="*/ 614867 h 822973"/>
              <a:gd name="connsiteX565" fmla="*/ 294466 w 822962"/>
              <a:gd name="connsiteY565" fmla="*/ 610945 h 822973"/>
              <a:gd name="connsiteX566" fmla="*/ 294519 w 822962"/>
              <a:gd name="connsiteY566" fmla="*/ 610945 h 822973"/>
              <a:gd name="connsiteX567" fmla="*/ 294519 w 822962"/>
              <a:gd name="connsiteY567" fmla="*/ 596634 h 822973"/>
              <a:gd name="connsiteX568" fmla="*/ 302009 w 822962"/>
              <a:gd name="connsiteY568" fmla="*/ 583787 h 822973"/>
              <a:gd name="connsiteX569" fmla="*/ 309670 w 822962"/>
              <a:gd name="connsiteY569" fmla="*/ 579899 h 822973"/>
              <a:gd name="connsiteX570" fmla="*/ 316493 w 822962"/>
              <a:gd name="connsiteY570" fmla="*/ 575521 h 822973"/>
              <a:gd name="connsiteX571" fmla="*/ 330721 w 822962"/>
              <a:gd name="connsiteY571" fmla="*/ 574616 h 822973"/>
              <a:gd name="connsiteX572" fmla="*/ 343303 w 822962"/>
              <a:gd name="connsiteY572" fmla="*/ 581876 h 822973"/>
              <a:gd name="connsiteX573" fmla="*/ 344618 w 822962"/>
              <a:gd name="connsiteY573" fmla="*/ 582626 h 822973"/>
              <a:gd name="connsiteX574" fmla="*/ 348312 w 822962"/>
              <a:gd name="connsiteY574" fmla="*/ 582855 h 822973"/>
              <a:gd name="connsiteX575" fmla="*/ 351440 w 822962"/>
              <a:gd name="connsiteY575" fmla="*/ 580679 h 822973"/>
              <a:gd name="connsiteX576" fmla="*/ 352107 w 822962"/>
              <a:gd name="connsiteY576" fmla="*/ 579563 h 822973"/>
              <a:gd name="connsiteX577" fmla="*/ 352125 w 822962"/>
              <a:gd name="connsiteY577" fmla="*/ 579581 h 822973"/>
              <a:gd name="connsiteX578" fmla="*/ 375691 w 822962"/>
              <a:gd name="connsiteY578" fmla="*/ 538781 h 822973"/>
              <a:gd name="connsiteX579" fmla="*/ 376212 w 822962"/>
              <a:gd name="connsiteY579" fmla="*/ 534501 h 822973"/>
              <a:gd name="connsiteX580" fmla="*/ 374018 w 822962"/>
              <a:gd name="connsiteY580" fmla="*/ 531328 h 822973"/>
              <a:gd name="connsiteX581" fmla="*/ 373616 w 822962"/>
              <a:gd name="connsiteY581" fmla="*/ 531098 h 822973"/>
              <a:gd name="connsiteX582" fmla="*/ 360257 w 822962"/>
              <a:gd name="connsiteY582" fmla="*/ 523380 h 822973"/>
              <a:gd name="connsiteX583" fmla="*/ 353911 w 822962"/>
              <a:gd name="connsiteY583" fmla="*/ 511072 h 822973"/>
              <a:gd name="connsiteX584" fmla="*/ 354322 w 822962"/>
              <a:gd name="connsiteY584" fmla="*/ 502494 h 822973"/>
              <a:gd name="connsiteX585" fmla="*/ 353956 w 822962"/>
              <a:gd name="connsiteY585" fmla="*/ 494529 h 822973"/>
              <a:gd name="connsiteX586" fmla="*/ 360228 w 822962"/>
              <a:gd name="connsiteY586" fmla="*/ 481607 h 822973"/>
              <a:gd name="connsiteX587" fmla="*/ 373613 w 822962"/>
              <a:gd name="connsiteY587" fmla="*/ 473880 h 822973"/>
              <a:gd name="connsiteX588" fmla="*/ 373631 w 822962"/>
              <a:gd name="connsiteY588" fmla="*/ 473897 h 822973"/>
              <a:gd name="connsiteX589" fmla="*/ 373667 w 822962"/>
              <a:gd name="connsiteY589" fmla="*/ 473880 h 822973"/>
              <a:gd name="connsiteX590" fmla="*/ 376208 w 822962"/>
              <a:gd name="connsiteY590" fmla="*/ 470478 h 822973"/>
              <a:gd name="connsiteX591" fmla="*/ 375688 w 822962"/>
              <a:gd name="connsiteY591" fmla="*/ 466197 h 822973"/>
              <a:gd name="connsiteX592" fmla="*/ 351702 w 822962"/>
              <a:gd name="connsiteY592" fmla="*/ 424648 h 822973"/>
              <a:gd name="connsiteX593" fmla="*/ 348300 w 822962"/>
              <a:gd name="connsiteY593" fmla="*/ 422106 h 822973"/>
              <a:gd name="connsiteX594" fmla="*/ 344412 w 822962"/>
              <a:gd name="connsiteY594" fmla="*/ 422427 h 822973"/>
              <a:gd name="connsiteX595" fmla="*/ 344073 w 822962"/>
              <a:gd name="connsiteY595" fmla="*/ 422630 h 822973"/>
              <a:gd name="connsiteX596" fmla="*/ 330696 w 822962"/>
              <a:gd name="connsiteY596" fmla="*/ 430357 h 822973"/>
              <a:gd name="connsiteX597" fmla="*/ 316835 w 822962"/>
              <a:gd name="connsiteY597" fmla="*/ 429699 h 822973"/>
              <a:gd name="connsiteX598" fmla="*/ 310269 w 822962"/>
              <a:gd name="connsiteY598" fmla="*/ 425419 h 822973"/>
              <a:gd name="connsiteX599" fmla="*/ 309602 w 822962"/>
              <a:gd name="connsiteY599" fmla="*/ 425053 h 822973"/>
              <a:gd name="connsiteX600" fmla="*/ 302002 w 822962"/>
              <a:gd name="connsiteY600" fmla="*/ 421121 h 822973"/>
              <a:gd name="connsiteX601" fmla="*/ 294514 w 822962"/>
              <a:gd name="connsiteY601" fmla="*/ 409470 h 822973"/>
              <a:gd name="connsiteX602" fmla="*/ 294514 w 822962"/>
              <a:gd name="connsiteY602" fmla="*/ 394016 h 822973"/>
              <a:gd name="connsiteX603" fmla="*/ 294460 w 822962"/>
              <a:gd name="connsiteY603" fmla="*/ 394016 h 822973"/>
              <a:gd name="connsiteX604" fmla="*/ 292823 w 822962"/>
              <a:gd name="connsiteY604" fmla="*/ 390093 h 822973"/>
              <a:gd name="connsiteX605" fmla="*/ 288909 w 822962"/>
              <a:gd name="connsiteY605" fmla="*/ 388465 h 822973"/>
              <a:gd name="connsiteX606" fmla="*/ 240939 w 822962"/>
              <a:gd name="connsiteY606" fmla="*/ 388465 h 822973"/>
              <a:gd name="connsiteX607" fmla="*/ 237015 w 822962"/>
              <a:gd name="connsiteY607" fmla="*/ 390093 h 822973"/>
              <a:gd name="connsiteX608" fmla="*/ 235379 w 822962"/>
              <a:gd name="connsiteY608" fmla="*/ 394016 h 822973"/>
              <a:gd name="connsiteX609" fmla="*/ 235379 w 822962"/>
              <a:gd name="connsiteY609" fmla="*/ 409325 h 822973"/>
              <a:gd name="connsiteX610" fmla="*/ 227836 w 822962"/>
              <a:gd name="connsiteY610" fmla="*/ 421175 h 822973"/>
              <a:gd name="connsiteX611" fmla="*/ 220174 w 822962"/>
              <a:gd name="connsiteY611" fmla="*/ 425053 h 822973"/>
              <a:gd name="connsiteX612" fmla="*/ 213351 w 822962"/>
              <a:gd name="connsiteY612" fmla="*/ 429432 h 822973"/>
              <a:gd name="connsiteX613" fmla="*/ 199123 w 822962"/>
              <a:gd name="connsiteY613" fmla="*/ 430337 h 822973"/>
              <a:gd name="connsiteX614" fmla="*/ 186541 w 822962"/>
              <a:gd name="connsiteY614" fmla="*/ 423068 h 822973"/>
              <a:gd name="connsiteX615" fmla="*/ 185226 w 822962"/>
              <a:gd name="connsiteY615" fmla="*/ 422327 h 822973"/>
              <a:gd name="connsiteX616" fmla="*/ 181532 w 822962"/>
              <a:gd name="connsiteY616" fmla="*/ 422089 h 822973"/>
              <a:gd name="connsiteX617" fmla="*/ 178404 w 822962"/>
              <a:gd name="connsiteY617" fmla="*/ 424265 h 822973"/>
              <a:gd name="connsiteX618" fmla="*/ 177737 w 822962"/>
              <a:gd name="connsiteY618" fmla="*/ 425390 h 822973"/>
              <a:gd name="connsiteX619" fmla="*/ 177710 w 822962"/>
              <a:gd name="connsiteY619" fmla="*/ 425372 h 822973"/>
              <a:gd name="connsiteX620" fmla="*/ 154144 w 822962"/>
              <a:gd name="connsiteY620" fmla="*/ 466181 h 822973"/>
              <a:gd name="connsiteX621" fmla="*/ 153624 w 822962"/>
              <a:gd name="connsiteY621" fmla="*/ 470461 h 822973"/>
              <a:gd name="connsiteX622" fmla="*/ 156219 w 822962"/>
              <a:gd name="connsiteY622" fmla="*/ 473863 h 822973"/>
              <a:gd name="connsiteX623" fmla="*/ 302798 w 822962"/>
              <a:gd name="connsiteY623" fmla="*/ 220897 h 822973"/>
              <a:gd name="connsiteX624" fmla="*/ 316166 w 822962"/>
              <a:gd name="connsiteY624" fmla="*/ 228616 h 822973"/>
              <a:gd name="connsiteX625" fmla="*/ 322512 w 822962"/>
              <a:gd name="connsiteY625" fmla="*/ 240924 h 822973"/>
              <a:gd name="connsiteX626" fmla="*/ 322101 w 822962"/>
              <a:gd name="connsiteY626" fmla="*/ 249502 h 822973"/>
              <a:gd name="connsiteX627" fmla="*/ 322467 w 822962"/>
              <a:gd name="connsiteY627" fmla="*/ 257467 h 822973"/>
              <a:gd name="connsiteX628" fmla="*/ 316195 w 822962"/>
              <a:gd name="connsiteY628" fmla="*/ 270389 h 822973"/>
              <a:gd name="connsiteX629" fmla="*/ 302819 w 822962"/>
              <a:gd name="connsiteY629" fmla="*/ 278124 h 822973"/>
              <a:gd name="connsiteX630" fmla="*/ 300232 w 822962"/>
              <a:gd name="connsiteY630" fmla="*/ 281518 h 822973"/>
              <a:gd name="connsiteX631" fmla="*/ 300744 w 822962"/>
              <a:gd name="connsiteY631" fmla="*/ 285807 h 822973"/>
              <a:gd name="connsiteX632" fmla="*/ 324318 w 822962"/>
              <a:gd name="connsiteY632" fmla="*/ 326645 h 822973"/>
              <a:gd name="connsiteX633" fmla="*/ 324729 w 822962"/>
              <a:gd name="connsiteY633" fmla="*/ 327303 h 822973"/>
              <a:gd name="connsiteX634" fmla="*/ 328131 w 822962"/>
              <a:gd name="connsiteY634" fmla="*/ 329890 h 822973"/>
              <a:gd name="connsiteX635" fmla="*/ 332019 w 822962"/>
              <a:gd name="connsiteY635" fmla="*/ 329569 h 822973"/>
              <a:gd name="connsiteX636" fmla="*/ 332358 w 822962"/>
              <a:gd name="connsiteY636" fmla="*/ 329366 h 822973"/>
              <a:gd name="connsiteX637" fmla="*/ 345735 w 822962"/>
              <a:gd name="connsiteY637" fmla="*/ 321638 h 822973"/>
              <a:gd name="connsiteX638" fmla="*/ 359597 w 822962"/>
              <a:gd name="connsiteY638" fmla="*/ 322297 h 822973"/>
              <a:gd name="connsiteX639" fmla="*/ 366830 w 822962"/>
              <a:gd name="connsiteY639" fmla="*/ 326943 h 822973"/>
              <a:gd name="connsiteX640" fmla="*/ 366830 w 822962"/>
              <a:gd name="connsiteY640" fmla="*/ 326961 h 822973"/>
              <a:gd name="connsiteX641" fmla="*/ 373467 w 822962"/>
              <a:gd name="connsiteY641" fmla="*/ 330434 h 822973"/>
              <a:gd name="connsiteX642" fmla="*/ 381962 w 822962"/>
              <a:gd name="connsiteY642" fmla="*/ 342531 h 822973"/>
              <a:gd name="connsiteX643" fmla="*/ 381962 w 822962"/>
              <a:gd name="connsiteY643" fmla="*/ 357977 h 822973"/>
              <a:gd name="connsiteX644" fmla="*/ 383599 w 822962"/>
              <a:gd name="connsiteY644" fmla="*/ 361900 h 822973"/>
              <a:gd name="connsiteX645" fmla="*/ 387513 w 822962"/>
              <a:gd name="connsiteY645" fmla="*/ 363537 h 822973"/>
              <a:gd name="connsiteX646" fmla="*/ 435484 w 822962"/>
              <a:gd name="connsiteY646" fmla="*/ 363537 h 822973"/>
              <a:gd name="connsiteX647" fmla="*/ 439406 w 822962"/>
              <a:gd name="connsiteY647" fmla="*/ 361900 h 822973"/>
              <a:gd name="connsiteX648" fmla="*/ 441044 w 822962"/>
              <a:gd name="connsiteY648" fmla="*/ 357977 h 822973"/>
              <a:gd name="connsiteX649" fmla="*/ 441044 w 822962"/>
              <a:gd name="connsiteY649" fmla="*/ 342680 h 822973"/>
              <a:gd name="connsiteX650" fmla="*/ 448586 w 822962"/>
              <a:gd name="connsiteY650" fmla="*/ 330822 h 822973"/>
              <a:gd name="connsiteX651" fmla="*/ 456248 w 822962"/>
              <a:gd name="connsiteY651" fmla="*/ 326943 h 822973"/>
              <a:gd name="connsiteX652" fmla="*/ 463070 w 822962"/>
              <a:gd name="connsiteY652" fmla="*/ 322565 h 822973"/>
              <a:gd name="connsiteX653" fmla="*/ 477298 w 822962"/>
              <a:gd name="connsiteY653" fmla="*/ 321660 h 822973"/>
              <a:gd name="connsiteX654" fmla="*/ 490666 w 822962"/>
              <a:gd name="connsiteY654" fmla="*/ 329379 h 822973"/>
              <a:gd name="connsiteX655" fmla="*/ 490666 w 822962"/>
              <a:gd name="connsiteY655" fmla="*/ 329405 h 822973"/>
              <a:gd name="connsiteX656" fmla="*/ 494890 w 822962"/>
              <a:gd name="connsiteY656" fmla="*/ 329908 h 822973"/>
              <a:gd name="connsiteX657" fmla="*/ 498292 w 822962"/>
              <a:gd name="connsiteY657" fmla="*/ 327322 h 822973"/>
              <a:gd name="connsiteX658" fmla="*/ 498319 w 822962"/>
              <a:gd name="connsiteY658" fmla="*/ 327322 h 822973"/>
              <a:gd name="connsiteX659" fmla="*/ 522286 w 822962"/>
              <a:gd name="connsiteY659" fmla="*/ 285826 h 822973"/>
              <a:gd name="connsiteX660" fmla="*/ 522798 w 822962"/>
              <a:gd name="connsiteY660" fmla="*/ 281537 h 822973"/>
              <a:gd name="connsiteX661" fmla="*/ 520212 w 822962"/>
              <a:gd name="connsiteY661" fmla="*/ 278143 h 822973"/>
              <a:gd name="connsiteX662" fmla="*/ 506844 w 822962"/>
              <a:gd name="connsiteY662" fmla="*/ 270425 h 822973"/>
              <a:gd name="connsiteX663" fmla="*/ 500506 w 822962"/>
              <a:gd name="connsiteY663" fmla="*/ 258117 h 822973"/>
              <a:gd name="connsiteX664" fmla="*/ 500917 w 822962"/>
              <a:gd name="connsiteY664" fmla="*/ 249551 h 822973"/>
              <a:gd name="connsiteX665" fmla="*/ 500551 w 822962"/>
              <a:gd name="connsiteY665" fmla="*/ 241586 h 822973"/>
              <a:gd name="connsiteX666" fmla="*/ 506823 w 822962"/>
              <a:gd name="connsiteY666" fmla="*/ 228655 h 822973"/>
              <a:gd name="connsiteX667" fmla="*/ 520200 w 822962"/>
              <a:gd name="connsiteY667" fmla="*/ 220928 h 822973"/>
              <a:gd name="connsiteX668" fmla="*/ 522787 w 822962"/>
              <a:gd name="connsiteY668" fmla="*/ 217526 h 822973"/>
              <a:gd name="connsiteX669" fmla="*/ 522275 w 822962"/>
              <a:gd name="connsiteY669" fmla="*/ 213245 h 822973"/>
              <a:gd name="connsiteX670" fmla="*/ 498691 w 822962"/>
              <a:gd name="connsiteY670" fmla="*/ 172407 h 822973"/>
              <a:gd name="connsiteX671" fmla="*/ 498290 w 822962"/>
              <a:gd name="connsiteY671" fmla="*/ 171748 h 822973"/>
              <a:gd name="connsiteX672" fmla="*/ 494888 w 822962"/>
              <a:gd name="connsiteY672" fmla="*/ 169162 h 822973"/>
              <a:gd name="connsiteX673" fmla="*/ 490664 w 822962"/>
              <a:gd name="connsiteY673" fmla="*/ 169683 h 822973"/>
              <a:gd name="connsiteX674" fmla="*/ 477278 w 822962"/>
              <a:gd name="connsiteY674" fmla="*/ 177411 h 822973"/>
              <a:gd name="connsiteX675" fmla="*/ 463417 w 822962"/>
              <a:gd name="connsiteY675" fmla="*/ 176762 h 822973"/>
              <a:gd name="connsiteX676" fmla="*/ 456192 w 822962"/>
              <a:gd name="connsiteY676" fmla="*/ 172115 h 822973"/>
              <a:gd name="connsiteX677" fmla="*/ 456211 w 822962"/>
              <a:gd name="connsiteY677" fmla="*/ 172097 h 822973"/>
              <a:gd name="connsiteX678" fmla="*/ 449555 w 822962"/>
              <a:gd name="connsiteY678" fmla="*/ 168623 h 822973"/>
              <a:gd name="connsiteX679" fmla="*/ 441051 w 822962"/>
              <a:gd name="connsiteY679" fmla="*/ 156527 h 822973"/>
              <a:gd name="connsiteX680" fmla="*/ 441051 w 822962"/>
              <a:gd name="connsiteY680" fmla="*/ 141073 h 822973"/>
              <a:gd name="connsiteX681" fmla="*/ 439414 w 822962"/>
              <a:gd name="connsiteY681" fmla="*/ 137159 h 822973"/>
              <a:gd name="connsiteX682" fmla="*/ 435491 w 822962"/>
              <a:gd name="connsiteY682" fmla="*/ 135512 h 822973"/>
              <a:gd name="connsiteX683" fmla="*/ 387521 w 822962"/>
              <a:gd name="connsiteY683" fmla="*/ 135512 h 822973"/>
              <a:gd name="connsiteX684" fmla="*/ 383607 w 822962"/>
              <a:gd name="connsiteY684" fmla="*/ 137159 h 822973"/>
              <a:gd name="connsiteX685" fmla="*/ 381969 w 822962"/>
              <a:gd name="connsiteY685" fmla="*/ 141073 h 822973"/>
              <a:gd name="connsiteX686" fmla="*/ 381969 w 822962"/>
              <a:gd name="connsiteY686" fmla="*/ 156381 h 822973"/>
              <a:gd name="connsiteX687" fmla="*/ 374436 w 822962"/>
              <a:gd name="connsiteY687" fmla="*/ 168239 h 822973"/>
              <a:gd name="connsiteX688" fmla="*/ 366774 w 822962"/>
              <a:gd name="connsiteY688" fmla="*/ 172118 h 822973"/>
              <a:gd name="connsiteX689" fmla="*/ 359943 w 822962"/>
              <a:gd name="connsiteY689" fmla="*/ 176496 h 822973"/>
              <a:gd name="connsiteX690" fmla="*/ 345724 w 822962"/>
              <a:gd name="connsiteY690" fmla="*/ 177410 h 822973"/>
              <a:gd name="connsiteX691" fmla="*/ 332356 w 822962"/>
              <a:gd name="connsiteY691" fmla="*/ 169692 h 822973"/>
              <a:gd name="connsiteX692" fmla="*/ 332356 w 822962"/>
              <a:gd name="connsiteY692" fmla="*/ 169674 h 822973"/>
              <a:gd name="connsiteX693" fmla="*/ 328132 w 822962"/>
              <a:gd name="connsiteY693" fmla="*/ 169171 h 822973"/>
              <a:gd name="connsiteX694" fmla="*/ 324730 w 822962"/>
              <a:gd name="connsiteY694" fmla="*/ 171704 h 822973"/>
              <a:gd name="connsiteX695" fmla="*/ 300744 w 822962"/>
              <a:gd name="connsiteY695" fmla="*/ 213254 h 822973"/>
              <a:gd name="connsiteX696" fmla="*/ 300232 w 822962"/>
              <a:gd name="connsiteY696" fmla="*/ 217534 h 822973"/>
              <a:gd name="connsiteX697" fmla="*/ 302418 w 822962"/>
              <a:gd name="connsiteY697" fmla="*/ 220716 h 822973"/>
              <a:gd name="connsiteX698" fmla="*/ 302819 w 822962"/>
              <a:gd name="connsiteY698" fmla="*/ 220936 h 822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Lst>
            <a:rect l="l" t="t" r="r" b="b"/>
            <a:pathLst>
              <a:path w="822962" h="822973">
                <a:moveTo>
                  <a:pt x="296483" y="246901"/>
                </a:moveTo>
                <a:lnTo>
                  <a:pt x="289935" y="243115"/>
                </a:lnTo>
                <a:cubicBezTo>
                  <a:pt x="289634" y="242943"/>
                  <a:pt x="289340" y="242749"/>
                  <a:pt x="289057" y="242559"/>
                </a:cubicBezTo>
                <a:cubicBezTo>
                  <a:pt x="282071" y="238198"/>
                  <a:pt x="277371" y="231522"/>
                  <a:pt x="275394" y="224143"/>
                </a:cubicBezTo>
                <a:cubicBezTo>
                  <a:pt x="273328" y="216451"/>
                  <a:pt x="274215" y="207947"/>
                  <a:pt x="278522" y="200470"/>
                </a:cubicBezTo>
                <a:lnTo>
                  <a:pt x="302653" y="158673"/>
                </a:lnTo>
                <a:cubicBezTo>
                  <a:pt x="306997" y="151303"/>
                  <a:pt x="313872" y="146365"/>
                  <a:pt x="321480" y="144326"/>
                </a:cubicBezTo>
                <a:cubicBezTo>
                  <a:pt x="329115" y="142278"/>
                  <a:pt x="337565" y="143138"/>
                  <a:pt x="345016" y="147380"/>
                </a:cubicBezTo>
                <a:lnTo>
                  <a:pt x="345189" y="147473"/>
                </a:lnTo>
                <a:lnTo>
                  <a:pt x="345189" y="147454"/>
                </a:lnTo>
                <a:lnTo>
                  <a:pt x="351716" y="151222"/>
                </a:lnTo>
                <a:cubicBezTo>
                  <a:pt x="352467" y="150774"/>
                  <a:pt x="353217" y="150327"/>
                  <a:pt x="353985" y="149887"/>
                </a:cubicBezTo>
                <a:cubicBezTo>
                  <a:pt x="354744" y="149448"/>
                  <a:pt x="355493" y="149017"/>
                  <a:pt x="356226" y="148616"/>
                </a:cubicBezTo>
                <a:lnTo>
                  <a:pt x="356226" y="141043"/>
                </a:lnTo>
                <a:cubicBezTo>
                  <a:pt x="356226" y="132420"/>
                  <a:pt x="359747" y="124613"/>
                  <a:pt x="365396" y="118942"/>
                </a:cubicBezTo>
                <a:cubicBezTo>
                  <a:pt x="371058" y="113280"/>
                  <a:pt x="378875" y="109771"/>
                  <a:pt x="387497" y="109771"/>
                </a:cubicBezTo>
                <a:lnTo>
                  <a:pt x="435468" y="109771"/>
                </a:lnTo>
                <a:cubicBezTo>
                  <a:pt x="444099" y="109771"/>
                  <a:pt x="451907" y="113292"/>
                  <a:pt x="457578" y="118942"/>
                </a:cubicBezTo>
                <a:cubicBezTo>
                  <a:pt x="463239" y="124612"/>
                  <a:pt x="466748" y="132420"/>
                  <a:pt x="466748" y="141043"/>
                </a:cubicBezTo>
                <a:lnTo>
                  <a:pt x="466748" y="148642"/>
                </a:lnTo>
                <a:cubicBezTo>
                  <a:pt x="467499" y="149044"/>
                  <a:pt x="468240" y="149464"/>
                  <a:pt x="468969" y="149895"/>
                </a:cubicBezTo>
                <a:lnTo>
                  <a:pt x="469005" y="149913"/>
                </a:lnTo>
                <a:lnTo>
                  <a:pt x="469023" y="149895"/>
                </a:lnTo>
                <a:cubicBezTo>
                  <a:pt x="469773" y="150333"/>
                  <a:pt x="470523" y="150774"/>
                  <a:pt x="471264" y="151220"/>
                </a:cubicBezTo>
                <a:lnTo>
                  <a:pt x="477800" y="147443"/>
                </a:lnTo>
                <a:cubicBezTo>
                  <a:pt x="485281" y="143126"/>
                  <a:pt x="493793" y="142257"/>
                  <a:pt x="501502" y="144323"/>
                </a:cubicBezTo>
                <a:cubicBezTo>
                  <a:pt x="509221" y="146389"/>
                  <a:pt x="516168" y="151411"/>
                  <a:pt x="520475" y="158861"/>
                </a:cubicBezTo>
                <a:cubicBezTo>
                  <a:pt x="520603" y="159098"/>
                  <a:pt x="520740" y="159337"/>
                  <a:pt x="520859" y="159584"/>
                </a:cubicBezTo>
                <a:lnTo>
                  <a:pt x="544460" y="200467"/>
                </a:lnTo>
                <a:cubicBezTo>
                  <a:pt x="548776" y="207938"/>
                  <a:pt x="549655" y="216442"/>
                  <a:pt x="547589" y="224131"/>
                </a:cubicBezTo>
                <a:cubicBezTo>
                  <a:pt x="545523" y="231849"/>
                  <a:pt x="540511" y="238796"/>
                  <a:pt x="533039" y="243103"/>
                </a:cubicBezTo>
                <a:lnTo>
                  <a:pt x="526482" y="246898"/>
                </a:lnTo>
                <a:cubicBezTo>
                  <a:pt x="526508" y="247767"/>
                  <a:pt x="526508" y="248645"/>
                  <a:pt x="526508" y="249523"/>
                </a:cubicBezTo>
                <a:cubicBezTo>
                  <a:pt x="526508" y="250392"/>
                  <a:pt x="526508" y="251271"/>
                  <a:pt x="526482" y="252139"/>
                </a:cubicBezTo>
                <a:lnTo>
                  <a:pt x="533039" y="255917"/>
                </a:lnTo>
                <a:cubicBezTo>
                  <a:pt x="540510" y="260224"/>
                  <a:pt x="545520" y="267165"/>
                  <a:pt x="547589" y="274889"/>
                </a:cubicBezTo>
                <a:cubicBezTo>
                  <a:pt x="549646" y="282581"/>
                  <a:pt x="548768" y="291084"/>
                  <a:pt x="544460" y="298553"/>
                </a:cubicBezTo>
                <a:lnTo>
                  <a:pt x="520457" y="340138"/>
                </a:lnTo>
                <a:lnTo>
                  <a:pt x="520484" y="340138"/>
                </a:lnTo>
                <a:cubicBezTo>
                  <a:pt x="516177" y="347600"/>
                  <a:pt x="509227" y="352619"/>
                  <a:pt x="501512" y="354688"/>
                </a:cubicBezTo>
                <a:cubicBezTo>
                  <a:pt x="493868" y="356745"/>
                  <a:pt x="485427" y="355885"/>
                  <a:pt x="477985" y="351643"/>
                </a:cubicBezTo>
                <a:lnTo>
                  <a:pt x="477804" y="351551"/>
                </a:lnTo>
                <a:lnTo>
                  <a:pt x="477804" y="351569"/>
                </a:lnTo>
                <a:lnTo>
                  <a:pt x="471267" y="347800"/>
                </a:lnTo>
                <a:cubicBezTo>
                  <a:pt x="470517" y="348259"/>
                  <a:pt x="469767" y="348696"/>
                  <a:pt x="468999" y="349146"/>
                </a:cubicBezTo>
                <a:cubicBezTo>
                  <a:pt x="468240" y="349583"/>
                  <a:pt x="467499" y="350006"/>
                  <a:pt x="466758" y="350408"/>
                </a:cubicBezTo>
                <a:lnTo>
                  <a:pt x="466758" y="357980"/>
                </a:lnTo>
                <a:cubicBezTo>
                  <a:pt x="466758" y="366603"/>
                  <a:pt x="463245" y="374432"/>
                  <a:pt x="457587" y="380091"/>
                </a:cubicBezTo>
                <a:cubicBezTo>
                  <a:pt x="451917" y="385752"/>
                  <a:pt x="444100" y="389261"/>
                  <a:pt x="435477" y="389261"/>
                </a:cubicBezTo>
                <a:lnTo>
                  <a:pt x="387507" y="389261"/>
                </a:lnTo>
                <a:cubicBezTo>
                  <a:pt x="378884" y="389261"/>
                  <a:pt x="371055" y="385740"/>
                  <a:pt x="365405" y="380091"/>
                </a:cubicBezTo>
                <a:cubicBezTo>
                  <a:pt x="359744" y="374420"/>
                  <a:pt x="356235" y="366604"/>
                  <a:pt x="356235" y="357980"/>
                </a:cubicBezTo>
                <a:lnTo>
                  <a:pt x="356235" y="350390"/>
                </a:lnTo>
                <a:cubicBezTo>
                  <a:pt x="355493" y="349988"/>
                  <a:pt x="354753" y="349569"/>
                  <a:pt x="354023" y="349137"/>
                </a:cubicBezTo>
                <a:lnTo>
                  <a:pt x="353988" y="349119"/>
                </a:lnTo>
                <a:lnTo>
                  <a:pt x="353969" y="349137"/>
                </a:lnTo>
                <a:cubicBezTo>
                  <a:pt x="353210" y="348699"/>
                  <a:pt x="352470" y="348259"/>
                  <a:pt x="351728" y="347812"/>
                </a:cubicBezTo>
                <a:lnTo>
                  <a:pt x="345201" y="351572"/>
                </a:lnTo>
                <a:cubicBezTo>
                  <a:pt x="344900" y="351753"/>
                  <a:pt x="344588" y="351911"/>
                  <a:pt x="344269" y="352066"/>
                </a:cubicBezTo>
                <a:cubicBezTo>
                  <a:pt x="337018" y="355954"/>
                  <a:pt x="328880" y="356683"/>
                  <a:pt x="321484" y="354700"/>
                </a:cubicBezTo>
                <a:cubicBezTo>
                  <a:pt x="313765" y="352634"/>
                  <a:pt x="306818" y="347613"/>
                  <a:pt x="302511" y="340163"/>
                </a:cubicBezTo>
                <a:cubicBezTo>
                  <a:pt x="302383" y="339924"/>
                  <a:pt x="302255" y="339686"/>
                  <a:pt x="302137" y="339448"/>
                </a:cubicBezTo>
                <a:lnTo>
                  <a:pt x="278527" y="298565"/>
                </a:lnTo>
                <a:cubicBezTo>
                  <a:pt x="274211" y="291094"/>
                  <a:pt x="273332" y="282590"/>
                  <a:pt x="275398" y="274901"/>
                </a:cubicBezTo>
                <a:cubicBezTo>
                  <a:pt x="277464" y="267174"/>
                  <a:pt x="282485" y="260236"/>
                  <a:pt x="289935" y="255929"/>
                </a:cubicBezTo>
                <a:lnTo>
                  <a:pt x="296493" y="252143"/>
                </a:lnTo>
                <a:cubicBezTo>
                  <a:pt x="296475" y="251274"/>
                  <a:pt x="296467" y="250387"/>
                  <a:pt x="296467" y="249517"/>
                </a:cubicBezTo>
                <a:cubicBezTo>
                  <a:pt x="296467" y="248649"/>
                  <a:pt x="296467" y="247770"/>
                  <a:pt x="296484" y="246901"/>
                </a:cubicBezTo>
                <a:close/>
                <a:moveTo>
                  <a:pt x="118069" y="116203"/>
                </a:moveTo>
                <a:lnTo>
                  <a:pt x="117759" y="116751"/>
                </a:lnTo>
                <a:lnTo>
                  <a:pt x="117694" y="116861"/>
                </a:lnTo>
                <a:cubicBezTo>
                  <a:pt x="115545" y="120847"/>
                  <a:pt x="115098" y="125374"/>
                  <a:pt x="116158" y="129544"/>
                </a:cubicBezTo>
                <a:cubicBezTo>
                  <a:pt x="117265" y="133896"/>
                  <a:pt x="120016" y="137828"/>
                  <a:pt x="124185" y="140317"/>
                </a:cubicBezTo>
                <a:lnTo>
                  <a:pt x="124203" y="140317"/>
                </a:lnTo>
                <a:cubicBezTo>
                  <a:pt x="128346" y="142785"/>
                  <a:pt x="133127" y="143335"/>
                  <a:pt x="137526" y="142228"/>
                </a:cubicBezTo>
                <a:cubicBezTo>
                  <a:pt x="141878" y="141121"/>
                  <a:pt x="145810" y="138361"/>
                  <a:pt x="148299" y="134200"/>
                </a:cubicBezTo>
                <a:lnTo>
                  <a:pt x="148299" y="134183"/>
                </a:lnTo>
                <a:cubicBezTo>
                  <a:pt x="150778" y="130039"/>
                  <a:pt x="151317" y="125259"/>
                  <a:pt x="150209" y="120860"/>
                </a:cubicBezTo>
                <a:cubicBezTo>
                  <a:pt x="149102" y="116499"/>
                  <a:pt x="146352" y="112567"/>
                  <a:pt x="142181" y="110079"/>
                </a:cubicBezTo>
                <a:lnTo>
                  <a:pt x="141634" y="109769"/>
                </a:lnTo>
                <a:lnTo>
                  <a:pt x="141634" y="109787"/>
                </a:lnTo>
                <a:cubicBezTo>
                  <a:pt x="141634" y="109787"/>
                  <a:pt x="141524" y="109712"/>
                  <a:pt x="141524" y="109712"/>
                </a:cubicBezTo>
                <a:cubicBezTo>
                  <a:pt x="137529" y="107564"/>
                  <a:pt x="133011" y="107126"/>
                  <a:pt x="128840" y="108177"/>
                </a:cubicBezTo>
                <a:cubicBezTo>
                  <a:pt x="124488" y="109275"/>
                  <a:pt x="120557" y="112043"/>
                  <a:pt x="118068" y="116205"/>
                </a:cubicBezTo>
                <a:close/>
                <a:moveTo>
                  <a:pt x="91241" y="135762"/>
                </a:moveTo>
                <a:cubicBezTo>
                  <a:pt x="88633" y="125449"/>
                  <a:pt x="89842" y="114137"/>
                  <a:pt x="95429" y="104124"/>
                </a:cubicBezTo>
                <a:cubicBezTo>
                  <a:pt x="95694" y="103568"/>
                  <a:pt x="96006" y="103017"/>
                  <a:pt x="96361" y="102487"/>
                </a:cubicBezTo>
                <a:lnTo>
                  <a:pt x="96387" y="102505"/>
                </a:lnTo>
                <a:cubicBezTo>
                  <a:pt x="102522" y="92548"/>
                  <a:pt x="112068" y="85916"/>
                  <a:pt x="122611" y="83255"/>
                </a:cubicBezTo>
                <a:cubicBezTo>
                  <a:pt x="132925" y="80647"/>
                  <a:pt x="144236" y="81856"/>
                  <a:pt x="154240" y="87452"/>
                </a:cubicBezTo>
                <a:cubicBezTo>
                  <a:pt x="154796" y="87708"/>
                  <a:pt x="155347" y="88030"/>
                  <a:pt x="155886" y="88375"/>
                </a:cubicBezTo>
                <a:lnTo>
                  <a:pt x="155868" y="88402"/>
                </a:lnTo>
                <a:cubicBezTo>
                  <a:pt x="165825" y="94536"/>
                  <a:pt x="172448" y="104082"/>
                  <a:pt x="175106" y="114616"/>
                </a:cubicBezTo>
                <a:cubicBezTo>
                  <a:pt x="177812" y="125305"/>
                  <a:pt x="176421" y="137056"/>
                  <a:pt x="170287" y="147343"/>
                </a:cubicBezTo>
                <a:cubicBezTo>
                  <a:pt x="164160" y="157603"/>
                  <a:pt x="154466" y="164413"/>
                  <a:pt x="143733" y="167122"/>
                </a:cubicBezTo>
                <a:cubicBezTo>
                  <a:pt x="133053" y="169819"/>
                  <a:pt x="121293" y="168438"/>
                  <a:pt x="111014" y="162294"/>
                </a:cubicBezTo>
                <a:cubicBezTo>
                  <a:pt x="100745" y="156178"/>
                  <a:pt x="93935" y="146486"/>
                  <a:pt x="91226" y="135749"/>
                </a:cubicBezTo>
                <a:close/>
                <a:moveTo>
                  <a:pt x="110068" y="679785"/>
                </a:moveTo>
                <a:lnTo>
                  <a:pt x="109758" y="680332"/>
                </a:lnTo>
                <a:lnTo>
                  <a:pt x="109776" y="680332"/>
                </a:lnTo>
                <a:lnTo>
                  <a:pt x="109702" y="680442"/>
                </a:lnTo>
                <a:cubicBezTo>
                  <a:pt x="107552" y="684428"/>
                  <a:pt x="107115" y="688955"/>
                  <a:pt x="108166" y="693126"/>
                </a:cubicBezTo>
                <a:cubicBezTo>
                  <a:pt x="109273" y="697477"/>
                  <a:pt x="112032" y="701409"/>
                  <a:pt x="116202" y="703898"/>
                </a:cubicBezTo>
                <a:cubicBezTo>
                  <a:pt x="120345" y="706366"/>
                  <a:pt x="125126" y="706916"/>
                  <a:pt x="129525" y="705809"/>
                </a:cubicBezTo>
                <a:cubicBezTo>
                  <a:pt x="133886" y="704702"/>
                  <a:pt x="137818" y="701952"/>
                  <a:pt x="140298" y="697781"/>
                </a:cubicBezTo>
                <a:lnTo>
                  <a:pt x="140298" y="697764"/>
                </a:lnTo>
                <a:cubicBezTo>
                  <a:pt x="142777" y="693620"/>
                  <a:pt x="143325" y="688840"/>
                  <a:pt x="142209" y="684441"/>
                </a:cubicBezTo>
                <a:cubicBezTo>
                  <a:pt x="141110" y="680080"/>
                  <a:pt x="138351" y="676148"/>
                  <a:pt x="134181" y="673660"/>
                </a:cubicBezTo>
                <a:lnTo>
                  <a:pt x="133633" y="673350"/>
                </a:lnTo>
                <a:lnTo>
                  <a:pt x="133633" y="673368"/>
                </a:lnTo>
                <a:lnTo>
                  <a:pt x="133523" y="673294"/>
                </a:lnTo>
                <a:cubicBezTo>
                  <a:pt x="129537" y="671145"/>
                  <a:pt x="125010" y="670708"/>
                  <a:pt x="120848" y="671758"/>
                </a:cubicBezTo>
                <a:cubicBezTo>
                  <a:pt x="116488" y="672866"/>
                  <a:pt x="112556" y="675625"/>
                  <a:pt x="110068" y="679786"/>
                </a:cubicBezTo>
                <a:close/>
                <a:moveTo>
                  <a:pt x="83249" y="699344"/>
                </a:moveTo>
                <a:cubicBezTo>
                  <a:pt x="80641" y="689030"/>
                  <a:pt x="81850" y="677719"/>
                  <a:pt x="87437" y="667705"/>
                </a:cubicBezTo>
                <a:cubicBezTo>
                  <a:pt x="87702" y="667157"/>
                  <a:pt x="88024" y="666598"/>
                  <a:pt x="88369" y="666077"/>
                </a:cubicBezTo>
                <a:lnTo>
                  <a:pt x="88396" y="666077"/>
                </a:lnTo>
                <a:cubicBezTo>
                  <a:pt x="94530" y="656129"/>
                  <a:pt x="104076" y="649509"/>
                  <a:pt x="114619" y="646839"/>
                </a:cubicBezTo>
                <a:cubicBezTo>
                  <a:pt x="124933" y="644232"/>
                  <a:pt x="136244" y="645440"/>
                  <a:pt x="146257" y="651036"/>
                </a:cubicBezTo>
                <a:cubicBezTo>
                  <a:pt x="146814" y="651302"/>
                  <a:pt x="147364" y="651614"/>
                  <a:pt x="147894" y="651959"/>
                </a:cubicBezTo>
                <a:lnTo>
                  <a:pt x="147877" y="651986"/>
                </a:lnTo>
                <a:cubicBezTo>
                  <a:pt x="157842" y="658121"/>
                  <a:pt x="164456" y="667666"/>
                  <a:pt x="167126" y="678209"/>
                </a:cubicBezTo>
                <a:cubicBezTo>
                  <a:pt x="169823" y="688890"/>
                  <a:pt x="168433" y="700650"/>
                  <a:pt x="162307" y="710928"/>
                </a:cubicBezTo>
                <a:cubicBezTo>
                  <a:pt x="156182" y="721185"/>
                  <a:pt x="146487" y="727998"/>
                  <a:pt x="135762" y="730710"/>
                </a:cubicBezTo>
                <a:cubicBezTo>
                  <a:pt x="125074" y="733416"/>
                  <a:pt x="113313" y="732021"/>
                  <a:pt x="103035" y="725887"/>
                </a:cubicBezTo>
                <a:cubicBezTo>
                  <a:pt x="92775" y="719768"/>
                  <a:pt x="85956" y="710080"/>
                  <a:pt x="83247" y="699344"/>
                </a:cubicBezTo>
                <a:close/>
                <a:moveTo>
                  <a:pt x="673883" y="687997"/>
                </a:moveTo>
                <a:lnTo>
                  <a:pt x="673517" y="688544"/>
                </a:lnTo>
                <a:lnTo>
                  <a:pt x="673591" y="688544"/>
                </a:lnTo>
                <a:lnTo>
                  <a:pt x="673517" y="688654"/>
                </a:lnTo>
                <a:cubicBezTo>
                  <a:pt x="671341" y="692640"/>
                  <a:pt x="670900" y="697167"/>
                  <a:pt x="671915" y="701338"/>
                </a:cubicBezTo>
                <a:cubicBezTo>
                  <a:pt x="673076" y="705699"/>
                  <a:pt x="675838" y="709621"/>
                  <a:pt x="679982" y="712110"/>
                </a:cubicBezTo>
                <a:cubicBezTo>
                  <a:pt x="684125" y="714578"/>
                  <a:pt x="688915" y="715128"/>
                  <a:pt x="693278" y="714021"/>
                </a:cubicBezTo>
                <a:cubicBezTo>
                  <a:pt x="697639" y="712923"/>
                  <a:pt x="701636" y="710155"/>
                  <a:pt x="704104" y="705993"/>
                </a:cubicBezTo>
                <a:cubicBezTo>
                  <a:pt x="706571" y="701841"/>
                  <a:pt x="707083" y="697061"/>
                  <a:pt x="705997" y="692662"/>
                </a:cubicBezTo>
                <a:cubicBezTo>
                  <a:pt x="704908" y="688301"/>
                  <a:pt x="702148" y="684369"/>
                  <a:pt x="698005" y="681881"/>
                </a:cubicBezTo>
                <a:lnTo>
                  <a:pt x="697428" y="681571"/>
                </a:lnTo>
                <a:lnTo>
                  <a:pt x="697428" y="681589"/>
                </a:lnTo>
                <a:lnTo>
                  <a:pt x="697353" y="681515"/>
                </a:lnTo>
                <a:cubicBezTo>
                  <a:pt x="693359" y="679365"/>
                  <a:pt x="688787" y="678928"/>
                  <a:pt x="684643" y="679988"/>
                </a:cubicBezTo>
                <a:cubicBezTo>
                  <a:pt x="680282" y="681095"/>
                  <a:pt x="676369" y="683845"/>
                  <a:pt x="673889" y="688016"/>
                </a:cubicBezTo>
                <a:close/>
                <a:moveTo>
                  <a:pt x="647007" y="707556"/>
                </a:moveTo>
                <a:cubicBezTo>
                  <a:pt x="644390" y="697242"/>
                  <a:pt x="645626" y="685931"/>
                  <a:pt x="651222" y="675926"/>
                </a:cubicBezTo>
                <a:cubicBezTo>
                  <a:pt x="651514" y="675370"/>
                  <a:pt x="651799" y="674819"/>
                  <a:pt x="652163" y="674290"/>
                </a:cubicBezTo>
                <a:cubicBezTo>
                  <a:pt x="658336" y="664351"/>
                  <a:pt x="667855" y="657722"/>
                  <a:pt x="678377" y="655061"/>
                </a:cubicBezTo>
                <a:cubicBezTo>
                  <a:pt x="688691" y="652465"/>
                  <a:pt x="700019" y="653671"/>
                  <a:pt x="710042" y="659258"/>
                </a:cubicBezTo>
                <a:cubicBezTo>
                  <a:pt x="710554" y="659523"/>
                  <a:pt x="711131" y="659835"/>
                  <a:pt x="711643" y="660190"/>
                </a:cubicBezTo>
                <a:lnTo>
                  <a:pt x="711643" y="660208"/>
                </a:lnTo>
                <a:cubicBezTo>
                  <a:pt x="721588" y="666342"/>
                  <a:pt x="728202" y="675888"/>
                  <a:pt x="730892" y="686431"/>
                </a:cubicBezTo>
                <a:cubicBezTo>
                  <a:pt x="733582" y="697112"/>
                  <a:pt x="732203" y="708872"/>
                  <a:pt x="726099" y="719151"/>
                </a:cubicBezTo>
                <a:cubicBezTo>
                  <a:pt x="719927" y="729423"/>
                  <a:pt x="710262" y="736227"/>
                  <a:pt x="699520" y="738940"/>
                </a:cubicBezTo>
                <a:cubicBezTo>
                  <a:pt x="688839" y="741645"/>
                  <a:pt x="677079" y="740251"/>
                  <a:pt x="666840" y="734132"/>
                </a:cubicBezTo>
                <a:lnTo>
                  <a:pt x="666840" y="734109"/>
                </a:lnTo>
                <a:cubicBezTo>
                  <a:pt x="656526" y="727990"/>
                  <a:pt x="649769" y="718305"/>
                  <a:pt x="647007" y="707566"/>
                </a:cubicBezTo>
                <a:close/>
                <a:moveTo>
                  <a:pt x="681875" y="123993"/>
                </a:moveTo>
                <a:lnTo>
                  <a:pt x="681509" y="124532"/>
                </a:lnTo>
                <a:lnTo>
                  <a:pt x="681583" y="124532"/>
                </a:lnTo>
                <a:lnTo>
                  <a:pt x="681509" y="124651"/>
                </a:lnTo>
                <a:cubicBezTo>
                  <a:pt x="679333" y="128637"/>
                  <a:pt x="678892" y="133164"/>
                  <a:pt x="679982" y="137325"/>
                </a:cubicBezTo>
                <a:cubicBezTo>
                  <a:pt x="681071" y="141677"/>
                  <a:pt x="683830" y="145618"/>
                  <a:pt x="687974" y="148106"/>
                </a:cubicBezTo>
                <a:cubicBezTo>
                  <a:pt x="692117" y="150574"/>
                  <a:pt x="696907" y="151124"/>
                  <a:pt x="701342" y="150017"/>
                </a:cubicBezTo>
                <a:cubicBezTo>
                  <a:pt x="705702" y="148910"/>
                  <a:pt x="709616" y="146138"/>
                  <a:pt x="712096" y="141989"/>
                </a:cubicBezTo>
                <a:cubicBezTo>
                  <a:pt x="714563" y="137846"/>
                  <a:pt x="715141" y="133056"/>
                  <a:pt x="713988" y="128657"/>
                </a:cubicBezTo>
                <a:cubicBezTo>
                  <a:pt x="712899" y="124306"/>
                  <a:pt x="710140" y="120364"/>
                  <a:pt x="705997" y="117877"/>
                </a:cubicBezTo>
                <a:lnTo>
                  <a:pt x="705411" y="117567"/>
                </a:lnTo>
                <a:lnTo>
                  <a:pt x="705336" y="117514"/>
                </a:lnTo>
                <a:cubicBezTo>
                  <a:pt x="701342" y="115364"/>
                  <a:pt x="696770" y="114918"/>
                  <a:pt x="692626" y="115968"/>
                </a:cubicBezTo>
                <a:cubicBezTo>
                  <a:pt x="688265" y="117076"/>
                  <a:pt x="684351" y="119835"/>
                  <a:pt x="681872" y="124005"/>
                </a:cubicBezTo>
                <a:close/>
                <a:moveTo>
                  <a:pt x="654999" y="143552"/>
                </a:moveTo>
                <a:cubicBezTo>
                  <a:pt x="652457" y="133238"/>
                  <a:pt x="653618" y="121927"/>
                  <a:pt x="659214" y="111914"/>
                </a:cubicBezTo>
                <a:cubicBezTo>
                  <a:pt x="659505" y="111358"/>
                  <a:pt x="659791" y="110807"/>
                  <a:pt x="660155" y="110285"/>
                </a:cubicBezTo>
                <a:cubicBezTo>
                  <a:pt x="666328" y="100338"/>
                  <a:pt x="675847" y="93718"/>
                  <a:pt x="686369" y="91048"/>
                </a:cubicBezTo>
                <a:cubicBezTo>
                  <a:pt x="696683" y="88440"/>
                  <a:pt x="708011" y="89649"/>
                  <a:pt x="718037" y="95236"/>
                </a:cubicBezTo>
                <a:cubicBezTo>
                  <a:pt x="718624" y="95501"/>
                  <a:pt x="719127" y="95823"/>
                  <a:pt x="719637" y="96168"/>
                </a:cubicBezTo>
                <a:lnTo>
                  <a:pt x="719637" y="96195"/>
                </a:lnTo>
                <a:cubicBezTo>
                  <a:pt x="729581" y="102320"/>
                  <a:pt x="736272" y="111875"/>
                  <a:pt x="738885" y="122409"/>
                </a:cubicBezTo>
                <a:cubicBezTo>
                  <a:pt x="741575" y="133097"/>
                  <a:pt x="740188" y="144849"/>
                  <a:pt x="734092" y="155128"/>
                </a:cubicBezTo>
                <a:lnTo>
                  <a:pt x="734092" y="155146"/>
                </a:lnTo>
                <a:cubicBezTo>
                  <a:pt x="727996" y="165406"/>
                  <a:pt x="718258" y="172208"/>
                  <a:pt x="707511" y="174925"/>
                </a:cubicBezTo>
                <a:cubicBezTo>
                  <a:pt x="696831" y="177630"/>
                  <a:pt x="685062" y="176231"/>
                  <a:pt x="674823" y="170106"/>
                </a:cubicBezTo>
                <a:cubicBezTo>
                  <a:pt x="664581" y="163989"/>
                  <a:pt x="657753" y="154285"/>
                  <a:pt x="654991" y="143551"/>
                </a:cubicBezTo>
                <a:close/>
                <a:moveTo>
                  <a:pt x="248594" y="719014"/>
                </a:moveTo>
                <a:lnTo>
                  <a:pt x="180442" y="725361"/>
                </a:lnTo>
                <a:cubicBezTo>
                  <a:pt x="173391" y="726001"/>
                  <a:pt x="168208" y="732234"/>
                  <a:pt x="168839" y="739283"/>
                </a:cubicBezTo>
                <a:cubicBezTo>
                  <a:pt x="168967" y="740723"/>
                  <a:pt x="169333" y="742095"/>
                  <a:pt x="169890" y="743344"/>
                </a:cubicBezTo>
                <a:lnTo>
                  <a:pt x="197375" y="804960"/>
                </a:lnTo>
                <a:cubicBezTo>
                  <a:pt x="200266" y="811421"/>
                  <a:pt x="207844" y="814325"/>
                  <a:pt x="214309" y="811444"/>
                </a:cubicBezTo>
                <a:cubicBezTo>
                  <a:pt x="220774" y="808564"/>
                  <a:pt x="223673" y="800975"/>
                  <a:pt x="220783" y="794505"/>
                </a:cubicBezTo>
                <a:lnTo>
                  <a:pt x="210195" y="770769"/>
                </a:lnTo>
                <a:cubicBezTo>
                  <a:pt x="275912" y="807482"/>
                  <a:pt x="347637" y="824254"/>
                  <a:pt x="418175" y="822897"/>
                </a:cubicBezTo>
                <a:cubicBezTo>
                  <a:pt x="494939" y="821419"/>
                  <a:pt x="570316" y="798483"/>
                  <a:pt x="635048" y="756451"/>
                </a:cubicBezTo>
                <a:cubicBezTo>
                  <a:pt x="640974" y="752603"/>
                  <a:pt x="642639" y="744655"/>
                  <a:pt x="638826" y="738719"/>
                </a:cubicBezTo>
                <a:cubicBezTo>
                  <a:pt x="634968" y="732776"/>
                  <a:pt x="627030" y="731091"/>
                  <a:pt x="621085" y="734947"/>
                </a:cubicBezTo>
                <a:cubicBezTo>
                  <a:pt x="560369" y="774381"/>
                  <a:pt x="489717" y="795892"/>
                  <a:pt x="417784" y="797286"/>
                </a:cubicBezTo>
                <a:cubicBezTo>
                  <a:pt x="350934" y="798574"/>
                  <a:pt x="282978" y="782504"/>
                  <a:pt x="220830" y="747345"/>
                </a:cubicBezTo>
                <a:lnTo>
                  <a:pt x="250896" y="744541"/>
                </a:lnTo>
                <a:cubicBezTo>
                  <a:pt x="257947" y="743901"/>
                  <a:pt x="263138" y="737675"/>
                  <a:pt x="262499" y="730627"/>
                </a:cubicBezTo>
                <a:cubicBezTo>
                  <a:pt x="261859" y="723586"/>
                  <a:pt x="255623" y="718381"/>
                  <a:pt x="248580" y="719021"/>
                </a:cubicBezTo>
                <a:close/>
                <a:moveTo>
                  <a:pt x="602650" y="28223"/>
                </a:moveTo>
                <a:lnTo>
                  <a:pt x="613404" y="53471"/>
                </a:lnTo>
                <a:cubicBezTo>
                  <a:pt x="547155" y="15925"/>
                  <a:pt x="474720" y="-1256"/>
                  <a:pt x="403457" y="71"/>
                </a:cubicBezTo>
                <a:cubicBezTo>
                  <a:pt x="326793" y="1497"/>
                  <a:pt x="251507" y="24321"/>
                  <a:pt x="186790" y="66201"/>
                </a:cubicBezTo>
                <a:cubicBezTo>
                  <a:pt x="180855" y="70060"/>
                  <a:pt x="179164" y="77997"/>
                  <a:pt x="183022" y="83942"/>
                </a:cubicBezTo>
                <a:cubicBezTo>
                  <a:pt x="186889" y="89877"/>
                  <a:pt x="194827" y="91559"/>
                  <a:pt x="200762" y="87710"/>
                </a:cubicBezTo>
                <a:cubicBezTo>
                  <a:pt x="261443" y="48428"/>
                  <a:pt x="332017" y="27030"/>
                  <a:pt x="403858" y="25696"/>
                </a:cubicBezTo>
                <a:cubicBezTo>
                  <a:pt x="471022" y="24452"/>
                  <a:pt x="539296" y="40728"/>
                  <a:pt x="601666" y="76289"/>
                </a:cubicBezTo>
                <a:lnTo>
                  <a:pt x="573037" y="78465"/>
                </a:lnTo>
                <a:cubicBezTo>
                  <a:pt x="565959" y="78986"/>
                  <a:pt x="560667" y="85159"/>
                  <a:pt x="561188" y="92226"/>
                </a:cubicBezTo>
                <a:cubicBezTo>
                  <a:pt x="561717" y="99304"/>
                  <a:pt x="567882" y="104606"/>
                  <a:pt x="574949" y="104076"/>
                </a:cubicBezTo>
                <a:lnTo>
                  <a:pt x="642213" y="98983"/>
                </a:lnTo>
                <a:lnTo>
                  <a:pt x="642213" y="98965"/>
                </a:lnTo>
                <a:lnTo>
                  <a:pt x="642358" y="98947"/>
                </a:lnTo>
                <a:cubicBezTo>
                  <a:pt x="643665" y="98828"/>
                  <a:pt x="645046" y="98510"/>
                  <a:pt x="646282" y="97968"/>
                </a:cubicBezTo>
                <a:cubicBezTo>
                  <a:pt x="652818" y="95196"/>
                  <a:pt x="655862" y="87663"/>
                  <a:pt x="653038" y="81144"/>
                </a:cubicBezTo>
                <a:lnTo>
                  <a:pt x="626264" y="18169"/>
                </a:lnTo>
                <a:cubicBezTo>
                  <a:pt x="623483" y="11650"/>
                  <a:pt x="615959" y="8614"/>
                  <a:pt x="609428" y="11394"/>
                </a:cubicBezTo>
                <a:cubicBezTo>
                  <a:pt x="602919" y="14174"/>
                  <a:pt x="599874" y="21699"/>
                  <a:pt x="602644" y="28218"/>
                </a:cubicBezTo>
                <a:close/>
                <a:moveTo>
                  <a:pt x="28223" y="219295"/>
                </a:moveTo>
                <a:lnTo>
                  <a:pt x="53471" y="208541"/>
                </a:lnTo>
                <a:cubicBezTo>
                  <a:pt x="16044" y="274597"/>
                  <a:pt x="-1146" y="346813"/>
                  <a:pt x="59" y="417893"/>
                </a:cubicBezTo>
                <a:cubicBezTo>
                  <a:pt x="1366" y="494367"/>
                  <a:pt x="23943" y="569485"/>
                  <a:pt x="65493" y="634103"/>
                </a:cubicBezTo>
                <a:cubicBezTo>
                  <a:pt x="69323" y="640064"/>
                  <a:pt x="77271" y="641803"/>
                  <a:pt x="83233" y="637969"/>
                </a:cubicBezTo>
                <a:cubicBezTo>
                  <a:pt x="89195" y="634138"/>
                  <a:pt x="90933" y="626191"/>
                  <a:pt x="87099" y="620229"/>
                </a:cubicBezTo>
                <a:cubicBezTo>
                  <a:pt x="48092" y="559575"/>
                  <a:pt x="26905" y="489142"/>
                  <a:pt x="25687" y="417491"/>
                </a:cubicBezTo>
                <a:cubicBezTo>
                  <a:pt x="24544" y="350521"/>
                  <a:pt x="40828" y="282465"/>
                  <a:pt x="76288" y="220286"/>
                </a:cubicBezTo>
                <a:lnTo>
                  <a:pt x="78464" y="248905"/>
                </a:lnTo>
                <a:cubicBezTo>
                  <a:pt x="78994" y="255984"/>
                  <a:pt x="85159" y="261285"/>
                  <a:pt x="92225" y="260755"/>
                </a:cubicBezTo>
                <a:cubicBezTo>
                  <a:pt x="99304" y="260226"/>
                  <a:pt x="104605" y="254070"/>
                  <a:pt x="104075" y="246994"/>
                </a:cubicBezTo>
                <a:lnTo>
                  <a:pt x="98982" y="179721"/>
                </a:lnTo>
                <a:lnTo>
                  <a:pt x="98964" y="179721"/>
                </a:lnTo>
                <a:lnTo>
                  <a:pt x="98964" y="179593"/>
                </a:lnTo>
                <a:lnTo>
                  <a:pt x="98964" y="179585"/>
                </a:lnTo>
                <a:cubicBezTo>
                  <a:pt x="98845" y="178260"/>
                  <a:pt x="98515" y="176941"/>
                  <a:pt x="97976" y="175661"/>
                </a:cubicBezTo>
                <a:cubicBezTo>
                  <a:pt x="95205" y="169142"/>
                  <a:pt x="87672" y="166107"/>
                  <a:pt x="81153" y="168878"/>
                </a:cubicBezTo>
                <a:lnTo>
                  <a:pt x="18177" y="195688"/>
                </a:lnTo>
                <a:cubicBezTo>
                  <a:pt x="11658" y="198460"/>
                  <a:pt x="8622" y="205993"/>
                  <a:pt x="11394" y="212524"/>
                </a:cubicBezTo>
                <a:cubicBezTo>
                  <a:pt x="14174" y="219034"/>
                  <a:pt x="21707" y="222078"/>
                  <a:pt x="28217" y="219298"/>
                </a:cubicBezTo>
                <a:close/>
                <a:moveTo>
                  <a:pt x="718989" y="573366"/>
                </a:moveTo>
                <a:lnTo>
                  <a:pt x="725314" y="641508"/>
                </a:lnTo>
                <a:cubicBezTo>
                  <a:pt x="725962" y="648548"/>
                  <a:pt x="732203" y="653742"/>
                  <a:pt x="739259" y="653102"/>
                </a:cubicBezTo>
                <a:cubicBezTo>
                  <a:pt x="740706" y="652974"/>
                  <a:pt x="742093" y="652609"/>
                  <a:pt x="743328" y="652052"/>
                </a:cubicBezTo>
                <a:lnTo>
                  <a:pt x="804920" y="624566"/>
                </a:lnTo>
                <a:cubicBezTo>
                  <a:pt x="811382" y="621685"/>
                  <a:pt x="814293" y="614098"/>
                  <a:pt x="811382" y="607632"/>
                </a:cubicBezTo>
                <a:cubicBezTo>
                  <a:pt x="808547" y="601167"/>
                  <a:pt x="800927" y="598268"/>
                  <a:pt x="794458" y="601149"/>
                </a:cubicBezTo>
                <a:lnTo>
                  <a:pt x="771141" y="611547"/>
                </a:lnTo>
                <a:cubicBezTo>
                  <a:pt x="807816" y="545663"/>
                  <a:pt x="824458" y="473762"/>
                  <a:pt x="822858" y="403094"/>
                </a:cubicBezTo>
                <a:cubicBezTo>
                  <a:pt x="821189" y="325979"/>
                  <a:pt x="797795" y="250305"/>
                  <a:pt x="755169" y="185459"/>
                </a:cubicBezTo>
                <a:cubicBezTo>
                  <a:pt x="751313" y="179542"/>
                  <a:pt x="743396" y="177908"/>
                  <a:pt x="737445" y="181792"/>
                </a:cubicBezTo>
                <a:cubicBezTo>
                  <a:pt x="731562" y="185679"/>
                  <a:pt x="729894" y="193616"/>
                  <a:pt x="733810" y="199524"/>
                </a:cubicBezTo>
                <a:cubicBezTo>
                  <a:pt x="773762" y="260332"/>
                  <a:pt x="795700" y="331289"/>
                  <a:pt x="797300" y="403588"/>
                </a:cubicBezTo>
                <a:cubicBezTo>
                  <a:pt x="798748" y="470778"/>
                  <a:pt x="782693" y="539132"/>
                  <a:pt x="747328" y="601609"/>
                </a:cubicBezTo>
                <a:lnTo>
                  <a:pt x="744494" y="571039"/>
                </a:lnTo>
                <a:cubicBezTo>
                  <a:pt x="743907" y="563999"/>
                  <a:pt x="737666" y="558806"/>
                  <a:pt x="730625" y="559446"/>
                </a:cubicBezTo>
                <a:cubicBezTo>
                  <a:pt x="723569" y="560086"/>
                  <a:pt x="718342" y="566313"/>
                  <a:pt x="718997" y="573364"/>
                </a:cubicBezTo>
                <a:close/>
                <a:moveTo>
                  <a:pt x="579150" y="481415"/>
                </a:moveTo>
                <a:cubicBezTo>
                  <a:pt x="573333" y="475591"/>
                  <a:pt x="565699" y="472682"/>
                  <a:pt x="558073" y="472682"/>
                </a:cubicBezTo>
                <a:cubicBezTo>
                  <a:pt x="550446" y="472682"/>
                  <a:pt x="542812" y="475599"/>
                  <a:pt x="536996" y="481415"/>
                </a:cubicBezTo>
                <a:cubicBezTo>
                  <a:pt x="531179" y="487232"/>
                  <a:pt x="528262" y="494866"/>
                  <a:pt x="528262" y="502492"/>
                </a:cubicBezTo>
                <a:cubicBezTo>
                  <a:pt x="528262" y="510118"/>
                  <a:pt x="531179" y="517744"/>
                  <a:pt x="536996" y="523569"/>
                </a:cubicBezTo>
                <a:cubicBezTo>
                  <a:pt x="542812" y="529386"/>
                  <a:pt x="550446" y="532293"/>
                  <a:pt x="558073" y="532293"/>
                </a:cubicBezTo>
                <a:cubicBezTo>
                  <a:pt x="565699" y="532293"/>
                  <a:pt x="573333" y="529386"/>
                  <a:pt x="579150" y="523569"/>
                </a:cubicBezTo>
                <a:cubicBezTo>
                  <a:pt x="584966" y="517744"/>
                  <a:pt x="587883" y="510118"/>
                  <a:pt x="587883" y="502492"/>
                </a:cubicBezTo>
                <a:cubicBezTo>
                  <a:pt x="587883" y="494866"/>
                  <a:pt x="584966" y="487232"/>
                  <a:pt x="579150" y="481415"/>
                </a:cubicBezTo>
                <a:close/>
                <a:moveTo>
                  <a:pt x="558073" y="446961"/>
                </a:moveTo>
                <a:cubicBezTo>
                  <a:pt x="572292" y="446961"/>
                  <a:pt x="586493" y="452385"/>
                  <a:pt x="597336" y="463229"/>
                </a:cubicBezTo>
                <a:cubicBezTo>
                  <a:pt x="608179" y="474072"/>
                  <a:pt x="613603" y="488282"/>
                  <a:pt x="613603" y="502492"/>
                </a:cubicBezTo>
                <a:cubicBezTo>
                  <a:pt x="613603" y="516702"/>
                  <a:pt x="608171" y="530903"/>
                  <a:pt x="597336" y="541747"/>
                </a:cubicBezTo>
                <a:cubicBezTo>
                  <a:pt x="586493" y="552591"/>
                  <a:pt x="572282" y="558015"/>
                  <a:pt x="558073" y="558015"/>
                </a:cubicBezTo>
                <a:cubicBezTo>
                  <a:pt x="543863" y="558015"/>
                  <a:pt x="529652" y="552591"/>
                  <a:pt x="518809" y="541747"/>
                </a:cubicBezTo>
                <a:cubicBezTo>
                  <a:pt x="507974" y="530904"/>
                  <a:pt x="502542" y="516703"/>
                  <a:pt x="502542" y="502492"/>
                </a:cubicBezTo>
                <a:cubicBezTo>
                  <a:pt x="502542" y="488282"/>
                  <a:pt x="507965" y="474072"/>
                  <a:pt x="518809" y="463229"/>
                </a:cubicBezTo>
                <a:cubicBezTo>
                  <a:pt x="529652" y="452385"/>
                  <a:pt x="543872" y="446961"/>
                  <a:pt x="558073" y="446961"/>
                </a:cubicBezTo>
                <a:close/>
                <a:moveTo>
                  <a:pt x="286000" y="481415"/>
                </a:moveTo>
                <a:cubicBezTo>
                  <a:pt x="280176" y="475591"/>
                  <a:pt x="272550" y="472682"/>
                  <a:pt x="264924" y="472682"/>
                </a:cubicBezTo>
                <a:cubicBezTo>
                  <a:pt x="257297" y="472682"/>
                  <a:pt x="249663" y="475599"/>
                  <a:pt x="243847" y="481415"/>
                </a:cubicBezTo>
                <a:cubicBezTo>
                  <a:pt x="238021" y="487232"/>
                  <a:pt x="235113" y="494866"/>
                  <a:pt x="235113" y="502492"/>
                </a:cubicBezTo>
                <a:cubicBezTo>
                  <a:pt x="235113" y="510118"/>
                  <a:pt x="238021" y="517744"/>
                  <a:pt x="243847" y="523569"/>
                </a:cubicBezTo>
                <a:cubicBezTo>
                  <a:pt x="249663" y="529386"/>
                  <a:pt x="257289" y="532293"/>
                  <a:pt x="264924" y="532293"/>
                </a:cubicBezTo>
                <a:cubicBezTo>
                  <a:pt x="272559" y="532293"/>
                  <a:pt x="280176" y="529386"/>
                  <a:pt x="286000" y="523569"/>
                </a:cubicBezTo>
                <a:cubicBezTo>
                  <a:pt x="291817" y="517744"/>
                  <a:pt x="294725" y="510118"/>
                  <a:pt x="294725" y="502492"/>
                </a:cubicBezTo>
                <a:cubicBezTo>
                  <a:pt x="294725" y="494866"/>
                  <a:pt x="291817" y="487232"/>
                  <a:pt x="286000" y="481415"/>
                </a:cubicBezTo>
                <a:close/>
                <a:moveTo>
                  <a:pt x="264924" y="446961"/>
                </a:moveTo>
                <a:cubicBezTo>
                  <a:pt x="279133" y="446961"/>
                  <a:pt x="293344" y="452385"/>
                  <a:pt x="304187" y="463229"/>
                </a:cubicBezTo>
                <a:cubicBezTo>
                  <a:pt x="315030" y="474072"/>
                  <a:pt x="320454" y="488282"/>
                  <a:pt x="320454" y="502492"/>
                </a:cubicBezTo>
                <a:cubicBezTo>
                  <a:pt x="320454" y="516702"/>
                  <a:pt x="315031" y="530903"/>
                  <a:pt x="304187" y="541747"/>
                </a:cubicBezTo>
                <a:cubicBezTo>
                  <a:pt x="293344" y="552591"/>
                  <a:pt x="279133" y="558015"/>
                  <a:pt x="264924" y="558015"/>
                </a:cubicBezTo>
                <a:cubicBezTo>
                  <a:pt x="250714" y="558015"/>
                  <a:pt x="236503" y="552591"/>
                  <a:pt x="225660" y="541747"/>
                </a:cubicBezTo>
                <a:cubicBezTo>
                  <a:pt x="214817" y="530903"/>
                  <a:pt x="209393" y="516703"/>
                  <a:pt x="209393" y="502492"/>
                </a:cubicBezTo>
                <a:cubicBezTo>
                  <a:pt x="209393" y="488282"/>
                  <a:pt x="214808" y="474072"/>
                  <a:pt x="225660" y="463229"/>
                </a:cubicBezTo>
                <a:cubicBezTo>
                  <a:pt x="236503" y="452385"/>
                  <a:pt x="250714" y="446961"/>
                  <a:pt x="264924" y="446961"/>
                </a:cubicBezTo>
                <a:close/>
                <a:moveTo>
                  <a:pt x="432571" y="228443"/>
                </a:moveTo>
                <a:cubicBezTo>
                  <a:pt x="426755" y="222618"/>
                  <a:pt x="419129" y="219709"/>
                  <a:pt x="411494" y="219709"/>
                </a:cubicBezTo>
                <a:cubicBezTo>
                  <a:pt x="403860" y="219709"/>
                  <a:pt x="396234" y="222617"/>
                  <a:pt x="390417" y="228443"/>
                </a:cubicBezTo>
                <a:cubicBezTo>
                  <a:pt x="384601" y="234259"/>
                  <a:pt x="381693" y="241885"/>
                  <a:pt x="381693" y="249510"/>
                </a:cubicBezTo>
                <a:cubicBezTo>
                  <a:pt x="381693" y="257137"/>
                  <a:pt x="384601" y="264771"/>
                  <a:pt x="390417" y="270587"/>
                </a:cubicBezTo>
                <a:cubicBezTo>
                  <a:pt x="396234" y="276412"/>
                  <a:pt x="403868" y="279321"/>
                  <a:pt x="411494" y="279321"/>
                </a:cubicBezTo>
                <a:cubicBezTo>
                  <a:pt x="419120" y="279321"/>
                  <a:pt x="426755" y="276413"/>
                  <a:pt x="432571" y="270587"/>
                </a:cubicBezTo>
                <a:cubicBezTo>
                  <a:pt x="438387" y="264771"/>
                  <a:pt x="441304" y="257145"/>
                  <a:pt x="441304" y="249510"/>
                </a:cubicBezTo>
                <a:cubicBezTo>
                  <a:pt x="441304" y="241875"/>
                  <a:pt x="438387" y="234258"/>
                  <a:pt x="432571" y="228443"/>
                </a:cubicBezTo>
                <a:close/>
                <a:moveTo>
                  <a:pt x="450758" y="210256"/>
                </a:moveTo>
                <a:cubicBezTo>
                  <a:pt x="439915" y="199413"/>
                  <a:pt x="425704" y="193989"/>
                  <a:pt x="411494" y="193989"/>
                </a:cubicBezTo>
                <a:cubicBezTo>
                  <a:pt x="397284" y="193989"/>
                  <a:pt x="383074" y="199412"/>
                  <a:pt x="372239" y="210256"/>
                </a:cubicBezTo>
                <a:cubicBezTo>
                  <a:pt x="361396" y="221099"/>
                  <a:pt x="355972" y="235310"/>
                  <a:pt x="355972" y="249511"/>
                </a:cubicBezTo>
                <a:cubicBezTo>
                  <a:pt x="355972" y="263713"/>
                  <a:pt x="361404" y="277932"/>
                  <a:pt x="372239" y="288775"/>
                </a:cubicBezTo>
                <a:cubicBezTo>
                  <a:pt x="383074" y="299618"/>
                  <a:pt x="397293" y="305042"/>
                  <a:pt x="411494" y="305042"/>
                </a:cubicBezTo>
                <a:cubicBezTo>
                  <a:pt x="425696" y="305042"/>
                  <a:pt x="439915" y="299619"/>
                  <a:pt x="450758" y="288775"/>
                </a:cubicBezTo>
                <a:cubicBezTo>
                  <a:pt x="461601" y="277932"/>
                  <a:pt x="467025" y="263721"/>
                  <a:pt x="467025" y="249511"/>
                </a:cubicBezTo>
                <a:cubicBezTo>
                  <a:pt x="467025" y="235301"/>
                  <a:pt x="461602" y="221100"/>
                  <a:pt x="450758" y="210256"/>
                </a:cubicBezTo>
                <a:close/>
                <a:moveTo>
                  <a:pt x="443066" y="499862"/>
                </a:moveTo>
                <a:cubicBezTo>
                  <a:pt x="443040" y="500722"/>
                  <a:pt x="443040" y="501600"/>
                  <a:pt x="443040" y="502469"/>
                </a:cubicBezTo>
                <a:cubicBezTo>
                  <a:pt x="443040" y="503356"/>
                  <a:pt x="443057" y="504226"/>
                  <a:pt x="443075" y="505104"/>
                </a:cubicBezTo>
                <a:lnTo>
                  <a:pt x="436518" y="508890"/>
                </a:lnTo>
                <a:lnTo>
                  <a:pt x="436536" y="508907"/>
                </a:lnTo>
                <a:cubicBezTo>
                  <a:pt x="429055" y="513233"/>
                  <a:pt x="424038" y="520174"/>
                  <a:pt x="421969" y="527853"/>
                </a:cubicBezTo>
                <a:cubicBezTo>
                  <a:pt x="419911" y="535545"/>
                  <a:pt x="420790" y="544049"/>
                  <a:pt x="425106" y="551525"/>
                </a:cubicBezTo>
                <a:lnTo>
                  <a:pt x="448505" y="592052"/>
                </a:lnTo>
                <a:cubicBezTo>
                  <a:pt x="448778" y="592665"/>
                  <a:pt x="449109" y="593248"/>
                  <a:pt x="449493" y="593835"/>
                </a:cubicBezTo>
                <a:lnTo>
                  <a:pt x="449493" y="593816"/>
                </a:lnTo>
                <a:cubicBezTo>
                  <a:pt x="453836" y="600904"/>
                  <a:pt x="460584" y="605657"/>
                  <a:pt x="468064" y="607670"/>
                </a:cubicBezTo>
                <a:cubicBezTo>
                  <a:pt x="475296" y="609608"/>
                  <a:pt x="483253" y="608941"/>
                  <a:pt x="490394" y="605265"/>
                </a:cubicBezTo>
                <a:cubicBezTo>
                  <a:pt x="491117" y="604964"/>
                  <a:pt x="491811" y="604580"/>
                  <a:pt x="492486" y="604131"/>
                </a:cubicBezTo>
                <a:lnTo>
                  <a:pt x="498329" y="600747"/>
                </a:lnTo>
                <a:lnTo>
                  <a:pt x="499857" y="601660"/>
                </a:lnTo>
                <a:cubicBezTo>
                  <a:pt x="500086" y="601815"/>
                  <a:pt x="500306" y="601952"/>
                  <a:pt x="500541" y="602089"/>
                </a:cubicBezTo>
                <a:cubicBezTo>
                  <a:pt x="501291" y="602527"/>
                  <a:pt x="502041" y="602949"/>
                  <a:pt x="502818" y="603369"/>
                </a:cubicBezTo>
                <a:lnTo>
                  <a:pt x="502818" y="610942"/>
                </a:lnTo>
                <a:cubicBezTo>
                  <a:pt x="502818" y="619564"/>
                  <a:pt x="506330" y="627380"/>
                  <a:pt x="511989" y="633042"/>
                </a:cubicBezTo>
                <a:cubicBezTo>
                  <a:pt x="517650" y="638713"/>
                  <a:pt x="525467" y="642213"/>
                  <a:pt x="534089" y="642213"/>
                </a:cubicBezTo>
                <a:lnTo>
                  <a:pt x="582060" y="642213"/>
                </a:lnTo>
                <a:cubicBezTo>
                  <a:pt x="590682" y="642213"/>
                  <a:pt x="598512" y="638701"/>
                  <a:pt x="604161" y="633042"/>
                </a:cubicBezTo>
                <a:cubicBezTo>
                  <a:pt x="609831" y="627381"/>
                  <a:pt x="613331" y="619564"/>
                  <a:pt x="613331" y="610942"/>
                </a:cubicBezTo>
                <a:lnTo>
                  <a:pt x="613331" y="603369"/>
                </a:lnTo>
                <a:cubicBezTo>
                  <a:pt x="614064" y="602958"/>
                  <a:pt x="614814" y="602535"/>
                  <a:pt x="615564" y="602098"/>
                </a:cubicBezTo>
                <a:cubicBezTo>
                  <a:pt x="616332" y="601660"/>
                  <a:pt x="617091" y="601211"/>
                  <a:pt x="617842" y="600761"/>
                </a:cubicBezTo>
                <a:lnTo>
                  <a:pt x="624369" y="604529"/>
                </a:lnTo>
                <a:lnTo>
                  <a:pt x="624369" y="604512"/>
                </a:lnTo>
                <a:lnTo>
                  <a:pt x="624562" y="604613"/>
                </a:lnTo>
                <a:cubicBezTo>
                  <a:pt x="631998" y="608854"/>
                  <a:pt x="640446" y="609706"/>
                  <a:pt x="648098" y="607658"/>
                </a:cubicBezTo>
                <a:cubicBezTo>
                  <a:pt x="655798" y="605592"/>
                  <a:pt x="662776" y="600571"/>
                  <a:pt x="667053" y="593121"/>
                </a:cubicBezTo>
                <a:lnTo>
                  <a:pt x="667053" y="593102"/>
                </a:lnTo>
                <a:lnTo>
                  <a:pt x="691020" y="551517"/>
                </a:lnTo>
                <a:cubicBezTo>
                  <a:pt x="695381" y="544046"/>
                  <a:pt x="696250" y="535533"/>
                  <a:pt x="694148" y="527845"/>
                </a:cubicBezTo>
                <a:cubicBezTo>
                  <a:pt x="692184" y="520466"/>
                  <a:pt x="687463" y="513790"/>
                  <a:pt x="680498" y="509429"/>
                </a:cubicBezTo>
                <a:cubicBezTo>
                  <a:pt x="680207" y="509227"/>
                  <a:pt x="679921" y="509045"/>
                  <a:pt x="679629" y="508872"/>
                </a:cubicBezTo>
                <a:lnTo>
                  <a:pt x="673093" y="505086"/>
                </a:lnTo>
                <a:lnTo>
                  <a:pt x="673093" y="499838"/>
                </a:lnTo>
                <a:lnTo>
                  <a:pt x="679629" y="496053"/>
                </a:lnTo>
                <a:cubicBezTo>
                  <a:pt x="687109" y="491745"/>
                  <a:pt x="692119" y="484804"/>
                  <a:pt x="694157" y="477080"/>
                </a:cubicBezTo>
                <a:cubicBezTo>
                  <a:pt x="696261" y="469389"/>
                  <a:pt x="695393" y="460885"/>
                  <a:pt x="691029" y="453416"/>
                </a:cubicBezTo>
                <a:lnTo>
                  <a:pt x="667419" y="412542"/>
                </a:lnTo>
                <a:cubicBezTo>
                  <a:pt x="667345" y="412303"/>
                  <a:pt x="667199" y="412066"/>
                  <a:pt x="667053" y="411827"/>
                </a:cubicBezTo>
                <a:cubicBezTo>
                  <a:pt x="662764" y="404365"/>
                  <a:pt x="655796" y="399356"/>
                  <a:pt x="648098" y="397290"/>
                </a:cubicBezTo>
                <a:cubicBezTo>
                  <a:pt x="640692" y="395305"/>
                  <a:pt x="632555" y="396037"/>
                  <a:pt x="625304" y="399924"/>
                </a:cubicBezTo>
                <a:cubicBezTo>
                  <a:pt x="624982" y="400079"/>
                  <a:pt x="624673" y="400233"/>
                  <a:pt x="624372" y="400419"/>
                </a:cubicBezTo>
                <a:lnTo>
                  <a:pt x="617853" y="404177"/>
                </a:lnTo>
                <a:cubicBezTo>
                  <a:pt x="617103" y="403728"/>
                  <a:pt x="616353" y="403281"/>
                  <a:pt x="615612" y="402853"/>
                </a:cubicBezTo>
                <a:lnTo>
                  <a:pt x="615594" y="402880"/>
                </a:lnTo>
                <a:lnTo>
                  <a:pt x="615559" y="402853"/>
                </a:lnTo>
                <a:cubicBezTo>
                  <a:pt x="614817" y="402424"/>
                  <a:pt x="614076" y="402010"/>
                  <a:pt x="613338" y="401600"/>
                </a:cubicBezTo>
                <a:lnTo>
                  <a:pt x="613338" y="394009"/>
                </a:lnTo>
                <a:cubicBezTo>
                  <a:pt x="613338" y="385387"/>
                  <a:pt x="609825" y="377559"/>
                  <a:pt x="604167" y="371899"/>
                </a:cubicBezTo>
                <a:cubicBezTo>
                  <a:pt x="598506" y="366238"/>
                  <a:pt x="590689" y="362738"/>
                  <a:pt x="582066" y="362738"/>
                </a:cubicBezTo>
                <a:lnTo>
                  <a:pt x="534096" y="362738"/>
                </a:lnTo>
                <a:cubicBezTo>
                  <a:pt x="525473" y="362738"/>
                  <a:pt x="517645" y="366250"/>
                  <a:pt x="511995" y="371899"/>
                </a:cubicBezTo>
                <a:cubicBezTo>
                  <a:pt x="506324" y="377570"/>
                  <a:pt x="502825" y="385387"/>
                  <a:pt x="502825" y="394009"/>
                </a:cubicBezTo>
                <a:lnTo>
                  <a:pt x="502825" y="401573"/>
                </a:lnTo>
                <a:cubicBezTo>
                  <a:pt x="502092" y="401984"/>
                  <a:pt x="501342" y="402407"/>
                  <a:pt x="500583" y="402836"/>
                </a:cubicBezTo>
                <a:cubicBezTo>
                  <a:pt x="499815" y="403284"/>
                  <a:pt x="499056" y="403723"/>
                  <a:pt x="498315" y="404181"/>
                </a:cubicBezTo>
                <a:lnTo>
                  <a:pt x="491787" y="400412"/>
                </a:lnTo>
                <a:lnTo>
                  <a:pt x="491787" y="400439"/>
                </a:lnTo>
                <a:lnTo>
                  <a:pt x="491606" y="400338"/>
                </a:lnTo>
                <a:cubicBezTo>
                  <a:pt x="484170" y="396087"/>
                  <a:pt x="475722" y="395236"/>
                  <a:pt x="468079" y="397284"/>
                </a:cubicBezTo>
                <a:cubicBezTo>
                  <a:pt x="460361" y="399349"/>
                  <a:pt x="453413" y="404371"/>
                  <a:pt x="449107" y="411821"/>
                </a:cubicBezTo>
                <a:lnTo>
                  <a:pt x="449124" y="411821"/>
                </a:lnTo>
                <a:lnTo>
                  <a:pt x="425112" y="453419"/>
                </a:lnTo>
                <a:cubicBezTo>
                  <a:pt x="420796" y="460890"/>
                  <a:pt x="419918" y="469394"/>
                  <a:pt x="421975" y="477083"/>
                </a:cubicBezTo>
                <a:cubicBezTo>
                  <a:pt x="424050" y="484810"/>
                  <a:pt x="429062" y="491748"/>
                  <a:pt x="436524" y="496055"/>
                </a:cubicBezTo>
                <a:lnTo>
                  <a:pt x="443082" y="499841"/>
                </a:lnTo>
                <a:close/>
                <a:moveTo>
                  <a:pt x="449368" y="473874"/>
                </a:moveTo>
                <a:lnTo>
                  <a:pt x="462735" y="481592"/>
                </a:lnTo>
                <a:cubicBezTo>
                  <a:pt x="466932" y="484033"/>
                  <a:pt x="469558" y="488751"/>
                  <a:pt x="469073" y="493900"/>
                </a:cubicBezTo>
                <a:cubicBezTo>
                  <a:pt x="468799" y="496808"/>
                  <a:pt x="468662" y="499668"/>
                  <a:pt x="468662" y="502466"/>
                </a:cubicBezTo>
                <a:cubicBezTo>
                  <a:pt x="468662" y="505083"/>
                  <a:pt x="468790" y="507744"/>
                  <a:pt x="469037" y="510431"/>
                </a:cubicBezTo>
                <a:cubicBezTo>
                  <a:pt x="469751" y="515462"/>
                  <a:pt x="467427" y="520665"/>
                  <a:pt x="462765" y="523362"/>
                </a:cubicBezTo>
                <a:lnTo>
                  <a:pt x="449380" y="531089"/>
                </a:lnTo>
                <a:lnTo>
                  <a:pt x="449380" y="531072"/>
                </a:lnTo>
                <a:lnTo>
                  <a:pt x="449335" y="531089"/>
                </a:lnTo>
                <a:cubicBezTo>
                  <a:pt x="448047" y="531831"/>
                  <a:pt x="447168" y="533074"/>
                  <a:pt x="446793" y="534492"/>
                </a:cubicBezTo>
                <a:cubicBezTo>
                  <a:pt x="446418" y="535917"/>
                  <a:pt x="446555" y="537454"/>
                  <a:pt x="447314" y="538772"/>
                </a:cubicBezTo>
                <a:lnTo>
                  <a:pt x="470686" y="579262"/>
                </a:lnTo>
                <a:lnTo>
                  <a:pt x="470897" y="579563"/>
                </a:lnTo>
                <a:lnTo>
                  <a:pt x="470871" y="579581"/>
                </a:lnTo>
                <a:lnTo>
                  <a:pt x="470888" y="579607"/>
                </a:lnTo>
                <a:cubicBezTo>
                  <a:pt x="471035" y="579828"/>
                  <a:pt x="471171" y="580045"/>
                  <a:pt x="471299" y="580265"/>
                </a:cubicBezTo>
                <a:cubicBezTo>
                  <a:pt x="472067" y="581581"/>
                  <a:pt x="473302" y="582477"/>
                  <a:pt x="474701" y="582852"/>
                </a:cubicBezTo>
                <a:cubicBezTo>
                  <a:pt x="475991" y="583191"/>
                  <a:pt x="477362" y="583117"/>
                  <a:pt x="478589" y="582543"/>
                </a:cubicBezTo>
                <a:lnTo>
                  <a:pt x="478928" y="582340"/>
                </a:lnTo>
                <a:lnTo>
                  <a:pt x="492305" y="574613"/>
                </a:lnTo>
                <a:cubicBezTo>
                  <a:pt x="496529" y="572181"/>
                  <a:pt x="501943" y="572252"/>
                  <a:pt x="506167" y="575262"/>
                </a:cubicBezTo>
                <a:cubicBezTo>
                  <a:pt x="508387" y="576833"/>
                  <a:pt x="510584" y="578271"/>
                  <a:pt x="512733" y="579542"/>
                </a:cubicBezTo>
                <a:cubicBezTo>
                  <a:pt x="512962" y="579652"/>
                  <a:pt x="513182" y="579780"/>
                  <a:pt x="513400" y="579899"/>
                </a:cubicBezTo>
                <a:cubicBezTo>
                  <a:pt x="515641" y="581188"/>
                  <a:pt x="517862" y="582357"/>
                  <a:pt x="520046" y="583393"/>
                </a:cubicBezTo>
                <a:cubicBezTo>
                  <a:pt x="524993" y="585185"/>
                  <a:pt x="528533" y="589930"/>
                  <a:pt x="528533" y="595490"/>
                </a:cubicBezTo>
                <a:lnTo>
                  <a:pt x="528533" y="610944"/>
                </a:lnTo>
                <a:cubicBezTo>
                  <a:pt x="528533" y="612463"/>
                  <a:pt x="529155" y="613862"/>
                  <a:pt x="530170" y="614867"/>
                </a:cubicBezTo>
                <a:cubicBezTo>
                  <a:pt x="531176" y="615873"/>
                  <a:pt x="532566" y="616504"/>
                  <a:pt x="534084" y="616504"/>
                </a:cubicBezTo>
                <a:lnTo>
                  <a:pt x="582054" y="616504"/>
                </a:lnTo>
                <a:cubicBezTo>
                  <a:pt x="583572" y="616504"/>
                  <a:pt x="584971" y="615873"/>
                  <a:pt x="585977" y="614867"/>
                </a:cubicBezTo>
                <a:cubicBezTo>
                  <a:pt x="586984" y="613862"/>
                  <a:pt x="587615" y="612463"/>
                  <a:pt x="587615" y="610944"/>
                </a:cubicBezTo>
                <a:lnTo>
                  <a:pt x="587615" y="595635"/>
                </a:lnTo>
                <a:cubicBezTo>
                  <a:pt x="587560" y="590698"/>
                  <a:pt x="590368" y="585953"/>
                  <a:pt x="595157" y="583785"/>
                </a:cubicBezTo>
                <a:cubicBezTo>
                  <a:pt x="598092" y="582440"/>
                  <a:pt x="600652" y="581151"/>
                  <a:pt x="602819" y="579898"/>
                </a:cubicBezTo>
                <a:cubicBezTo>
                  <a:pt x="605039" y="578618"/>
                  <a:pt x="607317" y="577154"/>
                  <a:pt x="609641" y="575520"/>
                </a:cubicBezTo>
                <a:cubicBezTo>
                  <a:pt x="613648" y="572466"/>
                  <a:pt x="619244" y="571927"/>
                  <a:pt x="623860" y="574615"/>
                </a:cubicBezTo>
                <a:lnTo>
                  <a:pt x="637228" y="582333"/>
                </a:lnTo>
                <a:lnTo>
                  <a:pt x="637228" y="582351"/>
                </a:lnTo>
                <a:cubicBezTo>
                  <a:pt x="638517" y="583084"/>
                  <a:pt x="640035" y="583220"/>
                  <a:pt x="641478" y="582845"/>
                </a:cubicBezTo>
                <a:cubicBezTo>
                  <a:pt x="642860" y="582479"/>
                  <a:pt x="644095" y="581583"/>
                  <a:pt x="644824" y="580259"/>
                </a:cubicBezTo>
                <a:lnTo>
                  <a:pt x="644899" y="580276"/>
                </a:lnTo>
                <a:lnTo>
                  <a:pt x="668866" y="538763"/>
                </a:lnTo>
                <a:cubicBezTo>
                  <a:pt x="669598" y="537447"/>
                  <a:pt x="669735" y="535911"/>
                  <a:pt x="669378" y="534483"/>
                </a:cubicBezTo>
                <a:cubicBezTo>
                  <a:pt x="669011" y="533202"/>
                  <a:pt x="668288" y="532059"/>
                  <a:pt x="667202" y="531310"/>
                </a:cubicBezTo>
                <a:lnTo>
                  <a:pt x="666764" y="531080"/>
                </a:lnTo>
                <a:lnTo>
                  <a:pt x="653396" y="523362"/>
                </a:lnTo>
                <a:cubicBezTo>
                  <a:pt x="649182" y="520921"/>
                  <a:pt x="646565" y="516203"/>
                  <a:pt x="647077" y="511054"/>
                </a:cubicBezTo>
                <a:cubicBezTo>
                  <a:pt x="647369" y="508146"/>
                  <a:pt x="647515" y="505286"/>
                  <a:pt x="647515" y="502488"/>
                </a:cubicBezTo>
                <a:cubicBezTo>
                  <a:pt x="647515" y="499871"/>
                  <a:pt x="647369" y="497210"/>
                  <a:pt x="647077" y="494513"/>
                </a:cubicBezTo>
                <a:cubicBezTo>
                  <a:pt x="646420" y="489474"/>
                  <a:pt x="648750" y="484292"/>
                  <a:pt x="653396" y="481592"/>
                </a:cubicBezTo>
                <a:lnTo>
                  <a:pt x="666764" y="473865"/>
                </a:lnTo>
                <a:cubicBezTo>
                  <a:pt x="668071" y="473097"/>
                  <a:pt x="669014" y="471852"/>
                  <a:pt x="669380" y="470462"/>
                </a:cubicBezTo>
                <a:cubicBezTo>
                  <a:pt x="669747" y="469027"/>
                  <a:pt x="669600" y="467500"/>
                  <a:pt x="668869" y="466182"/>
                </a:cubicBezTo>
                <a:lnTo>
                  <a:pt x="645259" y="425335"/>
                </a:lnTo>
                <a:cubicBezTo>
                  <a:pt x="645113" y="425124"/>
                  <a:pt x="644967" y="424898"/>
                  <a:pt x="644830" y="424686"/>
                </a:cubicBezTo>
                <a:cubicBezTo>
                  <a:pt x="644098" y="423371"/>
                  <a:pt x="642866" y="422475"/>
                  <a:pt x="641484" y="422091"/>
                </a:cubicBezTo>
                <a:cubicBezTo>
                  <a:pt x="640169" y="421751"/>
                  <a:pt x="638787" y="421826"/>
                  <a:pt x="637561" y="422412"/>
                </a:cubicBezTo>
                <a:lnTo>
                  <a:pt x="637222" y="422615"/>
                </a:lnTo>
                <a:lnTo>
                  <a:pt x="623837" y="430342"/>
                </a:lnTo>
                <a:cubicBezTo>
                  <a:pt x="619622" y="432774"/>
                  <a:pt x="614199" y="432694"/>
                  <a:pt x="609975" y="429684"/>
                </a:cubicBezTo>
                <a:cubicBezTo>
                  <a:pt x="607680" y="428047"/>
                  <a:pt x="605266" y="426503"/>
                  <a:pt x="602743" y="425038"/>
                </a:cubicBezTo>
                <a:lnTo>
                  <a:pt x="602760" y="425011"/>
                </a:lnTo>
                <a:cubicBezTo>
                  <a:pt x="600620" y="423784"/>
                  <a:pt x="598408" y="422624"/>
                  <a:pt x="596105" y="421537"/>
                </a:cubicBezTo>
                <a:cubicBezTo>
                  <a:pt x="591157" y="419754"/>
                  <a:pt x="587610" y="415010"/>
                  <a:pt x="587610" y="409441"/>
                </a:cubicBezTo>
                <a:lnTo>
                  <a:pt x="587610" y="393986"/>
                </a:lnTo>
                <a:cubicBezTo>
                  <a:pt x="587610" y="392459"/>
                  <a:pt x="586987" y="391070"/>
                  <a:pt x="585972" y="390064"/>
                </a:cubicBezTo>
                <a:cubicBezTo>
                  <a:pt x="584957" y="389057"/>
                  <a:pt x="583577" y="388435"/>
                  <a:pt x="582050" y="388435"/>
                </a:cubicBezTo>
                <a:lnTo>
                  <a:pt x="534079" y="388435"/>
                </a:lnTo>
                <a:cubicBezTo>
                  <a:pt x="532562" y="388435"/>
                  <a:pt x="531171" y="389057"/>
                  <a:pt x="530165" y="390064"/>
                </a:cubicBezTo>
                <a:cubicBezTo>
                  <a:pt x="529150" y="391079"/>
                  <a:pt x="528528" y="392459"/>
                  <a:pt x="528528" y="393986"/>
                </a:cubicBezTo>
                <a:lnTo>
                  <a:pt x="528528" y="409295"/>
                </a:lnTo>
                <a:cubicBezTo>
                  <a:pt x="528582" y="414224"/>
                  <a:pt x="525774" y="418969"/>
                  <a:pt x="520994" y="421145"/>
                </a:cubicBezTo>
                <a:cubicBezTo>
                  <a:pt x="518051" y="422481"/>
                  <a:pt x="515500" y="423779"/>
                  <a:pt x="513332" y="425023"/>
                </a:cubicBezTo>
                <a:cubicBezTo>
                  <a:pt x="511100" y="426312"/>
                  <a:pt x="508826" y="427767"/>
                  <a:pt x="506501" y="429402"/>
                </a:cubicBezTo>
                <a:cubicBezTo>
                  <a:pt x="502507" y="432456"/>
                  <a:pt x="496898" y="432986"/>
                  <a:pt x="492282" y="430306"/>
                </a:cubicBezTo>
                <a:lnTo>
                  <a:pt x="478914" y="422588"/>
                </a:lnTo>
                <a:lnTo>
                  <a:pt x="478914" y="422561"/>
                </a:lnTo>
                <a:cubicBezTo>
                  <a:pt x="477626" y="421821"/>
                  <a:pt x="476099" y="421684"/>
                  <a:pt x="474691" y="422059"/>
                </a:cubicBezTo>
                <a:cubicBezTo>
                  <a:pt x="473301" y="422433"/>
                  <a:pt x="472056" y="423330"/>
                  <a:pt x="471288" y="424654"/>
                </a:cubicBezTo>
                <a:lnTo>
                  <a:pt x="471271" y="424654"/>
                </a:lnTo>
                <a:cubicBezTo>
                  <a:pt x="471271" y="424654"/>
                  <a:pt x="447304" y="466150"/>
                  <a:pt x="447304" y="466150"/>
                </a:cubicBezTo>
                <a:cubicBezTo>
                  <a:pt x="446545" y="467457"/>
                  <a:pt x="446408" y="468993"/>
                  <a:pt x="446782" y="470430"/>
                </a:cubicBezTo>
                <a:cubicBezTo>
                  <a:pt x="447149" y="471821"/>
                  <a:pt x="448045" y="473056"/>
                  <a:pt x="449369" y="473833"/>
                </a:cubicBezTo>
                <a:close/>
                <a:moveTo>
                  <a:pt x="149910" y="499862"/>
                </a:moveTo>
                <a:cubicBezTo>
                  <a:pt x="149891" y="500722"/>
                  <a:pt x="149882" y="501600"/>
                  <a:pt x="149882" y="502469"/>
                </a:cubicBezTo>
                <a:cubicBezTo>
                  <a:pt x="149882" y="503356"/>
                  <a:pt x="149882" y="504226"/>
                  <a:pt x="149910" y="505104"/>
                </a:cubicBezTo>
                <a:lnTo>
                  <a:pt x="143352" y="508890"/>
                </a:lnTo>
                <a:cubicBezTo>
                  <a:pt x="135890" y="513197"/>
                  <a:pt x="130880" y="520147"/>
                  <a:pt x="128814" y="527862"/>
                </a:cubicBezTo>
                <a:cubicBezTo>
                  <a:pt x="126749" y="535554"/>
                  <a:pt x="127636" y="544058"/>
                  <a:pt x="131943" y="551535"/>
                </a:cubicBezTo>
                <a:lnTo>
                  <a:pt x="155544" y="592409"/>
                </a:lnTo>
                <a:cubicBezTo>
                  <a:pt x="155672" y="592647"/>
                  <a:pt x="155800" y="592885"/>
                  <a:pt x="155928" y="593132"/>
                </a:cubicBezTo>
                <a:cubicBezTo>
                  <a:pt x="160235" y="600594"/>
                  <a:pt x="167185" y="605604"/>
                  <a:pt x="174900" y="607670"/>
                </a:cubicBezTo>
                <a:cubicBezTo>
                  <a:pt x="182297" y="609655"/>
                  <a:pt x="190426" y="608914"/>
                  <a:pt x="197685" y="605026"/>
                </a:cubicBezTo>
                <a:cubicBezTo>
                  <a:pt x="197996" y="604881"/>
                  <a:pt x="198308" y="604717"/>
                  <a:pt x="198626" y="604541"/>
                </a:cubicBezTo>
                <a:lnTo>
                  <a:pt x="205163" y="600755"/>
                </a:lnTo>
                <a:lnTo>
                  <a:pt x="206690" y="601669"/>
                </a:lnTo>
                <a:cubicBezTo>
                  <a:pt x="206919" y="601823"/>
                  <a:pt x="207148" y="601961"/>
                  <a:pt x="207383" y="602097"/>
                </a:cubicBezTo>
                <a:cubicBezTo>
                  <a:pt x="208142" y="602547"/>
                  <a:pt x="208920" y="602976"/>
                  <a:pt x="209696" y="603404"/>
                </a:cubicBezTo>
                <a:lnTo>
                  <a:pt x="209696" y="610947"/>
                </a:lnTo>
                <a:lnTo>
                  <a:pt x="209652" y="610947"/>
                </a:lnTo>
                <a:cubicBezTo>
                  <a:pt x="209652" y="619570"/>
                  <a:pt x="213164" y="627386"/>
                  <a:pt x="218823" y="633047"/>
                </a:cubicBezTo>
                <a:cubicBezTo>
                  <a:pt x="224483" y="638709"/>
                  <a:pt x="232309" y="642219"/>
                  <a:pt x="240933" y="642219"/>
                </a:cubicBezTo>
                <a:lnTo>
                  <a:pt x="288903" y="642219"/>
                </a:lnTo>
                <a:cubicBezTo>
                  <a:pt x="297526" y="642219"/>
                  <a:pt x="305342" y="638706"/>
                  <a:pt x="311004" y="633047"/>
                </a:cubicBezTo>
                <a:cubicBezTo>
                  <a:pt x="316665" y="627386"/>
                  <a:pt x="320165" y="619570"/>
                  <a:pt x="320165" y="610947"/>
                </a:cubicBezTo>
                <a:lnTo>
                  <a:pt x="320121" y="610947"/>
                </a:lnTo>
                <a:lnTo>
                  <a:pt x="320121" y="603404"/>
                </a:lnTo>
                <a:cubicBezTo>
                  <a:pt x="320870" y="602984"/>
                  <a:pt x="321629" y="602553"/>
                  <a:pt x="322407" y="602106"/>
                </a:cubicBezTo>
                <a:cubicBezTo>
                  <a:pt x="323165" y="601669"/>
                  <a:pt x="323934" y="601219"/>
                  <a:pt x="324675" y="600770"/>
                </a:cubicBezTo>
                <a:lnTo>
                  <a:pt x="331202" y="604538"/>
                </a:lnTo>
                <a:lnTo>
                  <a:pt x="331202" y="604520"/>
                </a:lnTo>
                <a:lnTo>
                  <a:pt x="331256" y="604538"/>
                </a:lnTo>
                <a:cubicBezTo>
                  <a:pt x="338727" y="608854"/>
                  <a:pt x="347231" y="609732"/>
                  <a:pt x="354920" y="607667"/>
                </a:cubicBezTo>
                <a:cubicBezTo>
                  <a:pt x="362308" y="605681"/>
                  <a:pt x="368984" y="601020"/>
                  <a:pt x="373318" y="594079"/>
                </a:cubicBezTo>
                <a:lnTo>
                  <a:pt x="373491" y="593822"/>
                </a:lnTo>
                <a:lnTo>
                  <a:pt x="373473" y="593822"/>
                </a:lnTo>
                <a:cubicBezTo>
                  <a:pt x="373473" y="593822"/>
                  <a:pt x="373883" y="593129"/>
                  <a:pt x="373883" y="593129"/>
                </a:cubicBezTo>
                <a:lnTo>
                  <a:pt x="373866" y="593111"/>
                </a:lnTo>
                <a:lnTo>
                  <a:pt x="397869" y="551525"/>
                </a:lnTo>
                <a:cubicBezTo>
                  <a:pt x="402185" y="544055"/>
                  <a:pt x="403063" y="535541"/>
                  <a:pt x="400998" y="527853"/>
                </a:cubicBezTo>
                <a:cubicBezTo>
                  <a:pt x="399021" y="520475"/>
                  <a:pt x="394321" y="513798"/>
                  <a:pt x="387335" y="509437"/>
                </a:cubicBezTo>
                <a:cubicBezTo>
                  <a:pt x="387052" y="509235"/>
                  <a:pt x="386757" y="509053"/>
                  <a:pt x="386456" y="508881"/>
                </a:cubicBezTo>
                <a:lnTo>
                  <a:pt x="379899" y="505094"/>
                </a:lnTo>
                <a:cubicBezTo>
                  <a:pt x="379917" y="504226"/>
                  <a:pt x="379917" y="503347"/>
                  <a:pt x="379917" y="502478"/>
                </a:cubicBezTo>
                <a:cubicBezTo>
                  <a:pt x="379917" y="501600"/>
                  <a:pt x="379917" y="500722"/>
                  <a:pt x="379890" y="499853"/>
                </a:cubicBezTo>
                <a:lnTo>
                  <a:pt x="386448" y="496066"/>
                </a:lnTo>
                <a:lnTo>
                  <a:pt x="386430" y="496049"/>
                </a:lnTo>
                <a:cubicBezTo>
                  <a:pt x="393910" y="491714"/>
                  <a:pt x="398920" y="484783"/>
                  <a:pt x="400988" y="477094"/>
                </a:cubicBezTo>
                <a:cubicBezTo>
                  <a:pt x="403054" y="469402"/>
                  <a:pt x="402176" y="460898"/>
                  <a:pt x="397860" y="453430"/>
                </a:cubicBezTo>
                <a:lnTo>
                  <a:pt x="374077" y="412217"/>
                </a:lnTo>
                <a:cubicBezTo>
                  <a:pt x="373922" y="411943"/>
                  <a:pt x="373767" y="411669"/>
                  <a:pt x="373592" y="411404"/>
                </a:cubicBezTo>
                <a:cubicBezTo>
                  <a:pt x="369249" y="404162"/>
                  <a:pt x="362444" y="399308"/>
                  <a:pt x="354910" y="397287"/>
                </a:cubicBezTo>
                <a:cubicBezTo>
                  <a:pt x="347514" y="395301"/>
                  <a:pt x="339376" y="396033"/>
                  <a:pt x="332116" y="399929"/>
                </a:cubicBezTo>
                <a:cubicBezTo>
                  <a:pt x="331807" y="400076"/>
                  <a:pt x="331503" y="400239"/>
                  <a:pt x="331193" y="400415"/>
                </a:cubicBezTo>
                <a:lnTo>
                  <a:pt x="324657" y="404192"/>
                </a:lnTo>
                <a:lnTo>
                  <a:pt x="323130" y="403287"/>
                </a:lnTo>
                <a:cubicBezTo>
                  <a:pt x="322900" y="403132"/>
                  <a:pt x="322671" y="402986"/>
                  <a:pt x="322436" y="402849"/>
                </a:cubicBezTo>
                <a:cubicBezTo>
                  <a:pt x="321677" y="402412"/>
                  <a:pt x="320900" y="401981"/>
                  <a:pt x="320114" y="401552"/>
                </a:cubicBezTo>
                <a:lnTo>
                  <a:pt x="320114" y="394018"/>
                </a:lnTo>
                <a:lnTo>
                  <a:pt x="320159" y="394018"/>
                </a:lnTo>
                <a:cubicBezTo>
                  <a:pt x="320159" y="385396"/>
                  <a:pt x="316647" y="377567"/>
                  <a:pt x="310998" y="371908"/>
                </a:cubicBezTo>
                <a:cubicBezTo>
                  <a:pt x="305336" y="366247"/>
                  <a:pt x="297519" y="362747"/>
                  <a:pt x="288896" y="362747"/>
                </a:cubicBezTo>
                <a:lnTo>
                  <a:pt x="240927" y="362747"/>
                </a:lnTo>
                <a:cubicBezTo>
                  <a:pt x="232304" y="362747"/>
                  <a:pt x="224474" y="366259"/>
                  <a:pt x="218816" y="371908"/>
                </a:cubicBezTo>
                <a:cubicBezTo>
                  <a:pt x="213155" y="377578"/>
                  <a:pt x="209645" y="385395"/>
                  <a:pt x="209645" y="394018"/>
                </a:cubicBezTo>
                <a:lnTo>
                  <a:pt x="209645" y="401581"/>
                </a:lnTo>
                <a:cubicBezTo>
                  <a:pt x="208913" y="401992"/>
                  <a:pt x="208172" y="402415"/>
                  <a:pt x="207404" y="402844"/>
                </a:cubicBezTo>
                <a:cubicBezTo>
                  <a:pt x="206645" y="403293"/>
                  <a:pt x="205877" y="403731"/>
                  <a:pt x="205135" y="404189"/>
                </a:cubicBezTo>
                <a:lnTo>
                  <a:pt x="198608" y="400421"/>
                </a:lnTo>
                <a:lnTo>
                  <a:pt x="198608" y="400447"/>
                </a:lnTo>
                <a:lnTo>
                  <a:pt x="198555" y="400421"/>
                </a:lnTo>
                <a:cubicBezTo>
                  <a:pt x="191093" y="396105"/>
                  <a:pt x="182580" y="395226"/>
                  <a:pt x="174891" y="397292"/>
                </a:cubicBezTo>
                <a:cubicBezTo>
                  <a:pt x="167503" y="399269"/>
                  <a:pt x="160827" y="403948"/>
                  <a:pt x="156502" y="410871"/>
                </a:cubicBezTo>
                <a:lnTo>
                  <a:pt x="156319" y="411127"/>
                </a:lnTo>
                <a:lnTo>
                  <a:pt x="156319" y="411145"/>
                </a:lnTo>
                <a:cubicBezTo>
                  <a:pt x="156319" y="411145"/>
                  <a:pt x="155918" y="411829"/>
                  <a:pt x="155918" y="411829"/>
                </a:cubicBezTo>
                <a:lnTo>
                  <a:pt x="155945" y="411829"/>
                </a:lnTo>
                <a:lnTo>
                  <a:pt x="131932" y="453427"/>
                </a:lnTo>
                <a:cubicBezTo>
                  <a:pt x="127616" y="460898"/>
                  <a:pt x="126739" y="469402"/>
                  <a:pt x="128804" y="477091"/>
                </a:cubicBezTo>
                <a:cubicBezTo>
                  <a:pt x="130870" y="484818"/>
                  <a:pt x="135892" y="491756"/>
                  <a:pt x="143342" y="496063"/>
                </a:cubicBezTo>
                <a:lnTo>
                  <a:pt x="149899" y="499850"/>
                </a:lnTo>
                <a:close/>
                <a:moveTo>
                  <a:pt x="156220" y="473874"/>
                </a:moveTo>
                <a:lnTo>
                  <a:pt x="169578" y="481592"/>
                </a:lnTo>
                <a:cubicBezTo>
                  <a:pt x="173766" y="484033"/>
                  <a:pt x="176400" y="488751"/>
                  <a:pt x="175915" y="493900"/>
                </a:cubicBezTo>
                <a:cubicBezTo>
                  <a:pt x="175642" y="496808"/>
                  <a:pt x="175504" y="499668"/>
                  <a:pt x="175504" y="502466"/>
                </a:cubicBezTo>
                <a:cubicBezTo>
                  <a:pt x="175504" y="505083"/>
                  <a:pt x="175632" y="507744"/>
                  <a:pt x="175879" y="510441"/>
                </a:cubicBezTo>
                <a:cubicBezTo>
                  <a:pt x="176594" y="515471"/>
                  <a:pt x="174269" y="520662"/>
                  <a:pt x="169608" y="523362"/>
                </a:cubicBezTo>
                <a:lnTo>
                  <a:pt x="156231" y="531089"/>
                </a:lnTo>
                <a:cubicBezTo>
                  <a:pt x="154906" y="531848"/>
                  <a:pt x="154019" y="533102"/>
                  <a:pt x="153636" y="534492"/>
                </a:cubicBezTo>
                <a:cubicBezTo>
                  <a:pt x="153260" y="535917"/>
                  <a:pt x="153397" y="537454"/>
                  <a:pt x="154156" y="538772"/>
                </a:cubicBezTo>
                <a:lnTo>
                  <a:pt x="177731" y="579610"/>
                </a:lnTo>
                <a:cubicBezTo>
                  <a:pt x="177877" y="579831"/>
                  <a:pt x="178005" y="580048"/>
                  <a:pt x="178142" y="580268"/>
                </a:cubicBezTo>
                <a:cubicBezTo>
                  <a:pt x="178901" y="581584"/>
                  <a:pt x="180154" y="582480"/>
                  <a:pt x="181544" y="582855"/>
                </a:cubicBezTo>
                <a:cubicBezTo>
                  <a:pt x="182833" y="583194"/>
                  <a:pt x="184205" y="583119"/>
                  <a:pt x="185440" y="582533"/>
                </a:cubicBezTo>
                <a:lnTo>
                  <a:pt x="185771" y="582340"/>
                </a:lnTo>
                <a:lnTo>
                  <a:pt x="199148" y="574613"/>
                </a:lnTo>
                <a:cubicBezTo>
                  <a:pt x="203362" y="572181"/>
                  <a:pt x="208795" y="572252"/>
                  <a:pt x="213009" y="575262"/>
                </a:cubicBezTo>
                <a:cubicBezTo>
                  <a:pt x="215242" y="576833"/>
                  <a:pt x="217427" y="578271"/>
                  <a:pt x="219575" y="579542"/>
                </a:cubicBezTo>
                <a:cubicBezTo>
                  <a:pt x="219805" y="579652"/>
                  <a:pt x="220025" y="579780"/>
                  <a:pt x="220242" y="579899"/>
                </a:cubicBezTo>
                <a:cubicBezTo>
                  <a:pt x="222811" y="581381"/>
                  <a:pt x="225344" y="582697"/>
                  <a:pt x="227842" y="583831"/>
                </a:cubicBezTo>
                <a:cubicBezTo>
                  <a:pt x="232259" y="585852"/>
                  <a:pt x="235331" y="590314"/>
                  <a:pt x="235331" y="595491"/>
                </a:cubicBezTo>
                <a:lnTo>
                  <a:pt x="235331" y="610945"/>
                </a:lnTo>
                <a:lnTo>
                  <a:pt x="235375" y="610945"/>
                </a:lnTo>
                <a:cubicBezTo>
                  <a:pt x="235375" y="612463"/>
                  <a:pt x="236006" y="613862"/>
                  <a:pt x="237021" y="614867"/>
                </a:cubicBezTo>
                <a:cubicBezTo>
                  <a:pt x="238036" y="615873"/>
                  <a:pt x="239417" y="616505"/>
                  <a:pt x="240944" y="616505"/>
                </a:cubicBezTo>
                <a:lnTo>
                  <a:pt x="288914" y="616505"/>
                </a:lnTo>
                <a:cubicBezTo>
                  <a:pt x="290432" y="616505"/>
                  <a:pt x="291822" y="615873"/>
                  <a:pt x="292829" y="614867"/>
                </a:cubicBezTo>
                <a:cubicBezTo>
                  <a:pt x="293835" y="613862"/>
                  <a:pt x="294466" y="612463"/>
                  <a:pt x="294466" y="610945"/>
                </a:cubicBezTo>
                <a:lnTo>
                  <a:pt x="294519" y="610945"/>
                </a:lnTo>
                <a:lnTo>
                  <a:pt x="294519" y="596634"/>
                </a:lnTo>
                <a:cubicBezTo>
                  <a:pt x="294043" y="591347"/>
                  <a:pt x="296906" y="586100"/>
                  <a:pt x="302009" y="583787"/>
                </a:cubicBezTo>
                <a:cubicBezTo>
                  <a:pt x="304952" y="582441"/>
                  <a:pt x="307512" y="581153"/>
                  <a:pt x="309670" y="579899"/>
                </a:cubicBezTo>
                <a:cubicBezTo>
                  <a:pt x="311902" y="578619"/>
                  <a:pt x="314168" y="577155"/>
                  <a:pt x="316493" y="575521"/>
                </a:cubicBezTo>
                <a:cubicBezTo>
                  <a:pt x="320498" y="572467"/>
                  <a:pt x="326095" y="571928"/>
                  <a:pt x="330721" y="574616"/>
                </a:cubicBezTo>
                <a:lnTo>
                  <a:pt x="343303" y="581876"/>
                </a:lnTo>
                <a:cubicBezTo>
                  <a:pt x="343752" y="582096"/>
                  <a:pt x="344190" y="582352"/>
                  <a:pt x="344618" y="582626"/>
                </a:cubicBezTo>
                <a:cubicBezTo>
                  <a:pt x="345797" y="583120"/>
                  <a:pt x="347098" y="583174"/>
                  <a:pt x="348312" y="582855"/>
                </a:cubicBezTo>
                <a:cubicBezTo>
                  <a:pt x="349547" y="582524"/>
                  <a:pt x="350673" y="581778"/>
                  <a:pt x="351440" y="580679"/>
                </a:cubicBezTo>
                <a:cubicBezTo>
                  <a:pt x="351643" y="580304"/>
                  <a:pt x="351860" y="579920"/>
                  <a:pt x="352107" y="579563"/>
                </a:cubicBezTo>
                <a:lnTo>
                  <a:pt x="352125" y="579581"/>
                </a:lnTo>
                <a:lnTo>
                  <a:pt x="375691" y="538781"/>
                </a:lnTo>
                <a:cubicBezTo>
                  <a:pt x="376450" y="537466"/>
                  <a:pt x="376587" y="535930"/>
                  <a:pt x="376212" y="534501"/>
                </a:cubicBezTo>
                <a:cubicBezTo>
                  <a:pt x="375863" y="533221"/>
                  <a:pt x="375104" y="532078"/>
                  <a:pt x="374018" y="531328"/>
                </a:cubicBezTo>
                <a:lnTo>
                  <a:pt x="373616" y="531098"/>
                </a:lnTo>
                <a:lnTo>
                  <a:pt x="360257" y="523380"/>
                </a:lnTo>
                <a:cubicBezTo>
                  <a:pt x="356060" y="520939"/>
                  <a:pt x="353435" y="516222"/>
                  <a:pt x="353911" y="511072"/>
                </a:cubicBezTo>
                <a:cubicBezTo>
                  <a:pt x="354194" y="508165"/>
                  <a:pt x="354322" y="505304"/>
                  <a:pt x="354322" y="502494"/>
                </a:cubicBezTo>
                <a:cubicBezTo>
                  <a:pt x="354322" y="499886"/>
                  <a:pt x="354194" y="497216"/>
                  <a:pt x="353956" y="494529"/>
                </a:cubicBezTo>
                <a:cubicBezTo>
                  <a:pt x="353233" y="489498"/>
                  <a:pt x="355566" y="484307"/>
                  <a:pt x="360228" y="481607"/>
                </a:cubicBezTo>
                <a:lnTo>
                  <a:pt x="373613" y="473880"/>
                </a:lnTo>
                <a:lnTo>
                  <a:pt x="373631" y="473897"/>
                </a:lnTo>
                <a:lnTo>
                  <a:pt x="373667" y="473880"/>
                </a:lnTo>
                <a:cubicBezTo>
                  <a:pt x="374956" y="473138"/>
                  <a:pt x="375825" y="471886"/>
                  <a:pt x="376208" y="470478"/>
                </a:cubicBezTo>
                <a:cubicBezTo>
                  <a:pt x="376584" y="469043"/>
                  <a:pt x="376447" y="467507"/>
                  <a:pt x="375688" y="466197"/>
                </a:cubicBezTo>
                <a:lnTo>
                  <a:pt x="351702" y="424648"/>
                </a:lnTo>
                <a:cubicBezTo>
                  <a:pt x="350961" y="423359"/>
                  <a:pt x="349708" y="422481"/>
                  <a:pt x="348300" y="422106"/>
                </a:cubicBezTo>
                <a:cubicBezTo>
                  <a:pt x="347012" y="421767"/>
                  <a:pt x="345630" y="421841"/>
                  <a:pt x="344412" y="422427"/>
                </a:cubicBezTo>
                <a:lnTo>
                  <a:pt x="344073" y="422630"/>
                </a:lnTo>
                <a:lnTo>
                  <a:pt x="330696" y="430357"/>
                </a:lnTo>
                <a:cubicBezTo>
                  <a:pt x="326473" y="432789"/>
                  <a:pt x="321059" y="432709"/>
                  <a:pt x="316835" y="429699"/>
                </a:cubicBezTo>
                <a:cubicBezTo>
                  <a:pt x="314614" y="428119"/>
                  <a:pt x="312417" y="426681"/>
                  <a:pt x="310269" y="425419"/>
                </a:cubicBezTo>
                <a:cubicBezTo>
                  <a:pt x="310048" y="425300"/>
                  <a:pt x="309819" y="425190"/>
                  <a:pt x="309602" y="425053"/>
                </a:cubicBezTo>
                <a:cubicBezTo>
                  <a:pt x="307033" y="423570"/>
                  <a:pt x="304491" y="422255"/>
                  <a:pt x="302002" y="421121"/>
                </a:cubicBezTo>
                <a:cubicBezTo>
                  <a:pt x="297585" y="419100"/>
                  <a:pt x="294514" y="414638"/>
                  <a:pt x="294514" y="409470"/>
                </a:cubicBezTo>
                <a:lnTo>
                  <a:pt x="294514" y="394016"/>
                </a:lnTo>
                <a:lnTo>
                  <a:pt x="294460" y="394016"/>
                </a:lnTo>
                <a:cubicBezTo>
                  <a:pt x="294460" y="392490"/>
                  <a:pt x="293838" y="391099"/>
                  <a:pt x="292823" y="390093"/>
                </a:cubicBezTo>
                <a:cubicBezTo>
                  <a:pt x="291808" y="389088"/>
                  <a:pt x="290427" y="388465"/>
                  <a:pt x="288909" y="388465"/>
                </a:cubicBezTo>
                <a:lnTo>
                  <a:pt x="240939" y="388465"/>
                </a:lnTo>
                <a:cubicBezTo>
                  <a:pt x="239412" y="388465"/>
                  <a:pt x="238022" y="389088"/>
                  <a:pt x="237015" y="390093"/>
                </a:cubicBezTo>
                <a:cubicBezTo>
                  <a:pt x="236009" y="391108"/>
                  <a:pt x="235379" y="392490"/>
                  <a:pt x="235379" y="394016"/>
                </a:cubicBezTo>
                <a:lnTo>
                  <a:pt x="235379" y="409325"/>
                </a:lnTo>
                <a:cubicBezTo>
                  <a:pt x="235432" y="414254"/>
                  <a:pt x="232625" y="418998"/>
                  <a:pt x="227836" y="421175"/>
                </a:cubicBezTo>
                <a:cubicBezTo>
                  <a:pt x="224901" y="422511"/>
                  <a:pt x="222341" y="423809"/>
                  <a:pt x="220174" y="425053"/>
                </a:cubicBezTo>
                <a:cubicBezTo>
                  <a:pt x="217953" y="426343"/>
                  <a:pt x="215667" y="427798"/>
                  <a:pt x="213351" y="429432"/>
                </a:cubicBezTo>
                <a:cubicBezTo>
                  <a:pt x="209346" y="432486"/>
                  <a:pt x="203749" y="433015"/>
                  <a:pt x="199123" y="430337"/>
                </a:cubicBezTo>
                <a:lnTo>
                  <a:pt x="186541" y="423068"/>
                </a:lnTo>
                <a:cubicBezTo>
                  <a:pt x="186092" y="422848"/>
                  <a:pt x="185654" y="422600"/>
                  <a:pt x="185226" y="422327"/>
                </a:cubicBezTo>
                <a:cubicBezTo>
                  <a:pt x="184056" y="421824"/>
                  <a:pt x="182746" y="421771"/>
                  <a:pt x="181532" y="422089"/>
                </a:cubicBezTo>
                <a:cubicBezTo>
                  <a:pt x="180297" y="422428"/>
                  <a:pt x="179171" y="423166"/>
                  <a:pt x="178404" y="424265"/>
                </a:cubicBezTo>
                <a:cubicBezTo>
                  <a:pt x="178201" y="424649"/>
                  <a:pt x="177975" y="425023"/>
                  <a:pt x="177737" y="425390"/>
                </a:cubicBezTo>
                <a:lnTo>
                  <a:pt x="177710" y="425372"/>
                </a:lnTo>
                <a:lnTo>
                  <a:pt x="154144" y="466181"/>
                </a:lnTo>
                <a:cubicBezTo>
                  <a:pt x="153385" y="467497"/>
                  <a:pt x="153249" y="469024"/>
                  <a:pt x="153624" y="470461"/>
                </a:cubicBezTo>
                <a:cubicBezTo>
                  <a:pt x="153998" y="471851"/>
                  <a:pt x="154895" y="473087"/>
                  <a:pt x="156219" y="473863"/>
                </a:cubicBezTo>
                <a:close/>
                <a:moveTo>
                  <a:pt x="302798" y="220897"/>
                </a:moveTo>
                <a:lnTo>
                  <a:pt x="316166" y="228616"/>
                </a:lnTo>
                <a:cubicBezTo>
                  <a:pt x="320362" y="231056"/>
                  <a:pt x="322988" y="235775"/>
                  <a:pt x="322512" y="240924"/>
                </a:cubicBezTo>
                <a:cubicBezTo>
                  <a:pt x="322229" y="243831"/>
                  <a:pt x="322092" y="246692"/>
                  <a:pt x="322101" y="249502"/>
                </a:cubicBezTo>
                <a:cubicBezTo>
                  <a:pt x="322101" y="252119"/>
                  <a:pt x="322229" y="254780"/>
                  <a:pt x="322467" y="257467"/>
                </a:cubicBezTo>
                <a:cubicBezTo>
                  <a:pt x="323190" y="262498"/>
                  <a:pt x="320866" y="267701"/>
                  <a:pt x="316195" y="270389"/>
                </a:cubicBezTo>
                <a:lnTo>
                  <a:pt x="302819" y="278124"/>
                </a:lnTo>
                <a:cubicBezTo>
                  <a:pt x="301493" y="278892"/>
                  <a:pt x="300606" y="280128"/>
                  <a:pt x="300232" y="281518"/>
                </a:cubicBezTo>
                <a:cubicBezTo>
                  <a:pt x="299848" y="282943"/>
                  <a:pt x="299994" y="284488"/>
                  <a:pt x="300744" y="285807"/>
                </a:cubicBezTo>
                <a:lnTo>
                  <a:pt x="324318" y="326645"/>
                </a:lnTo>
                <a:cubicBezTo>
                  <a:pt x="324456" y="326866"/>
                  <a:pt x="324592" y="327083"/>
                  <a:pt x="324729" y="327303"/>
                </a:cubicBezTo>
                <a:cubicBezTo>
                  <a:pt x="325488" y="328619"/>
                  <a:pt x="326742" y="329515"/>
                  <a:pt x="328131" y="329890"/>
                </a:cubicBezTo>
                <a:cubicBezTo>
                  <a:pt x="329420" y="330229"/>
                  <a:pt x="330792" y="330154"/>
                  <a:pt x="332019" y="329569"/>
                </a:cubicBezTo>
                <a:lnTo>
                  <a:pt x="332358" y="329366"/>
                </a:lnTo>
                <a:lnTo>
                  <a:pt x="345735" y="321638"/>
                </a:lnTo>
                <a:cubicBezTo>
                  <a:pt x="349950" y="319207"/>
                  <a:pt x="355382" y="319287"/>
                  <a:pt x="359597" y="322297"/>
                </a:cubicBezTo>
                <a:cubicBezTo>
                  <a:pt x="361892" y="323934"/>
                  <a:pt x="364306" y="325478"/>
                  <a:pt x="366830" y="326943"/>
                </a:cubicBezTo>
                <a:lnTo>
                  <a:pt x="366830" y="326961"/>
                </a:lnTo>
                <a:cubicBezTo>
                  <a:pt x="368952" y="328187"/>
                  <a:pt x="371172" y="329348"/>
                  <a:pt x="373467" y="330434"/>
                </a:cubicBezTo>
                <a:cubicBezTo>
                  <a:pt x="378423" y="332217"/>
                  <a:pt x="381962" y="336962"/>
                  <a:pt x="381962" y="342531"/>
                </a:cubicBezTo>
                <a:lnTo>
                  <a:pt x="381962" y="357977"/>
                </a:lnTo>
                <a:cubicBezTo>
                  <a:pt x="381962" y="359504"/>
                  <a:pt x="382593" y="360894"/>
                  <a:pt x="383599" y="361900"/>
                </a:cubicBezTo>
                <a:cubicBezTo>
                  <a:pt x="384614" y="362906"/>
                  <a:pt x="385995" y="363537"/>
                  <a:pt x="387513" y="363537"/>
                </a:cubicBezTo>
                <a:lnTo>
                  <a:pt x="435484" y="363537"/>
                </a:lnTo>
                <a:cubicBezTo>
                  <a:pt x="437011" y="363537"/>
                  <a:pt x="438400" y="362906"/>
                  <a:pt x="439406" y="361900"/>
                </a:cubicBezTo>
                <a:cubicBezTo>
                  <a:pt x="440413" y="360894"/>
                  <a:pt x="441044" y="359504"/>
                  <a:pt x="441044" y="357977"/>
                </a:cubicBezTo>
                <a:lnTo>
                  <a:pt x="441044" y="342680"/>
                </a:lnTo>
                <a:cubicBezTo>
                  <a:pt x="440999" y="337742"/>
                  <a:pt x="443797" y="332998"/>
                  <a:pt x="448586" y="330822"/>
                </a:cubicBezTo>
                <a:cubicBezTo>
                  <a:pt x="451531" y="329485"/>
                  <a:pt x="454081" y="328188"/>
                  <a:pt x="456248" y="326943"/>
                </a:cubicBezTo>
                <a:cubicBezTo>
                  <a:pt x="458481" y="325655"/>
                  <a:pt x="460746" y="324199"/>
                  <a:pt x="463070" y="322565"/>
                </a:cubicBezTo>
                <a:cubicBezTo>
                  <a:pt x="467077" y="319512"/>
                  <a:pt x="472673" y="318981"/>
                  <a:pt x="477298" y="321660"/>
                </a:cubicBezTo>
                <a:lnTo>
                  <a:pt x="490666" y="329379"/>
                </a:lnTo>
                <a:lnTo>
                  <a:pt x="490666" y="329405"/>
                </a:lnTo>
                <a:cubicBezTo>
                  <a:pt x="491955" y="330147"/>
                  <a:pt x="493482" y="330283"/>
                  <a:pt x="494890" y="329908"/>
                </a:cubicBezTo>
                <a:cubicBezTo>
                  <a:pt x="496280" y="329543"/>
                  <a:pt x="497516" y="328637"/>
                  <a:pt x="498292" y="327322"/>
                </a:cubicBezTo>
                <a:lnTo>
                  <a:pt x="498319" y="327322"/>
                </a:lnTo>
                <a:cubicBezTo>
                  <a:pt x="498319" y="327322"/>
                  <a:pt x="522286" y="285826"/>
                  <a:pt x="522286" y="285826"/>
                </a:cubicBezTo>
                <a:cubicBezTo>
                  <a:pt x="523045" y="284510"/>
                  <a:pt x="523182" y="282975"/>
                  <a:pt x="522798" y="281537"/>
                </a:cubicBezTo>
                <a:cubicBezTo>
                  <a:pt x="522432" y="280147"/>
                  <a:pt x="521536" y="278902"/>
                  <a:pt x="520212" y="278143"/>
                </a:cubicBezTo>
                <a:lnTo>
                  <a:pt x="506844" y="270425"/>
                </a:lnTo>
                <a:cubicBezTo>
                  <a:pt x="502647" y="267984"/>
                  <a:pt x="500013" y="263266"/>
                  <a:pt x="500506" y="258117"/>
                </a:cubicBezTo>
                <a:cubicBezTo>
                  <a:pt x="500781" y="255209"/>
                  <a:pt x="500917" y="252348"/>
                  <a:pt x="500917" y="249551"/>
                </a:cubicBezTo>
                <a:cubicBezTo>
                  <a:pt x="500917" y="246934"/>
                  <a:pt x="500789" y="244273"/>
                  <a:pt x="500551" y="241586"/>
                </a:cubicBezTo>
                <a:cubicBezTo>
                  <a:pt x="499828" y="236546"/>
                  <a:pt x="502152" y="231352"/>
                  <a:pt x="506823" y="228655"/>
                </a:cubicBezTo>
                <a:lnTo>
                  <a:pt x="520200" y="220928"/>
                </a:lnTo>
                <a:cubicBezTo>
                  <a:pt x="521525" y="220169"/>
                  <a:pt x="522412" y="218925"/>
                  <a:pt x="522787" y="217526"/>
                </a:cubicBezTo>
                <a:cubicBezTo>
                  <a:pt x="523171" y="216109"/>
                  <a:pt x="523024" y="214564"/>
                  <a:pt x="522275" y="213245"/>
                </a:cubicBezTo>
                <a:lnTo>
                  <a:pt x="498691" y="172407"/>
                </a:lnTo>
                <a:cubicBezTo>
                  <a:pt x="498546" y="172187"/>
                  <a:pt x="498409" y="171969"/>
                  <a:pt x="498290" y="171748"/>
                </a:cubicBezTo>
                <a:cubicBezTo>
                  <a:pt x="497522" y="170433"/>
                  <a:pt x="496277" y="169537"/>
                  <a:pt x="494888" y="169162"/>
                </a:cubicBezTo>
                <a:cubicBezTo>
                  <a:pt x="493488" y="168787"/>
                  <a:pt x="491961" y="168924"/>
                  <a:pt x="490664" y="169683"/>
                </a:cubicBezTo>
                <a:lnTo>
                  <a:pt x="477278" y="177411"/>
                </a:lnTo>
                <a:cubicBezTo>
                  <a:pt x="473064" y="179852"/>
                  <a:pt x="467641" y="179771"/>
                  <a:pt x="463417" y="176762"/>
                </a:cubicBezTo>
                <a:cubicBezTo>
                  <a:pt x="461131" y="175133"/>
                  <a:pt x="458708" y="173579"/>
                  <a:pt x="456192" y="172115"/>
                </a:cubicBezTo>
                <a:lnTo>
                  <a:pt x="456211" y="172097"/>
                </a:lnTo>
                <a:cubicBezTo>
                  <a:pt x="454061" y="170871"/>
                  <a:pt x="451850" y="169710"/>
                  <a:pt x="449555" y="168623"/>
                </a:cubicBezTo>
                <a:cubicBezTo>
                  <a:pt x="444599" y="166840"/>
                  <a:pt x="441051" y="162096"/>
                  <a:pt x="441051" y="156527"/>
                </a:cubicBezTo>
                <a:lnTo>
                  <a:pt x="441051" y="141073"/>
                </a:lnTo>
                <a:cubicBezTo>
                  <a:pt x="441051" y="139555"/>
                  <a:pt x="440429" y="138165"/>
                  <a:pt x="439414" y="137159"/>
                </a:cubicBezTo>
                <a:cubicBezTo>
                  <a:pt x="438408" y="136152"/>
                  <a:pt x="437017" y="135512"/>
                  <a:pt x="435491" y="135512"/>
                </a:cubicBezTo>
                <a:lnTo>
                  <a:pt x="387521" y="135512"/>
                </a:lnTo>
                <a:cubicBezTo>
                  <a:pt x="386002" y="135512"/>
                  <a:pt x="384612" y="136143"/>
                  <a:pt x="383607" y="137159"/>
                </a:cubicBezTo>
                <a:cubicBezTo>
                  <a:pt x="382601" y="138165"/>
                  <a:pt x="381969" y="139555"/>
                  <a:pt x="381969" y="141073"/>
                </a:cubicBezTo>
                <a:lnTo>
                  <a:pt x="381969" y="156381"/>
                </a:lnTo>
                <a:cubicBezTo>
                  <a:pt x="382023" y="161320"/>
                  <a:pt x="379225" y="166064"/>
                  <a:pt x="374436" y="168239"/>
                </a:cubicBezTo>
                <a:cubicBezTo>
                  <a:pt x="371492" y="169576"/>
                  <a:pt x="368941" y="170874"/>
                  <a:pt x="366774" y="172118"/>
                </a:cubicBezTo>
                <a:cubicBezTo>
                  <a:pt x="364541" y="173398"/>
                  <a:pt x="362268" y="174863"/>
                  <a:pt x="359943" y="176496"/>
                </a:cubicBezTo>
                <a:cubicBezTo>
                  <a:pt x="355948" y="179560"/>
                  <a:pt x="350340" y="180089"/>
                  <a:pt x="345724" y="177410"/>
                </a:cubicBezTo>
                <a:lnTo>
                  <a:pt x="332356" y="169692"/>
                </a:lnTo>
                <a:lnTo>
                  <a:pt x="332356" y="169674"/>
                </a:lnTo>
                <a:cubicBezTo>
                  <a:pt x="331058" y="168933"/>
                  <a:pt x="329540" y="168796"/>
                  <a:pt x="328132" y="169171"/>
                </a:cubicBezTo>
                <a:cubicBezTo>
                  <a:pt x="326724" y="169546"/>
                  <a:pt x="325471" y="170424"/>
                  <a:pt x="324730" y="171704"/>
                </a:cubicBezTo>
                <a:lnTo>
                  <a:pt x="300744" y="213254"/>
                </a:lnTo>
                <a:cubicBezTo>
                  <a:pt x="299985" y="214570"/>
                  <a:pt x="299848" y="216105"/>
                  <a:pt x="300232" y="217534"/>
                </a:cubicBezTo>
                <a:cubicBezTo>
                  <a:pt x="300563" y="218814"/>
                  <a:pt x="301322" y="219957"/>
                  <a:pt x="302418" y="220716"/>
                </a:cubicBezTo>
                <a:lnTo>
                  <a:pt x="302819" y="220936"/>
                </a:lnTo>
                <a:close/>
              </a:path>
            </a:pathLst>
          </a:custGeom>
          <a:solidFill>
            <a:schemeClr val="bg1"/>
          </a:solidFill>
          <a:ln w="762" cap="flat">
            <a:noFill/>
            <a:prstDash val="solid"/>
            <a:miter/>
          </a:ln>
        </p:spPr>
        <p:txBody>
          <a:bodyPr rtlCol="0" anchor="ctr"/>
          <a:lstStyle/>
          <a:p>
            <a:endParaRPr lang="en-GB"/>
          </a:p>
        </p:txBody>
      </p:sp>
      <p:grpSp>
        <p:nvGrpSpPr>
          <p:cNvPr id="25" name="Group 24">
            <a:extLst>
              <a:ext uri="{FF2B5EF4-FFF2-40B4-BE49-F238E27FC236}">
                <a16:creationId xmlns:a16="http://schemas.microsoft.com/office/drawing/2014/main" id="{4EB9A8C7-9C70-3A84-04AA-42A8183686C8}"/>
              </a:ext>
            </a:extLst>
          </p:cNvPr>
          <p:cNvGrpSpPr>
            <a:grpSpLocks noChangeAspect="1"/>
          </p:cNvGrpSpPr>
          <p:nvPr/>
        </p:nvGrpSpPr>
        <p:grpSpPr>
          <a:xfrm>
            <a:off x="8542444" y="4222947"/>
            <a:ext cx="412211" cy="480913"/>
            <a:chOff x="10645776" y="334963"/>
            <a:chExt cx="1228725" cy="1433513"/>
          </a:xfrm>
          <a:solidFill>
            <a:schemeClr val="bg1"/>
          </a:solidFill>
        </p:grpSpPr>
        <p:sp>
          <p:nvSpPr>
            <p:cNvPr id="34" name="Freeform 20">
              <a:extLst>
                <a:ext uri="{FF2B5EF4-FFF2-40B4-BE49-F238E27FC236}">
                  <a16:creationId xmlns:a16="http://schemas.microsoft.com/office/drawing/2014/main" id="{72F07CA8-4CC9-F586-6F4B-031A788B8CD7}"/>
                </a:ext>
              </a:extLst>
            </p:cNvPr>
            <p:cNvSpPr>
              <a:spLocks noEditPoints="1"/>
            </p:cNvSpPr>
            <p:nvPr/>
          </p:nvSpPr>
          <p:spPr bwMode="auto">
            <a:xfrm>
              <a:off x="10645776" y="334963"/>
              <a:ext cx="1228725" cy="1433513"/>
            </a:xfrm>
            <a:custGeom>
              <a:avLst/>
              <a:gdLst>
                <a:gd name="T0" fmla="*/ 838 w 2963"/>
                <a:gd name="T1" fmla="*/ 153 h 3465"/>
                <a:gd name="T2" fmla="*/ 277 w 2963"/>
                <a:gd name="T3" fmla="*/ 259 h 3465"/>
                <a:gd name="T4" fmla="*/ 0 w 2963"/>
                <a:gd name="T5" fmla="*/ 1299 h 3465"/>
                <a:gd name="T6" fmla="*/ 195 w 2963"/>
                <a:gd name="T7" fmla="*/ 3419 h 3465"/>
                <a:gd name="T8" fmla="*/ 2341 w 2963"/>
                <a:gd name="T9" fmla="*/ 3456 h 3465"/>
                <a:gd name="T10" fmla="*/ 2673 w 2963"/>
                <a:gd name="T11" fmla="*/ 3146 h 3465"/>
                <a:gd name="T12" fmla="*/ 2837 w 2963"/>
                <a:gd name="T13" fmla="*/ 2817 h 3465"/>
                <a:gd name="T14" fmla="*/ 2878 w 2963"/>
                <a:gd name="T15" fmla="*/ 2614 h 3465"/>
                <a:gd name="T16" fmla="*/ 2937 w 2963"/>
                <a:gd name="T17" fmla="*/ 2344 h 3465"/>
                <a:gd name="T18" fmla="*/ 2890 w 2963"/>
                <a:gd name="T19" fmla="*/ 2183 h 3465"/>
                <a:gd name="T20" fmla="*/ 2681 w 2963"/>
                <a:gd name="T21" fmla="*/ 1283 h 3465"/>
                <a:gd name="T22" fmla="*/ 2389 w 2963"/>
                <a:gd name="T23" fmla="*/ 258 h 3465"/>
                <a:gd name="T24" fmla="*/ 1790 w 2963"/>
                <a:gd name="T25" fmla="*/ 151 h 3465"/>
                <a:gd name="T26" fmla="*/ 1380 w 2963"/>
                <a:gd name="T27" fmla="*/ 0 h 3465"/>
                <a:gd name="T28" fmla="*/ 1614 w 2963"/>
                <a:gd name="T29" fmla="*/ 229 h 3465"/>
                <a:gd name="T30" fmla="*/ 1336 w 2963"/>
                <a:gd name="T31" fmla="*/ 548 h 3465"/>
                <a:gd name="T32" fmla="*/ 1134 w 2963"/>
                <a:gd name="T33" fmla="*/ 162 h 3465"/>
                <a:gd name="T34" fmla="*/ 731 w 2963"/>
                <a:gd name="T35" fmla="*/ 445 h 3465"/>
                <a:gd name="T36" fmla="*/ 441 w 2963"/>
                <a:gd name="T37" fmla="*/ 3026 h 3465"/>
                <a:gd name="T38" fmla="*/ 2449 w 2963"/>
                <a:gd name="T39" fmla="*/ 3183 h 3465"/>
                <a:gd name="T40" fmla="*/ 2545 w 2963"/>
                <a:gd name="T41" fmla="*/ 2984 h 3465"/>
                <a:gd name="T42" fmla="*/ 2586 w 2963"/>
                <a:gd name="T43" fmla="*/ 3165 h 3465"/>
                <a:gd name="T44" fmla="*/ 223 w 2963"/>
                <a:gd name="T45" fmla="*/ 3343 h 3465"/>
                <a:gd name="T46" fmla="*/ 143 w 2963"/>
                <a:gd name="T47" fmla="*/ 432 h 3465"/>
                <a:gd name="T48" fmla="*/ 2448 w 2963"/>
                <a:gd name="T49" fmla="*/ 356 h 3465"/>
                <a:gd name="T50" fmla="*/ 2575 w 2963"/>
                <a:gd name="T51" fmla="*/ 2015 h 3465"/>
                <a:gd name="T52" fmla="*/ 2400 w 2963"/>
                <a:gd name="T53" fmla="*/ 480 h 3465"/>
                <a:gd name="T54" fmla="*/ 2390 w 2963"/>
                <a:gd name="T55" fmla="*/ 340 h 3465"/>
                <a:gd name="T56" fmla="*/ 2251 w 2963"/>
                <a:gd name="T57" fmla="*/ 532 h 3465"/>
                <a:gd name="T58" fmla="*/ 2353 w 2963"/>
                <a:gd name="T59" fmla="*/ 1951 h 3465"/>
                <a:gd name="T60" fmla="*/ 2218 w 2963"/>
                <a:gd name="T61" fmla="*/ 2053 h 3465"/>
                <a:gd name="T62" fmla="*/ 523 w 2963"/>
                <a:gd name="T63" fmla="*/ 2198 h 3465"/>
                <a:gd name="T64" fmla="*/ 2015 w 2963"/>
                <a:gd name="T65" fmla="*/ 2256 h 3465"/>
                <a:gd name="T66" fmla="*/ 1915 w 2963"/>
                <a:gd name="T67" fmla="*/ 2390 h 3465"/>
                <a:gd name="T68" fmla="*/ 894 w 2963"/>
                <a:gd name="T69" fmla="*/ 2489 h 3465"/>
                <a:gd name="T70" fmla="*/ 1954 w 2963"/>
                <a:gd name="T71" fmla="*/ 2607 h 3465"/>
                <a:gd name="T72" fmla="*/ 1523 w 2963"/>
                <a:gd name="T73" fmla="*/ 2698 h 3465"/>
                <a:gd name="T74" fmla="*/ 2176 w 2963"/>
                <a:gd name="T75" fmla="*/ 2911 h 3465"/>
                <a:gd name="T76" fmla="*/ 2316 w 2963"/>
                <a:gd name="T77" fmla="*/ 2982 h 3465"/>
                <a:gd name="T78" fmla="*/ 2396 w 2963"/>
                <a:gd name="T79" fmla="*/ 3120 h 3465"/>
                <a:gd name="T80" fmla="*/ 717 w 2963"/>
                <a:gd name="T81" fmla="*/ 2943 h 3465"/>
                <a:gd name="T82" fmla="*/ 436 w 2963"/>
                <a:gd name="T83" fmla="*/ 2715 h 3465"/>
                <a:gd name="T84" fmla="*/ 424 w 2963"/>
                <a:gd name="T85" fmla="*/ 532 h 3465"/>
                <a:gd name="T86" fmla="*/ 2605 w 2963"/>
                <a:gd name="T87" fmla="*/ 2150 h 3465"/>
                <a:gd name="T88" fmla="*/ 2775 w 2963"/>
                <a:gd name="T89" fmla="*/ 2188 h 3465"/>
                <a:gd name="T90" fmla="*/ 2791 w 2963"/>
                <a:gd name="T91" fmla="*/ 2374 h 3465"/>
                <a:gd name="T92" fmla="*/ 2878 w 2963"/>
                <a:gd name="T93" fmla="*/ 2513 h 3465"/>
                <a:gd name="T94" fmla="*/ 2756 w 2963"/>
                <a:gd name="T95" fmla="*/ 2670 h 3465"/>
                <a:gd name="T96" fmla="*/ 2702 w 2963"/>
                <a:gd name="T97" fmla="*/ 2819 h 3465"/>
                <a:gd name="T98" fmla="*/ 2508 w 2963"/>
                <a:gd name="T99" fmla="*/ 2856 h 3465"/>
                <a:gd name="T100" fmla="*/ 2368 w 2963"/>
                <a:gd name="T101" fmla="*/ 2876 h 3465"/>
                <a:gd name="T102" fmla="*/ 2210 w 2963"/>
                <a:gd name="T103" fmla="*/ 2796 h 3465"/>
                <a:gd name="T104" fmla="*/ 2093 w 2963"/>
                <a:gd name="T105" fmla="*/ 2724 h 3465"/>
                <a:gd name="T106" fmla="*/ 2045 w 2963"/>
                <a:gd name="T107" fmla="*/ 2543 h 3465"/>
                <a:gd name="T108" fmla="*/ 2015 w 2963"/>
                <a:gd name="T109" fmla="*/ 2408 h 3465"/>
                <a:gd name="T110" fmla="*/ 2112 w 2963"/>
                <a:gd name="T111" fmla="*/ 2251 h 3465"/>
                <a:gd name="T112" fmla="*/ 2190 w 2963"/>
                <a:gd name="T113" fmla="*/ 2130 h 3465"/>
                <a:gd name="T114" fmla="*/ 2361 w 2963"/>
                <a:gd name="T115" fmla="*/ 2070 h 3465"/>
                <a:gd name="T116" fmla="*/ 2501 w 2963"/>
                <a:gd name="T117" fmla="*/ 2065 h 3465"/>
                <a:gd name="T118" fmla="*/ 345 w 2963"/>
                <a:gd name="T119" fmla="*/ 2798 h 3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963" h="3465">
                  <a:moveTo>
                    <a:pt x="1185" y="23"/>
                  </a:moveTo>
                  <a:lnTo>
                    <a:pt x="1160" y="36"/>
                  </a:lnTo>
                  <a:lnTo>
                    <a:pt x="1106" y="76"/>
                  </a:lnTo>
                  <a:lnTo>
                    <a:pt x="1085" y="96"/>
                  </a:lnTo>
                  <a:lnTo>
                    <a:pt x="1069" y="113"/>
                  </a:lnTo>
                  <a:lnTo>
                    <a:pt x="1042" y="134"/>
                  </a:lnTo>
                  <a:lnTo>
                    <a:pt x="1003" y="145"/>
                  </a:lnTo>
                  <a:lnTo>
                    <a:pt x="939" y="150"/>
                  </a:lnTo>
                  <a:lnTo>
                    <a:pt x="890" y="151"/>
                  </a:lnTo>
                  <a:lnTo>
                    <a:pt x="838" y="153"/>
                  </a:lnTo>
                  <a:lnTo>
                    <a:pt x="775" y="157"/>
                  </a:lnTo>
                  <a:lnTo>
                    <a:pt x="751" y="164"/>
                  </a:lnTo>
                  <a:lnTo>
                    <a:pt x="742" y="171"/>
                  </a:lnTo>
                  <a:lnTo>
                    <a:pt x="736" y="186"/>
                  </a:lnTo>
                  <a:lnTo>
                    <a:pt x="735" y="201"/>
                  </a:lnTo>
                  <a:lnTo>
                    <a:pt x="730" y="248"/>
                  </a:lnTo>
                  <a:lnTo>
                    <a:pt x="505" y="248"/>
                  </a:lnTo>
                  <a:lnTo>
                    <a:pt x="436" y="248"/>
                  </a:lnTo>
                  <a:lnTo>
                    <a:pt x="340" y="251"/>
                  </a:lnTo>
                  <a:lnTo>
                    <a:pt x="277" y="259"/>
                  </a:lnTo>
                  <a:lnTo>
                    <a:pt x="229" y="274"/>
                  </a:lnTo>
                  <a:lnTo>
                    <a:pt x="205" y="285"/>
                  </a:lnTo>
                  <a:lnTo>
                    <a:pt x="172" y="301"/>
                  </a:lnTo>
                  <a:lnTo>
                    <a:pt x="113" y="350"/>
                  </a:lnTo>
                  <a:lnTo>
                    <a:pt x="62" y="411"/>
                  </a:lnTo>
                  <a:lnTo>
                    <a:pt x="26" y="480"/>
                  </a:lnTo>
                  <a:lnTo>
                    <a:pt x="15" y="516"/>
                  </a:lnTo>
                  <a:lnTo>
                    <a:pt x="11" y="546"/>
                  </a:lnTo>
                  <a:lnTo>
                    <a:pt x="4" y="738"/>
                  </a:lnTo>
                  <a:lnTo>
                    <a:pt x="0" y="1299"/>
                  </a:lnTo>
                  <a:lnTo>
                    <a:pt x="1" y="1893"/>
                  </a:lnTo>
                  <a:lnTo>
                    <a:pt x="5" y="2651"/>
                  </a:lnTo>
                  <a:lnTo>
                    <a:pt x="14" y="3125"/>
                  </a:lnTo>
                  <a:lnTo>
                    <a:pt x="23" y="3217"/>
                  </a:lnTo>
                  <a:lnTo>
                    <a:pt x="30" y="3247"/>
                  </a:lnTo>
                  <a:lnTo>
                    <a:pt x="35" y="3256"/>
                  </a:lnTo>
                  <a:lnTo>
                    <a:pt x="51" y="3284"/>
                  </a:lnTo>
                  <a:lnTo>
                    <a:pt x="92" y="3336"/>
                  </a:lnTo>
                  <a:lnTo>
                    <a:pt x="141" y="3382"/>
                  </a:lnTo>
                  <a:lnTo>
                    <a:pt x="195" y="3419"/>
                  </a:lnTo>
                  <a:lnTo>
                    <a:pt x="223" y="3433"/>
                  </a:lnTo>
                  <a:lnTo>
                    <a:pt x="235" y="3438"/>
                  </a:lnTo>
                  <a:lnTo>
                    <a:pt x="264" y="3447"/>
                  </a:lnTo>
                  <a:lnTo>
                    <a:pt x="339" y="3456"/>
                  </a:lnTo>
                  <a:lnTo>
                    <a:pt x="562" y="3462"/>
                  </a:lnTo>
                  <a:lnTo>
                    <a:pt x="999" y="3465"/>
                  </a:lnTo>
                  <a:lnTo>
                    <a:pt x="1340" y="3465"/>
                  </a:lnTo>
                  <a:lnTo>
                    <a:pt x="1680" y="3465"/>
                  </a:lnTo>
                  <a:lnTo>
                    <a:pt x="2118" y="3462"/>
                  </a:lnTo>
                  <a:lnTo>
                    <a:pt x="2341" y="3456"/>
                  </a:lnTo>
                  <a:lnTo>
                    <a:pt x="2415" y="3447"/>
                  </a:lnTo>
                  <a:lnTo>
                    <a:pt x="2445" y="3438"/>
                  </a:lnTo>
                  <a:lnTo>
                    <a:pt x="2456" y="3433"/>
                  </a:lnTo>
                  <a:lnTo>
                    <a:pt x="2484" y="3419"/>
                  </a:lnTo>
                  <a:lnTo>
                    <a:pt x="2534" y="3388"/>
                  </a:lnTo>
                  <a:lnTo>
                    <a:pt x="2576" y="3351"/>
                  </a:lnTo>
                  <a:lnTo>
                    <a:pt x="2611" y="3309"/>
                  </a:lnTo>
                  <a:lnTo>
                    <a:pt x="2639" y="3261"/>
                  </a:lnTo>
                  <a:lnTo>
                    <a:pt x="2660" y="3207"/>
                  </a:lnTo>
                  <a:lnTo>
                    <a:pt x="2673" y="3146"/>
                  </a:lnTo>
                  <a:lnTo>
                    <a:pt x="2680" y="3079"/>
                  </a:lnTo>
                  <a:lnTo>
                    <a:pt x="2681" y="3043"/>
                  </a:lnTo>
                  <a:lnTo>
                    <a:pt x="2682" y="2971"/>
                  </a:lnTo>
                  <a:lnTo>
                    <a:pt x="2690" y="2925"/>
                  </a:lnTo>
                  <a:lnTo>
                    <a:pt x="2702" y="2915"/>
                  </a:lnTo>
                  <a:lnTo>
                    <a:pt x="2711" y="2915"/>
                  </a:lnTo>
                  <a:lnTo>
                    <a:pt x="2718" y="2914"/>
                  </a:lnTo>
                  <a:lnTo>
                    <a:pt x="2739" y="2903"/>
                  </a:lnTo>
                  <a:lnTo>
                    <a:pt x="2780" y="2872"/>
                  </a:lnTo>
                  <a:lnTo>
                    <a:pt x="2837" y="2817"/>
                  </a:lnTo>
                  <a:lnTo>
                    <a:pt x="2869" y="2778"/>
                  </a:lnTo>
                  <a:lnTo>
                    <a:pt x="2880" y="2758"/>
                  </a:lnTo>
                  <a:lnTo>
                    <a:pt x="2881" y="2751"/>
                  </a:lnTo>
                  <a:lnTo>
                    <a:pt x="2880" y="2741"/>
                  </a:lnTo>
                  <a:lnTo>
                    <a:pt x="2866" y="2706"/>
                  </a:lnTo>
                  <a:lnTo>
                    <a:pt x="2855" y="2688"/>
                  </a:lnTo>
                  <a:lnTo>
                    <a:pt x="2844" y="2672"/>
                  </a:lnTo>
                  <a:lnTo>
                    <a:pt x="2836" y="2647"/>
                  </a:lnTo>
                  <a:lnTo>
                    <a:pt x="2846" y="2630"/>
                  </a:lnTo>
                  <a:lnTo>
                    <a:pt x="2878" y="2614"/>
                  </a:lnTo>
                  <a:lnTo>
                    <a:pt x="2903" y="2605"/>
                  </a:lnTo>
                  <a:lnTo>
                    <a:pt x="2921" y="2599"/>
                  </a:lnTo>
                  <a:lnTo>
                    <a:pt x="2943" y="2586"/>
                  </a:lnTo>
                  <a:lnTo>
                    <a:pt x="2955" y="2562"/>
                  </a:lnTo>
                  <a:lnTo>
                    <a:pt x="2960" y="2518"/>
                  </a:lnTo>
                  <a:lnTo>
                    <a:pt x="2961" y="2483"/>
                  </a:lnTo>
                  <a:lnTo>
                    <a:pt x="2963" y="2444"/>
                  </a:lnTo>
                  <a:lnTo>
                    <a:pt x="2958" y="2386"/>
                  </a:lnTo>
                  <a:lnTo>
                    <a:pt x="2947" y="2357"/>
                  </a:lnTo>
                  <a:lnTo>
                    <a:pt x="2937" y="2344"/>
                  </a:lnTo>
                  <a:lnTo>
                    <a:pt x="2924" y="2336"/>
                  </a:lnTo>
                  <a:lnTo>
                    <a:pt x="2907" y="2332"/>
                  </a:lnTo>
                  <a:lnTo>
                    <a:pt x="2898" y="2331"/>
                  </a:lnTo>
                  <a:lnTo>
                    <a:pt x="2879" y="2330"/>
                  </a:lnTo>
                  <a:lnTo>
                    <a:pt x="2858" y="2320"/>
                  </a:lnTo>
                  <a:lnTo>
                    <a:pt x="2849" y="2310"/>
                  </a:lnTo>
                  <a:lnTo>
                    <a:pt x="2843" y="2291"/>
                  </a:lnTo>
                  <a:lnTo>
                    <a:pt x="2849" y="2255"/>
                  </a:lnTo>
                  <a:lnTo>
                    <a:pt x="2860" y="2235"/>
                  </a:lnTo>
                  <a:lnTo>
                    <a:pt x="2890" y="2183"/>
                  </a:lnTo>
                  <a:lnTo>
                    <a:pt x="2806" y="2098"/>
                  </a:lnTo>
                  <a:lnTo>
                    <a:pt x="2772" y="2065"/>
                  </a:lnTo>
                  <a:lnTo>
                    <a:pt x="2729" y="2032"/>
                  </a:lnTo>
                  <a:lnTo>
                    <a:pt x="2708" y="2022"/>
                  </a:lnTo>
                  <a:lnTo>
                    <a:pt x="2703" y="2023"/>
                  </a:lnTo>
                  <a:lnTo>
                    <a:pt x="2700" y="2023"/>
                  </a:lnTo>
                  <a:lnTo>
                    <a:pt x="2695" y="2009"/>
                  </a:lnTo>
                  <a:lnTo>
                    <a:pt x="2689" y="1953"/>
                  </a:lnTo>
                  <a:lnTo>
                    <a:pt x="2682" y="1674"/>
                  </a:lnTo>
                  <a:lnTo>
                    <a:pt x="2681" y="1283"/>
                  </a:lnTo>
                  <a:lnTo>
                    <a:pt x="2681" y="538"/>
                  </a:lnTo>
                  <a:lnTo>
                    <a:pt x="2636" y="446"/>
                  </a:lnTo>
                  <a:lnTo>
                    <a:pt x="2625" y="425"/>
                  </a:lnTo>
                  <a:lnTo>
                    <a:pt x="2598" y="385"/>
                  </a:lnTo>
                  <a:lnTo>
                    <a:pt x="2568" y="350"/>
                  </a:lnTo>
                  <a:lnTo>
                    <a:pt x="2535" y="319"/>
                  </a:lnTo>
                  <a:lnTo>
                    <a:pt x="2518" y="306"/>
                  </a:lnTo>
                  <a:lnTo>
                    <a:pt x="2493" y="289"/>
                  </a:lnTo>
                  <a:lnTo>
                    <a:pt x="2450" y="268"/>
                  </a:lnTo>
                  <a:lnTo>
                    <a:pt x="2389" y="258"/>
                  </a:lnTo>
                  <a:lnTo>
                    <a:pt x="2282" y="253"/>
                  </a:lnTo>
                  <a:lnTo>
                    <a:pt x="2198" y="251"/>
                  </a:lnTo>
                  <a:lnTo>
                    <a:pt x="1950" y="246"/>
                  </a:lnTo>
                  <a:lnTo>
                    <a:pt x="1945" y="201"/>
                  </a:lnTo>
                  <a:lnTo>
                    <a:pt x="1943" y="186"/>
                  </a:lnTo>
                  <a:lnTo>
                    <a:pt x="1937" y="171"/>
                  </a:lnTo>
                  <a:lnTo>
                    <a:pt x="1928" y="164"/>
                  </a:lnTo>
                  <a:lnTo>
                    <a:pt x="1904" y="157"/>
                  </a:lnTo>
                  <a:lnTo>
                    <a:pt x="1841" y="153"/>
                  </a:lnTo>
                  <a:lnTo>
                    <a:pt x="1790" y="151"/>
                  </a:lnTo>
                  <a:lnTo>
                    <a:pt x="1741" y="150"/>
                  </a:lnTo>
                  <a:lnTo>
                    <a:pt x="1676" y="145"/>
                  </a:lnTo>
                  <a:lnTo>
                    <a:pt x="1638" y="134"/>
                  </a:lnTo>
                  <a:lnTo>
                    <a:pt x="1610" y="113"/>
                  </a:lnTo>
                  <a:lnTo>
                    <a:pt x="1595" y="96"/>
                  </a:lnTo>
                  <a:lnTo>
                    <a:pt x="1573" y="76"/>
                  </a:lnTo>
                  <a:lnTo>
                    <a:pt x="1516" y="36"/>
                  </a:lnTo>
                  <a:lnTo>
                    <a:pt x="1490" y="23"/>
                  </a:lnTo>
                  <a:lnTo>
                    <a:pt x="1459" y="12"/>
                  </a:lnTo>
                  <a:lnTo>
                    <a:pt x="1380" y="0"/>
                  </a:lnTo>
                  <a:lnTo>
                    <a:pt x="1293" y="0"/>
                  </a:lnTo>
                  <a:lnTo>
                    <a:pt x="1214" y="12"/>
                  </a:lnTo>
                  <a:lnTo>
                    <a:pt x="1185" y="23"/>
                  </a:lnTo>
                  <a:close/>
                  <a:moveTo>
                    <a:pt x="1483" y="106"/>
                  </a:moveTo>
                  <a:lnTo>
                    <a:pt x="1504" y="120"/>
                  </a:lnTo>
                  <a:lnTo>
                    <a:pt x="1544" y="161"/>
                  </a:lnTo>
                  <a:lnTo>
                    <a:pt x="1556" y="181"/>
                  </a:lnTo>
                  <a:lnTo>
                    <a:pt x="1565" y="199"/>
                  </a:lnTo>
                  <a:lnTo>
                    <a:pt x="1583" y="220"/>
                  </a:lnTo>
                  <a:lnTo>
                    <a:pt x="1614" y="229"/>
                  </a:lnTo>
                  <a:lnTo>
                    <a:pt x="1675" y="231"/>
                  </a:lnTo>
                  <a:lnTo>
                    <a:pt x="1723" y="231"/>
                  </a:lnTo>
                  <a:lnTo>
                    <a:pt x="1863" y="231"/>
                  </a:lnTo>
                  <a:lnTo>
                    <a:pt x="1868" y="383"/>
                  </a:lnTo>
                  <a:lnTo>
                    <a:pt x="1870" y="444"/>
                  </a:lnTo>
                  <a:lnTo>
                    <a:pt x="1869" y="530"/>
                  </a:lnTo>
                  <a:lnTo>
                    <a:pt x="1866" y="541"/>
                  </a:lnTo>
                  <a:lnTo>
                    <a:pt x="1834" y="544"/>
                  </a:lnTo>
                  <a:lnTo>
                    <a:pt x="1546" y="548"/>
                  </a:lnTo>
                  <a:lnTo>
                    <a:pt x="1336" y="548"/>
                  </a:lnTo>
                  <a:lnTo>
                    <a:pt x="815" y="548"/>
                  </a:lnTo>
                  <a:lnTo>
                    <a:pt x="815" y="390"/>
                  </a:lnTo>
                  <a:lnTo>
                    <a:pt x="815" y="231"/>
                  </a:lnTo>
                  <a:lnTo>
                    <a:pt x="956" y="231"/>
                  </a:lnTo>
                  <a:lnTo>
                    <a:pt x="1005" y="231"/>
                  </a:lnTo>
                  <a:lnTo>
                    <a:pt x="1065" y="229"/>
                  </a:lnTo>
                  <a:lnTo>
                    <a:pt x="1097" y="220"/>
                  </a:lnTo>
                  <a:lnTo>
                    <a:pt x="1114" y="199"/>
                  </a:lnTo>
                  <a:lnTo>
                    <a:pt x="1123" y="181"/>
                  </a:lnTo>
                  <a:lnTo>
                    <a:pt x="1134" y="162"/>
                  </a:lnTo>
                  <a:lnTo>
                    <a:pt x="1165" y="129"/>
                  </a:lnTo>
                  <a:lnTo>
                    <a:pt x="1204" y="103"/>
                  </a:lnTo>
                  <a:lnTo>
                    <a:pt x="1249" y="84"/>
                  </a:lnTo>
                  <a:lnTo>
                    <a:pt x="1299" y="74"/>
                  </a:lnTo>
                  <a:lnTo>
                    <a:pt x="1351" y="72"/>
                  </a:lnTo>
                  <a:lnTo>
                    <a:pt x="1405" y="78"/>
                  </a:lnTo>
                  <a:lnTo>
                    <a:pt x="1458" y="94"/>
                  </a:lnTo>
                  <a:lnTo>
                    <a:pt x="1483" y="106"/>
                  </a:lnTo>
                  <a:close/>
                  <a:moveTo>
                    <a:pt x="731" y="388"/>
                  </a:moveTo>
                  <a:lnTo>
                    <a:pt x="731" y="445"/>
                  </a:lnTo>
                  <a:lnTo>
                    <a:pt x="513" y="451"/>
                  </a:lnTo>
                  <a:lnTo>
                    <a:pt x="439" y="453"/>
                  </a:lnTo>
                  <a:lnTo>
                    <a:pt x="345" y="457"/>
                  </a:lnTo>
                  <a:lnTo>
                    <a:pt x="296" y="467"/>
                  </a:lnTo>
                  <a:lnTo>
                    <a:pt x="269" y="487"/>
                  </a:lnTo>
                  <a:lnTo>
                    <a:pt x="255" y="503"/>
                  </a:lnTo>
                  <a:lnTo>
                    <a:pt x="215" y="550"/>
                  </a:lnTo>
                  <a:lnTo>
                    <a:pt x="215" y="1670"/>
                  </a:lnTo>
                  <a:lnTo>
                    <a:pt x="215" y="2790"/>
                  </a:lnTo>
                  <a:lnTo>
                    <a:pt x="441" y="3026"/>
                  </a:lnTo>
                  <a:lnTo>
                    <a:pt x="668" y="3265"/>
                  </a:lnTo>
                  <a:lnTo>
                    <a:pt x="1503" y="3265"/>
                  </a:lnTo>
                  <a:lnTo>
                    <a:pt x="1781" y="3265"/>
                  </a:lnTo>
                  <a:lnTo>
                    <a:pt x="2133" y="3263"/>
                  </a:lnTo>
                  <a:lnTo>
                    <a:pt x="2306" y="3256"/>
                  </a:lnTo>
                  <a:lnTo>
                    <a:pt x="2362" y="3246"/>
                  </a:lnTo>
                  <a:lnTo>
                    <a:pt x="2385" y="3237"/>
                  </a:lnTo>
                  <a:lnTo>
                    <a:pt x="2395" y="3231"/>
                  </a:lnTo>
                  <a:lnTo>
                    <a:pt x="2416" y="3217"/>
                  </a:lnTo>
                  <a:lnTo>
                    <a:pt x="2449" y="3183"/>
                  </a:lnTo>
                  <a:lnTo>
                    <a:pt x="2470" y="3140"/>
                  </a:lnTo>
                  <a:lnTo>
                    <a:pt x="2481" y="3087"/>
                  </a:lnTo>
                  <a:lnTo>
                    <a:pt x="2481" y="3056"/>
                  </a:lnTo>
                  <a:lnTo>
                    <a:pt x="2482" y="3041"/>
                  </a:lnTo>
                  <a:lnTo>
                    <a:pt x="2485" y="3018"/>
                  </a:lnTo>
                  <a:lnTo>
                    <a:pt x="2493" y="3004"/>
                  </a:lnTo>
                  <a:lnTo>
                    <a:pt x="2509" y="2997"/>
                  </a:lnTo>
                  <a:lnTo>
                    <a:pt x="2520" y="2995"/>
                  </a:lnTo>
                  <a:lnTo>
                    <a:pt x="2529" y="2993"/>
                  </a:lnTo>
                  <a:lnTo>
                    <a:pt x="2545" y="2984"/>
                  </a:lnTo>
                  <a:lnTo>
                    <a:pt x="2559" y="2968"/>
                  </a:lnTo>
                  <a:lnTo>
                    <a:pt x="2571" y="2946"/>
                  </a:lnTo>
                  <a:lnTo>
                    <a:pt x="2576" y="2931"/>
                  </a:lnTo>
                  <a:lnTo>
                    <a:pt x="2583" y="2913"/>
                  </a:lnTo>
                  <a:lnTo>
                    <a:pt x="2589" y="2901"/>
                  </a:lnTo>
                  <a:lnTo>
                    <a:pt x="2592" y="2901"/>
                  </a:lnTo>
                  <a:lnTo>
                    <a:pt x="2596" y="2936"/>
                  </a:lnTo>
                  <a:lnTo>
                    <a:pt x="2596" y="3023"/>
                  </a:lnTo>
                  <a:lnTo>
                    <a:pt x="2596" y="3087"/>
                  </a:lnTo>
                  <a:lnTo>
                    <a:pt x="2586" y="3165"/>
                  </a:lnTo>
                  <a:lnTo>
                    <a:pt x="2574" y="3209"/>
                  </a:lnTo>
                  <a:lnTo>
                    <a:pt x="2558" y="3246"/>
                  </a:lnTo>
                  <a:lnTo>
                    <a:pt x="2536" y="3279"/>
                  </a:lnTo>
                  <a:lnTo>
                    <a:pt x="2509" y="3307"/>
                  </a:lnTo>
                  <a:lnTo>
                    <a:pt x="2475" y="3332"/>
                  </a:lnTo>
                  <a:lnTo>
                    <a:pt x="2456" y="3343"/>
                  </a:lnTo>
                  <a:lnTo>
                    <a:pt x="2390" y="3381"/>
                  </a:lnTo>
                  <a:lnTo>
                    <a:pt x="1340" y="3381"/>
                  </a:lnTo>
                  <a:lnTo>
                    <a:pt x="290" y="3381"/>
                  </a:lnTo>
                  <a:lnTo>
                    <a:pt x="223" y="3343"/>
                  </a:lnTo>
                  <a:lnTo>
                    <a:pt x="209" y="3335"/>
                  </a:lnTo>
                  <a:lnTo>
                    <a:pt x="179" y="3311"/>
                  </a:lnTo>
                  <a:lnTo>
                    <a:pt x="151" y="3283"/>
                  </a:lnTo>
                  <a:lnTo>
                    <a:pt x="128" y="3254"/>
                  </a:lnTo>
                  <a:lnTo>
                    <a:pt x="120" y="3240"/>
                  </a:lnTo>
                  <a:lnTo>
                    <a:pt x="81" y="3173"/>
                  </a:lnTo>
                  <a:lnTo>
                    <a:pt x="86" y="1840"/>
                  </a:lnTo>
                  <a:lnTo>
                    <a:pt x="90" y="506"/>
                  </a:lnTo>
                  <a:lnTo>
                    <a:pt x="130" y="451"/>
                  </a:lnTo>
                  <a:lnTo>
                    <a:pt x="143" y="432"/>
                  </a:lnTo>
                  <a:lnTo>
                    <a:pt x="170" y="400"/>
                  </a:lnTo>
                  <a:lnTo>
                    <a:pt x="198" y="376"/>
                  </a:lnTo>
                  <a:lnTo>
                    <a:pt x="229" y="358"/>
                  </a:lnTo>
                  <a:lnTo>
                    <a:pt x="268" y="346"/>
                  </a:lnTo>
                  <a:lnTo>
                    <a:pt x="317" y="338"/>
                  </a:lnTo>
                  <a:lnTo>
                    <a:pt x="413" y="332"/>
                  </a:lnTo>
                  <a:lnTo>
                    <a:pt x="503" y="331"/>
                  </a:lnTo>
                  <a:lnTo>
                    <a:pt x="731" y="331"/>
                  </a:lnTo>
                  <a:lnTo>
                    <a:pt x="731" y="388"/>
                  </a:lnTo>
                  <a:close/>
                  <a:moveTo>
                    <a:pt x="2448" y="356"/>
                  </a:moveTo>
                  <a:lnTo>
                    <a:pt x="2470" y="370"/>
                  </a:lnTo>
                  <a:lnTo>
                    <a:pt x="2522" y="417"/>
                  </a:lnTo>
                  <a:lnTo>
                    <a:pt x="2543" y="443"/>
                  </a:lnTo>
                  <a:lnTo>
                    <a:pt x="2590" y="503"/>
                  </a:lnTo>
                  <a:lnTo>
                    <a:pt x="2593" y="1288"/>
                  </a:lnTo>
                  <a:lnTo>
                    <a:pt x="2594" y="1711"/>
                  </a:lnTo>
                  <a:lnTo>
                    <a:pt x="2589" y="1983"/>
                  </a:lnTo>
                  <a:lnTo>
                    <a:pt x="2583" y="2022"/>
                  </a:lnTo>
                  <a:lnTo>
                    <a:pt x="2578" y="2022"/>
                  </a:lnTo>
                  <a:lnTo>
                    <a:pt x="2575" y="2015"/>
                  </a:lnTo>
                  <a:lnTo>
                    <a:pt x="2569" y="2001"/>
                  </a:lnTo>
                  <a:lnTo>
                    <a:pt x="2557" y="1978"/>
                  </a:lnTo>
                  <a:lnTo>
                    <a:pt x="2543" y="1962"/>
                  </a:lnTo>
                  <a:lnTo>
                    <a:pt x="2527" y="1953"/>
                  </a:lnTo>
                  <a:lnTo>
                    <a:pt x="2518" y="1951"/>
                  </a:lnTo>
                  <a:lnTo>
                    <a:pt x="2483" y="1946"/>
                  </a:lnTo>
                  <a:lnTo>
                    <a:pt x="2478" y="1246"/>
                  </a:lnTo>
                  <a:lnTo>
                    <a:pt x="2473" y="545"/>
                  </a:lnTo>
                  <a:lnTo>
                    <a:pt x="2418" y="496"/>
                  </a:lnTo>
                  <a:lnTo>
                    <a:pt x="2400" y="480"/>
                  </a:lnTo>
                  <a:lnTo>
                    <a:pt x="2367" y="459"/>
                  </a:lnTo>
                  <a:lnTo>
                    <a:pt x="2318" y="450"/>
                  </a:lnTo>
                  <a:lnTo>
                    <a:pt x="2227" y="448"/>
                  </a:lnTo>
                  <a:lnTo>
                    <a:pt x="2156" y="448"/>
                  </a:lnTo>
                  <a:lnTo>
                    <a:pt x="1948" y="448"/>
                  </a:lnTo>
                  <a:lnTo>
                    <a:pt x="1948" y="390"/>
                  </a:lnTo>
                  <a:lnTo>
                    <a:pt x="1948" y="331"/>
                  </a:lnTo>
                  <a:lnTo>
                    <a:pt x="2173" y="331"/>
                  </a:lnTo>
                  <a:lnTo>
                    <a:pt x="2287" y="332"/>
                  </a:lnTo>
                  <a:lnTo>
                    <a:pt x="2390" y="340"/>
                  </a:lnTo>
                  <a:lnTo>
                    <a:pt x="2433" y="350"/>
                  </a:lnTo>
                  <a:lnTo>
                    <a:pt x="2448" y="356"/>
                  </a:lnTo>
                  <a:close/>
                  <a:moveTo>
                    <a:pt x="731" y="573"/>
                  </a:moveTo>
                  <a:lnTo>
                    <a:pt x="731" y="615"/>
                  </a:lnTo>
                  <a:lnTo>
                    <a:pt x="1340" y="615"/>
                  </a:lnTo>
                  <a:lnTo>
                    <a:pt x="1948" y="615"/>
                  </a:lnTo>
                  <a:lnTo>
                    <a:pt x="1948" y="573"/>
                  </a:lnTo>
                  <a:lnTo>
                    <a:pt x="1948" y="531"/>
                  </a:lnTo>
                  <a:lnTo>
                    <a:pt x="2146" y="531"/>
                  </a:lnTo>
                  <a:lnTo>
                    <a:pt x="2251" y="532"/>
                  </a:lnTo>
                  <a:lnTo>
                    <a:pt x="2334" y="540"/>
                  </a:lnTo>
                  <a:lnTo>
                    <a:pt x="2363" y="550"/>
                  </a:lnTo>
                  <a:lnTo>
                    <a:pt x="2371" y="558"/>
                  </a:lnTo>
                  <a:lnTo>
                    <a:pt x="2376" y="563"/>
                  </a:lnTo>
                  <a:lnTo>
                    <a:pt x="2383" y="580"/>
                  </a:lnTo>
                  <a:lnTo>
                    <a:pt x="2390" y="630"/>
                  </a:lnTo>
                  <a:lnTo>
                    <a:pt x="2398" y="881"/>
                  </a:lnTo>
                  <a:lnTo>
                    <a:pt x="2398" y="1265"/>
                  </a:lnTo>
                  <a:lnTo>
                    <a:pt x="2398" y="1946"/>
                  </a:lnTo>
                  <a:lnTo>
                    <a:pt x="2353" y="1951"/>
                  </a:lnTo>
                  <a:lnTo>
                    <a:pt x="2340" y="1953"/>
                  </a:lnTo>
                  <a:lnTo>
                    <a:pt x="2321" y="1959"/>
                  </a:lnTo>
                  <a:lnTo>
                    <a:pt x="2309" y="1971"/>
                  </a:lnTo>
                  <a:lnTo>
                    <a:pt x="2303" y="1990"/>
                  </a:lnTo>
                  <a:lnTo>
                    <a:pt x="2301" y="2003"/>
                  </a:lnTo>
                  <a:lnTo>
                    <a:pt x="2298" y="2024"/>
                  </a:lnTo>
                  <a:lnTo>
                    <a:pt x="2286" y="2046"/>
                  </a:lnTo>
                  <a:lnTo>
                    <a:pt x="2275" y="2055"/>
                  </a:lnTo>
                  <a:lnTo>
                    <a:pt x="2255" y="2061"/>
                  </a:lnTo>
                  <a:lnTo>
                    <a:pt x="2218" y="2053"/>
                  </a:lnTo>
                  <a:lnTo>
                    <a:pt x="2196" y="2041"/>
                  </a:lnTo>
                  <a:lnTo>
                    <a:pt x="2148" y="2013"/>
                  </a:lnTo>
                  <a:lnTo>
                    <a:pt x="2068" y="2088"/>
                  </a:lnTo>
                  <a:lnTo>
                    <a:pt x="1986" y="2165"/>
                  </a:lnTo>
                  <a:lnTo>
                    <a:pt x="1255" y="2168"/>
                  </a:lnTo>
                  <a:lnTo>
                    <a:pt x="845" y="2172"/>
                  </a:lnTo>
                  <a:lnTo>
                    <a:pt x="583" y="2180"/>
                  </a:lnTo>
                  <a:lnTo>
                    <a:pt x="535" y="2188"/>
                  </a:lnTo>
                  <a:lnTo>
                    <a:pt x="524" y="2194"/>
                  </a:lnTo>
                  <a:lnTo>
                    <a:pt x="523" y="2198"/>
                  </a:lnTo>
                  <a:lnTo>
                    <a:pt x="524" y="2202"/>
                  </a:lnTo>
                  <a:lnTo>
                    <a:pt x="535" y="2208"/>
                  </a:lnTo>
                  <a:lnTo>
                    <a:pt x="583" y="2216"/>
                  </a:lnTo>
                  <a:lnTo>
                    <a:pt x="846" y="2224"/>
                  </a:lnTo>
                  <a:lnTo>
                    <a:pt x="1258" y="2228"/>
                  </a:lnTo>
                  <a:lnTo>
                    <a:pt x="1663" y="2231"/>
                  </a:lnTo>
                  <a:lnTo>
                    <a:pt x="1937" y="2239"/>
                  </a:lnTo>
                  <a:lnTo>
                    <a:pt x="1993" y="2246"/>
                  </a:lnTo>
                  <a:lnTo>
                    <a:pt x="2011" y="2252"/>
                  </a:lnTo>
                  <a:lnTo>
                    <a:pt x="2015" y="2256"/>
                  </a:lnTo>
                  <a:lnTo>
                    <a:pt x="2024" y="2270"/>
                  </a:lnTo>
                  <a:lnTo>
                    <a:pt x="2029" y="2295"/>
                  </a:lnTo>
                  <a:lnTo>
                    <a:pt x="2016" y="2316"/>
                  </a:lnTo>
                  <a:lnTo>
                    <a:pt x="1987" y="2331"/>
                  </a:lnTo>
                  <a:lnTo>
                    <a:pt x="1966" y="2336"/>
                  </a:lnTo>
                  <a:lnTo>
                    <a:pt x="1952" y="2340"/>
                  </a:lnTo>
                  <a:lnTo>
                    <a:pt x="1931" y="2348"/>
                  </a:lnTo>
                  <a:lnTo>
                    <a:pt x="1920" y="2360"/>
                  </a:lnTo>
                  <a:lnTo>
                    <a:pt x="1915" y="2378"/>
                  </a:lnTo>
                  <a:lnTo>
                    <a:pt x="1915" y="2390"/>
                  </a:lnTo>
                  <a:lnTo>
                    <a:pt x="1915" y="2431"/>
                  </a:lnTo>
                  <a:lnTo>
                    <a:pt x="1403" y="2435"/>
                  </a:lnTo>
                  <a:lnTo>
                    <a:pt x="1089" y="2438"/>
                  </a:lnTo>
                  <a:lnTo>
                    <a:pt x="936" y="2445"/>
                  </a:lnTo>
                  <a:lnTo>
                    <a:pt x="907" y="2450"/>
                  </a:lnTo>
                  <a:lnTo>
                    <a:pt x="894" y="2457"/>
                  </a:lnTo>
                  <a:lnTo>
                    <a:pt x="890" y="2467"/>
                  </a:lnTo>
                  <a:lnTo>
                    <a:pt x="890" y="2473"/>
                  </a:lnTo>
                  <a:lnTo>
                    <a:pt x="890" y="2479"/>
                  </a:lnTo>
                  <a:lnTo>
                    <a:pt x="894" y="2489"/>
                  </a:lnTo>
                  <a:lnTo>
                    <a:pt x="907" y="2496"/>
                  </a:lnTo>
                  <a:lnTo>
                    <a:pt x="936" y="2501"/>
                  </a:lnTo>
                  <a:lnTo>
                    <a:pt x="1089" y="2508"/>
                  </a:lnTo>
                  <a:lnTo>
                    <a:pt x="1403" y="2511"/>
                  </a:lnTo>
                  <a:lnTo>
                    <a:pt x="1915" y="2515"/>
                  </a:lnTo>
                  <a:lnTo>
                    <a:pt x="1915" y="2556"/>
                  </a:lnTo>
                  <a:lnTo>
                    <a:pt x="1915" y="2568"/>
                  </a:lnTo>
                  <a:lnTo>
                    <a:pt x="1920" y="2585"/>
                  </a:lnTo>
                  <a:lnTo>
                    <a:pt x="1933" y="2597"/>
                  </a:lnTo>
                  <a:lnTo>
                    <a:pt x="1954" y="2607"/>
                  </a:lnTo>
                  <a:lnTo>
                    <a:pt x="1970" y="2611"/>
                  </a:lnTo>
                  <a:lnTo>
                    <a:pt x="1995" y="2619"/>
                  </a:lnTo>
                  <a:lnTo>
                    <a:pt x="2016" y="2636"/>
                  </a:lnTo>
                  <a:lnTo>
                    <a:pt x="2022" y="2650"/>
                  </a:lnTo>
                  <a:lnTo>
                    <a:pt x="2023" y="2658"/>
                  </a:lnTo>
                  <a:lnTo>
                    <a:pt x="2023" y="2663"/>
                  </a:lnTo>
                  <a:lnTo>
                    <a:pt x="2018" y="2672"/>
                  </a:lnTo>
                  <a:lnTo>
                    <a:pt x="1994" y="2682"/>
                  </a:lnTo>
                  <a:lnTo>
                    <a:pt x="1826" y="2693"/>
                  </a:lnTo>
                  <a:lnTo>
                    <a:pt x="1523" y="2698"/>
                  </a:lnTo>
                  <a:lnTo>
                    <a:pt x="1023" y="2706"/>
                  </a:lnTo>
                  <a:lnTo>
                    <a:pt x="1018" y="2743"/>
                  </a:lnTo>
                  <a:lnTo>
                    <a:pt x="1013" y="2781"/>
                  </a:lnTo>
                  <a:lnTo>
                    <a:pt x="1510" y="2781"/>
                  </a:lnTo>
                  <a:lnTo>
                    <a:pt x="2008" y="2781"/>
                  </a:lnTo>
                  <a:lnTo>
                    <a:pt x="2073" y="2848"/>
                  </a:lnTo>
                  <a:lnTo>
                    <a:pt x="2098" y="2873"/>
                  </a:lnTo>
                  <a:lnTo>
                    <a:pt x="2137" y="2904"/>
                  </a:lnTo>
                  <a:lnTo>
                    <a:pt x="2161" y="2912"/>
                  </a:lnTo>
                  <a:lnTo>
                    <a:pt x="2176" y="2911"/>
                  </a:lnTo>
                  <a:lnTo>
                    <a:pt x="2201" y="2902"/>
                  </a:lnTo>
                  <a:lnTo>
                    <a:pt x="2221" y="2890"/>
                  </a:lnTo>
                  <a:lnTo>
                    <a:pt x="2237" y="2880"/>
                  </a:lnTo>
                  <a:lnTo>
                    <a:pt x="2257" y="2875"/>
                  </a:lnTo>
                  <a:lnTo>
                    <a:pt x="2268" y="2877"/>
                  </a:lnTo>
                  <a:lnTo>
                    <a:pt x="2282" y="2889"/>
                  </a:lnTo>
                  <a:lnTo>
                    <a:pt x="2298" y="2925"/>
                  </a:lnTo>
                  <a:lnTo>
                    <a:pt x="2305" y="2951"/>
                  </a:lnTo>
                  <a:lnTo>
                    <a:pt x="2308" y="2964"/>
                  </a:lnTo>
                  <a:lnTo>
                    <a:pt x="2316" y="2982"/>
                  </a:lnTo>
                  <a:lnTo>
                    <a:pt x="2328" y="2993"/>
                  </a:lnTo>
                  <a:lnTo>
                    <a:pt x="2345" y="2998"/>
                  </a:lnTo>
                  <a:lnTo>
                    <a:pt x="2356" y="2998"/>
                  </a:lnTo>
                  <a:lnTo>
                    <a:pt x="2369" y="2998"/>
                  </a:lnTo>
                  <a:lnTo>
                    <a:pt x="2386" y="3003"/>
                  </a:lnTo>
                  <a:lnTo>
                    <a:pt x="2395" y="3016"/>
                  </a:lnTo>
                  <a:lnTo>
                    <a:pt x="2398" y="3042"/>
                  </a:lnTo>
                  <a:lnTo>
                    <a:pt x="2398" y="3061"/>
                  </a:lnTo>
                  <a:lnTo>
                    <a:pt x="2398" y="3084"/>
                  </a:lnTo>
                  <a:lnTo>
                    <a:pt x="2396" y="3120"/>
                  </a:lnTo>
                  <a:lnTo>
                    <a:pt x="2385" y="3140"/>
                  </a:lnTo>
                  <a:lnTo>
                    <a:pt x="2372" y="3151"/>
                  </a:lnTo>
                  <a:lnTo>
                    <a:pt x="2339" y="3163"/>
                  </a:lnTo>
                  <a:lnTo>
                    <a:pt x="2261" y="3174"/>
                  </a:lnTo>
                  <a:lnTo>
                    <a:pt x="2135" y="3179"/>
                  </a:lnTo>
                  <a:lnTo>
                    <a:pt x="1840" y="3180"/>
                  </a:lnTo>
                  <a:lnTo>
                    <a:pt x="1530" y="3178"/>
                  </a:lnTo>
                  <a:lnTo>
                    <a:pt x="723" y="3173"/>
                  </a:lnTo>
                  <a:lnTo>
                    <a:pt x="720" y="3015"/>
                  </a:lnTo>
                  <a:lnTo>
                    <a:pt x="717" y="2943"/>
                  </a:lnTo>
                  <a:lnTo>
                    <a:pt x="710" y="2848"/>
                  </a:lnTo>
                  <a:lnTo>
                    <a:pt x="699" y="2805"/>
                  </a:lnTo>
                  <a:lnTo>
                    <a:pt x="688" y="2785"/>
                  </a:lnTo>
                  <a:lnTo>
                    <a:pt x="666" y="2762"/>
                  </a:lnTo>
                  <a:lnTo>
                    <a:pt x="643" y="2748"/>
                  </a:lnTo>
                  <a:lnTo>
                    <a:pt x="627" y="2739"/>
                  </a:lnTo>
                  <a:lnTo>
                    <a:pt x="592" y="2726"/>
                  </a:lnTo>
                  <a:lnTo>
                    <a:pt x="545" y="2718"/>
                  </a:lnTo>
                  <a:lnTo>
                    <a:pt x="480" y="2715"/>
                  </a:lnTo>
                  <a:lnTo>
                    <a:pt x="436" y="2715"/>
                  </a:lnTo>
                  <a:lnTo>
                    <a:pt x="281" y="2715"/>
                  </a:lnTo>
                  <a:lnTo>
                    <a:pt x="281" y="1653"/>
                  </a:lnTo>
                  <a:lnTo>
                    <a:pt x="282" y="1038"/>
                  </a:lnTo>
                  <a:lnTo>
                    <a:pt x="289" y="659"/>
                  </a:lnTo>
                  <a:lnTo>
                    <a:pt x="298" y="589"/>
                  </a:lnTo>
                  <a:lnTo>
                    <a:pt x="305" y="567"/>
                  </a:lnTo>
                  <a:lnTo>
                    <a:pt x="310" y="561"/>
                  </a:lnTo>
                  <a:lnTo>
                    <a:pt x="319" y="553"/>
                  </a:lnTo>
                  <a:lnTo>
                    <a:pt x="345" y="541"/>
                  </a:lnTo>
                  <a:lnTo>
                    <a:pt x="424" y="532"/>
                  </a:lnTo>
                  <a:lnTo>
                    <a:pt x="535" y="531"/>
                  </a:lnTo>
                  <a:lnTo>
                    <a:pt x="731" y="531"/>
                  </a:lnTo>
                  <a:lnTo>
                    <a:pt x="731" y="573"/>
                  </a:lnTo>
                  <a:close/>
                  <a:moveTo>
                    <a:pt x="2501" y="2065"/>
                  </a:moveTo>
                  <a:lnTo>
                    <a:pt x="2506" y="2078"/>
                  </a:lnTo>
                  <a:lnTo>
                    <a:pt x="2520" y="2100"/>
                  </a:lnTo>
                  <a:lnTo>
                    <a:pt x="2538" y="2120"/>
                  </a:lnTo>
                  <a:lnTo>
                    <a:pt x="2558" y="2134"/>
                  </a:lnTo>
                  <a:lnTo>
                    <a:pt x="2581" y="2145"/>
                  </a:lnTo>
                  <a:lnTo>
                    <a:pt x="2605" y="2150"/>
                  </a:lnTo>
                  <a:lnTo>
                    <a:pt x="2629" y="2149"/>
                  </a:lnTo>
                  <a:lnTo>
                    <a:pt x="2652" y="2142"/>
                  </a:lnTo>
                  <a:lnTo>
                    <a:pt x="2663" y="2136"/>
                  </a:lnTo>
                  <a:lnTo>
                    <a:pt x="2676" y="2128"/>
                  </a:lnTo>
                  <a:lnTo>
                    <a:pt x="2695" y="2121"/>
                  </a:lnTo>
                  <a:lnTo>
                    <a:pt x="2711" y="2125"/>
                  </a:lnTo>
                  <a:lnTo>
                    <a:pt x="2731" y="2141"/>
                  </a:lnTo>
                  <a:lnTo>
                    <a:pt x="2745" y="2155"/>
                  </a:lnTo>
                  <a:lnTo>
                    <a:pt x="2758" y="2168"/>
                  </a:lnTo>
                  <a:lnTo>
                    <a:pt x="2775" y="2188"/>
                  </a:lnTo>
                  <a:lnTo>
                    <a:pt x="2779" y="2205"/>
                  </a:lnTo>
                  <a:lnTo>
                    <a:pt x="2772" y="2226"/>
                  </a:lnTo>
                  <a:lnTo>
                    <a:pt x="2765" y="2240"/>
                  </a:lnTo>
                  <a:lnTo>
                    <a:pt x="2758" y="2253"/>
                  </a:lnTo>
                  <a:lnTo>
                    <a:pt x="2751" y="2274"/>
                  </a:lnTo>
                  <a:lnTo>
                    <a:pt x="2752" y="2295"/>
                  </a:lnTo>
                  <a:lnTo>
                    <a:pt x="2762" y="2321"/>
                  </a:lnTo>
                  <a:lnTo>
                    <a:pt x="2770" y="2338"/>
                  </a:lnTo>
                  <a:lnTo>
                    <a:pt x="2776" y="2351"/>
                  </a:lnTo>
                  <a:lnTo>
                    <a:pt x="2791" y="2374"/>
                  </a:lnTo>
                  <a:lnTo>
                    <a:pt x="2807" y="2390"/>
                  </a:lnTo>
                  <a:lnTo>
                    <a:pt x="2825" y="2399"/>
                  </a:lnTo>
                  <a:lnTo>
                    <a:pt x="2835" y="2401"/>
                  </a:lnTo>
                  <a:lnTo>
                    <a:pt x="2846" y="2403"/>
                  </a:lnTo>
                  <a:lnTo>
                    <a:pt x="2862" y="2410"/>
                  </a:lnTo>
                  <a:lnTo>
                    <a:pt x="2871" y="2425"/>
                  </a:lnTo>
                  <a:lnTo>
                    <a:pt x="2877" y="2450"/>
                  </a:lnTo>
                  <a:lnTo>
                    <a:pt x="2878" y="2468"/>
                  </a:lnTo>
                  <a:lnTo>
                    <a:pt x="2880" y="2487"/>
                  </a:lnTo>
                  <a:lnTo>
                    <a:pt x="2878" y="2513"/>
                  </a:lnTo>
                  <a:lnTo>
                    <a:pt x="2869" y="2527"/>
                  </a:lnTo>
                  <a:lnTo>
                    <a:pt x="2850" y="2535"/>
                  </a:lnTo>
                  <a:lnTo>
                    <a:pt x="2835" y="2538"/>
                  </a:lnTo>
                  <a:lnTo>
                    <a:pt x="2823" y="2541"/>
                  </a:lnTo>
                  <a:lnTo>
                    <a:pt x="2801" y="2554"/>
                  </a:lnTo>
                  <a:lnTo>
                    <a:pt x="2783" y="2572"/>
                  </a:lnTo>
                  <a:lnTo>
                    <a:pt x="2769" y="2594"/>
                  </a:lnTo>
                  <a:lnTo>
                    <a:pt x="2760" y="2618"/>
                  </a:lnTo>
                  <a:lnTo>
                    <a:pt x="2755" y="2644"/>
                  </a:lnTo>
                  <a:lnTo>
                    <a:pt x="2756" y="2670"/>
                  </a:lnTo>
                  <a:lnTo>
                    <a:pt x="2763" y="2694"/>
                  </a:lnTo>
                  <a:lnTo>
                    <a:pt x="2770" y="2705"/>
                  </a:lnTo>
                  <a:lnTo>
                    <a:pt x="2778" y="2717"/>
                  </a:lnTo>
                  <a:lnTo>
                    <a:pt x="2786" y="2735"/>
                  </a:lnTo>
                  <a:lnTo>
                    <a:pt x="2783" y="2752"/>
                  </a:lnTo>
                  <a:lnTo>
                    <a:pt x="2767" y="2772"/>
                  </a:lnTo>
                  <a:lnTo>
                    <a:pt x="2753" y="2786"/>
                  </a:lnTo>
                  <a:lnTo>
                    <a:pt x="2739" y="2800"/>
                  </a:lnTo>
                  <a:lnTo>
                    <a:pt x="2719" y="2816"/>
                  </a:lnTo>
                  <a:lnTo>
                    <a:pt x="2702" y="2819"/>
                  </a:lnTo>
                  <a:lnTo>
                    <a:pt x="2684" y="2811"/>
                  </a:lnTo>
                  <a:lnTo>
                    <a:pt x="2671" y="2803"/>
                  </a:lnTo>
                  <a:lnTo>
                    <a:pt x="2660" y="2797"/>
                  </a:lnTo>
                  <a:lnTo>
                    <a:pt x="2636" y="2790"/>
                  </a:lnTo>
                  <a:lnTo>
                    <a:pt x="2611" y="2789"/>
                  </a:lnTo>
                  <a:lnTo>
                    <a:pt x="2585" y="2793"/>
                  </a:lnTo>
                  <a:lnTo>
                    <a:pt x="2560" y="2803"/>
                  </a:lnTo>
                  <a:lnTo>
                    <a:pt x="2538" y="2817"/>
                  </a:lnTo>
                  <a:lnTo>
                    <a:pt x="2521" y="2835"/>
                  </a:lnTo>
                  <a:lnTo>
                    <a:pt x="2508" y="2856"/>
                  </a:lnTo>
                  <a:lnTo>
                    <a:pt x="2505" y="2868"/>
                  </a:lnTo>
                  <a:lnTo>
                    <a:pt x="2502" y="2883"/>
                  </a:lnTo>
                  <a:lnTo>
                    <a:pt x="2494" y="2903"/>
                  </a:lnTo>
                  <a:lnTo>
                    <a:pt x="2479" y="2912"/>
                  </a:lnTo>
                  <a:lnTo>
                    <a:pt x="2454" y="2913"/>
                  </a:lnTo>
                  <a:lnTo>
                    <a:pt x="2435" y="2911"/>
                  </a:lnTo>
                  <a:lnTo>
                    <a:pt x="2418" y="2910"/>
                  </a:lnTo>
                  <a:lnTo>
                    <a:pt x="2393" y="2904"/>
                  </a:lnTo>
                  <a:lnTo>
                    <a:pt x="2377" y="2893"/>
                  </a:lnTo>
                  <a:lnTo>
                    <a:pt x="2368" y="2876"/>
                  </a:lnTo>
                  <a:lnTo>
                    <a:pt x="2365" y="2865"/>
                  </a:lnTo>
                  <a:lnTo>
                    <a:pt x="2362" y="2854"/>
                  </a:lnTo>
                  <a:lnTo>
                    <a:pt x="2350" y="2836"/>
                  </a:lnTo>
                  <a:lnTo>
                    <a:pt x="2333" y="2820"/>
                  </a:lnTo>
                  <a:lnTo>
                    <a:pt x="2308" y="2806"/>
                  </a:lnTo>
                  <a:lnTo>
                    <a:pt x="2293" y="2800"/>
                  </a:lnTo>
                  <a:lnTo>
                    <a:pt x="2274" y="2793"/>
                  </a:lnTo>
                  <a:lnTo>
                    <a:pt x="2246" y="2786"/>
                  </a:lnTo>
                  <a:lnTo>
                    <a:pt x="2227" y="2786"/>
                  </a:lnTo>
                  <a:lnTo>
                    <a:pt x="2210" y="2796"/>
                  </a:lnTo>
                  <a:lnTo>
                    <a:pt x="2200" y="2805"/>
                  </a:lnTo>
                  <a:lnTo>
                    <a:pt x="2189" y="2814"/>
                  </a:lnTo>
                  <a:lnTo>
                    <a:pt x="2174" y="2823"/>
                  </a:lnTo>
                  <a:lnTo>
                    <a:pt x="2158" y="2821"/>
                  </a:lnTo>
                  <a:lnTo>
                    <a:pt x="2137" y="2806"/>
                  </a:lnTo>
                  <a:lnTo>
                    <a:pt x="2121" y="2793"/>
                  </a:lnTo>
                  <a:lnTo>
                    <a:pt x="2106" y="2779"/>
                  </a:lnTo>
                  <a:lnTo>
                    <a:pt x="2088" y="2760"/>
                  </a:lnTo>
                  <a:lnTo>
                    <a:pt x="2084" y="2744"/>
                  </a:lnTo>
                  <a:lnTo>
                    <a:pt x="2093" y="2724"/>
                  </a:lnTo>
                  <a:lnTo>
                    <a:pt x="2103" y="2710"/>
                  </a:lnTo>
                  <a:lnTo>
                    <a:pt x="2112" y="2696"/>
                  </a:lnTo>
                  <a:lnTo>
                    <a:pt x="2121" y="2675"/>
                  </a:lnTo>
                  <a:lnTo>
                    <a:pt x="2122" y="2654"/>
                  </a:lnTo>
                  <a:lnTo>
                    <a:pt x="2114" y="2628"/>
                  </a:lnTo>
                  <a:lnTo>
                    <a:pt x="2106" y="2610"/>
                  </a:lnTo>
                  <a:lnTo>
                    <a:pt x="2099" y="2594"/>
                  </a:lnTo>
                  <a:lnTo>
                    <a:pt x="2084" y="2570"/>
                  </a:lnTo>
                  <a:lnTo>
                    <a:pt x="2067" y="2554"/>
                  </a:lnTo>
                  <a:lnTo>
                    <a:pt x="2045" y="2543"/>
                  </a:lnTo>
                  <a:lnTo>
                    <a:pt x="2031" y="2540"/>
                  </a:lnTo>
                  <a:lnTo>
                    <a:pt x="2016" y="2536"/>
                  </a:lnTo>
                  <a:lnTo>
                    <a:pt x="1996" y="2527"/>
                  </a:lnTo>
                  <a:lnTo>
                    <a:pt x="1985" y="2513"/>
                  </a:lnTo>
                  <a:lnTo>
                    <a:pt x="1982" y="2489"/>
                  </a:lnTo>
                  <a:lnTo>
                    <a:pt x="1981" y="2471"/>
                  </a:lnTo>
                  <a:lnTo>
                    <a:pt x="1982" y="2454"/>
                  </a:lnTo>
                  <a:lnTo>
                    <a:pt x="1985" y="2430"/>
                  </a:lnTo>
                  <a:lnTo>
                    <a:pt x="1996" y="2416"/>
                  </a:lnTo>
                  <a:lnTo>
                    <a:pt x="2015" y="2408"/>
                  </a:lnTo>
                  <a:lnTo>
                    <a:pt x="2030" y="2405"/>
                  </a:lnTo>
                  <a:lnTo>
                    <a:pt x="2042" y="2402"/>
                  </a:lnTo>
                  <a:lnTo>
                    <a:pt x="2063" y="2391"/>
                  </a:lnTo>
                  <a:lnTo>
                    <a:pt x="2081" y="2375"/>
                  </a:lnTo>
                  <a:lnTo>
                    <a:pt x="2097" y="2352"/>
                  </a:lnTo>
                  <a:lnTo>
                    <a:pt x="2105" y="2338"/>
                  </a:lnTo>
                  <a:lnTo>
                    <a:pt x="2113" y="2319"/>
                  </a:lnTo>
                  <a:lnTo>
                    <a:pt x="2123" y="2293"/>
                  </a:lnTo>
                  <a:lnTo>
                    <a:pt x="2122" y="2272"/>
                  </a:lnTo>
                  <a:lnTo>
                    <a:pt x="2112" y="2251"/>
                  </a:lnTo>
                  <a:lnTo>
                    <a:pt x="2103" y="2238"/>
                  </a:lnTo>
                  <a:lnTo>
                    <a:pt x="2094" y="2224"/>
                  </a:lnTo>
                  <a:lnTo>
                    <a:pt x="2085" y="2204"/>
                  </a:lnTo>
                  <a:lnTo>
                    <a:pt x="2088" y="2188"/>
                  </a:lnTo>
                  <a:lnTo>
                    <a:pt x="2104" y="2167"/>
                  </a:lnTo>
                  <a:lnTo>
                    <a:pt x="2118" y="2153"/>
                  </a:lnTo>
                  <a:lnTo>
                    <a:pt x="2132" y="2139"/>
                  </a:lnTo>
                  <a:lnTo>
                    <a:pt x="2152" y="2123"/>
                  </a:lnTo>
                  <a:lnTo>
                    <a:pt x="2169" y="2120"/>
                  </a:lnTo>
                  <a:lnTo>
                    <a:pt x="2190" y="2130"/>
                  </a:lnTo>
                  <a:lnTo>
                    <a:pt x="2205" y="2140"/>
                  </a:lnTo>
                  <a:lnTo>
                    <a:pt x="2219" y="2149"/>
                  </a:lnTo>
                  <a:lnTo>
                    <a:pt x="2239" y="2159"/>
                  </a:lnTo>
                  <a:lnTo>
                    <a:pt x="2258" y="2158"/>
                  </a:lnTo>
                  <a:lnTo>
                    <a:pt x="2283" y="2147"/>
                  </a:lnTo>
                  <a:lnTo>
                    <a:pt x="2301" y="2136"/>
                  </a:lnTo>
                  <a:lnTo>
                    <a:pt x="2323" y="2122"/>
                  </a:lnTo>
                  <a:lnTo>
                    <a:pt x="2349" y="2094"/>
                  </a:lnTo>
                  <a:lnTo>
                    <a:pt x="2359" y="2077"/>
                  </a:lnTo>
                  <a:lnTo>
                    <a:pt x="2361" y="2070"/>
                  </a:lnTo>
                  <a:lnTo>
                    <a:pt x="2363" y="2061"/>
                  </a:lnTo>
                  <a:lnTo>
                    <a:pt x="2371" y="2046"/>
                  </a:lnTo>
                  <a:lnTo>
                    <a:pt x="2383" y="2036"/>
                  </a:lnTo>
                  <a:lnTo>
                    <a:pt x="2401" y="2028"/>
                  </a:lnTo>
                  <a:lnTo>
                    <a:pt x="2411" y="2026"/>
                  </a:lnTo>
                  <a:lnTo>
                    <a:pt x="2450" y="2021"/>
                  </a:lnTo>
                  <a:lnTo>
                    <a:pt x="2470" y="2016"/>
                  </a:lnTo>
                  <a:lnTo>
                    <a:pt x="2476" y="2019"/>
                  </a:lnTo>
                  <a:lnTo>
                    <a:pt x="2493" y="2045"/>
                  </a:lnTo>
                  <a:lnTo>
                    <a:pt x="2501" y="2065"/>
                  </a:lnTo>
                  <a:close/>
                  <a:moveTo>
                    <a:pt x="621" y="2835"/>
                  </a:moveTo>
                  <a:lnTo>
                    <a:pt x="628" y="2845"/>
                  </a:lnTo>
                  <a:lnTo>
                    <a:pt x="638" y="2875"/>
                  </a:lnTo>
                  <a:lnTo>
                    <a:pt x="647" y="2937"/>
                  </a:lnTo>
                  <a:lnTo>
                    <a:pt x="648" y="2996"/>
                  </a:lnTo>
                  <a:lnTo>
                    <a:pt x="648" y="3121"/>
                  </a:lnTo>
                  <a:lnTo>
                    <a:pt x="563" y="3040"/>
                  </a:lnTo>
                  <a:lnTo>
                    <a:pt x="482" y="2957"/>
                  </a:lnTo>
                  <a:lnTo>
                    <a:pt x="411" y="2876"/>
                  </a:lnTo>
                  <a:lnTo>
                    <a:pt x="345" y="2798"/>
                  </a:lnTo>
                  <a:lnTo>
                    <a:pt x="471" y="2798"/>
                  </a:lnTo>
                  <a:lnTo>
                    <a:pt x="510" y="2798"/>
                  </a:lnTo>
                  <a:lnTo>
                    <a:pt x="562" y="2801"/>
                  </a:lnTo>
                  <a:lnTo>
                    <a:pt x="594" y="2809"/>
                  </a:lnTo>
                  <a:lnTo>
                    <a:pt x="613" y="2824"/>
                  </a:lnTo>
                  <a:lnTo>
                    <a:pt x="621" y="28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5" name="Freeform 21">
              <a:extLst>
                <a:ext uri="{FF2B5EF4-FFF2-40B4-BE49-F238E27FC236}">
                  <a16:creationId xmlns:a16="http://schemas.microsoft.com/office/drawing/2014/main" id="{A19C37AC-5F8A-C6F0-BF3A-5340363D95E5}"/>
                </a:ext>
              </a:extLst>
            </p:cNvPr>
            <p:cNvSpPr>
              <a:spLocks noEditPoints="1"/>
            </p:cNvSpPr>
            <p:nvPr/>
          </p:nvSpPr>
          <p:spPr bwMode="auto">
            <a:xfrm>
              <a:off x="10990263" y="712788"/>
              <a:ext cx="449263" cy="449263"/>
            </a:xfrm>
            <a:custGeom>
              <a:avLst/>
              <a:gdLst>
                <a:gd name="T0" fmla="*/ 887 w 1085"/>
                <a:gd name="T1" fmla="*/ 37 h 1083"/>
                <a:gd name="T2" fmla="*/ 900 w 1085"/>
                <a:gd name="T3" fmla="*/ 71 h 1083"/>
                <a:gd name="T4" fmla="*/ 918 w 1085"/>
                <a:gd name="T5" fmla="*/ 99 h 1083"/>
                <a:gd name="T6" fmla="*/ 892 w 1085"/>
                <a:gd name="T7" fmla="*/ 116 h 1083"/>
                <a:gd name="T8" fmla="*/ 850 w 1085"/>
                <a:gd name="T9" fmla="*/ 119 h 1083"/>
                <a:gd name="T10" fmla="*/ 667 w 1085"/>
                <a:gd name="T11" fmla="*/ 180 h 1083"/>
                <a:gd name="T12" fmla="*/ 525 w 1085"/>
                <a:gd name="T13" fmla="*/ 251 h 1083"/>
                <a:gd name="T14" fmla="*/ 449 w 1085"/>
                <a:gd name="T15" fmla="*/ 304 h 1083"/>
                <a:gd name="T16" fmla="*/ 281 w 1085"/>
                <a:gd name="T17" fmla="*/ 475 h 1083"/>
                <a:gd name="T18" fmla="*/ 185 w 1085"/>
                <a:gd name="T19" fmla="*/ 621 h 1083"/>
                <a:gd name="T20" fmla="*/ 142 w 1085"/>
                <a:gd name="T21" fmla="*/ 707 h 1083"/>
                <a:gd name="T22" fmla="*/ 101 w 1085"/>
                <a:gd name="T23" fmla="*/ 815 h 1083"/>
                <a:gd name="T24" fmla="*/ 93 w 1085"/>
                <a:gd name="T25" fmla="*/ 837 h 1083"/>
                <a:gd name="T26" fmla="*/ 51 w 1085"/>
                <a:gd name="T27" fmla="*/ 880 h 1083"/>
                <a:gd name="T28" fmla="*/ 12 w 1085"/>
                <a:gd name="T29" fmla="*/ 924 h 1083"/>
                <a:gd name="T30" fmla="*/ 0 w 1085"/>
                <a:gd name="T31" fmla="*/ 992 h 1083"/>
                <a:gd name="T32" fmla="*/ 29 w 1085"/>
                <a:gd name="T33" fmla="*/ 1050 h 1083"/>
                <a:gd name="T34" fmla="*/ 92 w 1085"/>
                <a:gd name="T35" fmla="*/ 1082 h 1083"/>
                <a:gd name="T36" fmla="*/ 130 w 1085"/>
                <a:gd name="T37" fmla="*/ 1082 h 1083"/>
                <a:gd name="T38" fmla="*/ 185 w 1085"/>
                <a:gd name="T39" fmla="*/ 1058 h 1083"/>
                <a:gd name="T40" fmla="*/ 218 w 1085"/>
                <a:gd name="T41" fmla="*/ 1011 h 1083"/>
                <a:gd name="T42" fmla="*/ 222 w 1085"/>
                <a:gd name="T43" fmla="*/ 954 h 1083"/>
                <a:gd name="T44" fmla="*/ 201 w 1085"/>
                <a:gd name="T45" fmla="*/ 911 h 1083"/>
                <a:gd name="T46" fmla="*/ 200 w 1085"/>
                <a:gd name="T47" fmla="*/ 775 h 1083"/>
                <a:gd name="T48" fmla="*/ 262 w 1085"/>
                <a:gd name="T49" fmla="*/ 637 h 1083"/>
                <a:gd name="T50" fmla="*/ 390 w 1085"/>
                <a:gd name="T51" fmla="*/ 470 h 1083"/>
                <a:gd name="T52" fmla="*/ 476 w 1085"/>
                <a:gd name="T53" fmla="*/ 388 h 1083"/>
                <a:gd name="T54" fmla="*/ 648 w 1085"/>
                <a:gd name="T55" fmla="*/ 272 h 1083"/>
                <a:gd name="T56" fmla="*/ 805 w 1085"/>
                <a:gd name="T57" fmla="*/ 215 h 1083"/>
                <a:gd name="T58" fmla="*/ 914 w 1085"/>
                <a:gd name="T59" fmla="*/ 189 h 1083"/>
                <a:gd name="T60" fmla="*/ 950 w 1085"/>
                <a:gd name="T61" fmla="*/ 193 h 1083"/>
                <a:gd name="T62" fmla="*/ 945 w 1085"/>
                <a:gd name="T63" fmla="*/ 212 h 1083"/>
                <a:gd name="T64" fmla="*/ 928 w 1085"/>
                <a:gd name="T65" fmla="*/ 231 h 1083"/>
                <a:gd name="T66" fmla="*/ 920 w 1085"/>
                <a:gd name="T67" fmla="*/ 281 h 1083"/>
                <a:gd name="T68" fmla="*/ 943 w 1085"/>
                <a:gd name="T69" fmla="*/ 306 h 1083"/>
                <a:gd name="T70" fmla="*/ 966 w 1085"/>
                <a:gd name="T71" fmla="*/ 302 h 1083"/>
                <a:gd name="T72" fmla="*/ 1026 w 1085"/>
                <a:gd name="T73" fmla="*/ 236 h 1083"/>
                <a:gd name="T74" fmla="*/ 1081 w 1085"/>
                <a:gd name="T75" fmla="*/ 151 h 1083"/>
                <a:gd name="T76" fmla="*/ 1080 w 1085"/>
                <a:gd name="T77" fmla="*/ 128 h 1083"/>
                <a:gd name="T78" fmla="*/ 983 w 1085"/>
                <a:gd name="T79" fmla="*/ 37 h 1083"/>
                <a:gd name="T80" fmla="*/ 920 w 1085"/>
                <a:gd name="T81" fmla="*/ 0 h 1083"/>
                <a:gd name="T82" fmla="*/ 895 w 1085"/>
                <a:gd name="T83" fmla="*/ 16 h 1083"/>
                <a:gd name="T84" fmla="*/ 151 w 1085"/>
                <a:gd name="T85" fmla="*/ 966 h 1083"/>
                <a:gd name="T86" fmla="*/ 140 w 1085"/>
                <a:gd name="T87" fmla="*/ 988 h 1083"/>
                <a:gd name="T88" fmla="*/ 100 w 1085"/>
                <a:gd name="T89" fmla="*/ 996 h 1083"/>
                <a:gd name="T90" fmla="*/ 83 w 1085"/>
                <a:gd name="T91" fmla="*/ 990 h 1083"/>
                <a:gd name="T92" fmla="*/ 74 w 1085"/>
                <a:gd name="T93" fmla="*/ 971 h 1083"/>
                <a:gd name="T94" fmla="*/ 92 w 1085"/>
                <a:gd name="T95" fmla="*/ 950 h 1083"/>
                <a:gd name="T96" fmla="*/ 135 w 1085"/>
                <a:gd name="T97" fmla="*/ 946 h 1083"/>
                <a:gd name="T98" fmla="*/ 151 w 1085"/>
                <a:gd name="T99" fmla="*/ 966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85" h="1083">
                  <a:moveTo>
                    <a:pt x="890" y="26"/>
                  </a:moveTo>
                  <a:lnTo>
                    <a:pt x="887" y="37"/>
                  </a:lnTo>
                  <a:lnTo>
                    <a:pt x="892" y="62"/>
                  </a:lnTo>
                  <a:lnTo>
                    <a:pt x="900" y="71"/>
                  </a:lnTo>
                  <a:lnTo>
                    <a:pt x="910" y="82"/>
                  </a:lnTo>
                  <a:lnTo>
                    <a:pt x="918" y="99"/>
                  </a:lnTo>
                  <a:lnTo>
                    <a:pt x="912" y="110"/>
                  </a:lnTo>
                  <a:lnTo>
                    <a:pt x="892" y="116"/>
                  </a:lnTo>
                  <a:lnTo>
                    <a:pt x="876" y="116"/>
                  </a:lnTo>
                  <a:lnTo>
                    <a:pt x="850" y="119"/>
                  </a:lnTo>
                  <a:lnTo>
                    <a:pt x="768" y="142"/>
                  </a:lnTo>
                  <a:lnTo>
                    <a:pt x="667" y="180"/>
                  </a:lnTo>
                  <a:lnTo>
                    <a:pt x="567" y="227"/>
                  </a:lnTo>
                  <a:lnTo>
                    <a:pt x="525" y="251"/>
                  </a:lnTo>
                  <a:lnTo>
                    <a:pt x="499" y="267"/>
                  </a:lnTo>
                  <a:lnTo>
                    <a:pt x="449" y="304"/>
                  </a:lnTo>
                  <a:lnTo>
                    <a:pt x="374" y="370"/>
                  </a:lnTo>
                  <a:lnTo>
                    <a:pt x="281" y="475"/>
                  </a:lnTo>
                  <a:lnTo>
                    <a:pt x="220" y="561"/>
                  </a:lnTo>
                  <a:lnTo>
                    <a:pt x="185" y="621"/>
                  </a:lnTo>
                  <a:lnTo>
                    <a:pt x="170" y="651"/>
                  </a:lnTo>
                  <a:lnTo>
                    <a:pt x="142" y="707"/>
                  </a:lnTo>
                  <a:lnTo>
                    <a:pt x="105" y="796"/>
                  </a:lnTo>
                  <a:lnTo>
                    <a:pt x="101" y="815"/>
                  </a:lnTo>
                  <a:lnTo>
                    <a:pt x="101" y="821"/>
                  </a:lnTo>
                  <a:lnTo>
                    <a:pt x="93" y="837"/>
                  </a:lnTo>
                  <a:lnTo>
                    <a:pt x="72" y="864"/>
                  </a:lnTo>
                  <a:lnTo>
                    <a:pt x="51" y="880"/>
                  </a:lnTo>
                  <a:lnTo>
                    <a:pt x="35" y="893"/>
                  </a:lnTo>
                  <a:lnTo>
                    <a:pt x="12" y="924"/>
                  </a:lnTo>
                  <a:lnTo>
                    <a:pt x="1" y="958"/>
                  </a:lnTo>
                  <a:lnTo>
                    <a:pt x="0" y="992"/>
                  </a:lnTo>
                  <a:lnTo>
                    <a:pt x="10" y="1023"/>
                  </a:lnTo>
                  <a:lnTo>
                    <a:pt x="29" y="1050"/>
                  </a:lnTo>
                  <a:lnTo>
                    <a:pt x="56" y="1071"/>
                  </a:lnTo>
                  <a:lnTo>
                    <a:pt x="92" y="1082"/>
                  </a:lnTo>
                  <a:lnTo>
                    <a:pt x="113" y="1083"/>
                  </a:lnTo>
                  <a:lnTo>
                    <a:pt x="130" y="1082"/>
                  </a:lnTo>
                  <a:lnTo>
                    <a:pt x="160" y="1074"/>
                  </a:lnTo>
                  <a:lnTo>
                    <a:pt x="185" y="1058"/>
                  </a:lnTo>
                  <a:lnTo>
                    <a:pt x="205" y="1036"/>
                  </a:lnTo>
                  <a:lnTo>
                    <a:pt x="218" y="1011"/>
                  </a:lnTo>
                  <a:lnTo>
                    <a:pt x="224" y="983"/>
                  </a:lnTo>
                  <a:lnTo>
                    <a:pt x="222" y="954"/>
                  </a:lnTo>
                  <a:lnTo>
                    <a:pt x="211" y="925"/>
                  </a:lnTo>
                  <a:lnTo>
                    <a:pt x="201" y="911"/>
                  </a:lnTo>
                  <a:lnTo>
                    <a:pt x="166" y="868"/>
                  </a:lnTo>
                  <a:lnTo>
                    <a:pt x="200" y="775"/>
                  </a:lnTo>
                  <a:lnTo>
                    <a:pt x="217" y="727"/>
                  </a:lnTo>
                  <a:lnTo>
                    <a:pt x="262" y="637"/>
                  </a:lnTo>
                  <a:lnTo>
                    <a:pt x="320" y="552"/>
                  </a:lnTo>
                  <a:lnTo>
                    <a:pt x="390" y="470"/>
                  </a:lnTo>
                  <a:lnTo>
                    <a:pt x="431" y="430"/>
                  </a:lnTo>
                  <a:lnTo>
                    <a:pt x="476" y="388"/>
                  </a:lnTo>
                  <a:lnTo>
                    <a:pt x="561" y="323"/>
                  </a:lnTo>
                  <a:lnTo>
                    <a:pt x="648" y="272"/>
                  </a:lnTo>
                  <a:lnTo>
                    <a:pt x="747" y="232"/>
                  </a:lnTo>
                  <a:lnTo>
                    <a:pt x="805" y="215"/>
                  </a:lnTo>
                  <a:lnTo>
                    <a:pt x="849" y="202"/>
                  </a:lnTo>
                  <a:lnTo>
                    <a:pt x="914" y="189"/>
                  </a:lnTo>
                  <a:lnTo>
                    <a:pt x="941" y="189"/>
                  </a:lnTo>
                  <a:lnTo>
                    <a:pt x="950" y="193"/>
                  </a:lnTo>
                  <a:lnTo>
                    <a:pt x="952" y="201"/>
                  </a:lnTo>
                  <a:lnTo>
                    <a:pt x="945" y="212"/>
                  </a:lnTo>
                  <a:lnTo>
                    <a:pt x="938" y="220"/>
                  </a:lnTo>
                  <a:lnTo>
                    <a:pt x="928" y="231"/>
                  </a:lnTo>
                  <a:lnTo>
                    <a:pt x="919" y="256"/>
                  </a:lnTo>
                  <a:lnTo>
                    <a:pt x="920" y="281"/>
                  </a:lnTo>
                  <a:lnTo>
                    <a:pt x="933" y="301"/>
                  </a:lnTo>
                  <a:lnTo>
                    <a:pt x="943" y="306"/>
                  </a:lnTo>
                  <a:lnTo>
                    <a:pt x="950" y="308"/>
                  </a:lnTo>
                  <a:lnTo>
                    <a:pt x="966" y="302"/>
                  </a:lnTo>
                  <a:lnTo>
                    <a:pt x="999" y="273"/>
                  </a:lnTo>
                  <a:lnTo>
                    <a:pt x="1026" y="236"/>
                  </a:lnTo>
                  <a:lnTo>
                    <a:pt x="1049" y="204"/>
                  </a:lnTo>
                  <a:lnTo>
                    <a:pt x="1081" y="151"/>
                  </a:lnTo>
                  <a:lnTo>
                    <a:pt x="1085" y="140"/>
                  </a:lnTo>
                  <a:lnTo>
                    <a:pt x="1080" y="128"/>
                  </a:lnTo>
                  <a:lnTo>
                    <a:pt x="1040" y="85"/>
                  </a:lnTo>
                  <a:lnTo>
                    <a:pt x="983" y="37"/>
                  </a:lnTo>
                  <a:lnTo>
                    <a:pt x="933" y="3"/>
                  </a:lnTo>
                  <a:lnTo>
                    <a:pt x="920" y="0"/>
                  </a:lnTo>
                  <a:lnTo>
                    <a:pt x="911" y="1"/>
                  </a:lnTo>
                  <a:lnTo>
                    <a:pt x="895" y="16"/>
                  </a:lnTo>
                  <a:lnTo>
                    <a:pt x="890" y="26"/>
                  </a:lnTo>
                  <a:close/>
                  <a:moveTo>
                    <a:pt x="151" y="966"/>
                  </a:moveTo>
                  <a:lnTo>
                    <a:pt x="150" y="975"/>
                  </a:lnTo>
                  <a:lnTo>
                    <a:pt x="140" y="988"/>
                  </a:lnTo>
                  <a:lnTo>
                    <a:pt x="122" y="995"/>
                  </a:lnTo>
                  <a:lnTo>
                    <a:pt x="100" y="996"/>
                  </a:lnTo>
                  <a:lnTo>
                    <a:pt x="90" y="993"/>
                  </a:lnTo>
                  <a:lnTo>
                    <a:pt x="83" y="990"/>
                  </a:lnTo>
                  <a:lnTo>
                    <a:pt x="75" y="984"/>
                  </a:lnTo>
                  <a:lnTo>
                    <a:pt x="74" y="971"/>
                  </a:lnTo>
                  <a:lnTo>
                    <a:pt x="85" y="958"/>
                  </a:lnTo>
                  <a:lnTo>
                    <a:pt x="92" y="950"/>
                  </a:lnTo>
                  <a:lnTo>
                    <a:pt x="114" y="943"/>
                  </a:lnTo>
                  <a:lnTo>
                    <a:pt x="135" y="946"/>
                  </a:lnTo>
                  <a:lnTo>
                    <a:pt x="150" y="958"/>
                  </a:lnTo>
                  <a:lnTo>
                    <a:pt x="151" y="9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6" name="Freeform 22">
              <a:extLst>
                <a:ext uri="{FF2B5EF4-FFF2-40B4-BE49-F238E27FC236}">
                  <a16:creationId xmlns:a16="http://schemas.microsoft.com/office/drawing/2014/main" id="{BC3E83F9-E6CD-9D63-6981-267EFBF4F28A}"/>
                </a:ext>
              </a:extLst>
            </p:cNvPr>
            <p:cNvSpPr>
              <a:spLocks/>
            </p:cNvSpPr>
            <p:nvPr/>
          </p:nvSpPr>
          <p:spPr bwMode="auto">
            <a:xfrm>
              <a:off x="10958513" y="727076"/>
              <a:ext cx="93663" cy="88900"/>
            </a:xfrm>
            <a:custGeom>
              <a:avLst/>
              <a:gdLst>
                <a:gd name="T0" fmla="*/ 2 w 227"/>
                <a:gd name="T1" fmla="*/ 18 h 214"/>
                <a:gd name="T2" fmla="*/ 0 w 227"/>
                <a:gd name="T3" fmla="*/ 22 h 214"/>
                <a:gd name="T4" fmla="*/ 1 w 227"/>
                <a:gd name="T5" fmla="*/ 33 h 214"/>
                <a:gd name="T6" fmla="*/ 9 w 227"/>
                <a:gd name="T7" fmla="*/ 53 h 214"/>
                <a:gd name="T8" fmla="*/ 19 w 227"/>
                <a:gd name="T9" fmla="*/ 67 h 214"/>
                <a:gd name="T10" fmla="*/ 28 w 227"/>
                <a:gd name="T11" fmla="*/ 77 h 214"/>
                <a:gd name="T12" fmla="*/ 38 w 227"/>
                <a:gd name="T13" fmla="*/ 92 h 214"/>
                <a:gd name="T14" fmla="*/ 39 w 227"/>
                <a:gd name="T15" fmla="*/ 106 h 214"/>
                <a:gd name="T16" fmla="*/ 30 w 227"/>
                <a:gd name="T17" fmla="*/ 123 h 214"/>
                <a:gd name="T18" fmla="*/ 22 w 227"/>
                <a:gd name="T19" fmla="*/ 135 h 214"/>
                <a:gd name="T20" fmla="*/ 14 w 227"/>
                <a:gd name="T21" fmla="*/ 147 h 214"/>
                <a:gd name="T22" fmla="*/ 5 w 227"/>
                <a:gd name="T23" fmla="*/ 169 h 214"/>
                <a:gd name="T24" fmla="*/ 3 w 227"/>
                <a:gd name="T25" fmla="*/ 187 h 214"/>
                <a:gd name="T26" fmla="*/ 7 w 227"/>
                <a:gd name="T27" fmla="*/ 202 h 214"/>
                <a:gd name="T28" fmla="*/ 17 w 227"/>
                <a:gd name="T29" fmla="*/ 211 h 214"/>
                <a:gd name="T30" fmla="*/ 31 w 227"/>
                <a:gd name="T31" fmla="*/ 214 h 214"/>
                <a:gd name="T32" fmla="*/ 49 w 227"/>
                <a:gd name="T33" fmla="*/ 210 h 214"/>
                <a:gd name="T34" fmla="*/ 70 w 227"/>
                <a:gd name="T35" fmla="*/ 198 h 214"/>
                <a:gd name="T36" fmla="*/ 81 w 227"/>
                <a:gd name="T37" fmla="*/ 188 h 214"/>
                <a:gd name="T38" fmla="*/ 91 w 227"/>
                <a:gd name="T39" fmla="*/ 180 h 214"/>
                <a:gd name="T40" fmla="*/ 105 w 227"/>
                <a:gd name="T41" fmla="*/ 171 h 214"/>
                <a:gd name="T42" fmla="*/ 117 w 227"/>
                <a:gd name="T43" fmla="*/ 171 h 214"/>
                <a:gd name="T44" fmla="*/ 133 w 227"/>
                <a:gd name="T45" fmla="*/ 182 h 214"/>
                <a:gd name="T46" fmla="*/ 144 w 227"/>
                <a:gd name="T47" fmla="*/ 192 h 214"/>
                <a:gd name="T48" fmla="*/ 157 w 227"/>
                <a:gd name="T49" fmla="*/ 202 h 214"/>
                <a:gd name="T50" fmla="*/ 185 w 227"/>
                <a:gd name="T51" fmla="*/ 211 h 214"/>
                <a:gd name="T52" fmla="*/ 210 w 227"/>
                <a:gd name="T53" fmla="*/ 209 h 214"/>
                <a:gd name="T54" fmla="*/ 223 w 227"/>
                <a:gd name="T55" fmla="*/ 198 h 214"/>
                <a:gd name="T56" fmla="*/ 227 w 227"/>
                <a:gd name="T57" fmla="*/ 188 h 214"/>
                <a:gd name="T58" fmla="*/ 227 w 227"/>
                <a:gd name="T59" fmla="*/ 182 h 214"/>
                <a:gd name="T60" fmla="*/ 226 w 227"/>
                <a:gd name="T61" fmla="*/ 171 h 214"/>
                <a:gd name="T62" fmla="*/ 211 w 227"/>
                <a:gd name="T63" fmla="*/ 143 h 214"/>
                <a:gd name="T64" fmla="*/ 199 w 227"/>
                <a:gd name="T65" fmla="*/ 130 h 214"/>
                <a:gd name="T66" fmla="*/ 190 w 227"/>
                <a:gd name="T67" fmla="*/ 120 h 214"/>
                <a:gd name="T68" fmla="*/ 181 w 227"/>
                <a:gd name="T69" fmla="*/ 106 h 214"/>
                <a:gd name="T70" fmla="*/ 181 w 227"/>
                <a:gd name="T71" fmla="*/ 94 h 214"/>
                <a:gd name="T72" fmla="*/ 192 w 227"/>
                <a:gd name="T73" fmla="*/ 79 h 214"/>
                <a:gd name="T74" fmla="*/ 201 w 227"/>
                <a:gd name="T75" fmla="*/ 68 h 214"/>
                <a:gd name="T76" fmla="*/ 211 w 227"/>
                <a:gd name="T77" fmla="*/ 55 h 214"/>
                <a:gd name="T78" fmla="*/ 221 w 227"/>
                <a:gd name="T79" fmla="*/ 31 h 214"/>
                <a:gd name="T80" fmla="*/ 217 w 227"/>
                <a:gd name="T81" fmla="*/ 12 h 214"/>
                <a:gd name="T82" fmla="*/ 200 w 227"/>
                <a:gd name="T83" fmla="*/ 1 h 214"/>
                <a:gd name="T84" fmla="*/ 187 w 227"/>
                <a:gd name="T85" fmla="*/ 0 h 214"/>
                <a:gd name="T86" fmla="*/ 177 w 227"/>
                <a:gd name="T87" fmla="*/ 1 h 214"/>
                <a:gd name="T88" fmla="*/ 154 w 227"/>
                <a:gd name="T89" fmla="*/ 15 h 214"/>
                <a:gd name="T90" fmla="*/ 144 w 227"/>
                <a:gd name="T91" fmla="*/ 25 h 214"/>
                <a:gd name="T92" fmla="*/ 137 w 227"/>
                <a:gd name="T93" fmla="*/ 32 h 214"/>
                <a:gd name="T94" fmla="*/ 126 w 227"/>
                <a:gd name="T95" fmla="*/ 41 h 214"/>
                <a:gd name="T96" fmla="*/ 115 w 227"/>
                <a:gd name="T97" fmla="*/ 41 h 214"/>
                <a:gd name="T98" fmla="*/ 100 w 227"/>
                <a:gd name="T99" fmla="*/ 32 h 214"/>
                <a:gd name="T100" fmla="*/ 89 w 227"/>
                <a:gd name="T101" fmla="*/ 25 h 214"/>
                <a:gd name="T102" fmla="*/ 74 w 227"/>
                <a:gd name="T103" fmla="*/ 15 h 214"/>
                <a:gd name="T104" fmla="*/ 47 w 227"/>
                <a:gd name="T105" fmla="*/ 3 h 214"/>
                <a:gd name="T106" fmla="*/ 25 w 227"/>
                <a:gd name="T107" fmla="*/ 1 h 214"/>
                <a:gd name="T108" fmla="*/ 8 w 227"/>
                <a:gd name="T109" fmla="*/ 10 h 214"/>
                <a:gd name="T110" fmla="*/ 2 w 227"/>
                <a:gd name="T111" fmla="*/ 18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27" h="214">
                  <a:moveTo>
                    <a:pt x="2" y="18"/>
                  </a:moveTo>
                  <a:lnTo>
                    <a:pt x="0" y="22"/>
                  </a:lnTo>
                  <a:lnTo>
                    <a:pt x="1" y="33"/>
                  </a:lnTo>
                  <a:lnTo>
                    <a:pt x="9" y="53"/>
                  </a:lnTo>
                  <a:lnTo>
                    <a:pt x="19" y="67"/>
                  </a:lnTo>
                  <a:lnTo>
                    <a:pt x="28" y="77"/>
                  </a:lnTo>
                  <a:lnTo>
                    <a:pt x="38" y="92"/>
                  </a:lnTo>
                  <a:lnTo>
                    <a:pt x="39" y="106"/>
                  </a:lnTo>
                  <a:lnTo>
                    <a:pt x="30" y="123"/>
                  </a:lnTo>
                  <a:lnTo>
                    <a:pt x="22" y="135"/>
                  </a:lnTo>
                  <a:lnTo>
                    <a:pt x="14" y="147"/>
                  </a:lnTo>
                  <a:lnTo>
                    <a:pt x="5" y="169"/>
                  </a:lnTo>
                  <a:lnTo>
                    <a:pt x="3" y="187"/>
                  </a:lnTo>
                  <a:lnTo>
                    <a:pt x="7" y="202"/>
                  </a:lnTo>
                  <a:lnTo>
                    <a:pt x="17" y="211"/>
                  </a:lnTo>
                  <a:lnTo>
                    <a:pt x="31" y="214"/>
                  </a:lnTo>
                  <a:lnTo>
                    <a:pt x="49" y="210"/>
                  </a:lnTo>
                  <a:lnTo>
                    <a:pt x="70" y="198"/>
                  </a:lnTo>
                  <a:lnTo>
                    <a:pt x="81" y="188"/>
                  </a:lnTo>
                  <a:lnTo>
                    <a:pt x="91" y="180"/>
                  </a:lnTo>
                  <a:lnTo>
                    <a:pt x="105" y="171"/>
                  </a:lnTo>
                  <a:lnTo>
                    <a:pt x="117" y="171"/>
                  </a:lnTo>
                  <a:lnTo>
                    <a:pt x="133" y="182"/>
                  </a:lnTo>
                  <a:lnTo>
                    <a:pt x="144" y="192"/>
                  </a:lnTo>
                  <a:lnTo>
                    <a:pt x="157" y="202"/>
                  </a:lnTo>
                  <a:lnTo>
                    <a:pt x="185" y="211"/>
                  </a:lnTo>
                  <a:lnTo>
                    <a:pt x="210" y="209"/>
                  </a:lnTo>
                  <a:lnTo>
                    <a:pt x="223" y="198"/>
                  </a:lnTo>
                  <a:lnTo>
                    <a:pt x="227" y="188"/>
                  </a:lnTo>
                  <a:lnTo>
                    <a:pt x="227" y="182"/>
                  </a:lnTo>
                  <a:lnTo>
                    <a:pt x="226" y="171"/>
                  </a:lnTo>
                  <a:lnTo>
                    <a:pt x="211" y="143"/>
                  </a:lnTo>
                  <a:lnTo>
                    <a:pt x="199" y="130"/>
                  </a:lnTo>
                  <a:lnTo>
                    <a:pt x="190" y="120"/>
                  </a:lnTo>
                  <a:lnTo>
                    <a:pt x="181" y="106"/>
                  </a:lnTo>
                  <a:lnTo>
                    <a:pt x="181" y="94"/>
                  </a:lnTo>
                  <a:lnTo>
                    <a:pt x="192" y="79"/>
                  </a:lnTo>
                  <a:lnTo>
                    <a:pt x="201" y="68"/>
                  </a:lnTo>
                  <a:lnTo>
                    <a:pt x="211" y="55"/>
                  </a:lnTo>
                  <a:lnTo>
                    <a:pt x="221" y="31"/>
                  </a:lnTo>
                  <a:lnTo>
                    <a:pt x="217" y="12"/>
                  </a:lnTo>
                  <a:lnTo>
                    <a:pt x="200" y="1"/>
                  </a:lnTo>
                  <a:lnTo>
                    <a:pt x="187" y="0"/>
                  </a:lnTo>
                  <a:lnTo>
                    <a:pt x="177" y="1"/>
                  </a:lnTo>
                  <a:lnTo>
                    <a:pt x="154" y="15"/>
                  </a:lnTo>
                  <a:lnTo>
                    <a:pt x="144" y="25"/>
                  </a:lnTo>
                  <a:lnTo>
                    <a:pt x="137" y="32"/>
                  </a:lnTo>
                  <a:lnTo>
                    <a:pt x="126" y="41"/>
                  </a:lnTo>
                  <a:lnTo>
                    <a:pt x="115" y="41"/>
                  </a:lnTo>
                  <a:lnTo>
                    <a:pt x="100" y="32"/>
                  </a:lnTo>
                  <a:lnTo>
                    <a:pt x="89" y="25"/>
                  </a:lnTo>
                  <a:lnTo>
                    <a:pt x="74" y="15"/>
                  </a:lnTo>
                  <a:lnTo>
                    <a:pt x="47" y="3"/>
                  </a:lnTo>
                  <a:lnTo>
                    <a:pt x="25" y="1"/>
                  </a:lnTo>
                  <a:lnTo>
                    <a:pt x="8" y="10"/>
                  </a:lnTo>
                  <a:lnTo>
                    <a:pt x="2"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7" name="Freeform 23">
              <a:extLst>
                <a:ext uri="{FF2B5EF4-FFF2-40B4-BE49-F238E27FC236}">
                  <a16:creationId xmlns:a16="http://schemas.microsoft.com/office/drawing/2014/main" id="{862A3599-36D4-B78E-81A9-2ED8C4E90ADB}"/>
                </a:ext>
              </a:extLst>
            </p:cNvPr>
            <p:cNvSpPr>
              <a:spLocks/>
            </p:cNvSpPr>
            <p:nvPr/>
          </p:nvSpPr>
          <p:spPr bwMode="auto">
            <a:xfrm>
              <a:off x="11349038" y="1058863"/>
              <a:ext cx="95250" cy="87313"/>
            </a:xfrm>
            <a:custGeom>
              <a:avLst/>
              <a:gdLst>
                <a:gd name="T0" fmla="*/ 8 w 227"/>
                <a:gd name="T1" fmla="*/ 17 h 213"/>
                <a:gd name="T2" fmla="*/ 6 w 227"/>
                <a:gd name="T3" fmla="*/ 21 h 213"/>
                <a:gd name="T4" fmla="*/ 7 w 227"/>
                <a:gd name="T5" fmla="*/ 32 h 213"/>
                <a:gd name="T6" fmla="*/ 15 w 227"/>
                <a:gd name="T7" fmla="*/ 53 h 213"/>
                <a:gd name="T8" fmla="*/ 27 w 227"/>
                <a:gd name="T9" fmla="*/ 67 h 213"/>
                <a:gd name="T10" fmla="*/ 36 w 227"/>
                <a:gd name="T11" fmla="*/ 78 h 213"/>
                <a:gd name="T12" fmla="*/ 46 w 227"/>
                <a:gd name="T13" fmla="*/ 93 h 213"/>
                <a:gd name="T14" fmla="*/ 46 w 227"/>
                <a:gd name="T15" fmla="*/ 105 h 213"/>
                <a:gd name="T16" fmla="*/ 37 w 227"/>
                <a:gd name="T17" fmla="*/ 119 h 213"/>
                <a:gd name="T18" fmla="*/ 28 w 227"/>
                <a:gd name="T19" fmla="*/ 129 h 213"/>
                <a:gd name="T20" fmla="*/ 16 w 227"/>
                <a:gd name="T21" fmla="*/ 142 h 213"/>
                <a:gd name="T22" fmla="*/ 1 w 227"/>
                <a:gd name="T23" fmla="*/ 170 h 213"/>
                <a:gd name="T24" fmla="*/ 0 w 227"/>
                <a:gd name="T25" fmla="*/ 181 h 213"/>
                <a:gd name="T26" fmla="*/ 0 w 227"/>
                <a:gd name="T27" fmla="*/ 187 h 213"/>
                <a:gd name="T28" fmla="*/ 5 w 227"/>
                <a:gd name="T29" fmla="*/ 197 h 213"/>
                <a:gd name="T30" fmla="*/ 17 w 227"/>
                <a:gd name="T31" fmla="*/ 208 h 213"/>
                <a:gd name="T32" fmla="*/ 42 w 227"/>
                <a:gd name="T33" fmla="*/ 210 h 213"/>
                <a:gd name="T34" fmla="*/ 70 w 227"/>
                <a:gd name="T35" fmla="*/ 201 h 213"/>
                <a:gd name="T36" fmla="*/ 83 w 227"/>
                <a:gd name="T37" fmla="*/ 191 h 213"/>
                <a:gd name="T38" fmla="*/ 94 w 227"/>
                <a:gd name="T39" fmla="*/ 181 h 213"/>
                <a:gd name="T40" fmla="*/ 110 w 227"/>
                <a:gd name="T41" fmla="*/ 170 h 213"/>
                <a:gd name="T42" fmla="*/ 122 w 227"/>
                <a:gd name="T43" fmla="*/ 170 h 213"/>
                <a:gd name="T44" fmla="*/ 137 w 227"/>
                <a:gd name="T45" fmla="*/ 179 h 213"/>
                <a:gd name="T46" fmla="*/ 147 w 227"/>
                <a:gd name="T47" fmla="*/ 187 h 213"/>
                <a:gd name="T48" fmla="*/ 158 w 227"/>
                <a:gd name="T49" fmla="*/ 197 h 213"/>
                <a:gd name="T50" fmla="*/ 178 w 227"/>
                <a:gd name="T51" fmla="*/ 209 h 213"/>
                <a:gd name="T52" fmla="*/ 196 w 227"/>
                <a:gd name="T53" fmla="*/ 213 h 213"/>
                <a:gd name="T54" fmla="*/ 211 w 227"/>
                <a:gd name="T55" fmla="*/ 210 h 213"/>
                <a:gd name="T56" fmla="*/ 220 w 227"/>
                <a:gd name="T57" fmla="*/ 201 h 213"/>
                <a:gd name="T58" fmla="*/ 224 w 227"/>
                <a:gd name="T59" fmla="*/ 186 h 213"/>
                <a:gd name="T60" fmla="*/ 222 w 227"/>
                <a:gd name="T61" fmla="*/ 168 h 213"/>
                <a:gd name="T62" fmla="*/ 213 w 227"/>
                <a:gd name="T63" fmla="*/ 146 h 213"/>
                <a:gd name="T64" fmla="*/ 205 w 227"/>
                <a:gd name="T65" fmla="*/ 134 h 213"/>
                <a:gd name="T66" fmla="*/ 197 w 227"/>
                <a:gd name="T67" fmla="*/ 122 h 213"/>
                <a:gd name="T68" fmla="*/ 189 w 227"/>
                <a:gd name="T69" fmla="*/ 105 h 213"/>
                <a:gd name="T70" fmla="*/ 190 w 227"/>
                <a:gd name="T71" fmla="*/ 91 h 213"/>
                <a:gd name="T72" fmla="*/ 200 w 227"/>
                <a:gd name="T73" fmla="*/ 76 h 213"/>
                <a:gd name="T74" fmla="*/ 208 w 227"/>
                <a:gd name="T75" fmla="*/ 66 h 213"/>
                <a:gd name="T76" fmla="*/ 219 w 227"/>
                <a:gd name="T77" fmla="*/ 52 h 213"/>
                <a:gd name="T78" fmla="*/ 227 w 227"/>
                <a:gd name="T79" fmla="*/ 32 h 213"/>
                <a:gd name="T80" fmla="*/ 227 w 227"/>
                <a:gd name="T81" fmla="*/ 21 h 213"/>
                <a:gd name="T82" fmla="*/ 225 w 227"/>
                <a:gd name="T83" fmla="*/ 17 h 213"/>
                <a:gd name="T84" fmla="*/ 218 w 227"/>
                <a:gd name="T85" fmla="*/ 8 h 213"/>
                <a:gd name="T86" fmla="*/ 196 w 227"/>
                <a:gd name="T87" fmla="*/ 0 h 213"/>
                <a:gd name="T88" fmla="*/ 169 w 227"/>
                <a:gd name="T89" fmla="*/ 2 h 213"/>
                <a:gd name="T90" fmla="*/ 143 w 227"/>
                <a:gd name="T91" fmla="*/ 14 h 213"/>
                <a:gd name="T92" fmla="*/ 133 w 227"/>
                <a:gd name="T93" fmla="*/ 24 h 213"/>
                <a:gd name="T94" fmla="*/ 126 w 227"/>
                <a:gd name="T95" fmla="*/ 32 h 213"/>
                <a:gd name="T96" fmla="*/ 115 w 227"/>
                <a:gd name="T97" fmla="*/ 41 h 213"/>
                <a:gd name="T98" fmla="*/ 105 w 227"/>
                <a:gd name="T99" fmla="*/ 41 h 213"/>
                <a:gd name="T100" fmla="*/ 92 w 227"/>
                <a:gd name="T101" fmla="*/ 32 h 213"/>
                <a:gd name="T102" fmla="*/ 83 w 227"/>
                <a:gd name="T103" fmla="*/ 24 h 213"/>
                <a:gd name="T104" fmla="*/ 72 w 227"/>
                <a:gd name="T105" fmla="*/ 14 h 213"/>
                <a:gd name="T106" fmla="*/ 50 w 227"/>
                <a:gd name="T107" fmla="*/ 2 h 213"/>
                <a:gd name="T108" fmla="*/ 30 w 227"/>
                <a:gd name="T109" fmla="*/ 0 h 213"/>
                <a:gd name="T110" fmla="*/ 14 w 227"/>
                <a:gd name="T111" fmla="*/ 9 h 213"/>
                <a:gd name="T112" fmla="*/ 8 w 227"/>
                <a:gd name="T113" fmla="*/ 17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27" h="213">
                  <a:moveTo>
                    <a:pt x="8" y="17"/>
                  </a:moveTo>
                  <a:lnTo>
                    <a:pt x="6" y="21"/>
                  </a:lnTo>
                  <a:lnTo>
                    <a:pt x="7" y="32"/>
                  </a:lnTo>
                  <a:lnTo>
                    <a:pt x="15" y="53"/>
                  </a:lnTo>
                  <a:lnTo>
                    <a:pt x="27" y="67"/>
                  </a:lnTo>
                  <a:lnTo>
                    <a:pt x="36" y="78"/>
                  </a:lnTo>
                  <a:lnTo>
                    <a:pt x="46" y="93"/>
                  </a:lnTo>
                  <a:lnTo>
                    <a:pt x="46" y="105"/>
                  </a:lnTo>
                  <a:lnTo>
                    <a:pt x="37" y="119"/>
                  </a:lnTo>
                  <a:lnTo>
                    <a:pt x="28" y="129"/>
                  </a:lnTo>
                  <a:lnTo>
                    <a:pt x="16" y="142"/>
                  </a:lnTo>
                  <a:lnTo>
                    <a:pt x="1" y="170"/>
                  </a:lnTo>
                  <a:lnTo>
                    <a:pt x="0" y="181"/>
                  </a:lnTo>
                  <a:lnTo>
                    <a:pt x="0" y="187"/>
                  </a:lnTo>
                  <a:lnTo>
                    <a:pt x="5" y="197"/>
                  </a:lnTo>
                  <a:lnTo>
                    <a:pt x="17" y="208"/>
                  </a:lnTo>
                  <a:lnTo>
                    <a:pt x="42" y="210"/>
                  </a:lnTo>
                  <a:lnTo>
                    <a:pt x="70" y="201"/>
                  </a:lnTo>
                  <a:lnTo>
                    <a:pt x="83" y="191"/>
                  </a:lnTo>
                  <a:lnTo>
                    <a:pt x="94" y="181"/>
                  </a:lnTo>
                  <a:lnTo>
                    <a:pt x="110" y="170"/>
                  </a:lnTo>
                  <a:lnTo>
                    <a:pt x="122" y="170"/>
                  </a:lnTo>
                  <a:lnTo>
                    <a:pt x="137" y="179"/>
                  </a:lnTo>
                  <a:lnTo>
                    <a:pt x="147" y="187"/>
                  </a:lnTo>
                  <a:lnTo>
                    <a:pt x="158" y="197"/>
                  </a:lnTo>
                  <a:lnTo>
                    <a:pt x="178" y="209"/>
                  </a:lnTo>
                  <a:lnTo>
                    <a:pt x="196" y="213"/>
                  </a:lnTo>
                  <a:lnTo>
                    <a:pt x="211" y="210"/>
                  </a:lnTo>
                  <a:lnTo>
                    <a:pt x="220" y="201"/>
                  </a:lnTo>
                  <a:lnTo>
                    <a:pt x="224" y="186"/>
                  </a:lnTo>
                  <a:lnTo>
                    <a:pt x="222" y="168"/>
                  </a:lnTo>
                  <a:lnTo>
                    <a:pt x="213" y="146"/>
                  </a:lnTo>
                  <a:lnTo>
                    <a:pt x="205" y="134"/>
                  </a:lnTo>
                  <a:lnTo>
                    <a:pt x="197" y="122"/>
                  </a:lnTo>
                  <a:lnTo>
                    <a:pt x="189" y="105"/>
                  </a:lnTo>
                  <a:lnTo>
                    <a:pt x="190" y="91"/>
                  </a:lnTo>
                  <a:lnTo>
                    <a:pt x="200" y="76"/>
                  </a:lnTo>
                  <a:lnTo>
                    <a:pt x="208" y="66"/>
                  </a:lnTo>
                  <a:lnTo>
                    <a:pt x="219" y="52"/>
                  </a:lnTo>
                  <a:lnTo>
                    <a:pt x="227" y="32"/>
                  </a:lnTo>
                  <a:lnTo>
                    <a:pt x="227" y="21"/>
                  </a:lnTo>
                  <a:lnTo>
                    <a:pt x="225" y="17"/>
                  </a:lnTo>
                  <a:lnTo>
                    <a:pt x="218" y="8"/>
                  </a:lnTo>
                  <a:lnTo>
                    <a:pt x="196" y="0"/>
                  </a:lnTo>
                  <a:lnTo>
                    <a:pt x="169" y="2"/>
                  </a:lnTo>
                  <a:lnTo>
                    <a:pt x="143" y="14"/>
                  </a:lnTo>
                  <a:lnTo>
                    <a:pt x="133" y="24"/>
                  </a:lnTo>
                  <a:lnTo>
                    <a:pt x="126" y="32"/>
                  </a:lnTo>
                  <a:lnTo>
                    <a:pt x="115" y="41"/>
                  </a:lnTo>
                  <a:lnTo>
                    <a:pt x="105" y="41"/>
                  </a:lnTo>
                  <a:lnTo>
                    <a:pt x="92" y="32"/>
                  </a:lnTo>
                  <a:lnTo>
                    <a:pt x="83" y="24"/>
                  </a:lnTo>
                  <a:lnTo>
                    <a:pt x="72" y="14"/>
                  </a:lnTo>
                  <a:lnTo>
                    <a:pt x="50" y="2"/>
                  </a:lnTo>
                  <a:lnTo>
                    <a:pt x="30" y="0"/>
                  </a:lnTo>
                  <a:lnTo>
                    <a:pt x="14" y="9"/>
                  </a:lnTo>
                  <a:lnTo>
                    <a:pt x="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8" name="Freeform 24">
              <a:extLst>
                <a:ext uri="{FF2B5EF4-FFF2-40B4-BE49-F238E27FC236}">
                  <a16:creationId xmlns:a16="http://schemas.microsoft.com/office/drawing/2014/main" id="{46575C94-6F16-04F5-E5B9-0A50DC90D207}"/>
                </a:ext>
              </a:extLst>
            </p:cNvPr>
            <p:cNvSpPr>
              <a:spLocks/>
            </p:cNvSpPr>
            <p:nvPr/>
          </p:nvSpPr>
          <p:spPr bwMode="auto">
            <a:xfrm>
              <a:off x="10863263" y="1341438"/>
              <a:ext cx="103188" cy="34925"/>
            </a:xfrm>
            <a:custGeom>
              <a:avLst/>
              <a:gdLst>
                <a:gd name="T0" fmla="*/ 3 w 250"/>
                <a:gd name="T1" fmla="*/ 24 h 84"/>
                <a:gd name="T2" fmla="*/ 1 w 250"/>
                <a:gd name="T3" fmla="*/ 31 h 84"/>
                <a:gd name="T4" fmla="*/ 0 w 250"/>
                <a:gd name="T5" fmla="*/ 44 h 84"/>
                <a:gd name="T6" fmla="*/ 5 w 250"/>
                <a:gd name="T7" fmla="*/ 55 h 84"/>
                <a:gd name="T8" fmla="*/ 15 w 250"/>
                <a:gd name="T9" fmla="*/ 65 h 84"/>
                <a:gd name="T10" fmla="*/ 39 w 250"/>
                <a:gd name="T11" fmla="*/ 76 h 84"/>
                <a:gd name="T12" fmla="*/ 91 w 250"/>
                <a:gd name="T13" fmla="*/ 83 h 84"/>
                <a:gd name="T14" fmla="*/ 125 w 250"/>
                <a:gd name="T15" fmla="*/ 84 h 84"/>
                <a:gd name="T16" fmla="*/ 159 w 250"/>
                <a:gd name="T17" fmla="*/ 83 h 84"/>
                <a:gd name="T18" fmla="*/ 211 w 250"/>
                <a:gd name="T19" fmla="*/ 76 h 84"/>
                <a:gd name="T20" fmla="*/ 235 w 250"/>
                <a:gd name="T21" fmla="*/ 65 h 84"/>
                <a:gd name="T22" fmla="*/ 245 w 250"/>
                <a:gd name="T23" fmla="*/ 55 h 84"/>
                <a:gd name="T24" fmla="*/ 250 w 250"/>
                <a:gd name="T25" fmla="*/ 44 h 84"/>
                <a:gd name="T26" fmla="*/ 249 w 250"/>
                <a:gd name="T27" fmla="*/ 31 h 84"/>
                <a:gd name="T28" fmla="*/ 247 w 250"/>
                <a:gd name="T29" fmla="*/ 24 h 84"/>
                <a:gd name="T30" fmla="*/ 243 w 250"/>
                <a:gd name="T31" fmla="*/ 18 h 84"/>
                <a:gd name="T32" fmla="*/ 227 w 250"/>
                <a:gd name="T33" fmla="*/ 9 h 84"/>
                <a:gd name="T34" fmla="*/ 179 w 250"/>
                <a:gd name="T35" fmla="*/ 1 h 84"/>
                <a:gd name="T36" fmla="*/ 125 w 250"/>
                <a:gd name="T37" fmla="*/ 0 h 84"/>
                <a:gd name="T38" fmla="*/ 71 w 250"/>
                <a:gd name="T39" fmla="*/ 1 h 84"/>
                <a:gd name="T40" fmla="*/ 23 w 250"/>
                <a:gd name="T41" fmla="*/ 9 h 84"/>
                <a:gd name="T42" fmla="*/ 7 w 250"/>
                <a:gd name="T43" fmla="*/ 18 h 84"/>
                <a:gd name="T44" fmla="*/ 3 w 250"/>
                <a:gd name="T45" fmla="*/ 2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50" h="84">
                  <a:moveTo>
                    <a:pt x="3" y="24"/>
                  </a:moveTo>
                  <a:lnTo>
                    <a:pt x="1" y="31"/>
                  </a:lnTo>
                  <a:lnTo>
                    <a:pt x="0" y="44"/>
                  </a:lnTo>
                  <a:lnTo>
                    <a:pt x="5" y="55"/>
                  </a:lnTo>
                  <a:lnTo>
                    <a:pt x="15" y="65"/>
                  </a:lnTo>
                  <a:lnTo>
                    <a:pt x="39" y="76"/>
                  </a:lnTo>
                  <a:lnTo>
                    <a:pt x="91" y="83"/>
                  </a:lnTo>
                  <a:lnTo>
                    <a:pt x="125" y="84"/>
                  </a:lnTo>
                  <a:lnTo>
                    <a:pt x="159" y="83"/>
                  </a:lnTo>
                  <a:lnTo>
                    <a:pt x="211" y="76"/>
                  </a:lnTo>
                  <a:lnTo>
                    <a:pt x="235" y="65"/>
                  </a:lnTo>
                  <a:lnTo>
                    <a:pt x="245" y="55"/>
                  </a:lnTo>
                  <a:lnTo>
                    <a:pt x="250" y="44"/>
                  </a:lnTo>
                  <a:lnTo>
                    <a:pt x="249" y="31"/>
                  </a:lnTo>
                  <a:lnTo>
                    <a:pt x="247" y="24"/>
                  </a:lnTo>
                  <a:lnTo>
                    <a:pt x="243" y="18"/>
                  </a:lnTo>
                  <a:lnTo>
                    <a:pt x="227" y="9"/>
                  </a:lnTo>
                  <a:lnTo>
                    <a:pt x="179" y="1"/>
                  </a:lnTo>
                  <a:lnTo>
                    <a:pt x="125" y="0"/>
                  </a:lnTo>
                  <a:lnTo>
                    <a:pt x="71" y="1"/>
                  </a:lnTo>
                  <a:lnTo>
                    <a:pt x="23" y="9"/>
                  </a:lnTo>
                  <a:lnTo>
                    <a:pt x="7" y="18"/>
                  </a:lnTo>
                  <a:lnTo>
                    <a:pt x="3"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9" name="Freeform 25">
              <a:extLst>
                <a:ext uri="{FF2B5EF4-FFF2-40B4-BE49-F238E27FC236}">
                  <a16:creationId xmlns:a16="http://schemas.microsoft.com/office/drawing/2014/main" id="{2D4F334D-6002-A931-D997-6F6CC7F1F2BF}"/>
                </a:ext>
              </a:extLst>
            </p:cNvPr>
            <p:cNvSpPr>
              <a:spLocks noEditPoints="1"/>
            </p:cNvSpPr>
            <p:nvPr/>
          </p:nvSpPr>
          <p:spPr bwMode="auto">
            <a:xfrm>
              <a:off x="11563351" y="1266826"/>
              <a:ext cx="180975" cy="179388"/>
            </a:xfrm>
            <a:custGeom>
              <a:avLst/>
              <a:gdLst>
                <a:gd name="T0" fmla="*/ 93 w 436"/>
                <a:gd name="T1" fmla="*/ 42 h 435"/>
                <a:gd name="T2" fmla="*/ 19 w 436"/>
                <a:gd name="T3" fmla="*/ 137 h 435"/>
                <a:gd name="T4" fmla="*/ 0 w 436"/>
                <a:gd name="T5" fmla="*/ 222 h 435"/>
                <a:gd name="T6" fmla="*/ 18 w 436"/>
                <a:gd name="T7" fmla="*/ 298 h 435"/>
                <a:gd name="T8" fmla="*/ 86 w 436"/>
                <a:gd name="T9" fmla="*/ 391 h 435"/>
                <a:gd name="T10" fmla="*/ 125 w 436"/>
                <a:gd name="T11" fmla="*/ 417 h 435"/>
                <a:gd name="T12" fmla="*/ 207 w 436"/>
                <a:gd name="T13" fmla="*/ 435 h 435"/>
                <a:gd name="T14" fmla="*/ 294 w 436"/>
                <a:gd name="T15" fmla="*/ 421 h 435"/>
                <a:gd name="T16" fmla="*/ 370 w 436"/>
                <a:gd name="T17" fmla="*/ 378 h 435"/>
                <a:gd name="T18" fmla="*/ 408 w 436"/>
                <a:gd name="T19" fmla="*/ 330 h 435"/>
                <a:gd name="T20" fmla="*/ 430 w 436"/>
                <a:gd name="T21" fmla="*/ 275 h 435"/>
                <a:gd name="T22" fmla="*/ 436 w 436"/>
                <a:gd name="T23" fmla="*/ 202 h 435"/>
                <a:gd name="T24" fmla="*/ 420 w 436"/>
                <a:gd name="T25" fmla="*/ 135 h 435"/>
                <a:gd name="T26" fmla="*/ 385 w 436"/>
                <a:gd name="T27" fmla="*/ 78 h 435"/>
                <a:gd name="T28" fmla="*/ 336 w 436"/>
                <a:gd name="T29" fmla="*/ 34 h 435"/>
                <a:gd name="T30" fmla="*/ 276 w 436"/>
                <a:gd name="T31" fmla="*/ 6 h 435"/>
                <a:gd name="T32" fmla="*/ 208 w 436"/>
                <a:gd name="T33" fmla="*/ 0 h 435"/>
                <a:gd name="T34" fmla="*/ 136 w 436"/>
                <a:gd name="T35" fmla="*/ 18 h 435"/>
                <a:gd name="T36" fmla="*/ 310 w 436"/>
                <a:gd name="T37" fmla="*/ 120 h 435"/>
                <a:gd name="T38" fmla="*/ 346 w 436"/>
                <a:gd name="T39" fmla="*/ 167 h 435"/>
                <a:gd name="T40" fmla="*/ 357 w 436"/>
                <a:gd name="T41" fmla="*/ 238 h 435"/>
                <a:gd name="T42" fmla="*/ 330 w 436"/>
                <a:gd name="T43" fmla="*/ 305 h 435"/>
                <a:gd name="T44" fmla="*/ 270 w 436"/>
                <a:gd name="T45" fmla="*/ 350 h 435"/>
                <a:gd name="T46" fmla="*/ 225 w 436"/>
                <a:gd name="T47" fmla="*/ 359 h 435"/>
                <a:gd name="T48" fmla="*/ 141 w 436"/>
                <a:gd name="T49" fmla="*/ 334 h 435"/>
                <a:gd name="T50" fmla="*/ 91 w 436"/>
                <a:gd name="T51" fmla="*/ 267 h 435"/>
                <a:gd name="T52" fmla="*/ 88 w 436"/>
                <a:gd name="T53" fmla="*/ 182 h 435"/>
                <a:gd name="T54" fmla="*/ 125 w 436"/>
                <a:gd name="T55" fmla="*/ 122 h 435"/>
                <a:gd name="T56" fmla="*/ 156 w 436"/>
                <a:gd name="T57" fmla="*/ 97 h 435"/>
                <a:gd name="T58" fmla="*/ 202 w 436"/>
                <a:gd name="T59" fmla="*/ 82 h 435"/>
                <a:gd name="T60" fmla="*/ 251 w 436"/>
                <a:gd name="T61" fmla="*/ 87 h 435"/>
                <a:gd name="T62" fmla="*/ 310 w 436"/>
                <a:gd name="T63" fmla="*/ 120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6" h="435">
                  <a:moveTo>
                    <a:pt x="118" y="27"/>
                  </a:moveTo>
                  <a:lnTo>
                    <a:pt x="93" y="42"/>
                  </a:lnTo>
                  <a:lnTo>
                    <a:pt x="51" y="84"/>
                  </a:lnTo>
                  <a:lnTo>
                    <a:pt x="19" y="137"/>
                  </a:lnTo>
                  <a:lnTo>
                    <a:pt x="1" y="194"/>
                  </a:lnTo>
                  <a:lnTo>
                    <a:pt x="0" y="222"/>
                  </a:lnTo>
                  <a:lnTo>
                    <a:pt x="1" y="246"/>
                  </a:lnTo>
                  <a:lnTo>
                    <a:pt x="18" y="298"/>
                  </a:lnTo>
                  <a:lnTo>
                    <a:pt x="48" y="348"/>
                  </a:lnTo>
                  <a:lnTo>
                    <a:pt x="86" y="391"/>
                  </a:lnTo>
                  <a:lnTo>
                    <a:pt x="108" y="407"/>
                  </a:lnTo>
                  <a:lnTo>
                    <a:pt x="125" y="417"/>
                  </a:lnTo>
                  <a:lnTo>
                    <a:pt x="165" y="431"/>
                  </a:lnTo>
                  <a:lnTo>
                    <a:pt x="207" y="435"/>
                  </a:lnTo>
                  <a:lnTo>
                    <a:pt x="251" y="432"/>
                  </a:lnTo>
                  <a:lnTo>
                    <a:pt x="294" y="421"/>
                  </a:lnTo>
                  <a:lnTo>
                    <a:pt x="335" y="403"/>
                  </a:lnTo>
                  <a:lnTo>
                    <a:pt x="370" y="378"/>
                  </a:lnTo>
                  <a:lnTo>
                    <a:pt x="398" y="348"/>
                  </a:lnTo>
                  <a:lnTo>
                    <a:pt x="408" y="330"/>
                  </a:lnTo>
                  <a:lnTo>
                    <a:pt x="417" y="312"/>
                  </a:lnTo>
                  <a:lnTo>
                    <a:pt x="430" y="275"/>
                  </a:lnTo>
                  <a:lnTo>
                    <a:pt x="436" y="238"/>
                  </a:lnTo>
                  <a:lnTo>
                    <a:pt x="436" y="202"/>
                  </a:lnTo>
                  <a:lnTo>
                    <a:pt x="430" y="168"/>
                  </a:lnTo>
                  <a:lnTo>
                    <a:pt x="420" y="135"/>
                  </a:lnTo>
                  <a:lnTo>
                    <a:pt x="405" y="105"/>
                  </a:lnTo>
                  <a:lnTo>
                    <a:pt x="385" y="78"/>
                  </a:lnTo>
                  <a:lnTo>
                    <a:pt x="362" y="54"/>
                  </a:lnTo>
                  <a:lnTo>
                    <a:pt x="336" y="34"/>
                  </a:lnTo>
                  <a:lnTo>
                    <a:pt x="307" y="18"/>
                  </a:lnTo>
                  <a:lnTo>
                    <a:pt x="276" y="6"/>
                  </a:lnTo>
                  <a:lnTo>
                    <a:pt x="243" y="0"/>
                  </a:lnTo>
                  <a:lnTo>
                    <a:pt x="208" y="0"/>
                  </a:lnTo>
                  <a:lnTo>
                    <a:pt x="172" y="6"/>
                  </a:lnTo>
                  <a:lnTo>
                    <a:pt x="136" y="18"/>
                  </a:lnTo>
                  <a:lnTo>
                    <a:pt x="118" y="27"/>
                  </a:lnTo>
                  <a:close/>
                  <a:moveTo>
                    <a:pt x="310" y="120"/>
                  </a:moveTo>
                  <a:lnTo>
                    <a:pt x="325" y="135"/>
                  </a:lnTo>
                  <a:lnTo>
                    <a:pt x="346" y="167"/>
                  </a:lnTo>
                  <a:lnTo>
                    <a:pt x="357" y="202"/>
                  </a:lnTo>
                  <a:lnTo>
                    <a:pt x="357" y="238"/>
                  </a:lnTo>
                  <a:lnTo>
                    <a:pt x="348" y="273"/>
                  </a:lnTo>
                  <a:lnTo>
                    <a:pt x="330" y="305"/>
                  </a:lnTo>
                  <a:lnTo>
                    <a:pt x="304" y="331"/>
                  </a:lnTo>
                  <a:lnTo>
                    <a:pt x="270" y="350"/>
                  </a:lnTo>
                  <a:lnTo>
                    <a:pt x="250" y="355"/>
                  </a:lnTo>
                  <a:lnTo>
                    <a:pt x="225" y="359"/>
                  </a:lnTo>
                  <a:lnTo>
                    <a:pt x="180" y="354"/>
                  </a:lnTo>
                  <a:lnTo>
                    <a:pt x="141" y="334"/>
                  </a:lnTo>
                  <a:lnTo>
                    <a:pt x="111" y="304"/>
                  </a:lnTo>
                  <a:lnTo>
                    <a:pt x="91" y="267"/>
                  </a:lnTo>
                  <a:lnTo>
                    <a:pt x="83" y="225"/>
                  </a:lnTo>
                  <a:lnTo>
                    <a:pt x="88" y="182"/>
                  </a:lnTo>
                  <a:lnTo>
                    <a:pt x="108" y="141"/>
                  </a:lnTo>
                  <a:lnTo>
                    <a:pt x="125" y="122"/>
                  </a:lnTo>
                  <a:lnTo>
                    <a:pt x="135" y="112"/>
                  </a:lnTo>
                  <a:lnTo>
                    <a:pt x="156" y="97"/>
                  </a:lnTo>
                  <a:lnTo>
                    <a:pt x="178" y="87"/>
                  </a:lnTo>
                  <a:lnTo>
                    <a:pt x="202" y="82"/>
                  </a:lnTo>
                  <a:lnTo>
                    <a:pt x="226" y="82"/>
                  </a:lnTo>
                  <a:lnTo>
                    <a:pt x="251" y="87"/>
                  </a:lnTo>
                  <a:lnTo>
                    <a:pt x="287" y="103"/>
                  </a:lnTo>
                  <a:lnTo>
                    <a:pt x="310" y="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40" name="Group 39">
            <a:extLst>
              <a:ext uri="{FF2B5EF4-FFF2-40B4-BE49-F238E27FC236}">
                <a16:creationId xmlns:a16="http://schemas.microsoft.com/office/drawing/2014/main" id="{E5962AE3-4280-E820-1C42-105A0A774D57}"/>
              </a:ext>
            </a:extLst>
          </p:cNvPr>
          <p:cNvGrpSpPr>
            <a:grpSpLocks noChangeAspect="1"/>
          </p:cNvGrpSpPr>
          <p:nvPr/>
        </p:nvGrpSpPr>
        <p:grpSpPr>
          <a:xfrm>
            <a:off x="9959284" y="2372365"/>
            <a:ext cx="478599" cy="480913"/>
            <a:chOff x="10656888" y="4908551"/>
            <a:chExt cx="1312863" cy="1319213"/>
          </a:xfrm>
          <a:solidFill>
            <a:schemeClr val="bg1"/>
          </a:solidFill>
        </p:grpSpPr>
        <p:sp>
          <p:nvSpPr>
            <p:cNvPr id="41" name="Freeform 608">
              <a:extLst>
                <a:ext uri="{FF2B5EF4-FFF2-40B4-BE49-F238E27FC236}">
                  <a16:creationId xmlns:a16="http://schemas.microsoft.com/office/drawing/2014/main" id="{BCEC021E-ED24-1C2B-54DA-ED4265A19C01}"/>
                </a:ext>
              </a:extLst>
            </p:cNvPr>
            <p:cNvSpPr>
              <a:spLocks noEditPoints="1"/>
            </p:cNvSpPr>
            <p:nvPr/>
          </p:nvSpPr>
          <p:spPr bwMode="auto">
            <a:xfrm>
              <a:off x="10671176" y="4908551"/>
              <a:ext cx="1298575" cy="933450"/>
            </a:xfrm>
            <a:custGeom>
              <a:avLst/>
              <a:gdLst>
                <a:gd name="T0" fmla="*/ 10 w 3182"/>
                <a:gd name="T1" fmla="*/ 1887 h 2285"/>
                <a:gd name="T2" fmla="*/ 1191 w 3182"/>
                <a:gd name="T3" fmla="*/ 2065 h 2285"/>
                <a:gd name="T4" fmla="*/ 1328 w 3182"/>
                <a:gd name="T5" fmla="*/ 2053 h 2285"/>
                <a:gd name="T6" fmla="*/ 1488 w 3182"/>
                <a:gd name="T7" fmla="*/ 2105 h 2285"/>
                <a:gd name="T8" fmla="*/ 1698 w 3182"/>
                <a:gd name="T9" fmla="*/ 2280 h 2285"/>
                <a:gd name="T10" fmla="*/ 1919 w 3182"/>
                <a:gd name="T11" fmla="*/ 2101 h 2285"/>
                <a:gd name="T12" fmla="*/ 2166 w 3182"/>
                <a:gd name="T13" fmla="*/ 2100 h 2285"/>
                <a:gd name="T14" fmla="*/ 2335 w 3182"/>
                <a:gd name="T15" fmla="*/ 1825 h 2285"/>
                <a:gd name="T16" fmla="*/ 2206 w 3182"/>
                <a:gd name="T17" fmla="*/ 1707 h 2285"/>
                <a:gd name="T18" fmla="*/ 2424 w 3182"/>
                <a:gd name="T19" fmla="*/ 1690 h 2285"/>
                <a:gd name="T20" fmla="*/ 2871 w 3182"/>
                <a:gd name="T21" fmla="*/ 1654 h 2285"/>
                <a:gd name="T22" fmla="*/ 3116 w 3182"/>
                <a:gd name="T23" fmla="*/ 1405 h 2285"/>
                <a:gd name="T24" fmla="*/ 3179 w 3182"/>
                <a:gd name="T25" fmla="*/ 1067 h 2285"/>
                <a:gd name="T26" fmla="*/ 3035 w 3182"/>
                <a:gd name="T27" fmla="*/ 749 h 2285"/>
                <a:gd name="T28" fmla="*/ 2671 w 3182"/>
                <a:gd name="T29" fmla="*/ 557 h 2285"/>
                <a:gd name="T30" fmla="*/ 2223 w 3182"/>
                <a:gd name="T31" fmla="*/ 696 h 2285"/>
                <a:gd name="T32" fmla="*/ 2021 w 3182"/>
                <a:gd name="T33" fmla="*/ 1112 h 2285"/>
                <a:gd name="T34" fmla="*/ 1931 w 3182"/>
                <a:gd name="T35" fmla="*/ 1193 h 2285"/>
                <a:gd name="T36" fmla="*/ 1860 w 3182"/>
                <a:gd name="T37" fmla="*/ 992 h 2285"/>
                <a:gd name="T38" fmla="*/ 1638 w 3182"/>
                <a:gd name="T39" fmla="*/ 0 h 2285"/>
                <a:gd name="T40" fmla="*/ 1634 w 3182"/>
                <a:gd name="T41" fmla="*/ 112 h 2285"/>
                <a:gd name="T42" fmla="*/ 1582 w 3182"/>
                <a:gd name="T43" fmla="*/ 984 h 2285"/>
                <a:gd name="T44" fmla="*/ 1512 w 3182"/>
                <a:gd name="T45" fmla="*/ 1143 h 2285"/>
                <a:gd name="T46" fmla="*/ 1291 w 3182"/>
                <a:gd name="T47" fmla="*/ 1203 h 2285"/>
                <a:gd name="T48" fmla="*/ 1112 w 3182"/>
                <a:gd name="T49" fmla="*/ 1350 h 2285"/>
                <a:gd name="T50" fmla="*/ 1103 w 3182"/>
                <a:gd name="T51" fmla="*/ 1499 h 2285"/>
                <a:gd name="T52" fmla="*/ 1185 w 3182"/>
                <a:gd name="T53" fmla="*/ 1638 h 2285"/>
                <a:gd name="T54" fmla="*/ 1098 w 3182"/>
                <a:gd name="T55" fmla="*/ 1786 h 2285"/>
                <a:gd name="T56" fmla="*/ 1085 w 3182"/>
                <a:gd name="T57" fmla="*/ 1890 h 2285"/>
                <a:gd name="T58" fmla="*/ 146 w 3182"/>
                <a:gd name="T59" fmla="*/ 1886 h 2285"/>
                <a:gd name="T60" fmla="*/ 101 w 3182"/>
                <a:gd name="T61" fmla="*/ 1198 h 2285"/>
                <a:gd name="T62" fmla="*/ 1521 w 3182"/>
                <a:gd name="T63" fmla="*/ 90 h 2285"/>
                <a:gd name="T64" fmla="*/ 2993 w 3182"/>
                <a:gd name="T65" fmla="*/ 840 h 2285"/>
                <a:gd name="T66" fmla="*/ 3078 w 3182"/>
                <a:gd name="T67" fmla="*/ 1252 h 2285"/>
                <a:gd name="T68" fmla="*/ 2922 w 3182"/>
                <a:gd name="T69" fmla="*/ 1509 h 2285"/>
                <a:gd name="T70" fmla="*/ 2638 w 3182"/>
                <a:gd name="T71" fmla="*/ 1630 h 2285"/>
                <a:gd name="T72" fmla="*/ 2357 w 3182"/>
                <a:gd name="T73" fmla="*/ 1566 h 2285"/>
                <a:gd name="T74" fmla="*/ 2319 w 3182"/>
                <a:gd name="T75" fmla="*/ 1473 h 2285"/>
                <a:gd name="T76" fmla="*/ 2209 w 3182"/>
                <a:gd name="T77" fmla="*/ 1232 h 2285"/>
                <a:gd name="T78" fmla="*/ 2102 w 3182"/>
                <a:gd name="T79" fmla="*/ 1161 h 2285"/>
                <a:gd name="T80" fmla="*/ 2192 w 3182"/>
                <a:gd name="T81" fmla="*/ 865 h 2285"/>
                <a:gd name="T82" fmla="*/ 2466 w 3182"/>
                <a:gd name="T83" fmla="*/ 663 h 2285"/>
                <a:gd name="T84" fmla="*/ 2816 w 3182"/>
                <a:gd name="T85" fmla="*/ 692 h 2285"/>
                <a:gd name="T86" fmla="*/ 1828 w 3182"/>
                <a:gd name="T87" fmla="*/ 1235 h 2285"/>
                <a:gd name="T88" fmla="*/ 2078 w 3182"/>
                <a:gd name="T89" fmla="*/ 1318 h 2285"/>
                <a:gd name="T90" fmla="*/ 2215 w 3182"/>
                <a:gd name="T91" fmla="*/ 1433 h 2285"/>
                <a:gd name="T92" fmla="*/ 2117 w 3182"/>
                <a:gd name="T93" fmla="*/ 1535 h 2285"/>
                <a:gd name="T94" fmla="*/ 2146 w 3182"/>
                <a:gd name="T95" fmla="*/ 1794 h 2285"/>
                <a:gd name="T96" fmla="*/ 2164 w 3182"/>
                <a:gd name="T97" fmla="*/ 1961 h 2285"/>
                <a:gd name="T98" fmla="*/ 1971 w 3182"/>
                <a:gd name="T99" fmla="*/ 1962 h 2285"/>
                <a:gd name="T100" fmla="*/ 1783 w 3182"/>
                <a:gd name="T101" fmla="*/ 2115 h 2285"/>
                <a:gd name="T102" fmla="*/ 1603 w 3182"/>
                <a:gd name="T103" fmla="*/ 2106 h 2285"/>
                <a:gd name="T104" fmla="*/ 1464 w 3182"/>
                <a:gd name="T105" fmla="*/ 1991 h 2285"/>
                <a:gd name="T106" fmla="*/ 1254 w 3182"/>
                <a:gd name="T107" fmla="*/ 1987 h 2285"/>
                <a:gd name="T108" fmla="*/ 1180 w 3182"/>
                <a:gd name="T109" fmla="*/ 1836 h 2285"/>
                <a:gd name="T110" fmla="*/ 1277 w 3182"/>
                <a:gd name="T111" fmla="*/ 1684 h 2285"/>
                <a:gd name="T112" fmla="*/ 1168 w 3182"/>
                <a:gd name="T113" fmla="*/ 1437 h 2285"/>
                <a:gd name="T114" fmla="*/ 1286 w 3182"/>
                <a:gd name="T115" fmla="*/ 1301 h 2285"/>
                <a:gd name="T116" fmla="*/ 1546 w 3182"/>
                <a:gd name="T117" fmla="*/ 1248 h 2285"/>
                <a:gd name="T118" fmla="*/ 1601 w 3182"/>
                <a:gd name="T119" fmla="*/ 1083 h 2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182" h="2285">
                  <a:moveTo>
                    <a:pt x="391" y="87"/>
                  </a:moveTo>
                  <a:lnTo>
                    <a:pt x="291" y="193"/>
                  </a:lnTo>
                  <a:lnTo>
                    <a:pt x="155" y="347"/>
                  </a:lnTo>
                  <a:lnTo>
                    <a:pt x="0" y="518"/>
                  </a:lnTo>
                  <a:lnTo>
                    <a:pt x="5" y="1202"/>
                  </a:lnTo>
                  <a:lnTo>
                    <a:pt x="10" y="1887"/>
                  </a:lnTo>
                  <a:lnTo>
                    <a:pt x="65" y="1935"/>
                  </a:lnTo>
                  <a:lnTo>
                    <a:pt x="118" y="1983"/>
                  </a:lnTo>
                  <a:lnTo>
                    <a:pt x="633" y="1983"/>
                  </a:lnTo>
                  <a:lnTo>
                    <a:pt x="1146" y="1983"/>
                  </a:lnTo>
                  <a:lnTo>
                    <a:pt x="1178" y="2042"/>
                  </a:lnTo>
                  <a:lnTo>
                    <a:pt x="1191" y="2065"/>
                  </a:lnTo>
                  <a:lnTo>
                    <a:pt x="1208" y="2087"/>
                  </a:lnTo>
                  <a:lnTo>
                    <a:pt x="1220" y="2095"/>
                  </a:lnTo>
                  <a:lnTo>
                    <a:pt x="1241" y="2097"/>
                  </a:lnTo>
                  <a:lnTo>
                    <a:pt x="1280" y="2081"/>
                  </a:lnTo>
                  <a:lnTo>
                    <a:pt x="1308" y="2065"/>
                  </a:lnTo>
                  <a:lnTo>
                    <a:pt x="1328" y="2053"/>
                  </a:lnTo>
                  <a:lnTo>
                    <a:pt x="1355" y="2041"/>
                  </a:lnTo>
                  <a:lnTo>
                    <a:pt x="1375" y="2040"/>
                  </a:lnTo>
                  <a:lnTo>
                    <a:pt x="1397" y="2052"/>
                  </a:lnTo>
                  <a:lnTo>
                    <a:pt x="1413" y="2063"/>
                  </a:lnTo>
                  <a:lnTo>
                    <a:pt x="1456" y="2089"/>
                  </a:lnTo>
                  <a:lnTo>
                    <a:pt x="1488" y="2105"/>
                  </a:lnTo>
                  <a:lnTo>
                    <a:pt x="1495" y="2108"/>
                  </a:lnTo>
                  <a:lnTo>
                    <a:pt x="1507" y="2121"/>
                  </a:lnTo>
                  <a:lnTo>
                    <a:pt x="1518" y="2156"/>
                  </a:lnTo>
                  <a:lnTo>
                    <a:pt x="1521" y="2195"/>
                  </a:lnTo>
                  <a:lnTo>
                    <a:pt x="1526" y="2275"/>
                  </a:lnTo>
                  <a:lnTo>
                    <a:pt x="1698" y="2280"/>
                  </a:lnTo>
                  <a:lnTo>
                    <a:pt x="1868" y="2285"/>
                  </a:lnTo>
                  <a:lnTo>
                    <a:pt x="1868" y="2210"/>
                  </a:lnTo>
                  <a:lnTo>
                    <a:pt x="1868" y="2186"/>
                  </a:lnTo>
                  <a:lnTo>
                    <a:pt x="1873" y="2152"/>
                  </a:lnTo>
                  <a:lnTo>
                    <a:pt x="1888" y="2127"/>
                  </a:lnTo>
                  <a:lnTo>
                    <a:pt x="1919" y="2101"/>
                  </a:lnTo>
                  <a:lnTo>
                    <a:pt x="1943" y="2085"/>
                  </a:lnTo>
                  <a:lnTo>
                    <a:pt x="2020" y="2033"/>
                  </a:lnTo>
                  <a:lnTo>
                    <a:pt x="2085" y="2067"/>
                  </a:lnTo>
                  <a:lnTo>
                    <a:pt x="2112" y="2080"/>
                  </a:lnTo>
                  <a:lnTo>
                    <a:pt x="2157" y="2098"/>
                  </a:lnTo>
                  <a:lnTo>
                    <a:pt x="2166" y="2100"/>
                  </a:lnTo>
                  <a:lnTo>
                    <a:pt x="2171" y="2098"/>
                  </a:lnTo>
                  <a:lnTo>
                    <a:pt x="2188" y="2078"/>
                  </a:lnTo>
                  <a:lnTo>
                    <a:pt x="2227" y="2022"/>
                  </a:lnTo>
                  <a:lnTo>
                    <a:pt x="2287" y="1925"/>
                  </a:lnTo>
                  <a:lnTo>
                    <a:pt x="2330" y="1843"/>
                  </a:lnTo>
                  <a:lnTo>
                    <a:pt x="2335" y="1825"/>
                  </a:lnTo>
                  <a:lnTo>
                    <a:pt x="2331" y="1816"/>
                  </a:lnTo>
                  <a:lnTo>
                    <a:pt x="2295" y="1784"/>
                  </a:lnTo>
                  <a:lnTo>
                    <a:pt x="2268" y="1767"/>
                  </a:lnTo>
                  <a:lnTo>
                    <a:pt x="2247" y="1753"/>
                  </a:lnTo>
                  <a:lnTo>
                    <a:pt x="2219" y="1731"/>
                  </a:lnTo>
                  <a:lnTo>
                    <a:pt x="2206" y="1707"/>
                  </a:lnTo>
                  <a:lnTo>
                    <a:pt x="2201" y="1672"/>
                  </a:lnTo>
                  <a:lnTo>
                    <a:pt x="2201" y="1647"/>
                  </a:lnTo>
                  <a:lnTo>
                    <a:pt x="2201" y="1568"/>
                  </a:lnTo>
                  <a:lnTo>
                    <a:pt x="2296" y="1627"/>
                  </a:lnTo>
                  <a:lnTo>
                    <a:pt x="2342" y="1653"/>
                  </a:lnTo>
                  <a:lnTo>
                    <a:pt x="2424" y="1690"/>
                  </a:lnTo>
                  <a:lnTo>
                    <a:pt x="2504" y="1710"/>
                  </a:lnTo>
                  <a:lnTo>
                    <a:pt x="2592" y="1716"/>
                  </a:lnTo>
                  <a:lnTo>
                    <a:pt x="2643" y="1713"/>
                  </a:lnTo>
                  <a:lnTo>
                    <a:pt x="2694" y="1709"/>
                  </a:lnTo>
                  <a:lnTo>
                    <a:pt x="2788" y="1689"/>
                  </a:lnTo>
                  <a:lnTo>
                    <a:pt x="2871" y="1654"/>
                  </a:lnTo>
                  <a:lnTo>
                    <a:pt x="2948" y="1605"/>
                  </a:lnTo>
                  <a:lnTo>
                    <a:pt x="2985" y="1573"/>
                  </a:lnTo>
                  <a:lnTo>
                    <a:pt x="3008" y="1552"/>
                  </a:lnTo>
                  <a:lnTo>
                    <a:pt x="3049" y="1505"/>
                  </a:lnTo>
                  <a:lnTo>
                    <a:pt x="3085" y="1456"/>
                  </a:lnTo>
                  <a:lnTo>
                    <a:pt x="3116" y="1405"/>
                  </a:lnTo>
                  <a:lnTo>
                    <a:pt x="3140" y="1351"/>
                  </a:lnTo>
                  <a:lnTo>
                    <a:pt x="3159" y="1296"/>
                  </a:lnTo>
                  <a:lnTo>
                    <a:pt x="3173" y="1239"/>
                  </a:lnTo>
                  <a:lnTo>
                    <a:pt x="3181" y="1182"/>
                  </a:lnTo>
                  <a:lnTo>
                    <a:pt x="3182" y="1124"/>
                  </a:lnTo>
                  <a:lnTo>
                    <a:pt x="3179" y="1067"/>
                  </a:lnTo>
                  <a:lnTo>
                    <a:pt x="3169" y="1010"/>
                  </a:lnTo>
                  <a:lnTo>
                    <a:pt x="3154" y="954"/>
                  </a:lnTo>
                  <a:lnTo>
                    <a:pt x="3133" y="900"/>
                  </a:lnTo>
                  <a:lnTo>
                    <a:pt x="3106" y="847"/>
                  </a:lnTo>
                  <a:lnTo>
                    <a:pt x="3073" y="797"/>
                  </a:lnTo>
                  <a:lnTo>
                    <a:pt x="3035" y="749"/>
                  </a:lnTo>
                  <a:lnTo>
                    <a:pt x="3013" y="727"/>
                  </a:lnTo>
                  <a:lnTo>
                    <a:pt x="2979" y="694"/>
                  </a:lnTo>
                  <a:lnTo>
                    <a:pt x="2906" y="641"/>
                  </a:lnTo>
                  <a:lnTo>
                    <a:pt x="2830" y="600"/>
                  </a:lnTo>
                  <a:lnTo>
                    <a:pt x="2751" y="573"/>
                  </a:lnTo>
                  <a:lnTo>
                    <a:pt x="2671" y="557"/>
                  </a:lnTo>
                  <a:lnTo>
                    <a:pt x="2590" y="554"/>
                  </a:lnTo>
                  <a:lnTo>
                    <a:pt x="2510" y="561"/>
                  </a:lnTo>
                  <a:lnTo>
                    <a:pt x="2432" y="580"/>
                  </a:lnTo>
                  <a:lnTo>
                    <a:pt x="2358" y="609"/>
                  </a:lnTo>
                  <a:lnTo>
                    <a:pt x="2288" y="648"/>
                  </a:lnTo>
                  <a:lnTo>
                    <a:pt x="2223" y="696"/>
                  </a:lnTo>
                  <a:lnTo>
                    <a:pt x="2165" y="754"/>
                  </a:lnTo>
                  <a:lnTo>
                    <a:pt x="2116" y="820"/>
                  </a:lnTo>
                  <a:lnTo>
                    <a:pt x="2075" y="894"/>
                  </a:lnTo>
                  <a:lnTo>
                    <a:pt x="2044" y="975"/>
                  </a:lnTo>
                  <a:lnTo>
                    <a:pt x="2026" y="1064"/>
                  </a:lnTo>
                  <a:lnTo>
                    <a:pt x="2021" y="1112"/>
                  </a:lnTo>
                  <a:lnTo>
                    <a:pt x="2017" y="1161"/>
                  </a:lnTo>
                  <a:lnTo>
                    <a:pt x="2010" y="1212"/>
                  </a:lnTo>
                  <a:lnTo>
                    <a:pt x="2006" y="1229"/>
                  </a:lnTo>
                  <a:lnTo>
                    <a:pt x="2003" y="1230"/>
                  </a:lnTo>
                  <a:lnTo>
                    <a:pt x="1981" y="1218"/>
                  </a:lnTo>
                  <a:lnTo>
                    <a:pt x="1931" y="1193"/>
                  </a:lnTo>
                  <a:lnTo>
                    <a:pt x="1911" y="1183"/>
                  </a:lnTo>
                  <a:lnTo>
                    <a:pt x="1885" y="1164"/>
                  </a:lnTo>
                  <a:lnTo>
                    <a:pt x="1872" y="1141"/>
                  </a:lnTo>
                  <a:lnTo>
                    <a:pt x="1866" y="1104"/>
                  </a:lnTo>
                  <a:lnTo>
                    <a:pt x="1865" y="1077"/>
                  </a:lnTo>
                  <a:lnTo>
                    <a:pt x="1860" y="992"/>
                  </a:lnTo>
                  <a:lnTo>
                    <a:pt x="1798" y="987"/>
                  </a:lnTo>
                  <a:lnTo>
                    <a:pt x="1735" y="982"/>
                  </a:lnTo>
                  <a:lnTo>
                    <a:pt x="1735" y="540"/>
                  </a:lnTo>
                  <a:lnTo>
                    <a:pt x="1735" y="97"/>
                  </a:lnTo>
                  <a:lnTo>
                    <a:pt x="1686" y="48"/>
                  </a:lnTo>
                  <a:lnTo>
                    <a:pt x="1638" y="0"/>
                  </a:lnTo>
                  <a:lnTo>
                    <a:pt x="1056" y="0"/>
                  </a:lnTo>
                  <a:lnTo>
                    <a:pt x="475" y="0"/>
                  </a:lnTo>
                  <a:lnTo>
                    <a:pt x="391" y="87"/>
                  </a:lnTo>
                  <a:close/>
                  <a:moveTo>
                    <a:pt x="1620" y="100"/>
                  </a:moveTo>
                  <a:lnTo>
                    <a:pt x="1625" y="103"/>
                  </a:lnTo>
                  <a:lnTo>
                    <a:pt x="1634" y="112"/>
                  </a:lnTo>
                  <a:lnTo>
                    <a:pt x="1643" y="139"/>
                  </a:lnTo>
                  <a:lnTo>
                    <a:pt x="1651" y="291"/>
                  </a:lnTo>
                  <a:lnTo>
                    <a:pt x="1651" y="550"/>
                  </a:lnTo>
                  <a:lnTo>
                    <a:pt x="1651" y="983"/>
                  </a:lnTo>
                  <a:lnTo>
                    <a:pt x="1605" y="983"/>
                  </a:lnTo>
                  <a:lnTo>
                    <a:pt x="1582" y="984"/>
                  </a:lnTo>
                  <a:lnTo>
                    <a:pt x="1549" y="996"/>
                  </a:lnTo>
                  <a:lnTo>
                    <a:pt x="1528" y="1021"/>
                  </a:lnTo>
                  <a:lnTo>
                    <a:pt x="1519" y="1062"/>
                  </a:lnTo>
                  <a:lnTo>
                    <a:pt x="1518" y="1090"/>
                  </a:lnTo>
                  <a:lnTo>
                    <a:pt x="1517" y="1112"/>
                  </a:lnTo>
                  <a:lnTo>
                    <a:pt x="1512" y="1143"/>
                  </a:lnTo>
                  <a:lnTo>
                    <a:pt x="1497" y="1166"/>
                  </a:lnTo>
                  <a:lnTo>
                    <a:pt x="1466" y="1189"/>
                  </a:lnTo>
                  <a:lnTo>
                    <a:pt x="1441" y="1203"/>
                  </a:lnTo>
                  <a:lnTo>
                    <a:pt x="1368" y="1248"/>
                  </a:lnTo>
                  <a:lnTo>
                    <a:pt x="1313" y="1217"/>
                  </a:lnTo>
                  <a:lnTo>
                    <a:pt x="1291" y="1203"/>
                  </a:lnTo>
                  <a:lnTo>
                    <a:pt x="1247" y="1185"/>
                  </a:lnTo>
                  <a:lnTo>
                    <a:pt x="1233" y="1183"/>
                  </a:lnTo>
                  <a:lnTo>
                    <a:pt x="1227" y="1185"/>
                  </a:lnTo>
                  <a:lnTo>
                    <a:pt x="1208" y="1204"/>
                  </a:lnTo>
                  <a:lnTo>
                    <a:pt x="1169" y="1256"/>
                  </a:lnTo>
                  <a:lnTo>
                    <a:pt x="1112" y="1350"/>
                  </a:lnTo>
                  <a:lnTo>
                    <a:pt x="1081" y="1414"/>
                  </a:lnTo>
                  <a:lnTo>
                    <a:pt x="1069" y="1445"/>
                  </a:lnTo>
                  <a:lnTo>
                    <a:pt x="1068" y="1455"/>
                  </a:lnTo>
                  <a:lnTo>
                    <a:pt x="1069" y="1460"/>
                  </a:lnTo>
                  <a:lnTo>
                    <a:pt x="1078" y="1474"/>
                  </a:lnTo>
                  <a:lnTo>
                    <a:pt x="1103" y="1499"/>
                  </a:lnTo>
                  <a:lnTo>
                    <a:pt x="1126" y="1515"/>
                  </a:lnTo>
                  <a:lnTo>
                    <a:pt x="1145" y="1526"/>
                  </a:lnTo>
                  <a:lnTo>
                    <a:pt x="1169" y="1545"/>
                  </a:lnTo>
                  <a:lnTo>
                    <a:pt x="1181" y="1570"/>
                  </a:lnTo>
                  <a:lnTo>
                    <a:pt x="1185" y="1609"/>
                  </a:lnTo>
                  <a:lnTo>
                    <a:pt x="1185" y="1638"/>
                  </a:lnTo>
                  <a:lnTo>
                    <a:pt x="1185" y="1668"/>
                  </a:lnTo>
                  <a:lnTo>
                    <a:pt x="1181" y="1708"/>
                  </a:lnTo>
                  <a:lnTo>
                    <a:pt x="1168" y="1735"/>
                  </a:lnTo>
                  <a:lnTo>
                    <a:pt x="1140" y="1758"/>
                  </a:lnTo>
                  <a:lnTo>
                    <a:pt x="1118" y="1773"/>
                  </a:lnTo>
                  <a:lnTo>
                    <a:pt x="1098" y="1786"/>
                  </a:lnTo>
                  <a:lnTo>
                    <a:pt x="1073" y="1806"/>
                  </a:lnTo>
                  <a:lnTo>
                    <a:pt x="1062" y="1823"/>
                  </a:lnTo>
                  <a:lnTo>
                    <a:pt x="1063" y="1840"/>
                  </a:lnTo>
                  <a:lnTo>
                    <a:pt x="1068" y="1850"/>
                  </a:lnTo>
                  <a:lnTo>
                    <a:pt x="1081" y="1876"/>
                  </a:lnTo>
                  <a:lnTo>
                    <a:pt x="1085" y="1890"/>
                  </a:lnTo>
                  <a:lnTo>
                    <a:pt x="1077" y="1893"/>
                  </a:lnTo>
                  <a:lnTo>
                    <a:pt x="1002" y="1898"/>
                  </a:lnTo>
                  <a:lnTo>
                    <a:pt x="796" y="1901"/>
                  </a:lnTo>
                  <a:lnTo>
                    <a:pt x="446" y="1898"/>
                  </a:lnTo>
                  <a:lnTo>
                    <a:pt x="231" y="1892"/>
                  </a:lnTo>
                  <a:lnTo>
                    <a:pt x="146" y="1886"/>
                  </a:lnTo>
                  <a:lnTo>
                    <a:pt x="133" y="1883"/>
                  </a:lnTo>
                  <a:lnTo>
                    <a:pt x="128" y="1880"/>
                  </a:lnTo>
                  <a:lnTo>
                    <a:pt x="119" y="1870"/>
                  </a:lnTo>
                  <a:lnTo>
                    <a:pt x="110" y="1833"/>
                  </a:lnTo>
                  <a:lnTo>
                    <a:pt x="102" y="1604"/>
                  </a:lnTo>
                  <a:lnTo>
                    <a:pt x="101" y="1198"/>
                  </a:lnTo>
                  <a:lnTo>
                    <a:pt x="101" y="532"/>
                  </a:lnTo>
                  <a:lnTo>
                    <a:pt x="305" y="307"/>
                  </a:lnTo>
                  <a:lnTo>
                    <a:pt x="506" y="83"/>
                  </a:lnTo>
                  <a:lnTo>
                    <a:pt x="1046" y="83"/>
                  </a:lnTo>
                  <a:lnTo>
                    <a:pt x="1286" y="84"/>
                  </a:lnTo>
                  <a:lnTo>
                    <a:pt x="1521" y="90"/>
                  </a:lnTo>
                  <a:lnTo>
                    <a:pt x="1606" y="96"/>
                  </a:lnTo>
                  <a:lnTo>
                    <a:pt x="1620" y="100"/>
                  </a:lnTo>
                  <a:close/>
                  <a:moveTo>
                    <a:pt x="2838" y="705"/>
                  </a:moveTo>
                  <a:lnTo>
                    <a:pt x="2875" y="728"/>
                  </a:lnTo>
                  <a:lnTo>
                    <a:pt x="2939" y="780"/>
                  </a:lnTo>
                  <a:lnTo>
                    <a:pt x="2993" y="840"/>
                  </a:lnTo>
                  <a:lnTo>
                    <a:pt x="3036" y="907"/>
                  </a:lnTo>
                  <a:lnTo>
                    <a:pt x="3068" y="978"/>
                  </a:lnTo>
                  <a:lnTo>
                    <a:pt x="3087" y="1054"/>
                  </a:lnTo>
                  <a:lnTo>
                    <a:pt x="3093" y="1132"/>
                  </a:lnTo>
                  <a:lnTo>
                    <a:pt x="3087" y="1212"/>
                  </a:lnTo>
                  <a:lnTo>
                    <a:pt x="3078" y="1252"/>
                  </a:lnTo>
                  <a:lnTo>
                    <a:pt x="3070" y="1280"/>
                  </a:lnTo>
                  <a:lnTo>
                    <a:pt x="3050" y="1334"/>
                  </a:lnTo>
                  <a:lnTo>
                    <a:pt x="3024" y="1384"/>
                  </a:lnTo>
                  <a:lnTo>
                    <a:pt x="2994" y="1430"/>
                  </a:lnTo>
                  <a:lnTo>
                    <a:pt x="2960" y="1472"/>
                  </a:lnTo>
                  <a:lnTo>
                    <a:pt x="2922" y="1509"/>
                  </a:lnTo>
                  <a:lnTo>
                    <a:pt x="2881" y="1542"/>
                  </a:lnTo>
                  <a:lnTo>
                    <a:pt x="2836" y="1570"/>
                  </a:lnTo>
                  <a:lnTo>
                    <a:pt x="2789" y="1593"/>
                  </a:lnTo>
                  <a:lnTo>
                    <a:pt x="2740" y="1611"/>
                  </a:lnTo>
                  <a:lnTo>
                    <a:pt x="2690" y="1623"/>
                  </a:lnTo>
                  <a:lnTo>
                    <a:pt x="2638" y="1630"/>
                  </a:lnTo>
                  <a:lnTo>
                    <a:pt x="2585" y="1631"/>
                  </a:lnTo>
                  <a:lnTo>
                    <a:pt x="2531" y="1626"/>
                  </a:lnTo>
                  <a:lnTo>
                    <a:pt x="2478" y="1614"/>
                  </a:lnTo>
                  <a:lnTo>
                    <a:pt x="2424" y="1597"/>
                  </a:lnTo>
                  <a:lnTo>
                    <a:pt x="2398" y="1585"/>
                  </a:lnTo>
                  <a:lnTo>
                    <a:pt x="2357" y="1566"/>
                  </a:lnTo>
                  <a:lnTo>
                    <a:pt x="2306" y="1539"/>
                  </a:lnTo>
                  <a:lnTo>
                    <a:pt x="2291" y="1524"/>
                  </a:lnTo>
                  <a:lnTo>
                    <a:pt x="2289" y="1514"/>
                  </a:lnTo>
                  <a:lnTo>
                    <a:pt x="2296" y="1498"/>
                  </a:lnTo>
                  <a:lnTo>
                    <a:pt x="2308" y="1485"/>
                  </a:lnTo>
                  <a:lnTo>
                    <a:pt x="2319" y="1473"/>
                  </a:lnTo>
                  <a:lnTo>
                    <a:pt x="2328" y="1453"/>
                  </a:lnTo>
                  <a:lnTo>
                    <a:pt x="2320" y="1421"/>
                  </a:lnTo>
                  <a:lnTo>
                    <a:pt x="2290" y="1365"/>
                  </a:lnTo>
                  <a:lnTo>
                    <a:pt x="2265" y="1322"/>
                  </a:lnTo>
                  <a:lnTo>
                    <a:pt x="2243" y="1284"/>
                  </a:lnTo>
                  <a:lnTo>
                    <a:pt x="2209" y="1232"/>
                  </a:lnTo>
                  <a:lnTo>
                    <a:pt x="2182" y="1202"/>
                  </a:lnTo>
                  <a:lnTo>
                    <a:pt x="2157" y="1189"/>
                  </a:lnTo>
                  <a:lnTo>
                    <a:pt x="2143" y="1187"/>
                  </a:lnTo>
                  <a:lnTo>
                    <a:pt x="2128" y="1185"/>
                  </a:lnTo>
                  <a:lnTo>
                    <a:pt x="2109" y="1178"/>
                  </a:lnTo>
                  <a:lnTo>
                    <a:pt x="2102" y="1161"/>
                  </a:lnTo>
                  <a:lnTo>
                    <a:pt x="2103" y="1126"/>
                  </a:lnTo>
                  <a:lnTo>
                    <a:pt x="2106" y="1098"/>
                  </a:lnTo>
                  <a:lnTo>
                    <a:pt x="2112" y="1062"/>
                  </a:lnTo>
                  <a:lnTo>
                    <a:pt x="2130" y="992"/>
                  </a:lnTo>
                  <a:lnTo>
                    <a:pt x="2157" y="926"/>
                  </a:lnTo>
                  <a:lnTo>
                    <a:pt x="2192" y="865"/>
                  </a:lnTo>
                  <a:lnTo>
                    <a:pt x="2234" y="810"/>
                  </a:lnTo>
                  <a:lnTo>
                    <a:pt x="2283" y="761"/>
                  </a:lnTo>
                  <a:lnTo>
                    <a:pt x="2339" y="719"/>
                  </a:lnTo>
                  <a:lnTo>
                    <a:pt x="2400" y="685"/>
                  </a:lnTo>
                  <a:lnTo>
                    <a:pt x="2433" y="672"/>
                  </a:lnTo>
                  <a:lnTo>
                    <a:pt x="2466" y="663"/>
                  </a:lnTo>
                  <a:lnTo>
                    <a:pt x="2566" y="654"/>
                  </a:lnTo>
                  <a:lnTo>
                    <a:pt x="2628" y="655"/>
                  </a:lnTo>
                  <a:lnTo>
                    <a:pt x="2667" y="657"/>
                  </a:lnTo>
                  <a:lnTo>
                    <a:pt x="2727" y="663"/>
                  </a:lnTo>
                  <a:lnTo>
                    <a:pt x="2774" y="674"/>
                  </a:lnTo>
                  <a:lnTo>
                    <a:pt x="2816" y="692"/>
                  </a:lnTo>
                  <a:lnTo>
                    <a:pt x="2838" y="705"/>
                  </a:lnTo>
                  <a:close/>
                  <a:moveTo>
                    <a:pt x="1785" y="1152"/>
                  </a:moveTo>
                  <a:lnTo>
                    <a:pt x="1785" y="1173"/>
                  </a:lnTo>
                  <a:lnTo>
                    <a:pt x="1789" y="1202"/>
                  </a:lnTo>
                  <a:lnTo>
                    <a:pt x="1802" y="1220"/>
                  </a:lnTo>
                  <a:lnTo>
                    <a:pt x="1828" y="1235"/>
                  </a:lnTo>
                  <a:lnTo>
                    <a:pt x="1848" y="1243"/>
                  </a:lnTo>
                  <a:lnTo>
                    <a:pt x="1876" y="1256"/>
                  </a:lnTo>
                  <a:lnTo>
                    <a:pt x="1939" y="1293"/>
                  </a:lnTo>
                  <a:lnTo>
                    <a:pt x="1965" y="1312"/>
                  </a:lnTo>
                  <a:lnTo>
                    <a:pt x="2020" y="1353"/>
                  </a:lnTo>
                  <a:lnTo>
                    <a:pt x="2078" y="1318"/>
                  </a:lnTo>
                  <a:lnTo>
                    <a:pt x="2124" y="1291"/>
                  </a:lnTo>
                  <a:lnTo>
                    <a:pt x="2140" y="1283"/>
                  </a:lnTo>
                  <a:lnTo>
                    <a:pt x="2152" y="1301"/>
                  </a:lnTo>
                  <a:lnTo>
                    <a:pt x="2185" y="1360"/>
                  </a:lnTo>
                  <a:lnTo>
                    <a:pt x="2207" y="1402"/>
                  </a:lnTo>
                  <a:lnTo>
                    <a:pt x="2215" y="1433"/>
                  </a:lnTo>
                  <a:lnTo>
                    <a:pt x="2209" y="1445"/>
                  </a:lnTo>
                  <a:lnTo>
                    <a:pt x="2201" y="1450"/>
                  </a:lnTo>
                  <a:lnTo>
                    <a:pt x="2172" y="1467"/>
                  </a:lnTo>
                  <a:lnTo>
                    <a:pt x="2143" y="1490"/>
                  </a:lnTo>
                  <a:lnTo>
                    <a:pt x="2129" y="1506"/>
                  </a:lnTo>
                  <a:lnTo>
                    <a:pt x="2117" y="1535"/>
                  </a:lnTo>
                  <a:lnTo>
                    <a:pt x="2111" y="1597"/>
                  </a:lnTo>
                  <a:lnTo>
                    <a:pt x="2111" y="1643"/>
                  </a:lnTo>
                  <a:lnTo>
                    <a:pt x="2111" y="1688"/>
                  </a:lnTo>
                  <a:lnTo>
                    <a:pt x="2113" y="1744"/>
                  </a:lnTo>
                  <a:lnTo>
                    <a:pt x="2123" y="1774"/>
                  </a:lnTo>
                  <a:lnTo>
                    <a:pt x="2146" y="1794"/>
                  </a:lnTo>
                  <a:lnTo>
                    <a:pt x="2165" y="1805"/>
                  </a:lnTo>
                  <a:lnTo>
                    <a:pt x="2186" y="1818"/>
                  </a:lnTo>
                  <a:lnTo>
                    <a:pt x="2215" y="1843"/>
                  </a:lnTo>
                  <a:lnTo>
                    <a:pt x="2218" y="1850"/>
                  </a:lnTo>
                  <a:lnTo>
                    <a:pt x="2212" y="1869"/>
                  </a:lnTo>
                  <a:lnTo>
                    <a:pt x="2164" y="1961"/>
                  </a:lnTo>
                  <a:lnTo>
                    <a:pt x="2141" y="1997"/>
                  </a:lnTo>
                  <a:lnTo>
                    <a:pt x="2137" y="1997"/>
                  </a:lnTo>
                  <a:lnTo>
                    <a:pt x="2102" y="1979"/>
                  </a:lnTo>
                  <a:lnTo>
                    <a:pt x="2078" y="1965"/>
                  </a:lnTo>
                  <a:lnTo>
                    <a:pt x="2016" y="1928"/>
                  </a:lnTo>
                  <a:lnTo>
                    <a:pt x="1971" y="1962"/>
                  </a:lnTo>
                  <a:lnTo>
                    <a:pt x="1921" y="1996"/>
                  </a:lnTo>
                  <a:lnTo>
                    <a:pt x="1856" y="2032"/>
                  </a:lnTo>
                  <a:lnTo>
                    <a:pt x="1834" y="2043"/>
                  </a:lnTo>
                  <a:lnTo>
                    <a:pt x="1806" y="2062"/>
                  </a:lnTo>
                  <a:lnTo>
                    <a:pt x="1790" y="2084"/>
                  </a:lnTo>
                  <a:lnTo>
                    <a:pt x="1783" y="2115"/>
                  </a:lnTo>
                  <a:lnTo>
                    <a:pt x="1781" y="2137"/>
                  </a:lnTo>
                  <a:lnTo>
                    <a:pt x="1776" y="2208"/>
                  </a:lnTo>
                  <a:lnTo>
                    <a:pt x="1693" y="2208"/>
                  </a:lnTo>
                  <a:lnTo>
                    <a:pt x="1610" y="2208"/>
                  </a:lnTo>
                  <a:lnTo>
                    <a:pt x="1605" y="2130"/>
                  </a:lnTo>
                  <a:lnTo>
                    <a:pt x="1603" y="2106"/>
                  </a:lnTo>
                  <a:lnTo>
                    <a:pt x="1597" y="2073"/>
                  </a:lnTo>
                  <a:lnTo>
                    <a:pt x="1586" y="2054"/>
                  </a:lnTo>
                  <a:lnTo>
                    <a:pt x="1564" y="2041"/>
                  </a:lnTo>
                  <a:lnTo>
                    <a:pt x="1548" y="2035"/>
                  </a:lnTo>
                  <a:lnTo>
                    <a:pt x="1524" y="2025"/>
                  </a:lnTo>
                  <a:lnTo>
                    <a:pt x="1464" y="1991"/>
                  </a:lnTo>
                  <a:lnTo>
                    <a:pt x="1438" y="1972"/>
                  </a:lnTo>
                  <a:lnTo>
                    <a:pt x="1380" y="1927"/>
                  </a:lnTo>
                  <a:lnTo>
                    <a:pt x="1316" y="1963"/>
                  </a:lnTo>
                  <a:lnTo>
                    <a:pt x="1293" y="1977"/>
                  </a:lnTo>
                  <a:lnTo>
                    <a:pt x="1267" y="1987"/>
                  </a:lnTo>
                  <a:lnTo>
                    <a:pt x="1254" y="1987"/>
                  </a:lnTo>
                  <a:lnTo>
                    <a:pt x="1236" y="1976"/>
                  </a:lnTo>
                  <a:lnTo>
                    <a:pt x="1210" y="1936"/>
                  </a:lnTo>
                  <a:lnTo>
                    <a:pt x="1193" y="1902"/>
                  </a:lnTo>
                  <a:lnTo>
                    <a:pt x="1178" y="1871"/>
                  </a:lnTo>
                  <a:lnTo>
                    <a:pt x="1174" y="1846"/>
                  </a:lnTo>
                  <a:lnTo>
                    <a:pt x="1180" y="1836"/>
                  </a:lnTo>
                  <a:lnTo>
                    <a:pt x="1186" y="1832"/>
                  </a:lnTo>
                  <a:lnTo>
                    <a:pt x="1215" y="1815"/>
                  </a:lnTo>
                  <a:lnTo>
                    <a:pt x="1244" y="1793"/>
                  </a:lnTo>
                  <a:lnTo>
                    <a:pt x="1257" y="1777"/>
                  </a:lnTo>
                  <a:lnTo>
                    <a:pt x="1270" y="1747"/>
                  </a:lnTo>
                  <a:lnTo>
                    <a:pt x="1277" y="1684"/>
                  </a:lnTo>
                  <a:lnTo>
                    <a:pt x="1278" y="1637"/>
                  </a:lnTo>
                  <a:lnTo>
                    <a:pt x="1280" y="1502"/>
                  </a:lnTo>
                  <a:lnTo>
                    <a:pt x="1223" y="1472"/>
                  </a:lnTo>
                  <a:lnTo>
                    <a:pt x="1201" y="1460"/>
                  </a:lnTo>
                  <a:lnTo>
                    <a:pt x="1171" y="1441"/>
                  </a:lnTo>
                  <a:lnTo>
                    <a:pt x="1168" y="1437"/>
                  </a:lnTo>
                  <a:lnTo>
                    <a:pt x="1175" y="1418"/>
                  </a:lnTo>
                  <a:lnTo>
                    <a:pt x="1222" y="1330"/>
                  </a:lnTo>
                  <a:lnTo>
                    <a:pt x="1238" y="1305"/>
                  </a:lnTo>
                  <a:lnTo>
                    <a:pt x="1243" y="1299"/>
                  </a:lnTo>
                  <a:lnTo>
                    <a:pt x="1256" y="1294"/>
                  </a:lnTo>
                  <a:lnTo>
                    <a:pt x="1286" y="1301"/>
                  </a:lnTo>
                  <a:lnTo>
                    <a:pt x="1318" y="1317"/>
                  </a:lnTo>
                  <a:lnTo>
                    <a:pt x="1380" y="1348"/>
                  </a:lnTo>
                  <a:lnTo>
                    <a:pt x="1435" y="1308"/>
                  </a:lnTo>
                  <a:lnTo>
                    <a:pt x="1460" y="1291"/>
                  </a:lnTo>
                  <a:lnTo>
                    <a:pt x="1520" y="1259"/>
                  </a:lnTo>
                  <a:lnTo>
                    <a:pt x="1546" y="1248"/>
                  </a:lnTo>
                  <a:lnTo>
                    <a:pt x="1564" y="1242"/>
                  </a:lnTo>
                  <a:lnTo>
                    <a:pt x="1587" y="1230"/>
                  </a:lnTo>
                  <a:lnTo>
                    <a:pt x="1598" y="1212"/>
                  </a:lnTo>
                  <a:lnTo>
                    <a:pt x="1601" y="1180"/>
                  </a:lnTo>
                  <a:lnTo>
                    <a:pt x="1601" y="1157"/>
                  </a:lnTo>
                  <a:lnTo>
                    <a:pt x="1601" y="1083"/>
                  </a:lnTo>
                  <a:lnTo>
                    <a:pt x="1693" y="1083"/>
                  </a:lnTo>
                  <a:lnTo>
                    <a:pt x="1785" y="1083"/>
                  </a:lnTo>
                  <a:lnTo>
                    <a:pt x="1785" y="11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609">
              <a:extLst>
                <a:ext uri="{FF2B5EF4-FFF2-40B4-BE49-F238E27FC236}">
                  <a16:creationId xmlns:a16="http://schemas.microsoft.com/office/drawing/2014/main" id="{DDEFAC90-B715-1012-C2E0-F4D96788CD27}"/>
                </a:ext>
              </a:extLst>
            </p:cNvPr>
            <p:cNvSpPr>
              <a:spLocks/>
            </p:cNvSpPr>
            <p:nvPr/>
          </p:nvSpPr>
          <p:spPr bwMode="auto">
            <a:xfrm>
              <a:off x="10874376" y="4970464"/>
              <a:ext cx="34925" cy="33338"/>
            </a:xfrm>
            <a:custGeom>
              <a:avLst/>
              <a:gdLst>
                <a:gd name="T0" fmla="*/ 0 w 84"/>
                <a:gd name="T1" fmla="*/ 42 h 83"/>
                <a:gd name="T2" fmla="*/ 1 w 84"/>
                <a:gd name="T3" fmla="*/ 53 h 83"/>
                <a:gd name="T4" fmla="*/ 5 w 84"/>
                <a:gd name="T5" fmla="*/ 70 h 83"/>
                <a:gd name="T6" fmla="*/ 14 w 84"/>
                <a:gd name="T7" fmla="*/ 79 h 83"/>
                <a:gd name="T8" fmla="*/ 30 w 84"/>
                <a:gd name="T9" fmla="*/ 83 h 83"/>
                <a:gd name="T10" fmla="*/ 42 w 84"/>
                <a:gd name="T11" fmla="*/ 83 h 83"/>
                <a:gd name="T12" fmla="*/ 54 w 84"/>
                <a:gd name="T13" fmla="*/ 83 h 83"/>
                <a:gd name="T14" fmla="*/ 70 w 84"/>
                <a:gd name="T15" fmla="*/ 79 h 83"/>
                <a:gd name="T16" fmla="*/ 80 w 84"/>
                <a:gd name="T17" fmla="*/ 70 h 83"/>
                <a:gd name="T18" fmla="*/ 83 w 84"/>
                <a:gd name="T19" fmla="*/ 53 h 83"/>
                <a:gd name="T20" fmla="*/ 84 w 84"/>
                <a:gd name="T21" fmla="*/ 42 h 83"/>
                <a:gd name="T22" fmla="*/ 83 w 84"/>
                <a:gd name="T23" fmla="*/ 30 h 83"/>
                <a:gd name="T24" fmla="*/ 80 w 84"/>
                <a:gd name="T25" fmla="*/ 14 h 83"/>
                <a:gd name="T26" fmla="*/ 70 w 84"/>
                <a:gd name="T27" fmla="*/ 4 h 83"/>
                <a:gd name="T28" fmla="*/ 54 w 84"/>
                <a:gd name="T29" fmla="*/ 0 h 83"/>
                <a:gd name="T30" fmla="*/ 42 w 84"/>
                <a:gd name="T31" fmla="*/ 0 h 83"/>
                <a:gd name="T32" fmla="*/ 30 w 84"/>
                <a:gd name="T33" fmla="*/ 0 h 83"/>
                <a:gd name="T34" fmla="*/ 14 w 84"/>
                <a:gd name="T35" fmla="*/ 4 h 83"/>
                <a:gd name="T36" fmla="*/ 5 w 84"/>
                <a:gd name="T37" fmla="*/ 14 h 83"/>
                <a:gd name="T38" fmla="*/ 1 w 84"/>
                <a:gd name="T39" fmla="*/ 30 h 83"/>
                <a:gd name="T40" fmla="*/ 0 w 84"/>
                <a:gd name="T41" fmla="*/ 42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 h="83">
                  <a:moveTo>
                    <a:pt x="0" y="42"/>
                  </a:moveTo>
                  <a:lnTo>
                    <a:pt x="1" y="53"/>
                  </a:lnTo>
                  <a:lnTo>
                    <a:pt x="5" y="70"/>
                  </a:lnTo>
                  <a:lnTo>
                    <a:pt x="14" y="79"/>
                  </a:lnTo>
                  <a:lnTo>
                    <a:pt x="30" y="83"/>
                  </a:lnTo>
                  <a:lnTo>
                    <a:pt x="42" y="83"/>
                  </a:lnTo>
                  <a:lnTo>
                    <a:pt x="54" y="83"/>
                  </a:lnTo>
                  <a:lnTo>
                    <a:pt x="70" y="79"/>
                  </a:lnTo>
                  <a:lnTo>
                    <a:pt x="80" y="70"/>
                  </a:lnTo>
                  <a:lnTo>
                    <a:pt x="83" y="53"/>
                  </a:lnTo>
                  <a:lnTo>
                    <a:pt x="84" y="42"/>
                  </a:lnTo>
                  <a:lnTo>
                    <a:pt x="83" y="30"/>
                  </a:lnTo>
                  <a:lnTo>
                    <a:pt x="80" y="14"/>
                  </a:lnTo>
                  <a:lnTo>
                    <a:pt x="70" y="4"/>
                  </a:lnTo>
                  <a:lnTo>
                    <a:pt x="54" y="0"/>
                  </a:lnTo>
                  <a:lnTo>
                    <a:pt x="42" y="0"/>
                  </a:lnTo>
                  <a:lnTo>
                    <a:pt x="30" y="0"/>
                  </a:lnTo>
                  <a:lnTo>
                    <a:pt x="14" y="4"/>
                  </a:lnTo>
                  <a:lnTo>
                    <a:pt x="5" y="14"/>
                  </a:lnTo>
                  <a:lnTo>
                    <a:pt x="1" y="3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610">
              <a:extLst>
                <a:ext uri="{FF2B5EF4-FFF2-40B4-BE49-F238E27FC236}">
                  <a16:creationId xmlns:a16="http://schemas.microsoft.com/office/drawing/2014/main" id="{0576547C-2AA7-EC79-752B-BB934C53A219}"/>
                </a:ext>
              </a:extLst>
            </p:cNvPr>
            <p:cNvSpPr>
              <a:spLocks noEditPoints="1"/>
            </p:cNvSpPr>
            <p:nvPr/>
          </p:nvSpPr>
          <p:spPr bwMode="auto">
            <a:xfrm>
              <a:off x="11099801" y="5018089"/>
              <a:ext cx="176213" cy="169863"/>
            </a:xfrm>
            <a:custGeom>
              <a:avLst/>
              <a:gdLst>
                <a:gd name="T0" fmla="*/ 19 w 433"/>
                <a:gd name="T1" fmla="*/ 20 h 416"/>
                <a:gd name="T2" fmla="*/ 15 w 433"/>
                <a:gd name="T3" fmla="*/ 27 h 416"/>
                <a:gd name="T4" fmla="*/ 7 w 433"/>
                <a:gd name="T5" fmla="*/ 61 h 416"/>
                <a:gd name="T6" fmla="*/ 0 w 433"/>
                <a:gd name="T7" fmla="*/ 142 h 416"/>
                <a:gd name="T8" fmla="*/ 0 w 433"/>
                <a:gd name="T9" fmla="*/ 274 h 416"/>
                <a:gd name="T10" fmla="*/ 7 w 433"/>
                <a:gd name="T11" fmla="*/ 355 h 416"/>
                <a:gd name="T12" fmla="*/ 15 w 433"/>
                <a:gd name="T13" fmla="*/ 389 h 416"/>
                <a:gd name="T14" fmla="*/ 19 w 433"/>
                <a:gd name="T15" fmla="*/ 396 h 416"/>
                <a:gd name="T16" fmla="*/ 27 w 433"/>
                <a:gd name="T17" fmla="*/ 401 h 416"/>
                <a:gd name="T18" fmla="*/ 62 w 433"/>
                <a:gd name="T19" fmla="*/ 409 h 416"/>
                <a:gd name="T20" fmla="*/ 147 w 433"/>
                <a:gd name="T21" fmla="*/ 416 h 416"/>
                <a:gd name="T22" fmla="*/ 285 w 433"/>
                <a:gd name="T23" fmla="*/ 416 h 416"/>
                <a:gd name="T24" fmla="*/ 370 w 433"/>
                <a:gd name="T25" fmla="*/ 409 h 416"/>
                <a:gd name="T26" fmla="*/ 405 w 433"/>
                <a:gd name="T27" fmla="*/ 401 h 416"/>
                <a:gd name="T28" fmla="*/ 413 w 433"/>
                <a:gd name="T29" fmla="*/ 396 h 416"/>
                <a:gd name="T30" fmla="*/ 417 w 433"/>
                <a:gd name="T31" fmla="*/ 390 h 416"/>
                <a:gd name="T32" fmla="*/ 425 w 433"/>
                <a:gd name="T33" fmla="*/ 360 h 416"/>
                <a:gd name="T34" fmla="*/ 432 w 433"/>
                <a:gd name="T35" fmla="*/ 284 h 416"/>
                <a:gd name="T36" fmla="*/ 433 w 433"/>
                <a:gd name="T37" fmla="*/ 208 h 416"/>
                <a:gd name="T38" fmla="*/ 432 w 433"/>
                <a:gd name="T39" fmla="*/ 132 h 416"/>
                <a:gd name="T40" fmla="*/ 425 w 433"/>
                <a:gd name="T41" fmla="*/ 56 h 416"/>
                <a:gd name="T42" fmla="*/ 417 w 433"/>
                <a:gd name="T43" fmla="*/ 26 h 416"/>
                <a:gd name="T44" fmla="*/ 413 w 433"/>
                <a:gd name="T45" fmla="*/ 20 h 416"/>
                <a:gd name="T46" fmla="*/ 406 w 433"/>
                <a:gd name="T47" fmla="*/ 15 h 416"/>
                <a:gd name="T48" fmla="*/ 376 w 433"/>
                <a:gd name="T49" fmla="*/ 7 h 416"/>
                <a:gd name="T50" fmla="*/ 296 w 433"/>
                <a:gd name="T51" fmla="*/ 1 h 416"/>
                <a:gd name="T52" fmla="*/ 216 w 433"/>
                <a:gd name="T53" fmla="*/ 0 h 416"/>
                <a:gd name="T54" fmla="*/ 136 w 433"/>
                <a:gd name="T55" fmla="*/ 1 h 416"/>
                <a:gd name="T56" fmla="*/ 56 w 433"/>
                <a:gd name="T57" fmla="*/ 7 h 416"/>
                <a:gd name="T58" fmla="*/ 26 w 433"/>
                <a:gd name="T59" fmla="*/ 15 h 416"/>
                <a:gd name="T60" fmla="*/ 19 w 433"/>
                <a:gd name="T61" fmla="*/ 20 h 416"/>
                <a:gd name="T62" fmla="*/ 333 w 433"/>
                <a:gd name="T63" fmla="*/ 200 h 416"/>
                <a:gd name="T64" fmla="*/ 333 w 433"/>
                <a:gd name="T65" fmla="*/ 316 h 416"/>
                <a:gd name="T66" fmla="*/ 216 w 433"/>
                <a:gd name="T67" fmla="*/ 316 h 416"/>
                <a:gd name="T68" fmla="*/ 99 w 433"/>
                <a:gd name="T69" fmla="*/ 316 h 416"/>
                <a:gd name="T70" fmla="*/ 99 w 433"/>
                <a:gd name="T71" fmla="*/ 200 h 416"/>
                <a:gd name="T72" fmla="*/ 99 w 433"/>
                <a:gd name="T73" fmla="*/ 83 h 416"/>
                <a:gd name="T74" fmla="*/ 216 w 433"/>
                <a:gd name="T75" fmla="*/ 83 h 416"/>
                <a:gd name="T76" fmla="*/ 333 w 433"/>
                <a:gd name="T77" fmla="*/ 83 h 416"/>
                <a:gd name="T78" fmla="*/ 333 w 433"/>
                <a:gd name="T79" fmla="*/ 200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33" h="416">
                  <a:moveTo>
                    <a:pt x="19" y="20"/>
                  </a:moveTo>
                  <a:lnTo>
                    <a:pt x="15" y="27"/>
                  </a:lnTo>
                  <a:lnTo>
                    <a:pt x="7" y="61"/>
                  </a:lnTo>
                  <a:lnTo>
                    <a:pt x="0" y="142"/>
                  </a:lnTo>
                  <a:lnTo>
                    <a:pt x="0" y="274"/>
                  </a:lnTo>
                  <a:lnTo>
                    <a:pt x="7" y="355"/>
                  </a:lnTo>
                  <a:lnTo>
                    <a:pt x="15" y="389"/>
                  </a:lnTo>
                  <a:lnTo>
                    <a:pt x="19" y="396"/>
                  </a:lnTo>
                  <a:lnTo>
                    <a:pt x="27" y="401"/>
                  </a:lnTo>
                  <a:lnTo>
                    <a:pt x="62" y="409"/>
                  </a:lnTo>
                  <a:lnTo>
                    <a:pt x="147" y="416"/>
                  </a:lnTo>
                  <a:lnTo>
                    <a:pt x="285" y="416"/>
                  </a:lnTo>
                  <a:lnTo>
                    <a:pt x="370" y="409"/>
                  </a:lnTo>
                  <a:lnTo>
                    <a:pt x="405" y="401"/>
                  </a:lnTo>
                  <a:lnTo>
                    <a:pt x="413" y="396"/>
                  </a:lnTo>
                  <a:lnTo>
                    <a:pt x="417" y="390"/>
                  </a:lnTo>
                  <a:lnTo>
                    <a:pt x="425" y="360"/>
                  </a:lnTo>
                  <a:lnTo>
                    <a:pt x="432" y="284"/>
                  </a:lnTo>
                  <a:lnTo>
                    <a:pt x="433" y="208"/>
                  </a:lnTo>
                  <a:lnTo>
                    <a:pt x="432" y="132"/>
                  </a:lnTo>
                  <a:lnTo>
                    <a:pt x="425" y="56"/>
                  </a:lnTo>
                  <a:lnTo>
                    <a:pt x="417" y="26"/>
                  </a:lnTo>
                  <a:lnTo>
                    <a:pt x="413" y="20"/>
                  </a:lnTo>
                  <a:lnTo>
                    <a:pt x="406" y="15"/>
                  </a:lnTo>
                  <a:lnTo>
                    <a:pt x="376" y="7"/>
                  </a:lnTo>
                  <a:lnTo>
                    <a:pt x="296" y="1"/>
                  </a:lnTo>
                  <a:lnTo>
                    <a:pt x="216" y="0"/>
                  </a:lnTo>
                  <a:lnTo>
                    <a:pt x="136" y="1"/>
                  </a:lnTo>
                  <a:lnTo>
                    <a:pt x="56" y="7"/>
                  </a:lnTo>
                  <a:lnTo>
                    <a:pt x="26" y="15"/>
                  </a:lnTo>
                  <a:lnTo>
                    <a:pt x="19" y="20"/>
                  </a:lnTo>
                  <a:close/>
                  <a:moveTo>
                    <a:pt x="333" y="200"/>
                  </a:moveTo>
                  <a:lnTo>
                    <a:pt x="333" y="316"/>
                  </a:lnTo>
                  <a:lnTo>
                    <a:pt x="216" y="316"/>
                  </a:lnTo>
                  <a:lnTo>
                    <a:pt x="99" y="316"/>
                  </a:lnTo>
                  <a:lnTo>
                    <a:pt x="99" y="200"/>
                  </a:lnTo>
                  <a:lnTo>
                    <a:pt x="99" y="83"/>
                  </a:lnTo>
                  <a:lnTo>
                    <a:pt x="216" y="83"/>
                  </a:lnTo>
                  <a:lnTo>
                    <a:pt x="333" y="83"/>
                  </a:lnTo>
                  <a:lnTo>
                    <a:pt x="333" y="2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4" name="Freeform 611">
              <a:extLst>
                <a:ext uri="{FF2B5EF4-FFF2-40B4-BE49-F238E27FC236}">
                  <a16:creationId xmlns:a16="http://schemas.microsoft.com/office/drawing/2014/main" id="{2674C407-5F4F-0123-F74B-C3D5994CD6D2}"/>
                </a:ext>
              </a:extLst>
            </p:cNvPr>
            <p:cNvSpPr>
              <a:spLocks/>
            </p:cNvSpPr>
            <p:nvPr/>
          </p:nvSpPr>
          <p:spPr bwMode="auto">
            <a:xfrm>
              <a:off x="10874376" y="5038726"/>
              <a:ext cx="34925" cy="33338"/>
            </a:xfrm>
            <a:custGeom>
              <a:avLst/>
              <a:gdLst>
                <a:gd name="T0" fmla="*/ 0 w 84"/>
                <a:gd name="T1" fmla="*/ 41 h 83"/>
                <a:gd name="T2" fmla="*/ 1 w 84"/>
                <a:gd name="T3" fmla="*/ 53 h 83"/>
                <a:gd name="T4" fmla="*/ 5 w 84"/>
                <a:gd name="T5" fmla="*/ 69 h 83"/>
                <a:gd name="T6" fmla="*/ 14 w 84"/>
                <a:gd name="T7" fmla="*/ 79 h 83"/>
                <a:gd name="T8" fmla="*/ 30 w 84"/>
                <a:gd name="T9" fmla="*/ 83 h 83"/>
                <a:gd name="T10" fmla="*/ 42 w 84"/>
                <a:gd name="T11" fmla="*/ 83 h 83"/>
                <a:gd name="T12" fmla="*/ 54 w 84"/>
                <a:gd name="T13" fmla="*/ 83 h 83"/>
                <a:gd name="T14" fmla="*/ 70 w 84"/>
                <a:gd name="T15" fmla="*/ 79 h 83"/>
                <a:gd name="T16" fmla="*/ 80 w 84"/>
                <a:gd name="T17" fmla="*/ 69 h 83"/>
                <a:gd name="T18" fmla="*/ 83 w 84"/>
                <a:gd name="T19" fmla="*/ 53 h 83"/>
                <a:gd name="T20" fmla="*/ 84 w 84"/>
                <a:gd name="T21" fmla="*/ 41 h 83"/>
                <a:gd name="T22" fmla="*/ 83 w 84"/>
                <a:gd name="T23" fmla="*/ 30 h 83"/>
                <a:gd name="T24" fmla="*/ 80 w 84"/>
                <a:gd name="T25" fmla="*/ 13 h 83"/>
                <a:gd name="T26" fmla="*/ 70 w 84"/>
                <a:gd name="T27" fmla="*/ 4 h 83"/>
                <a:gd name="T28" fmla="*/ 54 w 84"/>
                <a:gd name="T29" fmla="*/ 0 h 83"/>
                <a:gd name="T30" fmla="*/ 42 w 84"/>
                <a:gd name="T31" fmla="*/ 0 h 83"/>
                <a:gd name="T32" fmla="*/ 30 w 84"/>
                <a:gd name="T33" fmla="*/ 0 h 83"/>
                <a:gd name="T34" fmla="*/ 14 w 84"/>
                <a:gd name="T35" fmla="*/ 4 h 83"/>
                <a:gd name="T36" fmla="*/ 5 w 84"/>
                <a:gd name="T37" fmla="*/ 13 h 83"/>
                <a:gd name="T38" fmla="*/ 1 w 84"/>
                <a:gd name="T39" fmla="*/ 30 h 83"/>
                <a:gd name="T40" fmla="*/ 0 w 84"/>
                <a:gd name="T41" fmla="*/ 4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 h="83">
                  <a:moveTo>
                    <a:pt x="0" y="41"/>
                  </a:moveTo>
                  <a:lnTo>
                    <a:pt x="1" y="53"/>
                  </a:lnTo>
                  <a:lnTo>
                    <a:pt x="5" y="69"/>
                  </a:lnTo>
                  <a:lnTo>
                    <a:pt x="14" y="79"/>
                  </a:lnTo>
                  <a:lnTo>
                    <a:pt x="30" y="83"/>
                  </a:lnTo>
                  <a:lnTo>
                    <a:pt x="42" y="83"/>
                  </a:lnTo>
                  <a:lnTo>
                    <a:pt x="54" y="83"/>
                  </a:lnTo>
                  <a:lnTo>
                    <a:pt x="70" y="79"/>
                  </a:lnTo>
                  <a:lnTo>
                    <a:pt x="80" y="69"/>
                  </a:lnTo>
                  <a:lnTo>
                    <a:pt x="83" y="53"/>
                  </a:lnTo>
                  <a:lnTo>
                    <a:pt x="84" y="41"/>
                  </a:lnTo>
                  <a:lnTo>
                    <a:pt x="83" y="30"/>
                  </a:lnTo>
                  <a:lnTo>
                    <a:pt x="80" y="13"/>
                  </a:lnTo>
                  <a:lnTo>
                    <a:pt x="70" y="4"/>
                  </a:lnTo>
                  <a:lnTo>
                    <a:pt x="54" y="0"/>
                  </a:lnTo>
                  <a:lnTo>
                    <a:pt x="42" y="0"/>
                  </a:lnTo>
                  <a:lnTo>
                    <a:pt x="30" y="0"/>
                  </a:lnTo>
                  <a:lnTo>
                    <a:pt x="14" y="4"/>
                  </a:lnTo>
                  <a:lnTo>
                    <a:pt x="5" y="13"/>
                  </a:lnTo>
                  <a:lnTo>
                    <a:pt x="1" y="30"/>
                  </a:lnTo>
                  <a:lnTo>
                    <a:pt x="0"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5" name="Freeform 612">
              <a:extLst>
                <a:ext uri="{FF2B5EF4-FFF2-40B4-BE49-F238E27FC236}">
                  <a16:creationId xmlns:a16="http://schemas.microsoft.com/office/drawing/2014/main" id="{4FB03160-C16F-FEFF-0AF6-35041BABC249}"/>
                </a:ext>
              </a:extLst>
            </p:cNvPr>
            <p:cNvSpPr>
              <a:spLocks/>
            </p:cNvSpPr>
            <p:nvPr/>
          </p:nvSpPr>
          <p:spPr bwMode="auto">
            <a:xfrm>
              <a:off x="10733088" y="5106989"/>
              <a:ext cx="36513" cy="39688"/>
            </a:xfrm>
            <a:custGeom>
              <a:avLst/>
              <a:gdLst>
                <a:gd name="T0" fmla="*/ 5 w 90"/>
                <a:gd name="T1" fmla="*/ 21 h 95"/>
                <a:gd name="T2" fmla="*/ 0 w 90"/>
                <a:gd name="T3" fmla="*/ 37 h 95"/>
                <a:gd name="T4" fmla="*/ 1 w 90"/>
                <a:gd name="T5" fmla="*/ 65 h 95"/>
                <a:gd name="T6" fmla="*/ 15 w 90"/>
                <a:gd name="T7" fmla="*/ 86 h 95"/>
                <a:gd name="T8" fmla="*/ 37 w 90"/>
                <a:gd name="T9" fmla="*/ 95 h 95"/>
                <a:gd name="T10" fmla="*/ 52 w 90"/>
                <a:gd name="T11" fmla="*/ 94 h 95"/>
                <a:gd name="T12" fmla="*/ 62 w 90"/>
                <a:gd name="T13" fmla="*/ 92 h 95"/>
                <a:gd name="T14" fmla="*/ 76 w 90"/>
                <a:gd name="T15" fmla="*/ 86 h 95"/>
                <a:gd name="T16" fmla="*/ 86 w 90"/>
                <a:gd name="T17" fmla="*/ 75 h 95"/>
                <a:gd name="T18" fmla="*/ 90 w 90"/>
                <a:gd name="T19" fmla="*/ 58 h 95"/>
                <a:gd name="T20" fmla="*/ 90 w 90"/>
                <a:gd name="T21" fmla="*/ 47 h 95"/>
                <a:gd name="T22" fmla="*/ 90 w 90"/>
                <a:gd name="T23" fmla="*/ 37 h 95"/>
                <a:gd name="T24" fmla="*/ 86 w 90"/>
                <a:gd name="T25" fmla="*/ 20 h 95"/>
                <a:gd name="T26" fmla="*/ 76 w 90"/>
                <a:gd name="T27" fmla="*/ 9 h 95"/>
                <a:gd name="T28" fmla="*/ 62 w 90"/>
                <a:gd name="T29" fmla="*/ 2 h 95"/>
                <a:gd name="T30" fmla="*/ 52 w 90"/>
                <a:gd name="T31" fmla="*/ 1 h 95"/>
                <a:gd name="T32" fmla="*/ 36 w 90"/>
                <a:gd name="T33" fmla="*/ 0 h 95"/>
                <a:gd name="T34" fmla="*/ 16 w 90"/>
                <a:gd name="T35" fmla="*/ 7 h 95"/>
                <a:gd name="T36" fmla="*/ 7 w 90"/>
                <a:gd name="T37" fmla="*/ 15 h 95"/>
                <a:gd name="T38" fmla="*/ 5 w 90"/>
                <a:gd name="T39" fmla="*/ 2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 h="95">
                  <a:moveTo>
                    <a:pt x="5" y="21"/>
                  </a:moveTo>
                  <a:lnTo>
                    <a:pt x="0" y="37"/>
                  </a:lnTo>
                  <a:lnTo>
                    <a:pt x="1" y="65"/>
                  </a:lnTo>
                  <a:lnTo>
                    <a:pt x="15" y="86"/>
                  </a:lnTo>
                  <a:lnTo>
                    <a:pt x="37" y="95"/>
                  </a:lnTo>
                  <a:lnTo>
                    <a:pt x="52" y="94"/>
                  </a:lnTo>
                  <a:lnTo>
                    <a:pt x="62" y="92"/>
                  </a:lnTo>
                  <a:lnTo>
                    <a:pt x="76" y="86"/>
                  </a:lnTo>
                  <a:lnTo>
                    <a:pt x="86" y="75"/>
                  </a:lnTo>
                  <a:lnTo>
                    <a:pt x="90" y="58"/>
                  </a:lnTo>
                  <a:lnTo>
                    <a:pt x="90" y="47"/>
                  </a:lnTo>
                  <a:lnTo>
                    <a:pt x="90" y="37"/>
                  </a:lnTo>
                  <a:lnTo>
                    <a:pt x="86" y="20"/>
                  </a:lnTo>
                  <a:lnTo>
                    <a:pt x="76" y="9"/>
                  </a:lnTo>
                  <a:lnTo>
                    <a:pt x="62" y="2"/>
                  </a:lnTo>
                  <a:lnTo>
                    <a:pt x="52" y="1"/>
                  </a:lnTo>
                  <a:lnTo>
                    <a:pt x="36" y="0"/>
                  </a:lnTo>
                  <a:lnTo>
                    <a:pt x="16" y="7"/>
                  </a:lnTo>
                  <a:lnTo>
                    <a:pt x="7" y="15"/>
                  </a:lnTo>
                  <a:lnTo>
                    <a:pt x="5"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6" name="Freeform 613">
              <a:extLst>
                <a:ext uri="{FF2B5EF4-FFF2-40B4-BE49-F238E27FC236}">
                  <a16:creationId xmlns:a16="http://schemas.microsoft.com/office/drawing/2014/main" id="{8767F8F5-A695-97B9-3A8C-2339EC09AB76}"/>
                </a:ext>
              </a:extLst>
            </p:cNvPr>
            <p:cNvSpPr>
              <a:spLocks/>
            </p:cNvSpPr>
            <p:nvPr/>
          </p:nvSpPr>
          <p:spPr bwMode="auto">
            <a:xfrm>
              <a:off x="10807701" y="5106989"/>
              <a:ext cx="33338" cy="39688"/>
            </a:xfrm>
            <a:custGeom>
              <a:avLst/>
              <a:gdLst>
                <a:gd name="T0" fmla="*/ 0 w 81"/>
                <a:gd name="T1" fmla="*/ 47 h 98"/>
                <a:gd name="T2" fmla="*/ 0 w 81"/>
                <a:gd name="T3" fmla="*/ 62 h 98"/>
                <a:gd name="T4" fmla="*/ 3 w 81"/>
                <a:gd name="T5" fmla="*/ 83 h 98"/>
                <a:gd name="T6" fmla="*/ 13 w 81"/>
                <a:gd name="T7" fmla="*/ 94 h 98"/>
                <a:gd name="T8" fmla="*/ 30 w 81"/>
                <a:gd name="T9" fmla="*/ 98 h 98"/>
                <a:gd name="T10" fmla="*/ 43 w 81"/>
                <a:gd name="T11" fmla="*/ 98 h 98"/>
                <a:gd name="T12" fmla="*/ 56 w 81"/>
                <a:gd name="T13" fmla="*/ 98 h 98"/>
                <a:gd name="T14" fmla="*/ 72 w 81"/>
                <a:gd name="T15" fmla="*/ 94 h 98"/>
                <a:gd name="T16" fmla="*/ 80 w 81"/>
                <a:gd name="T17" fmla="*/ 84 h 98"/>
                <a:gd name="T18" fmla="*/ 81 w 81"/>
                <a:gd name="T19" fmla="*/ 66 h 98"/>
                <a:gd name="T20" fmla="*/ 80 w 81"/>
                <a:gd name="T21" fmla="*/ 52 h 98"/>
                <a:gd name="T22" fmla="*/ 78 w 81"/>
                <a:gd name="T23" fmla="*/ 40 h 98"/>
                <a:gd name="T24" fmla="*/ 72 w 81"/>
                <a:gd name="T25" fmla="*/ 23 h 98"/>
                <a:gd name="T26" fmla="*/ 62 w 81"/>
                <a:gd name="T27" fmla="*/ 10 h 98"/>
                <a:gd name="T28" fmla="*/ 48 w 81"/>
                <a:gd name="T29" fmla="*/ 3 h 98"/>
                <a:gd name="T30" fmla="*/ 38 w 81"/>
                <a:gd name="T31" fmla="*/ 2 h 98"/>
                <a:gd name="T32" fmla="*/ 26 w 81"/>
                <a:gd name="T33" fmla="*/ 0 h 98"/>
                <a:gd name="T34" fmla="*/ 11 w 81"/>
                <a:gd name="T35" fmla="*/ 2 h 98"/>
                <a:gd name="T36" fmla="*/ 3 w 81"/>
                <a:gd name="T37" fmla="*/ 12 h 98"/>
                <a:gd name="T38" fmla="*/ 0 w 81"/>
                <a:gd name="T39" fmla="*/ 32 h 98"/>
                <a:gd name="T40" fmla="*/ 0 w 81"/>
                <a:gd name="T41" fmla="*/ 47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1" h="98">
                  <a:moveTo>
                    <a:pt x="0" y="47"/>
                  </a:moveTo>
                  <a:lnTo>
                    <a:pt x="0" y="62"/>
                  </a:lnTo>
                  <a:lnTo>
                    <a:pt x="3" y="83"/>
                  </a:lnTo>
                  <a:lnTo>
                    <a:pt x="13" y="94"/>
                  </a:lnTo>
                  <a:lnTo>
                    <a:pt x="30" y="98"/>
                  </a:lnTo>
                  <a:lnTo>
                    <a:pt x="43" y="98"/>
                  </a:lnTo>
                  <a:lnTo>
                    <a:pt x="56" y="98"/>
                  </a:lnTo>
                  <a:lnTo>
                    <a:pt x="72" y="94"/>
                  </a:lnTo>
                  <a:lnTo>
                    <a:pt x="80" y="84"/>
                  </a:lnTo>
                  <a:lnTo>
                    <a:pt x="81" y="66"/>
                  </a:lnTo>
                  <a:lnTo>
                    <a:pt x="80" y="52"/>
                  </a:lnTo>
                  <a:lnTo>
                    <a:pt x="78" y="40"/>
                  </a:lnTo>
                  <a:lnTo>
                    <a:pt x="72" y="23"/>
                  </a:lnTo>
                  <a:lnTo>
                    <a:pt x="62" y="10"/>
                  </a:lnTo>
                  <a:lnTo>
                    <a:pt x="48" y="3"/>
                  </a:lnTo>
                  <a:lnTo>
                    <a:pt x="38" y="2"/>
                  </a:lnTo>
                  <a:lnTo>
                    <a:pt x="26" y="0"/>
                  </a:lnTo>
                  <a:lnTo>
                    <a:pt x="11" y="2"/>
                  </a:lnTo>
                  <a:lnTo>
                    <a:pt x="3" y="12"/>
                  </a:lnTo>
                  <a:lnTo>
                    <a:pt x="0" y="32"/>
                  </a:lnTo>
                  <a:lnTo>
                    <a:pt x="0" y="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7" name="Freeform 614">
              <a:extLst>
                <a:ext uri="{FF2B5EF4-FFF2-40B4-BE49-F238E27FC236}">
                  <a16:creationId xmlns:a16="http://schemas.microsoft.com/office/drawing/2014/main" id="{9E641E40-3B93-21C8-6302-72CEFC5999BA}"/>
                </a:ext>
              </a:extLst>
            </p:cNvPr>
            <p:cNvSpPr>
              <a:spLocks/>
            </p:cNvSpPr>
            <p:nvPr/>
          </p:nvSpPr>
          <p:spPr bwMode="auto">
            <a:xfrm>
              <a:off x="10874376" y="5105401"/>
              <a:ext cx="34925" cy="41275"/>
            </a:xfrm>
            <a:custGeom>
              <a:avLst/>
              <a:gdLst>
                <a:gd name="T0" fmla="*/ 0 w 84"/>
                <a:gd name="T1" fmla="*/ 50 h 100"/>
                <a:gd name="T2" fmla="*/ 1 w 84"/>
                <a:gd name="T3" fmla="*/ 65 h 100"/>
                <a:gd name="T4" fmla="*/ 4 w 84"/>
                <a:gd name="T5" fmla="*/ 85 h 100"/>
                <a:gd name="T6" fmla="*/ 13 w 84"/>
                <a:gd name="T7" fmla="*/ 96 h 100"/>
                <a:gd name="T8" fmla="*/ 30 w 84"/>
                <a:gd name="T9" fmla="*/ 100 h 100"/>
                <a:gd name="T10" fmla="*/ 42 w 84"/>
                <a:gd name="T11" fmla="*/ 100 h 100"/>
                <a:gd name="T12" fmla="*/ 54 w 84"/>
                <a:gd name="T13" fmla="*/ 100 h 100"/>
                <a:gd name="T14" fmla="*/ 71 w 84"/>
                <a:gd name="T15" fmla="*/ 96 h 100"/>
                <a:gd name="T16" fmla="*/ 80 w 84"/>
                <a:gd name="T17" fmla="*/ 85 h 100"/>
                <a:gd name="T18" fmla="*/ 83 w 84"/>
                <a:gd name="T19" fmla="*/ 65 h 100"/>
                <a:gd name="T20" fmla="*/ 84 w 84"/>
                <a:gd name="T21" fmla="*/ 50 h 100"/>
                <a:gd name="T22" fmla="*/ 83 w 84"/>
                <a:gd name="T23" fmla="*/ 36 h 100"/>
                <a:gd name="T24" fmla="*/ 80 w 84"/>
                <a:gd name="T25" fmla="*/ 16 h 100"/>
                <a:gd name="T26" fmla="*/ 71 w 84"/>
                <a:gd name="T27" fmla="*/ 5 h 100"/>
                <a:gd name="T28" fmla="*/ 54 w 84"/>
                <a:gd name="T29" fmla="*/ 1 h 100"/>
                <a:gd name="T30" fmla="*/ 42 w 84"/>
                <a:gd name="T31" fmla="*/ 0 h 100"/>
                <a:gd name="T32" fmla="*/ 30 w 84"/>
                <a:gd name="T33" fmla="*/ 1 h 100"/>
                <a:gd name="T34" fmla="*/ 13 w 84"/>
                <a:gd name="T35" fmla="*/ 5 h 100"/>
                <a:gd name="T36" fmla="*/ 4 w 84"/>
                <a:gd name="T37" fmla="*/ 16 h 100"/>
                <a:gd name="T38" fmla="*/ 1 w 84"/>
                <a:gd name="T39" fmla="*/ 36 h 100"/>
                <a:gd name="T40" fmla="*/ 0 w 84"/>
                <a:gd name="T41" fmla="*/ 5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 h="100">
                  <a:moveTo>
                    <a:pt x="0" y="50"/>
                  </a:moveTo>
                  <a:lnTo>
                    <a:pt x="1" y="65"/>
                  </a:lnTo>
                  <a:lnTo>
                    <a:pt x="4" y="85"/>
                  </a:lnTo>
                  <a:lnTo>
                    <a:pt x="13" y="96"/>
                  </a:lnTo>
                  <a:lnTo>
                    <a:pt x="30" y="100"/>
                  </a:lnTo>
                  <a:lnTo>
                    <a:pt x="42" y="100"/>
                  </a:lnTo>
                  <a:lnTo>
                    <a:pt x="54" y="100"/>
                  </a:lnTo>
                  <a:lnTo>
                    <a:pt x="71" y="96"/>
                  </a:lnTo>
                  <a:lnTo>
                    <a:pt x="80" y="85"/>
                  </a:lnTo>
                  <a:lnTo>
                    <a:pt x="83" y="65"/>
                  </a:lnTo>
                  <a:lnTo>
                    <a:pt x="84" y="50"/>
                  </a:lnTo>
                  <a:lnTo>
                    <a:pt x="83" y="36"/>
                  </a:lnTo>
                  <a:lnTo>
                    <a:pt x="80" y="16"/>
                  </a:lnTo>
                  <a:lnTo>
                    <a:pt x="71" y="5"/>
                  </a:lnTo>
                  <a:lnTo>
                    <a:pt x="54" y="1"/>
                  </a:lnTo>
                  <a:lnTo>
                    <a:pt x="42" y="0"/>
                  </a:lnTo>
                  <a:lnTo>
                    <a:pt x="30" y="1"/>
                  </a:lnTo>
                  <a:lnTo>
                    <a:pt x="13" y="5"/>
                  </a:lnTo>
                  <a:lnTo>
                    <a:pt x="4" y="16"/>
                  </a:lnTo>
                  <a:lnTo>
                    <a:pt x="1" y="36"/>
                  </a:lnTo>
                  <a:lnTo>
                    <a:pt x="0"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8" name="Freeform 615">
              <a:extLst>
                <a:ext uri="{FF2B5EF4-FFF2-40B4-BE49-F238E27FC236}">
                  <a16:creationId xmlns:a16="http://schemas.microsoft.com/office/drawing/2014/main" id="{A423187D-D241-585A-6410-8DFC6F9B2C38}"/>
                </a:ext>
              </a:extLst>
            </p:cNvPr>
            <p:cNvSpPr>
              <a:spLocks/>
            </p:cNvSpPr>
            <p:nvPr/>
          </p:nvSpPr>
          <p:spPr bwMode="auto">
            <a:xfrm>
              <a:off x="10780713" y="5256214"/>
              <a:ext cx="247650" cy="31750"/>
            </a:xfrm>
            <a:custGeom>
              <a:avLst/>
              <a:gdLst>
                <a:gd name="T0" fmla="*/ 3 w 606"/>
                <a:gd name="T1" fmla="*/ 23 h 78"/>
                <a:gd name="T2" fmla="*/ 0 w 606"/>
                <a:gd name="T3" fmla="*/ 35 h 78"/>
                <a:gd name="T4" fmla="*/ 4 w 606"/>
                <a:gd name="T5" fmla="*/ 59 h 78"/>
                <a:gd name="T6" fmla="*/ 10 w 606"/>
                <a:gd name="T7" fmla="*/ 66 h 78"/>
                <a:gd name="T8" fmla="*/ 17 w 606"/>
                <a:gd name="T9" fmla="*/ 69 h 78"/>
                <a:gd name="T10" fmla="*/ 64 w 606"/>
                <a:gd name="T11" fmla="*/ 74 h 78"/>
                <a:gd name="T12" fmla="*/ 194 w 606"/>
                <a:gd name="T13" fmla="*/ 78 h 78"/>
                <a:gd name="T14" fmla="*/ 316 w 606"/>
                <a:gd name="T15" fmla="*/ 78 h 78"/>
                <a:gd name="T16" fmla="*/ 491 w 606"/>
                <a:gd name="T17" fmla="*/ 75 h 78"/>
                <a:gd name="T18" fmla="*/ 589 w 606"/>
                <a:gd name="T19" fmla="*/ 65 h 78"/>
                <a:gd name="T20" fmla="*/ 604 w 606"/>
                <a:gd name="T21" fmla="*/ 55 h 78"/>
                <a:gd name="T22" fmla="*/ 606 w 606"/>
                <a:gd name="T23" fmla="*/ 45 h 78"/>
                <a:gd name="T24" fmla="*/ 606 w 606"/>
                <a:gd name="T25" fmla="*/ 40 h 78"/>
                <a:gd name="T26" fmla="*/ 606 w 606"/>
                <a:gd name="T27" fmla="*/ 34 h 78"/>
                <a:gd name="T28" fmla="*/ 603 w 606"/>
                <a:gd name="T29" fmla="*/ 25 h 78"/>
                <a:gd name="T30" fmla="*/ 589 w 606"/>
                <a:gd name="T31" fmla="*/ 15 h 78"/>
                <a:gd name="T32" fmla="*/ 488 w 606"/>
                <a:gd name="T33" fmla="*/ 5 h 78"/>
                <a:gd name="T34" fmla="*/ 310 w 606"/>
                <a:gd name="T35" fmla="*/ 1 h 78"/>
                <a:gd name="T36" fmla="*/ 143 w 606"/>
                <a:gd name="T37" fmla="*/ 0 h 78"/>
                <a:gd name="T38" fmla="*/ 35 w 606"/>
                <a:gd name="T39" fmla="*/ 6 h 78"/>
                <a:gd name="T40" fmla="*/ 8 w 606"/>
                <a:gd name="T41" fmla="*/ 15 h 78"/>
                <a:gd name="T42" fmla="*/ 3 w 606"/>
                <a:gd name="T43" fmla="*/ 2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6" h="78">
                  <a:moveTo>
                    <a:pt x="3" y="23"/>
                  </a:moveTo>
                  <a:lnTo>
                    <a:pt x="0" y="35"/>
                  </a:lnTo>
                  <a:lnTo>
                    <a:pt x="4" y="59"/>
                  </a:lnTo>
                  <a:lnTo>
                    <a:pt x="10" y="66"/>
                  </a:lnTo>
                  <a:lnTo>
                    <a:pt x="17" y="69"/>
                  </a:lnTo>
                  <a:lnTo>
                    <a:pt x="64" y="74"/>
                  </a:lnTo>
                  <a:lnTo>
                    <a:pt x="194" y="78"/>
                  </a:lnTo>
                  <a:lnTo>
                    <a:pt x="316" y="78"/>
                  </a:lnTo>
                  <a:lnTo>
                    <a:pt x="491" y="75"/>
                  </a:lnTo>
                  <a:lnTo>
                    <a:pt x="589" y="65"/>
                  </a:lnTo>
                  <a:lnTo>
                    <a:pt x="604" y="55"/>
                  </a:lnTo>
                  <a:lnTo>
                    <a:pt x="606" y="45"/>
                  </a:lnTo>
                  <a:lnTo>
                    <a:pt x="606" y="40"/>
                  </a:lnTo>
                  <a:lnTo>
                    <a:pt x="606" y="34"/>
                  </a:lnTo>
                  <a:lnTo>
                    <a:pt x="603" y="25"/>
                  </a:lnTo>
                  <a:lnTo>
                    <a:pt x="589" y="15"/>
                  </a:lnTo>
                  <a:lnTo>
                    <a:pt x="488" y="5"/>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9" name="Freeform 616">
              <a:extLst>
                <a:ext uri="{FF2B5EF4-FFF2-40B4-BE49-F238E27FC236}">
                  <a16:creationId xmlns:a16="http://schemas.microsoft.com/office/drawing/2014/main" id="{6796B7EA-5ACD-CF6A-806B-6E83730C4324}"/>
                </a:ext>
              </a:extLst>
            </p:cNvPr>
            <p:cNvSpPr>
              <a:spLocks/>
            </p:cNvSpPr>
            <p:nvPr/>
          </p:nvSpPr>
          <p:spPr bwMode="auto">
            <a:xfrm>
              <a:off x="10780713" y="5359401"/>
              <a:ext cx="247650" cy="31750"/>
            </a:xfrm>
            <a:custGeom>
              <a:avLst/>
              <a:gdLst>
                <a:gd name="T0" fmla="*/ 3 w 606"/>
                <a:gd name="T1" fmla="*/ 23 h 78"/>
                <a:gd name="T2" fmla="*/ 0 w 606"/>
                <a:gd name="T3" fmla="*/ 35 h 78"/>
                <a:gd name="T4" fmla="*/ 4 w 606"/>
                <a:gd name="T5" fmla="*/ 59 h 78"/>
                <a:gd name="T6" fmla="*/ 10 w 606"/>
                <a:gd name="T7" fmla="*/ 66 h 78"/>
                <a:gd name="T8" fmla="*/ 17 w 606"/>
                <a:gd name="T9" fmla="*/ 69 h 78"/>
                <a:gd name="T10" fmla="*/ 64 w 606"/>
                <a:gd name="T11" fmla="*/ 74 h 78"/>
                <a:gd name="T12" fmla="*/ 194 w 606"/>
                <a:gd name="T13" fmla="*/ 78 h 78"/>
                <a:gd name="T14" fmla="*/ 316 w 606"/>
                <a:gd name="T15" fmla="*/ 78 h 78"/>
                <a:gd name="T16" fmla="*/ 491 w 606"/>
                <a:gd name="T17" fmla="*/ 75 h 78"/>
                <a:gd name="T18" fmla="*/ 589 w 606"/>
                <a:gd name="T19" fmla="*/ 65 h 78"/>
                <a:gd name="T20" fmla="*/ 604 w 606"/>
                <a:gd name="T21" fmla="*/ 55 h 78"/>
                <a:gd name="T22" fmla="*/ 606 w 606"/>
                <a:gd name="T23" fmla="*/ 45 h 78"/>
                <a:gd name="T24" fmla="*/ 606 w 606"/>
                <a:gd name="T25" fmla="*/ 40 h 78"/>
                <a:gd name="T26" fmla="*/ 606 w 606"/>
                <a:gd name="T27" fmla="*/ 34 h 78"/>
                <a:gd name="T28" fmla="*/ 603 w 606"/>
                <a:gd name="T29" fmla="*/ 25 h 78"/>
                <a:gd name="T30" fmla="*/ 589 w 606"/>
                <a:gd name="T31" fmla="*/ 15 h 78"/>
                <a:gd name="T32" fmla="*/ 488 w 606"/>
                <a:gd name="T33" fmla="*/ 5 h 78"/>
                <a:gd name="T34" fmla="*/ 310 w 606"/>
                <a:gd name="T35" fmla="*/ 1 h 78"/>
                <a:gd name="T36" fmla="*/ 143 w 606"/>
                <a:gd name="T37" fmla="*/ 0 h 78"/>
                <a:gd name="T38" fmla="*/ 35 w 606"/>
                <a:gd name="T39" fmla="*/ 6 h 78"/>
                <a:gd name="T40" fmla="*/ 8 w 606"/>
                <a:gd name="T41" fmla="*/ 15 h 78"/>
                <a:gd name="T42" fmla="*/ 3 w 606"/>
                <a:gd name="T43" fmla="*/ 2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6" h="78">
                  <a:moveTo>
                    <a:pt x="3" y="23"/>
                  </a:moveTo>
                  <a:lnTo>
                    <a:pt x="0" y="35"/>
                  </a:lnTo>
                  <a:lnTo>
                    <a:pt x="4" y="59"/>
                  </a:lnTo>
                  <a:lnTo>
                    <a:pt x="10" y="66"/>
                  </a:lnTo>
                  <a:lnTo>
                    <a:pt x="17" y="69"/>
                  </a:lnTo>
                  <a:lnTo>
                    <a:pt x="64" y="74"/>
                  </a:lnTo>
                  <a:lnTo>
                    <a:pt x="194" y="78"/>
                  </a:lnTo>
                  <a:lnTo>
                    <a:pt x="316" y="78"/>
                  </a:lnTo>
                  <a:lnTo>
                    <a:pt x="491" y="75"/>
                  </a:lnTo>
                  <a:lnTo>
                    <a:pt x="589" y="65"/>
                  </a:lnTo>
                  <a:lnTo>
                    <a:pt x="604" y="55"/>
                  </a:lnTo>
                  <a:lnTo>
                    <a:pt x="606" y="45"/>
                  </a:lnTo>
                  <a:lnTo>
                    <a:pt x="606" y="40"/>
                  </a:lnTo>
                  <a:lnTo>
                    <a:pt x="606" y="34"/>
                  </a:lnTo>
                  <a:lnTo>
                    <a:pt x="603" y="25"/>
                  </a:lnTo>
                  <a:lnTo>
                    <a:pt x="589" y="15"/>
                  </a:lnTo>
                  <a:lnTo>
                    <a:pt x="488" y="5"/>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0" name="Freeform 617">
              <a:extLst>
                <a:ext uri="{FF2B5EF4-FFF2-40B4-BE49-F238E27FC236}">
                  <a16:creationId xmlns:a16="http://schemas.microsoft.com/office/drawing/2014/main" id="{C2654736-E4E2-984B-6DAC-66C5FA10794E}"/>
                </a:ext>
              </a:extLst>
            </p:cNvPr>
            <p:cNvSpPr>
              <a:spLocks/>
            </p:cNvSpPr>
            <p:nvPr/>
          </p:nvSpPr>
          <p:spPr bwMode="auto">
            <a:xfrm>
              <a:off x="10780713" y="5461001"/>
              <a:ext cx="247650" cy="31750"/>
            </a:xfrm>
            <a:custGeom>
              <a:avLst/>
              <a:gdLst>
                <a:gd name="T0" fmla="*/ 3 w 606"/>
                <a:gd name="T1" fmla="*/ 23 h 78"/>
                <a:gd name="T2" fmla="*/ 0 w 606"/>
                <a:gd name="T3" fmla="*/ 35 h 78"/>
                <a:gd name="T4" fmla="*/ 4 w 606"/>
                <a:gd name="T5" fmla="*/ 59 h 78"/>
                <a:gd name="T6" fmla="*/ 10 w 606"/>
                <a:gd name="T7" fmla="*/ 66 h 78"/>
                <a:gd name="T8" fmla="*/ 17 w 606"/>
                <a:gd name="T9" fmla="*/ 69 h 78"/>
                <a:gd name="T10" fmla="*/ 64 w 606"/>
                <a:gd name="T11" fmla="*/ 74 h 78"/>
                <a:gd name="T12" fmla="*/ 194 w 606"/>
                <a:gd name="T13" fmla="*/ 78 h 78"/>
                <a:gd name="T14" fmla="*/ 316 w 606"/>
                <a:gd name="T15" fmla="*/ 78 h 78"/>
                <a:gd name="T16" fmla="*/ 491 w 606"/>
                <a:gd name="T17" fmla="*/ 75 h 78"/>
                <a:gd name="T18" fmla="*/ 589 w 606"/>
                <a:gd name="T19" fmla="*/ 65 h 78"/>
                <a:gd name="T20" fmla="*/ 604 w 606"/>
                <a:gd name="T21" fmla="*/ 55 h 78"/>
                <a:gd name="T22" fmla="*/ 606 w 606"/>
                <a:gd name="T23" fmla="*/ 45 h 78"/>
                <a:gd name="T24" fmla="*/ 606 w 606"/>
                <a:gd name="T25" fmla="*/ 40 h 78"/>
                <a:gd name="T26" fmla="*/ 606 w 606"/>
                <a:gd name="T27" fmla="*/ 34 h 78"/>
                <a:gd name="T28" fmla="*/ 603 w 606"/>
                <a:gd name="T29" fmla="*/ 25 h 78"/>
                <a:gd name="T30" fmla="*/ 589 w 606"/>
                <a:gd name="T31" fmla="*/ 15 h 78"/>
                <a:gd name="T32" fmla="*/ 488 w 606"/>
                <a:gd name="T33" fmla="*/ 5 h 78"/>
                <a:gd name="T34" fmla="*/ 310 w 606"/>
                <a:gd name="T35" fmla="*/ 1 h 78"/>
                <a:gd name="T36" fmla="*/ 143 w 606"/>
                <a:gd name="T37" fmla="*/ 0 h 78"/>
                <a:gd name="T38" fmla="*/ 35 w 606"/>
                <a:gd name="T39" fmla="*/ 6 h 78"/>
                <a:gd name="T40" fmla="*/ 8 w 606"/>
                <a:gd name="T41" fmla="*/ 15 h 78"/>
                <a:gd name="T42" fmla="*/ 3 w 606"/>
                <a:gd name="T43" fmla="*/ 2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6" h="78">
                  <a:moveTo>
                    <a:pt x="3" y="23"/>
                  </a:moveTo>
                  <a:lnTo>
                    <a:pt x="0" y="35"/>
                  </a:lnTo>
                  <a:lnTo>
                    <a:pt x="4" y="59"/>
                  </a:lnTo>
                  <a:lnTo>
                    <a:pt x="10" y="66"/>
                  </a:lnTo>
                  <a:lnTo>
                    <a:pt x="17" y="69"/>
                  </a:lnTo>
                  <a:lnTo>
                    <a:pt x="64" y="74"/>
                  </a:lnTo>
                  <a:lnTo>
                    <a:pt x="194" y="78"/>
                  </a:lnTo>
                  <a:lnTo>
                    <a:pt x="316" y="78"/>
                  </a:lnTo>
                  <a:lnTo>
                    <a:pt x="491" y="75"/>
                  </a:lnTo>
                  <a:lnTo>
                    <a:pt x="589" y="65"/>
                  </a:lnTo>
                  <a:lnTo>
                    <a:pt x="604" y="55"/>
                  </a:lnTo>
                  <a:lnTo>
                    <a:pt x="606" y="45"/>
                  </a:lnTo>
                  <a:lnTo>
                    <a:pt x="606" y="40"/>
                  </a:lnTo>
                  <a:lnTo>
                    <a:pt x="606" y="34"/>
                  </a:lnTo>
                  <a:lnTo>
                    <a:pt x="603" y="25"/>
                  </a:lnTo>
                  <a:lnTo>
                    <a:pt x="589" y="15"/>
                  </a:lnTo>
                  <a:lnTo>
                    <a:pt x="488" y="5"/>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1" name="Freeform 618">
              <a:extLst>
                <a:ext uri="{FF2B5EF4-FFF2-40B4-BE49-F238E27FC236}">
                  <a16:creationId xmlns:a16="http://schemas.microsoft.com/office/drawing/2014/main" id="{A3A7B35D-91CD-A7F0-86D2-B6D831C60663}"/>
                </a:ext>
              </a:extLst>
            </p:cNvPr>
            <p:cNvSpPr>
              <a:spLocks/>
            </p:cNvSpPr>
            <p:nvPr/>
          </p:nvSpPr>
          <p:spPr bwMode="auto">
            <a:xfrm>
              <a:off x="10780713" y="5562601"/>
              <a:ext cx="250825" cy="34925"/>
            </a:xfrm>
            <a:custGeom>
              <a:avLst/>
              <a:gdLst>
                <a:gd name="T0" fmla="*/ 3 w 613"/>
                <a:gd name="T1" fmla="*/ 23 h 83"/>
                <a:gd name="T2" fmla="*/ 0 w 613"/>
                <a:gd name="T3" fmla="*/ 35 h 83"/>
                <a:gd name="T4" fmla="*/ 4 w 613"/>
                <a:gd name="T5" fmla="*/ 59 h 83"/>
                <a:gd name="T6" fmla="*/ 10 w 613"/>
                <a:gd name="T7" fmla="*/ 66 h 83"/>
                <a:gd name="T8" fmla="*/ 24 w 613"/>
                <a:gd name="T9" fmla="*/ 71 h 83"/>
                <a:gd name="T10" fmla="*/ 129 w 613"/>
                <a:gd name="T11" fmla="*/ 79 h 83"/>
                <a:gd name="T12" fmla="*/ 297 w 613"/>
                <a:gd name="T13" fmla="*/ 83 h 83"/>
                <a:gd name="T14" fmla="*/ 495 w 613"/>
                <a:gd name="T15" fmla="*/ 83 h 83"/>
                <a:gd name="T16" fmla="*/ 595 w 613"/>
                <a:gd name="T17" fmla="*/ 81 h 83"/>
                <a:gd name="T18" fmla="*/ 599 w 613"/>
                <a:gd name="T19" fmla="*/ 81 h 83"/>
                <a:gd name="T20" fmla="*/ 607 w 613"/>
                <a:gd name="T21" fmla="*/ 76 h 83"/>
                <a:gd name="T22" fmla="*/ 613 w 613"/>
                <a:gd name="T23" fmla="*/ 59 h 83"/>
                <a:gd name="T24" fmla="*/ 611 w 613"/>
                <a:gd name="T25" fmla="*/ 43 h 83"/>
                <a:gd name="T26" fmla="*/ 610 w 613"/>
                <a:gd name="T27" fmla="*/ 30 h 83"/>
                <a:gd name="T28" fmla="*/ 599 w 613"/>
                <a:gd name="T29" fmla="*/ 18 h 83"/>
                <a:gd name="T30" fmla="*/ 582 w 613"/>
                <a:gd name="T31" fmla="*/ 12 h 83"/>
                <a:gd name="T32" fmla="*/ 536 w 613"/>
                <a:gd name="T33" fmla="*/ 7 h 83"/>
                <a:gd name="T34" fmla="*/ 411 w 613"/>
                <a:gd name="T35" fmla="*/ 3 h 83"/>
                <a:gd name="T36" fmla="*/ 310 w 613"/>
                <a:gd name="T37" fmla="*/ 1 h 83"/>
                <a:gd name="T38" fmla="*/ 143 w 613"/>
                <a:gd name="T39" fmla="*/ 0 h 83"/>
                <a:gd name="T40" fmla="*/ 35 w 613"/>
                <a:gd name="T41" fmla="*/ 6 h 83"/>
                <a:gd name="T42" fmla="*/ 8 w 613"/>
                <a:gd name="T43" fmla="*/ 15 h 83"/>
                <a:gd name="T44" fmla="*/ 3 w 613"/>
                <a:gd name="T45" fmla="*/ 2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13" h="83">
                  <a:moveTo>
                    <a:pt x="3" y="23"/>
                  </a:moveTo>
                  <a:lnTo>
                    <a:pt x="0" y="35"/>
                  </a:lnTo>
                  <a:lnTo>
                    <a:pt x="4" y="59"/>
                  </a:lnTo>
                  <a:lnTo>
                    <a:pt x="10" y="66"/>
                  </a:lnTo>
                  <a:lnTo>
                    <a:pt x="24" y="71"/>
                  </a:lnTo>
                  <a:lnTo>
                    <a:pt x="129" y="79"/>
                  </a:lnTo>
                  <a:lnTo>
                    <a:pt x="297" y="83"/>
                  </a:lnTo>
                  <a:lnTo>
                    <a:pt x="495" y="83"/>
                  </a:lnTo>
                  <a:lnTo>
                    <a:pt x="595" y="81"/>
                  </a:lnTo>
                  <a:lnTo>
                    <a:pt x="599" y="81"/>
                  </a:lnTo>
                  <a:lnTo>
                    <a:pt x="607" y="76"/>
                  </a:lnTo>
                  <a:lnTo>
                    <a:pt x="613" y="59"/>
                  </a:lnTo>
                  <a:lnTo>
                    <a:pt x="611" y="43"/>
                  </a:lnTo>
                  <a:lnTo>
                    <a:pt x="610" y="30"/>
                  </a:lnTo>
                  <a:lnTo>
                    <a:pt x="599" y="18"/>
                  </a:lnTo>
                  <a:lnTo>
                    <a:pt x="582" y="12"/>
                  </a:lnTo>
                  <a:lnTo>
                    <a:pt x="536" y="7"/>
                  </a:lnTo>
                  <a:lnTo>
                    <a:pt x="411" y="3"/>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2" name="Freeform 619">
              <a:extLst>
                <a:ext uri="{FF2B5EF4-FFF2-40B4-BE49-F238E27FC236}">
                  <a16:creationId xmlns:a16="http://schemas.microsoft.com/office/drawing/2014/main" id="{0B7A1998-8395-DBD0-18B9-551FF3A7C33D}"/>
                </a:ext>
              </a:extLst>
            </p:cNvPr>
            <p:cNvSpPr>
              <a:spLocks noEditPoints="1"/>
            </p:cNvSpPr>
            <p:nvPr/>
          </p:nvSpPr>
          <p:spPr bwMode="auto">
            <a:xfrm>
              <a:off x="11596688" y="5276851"/>
              <a:ext cx="266700" cy="195263"/>
            </a:xfrm>
            <a:custGeom>
              <a:avLst/>
              <a:gdLst>
                <a:gd name="T0" fmla="*/ 335 w 655"/>
                <a:gd name="T1" fmla="*/ 117 h 481"/>
                <a:gd name="T2" fmla="*/ 265 w 655"/>
                <a:gd name="T3" fmla="*/ 167 h 481"/>
                <a:gd name="T4" fmla="*/ 238 w 655"/>
                <a:gd name="T5" fmla="*/ 147 h 481"/>
                <a:gd name="T6" fmla="*/ 216 w 655"/>
                <a:gd name="T7" fmla="*/ 124 h 481"/>
                <a:gd name="T8" fmla="*/ 169 w 655"/>
                <a:gd name="T9" fmla="*/ 101 h 481"/>
                <a:gd name="T10" fmla="*/ 115 w 655"/>
                <a:gd name="T11" fmla="*/ 100 h 481"/>
                <a:gd name="T12" fmla="*/ 64 w 655"/>
                <a:gd name="T13" fmla="*/ 117 h 481"/>
                <a:gd name="T14" fmla="*/ 35 w 655"/>
                <a:gd name="T15" fmla="*/ 143 h 481"/>
                <a:gd name="T16" fmla="*/ 2 w 655"/>
                <a:gd name="T17" fmla="*/ 204 h 481"/>
                <a:gd name="T18" fmla="*/ 1 w 655"/>
                <a:gd name="T19" fmla="*/ 228 h 481"/>
                <a:gd name="T20" fmla="*/ 58 w 655"/>
                <a:gd name="T21" fmla="*/ 316 h 481"/>
                <a:gd name="T22" fmla="*/ 188 w 655"/>
                <a:gd name="T23" fmla="*/ 453 h 481"/>
                <a:gd name="T24" fmla="*/ 227 w 655"/>
                <a:gd name="T25" fmla="*/ 477 h 481"/>
                <a:gd name="T26" fmla="*/ 281 w 655"/>
                <a:gd name="T27" fmla="*/ 478 h 481"/>
                <a:gd name="T28" fmla="*/ 347 w 655"/>
                <a:gd name="T29" fmla="*/ 444 h 481"/>
                <a:gd name="T30" fmla="*/ 485 w 655"/>
                <a:gd name="T31" fmla="*/ 333 h 481"/>
                <a:gd name="T32" fmla="*/ 613 w 655"/>
                <a:gd name="T33" fmla="*/ 212 h 481"/>
                <a:gd name="T34" fmla="*/ 652 w 655"/>
                <a:gd name="T35" fmla="*/ 143 h 481"/>
                <a:gd name="T36" fmla="*/ 651 w 655"/>
                <a:gd name="T37" fmla="*/ 93 h 481"/>
                <a:gd name="T38" fmla="*/ 639 w 655"/>
                <a:gd name="T39" fmla="*/ 61 h 481"/>
                <a:gd name="T40" fmla="*/ 594 w 655"/>
                <a:gd name="T41" fmla="*/ 10 h 481"/>
                <a:gd name="T42" fmla="*/ 529 w 655"/>
                <a:gd name="T43" fmla="*/ 1 h 481"/>
                <a:gd name="T44" fmla="*/ 446 w 655"/>
                <a:gd name="T45" fmla="*/ 32 h 481"/>
                <a:gd name="T46" fmla="*/ 375 w 655"/>
                <a:gd name="T47" fmla="*/ 83 h 481"/>
                <a:gd name="T48" fmla="*/ 575 w 655"/>
                <a:gd name="T49" fmla="*/ 113 h 481"/>
                <a:gd name="T50" fmla="*/ 563 w 655"/>
                <a:gd name="T51" fmla="*/ 146 h 481"/>
                <a:gd name="T52" fmla="*/ 439 w 655"/>
                <a:gd name="T53" fmla="*/ 262 h 481"/>
                <a:gd name="T54" fmla="*/ 333 w 655"/>
                <a:gd name="T55" fmla="*/ 348 h 481"/>
                <a:gd name="T56" fmla="*/ 250 w 655"/>
                <a:gd name="T57" fmla="*/ 396 h 481"/>
                <a:gd name="T58" fmla="*/ 226 w 655"/>
                <a:gd name="T59" fmla="*/ 385 h 481"/>
                <a:gd name="T60" fmla="*/ 134 w 655"/>
                <a:gd name="T61" fmla="*/ 274 h 481"/>
                <a:gd name="T62" fmla="*/ 106 w 655"/>
                <a:gd name="T63" fmla="*/ 214 h 481"/>
                <a:gd name="T64" fmla="*/ 110 w 655"/>
                <a:gd name="T65" fmla="*/ 202 h 481"/>
                <a:gd name="T66" fmla="*/ 138 w 655"/>
                <a:gd name="T67" fmla="*/ 184 h 481"/>
                <a:gd name="T68" fmla="*/ 198 w 655"/>
                <a:gd name="T69" fmla="*/ 209 h 481"/>
                <a:gd name="T70" fmla="*/ 222 w 655"/>
                <a:gd name="T71" fmla="*/ 242 h 481"/>
                <a:gd name="T72" fmla="*/ 262 w 655"/>
                <a:gd name="T73" fmla="*/ 267 h 481"/>
                <a:gd name="T74" fmla="*/ 351 w 655"/>
                <a:gd name="T75" fmla="*/ 211 h 481"/>
                <a:gd name="T76" fmla="*/ 437 w 655"/>
                <a:gd name="T77" fmla="*/ 142 h 481"/>
                <a:gd name="T78" fmla="*/ 531 w 655"/>
                <a:gd name="T79" fmla="*/ 86 h 481"/>
                <a:gd name="T80" fmla="*/ 560 w 655"/>
                <a:gd name="T81" fmla="*/ 90 h 481"/>
                <a:gd name="T82" fmla="*/ 573 w 655"/>
                <a:gd name="T83" fmla="*/ 108 h 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55" h="481">
                  <a:moveTo>
                    <a:pt x="375" y="83"/>
                  </a:moveTo>
                  <a:lnTo>
                    <a:pt x="335" y="117"/>
                  </a:lnTo>
                  <a:lnTo>
                    <a:pt x="275" y="162"/>
                  </a:lnTo>
                  <a:lnTo>
                    <a:pt x="265" y="167"/>
                  </a:lnTo>
                  <a:lnTo>
                    <a:pt x="260" y="165"/>
                  </a:lnTo>
                  <a:lnTo>
                    <a:pt x="238" y="147"/>
                  </a:lnTo>
                  <a:lnTo>
                    <a:pt x="225" y="133"/>
                  </a:lnTo>
                  <a:lnTo>
                    <a:pt x="216" y="124"/>
                  </a:lnTo>
                  <a:lnTo>
                    <a:pt x="194" y="110"/>
                  </a:lnTo>
                  <a:lnTo>
                    <a:pt x="169" y="101"/>
                  </a:lnTo>
                  <a:lnTo>
                    <a:pt x="142" y="98"/>
                  </a:lnTo>
                  <a:lnTo>
                    <a:pt x="115" y="100"/>
                  </a:lnTo>
                  <a:lnTo>
                    <a:pt x="89" y="106"/>
                  </a:lnTo>
                  <a:lnTo>
                    <a:pt x="64" y="117"/>
                  </a:lnTo>
                  <a:lnTo>
                    <a:pt x="44" y="133"/>
                  </a:lnTo>
                  <a:lnTo>
                    <a:pt x="35" y="143"/>
                  </a:lnTo>
                  <a:lnTo>
                    <a:pt x="21" y="163"/>
                  </a:lnTo>
                  <a:lnTo>
                    <a:pt x="2" y="204"/>
                  </a:lnTo>
                  <a:lnTo>
                    <a:pt x="0" y="218"/>
                  </a:lnTo>
                  <a:lnTo>
                    <a:pt x="1" y="228"/>
                  </a:lnTo>
                  <a:lnTo>
                    <a:pt x="16" y="257"/>
                  </a:lnTo>
                  <a:lnTo>
                    <a:pt x="58" y="316"/>
                  </a:lnTo>
                  <a:lnTo>
                    <a:pt x="134" y="402"/>
                  </a:lnTo>
                  <a:lnTo>
                    <a:pt x="188" y="453"/>
                  </a:lnTo>
                  <a:lnTo>
                    <a:pt x="217" y="473"/>
                  </a:lnTo>
                  <a:lnTo>
                    <a:pt x="227" y="477"/>
                  </a:lnTo>
                  <a:lnTo>
                    <a:pt x="248" y="481"/>
                  </a:lnTo>
                  <a:lnTo>
                    <a:pt x="281" y="478"/>
                  </a:lnTo>
                  <a:lnTo>
                    <a:pt x="304" y="469"/>
                  </a:lnTo>
                  <a:lnTo>
                    <a:pt x="347" y="444"/>
                  </a:lnTo>
                  <a:lnTo>
                    <a:pt x="428" y="381"/>
                  </a:lnTo>
                  <a:lnTo>
                    <a:pt x="485" y="333"/>
                  </a:lnTo>
                  <a:lnTo>
                    <a:pt x="540" y="285"/>
                  </a:lnTo>
                  <a:lnTo>
                    <a:pt x="613" y="212"/>
                  </a:lnTo>
                  <a:lnTo>
                    <a:pt x="642" y="169"/>
                  </a:lnTo>
                  <a:lnTo>
                    <a:pt x="652" y="143"/>
                  </a:lnTo>
                  <a:lnTo>
                    <a:pt x="655" y="118"/>
                  </a:lnTo>
                  <a:lnTo>
                    <a:pt x="651" y="93"/>
                  </a:lnTo>
                  <a:lnTo>
                    <a:pt x="647" y="80"/>
                  </a:lnTo>
                  <a:lnTo>
                    <a:pt x="639" y="61"/>
                  </a:lnTo>
                  <a:lnTo>
                    <a:pt x="619" y="30"/>
                  </a:lnTo>
                  <a:lnTo>
                    <a:pt x="594" y="10"/>
                  </a:lnTo>
                  <a:lnTo>
                    <a:pt x="564" y="0"/>
                  </a:lnTo>
                  <a:lnTo>
                    <a:pt x="529" y="1"/>
                  </a:lnTo>
                  <a:lnTo>
                    <a:pt x="490" y="12"/>
                  </a:lnTo>
                  <a:lnTo>
                    <a:pt x="446" y="32"/>
                  </a:lnTo>
                  <a:lnTo>
                    <a:pt x="400" y="64"/>
                  </a:lnTo>
                  <a:lnTo>
                    <a:pt x="375" y="83"/>
                  </a:lnTo>
                  <a:close/>
                  <a:moveTo>
                    <a:pt x="573" y="108"/>
                  </a:moveTo>
                  <a:lnTo>
                    <a:pt x="575" y="113"/>
                  </a:lnTo>
                  <a:lnTo>
                    <a:pt x="574" y="125"/>
                  </a:lnTo>
                  <a:lnTo>
                    <a:pt x="563" y="146"/>
                  </a:lnTo>
                  <a:lnTo>
                    <a:pt x="520" y="191"/>
                  </a:lnTo>
                  <a:lnTo>
                    <a:pt x="439" y="262"/>
                  </a:lnTo>
                  <a:lnTo>
                    <a:pt x="380" y="312"/>
                  </a:lnTo>
                  <a:lnTo>
                    <a:pt x="333" y="348"/>
                  </a:lnTo>
                  <a:lnTo>
                    <a:pt x="275" y="385"/>
                  </a:lnTo>
                  <a:lnTo>
                    <a:pt x="250" y="396"/>
                  </a:lnTo>
                  <a:lnTo>
                    <a:pt x="243" y="395"/>
                  </a:lnTo>
                  <a:lnTo>
                    <a:pt x="226" y="385"/>
                  </a:lnTo>
                  <a:lnTo>
                    <a:pt x="180" y="336"/>
                  </a:lnTo>
                  <a:lnTo>
                    <a:pt x="134" y="274"/>
                  </a:lnTo>
                  <a:lnTo>
                    <a:pt x="112" y="234"/>
                  </a:lnTo>
                  <a:lnTo>
                    <a:pt x="106" y="214"/>
                  </a:lnTo>
                  <a:lnTo>
                    <a:pt x="107" y="208"/>
                  </a:lnTo>
                  <a:lnTo>
                    <a:pt x="110" y="202"/>
                  </a:lnTo>
                  <a:lnTo>
                    <a:pt x="119" y="191"/>
                  </a:lnTo>
                  <a:lnTo>
                    <a:pt x="138" y="184"/>
                  </a:lnTo>
                  <a:lnTo>
                    <a:pt x="168" y="188"/>
                  </a:lnTo>
                  <a:lnTo>
                    <a:pt x="198" y="209"/>
                  </a:lnTo>
                  <a:lnTo>
                    <a:pt x="210" y="225"/>
                  </a:lnTo>
                  <a:lnTo>
                    <a:pt x="222" y="242"/>
                  </a:lnTo>
                  <a:lnTo>
                    <a:pt x="250" y="264"/>
                  </a:lnTo>
                  <a:lnTo>
                    <a:pt x="262" y="267"/>
                  </a:lnTo>
                  <a:lnTo>
                    <a:pt x="278" y="261"/>
                  </a:lnTo>
                  <a:lnTo>
                    <a:pt x="351" y="211"/>
                  </a:lnTo>
                  <a:lnTo>
                    <a:pt x="397" y="175"/>
                  </a:lnTo>
                  <a:lnTo>
                    <a:pt x="437" y="142"/>
                  </a:lnTo>
                  <a:lnTo>
                    <a:pt x="498" y="100"/>
                  </a:lnTo>
                  <a:lnTo>
                    <a:pt x="531" y="86"/>
                  </a:lnTo>
                  <a:lnTo>
                    <a:pt x="547" y="85"/>
                  </a:lnTo>
                  <a:lnTo>
                    <a:pt x="560" y="90"/>
                  </a:lnTo>
                  <a:lnTo>
                    <a:pt x="570" y="100"/>
                  </a:lnTo>
                  <a:lnTo>
                    <a:pt x="573"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3" name="Freeform 620">
              <a:extLst>
                <a:ext uri="{FF2B5EF4-FFF2-40B4-BE49-F238E27FC236}">
                  <a16:creationId xmlns:a16="http://schemas.microsoft.com/office/drawing/2014/main" id="{3998AB39-9EE4-9186-8834-03899CEFCEB6}"/>
                </a:ext>
              </a:extLst>
            </p:cNvPr>
            <p:cNvSpPr>
              <a:spLocks noEditPoints="1"/>
            </p:cNvSpPr>
            <p:nvPr/>
          </p:nvSpPr>
          <p:spPr bwMode="auto">
            <a:xfrm>
              <a:off x="11245851" y="5461001"/>
              <a:ext cx="234950" cy="234950"/>
            </a:xfrm>
            <a:custGeom>
              <a:avLst/>
              <a:gdLst>
                <a:gd name="T0" fmla="*/ 145 w 575"/>
                <a:gd name="T1" fmla="*/ 41 h 578"/>
                <a:gd name="T2" fmla="*/ 76 w 575"/>
                <a:gd name="T3" fmla="*/ 94 h 578"/>
                <a:gd name="T4" fmla="*/ 29 w 575"/>
                <a:gd name="T5" fmla="*/ 162 h 578"/>
                <a:gd name="T6" fmla="*/ 4 w 575"/>
                <a:gd name="T7" fmla="*/ 239 h 578"/>
                <a:gd name="T8" fmla="*/ 1 w 575"/>
                <a:gd name="T9" fmla="*/ 319 h 578"/>
                <a:gd name="T10" fmla="*/ 20 w 575"/>
                <a:gd name="T11" fmla="*/ 398 h 578"/>
                <a:gd name="T12" fmla="*/ 60 w 575"/>
                <a:gd name="T13" fmla="*/ 468 h 578"/>
                <a:gd name="T14" fmla="*/ 122 w 575"/>
                <a:gd name="T15" fmla="*/ 526 h 578"/>
                <a:gd name="T16" fmla="*/ 182 w 575"/>
                <a:gd name="T17" fmla="*/ 557 h 578"/>
                <a:gd name="T18" fmla="*/ 263 w 575"/>
                <a:gd name="T19" fmla="*/ 577 h 578"/>
                <a:gd name="T20" fmla="*/ 363 w 575"/>
                <a:gd name="T21" fmla="*/ 569 h 578"/>
                <a:gd name="T22" fmla="*/ 449 w 575"/>
                <a:gd name="T23" fmla="*/ 528 h 578"/>
                <a:gd name="T24" fmla="*/ 516 w 575"/>
                <a:gd name="T25" fmla="*/ 462 h 578"/>
                <a:gd name="T26" fmla="*/ 560 w 575"/>
                <a:gd name="T27" fmla="*/ 378 h 578"/>
                <a:gd name="T28" fmla="*/ 575 w 575"/>
                <a:gd name="T29" fmla="*/ 285 h 578"/>
                <a:gd name="T30" fmla="*/ 558 w 575"/>
                <a:gd name="T31" fmla="*/ 190 h 578"/>
                <a:gd name="T32" fmla="*/ 503 w 575"/>
                <a:gd name="T33" fmla="*/ 100 h 578"/>
                <a:gd name="T34" fmla="*/ 465 w 575"/>
                <a:gd name="T35" fmla="*/ 64 h 578"/>
                <a:gd name="T36" fmla="*/ 392 w 575"/>
                <a:gd name="T37" fmla="*/ 19 h 578"/>
                <a:gd name="T38" fmla="*/ 313 w 575"/>
                <a:gd name="T39" fmla="*/ 0 h 578"/>
                <a:gd name="T40" fmla="*/ 230 w 575"/>
                <a:gd name="T41" fmla="*/ 8 h 578"/>
                <a:gd name="T42" fmla="*/ 166 w 575"/>
                <a:gd name="T43" fmla="*/ 31 h 578"/>
                <a:gd name="T44" fmla="*/ 403 w 575"/>
                <a:gd name="T45" fmla="*/ 125 h 578"/>
                <a:gd name="T46" fmla="*/ 455 w 575"/>
                <a:gd name="T47" fmla="*/ 179 h 578"/>
                <a:gd name="T48" fmla="*/ 487 w 575"/>
                <a:gd name="T49" fmla="*/ 288 h 578"/>
                <a:gd name="T50" fmla="*/ 457 w 575"/>
                <a:gd name="T51" fmla="*/ 396 h 578"/>
                <a:gd name="T52" fmla="*/ 384 w 575"/>
                <a:gd name="T53" fmla="*/ 465 h 578"/>
                <a:gd name="T54" fmla="*/ 341 w 575"/>
                <a:gd name="T55" fmla="*/ 482 h 578"/>
                <a:gd name="T56" fmla="*/ 288 w 575"/>
                <a:gd name="T57" fmla="*/ 489 h 578"/>
                <a:gd name="T58" fmla="*/ 219 w 575"/>
                <a:gd name="T59" fmla="*/ 477 h 578"/>
                <a:gd name="T60" fmla="*/ 157 w 575"/>
                <a:gd name="T61" fmla="*/ 444 h 578"/>
                <a:gd name="T62" fmla="*/ 112 w 575"/>
                <a:gd name="T63" fmla="*/ 393 h 578"/>
                <a:gd name="T64" fmla="*/ 92 w 575"/>
                <a:gd name="T65" fmla="*/ 351 h 578"/>
                <a:gd name="T66" fmla="*/ 79 w 575"/>
                <a:gd name="T67" fmla="*/ 272 h 578"/>
                <a:gd name="T68" fmla="*/ 104 w 575"/>
                <a:gd name="T69" fmla="*/ 204 h 578"/>
                <a:gd name="T70" fmla="*/ 141 w 575"/>
                <a:gd name="T71" fmla="*/ 148 h 578"/>
                <a:gd name="T72" fmla="*/ 208 w 575"/>
                <a:gd name="T73" fmla="*/ 100 h 578"/>
                <a:gd name="T74" fmla="*/ 287 w 575"/>
                <a:gd name="T75" fmla="*/ 85 h 578"/>
                <a:gd name="T76" fmla="*/ 369 w 575"/>
                <a:gd name="T77" fmla="*/ 105 h 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75" h="578">
                  <a:moveTo>
                    <a:pt x="166" y="31"/>
                  </a:moveTo>
                  <a:lnTo>
                    <a:pt x="145" y="41"/>
                  </a:lnTo>
                  <a:lnTo>
                    <a:pt x="107" y="65"/>
                  </a:lnTo>
                  <a:lnTo>
                    <a:pt x="76" y="94"/>
                  </a:lnTo>
                  <a:lnTo>
                    <a:pt x="50" y="126"/>
                  </a:lnTo>
                  <a:lnTo>
                    <a:pt x="29" y="162"/>
                  </a:lnTo>
                  <a:lnTo>
                    <a:pt x="14" y="199"/>
                  </a:lnTo>
                  <a:lnTo>
                    <a:pt x="4" y="239"/>
                  </a:lnTo>
                  <a:lnTo>
                    <a:pt x="0" y="279"/>
                  </a:lnTo>
                  <a:lnTo>
                    <a:pt x="1" y="319"/>
                  </a:lnTo>
                  <a:lnTo>
                    <a:pt x="8" y="359"/>
                  </a:lnTo>
                  <a:lnTo>
                    <a:pt x="20" y="398"/>
                  </a:lnTo>
                  <a:lnTo>
                    <a:pt x="38" y="434"/>
                  </a:lnTo>
                  <a:lnTo>
                    <a:pt x="60" y="468"/>
                  </a:lnTo>
                  <a:lnTo>
                    <a:pt x="88" y="499"/>
                  </a:lnTo>
                  <a:lnTo>
                    <a:pt x="122" y="526"/>
                  </a:lnTo>
                  <a:lnTo>
                    <a:pt x="161" y="548"/>
                  </a:lnTo>
                  <a:lnTo>
                    <a:pt x="182" y="557"/>
                  </a:lnTo>
                  <a:lnTo>
                    <a:pt x="210" y="567"/>
                  </a:lnTo>
                  <a:lnTo>
                    <a:pt x="263" y="577"/>
                  </a:lnTo>
                  <a:lnTo>
                    <a:pt x="315" y="578"/>
                  </a:lnTo>
                  <a:lnTo>
                    <a:pt x="363" y="569"/>
                  </a:lnTo>
                  <a:lnTo>
                    <a:pt x="408" y="552"/>
                  </a:lnTo>
                  <a:lnTo>
                    <a:pt x="449" y="528"/>
                  </a:lnTo>
                  <a:lnTo>
                    <a:pt x="485" y="497"/>
                  </a:lnTo>
                  <a:lnTo>
                    <a:pt x="516" y="462"/>
                  </a:lnTo>
                  <a:lnTo>
                    <a:pt x="541" y="422"/>
                  </a:lnTo>
                  <a:lnTo>
                    <a:pt x="560" y="378"/>
                  </a:lnTo>
                  <a:lnTo>
                    <a:pt x="571" y="332"/>
                  </a:lnTo>
                  <a:lnTo>
                    <a:pt x="575" y="285"/>
                  </a:lnTo>
                  <a:lnTo>
                    <a:pt x="571" y="237"/>
                  </a:lnTo>
                  <a:lnTo>
                    <a:pt x="558" y="190"/>
                  </a:lnTo>
                  <a:lnTo>
                    <a:pt x="536" y="143"/>
                  </a:lnTo>
                  <a:lnTo>
                    <a:pt x="503" y="100"/>
                  </a:lnTo>
                  <a:lnTo>
                    <a:pt x="482" y="79"/>
                  </a:lnTo>
                  <a:lnTo>
                    <a:pt x="465" y="64"/>
                  </a:lnTo>
                  <a:lnTo>
                    <a:pt x="429" y="38"/>
                  </a:lnTo>
                  <a:lnTo>
                    <a:pt x="392" y="19"/>
                  </a:lnTo>
                  <a:lnTo>
                    <a:pt x="353" y="7"/>
                  </a:lnTo>
                  <a:lnTo>
                    <a:pt x="313" y="0"/>
                  </a:lnTo>
                  <a:lnTo>
                    <a:pt x="272" y="1"/>
                  </a:lnTo>
                  <a:lnTo>
                    <a:pt x="230" y="8"/>
                  </a:lnTo>
                  <a:lnTo>
                    <a:pt x="187" y="21"/>
                  </a:lnTo>
                  <a:lnTo>
                    <a:pt x="166" y="31"/>
                  </a:lnTo>
                  <a:close/>
                  <a:moveTo>
                    <a:pt x="389" y="116"/>
                  </a:moveTo>
                  <a:lnTo>
                    <a:pt x="403" y="125"/>
                  </a:lnTo>
                  <a:lnTo>
                    <a:pt x="427" y="145"/>
                  </a:lnTo>
                  <a:lnTo>
                    <a:pt x="455" y="179"/>
                  </a:lnTo>
                  <a:lnTo>
                    <a:pt x="479" y="232"/>
                  </a:lnTo>
                  <a:lnTo>
                    <a:pt x="487" y="288"/>
                  </a:lnTo>
                  <a:lnTo>
                    <a:pt x="479" y="344"/>
                  </a:lnTo>
                  <a:lnTo>
                    <a:pt x="457" y="396"/>
                  </a:lnTo>
                  <a:lnTo>
                    <a:pt x="421" y="440"/>
                  </a:lnTo>
                  <a:lnTo>
                    <a:pt x="384" y="465"/>
                  </a:lnTo>
                  <a:lnTo>
                    <a:pt x="356" y="478"/>
                  </a:lnTo>
                  <a:lnTo>
                    <a:pt x="341" y="482"/>
                  </a:lnTo>
                  <a:lnTo>
                    <a:pt x="323" y="486"/>
                  </a:lnTo>
                  <a:lnTo>
                    <a:pt x="288" y="489"/>
                  </a:lnTo>
                  <a:lnTo>
                    <a:pt x="253" y="486"/>
                  </a:lnTo>
                  <a:lnTo>
                    <a:pt x="219" y="477"/>
                  </a:lnTo>
                  <a:lnTo>
                    <a:pt x="186" y="463"/>
                  </a:lnTo>
                  <a:lnTo>
                    <a:pt x="157" y="444"/>
                  </a:lnTo>
                  <a:lnTo>
                    <a:pt x="132" y="420"/>
                  </a:lnTo>
                  <a:lnTo>
                    <a:pt x="112" y="393"/>
                  </a:lnTo>
                  <a:lnTo>
                    <a:pt x="104" y="377"/>
                  </a:lnTo>
                  <a:lnTo>
                    <a:pt x="92" y="351"/>
                  </a:lnTo>
                  <a:lnTo>
                    <a:pt x="79" y="309"/>
                  </a:lnTo>
                  <a:lnTo>
                    <a:pt x="79" y="272"/>
                  </a:lnTo>
                  <a:lnTo>
                    <a:pt x="92" y="230"/>
                  </a:lnTo>
                  <a:lnTo>
                    <a:pt x="104" y="204"/>
                  </a:lnTo>
                  <a:lnTo>
                    <a:pt x="115" y="183"/>
                  </a:lnTo>
                  <a:lnTo>
                    <a:pt x="141" y="148"/>
                  </a:lnTo>
                  <a:lnTo>
                    <a:pt x="172" y="120"/>
                  </a:lnTo>
                  <a:lnTo>
                    <a:pt x="208" y="100"/>
                  </a:lnTo>
                  <a:lnTo>
                    <a:pt x="247" y="88"/>
                  </a:lnTo>
                  <a:lnTo>
                    <a:pt x="287" y="85"/>
                  </a:lnTo>
                  <a:lnTo>
                    <a:pt x="328" y="90"/>
                  </a:lnTo>
                  <a:lnTo>
                    <a:pt x="369" y="105"/>
                  </a:lnTo>
                  <a:lnTo>
                    <a:pt x="389" y="1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4" name="Freeform 624">
              <a:extLst>
                <a:ext uri="{FF2B5EF4-FFF2-40B4-BE49-F238E27FC236}">
                  <a16:creationId xmlns:a16="http://schemas.microsoft.com/office/drawing/2014/main" id="{E4F9C3E0-285F-5176-F7A0-40A2EC522A65}"/>
                </a:ext>
              </a:extLst>
            </p:cNvPr>
            <p:cNvSpPr>
              <a:spLocks noEditPoints="1"/>
            </p:cNvSpPr>
            <p:nvPr/>
          </p:nvSpPr>
          <p:spPr bwMode="auto">
            <a:xfrm>
              <a:off x="10656888" y="5753101"/>
              <a:ext cx="1219200" cy="474663"/>
            </a:xfrm>
            <a:custGeom>
              <a:avLst/>
              <a:gdLst>
                <a:gd name="T0" fmla="*/ 38 w 2983"/>
                <a:gd name="T1" fmla="*/ 54 h 1163"/>
                <a:gd name="T2" fmla="*/ 2 w 2983"/>
                <a:gd name="T3" fmla="*/ 189 h 1163"/>
                <a:gd name="T4" fmla="*/ 5 w 2983"/>
                <a:gd name="T5" fmla="*/ 877 h 1163"/>
                <a:gd name="T6" fmla="*/ 63 w 2983"/>
                <a:gd name="T7" fmla="*/ 1017 h 1163"/>
                <a:gd name="T8" fmla="*/ 243 w 2983"/>
                <a:gd name="T9" fmla="*/ 1032 h 1163"/>
                <a:gd name="T10" fmla="*/ 439 w 2983"/>
                <a:gd name="T11" fmla="*/ 1009 h 1163"/>
                <a:gd name="T12" fmla="*/ 483 w 2983"/>
                <a:gd name="T13" fmla="*/ 949 h 1163"/>
                <a:gd name="T14" fmla="*/ 565 w 2983"/>
                <a:gd name="T15" fmla="*/ 935 h 1163"/>
                <a:gd name="T16" fmla="*/ 1013 w 2983"/>
                <a:gd name="T17" fmla="*/ 1061 h 1163"/>
                <a:gd name="T18" fmla="*/ 1472 w 2983"/>
                <a:gd name="T19" fmla="*/ 1163 h 1163"/>
                <a:gd name="T20" fmla="*/ 1768 w 2983"/>
                <a:gd name="T21" fmla="*/ 1137 h 1163"/>
                <a:gd name="T22" fmla="*/ 2576 w 2983"/>
                <a:gd name="T23" fmla="*/ 634 h 1163"/>
                <a:gd name="T24" fmla="*/ 2955 w 2983"/>
                <a:gd name="T25" fmla="*/ 357 h 1163"/>
                <a:gd name="T26" fmla="*/ 2983 w 2983"/>
                <a:gd name="T27" fmla="*/ 252 h 1163"/>
                <a:gd name="T28" fmla="*/ 2942 w 2983"/>
                <a:gd name="T29" fmla="*/ 138 h 1163"/>
                <a:gd name="T30" fmla="*/ 2845 w 2983"/>
                <a:gd name="T31" fmla="*/ 67 h 1163"/>
                <a:gd name="T32" fmla="*/ 2672 w 2983"/>
                <a:gd name="T33" fmla="*/ 92 h 1163"/>
                <a:gd name="T34" fmla="*/ 1942 w 2983"/>
                <a:gd name="T35" fmla="*/ 464 h 1163"/>
                <a:gd name="T36" fmla="*/ 1869 w 2983"/>
                <a:gd name="T37" fmla="*/ 330 h 1163"/>
                <a:gd name="T38" fmla="*/ 1637 w 2983"/>
                <a:gd name="T39" fmla="*/ 299 h 1163"/>
                <a:gd name="T40" fmla="*/ 1330 w 2983"/>
                <a:gd name="T41" fmla="*/ 246 h 1163"/>
                <a:gd name="T42" fmla="*/ 1014 w 2983"/>
                <a:gd name="T43" fmla="*/ 119 h 1163"/>
                <a:gd name="T44" fmla="*/ 688 w 2983"/>
                <a:gd name="T45" fmla="*/ 66 h 1163"/>
                <a:gd name="T46" fmla="*/ 515 w 2983"/>
                <a:gd name="T47" fmla="*/ 92 h 1163"/>
                <a:gd name="T48" fmla="*/ 454 w 2983"/>
                <a:gd name="T49" fmla="*/ 53 h 1163"/>
                <a:gd name="T50" fmla="*/ 293 w 2983"/>
                <a:gd name="T51" fmla="*/ 2 h 1163"/>
                <a:gd name="T52" fmla="*/ 200 w 2983"/>
                <a:gd name="T53" fmla="*/ 175 h 1163"/>
                <a:gd name="T54" fmla="*/ 165 w 2983"/>
                <a:gd name="T55" fmla="*/ 247 h 1163"/>
                <a:gd name="T56" fmla="*/ 95 w 2983"/>
                <a:gd name="T57" fmla="*/ 227 h 1163"/>
                <a:gd name="T58" fmla="*/ 88 w 2983"/>
                <a:gd name="T59" fmla="*/ 132 h 1163"/>
                <a:gd name="T60" fmla="*/ 167 w 2983"/>
                <a:gd name="T61" fmla="*/ 99 h 1163"/>
                <a:gd name="T62" fmla="*/ 200 w 2983"/>
                <a:gd name="T63" fmla="*/ 175 h 1163"/>
                <a:gd name="T64" fmla="*/ 323 w 2983"/>
                <a:gd name="T65" fmla="*/ 249 h 1163"/>
                <a:gd name="T66" fmla="*/ 283 w 2983"/>
                <a:gd name="T67" fmla="*/ 172 h 1163"/>
                <a:gd name="T68" fmla="*/ 319 w 2983"/>
                <a:gd name="T69" fmla="*/ 100 h 1163"/>
                <a:gd name="T70" fmla="*/ 389 w 2983"/>
                <a:gd name="T71" fmla="*/ 125 h 1163"/>
                <a:gd name="T72" fmla="*/ 941 w 2983"/>
                <a:gd name="T73" fmla="*/ 187 h 1163"/>
                <a:gd name="T74" fmla="*/ 1375 w 2983"/>
                <a:gd name="T75" fmla="*/ 354 h 1163"/>
                <a:gd name="T76" fmla="*/ 1716 w 2983"/>
                <a:gd name="T77" fmla="*/ 383 h 1163"/>
                <a:gd name="T78" fmla="*/ 1836 w 2983"/>
                <a:gd name="T79" fmla="*/ 421 h 1163"/>
                <a:gd name="T80" fmla="*/ 1793 w 2983"/>
                <a:gd name="T81" fmla="*/ 547 h 1163"/>
                <a:gd name="T82" fmla="*/ 1690 w 2983"/>
                <a:gd name="T83" fmla="*/ 613 h 1163"/>
                <a:gd name="T84" fmla="*/ 1033 w 2983"/>
                <a:gd name="T85" fmla="*/ 632 h 1163"/>
                <a:gd name="T86" fmla="*/ 1480 w 2983"/>
                <a:gd name="T87" fmla="*/ 715 h 1163"/>
                <a:gd name="T88" fmla="*/ 1811 w 2983"/>
                <a:gd name="T89" fmla="*/ 653 h 1163"/>
                <a:gd name="T90" fmla="*/ 2152 w 2983"/>
                <a:gd name="T91" fmla="*/ 449 h 1163"/>
                <a:gd name="T92" fmla="*/ 2768 w 2983"/>
                <a:gd name="T93" fmla="*/ 154 h 1163"/>
                <a:gd name="T94" fmla="*/ 2881 w 2983"/>
                <a:gd name="T95" fmla="*/ 194 h 1163"/>
                <a:gd name="T96" fmla="*/ 2870 w 2983"/>
                <a:gd name="T97" fmla="*/ 320 h 1163"/>
                <a:gd name="T98" fmla="*/ 2484 w 2983"/>
                <a:gd name="T99" fmla="*/ 595 h 1163"/>
                <a:gd name="T100" fmla="*/ 1738 w 2983"/>
                <a:gd name="T101" fmla="*/ 1064 h 1163"/>
                <a:gd name="T102" fmla="*/ 1473 w 2983"/>
                <a:gd name="T103" fmla="*/ 1079 h 1163"/>
                <a:gd name="T104" fmla="*/ 915 w 2983"/>
                <a:gd name="T105" fmla="*/ 940 h 1163"/>
                <a:gd name="T106" fmla="*/ 558 w 2983"/>
                <a:gd name="T107" fmla="*/ 846 h 1163"/>
                <a:gd name="T108" fmla="*/ 490 w 2983"/>
                <a:gd name="T109" fmla="*/ 804 h 1163"/>
                <a:gd name="T110" fmla="*/ 483 w 2983"/>
                <a:gd name="T111" fmla="*/ 202 h 1163"/>
                <a:gd name="T112" fmla="*/ 746 w 2983"/>
                <a:gd name="T113" fmla="*/ 152 h 1163"/>
                <a:gd name="T114" fmla="*/ 392 w 2983"/>
                <a:gd name="T115" fmla="*/ 940 h 1163"/>
                <a:gd name="T116" fmla="*/ 83 w 2983"/>
                <a:gd name="T117" fmla="*/ 332 h 1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83" h="1163">
                  <a:moveTo>
                    <a:pt x="100" y="10"/>
                  </a:moveTo>
                  <a:lnTo>
                    <a:pt x="88" y="16"/>
                  </a:lnTo>
                  <a:lnTo>
                    <a:pt x="54" y="40"/>
                  </a:lnTo>
                  <a:lnTo>
                    <a:pt x="38" y="54"/>
                  </a:lnTo>
                  <a:lnTo>
                    <a:pt x="25" y="65"/>
                  </a:lnTo>
                  <a:lnTo>
                    <a:pt x="12" y="90"/>
                  </a:lnTo>
                  <a:lnTo>
                    <a:pt x="7" y="118"/>
                  </a:lnTo>
                  <a:lnTo>
                    <a:pt x="2" y="189"/>
                  </a:lnTo>
                  <a:lnTo>
                    <a:pt x="0" y="370"/>
                  </a:lnTo>
                  <a:lnTo>
                    <a:pt x="0" y="515"/>
                  </a:lnTo>
                  <a:lnTo>
                    <a:pt x="0" y="701"/>
                  </a:lnTo>
                  <a:lnTo>
                    <a:pt x="5" y="877"/>
                  </a:lnTo>
                  <a:lnTo>
                    <a:pt x="16" y="952"/>
                  </a:lnTo>
                  <a:lnTo>
                    <a:pt x="32" y="988"/>
                  </a:lnTo>
                  <a:lnTo>
                    <a:pt x="46" y="1005"/>
                  </a:lnTo>
                  <a:lnTo>
                    <a:pt x="63" y="1017"/>
                  </a:lnTo>
                  <a:lnTo>
                    <a:pt x="85" y="1025"/>
                  </a:lnTo>
                  <a:lnTo>
                    <a:pt x="125" y="1031"/>
                  </a:lnTo>
                  <a:lnTo>
                    <a:pt x="198" y="1032"/>
                  </a:lnTo>
                  <a:lnTo>
                    <a:pt x="243" y="1032"/>
                  </a:lnTo>
                  <a:lnTo>
                    <a:pt x="296" y="1032"/>
                  </a:lnTo>
                  <a:lnTo>
                    <a:pt x="369" y="1029"/>
                  </a:lnTo>
                  <a:lnTo>
                    <a:pt x="413" y="1022"/>
                  </a:lnTo>
                  <a:lnTo>
                    <a:pt x="439" y="1009"/>
                  </a:lnTo>
                  <a:lnTo>
                    <a:pt x="450" y="999"/>
                  </a:lnTo>
                  <a:lnTo>
                    <a:pt x="463" y="984"/>
                  </a:lnTo>
                  <a:lnTo>
                    <a:pt x="481" y="957"/>
                  </a:lnTo>
                  <a:lnTo>
                    <a:pt x="483" y="949"/>
                  </a:lnTo>
                  <a:lnTo>
                    <a:pt x="484" y="942"/>
                  </a:lnTo>
                  <a:lnTo>
                    <a:pt x="498" y="934"/>
                  </a:lnTo>
                  <a:lnTo>
                    <a:pt x="525" y="931"/>
                  </a:lnTo>
                  <a:lnTo>
                    <a:pt x="565" y="935"/>
                  </a:lnTo>
                  <a:lnTo>
                    <a:pt x="647" y="951"/>
                  </a:lnTo>
                  <a:lnTo>
                    <a:pt x="800" y="993"/>
                  </a:lnTo>
                  <a:lnTo>
                    <a:pt x="895" y="1024"/>
                  </a:lnTo>
                  <a:lnTo>
                    <a:pt x="1013" y="1061"/>
                  </a:lnTo>
                  <a:lnTo>
                    <a:pt x="1224" y="1124"/>
                  </a:lnTo>
                  <a:lnTo>
                    <a:pt x="1283" y="1139"/>
                  </a:lnTo>
                  <a:lnTo>
                    <a:pt x="1341" y="1151"/>
                  </a:lnTo>
                  <a:lnTo>
                    <a:pt x="1472" y="1163"/>
                  </a:lnTo>
                  <a:lnTo>
                    <a:pt x="1605" y="1163"/>
                  </a:lnTo>
                  <a:lnTo>
                    <a:pt x="1695" y="1153"/>
                  </a:lnTo>
                  <a:lnTo>
                    <a:pt x="1746" y="1143"/>
                  </a:lnTo>
                  <a:lnTo>
                    <a:pt x="1768" y="1137"/>
                  </a:lnTo>
                  <a:lnTo>
                    <a:pt x="1795" y="1126"/>
                  </a:lnTo>
                  <a:lnTo>
                    <a:pt x="1907" y="1062"/>
                  </a:lnTo>
                  <a:lnTo>
                    <a:pt x="2166" y="902"/>
                  </a:lnTo>
                  <a:lnTo>
                    <a:pt x="2576" y="634"/>
                  </a:lnTo>
                  <a:lnTo>
                    <a:pt x="2825" y="463"/>
                  </a:lnTo>
                  <a:lnTo>
                    <a:pt x="2926" y="387"/>
                  </a:lnTo>
                  <a:lnTo>
                    <a:pt x="2945" y="369"/>
                  </a:lnTo>
                  <a:lnTo>
                    <a:pt x="2955" y="357"/>
                  </a:lnTo>
                  <a:lnTo>
                    <a:pt x="2969" y="331"/>
                  </a:lnTo>
                  <a:lnTo>
                    <a:pt x="2978" y="303"/>
                  </a:lnTo>
                  <a:lnTo>
                    <a:pt x="2983" y="270"/>
                  </a:lnTo>
                  <a:lnTo>
                    <a:pt x="2983" y="252"/>
                  </a:lnTo>
                  <a:lnTo>
                    <a:pt x="2983" y="230"/>
                  </a:lnTo>
                  <a:lnTo>
                    <a:pt x="2978" y="196"/>
                  </a:lnTo>
                  <a:lnTo>
                    <a:pt x="2965" y="167"/>
                  </a:lnTo>
                  <a:lnTo>
                    <a:pt x="2942" y="138"/>
                  </a:lnTo>
                  <a:lnTo>
                    <a:pt x="2925" y="120"/>
                  </a:lnTo>
                  <a:lnTo>
                    <a:pt x="2905" y="101"/>
                  </a:lnTo>
                  <a:lnTo>
                    <a:pt x="2875" y="77"/>
                  </a:lnTo>
                  <a:lnTo>
                    <a:pt x="2845" y="67"/>
                  </a:lnTo>
                  <a:lnTo>
                    <a:pt x="2802" y="68"/>
                  </a:lnTo>
                  <a:lnTo>
                    <a:pt x="2770" y="70"/>
                  </a:lnTo>
                  <a:lnTo>
                    <a:pt x="2740" y="74"/>
                  </a:lnTo>
                  <a:lnTo>
                    <a:pt x="2672" y="92"/>
                  </a:lnTo>
                  <a:lnTo>
                    <a:pt x="2572" y="136"/>
                  </a:lnTo>
                  <a:lnTo>
                    <a:pt x="2418" y="213"/>
                  </a:lnTo>
                  <a:lnTo>
                    <a:pt x="2308" y="270"/>
                  </a:lnTo>
                  <a:lnTo>
                    <a:pt x="1942" y="464"/>
                  </a:lnTo>
                  <a:lnTo>
                    <a:pt x="1925" y="415"/>
                  </a:lnTo>
                  <a:lnTo>
                    <a:pt x="1913" y="381"/>
                  </a:lnTo>
                  <a:lnTo>
                    <a:pt x="1890" y="346"/>
                  </a:lnTo>
                  <a:lnTo>
                    <a:pt x="1869" y="330"/>
                  </a:lnTo>
                  <a:lnTo>
                    <a:pt x="1840" y="318"/>
                  </a:lnTo>
                  <a:lnTo>
                    <a:pt x="1800" y="310"/>
                  </a:lnTo>
                  <a:lnTo>
                    <a:pt x="1717" y="302"/>
                  </a:lnTo>
                  <a:lnTo>
                    <a:pt x="1637" y="299"/>
                  </a:lnTo>
                  <a:lnTo>
                    <a:pt x="1567" y="296"/>
                  </a:lnTo>
                  <a:lnTo>
                    <a:pt x="1471" y="288"/>
                  </a:lnTo>
                  <a:lnTo>
                    <a:pt x="1401" y="273"/>
                  </a:lnTo>
                  <a:lnTo>
                    <a:pt x="1330" y="246"/>
                  </a:lnTo>
                  <a:lnTo>
                    <a:pt x="1283" y="225"/>
                  </a:lnTo>
                  <a:lnTo>
                    <a:pt x="1224" y="199"/>
                  </a:lnTo>
                  <a:lnTo>
                    <a:pt x="1114" y="154"/>
                  </a:lnTo>
                  <a:lnTo>
                    <a:pt x="1014" y="119"/>
                  </a:lnTo>
                  <a:lnTo>
                    <a:pt x="923" y="93"/>
                  </a:lnTo>
                  <a:lnTo>
                    <a:pt x="840" y="76"/>
                  </a:lnTo>
                  <a:lnTo>
                    <a:pt x="762" y="67"/>
                  </a:lnTo>
                  <a:lnTo>
                    <a:pt x="688" y="66"/>
                  </a:lnTo>
                  <a:lnTo>
                    <a:pt x="618" y="73"/>
                  </a:lnTo>
                  <a:lnTo>
                    <a:pt x="583" y="80"/>
                  </a:lnTo>
                  <a:lnTo>
                    <a:pt x="554" y="87"/>
                  </a:lnTo>
                  <a:lnTo>
                    <a:pt x="515" y="92"/>
                  </a:lnTo>
                  <a:lnTo>
                    <a:pt x="492" y="90"/>
                  </a:lnTo>
                  <a:lnTo>
                    <a:pt x="475" y="77"/>
                  </a:lnTo>
                  <a:lnTo>
                    <a:pt x="467" y="67"/>
                  </a:lnTo>
                  <a:lnTo>
                    <a:pt x="454" y="53"/>
                  </a:lnTo>
                  <a:lnTo>
                    <a:pt x="415" y="25"/>
                  </a:lnTo>
                  <a:lnTo>
                    <a:pt x="395" y="17"/>
                  </a:lnTo>
                  <a:lnTo>
                    <a:pt x="372" y="11"/>
                  </a:lnTo>
                  <a:lnTo>
                    <a:pt x="293" y="2"/>
                  </a:lnTo>
                  <a:lnTo>
                    <a:pt x="200" y="0"/>
                  </a:lnTo>
                  <a:lnTo>
                    <a:pt x="122" y="5"/>
                  </a:lnTo>
                  <a:lnTo>
                    <a:pt x="100" y="10"/>
                  </a:lnTo>
                  <a:close/>
                  <a:moveTo>
                    <a:pt x="200" y="175"/>
                  </a:moveTo>
                  <a:lnTo>
                    <a:pt x="200" y="201"/>
                  </a:lnTo>
                  <a:lnTo>
                    <a:pt x="198" y="233"/>
                  </a:lnTo>
                  <a:lnTo>
                    <a:pt x="188" y="246"/>
                  </a:lnTo>
                  <a:lnTo>
                    <a:pt x="165" y="247"/>
                  </a:lnTo>
                  <a:lnTo>
                    <a:pt x="147" y="245"/>
                  </a:lnTo>
                  <a:lnTo>
                    <a:pt x="130" y="243"/>
                  </a:lnTo>
                  <a:lnTo>
                    <a:pt x="108" y="238"/>
                  </a:lnTo>
                  <a:lnTo>
                    <a:pt x="95" y="227"/>
                  </a:lnTo>
                  <a:lnTo>
                    <a:pt x="88" y="208"/>
                  </a:lnTo>
                  <a:lnTo>
                    <a:pt x="87" y="194"/>
                  </a:lnTo>
                  <a:lnTo>
                    <a:pt x="84" y="168"/>
                  </a:lnTo>
                  <a:lnTo>
                    <a:pt x="88" y="132"/>
                  </a:lnTo>
                  <a:lnTo>
                    <a:pt x="102" y="109"/>
                  </a:lnTo>
                  <a:lnTo>
                    <a:pt x="130" y="99"/>
                  </a:lnTo>
                  <a:lnTo>
                    <a:pt x="150" y="99"/>
                  </a:lnTo>
                  <a:lnTo>
                    <a:pt x="167" y="99"/>
                  </a:lnTo>
                  <a:lnTo>
                    <a:pt x="188" y="103"/>
                  </a:lnTo>
                  <a:lnTo>
                    <a:pt x="197" y="117"/>
                  </a:lnTo>
                  <a:lnTo>
                    <a:pt x="200" y="150"/>
                  </a:lnTo>
                  <a:lnTo>
                    <a:pt x="200" y="175"/>
                  </a:lnTo>
                  <a:close/>
                  <a:moveTo>
                    <a:pt x="397" y="177"/>
                  </a:moveTo>
                  <a:lnTo>
                    <a:pt x="402" y="249"/>
                  </a:lnTo>
                  <a:lnTo>
                    <a:pt x="343" y="249"/>
                  </a:lnTo>
                  <a:lnTo>
                    <a:pt x="323" y="249"/>
                  </a:lnTo>
                  <a:lnTo>
                    <a:pt x="297" y="245"/>
                  </a:lnTo>
                  <a:lnTo>
                    <a:pt x="286" y="231"/>
                  </a:lnTo>
                  <a:lnTo>
                    <a:pt x="283" y="198"/>
                  </a:lnTo>
                  <a:lnTo>
                    <a:pt x="283" y="172"/>
                  </a:lnTo>
                  <a:lnTo>
                    <a:pt x="283" y="146"/>
                  </a:lnTo>
                  <a:lnTo>
                    <a:pt x="286" y="115"/>
                  </a:lnTo>
                  <a:lnTo>
                    <a:pt x="296" y="102"/>
                  </a:lnTo>
                  <a:lnTo>
                    <a:pt x="319" y="100"/>
                  </a:lnTo>
                  <a:lnTo>
                    <a:pt x="338" y="102"/>
                  </a:lnTo>
                  <a:lnTo>
                    <a:pt x="356" y="104"/>
                  </a:lnTo>
                  <a:lnTo>
                    <a:pt x="378" y="110"/>
                  </a:lnTo>
                  <a:lnTo>
                    <a:pt x="389" y="125"/>
                  </a:lnTo>
                  <a:lnTo>
                    <a:pt x="395" y="155"/>
                  </a:lnTo>
                  <a:lnTo>
                    <a:pt x="397" y="177"/>
                  </a:lnTo>
                  <a:close/>
                  <a:moveTo>
                    <a:pt x="887" y="174"/>
                  </a:moveTo>
                  <a:lnTo>
                    <a:pt x="941" y="187"/>
                  </a:lnTo>
                  <a:lnTo>
                    <a:pt x="1096" y="240"/>
                  </a:lnTo>
                  <a:lnTo>
                    <a:pt x="1170" y="270"/>
                  </a:lnTo>
                  <a:lnTo>
                    <a:pt x="1256" y="307"/>
                  </a:lnTo>
                  <a:lnTo>
                    <a:pt x="1375" y="354"/>
                  </a:lnTo>
                  <a:lnTo>
                    <a:pt x="1465" y="375"/>
                  </a:lnTo>
                  <a:lnTo>
                    <a:pt x="1561" y="382"/>
                  </a:lnTo>
                  <a:lnTo>
                    <a:pt x="1627" y="382"/>
                  </a:lnTo>
                  <a:lnTo>
                    <a:pt x="1716" y="383"/>
                  </a:lnTo>
                  <a:lnTo>
                    <a:pt x="1789" y="391"/>
                  </a:lnTo>
                  <a:lnTo>
                    <a:pt x="1816" y="401"/>
                  </a:lnTo>
                  <a:lnTo>
                    <a:pt x="1825" y="409"/>
                  </a:lnTo>
                  <a:lnTo>
                    <a:pt x="1836" y="421"/>
                  </a:lnTo>
                  <a:lnTo>
                    <a:pt x="1843" y="451"/>
                  </a:lnTo>
                  <a:lnTo>
                    <a:pt x="1835" y="486"/>
                  </a:lnTo>
                  <a:lnTo>
                    <a:pt x="1811" y="525"/>
                  </a:lnTo>
                  <a:lnTo>
                    <a:pt x="1793" y="547"/>
                  </a:lnTo>
                  <a:lnTo>
                    <a:pt x="1781" y="561"/>
                  </a:lnTo>
                  <a:lnTo>
                    <a:pt x="1755" y="583"/>
                  </a:lnTo>
                  <a:lnTo>
                    <a:pt x="1726" y="600"/>
                  </a:lnTo>
                  <a:lnTo>
                    <a:pt x="1690" y="613"/>
                  </a:lnTo>
                  <a:lnTo>
                    <a:pt x="1615" y="625"/>
                  </a:lnTo>
                  <a:lnTo>
                    <a:pt x="1457" y="632"/>
                  </a:lnTo>
                  <a:lnTo>
                    <a:pt x="1342" y="632"/>
                  </a:lnTo>
                  <a:lnTo>
                    <a:pt x="1033" y="632"/>
                  </a:lnTo>
                  <a:lnTo>
                    <a:pt x="1033" y="674"/>
                  </a:lnTo>
                  <a:lnTo>
                    <a:pt x="1033" y="715"/>
                  </a:lnTo>
                  <a:lnTo>
                    <a:pt x="1358" y="715"/>
                  </a:lnTo>
                  <a:lnTo>
                    <a:pt x="1480" y="715"/>
                  </a:lnTo>
                  <a:lnTo>
                    <a:pt x="1644" y="709"/>
                  </a:lnTo>
                  <a:lnTo>
                    <a:pt x="1721" y="696"/>
                  </a:lnTo>
                  <a:lnTo>
                    <a:pt x="1760" y="683"/>
                  </a:lnTo>
                  <a:lnTo>
                    <a:pt x="1811" y="653"/>
                  </a:lnTo>
                  <a:lnTo>
                    <a:pt x="1847" y="624"/>
                  </a:lnTo>
                  <a:lnTo>
                    <a:pt x="1867" y="609"/>
                  </a:lnTo>
                  <a:lnTo>
                    <a:pt x="1954" y="557"/>
                  </a:lnTo>
                  <a:lnTo>
                    <a:pt x="2152" y="449"/>
                  </a:lnTo>
                  <a:lnTo>
                    <a:pt x="2469" y="287"/>
                  </a:lnTo>
                  <a:lnTo>
                    <a:pt x="2665" y="194"/>
                  </a:lnTo>
                  <a:lnTo>
                    <a:pt x="2749" y="159"/>
                  </a:lnTo>
                  <a:lnTo>
                    <a:pt x="2768" y="154"/>
                  </a:lnTo>
                  <a:lnTo>
                    <a:pt x="2790" y="152"/>
                  </a:lnTo>
                  <a:lnTo>
                    <a:pt x="2828" y="157"/>
                  </a:lnTo>
                  <a:lnTo>
                    <a:pt x="2859" y="172"/>
                  </a:lnTo>
                  <a:lnTo>
                    <a:pt x="2881" y="194"/>
                  </a:lnTo>
                  <a:lnTo>
                    <a:pt x="2894" y="222"/>
                  </a:lnTo>
                  <a:lnTo>
                    <a:pt x="2898" y="254"/>
                  </a:lnTo>
                  <a:lnTo>
                    <a:pt x="2890" y="287"/>
                  </a:lnTo>
                  <a:lnTo>
                    <a:pt x="2870" y="320"/>
                  </a:lnTo>
                  <a:lnTo>
                    <a:pt x="2855" y="335"/>
                  </a:lnTo>
                  <a:lnTo>
                    <a:pt x="2832" y="355"/>
                  </a:lnTo>
                  <a:lnTo>
                    <a:pt x="2727" y="430"/>
                  </a:lnTo>
                  <a:lnTo>
                    <a:pt x="2484" y="595"/>
                  </a:lnTo>
                  <a:lnTo>
                    <a:pt x="2094" y="850"/>
                  </a:lnTo>
                  <a:lnTo>
                    <a:pt x="1856" y="999"/>
                  </a:lnTo>
                  <a:lnTo>
                    <a:pt x="1758" y="1056"/>
                  </a:lnTo>
                  <a:lnTo>
                    <a:pt x="1738" y="1064"/>
                  </a:lnTo>
                  <a:lnTo>
                    <a:pt x="1706" y="1072"/>
                  </a:lnTo>
                  <a:lnTo>
                    <a:pt x="1637" y="1082"/>
                  </a:lnTo>
                  <a:lnTo>
                    <a:pt x="1560" y="1085"/>
                  </a:lnTo>
                  <a:lnTo>
                    <a:pt x="1473" y="1079"/>
                  </a:lnTo>
                  <a:lnTo>
                    <a:pt x="1375" y="1064"/>
                  </a:lnTo>
                  <a:lnTo>
                    <a:pt x="1264" y="1040"/>
                  </a:lnTo>
                  <a:lnTo>
                    <a:pt x="1071" y="989"/>
                  </a:lnTo>
                  <a:lnTo>
                    <a:pt x="915" y="940"/>
                  </a:lnTo>
                  <a:lnTo>
                    <a:pt x="800" y="904"/>
                  </a:lnTo>
                  <a:lnTo>
                    <a:pt x="626" y="854"/>
                  </a:lnTo>
                  <a:lnTo>
                    <a:pt x="595" y="849"/>
                  </a:lnTo>
                  <a:lnTo>
                    <a:pt x="558" y="846"/>
                  </a:lnTo>
                  <a:lnTo>
                    <a:pt x="522" y="839"/>
                  </a:lnTo>
                  <a:lnTo>
                    <a:pt x="508" y="835"/>
                  </a:lnTo>
                  <a:lnTo>
                    <a:pt x="496" y="822"/>
                  </a:lnTo>
                  <a:lnTo>
                    <a:pt x="490" y="804"/>
                  </a:lnTo>
                  <a:lnTo>
                    <a:pt x="485" y="754"/>
                  </a:lnTo>
                  <a:lnTo>
                    <a:pt x="483" y="622"/>
                  </a:lnTo>
                  <a:lnTo>
                    <a:pt x="483" y="515"/>
                  </a:lnTo>
                  <a:lnTo>
                    <a:pt x="483" y="202"/>
                  </a:lnTo>
                  <a:lnTo>
                    <a:pt x="538" y="184"/>
                  </a:lnTo>
                  <a:lnTo>
                    <a:pt x="583" y="170"/>
                  </a:lnTo>
                  <a:lnTo>
                    <a:pt x="665" y="155"/>
                  </a:lnTo>
                  <a:lnTo>
                    <a:pt x="746" y="152"/>
                  </a:lnTo>
                  <a:lnTo>
                    <a:pt x="835" y="163"/>
                  </a:lnTo>
                  <a:lnTo>
                    <a:pt x="887" y="174"/>
                  </a:lnTo>
                  <a:close/>
                  <a:moveTo>
                    <a:pt x="397" y="635"/>
                  </a:moveTo>
                  <a:lnTo>
                    <a:pt x="392" y="940"/>
                  </a:lnTo>
                  <a:lnTo>
                    <a:pt x="242" y="940"/>
                  </a:lnTo>
                  <a:lnTo>
                    <a:pt x="92" y="940"/>
                  </a:lnTo>
                  <a:lnTo>
                    <a:pt x="87" y="635"/>
                  </a:lnTo>
                  <a:lnTo>
                    <a:pt x="83" y="332"/>
                  </a:lnTo>
                  <a:lnTo>
                    <a:pt x="242" y="332"/>
                  </a:lnTo>
                  <a:lnTo>
                    <a:pt x="400" y="332"/>
                  </a:lnTo>
                  <a:lnTo>
                    <a:pt x="397" y="6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55" name="Graphic 4">
            <a:extLst>
              <a:ext uri="{FF2B5EF4-FFF2-40B4-BE49-F238E27FC236}">
                <a16:creationId xmlns:a16="http://schemas.microsoft.com/office/drawing/2014/main" id="{6C47FB78-742C-F839-1FA2-758570538D9E}"/>
              </a:ext>
            </a:extLst>
          </p:cNvPr>
          <p:cNvGrpSpPr>
            <a:grpSpLocks noChangeAspect="1"/>
          </p:cNvGrpSpPr>
          <p:nvPr/>
        </p:nvGrpSpPr>
        <p:grpSpPr>
          <a:xfrm>
            <a:off x="9436191" y="4664481"/>
            <a:ext cx="480913" cy="480913"/>
            <a:chOff x="5056922" y="-47904"/>
            <a:chExt cx="888382" cy="888382"/>
          </a:xfrm>
          <a:solidFill>
            <a:schemeClr val="bg1"/>
          </a:solidFill>
        </p:grpSpPr>
        <p:sp>
          <p:nvSpPr>
            <p:cNvPr id="56" name="Freeform: Shape 55">
              <a:extLst>
                <a:ext uri="{FF2B5EF4-FFF2-40B4-BE49-F238E27FC236}">
                  <a16:creationId xmlns:a16="http://schemas.microsoft.com/office/drawing/2014/main" id="{60409786-FF0A-277B-3589-077762C7C0A9}"/>
                </a:ext>
              </a:extLst>
            </p:cNvPr>
            <p:cNvSpPr/>
            <p:nvPr/>
          </p:nvSpPr>
          <p:spPr>
            <a:xfrm>
              <a:off x="5271235" y="697602"/>
              <a:ext cx="85725" cy="85725"/>
            </a:xfrm>
            <a:custGeom>
              <a:avLst/>
              <a:gdLst>
                <a:gd name="csX0" fmla="*/ 42863 w 85725"/>
                <a:gd name="csY0" fmla="*/ 0 h 85725"/>
                <a:gd name="csX1" fmla="*/ 0 w 85725"/>
                <a:gd name="csY1" fmla="*/ 42863 h 85725"/>
                <a:gd name="csX2" fmla="*/ 42863 w 85725"/>
                <a:gd name="csY2" fmla="*/ 85725 h 85725"/>
                <a:gd name="csX3" fmla="*/ 85725 w 85725"/>
                <a:gd name="csY3" fmla="*/ 42863 h 85725"/>
                <a:gd name="csX4" fmla="*/ 42863 w 85725"/>
                <a:gd name="csY4" fmla="*/ 0 h 85725"/>
                <a:gd name="csX5" fmla="*/ 42863 w 85725"/>
                <a:gd name="csY5" fmla="*/ 57150 h 85725"/>
                <a:gd name="csX6" fmla="*/ 28575 w 85725"/>
                <a:gd name="csY6" fmla="*/ 42863 h 85725"/>
                <a:gd name="csX7" fmla="*/ 42863 w 85725"/>
                <a:gd name="csY7" fmla="*/ 28575 h 85725"/>
                <a:gd name="csX8" fmla="*/ 57150 w 85725"/>
                <a:gd name="csY8" fmla="*/ 42863 h 85725"/>
                <a:gd name="csX9" fmla="*/ 42863 w 85725"/>
                <a:gd name="csY9" fmla="*/ 57150 h 85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5725" h="85725">
                  <a:moveTo>
                    <a:pt x="42863" y="0"/>
                  </a:moveTo>
                  <a:cubicBezTo>
                    <a:pt x="19231" y="0"/>
                    <a:pt x="0" y="19231"/>
                    <a:pt x="0" y="42863"/>
                  </a:cubicBezTo>
                  <a:cubicBezTo>
                    <a:pt x="0" y="66494"/>
                    <a:pt x="19231" y="85725"/>
                    <a:pt x="42863" y="85725"/>
                  </a:cubicBezTo>
                  <a:cubicBezTo>
                    <a:pt x="66494" y="85725"/>
                    <a:pt x="85725" y="66494"/>
                    <a:pt x="85725" y="42863"/>
                  </a:cubicBezTo>
                  <a:cubicBezTo>
                    <a:pt x="85725" y="19231"/>
                    <a:pt x="66494" y="0"/>
                    <a:pt x="42863" y="0"/>
                  </a:cubicBezTo>
                  <a:close/>
                  <a:moveTo>
                    <a:pt x="42863" y="57150"/>
                  </a:moveTo>
                  <a:cubicBezTo>
                    <a:pt x="34976" y="57150"/>
                    <a:pt x="28575" y="50749"/>
                    <a:pt x="28575" y="42863"/>
                  </a:cubicBezTo>
                  <a:cubicBezTo>
                    <a:pt x="28575" y="34976"/>
                    <a:pt x="34976" y="28575"/>
                    <a:pt x="42863" y="28575"/>
                  </a:cubicBezTo>
                  <a:cubicBezTo>
                    <a:pt x="50749" y="28575"/>
                    <a:pt x="57150" y="34976"/>
                    <a:pt x="57150" y="42863"/>
                  </a:cubicBezTo>
                  <a:cubicBezTo>
                    <a:pt x="57150" y="50749"/>
                    <a:pt x="50749" y="57150"/>
                    <a:pt x="42863" y="57150"/>
                  </a:cubicBezTo>
                  <a:close/>
                </a:path>
              </a:pathLst>
            </a:custGeom>
            <a:grpFill/>
            <a:ln w="14288" cap="flat">
              <a:noFill/>
              <a:prstDash val="solid"/>
              <a:miter/>
            </a:ln>
          </p:spPr>
          <p:txBody>
            <a:bodyPr/>
            <a:lstStyle/>
            <a:p>
              <a:endParaRPr lang="en-GB"/>
            </a:p>
          </p:txBody>
        </p:sp>
        <p:sp>
          <p:nvSpPr>
            <p:cNvPr id="57" name="Freeform: Shape 56">
              <a:extLst>
                <a:ext uri="{FF2B5EF4-FFF2-40B4-BE49-F238E27FC236}">
                  <a16:creationId xmlns:a16="http://schemas.microsoft.com/office/drawing/2014/main" id="{94D9AA2F-055A-72A2-A634-51A8FA6315AD}"/>
                </a:ext>
              </a:extLst>
            </p:cNvPr>
            <p:cNvSpPr/>
            <p:nvPr/>
          </p:nvSpPr>
          <p:spPr>
            <a:xfrm>
              <a:off x="5056922" y="-47904"/>
              <a:ext cx="888382" cy="888382"/>
            </a:xfrm>
            <a:custGeom>
              <a:avLst/>
              <a:gdLst>
                <a:gd name="csX0" fmla="*/ 507721 w 888382"/>
                <a:gd name="csY0" fmla="*/ 374032 h 888382"/>
                <a:gd name="csX1" fmla="*/ 514350 w 888382"/>
                <a:gd name="csY1" fmla="*/ 316882 h 888382"/>
                <a:gd name="csX2" fmla="*/ 501120 w 888382"/>
                <a:gd name="csY2" fmla="*/ 236015 h 888382"/>
                <a:gd name="csX3" fmla="*/ 514350 w 888382"/>
                <a:gd name="csY3" fmla="*/ 222785 h 888382"/>
                <a:gd name="csX4" fmla="*/ 628650 w 888382"/>
                <a:gd name="csY4" fmla="*/ 337085 h 888382"/>
                <a:gd name="csX5" fmla="*/ 785813 w 888382"/>
                <a:gd name="csY5" fmla="*/ 179922 h 888382"/>
                <a:gd name="csX6" fmla="*/ 853064 w 888382"/>
                <a:gd name="csY6" fmla="*/ 247174 h 888382"/>
                <a:gd name="csX7" fmla="*/ 888383 w 888382"/>
                <a:gd name="csY7" fmla="*/ 0 h 888382"/>
                <a:gd name="csX8" fmla="*/ 641209 w 888382"/>
                <a:gd name="csY8" fmla="*/ 35319 h 888382"/>
                <a:gd name="csX9" fmla="*/ 708460 w 888382"/>
                <a:gd name="csY9" fmla="*/ 102570 h 888382"/>
                <a:gd name="csX10" fmla="*/ 628650 w 888382"/>
                <a:gd name="csY10" fmla="*/ 182380 h 888382"/>
                <a:gd name="csX11" fmla="*/ 514350 w 888382"/>
                <a:gd name="csY11" fmla="*/ 68080 h 888382"/>
                <a:gd name="csX12" fmla="*/ 442898 w 888382"/>
                <a:gd name="csY12" fmla="*/ 139532 h 888382"/>
                <a:gd name="csX13" fmla="*/ 257175 w 888382"/>
                <a:gd name="csY13" fmla="*/ 59707 h 888382"/>
                <a:gd name="csX14" fmla="*/ 0 w 888382"/>
                <a:gd name="csY14" fmla="*/ 316882 h 888382"/>
                <a:gd name="csX15" fmla="*/ 182566 w 888382"/>
                <a:gd name="csY15" fmla="*/ 562942 h 888382"/>
                <a:gd name="csX16" fmla="*/ 187423 w 888382"/>
                <a:gd name="csY16" fmla="*/ 571086 h 888382"/>
                <a:gd name="csX17" fmla="*/ 200011 w 888382"/>
                <a:gd name="csY17" fmla="*/ 615048 h 888382"/>
                <a:gd name="csX18" fmla="*/ 159106 w 888382"/>
                <a:gd name="csY18" fmla="*/ 762967 h 888382"/>
                <a:gd name="csX19" fmla="*/ 157163 w 888382"/>
                <a:gd name="csY19" fmla="*/ 782569 h 888382"/>
                <a:gd name="csX20" fmla="*/ 157163 w 888382"/>
                <a:gd name="csY20" fmla="*/ 788370 h 888382"/>
                <a:gd name="csX21" fmla="*/ 257175 w 888382"/>
                <a:gd name="csY21" fmla="*/ 888382 h 888382"/>
                <a:gd name="csX22" fmla="*/ 800100 w 888382"/>
                <a:gd name="csY22" fmla="*/ 888382 h 888382"/>
                <a:gd name="csX23" fmla="*/ 800100 w 888382"/>
                <a:gd name="csY23" fmla="*/ 774082 h 888382"/>
                <a:gd name="csX24" fmla="*/ 849292 w 888382"/>
                <a:gd name="csY24" fmla="*/ 774082 h 888382"/>
                <a:gd name="csX25" fmla="*/ 814745 w 888382"/>
                <a:gd name="csY25" fmla="*/ 681957 h 888382"/>
                <a:gd name="csX26" fmla="*/ 885825 w 888382"/>
                <a:gd name="csY26" fmla="*/ 729334 h 888382"/>
                <a:gd name="csX27" fmla="*/ 885825 w 888382"/>
                <a:gd name="csY27" fmla="*/ 437826 h 888382"/>
                <a:gd name="csX28" fmla="*/ 790142 w 888382"/>
                <a:gd name="csY28" fmla="*/ 374032 h 888382"/>
                <a:gd name="csX29" fmla="*/ 771525 w 888382"/>
                <a:gd name="csY29" fmla="*/ 402607 h 888382"/>
                <a:gd name="csX30" fmla="*/ 771525 w 888382"/>
                <a:gd name="csY30" fmla="*/ 631207 h 888382"/>
                <a:gd name="csX31" fmla="*/ 742950 w 888382"/>
                <a:gd name="csY31" fmla="*/ 631207 h 888382"/>
                <a:gd name="csX32" fmla="*/ 742950 w 888382"/>
                <a:gd name="csY32" fmla="*/ 516907 h 888382"/>
                <a:gd name="csX33" fmla="*/ 628650 w 888382"/>
                <a:gd name="csY33" fmla="*/ 516907 h 888382"/>
                <a:gd name="csX34" fmla="*/ 628650 w 888382"/>
                <a:gd name="csY34" fmla="*/ 431182 h 888382"/>
                <a:gd name="csX35" fmla="*/ 487204 w 888382"/>
                <a:gd name="csY35" fmla="*/ 431182 h 888382"/>
                <a:gd name="csX36" fmla="*/ 499334 w 888382"/>
                <a:gd name="csY36" fmla="*/ 402607 h 888382"/>
                <a:gd name="csX37" fmla="*/ 314339 w 888382"/>
                <a:gd name="csY37" fmla="*/ 615048 h 888382"/>
                <a:gd name="csX38" fmla="*/ 326927 w 888382"/>
                <a:gd name="csY38" fmla="*/ 571100 h 888382"/>
                <a:gd name="csX39" fmla="*/ 331784 w 888382"/>
                <a:gd name="csY39" fmla="*/ 562942 h 888382"/>
                <a:gd name="csX40" fmla="*/ 342900 w 888382"/>
                <a:gd name="csY40" fmla="*/ 559056 h 888382"/>
                <a:gd name="csX41" fmla="*/ 342900 w 888382"/>
                <a:gd name="csY41" fmla="*/ 631207 h 888382"/>
                <a:gd name="csX42" fmla="*/ 318811 w 888382"/>
                <a:gd name="csY42" fmla="*/ 631207 h 888382"/>
                <a:gd name="csX43" fmla="*/ 371475 w 888382"/>
                <a:gd name="csY43" fmla="*/ 546911 h 888382"/>
                <a:gd name="csX44" fmla="*/ 470859 w 888382"/>
                <a:gd name="csY44" fmla="*/ 459757 h 888382"/>
                <a:gd name="csX45" fmla="*/ 600075 w 888382"/>
                <a:gd name="csY45" fmla="*/ 459757 h 888382"/>
                <a:gd name="csX46" fmla="*/ 600075 w 888382"/>
                <a:gd name="csY46" fmla="*/ 516907 h 888382"/>
                <a:gd name="csX47" fmla="*/ 514350 w 888382"/>
                <a:gd name="csY47" fmla="*/ 516907 h 888382"/>
                <a:gd name="csX48" fmla="*/ 514350 w 888382"/>
                <a:gd name="csY48" fmla="*/ 631207 h 888382"/>
                <a:gd name="csX49" fmla="*/ 371475 w 888382"/>
                <a:gd name="csY49" fmla="*/ 631207 h 888382"/>
                <a:gd name="csX50" fmla="*/ 542925 w 888382"/>
                <a:gd name="csY50" fmla="*/ 545482 h 888382"/>
                <a:gd name="csX51" fmla="*/ 714375 w 888382"/>
                <a:gd name="csY51" fmla="*/ 545482 h 888382"/>
                <a:gd name="csX52" fmla="*/ 714375 w 888382"/>
                <a:gd name="csY52" fmla="*/ 631207 h 888382"/>
                <a:gd name="csX53" fmla="*/ 542925 w 888382"/>
                <a:gd name="csY53" fmla="*/ 631207 h 888382"/>
                <a:gd name="csX54" fmla="*/ 628650 w 888382"/>
                <a:gd name="csY54" fmla="*/ 222785 h 888382"/>
                <a:gd name="csX55" fmla="*/ 748865 w 888382"/>
                <a:gd name="csY55" fmla="*/ 102570 h 888382"/>
                <a:gd name="csX56" fmla="*/ 701816 w 888382"/>
                <a:gd name="csY56" fmla="*/ 55521 h 888382"/>
                <a:gd name="csX57" fmla="*/ 854693 w 888382"/>
                <a:gd name="csY57" fmla="*/ 33690 h 888382"/>
                <a:gd name="csX58" fmla="*/ 832861 w 888382"/>
                <a:gd name="csY58" fmla="*/ 186566 h 888382"/>
                <a:gd name="csX59" fmla="*/ 785813 w 888382"/>
                <a:gd name="csY59" fmla="*/ 139517 h 888382"/>
                <a:gd name="csX60" fmla="*/ 628650 w 888382"/>
                <a:gd name="csY60" fmla="*/ 296680 h 888382"/>
                <a:gd name="csX61" fmla="*/ 514350 w 888382"/>
                <a:gd name="csY61" fmla="*/ 182380 h 888382"/>
                <a:gd name="csX62" fmla="*/ 214098 w 888382"/>
                <a:gd name="csY62" fmla="*/ 482632 h 888382"/>
                <a:gd name="csX63" fmla="*/ 162906 w 888382"/>
                <a:gd name="csY63" fmla="*/ 459929 h 888382"/>
                <a:gd name="csX64" fmla="*/ 514350 w 888382"/>
                <a:gd name="csY64" fmla="*/ 108485 h 888382"/>
                <a:gd name="csX65" fmla="*/ 428625 w 888382"/>
                <a:gd name="csY65" fmla="*/ 316882 h 888382"/>
                <a:gd name="csX66" fmla="*/ 257175 w 888382"/>
                <a:gd name="csY66" fmla="*/ 488332 h 888382"/>
                <a:gd name="csX67" fmla="*/ 249203 w 888382"/>
                <a:gd name="csY67" fmla="*/ 487932 h 888382"/>
                <a:gd name="csX68" fmla="*/ 428211 w 888382"/>
                <a:gd name="csY68" fmla="*/ 308924 h 888382"/>
                <a:gd name="csX69" fmla="*/ 428625 w 888382"/>
                <a:gd name="csY69" fmla="*/ 316882 h 888382"/>
                <a:gd name="csX70" fmla="*/ 85725 w 888382"/>
                <a:gd name="csY70" fmla="*/ 316882 h 888382"/>
                <a:gd name="csX71" fmla="*/ 257175 w 888382"/>
                <a:gd name="csY71" fmla="*/ 145432 h 888382"/>
                <a:gd name="csX72" fmla="*/ 382362 w 888382"/>
                <a:gd name="csY72" fmla="*/ 200068 h 888382"/>
                <a:gd name="csX73" fmla="*/ 140389 w 888382"/>
                <a:gd name="csY73" fmla="*/ 442041 h 888382"/>
                <a:gd name="csX74" fmla="*/ 85725 w 888382"/>
                <a:gd name="csY74" fmla="*/ 316882 h 888382"/>
                <a:gd name="csX75" fmla="*/ 28575 w 888382"/>
                <a:gd name="csY75" fmla="*/ 316882 h 888382"/>
                <a:gd name="csX76" fmla="*/ 257175 w 888382"/>
                <a:gd name="csY76" fmla="*/ 88282 h 888382"/>
                <a:gd name="csX77" fmla="*/ 422710 w 888382"/>
                <a:gd name="csY77" fmla="*/ 159720 h 888382"/>
                <a:gd name="csX78" fmla="*/ 402550 w 888382"/>
                <a:gd name="csY78" fmla="*/ 179880 h 888382"/>
                <a:gd name="csX79" fmla="*/ 257175 w 888382"/>
                <a:gd name="csY79" fmla="*/ 116857 h 888382"/>
                <a:gd name="csX80" fmla="*/ 57150 w 888382"/>
                <a:gd name="csY80" fmla="*/ 316882 h 888382"/>
                <a:gd name="csX81" fmla="*/ 257175 w 888382"/>
                <a:gd name="csY81" fmla="*/ 516907 h 888382"/>
                <a:gd name="csX82" fmla="*/ 457200 w 888382"/>
                <a:gd name="csY82" fmla="*/ 316882 h 888382"/>
                <a:gd name="csX83" fmla="*/ 454085 w 888382"/>
                <a:gd name="csY83" fmla="*/ 283050 h 888382"/>
                <a:gd name="csX84" fmla="*/ 478260 w 888382"/>
                <a:gd name="csY84" fmla="*/ 258875 h 888382"/>
                <a:gd name="csX85" fmla="*/ 485775 w 888382"/>
                <a:gd name="csY85" fmla="*/ 316882 h 888382"/>
                <a:gd name="csX86" fmla="*/ 257175 w 888382"/>
                <a:gd name="csY86" fmla="*/ 545482 h 888382"/>
                <a:gd name="csX87" fmla="*/ 28575 w 888382"/>
                <a:gd name="csY87" fmla="*/ 316882 h 888382"/>
                <a:gd name="csX88" fmla="*/ 257175 w 888382"/>
                <a:gd name="csY88" fmla="*/ 574057 h 888382"/>
                <a:gd name="csX89" fmla="*/ 295080 w 888382"/>
                <a:gd name="csY89" fmla="*/ 570943 h 888382"/>
                <a:gd name="csX90" fmla="*/ 286707 w 888382"/>
                <a:gd name="csY90" fmla="*/ 602632 h 888382"/>
                <a:gd name="csX91" fmla="*/ 227628 w 888382"/>
                <a:gd name="csY91" fmla="*/ 602632 h 888382"/>
                <a:gd name="csX92" fmla="*/ 219256 w 888382"/>
                <a:gd name="csY92" fmla="*/ 570943 h 888382"/>
                <a:gd name="csX93" fmla="*/ 257175 w 888382"/>
                <a:gd name="csY93" fmla="*/ 574057 h 888382"/>
                <a:gd name="csX94" fmla="*/ 185738 w 888382"/>
                <a:gd name="csY94" fmla="*/ 788370 h 888382"/>
                <a:gd name="csX95" fmla="*/ 185738 w 888382"/>
                <a:gd name="csY95" fmla="*/ 782569 h 888382"/>
                <a:gd name="csX96" fmla="*/ 186881 w 888382"/>
                <a:gd name="csY96" fmla="*/ 769568 h 888382"/>
                <a:gd name="csX97" fmla="*/ 225185 w 888382"/>
                <a:gd name="csY97" fmla="*/ 631207 h 888382"/>
                <a:gd name="csX98" fmla="*/ 289665 w 888382"/>
                <a:gd name="csY98" fmla="*/ 631207 h 888382"/>
                <a:gd name="csX99" fmla="*/ 327241 w 888382"/>
                <a:gd name="csY99" fmla="*/ 768539 h 888382"/>
                <a:gd name="csX100" fmla="*/ 328613 w 888382"/>
                <a:gd name="csY100" fmla="*/ 782569 h 888382"/>
                <a:gd name="csX101" fmla="*/ 328613 w 888382"/>
                <a:gd name="csY101" fmla="*/ 788370 h 888382"/>
                <a:gd name="csX102" fmla="*/ 257175 w 888382"/>
                <a:gd name="csY102" fmla="*/ 859807 h 888382"/>
                <a:gd name="csX103" fmla="*/ 185738 w 888382"/>
                <a:gd name="csY103" fmla="*/ 788370 h 888382"/>
                <a:gd name="csX104" fmla="*/ 771525 w 888382"/>
                <a:gd name="csY104" fmla="*/ 859807 h 888382"/>
                <a:gd name="csX105" fmla="*/ 327027 w 888382"/>
                <a:gd name="csY105" fmla="*/ 859807 h 888382"/>
                <a:gd name="csX106" fmla="*/ 357188 w 888382"/>
                <a:gd name="csY106" fmla="*/ 788370 h 888382"/>
                <a:gd name="csX107" fmla="*/ 357188 w 888382"/>
                <a:gd name="csY107" fmla="*/ 782569 h 888382"/>
                <a:gd name="csX108" fmla="*/ 356745 w 888382"/>
                <a:gd name="csY108" fmla="*/ 774082 h 888382"/>
                <a:gd name="csX109" fmla="*/ 771525 w 888382"/>
                <a:gd name="csY109" fmla="*/ 774082 h 888382"/>
                <a:gd name="csX110" fmla="*/ 350458 w 888382"/>
                <a:gd name="csY110" fmla="*/ 745507 h 888382"/>
                <a:gd name="csX111" fmla="*/ 326727 w 888382"/>
                <a:gd name="csY111" fmla="*/ 659782 h 888382"/>
                <a:gd name="csX112" fmla="*/ 775911 w 888382"/>
                <a:gd name="csY112" fmla="*/ 659782 h 888382"/>
                <a:gd name="csX113" fmla="*/ 808058 w 888382"/>
                <a:gd name="csY113" fmla="*/ 745507 h 888382"/>
                <a:gd name="csX114" fmla="*/ 857250 w 888382"/>
                <a:gd name="csY114" fmla="*/ 675956 h 888382"/>
                <a:gd name="csX115" fmla="*/ 800100 w 888382"/>
                <a:gd name="csY115" fmla="*/ 637851 h 888382"/>
                <a:gd name="csX116" fmla="*/ 800100 w 888382"/>
                <a:gd name="csY116" fmla="*/ 415009 h 888382"/>
                <a:gd name="csX117" fmla="*/ 857250 w 888382"/>
                <a:gd name="csY117" fmla="*/ 453114 h 8883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Lst>
              <a:rect l="l" t="t" r="r" b="b"/>
              <a:pathLst>
                <a:path w="888382" h="888382">
                  <a:moveTo>
                    <a:pt x="507721" y="374032"/>
                  </a:moveTo>
                  <a:cubicBezTo>
                    <a:pt x="511921" y="355616"/>
                    <a:pt x="514350" y="336542"/>
                    <a:pt x="514350" y="316882"/>
                  </a:cubicBezTo>
                  <a:cubicBezTo>
                    <a:pt x="514350" y="289165"/>
                    <a:pt x="509749" y="262033"/>
                    <a:pt x="501120" y="236015"/>
                  </a:cubicBezTo>
                  <a:lnTo>
                    <a:pt x="514350" y="222785"/>
                  </a:lnTo>
                  <a:lnTo>
                    <a:pt x="628650" y="337085"/>
                  </a:lnTo>
                  <a:lnTo>
                    <a:pt x="785813" y="179922"/>
                  </a:lnTo>
                  <a:lnTo>
                    <a:pt x="853064" y="247174"/>
                  </a:lnTo>
                  <a:lnTo>
                    <a:pt x="888383" y="0"/>
                  </a:lnTo>
                  <a:lnTo>
                    <a:pt x="641209" y="35319"/>
                  </a:lnTo>
                  <a:lnTo>
                    <a:pt x="708460" y="102570"/>
                  </a:lnTo>
                  <a:lnTo>
                    <a:pt x="628650" y="182380"/>
                  </a:lnTo>
                  <a:lnTo>
                    <a:pt x="514350" y="68080"/>
                  </a:lnTo>
                  <a:lnTo>
                    <a:pt x="442898" y="139532"/>
                  </a:lnTo>
                  <a:cubicBezTo>
                    <a:pt x="394449" y="88811"/>
                    <a:pt x="327770" y="59707"/>
                    <a:pt x="257175" y="59707"/>
                  </a:cubicBezTo>
                  <a:cubicBezTo>
                    <a:pt x="115372" y="59707"/>
                    <a:pt x="0" y="175079"/>
                    <a:pt x="0" y="316882"/>
                  </a:cubicBezTo>
                  <a:cubicBezTo>
                    <a:pt x="0" y="432740"/>
                    <a:pt x="77052" y="530866"/>
                    <a:pt x="182566" y="562942"/>
                  </a:cubicBezTo>
                  <a:lnTo>
                    <a:pt x="187423" y="571086"/>
                  </a:lnTo>
                  <a:cubicBezTo>
                    <a:pt x="195353" y="584430"/>
                    <a:pt x="199668" y="599575"/>
                    <a:pt x="200011" y="615048"/>
                  </a:cubicBezTo>
                  <a:lnTo>
                    <a:pt x="159106" y="762967"/>
                  </a:lnTo>
                  <a:cubicBezTo>
                    <a:pt x="157820" y="769425"/>
                    <a:pt x="157163" y="776011"/>
                    <a:pt x="157163" y="782569"/>
                  </a:cubicBezTo>
                  <a:lnTo>
                    <a:pt x="157163" y="788370"/>
                  </a:lnTo>
                  <a:cubicBezTo>
                    <a:pt x="157163" y="843505"/>
                    <a:pt x="202040" y="888382"/>
                    <a:pt x="257175" y="888382"/>
                  </a:cubicBezTo>
                  <a:lnTo>
                    <a:pt x="800100" y="888382"/>
                  </a:lnTo>
                  <a:lnTo>
                    <a:pt x="800100" y="774082"/>
                  </a:lnTo>
                  <a:lnTo>
                    <a:pt x="849292" y="774082"/>
                  </a:lnTo>
                  <a:lnTo>
                    <a:pt x="814745" y="681957"/>
                  </a:lnTo>
                  <a:lnTo>
                    <a:pt x="885825" y="729334"/>
                  </a:lnTo>
                  <a:lnTo>
                    <a:pt x="885825" y="437826"/>
                  </a:lnTo>
                  <a:lnTo>
                    <a:pt x="790142" y="374032"/>
                  </a:lnTo>
                  <a:close/>
                  <a:moveTo>
                    <a:pt x="771525" y="402607"/>
                  </a:moveTo>
                  <a:lnTo>
                    <a:pt x="771525" y="631207"/>
                  </a:lnTo>
                  <a:lnTo>
                    <a:pt x="742950" y="631207"/>
                  </a:lnTo>
                  <a:lnTo>
                    <a:pt x="742950" y="516907"/>
                  </a:lnTo>
                  <a:lnTo>
                    <a:pt x="628650" y="516907"/>
                  </a:lnTo>
                  <a:lnTo>
                    <a:pt x="628650" y="431182"/>
                  </a:lnTo>
                  <a:lnTo>
                    <a:pt x="487204" y="431182"/>
                  </a:lnTo>
                  <a:cubicBezTo>
                    <a:pt x="491804" y="421953"/>
                    <a:pt x="495848" y="412423"/>
                    <a:pt x="499334" y="402607"/>
                  </a:cubicBezTo>
                  <a:close/>
                  <a:moveTo>
                    <a:pt x="314339" y="615048"/>
                  </a:moveTo>
                  <a:cubicBezTo>
                    <a:pt x="314668" y="599575"/>
                    <a:pt x="318997" y="584416"/>
                    <a:pt x="326927" y="571100"/>
                  </a:cubicBezTo>
                  <a:lnTo>
                    <a:pt x="331784" y="562942"/>
                  </a:lnTo>
                  <a:cubicBezTo>
                    <a:pt x="335556" y="561799"/>
                    <a:pt x="339200" y="560370"/>
                    <a:pt x="342900" y="559056"/>
                  </a:cubicBezTo>
                  <a:lnTo>
                    <a:pt x="342900" y="631207"/>
                  </a:lnTo>
                  <a:lnTo>
                    <a:pt x="318811" y="631207"/>
                  </a:lnTo>
                  <a:close/>
                  <a:moveTo>
                    <a:pt x="371475" y="546911"/>
                  </a:moveTo>
                  <a:cubicBezTo>
                    <a:pt x="411666" y="526852"/>
                    <a:pt x="445999" y="496805"/>
                    <a:pt x="470859" y="459757"/>
                  </a:cubicBezTo>
                  <a:lnTo>
                    <a:pt x="600075" y="459757"/>
                  </a:lnTo>
                  <a:lnTo>
                    <a:pt x="600075" y="516907"/>
                  </a:lnTo>
                  <a:lnTo>
                    <a:pt x="514350" y="516907"/>
                  </a:lnTo>
                  <a:lnTo>
                    <a:pt x="514350" y="631207"/>
                  </a:lnTo>
                  <a:lnTo>
                    <a:pt x="371475" y="631207"/>
                  </a:lnTo>
                  <a:close/>
                  <a:moveTo>
                    <a:pt x="542925" y="545482"/>
                  </a:moveTo>
                  <a:lnTo>
                    <a:pt x="714375" y="545482"/>
                  </a:lnTo>
                  <a:lnTo>
                    <a:pt x="714375" y="631207"/>
                  </a:lnTo>
                  <a:lnTo>
                    <a:pt x="542925" y="631207"/>
                  </a:lnTo>
                  <a:close/>
                  <a:moveTo>
                    <a:pt x="628650" y="222785"/>
                  </a:moveTo>
                  <a:lnTo>
                    <a:pt x="748865" y="102570"/>
                  </a:lnTo>
                  <a:lnTo>
                    <a:pt x="701816" y="55521"/>
                  </a:lnTo>
                  <a:lnTo>
                    <a:pt x="854693" y="33690"/>
                  </a:lnTo>
                  <a:lnTo>
                    <a:pt x="832861" y="186566"/>
                  </a:lnTo>
                  <a:lnTo>
                    <a:pt x="785813" y="139517"/>
                  </a:lnTo>
                  <a:lnTo>
                    <a:pt x="628650" y="296680"/>
                  </a:lnTo>
                  <a:lnTo>
                    <a:pt x="514350" y="182380"/>
                  </a:lnTo>
                  <a:lnTo>
                    <a:pt x="214098" y="482632"/>
                  </a:lnTo>
                  <a:cubicBezTo>
                    <a:pt x="195667" y="477831"/>
                    <a:pt x="178394" y="470173"/>
                    <a:pt x="162906" y="459929"/>
                  </a:cubicBezTo>
                  <a:lnTo>
                    <a:pt x="514350" y="108485"/>
                  </a:lnTo>
                  <a:close/>
                  <a:moveTo>
                    <a:pt x="428625" y="316882"/>
                  </a:moveTo>
                  <a:cubicBezTo>
                    <a:pt x="428625" y="411423"/>
                    <a:pt x="351715" y="488332"/>
                    <a:pt x="257175" y="488332"/>
                  </a:cubicBezTo>
                  <a:cubicBezTo>
                    <a:pt x="254489" y="488332"/>
                    <a:pt x="251860" y="488047"/>
                    <a:pt x="249203" y="487932"/>
                  </a:cubicBezTo>
                  <a:lnTo>
                    <a:pt x="428211" y="308924"/>
                  </a:lnTo>
                  <a:cubicBezTo>
                    <a:pt x="428325" y="311582"/>
                    <a:pt x="428625" y="314225"/>
                    <a:pt x="428625" y="316882"/>
                  </a:cubicBezTo>
                  <a:close/>
                  <a:moveTo>
                    <a:pt x="85725" y="316882"/>
                  </a:moveTo>
                  <a:cubicBezTo>
                    <a:pt x="85725" y="222342"/>
                    <a:pt x="162635" y="145432"/>
                    <a:pt x="257175" y="145432"/>
                  </a:cubicBezTo>
                  <a:cubicBezTo>
                    <a:pt x="305110" y="145432"/>
                    <a:pt x="349958" y="165321"/>
                    <a:pt x="382362" y="200068"/>
                  </a:cubicBezTo>
                  <a:lnTo>
                    <a:pt x="140389" y="442041"/>
                  </a:lnTo>
                  <a:cubicBezTo>
                    <a:pt x="106842" y="410737"/>
                    <a:pt x="85725" y="366274"/>
                    <a:pt x="85725" y="316882"/>
                  </a:cubicBezTo>
                  <a:close/>
                  <a:moveTo>
                    <a:pt x="28575" y="316882"/>
                  </a:moveTo>
                  <a:cubicBezTo>
                    <a:pt x="28575" y="190838"/>
                    <a:pt x="131131" y="88282"/>
                    <a:pt x="257175" y="88282"/>
                  </a:cubicBezTo>
                  <a:cubicBezTo>
                    <a:pt x="320140" y="88282"/>
                    <a:pt x="379605" y="114329"/>
                    <a:pt x="422710" y="159720"/>
                  </a:cubicBezTo>
                  <a:lnTo>
                    <a:pt x="402550" y="179880"/>
                  </a:lnTo>
                  <a:cubicBezTo>
                    <a:pt x="364817" y="139760"/>
                    <a:pt x="312782" y="116857"/>
                    <a:pt x="257175" y="116857"/>
                  </a:cubicBezTo>
                  <a:cubicBezTo>
                    <a:pt x="146876" y="116857"/>
                    <a:pt x="57150" y="206583"/>
                    <a:pt x="57150" y="316882"/>
                  </a:cubicBezTo>
                  <a:cubicBezTo>
                    <a:pt x="57150" y="427182"/>
                    <a:pt x="146876" y="516907"/>
                    <a:pt x="257175" y="516907"/>
                  </a:cubicBezTo>
                  <a:cubicBezTo>
                    <a:pt x="367475" y="516907"/>
                    <a:pt x="457200" y="427182"/>
                    <a:pt x="457200" y="316882"/>
                  </a:cubicBezTo>
                  <a:cubicBezTo>
                    <a:pt x="457200" y="305495"/>
                    <a:pt x="455986" y="294180"/>
                    <a:pt x="454085" y="283050"/>
                  </a:cubicBezTo>
                  <a:lnTo>
                    <a:pt x="478260" y="258875"/>
                  </a:lnTo>
                  <a:cubicBezTo>
                    <a:pt x="483189" y="277720"/>
                    <a:pt x="485775" y="297123"/>
                    <a:pt x="485775" y="316882"/>
                  </a:cubicBezTo>
                  <a:cubicBezTo>
                    <a:pt x="485775" y="442927"/>
                    <a:pt x="383219" y="545482"/>
                    <a:pt x="257175" y="545482"/>
                  </a:cubicBezTo>
                  <a:cubicBezTo>
                    <a:pt x="131131" y="545482"/>
                    <a:pt x="28575" y="442927"/>
                    <a:pt x="28575" y="316882"/>
                  </a:cubicBezTo>
                  <a:close/>
                  <a:moveTo>
                    <a:pt x="257175" y="574057"/>
                  </a:moveTo>
                  <a:cubicBezTo>
                    <a:pt x="270091" y="574057"/>
                    <a:pt x="282678" y="572786"/>
                    <a:pt x="295080" y="570943"/>
                  </a:cubicBezTo>
                  <a:cubicBezTo>
                    <a:pt x="290808" y="581058"/>
                    <a:pt x="288036" y="591731"/>
                    <a:pt x="286707" y="602632"/>
                  </a:cubicBezTo>
                  <a:lnTo>
                    <a:pt x="227628" y="602632"/>
                  </a:lnTo>
                  <a:cubicBezTo>
                    <a:pt x="226300" y="591731"/>
                    <a:pt x="223528" y="581058"/>
                    <a:pt x="219256" y="570943"/>
                  </a:cubicBezTo>
                  <a:cubicBezTo>
                    <a:pt x="231672" y="572786"/>
                    <a:pt x="244259" y="574057"/>
                    <a:pt x="257175" y="574057"/>
                  </a:cubicBezTo>
                  <a:close/>
                  <a:moveTo>
                    <a:pt x="185738" y="788370"/>
                  </a:moveTo>
                  <a:lnTo>
                    <a:pt x="185738" y="782569"/>
                  </a:lnTo>
                  <a:cubicBezTo>
                    <a:pt x="185738" y="777883"/>
                    <a:pt x="186195" y="773168"/>
                    <a:pt x="186881" y="769568"/>
                  </a:cubicBezTo>
                  <a:lnTo>
                    <a:pt x="225185" y="631207"/>
                  </a:lnTo>
                  <a:lnTo>
                    <a:pt x="289665" y="631207"/>
                  </a:lnTo>
                  <a:lnTo>
                    <a:pt x="327241" y="768539"/>
                  </a:lnTo>
                  <a:cubicBezTo>
                    <a:pt x="328155" y="773168"/>
                    <a:pt x="328613" y="777883"/>
                    <a:pt x="328613" y="782569"/>
                  </a:cubicBezTo>
                  <a:lnTo>
                    <a:pt x="328613" y="788370"/>
                  </a:lnTo>
                  <a:cubicBezTo>
                    <a:pt x="328613" y="827761"/>
                    <a:pt x="296566" y="859807"/>
                    <a:pt x="257175" y="859807"/>
                  </a:cubicBezTo>
                  <a:cubicBezTo>
                    <a:pt x="217784" y="859807"/>
                    <a:pt x="185738" y="827761"/>
                    <a:pt x="185738" y="788370"/>
                  </a:cubicBezTo>
                  <a:close/>
                  <a:moveTo>
                    <a:pt x="771525" y="859807"/>
                  </a:moveTo>
                  <a:lnTo>
                    <a:pt x="327027" y="859807"/>
                  </a:lnTo>
                  <a:cubicBezTo>
                    <a:pt x="345615" y="841634"/>
                    <a:pt x="357188" y="816345"/>
                    <a:pt x="357188" y="788370"/>
                  </a:cubicBezTo>
                  <a:lnTo>
                    <a:pt x="357188" y="782569"/>
                  </a:lnTo>
                  <a:cubicBezTo>
                    <a:pt x="357188" y="779783"/>
                    <a:pt x="357002" y="776954"/>
                    <a:pt x="356745" y="774082"/>
                  </a:cubicBezTo>
                  <a:lnTo>
                    <a:pt x="771525" y="774082"/>
                  </a:lnTo>
                  <a:close/>
                  <a:moveTo>
                    <a:pt x="350458" y="745507"/>
                  </a:moveTo>
                  <a:lnTo>
                    <a:pt x="326727" y="659782"/>
                  </a:lnTo>
                  <a:lnTo>
                    <a:pt x="775911" y="659782"/>
                  </a:lnTo>
                  <a:lnTo>
                    <a:pt x="808058" y="745507"/>
                  </a:lnTo>
                  <a:close/>
                  <a:moveTo>
                    <a:pt x="857250" y="675956"/>
                  </a:moveTo>
                  <a:lnTo>
                    <a:pt x="800100" y="637851"/>
                  </a:lnTo>
                  <a:lnTo>
                    <a:pt x="800100" y="415009"/>
                  </a:lnTo>
                  <a:lnTo>
                    <a:pt x="857250" y="453114"/>
                  </a:lnTo>
                  <a:close/>
                </a:path>
              </a:pathLst>
            </a:custGeom>
            <a:grpFill/>
            <a:ln w="14288" cap="flat">
              <a:noFill/>
              <a:prstDash val="solid"/>
              <a:miter/>
            </a:ln>
          </p:spPr>
          <p:txBody>
            <a:bodyPr/>
            <a:lstStyle/>
            <a:p>
              <a:endParaRPr lang="en-GB"/>
            </a:p>
          </p:txBody>
        </p:sp>
      </p:grpSp>
      <p:sp>
        <p:nvSpPr>
          <p:cNvPr id="58" name="Graphic 16">
            <a:extLst>
              <a:ext uri="{FF2B5EF4-FFF2-40B4-BE49-F238E27FC236}">
                <a16:creationId xmlns:a16="http://schemas.microsoft.com/office/drawing/2014/main" id="{9E69D2F3-D7A0-74B1-4897-5795620AEE64}"/>
              </a:ext>
            </a:extLst>
          </p:cNvPr>
          <p:cNvSpPr>
            <a:spLocks noChangeAspect="1"/>
          </p:cNvSpPr>
          <p:nvPr/>
        </p:nvSpPr>
        <p:spPr>
          <a:xfrm>
            <a:off x="8296865" y="3223836"/>
            <a:ext cx="503557" cy="480913"/>
          </a:xfrm>
          <a:custGeom>
            <a:avLst/>
            <a:gdLst>
              <a:gd name="csX0" fmla="*/ 529197 w 900114"/>
              <a:gd name="csY0" fmla="*/ 753967 h 859639"/>
              <a:gd name="csX1" fmla="*/ 514455 w 900114"/>
              <a:gd name="csY1" fmla="*/ 753967 h 859639"/>
              <a:gd name="csX2" fmla="*/ 514455 w 900114"/>
              <a:gd name="csY2" fmla="*/ 516963 h 859639"/>
              <a:gd name="csX3" fmla="*/ 501954 w 900114"/>
              <a:gd name="csY3" fmla="*/ 504461 h 859639"/>
              <a:gd name="csX4" fmla="*/ 442191 w 900114"/>
              <a:gd name="csY4" fmla="*/ 504461 h 859639"/>
              <a:gd name="csX5" fmla="*/ 429689 w 900114"/>
              <a:gd name="csY5" fmla="*/ 516963 h 859639"/>
              <a:gd name="csX6" fmla="*/ 429689 w 900114"/>
              <a:gd name="csY6" fmla="*/ 753967 h 859639"/>
              <a:gd name="csX7" fmla="*/ 407235 w 900114"/>
              <a:gd name="csY7" fmla="*/ 753967 h 859639"/>
              <a:gd name="csX8" fmla="*/ 407235 w 900114"/>
              <a:gd name="csY8" fmla="*/ 634949 h 859639"/>
              <a:gd name="csX9" fmla="*/ 394733 w 900114"/>
              <a:gd name="csY9" fmla="*/ 622447 h 859639"/>
              <a:gd name="csX10" fmla="*/ 334970 w 900114"/>
              <a:gd name="csY10" fmla="*/ 622447 h 859639"/>
              <a:gd name="csX11" fmla="*/ 322469 w 900114"/>
              <a:gd name="csY11" fmla="*/ 634949 h 859639"/>
              <a:gd name="csX12" fmla="*/ 322469 w 900114"/>
              <a:gd name="csY12" fmla="*/ 753967 h 859639"/>
              <a:gd name="csX13" fmla="*/ 300016 w 900114"/>
              <a:gd name="csY13" fmla="*/ 753967 h 859639"/>
              <a:gd name="csX14" fmla="*/ 300016 w 900114"/>
              <a:gd name="csY14" fmla="*/ 569034 h 859639"/>
              <a:gd name="csX15" fmla="*/ 287515 w 900114"/>
              <a:gd name="csY15" fmla="*/ 556532 h 859639"/>
              <a:gd name="csX16" fmla="*/ 227752 w 900114"/>
              <a:gd name="csY16" fmla="*/ 556532 h 859639"/>
              <a:gd name="csX17" fmla="*/ 215250 w 900114"/>
              <a:gd name="csY17" fmla="*/ 569034 h 859639"/>
              <a:gd name="csX18" fmla="*/ 215250 w 900114"/>
              <a:gd name="csY18" fmla="*/ 753967 h 859639"/>
              <a:gd name="csX19" fmla="*/ 192796 w 900114"/>
              <a:gd name="csY19" fmla="*/ 753967 h 859639"/>
              <a:gd name="csX20" fmla="*/ 192796 w 900114"/>
              <a:gd name="csY20" fmla="*/ 672739 h 859639"/>
              <a:gd name="csX21" fmla="*/ 180294 w 900114"/>
              <a:gd name="csY21" fmla="*/ 660238 h 859639"/>
              <a:gd name="csX22" fmla="*/ 120533 w 900114"/>
              <a:gd name="csY22" fmla="*/ 660238 h 859639"/>
              <a:gd name="csX23" fmla="*/ 108031 w 900114"/>
              <a:gd name="csY23" fmla="*/ 672739 h 859639"/>
              <a:gd name="csX24" fmla="*/ 108031 w 900114"/>
              <a:gd name="csY24" fmla="*/ 753967 h 859639"/>
              <a:gd name="csX25" fmla="*/ 93288 w 900114"/>
              <a:gd name="csY25" fmla="*/ 753967 h 859639"/>
              <a:gd name="csX26" fmla="*/ 80787 w 900114"/>
              <a:gd name="csY26" fmla="*/ 766469 h 859639"/>
              <a:gd name="csX27" fmla="*/ 93288 w 900114"/>
              <a:gd name="csY27" fmla="*/ 778971 h 859639"/>
              <a:gd name="csX28" fmla="*/ 529197 w 900114"/>
              <a:gd name="csY28" fmla="*/ 778971 h 859639"/>
              <a:gd name="csX29" fmla="*/ 541698 w 900114"/>
              <a:gd name="csY29" fmla="*/ 766469 h 859639"/>
              <a:gd name="csX30" fmla="*/ 529197 w 900114"/>
              <a:gd name="csY30" fmla="*/ 753967 h 859639"/>
              <a:gd name="csX31" fmla="*/ 454693 w 900114"/>
              <a:gd name="csY31" fmla="*/ 529464 h 859639"/>
              <a:gd name="csX32" fmla="*/ 489452 w 900114"/>
              <a:gd name="csY32" fmla="*/ 529464 h 859639"/>
              <a:gd name="csX33" fmla="*/ 489452 w 900114"/>
              <a:gd name="csY33" fmla="*/ 753967 h 859639"/>
              <a:gd name="csX34" fmla="*/ 454693 w 900114"/>
              <a:gd name="csY34" fmla="*/ 753967 h 859639"/>
              <a:gd name="csX35" fmla="*/ 347472 w 900114"/>
              <a:gd name="csY35" fmla="*/ 647451 h 859639"/>
              <a:gd name="csX36" fmla="*/ 382232 w 900114"/>
              <a:gd name="csY36" fmla="*/ 647451 h 859639"/>
              <a:gd name="csX37" fmla="*/ 382232 w 900114"/>
              <a:gd name="csY37" fmla="*/ 753967 h 859639"/>
              <a:gd name="csX38" fmla="*/ 347472 w 900114"/>
              <a:gd name="csY38" fmla="*/ 753967 h 859639"/>
              <a:gd name="csX39" fmla="*/ 240253 w 900114"/>
              <a:gd name="csY39" fmla="*/ 581535 h 859639"/>
              <a:gd name="csX40" fmla="*/ 275013 w 900114"/>
              <a:gd name="csY40" fmla="*/ 581535 h 859639"/>
              <a:gd name="csX41" fmla="*/ 275013 w 900114"/>
              <a:gd name="csY41" fmla="*/ 753967 h 859639"/>
              <a:gd name="csX42" fmla="*/ 240253 w 900114"/>
              <a:gd name="csY42" fmla="*/ 753967 h 859639"/>
              <a:gd name="csX43" fmla="*/ 133034 w 900114"/>
              <a:gd name="csY43" fmla="*/ 685239 h 859639"/>
              <a:gd name="csX44" fmla="*/ 167792 w 900114"/>
              <a:gd name="csY44" fmla="*/ 685239 h 859639"/>
              <a:gd name="csX45" fmla="*/ 167792 w 900114"/>
              <a:gd name="csY45" fmla="*/ 753966 h 859639"/>
              <a:gd name="csX46" fmla="*/ 133034 w 900114"/>
              <a:gd name="csY46" fmla="*/ 753966 h 859639"/>
              <a:gd name="csX47" fmla="*/ 364853 w 900114"/>
              <a:gd name="csY47" fmla="*/ 518083 h 859639"/>
              <a:gd name="csX48" fmla="*/ 338519 w 900114"/>
              <a:gd name="csY48" fmla="*/ 527293 h 859639"/>
              <a:gd name="csX49" fmla="*/ 298116 w 900114"/>
              <a:gd name="csY49" fmla="*/ 499637 h 859639"/>
              <a:gd name="csX50" fmla="*/ 300016 w 900114"/>
              <a:gd name="csY50" fmla="*/ 487079 h 859639"/>
              <a:gd name="csX51" fmla="*/ 257634 w 900114"/>
              <a:gd name="csY51" fmla="*/ 444697 h 859639"/>
              <a:gd name="csX52" fmla="*/ 215252 w 900114"/>
              <a:gd name="csY52" fmla="*/ 487079 h 859639"/>
              <a:gd name="csX53" fmla="*/ 219599 w 900114"/>
              <a:gd name="csY53" fmla="*/ 505753 h 859639"/>
              <a:gd name="csX54" fmla="*/ 171293 w 900114"/>
              <a:gd name="csY54" fmla="*/ 551289 h 859639"/>
              <a:gd name="csX55" fmla="*/ 150415 w 900114"/>
              <a:gd name="csY55" fmla="*/ 545766 h 859639"/>
              <a:gd name="csX56" fmla="*/ 108033 w 900114"/>
              <a:gd name="csY56" fmla="*/ 588149 h 859639"/>
              <a:gd name="csX57" fmla="*/ 150415 w 900114"/>
              <a:gd name="csY57" fmla="*/ 630531 h 859639"/>
              <a:gd name="csX58" fmla="*/ 192796 w 900114"/>
              <a:gd name="csY58" fmla="*/ 588149 h 859639"/>
              <a:gd name="csX59" fmla="*/ 188449 w 900114"/>
              <a:gd name="csY59" fmla="*/ 569477 h 859639"/>
              <a:gd name="csX60" fmla="*/ 236756 w 900114"/>
              <a:gd name="csY60" fmla="*/ 523940 h 859639"/>
              <a:gd name="csX61" fmla="*/ 257634 w 900114"/>
              <a:gd name="csY61" fmla="*/ 529461 h 859639"/>
              <a:gd name="csX62" fmla="*/ 283966 w 900114"/>
              <a:gd name="csY62" fmla="*/ 520251 h 859639"/>
              <a:gd name="csX63" fmla="*/ 324369 w 900114"/>
              <a:gd name="csY63" fmla="*/ 547906 h 859639"/>
              <a:gd name="csX64" fmla="*/ 322469 w 900114"/>
              <a:gd name="csY64" fmla="*/ 560465 h 859639"/>
              <a:gd name="csX65" fmla="*/ 364851 w 900114"/>
              <a:gd name="csY65" fmla="*/ 602847 h 859639"/>
              <a:gd name="csX66" fmla="*/ 407233 w 900114"/>
              <a:gd name="csY66" fmla="*/ 560465 h 859639"/>
              <a:gd name="csX67" fmla="*/ 400664 w 900114"/>
              <a:gd name="csY67" fmla="*/ 537842 h 859639"/>
              <a:gd name="csX68" fmla="*/ 455244 w 900114"/>
              <a:gd name="csY68" fmla="*/ 474059 h 859639"/>
              <a:gd name="csX69" fmla="*/ 472072 w 900114"/>
              <a:gd name="csY69" fmla="*/ 477551 h 859639"/>
              <a:gd name="csX70" fmla="*/ 514454 w 900114"/>
              <a:gd name="csY70" fmla="*/ 435169 h 859639"/>
              <a:gd name="csX71" fmla="*/ 472072 w 900114"/>
              <a:gd name="csY71" fmla="*/ 392787 h 859639"/>
              <a:gd name="csX72" fmla="*/ 429688 w 900114"/>
              <a:gd name="csY72" fmla="*/ 435169 h 859639"/>
              <a:gd name="csX73" fmla="*/ 436258 w 900114"/>
              <a:gd name="csY73" fmla="*/ 457791 h 859639"/>
              <a:gd name="csX74" fmla="*/ 381678 w 900114"/>
              <a:gd name="csY74" fmla="*/ 521572 h 859639"/>
              <a:gd name="csX75" fmla="*/ 364851 w 900114"/>
              <a:gd name="csY75" fmla="*/ 518081 h 859639"/>
              <a:gd name="csX76" fmla="*/ 150415 w 900114"/>
              <a:gd name="csY76" fmla="*/ 605529 h 859639"/>
              <a:gd name="csX77" fmla="*/ 133036 w 900114"/>
              <a:gd name="csY77" fmla="*/ 588150 h 859639"/>
              <a:gd name="csX78" fmla="*/ 150415 w 900114"/>
              <a:gd name="csY78" fmla="*/ 570771 h 859639"/>
              <a:gd name="csX79" fmla="*/ 167792 w 900114"/>
              <a:gd name="csY79" fmla="*/ 588150 h 859639"/>
              <a:gd name="csX80" fmla="*/ 150415 w 900114"/>
              <a:gd name="csY80" fmla="*/ 605529 h 859639"/>
              <a:gd name="csX81" fmla="*/ 257634 w 900114"/>
              <a:gd name="csY81" fmla="*/ 504458 h 859639"/>
              <a:gd name="csX82" fmla="*/ 240255 w 900114"/>
              <a:gd name="csY82" fmla="*/ 487079 h 859639"/>
              <a:gd name="csX83" fmla="*/ 257634 w 900114"/>
              <a:gd name="csY83" fmla="*/ 469700 h 859639"/>
              <a:gd name="csX84" fmla="*/ 275013 w 900114"/>
              <a:gd name="csY84" fmla="*/ 487079 h 859639"/>
              <a:gd name="csX85" fmla="*/ 257634 w 900114"/>
              <a:gd name="csY85" fmla="*/ 504458 h 859639"/>
              <a:gd name="csX86" fmla="*/ 364853 w 900114"/>
              <a:gd name="csY86" fmla="*/ 577845 h 859639"/>
              <a:gd name="csX87" fmla="*/ 347474 w 900114"/>
              <a:gd name="csY87" fmla="*/ 560467 h 859639"/>
              <a:gd name="csX88" fmla="*/ 364853 w 900114"/>
              <a:gd name="csY88" fmla="*/ 543088 h 859639"/>
              <a:gd name="csX89" fmla="*/ 382232 w 900114"/>
              <a:gd name="csY89" fmla="*/ 560467 h 859639"/>
              <a:gd name="csX90" fmla="*/ 364853 w 900114"/>
              <a:gd name="csY90" fmla="*/ 577845 h 859639"/>
              <a:gd name="csX91" fmla="*/ 472073 w 900114"/>
              <a:gd name="csY91" fmla="*/ 417790 h 859639"/>
              <a:gd name="csX92" fmla="*/ 489452 w 900114"/>
              <a:gd name="csY92" fmla="*/ 435169 h 859639"/>
              <a:gd name="csX93" fmla="*/ 472073 w 900114"/>
              <a:gd name="csY93" fmla="*/ 452548 h 859639"/>
              <a:gd name="csX94" fmla="*/ 454693 w 900114"/>
              <a:gd name="csY94" fmla="*/ 435169 h 859639"/>
              <a:gd name="csX95" fmla="*/ 472073 w 900114"/>
              <a:gd name="csY95" fmla="*/ 417790 h 859639"/>
              <a:gd name="csX96" fmla="*/ 207437 w 900114"/>
              <a:gd name="csY96" fmla="*/ 399741 h 859639"/>
              <a:gd name="csX97" fmla="*/ 219938 w 900114"/>
              <a:gd name="csY97" fmla="*/ 387239 h 859639"/>
              <a:gd name="csX98" fmla="*/ 219938 w 900114"/>
              <a:gd name="csY98" fmla="*/ 280308 h 859639"/>
              <a:gd name="csX99" fmla="*/ 312557 w 900114"/>
              <a:gd name="csY99" fmla="*/ 226834 h 859639"/>
              <a:gd name="csX100" fmla="*/ 318383 w 900114"/>
              <a:gd name="csY100" fmla="*/ 219238 h 859639"/>
              <a:gd name="csX101" fmla="*/ 317127 w 900114"/>
              <a:gd name="csY101" fmla="*/ 209748 h 859639"/>
              <a:gd name="csX102" fmla="*/ 207437 w 900114"/>
              <a:gd name="csY102" fmla="*/ 146440 h 859639"/>
              <a:gd name="csX103" fmla="*/ 80787 w 900114"/>
              <a:gd name="csY103" fmla="*/ 273091 h 859639"/>
              <a:gd name="csX104" fmla="*/ 207437 w 900114"/>
              <a:gd name="csY104" fmla="*/ 399743 h 859639"/>
              <a:gd name="csX105" fmla="*/ 288547 w 900114"/>
              <a:gd name="csY105" fmla="*/ 211826 h 859639"/>
              <a:gd name="csX106" fmla="*/ 219938 w 900114"/>
              <a:gd name="csY106" fmla="*/ 251439 h 859639"/>
              <a:gd name="csX107" fmla="*/ 219938 w 900114"/>
              <a:gd name="csY107" fmla="*/ 172238 h 859639"/>
              <a:gd name="csX108" fmla="*/ 288547 w 900114"/>
              <a:gd name="csY108" fmla="*/ 211826 h 859639"/>
              <a:gd name="csX109" fmla="*/ 194935 w 900114"/>
              <a:gd name="csY109" fmla="*/ 172239 h 859639"/>
              <a:gd name="csX110" fmla="*/ 194935 w 900114"/>
              <a:gd name="csY110" fmla="*/ 373974 h 859639"/>
              <a:gd name="csX111" fmla="*/ 105790 w 900114"/>
              <a:gd name="csY111" fmla="*/ 273091 h 859639"/>
              <a:gd name="csX112" fmla="*/ 194935 w 900114"/>
              <a:gd name="csY112" fmla="*/ 172239 h 859639"/>
              <a:gd name="csX113" fmla="*/ 333751 w 900114"/>
              <a:gd name="csY113" fmla="*/ 233506 h 859639"/>
              <a:gd name="csX114" fmla="*/ 323589 w 900114"/>
              <a:gd name="csY114" fmla="*/ 234553 h 859639"/>
              <a:gd name="csX115" fmla="*/ 236356 w 900114"/>
              <a:gd name="csY115" fmla="*/ 284916 h 859639"/>
              <a:gd name="csX116" fmla="*/ 230106 w 900114"/>
              <a:gd name="csY116" fmla="*/ 295742 h 859639"/>
              <a:gd name="csX117" fmla="*/ 230106 w 900114"/>
              <a:gd name="csY117" fmla="*/ 396451 h 859639"/>
              <a:gd name="csX118" fmla="*/ 234278 w 900114"/>
              <a:gd name="csY118" fmla="*/ 405774 h 859639"/>
              <a:gd name="csX119" fmla="*/ 242607 w 900114"/>
              <a:gd name="csY119" fmla="*/ 408953 h 859639"/>
              <a:gd name="csX120" fmla="*/ 244009 w 900114"/>
              <a:gd name="csY120" fmla="*/ 408874 h 859639"/>
              <a:gd name="csX121" fmla="*/ 351317 w 900114"/>
              <a:gd name="csY121" fmla="*/ 288641 h 859639"/>
              <a:gd name="csX122" fmla="*/ 341302 w 900114"/>
              <a:gd name="csY122" fmla="*/ 240389 h 859639"/>
              <a:gd name="csX123" fmla="*/ 333751 w 900114"/>
              <a:gd name="csY123" fmla="*/ 233506 h 859639"/>
              <a:gd name="csX124" fmla="*/ 255109 w 900114"/>
              <a:gd name="csY124" fmla="*/ 381421 h 859639"/>
              <a:gd name="csX125" fmla="*/ 255109 w 900114"/>
              <a:gd name="csY125" fmla="*/ 302961 h 859639"/>
              <a:gd name="csX126" fmla="*/ 323055 w 900114"/>
              <a:gd name="csY126" fmla="*/ 263731 h 859639"/>
              <a:gd name="csX127" fmla="*/ 326314 w 900114"/>
              <a:gd name="csY127" fmla="*/ 288641 h 859639"/>
              <a:gd name="csX128" fmla="*/ 255109 w 900114"/>
              <a:gd name="csY128" fmla="*/ 381421 h 859639"/>
              <a:gd name="csX129" fmla="*/ 541700 w 900114"/>
              <a:gd name="csY129" fmla="*/ 279560 h 859639"/>
              <a:gd name="csX130" fmla="*/ 529198 w 900114"/>
              <a:gd name="csY130" fmla="*/ 292062 h 859639"/>
              <a:gd name="csX131" fmla="*/ 391226 w 900114"/>
              <a:gd name="csY131" fmla="*/ 292062 h 859639"/>
              <a:gd name="csX132" fmla="*/ 378724 w 900114"/>
              <a:gd name="csY132" fmla="*/ 279560 h 859639"/>
              <a:gd name="csX133" fmla="*/ 391226 w 900114"/>
              <a:gd name="csY133" fmla="*/ 267058 h 859639"/>
              <a:gd name="csX134" fmla="*/ 529198 w 900114"/>
              <a:gd name="csY134" fmla="*/ 267058 h 859639"/>
              <a:gd name="csX135" fmla="*/ 541700 w 900114"/>
              <a:gd name="csY135" fmla="*/ 279560 h 859639"/>
              <a:gd name="csX136" fmla="*/ 541700 w 900114"/>
              <a:gd name="csY136" fmla="*/ 167141 h 859639"/>
              <a:gd name="csX137" fmla="*/ 529198 w 900114"/>
              <a:gd name="csY137" fmla="*/ 179642 h 859639"/>
              <a:gd name="csX138" fmla="*/ 340978 w 900114"/>
              <a:gd name="csY138" fmla="*/ 179642 h 859639"/>
              <a:gd name="csX139" fmla="*/ 328477 w 900114"/>
              <a:gd name="csY139" fmla="*/ 167141 h 859639"/>
              <a:gd name="csX140" fmla="*/ 340978 w 900114"/>
              <a:gd name="csY140" fmla="*/ 154639 h 859639"/>
              <a:gd name="csX141" fmla="*/ 529198 w 900114"/>
              <a:gd name="csY141" fmla="*/ 154639 h 859639"/>
              <a:gd name="csX142" fmla="*/ 541700 w 900114"/>
              <a:gd name="csY142" fmla="*/ 167141 h 859639"/>
              <a:gd name="csX143" fmla="*/ 541700 w 900114"/>
              <a:gd name="csY143" fmla="*/ 335771 h 859639"/>
              <a:gd name="csX144" fmla="*/ 529198 w 900114"/>
              <a:gd name="csY144" fmla="*/ 348272 h 859639"/>
              <a:gd name="csX145" fmla="*/ 460213 w 900114"/>
              <a:gd name="csY145" fmla="*/ 348272 h 859639"/>
              <a:gd name="csX146" fmla="*/ 447711 w 900114"/>
              <a:gd name="csY146" fmla="*/ 335771 h 859639"/>
              <a:gd name="csX147" fmla="*/ 460213 w 900114"/>
              <a:gd name="csY147" fmla="*/ 323269 h 859639"/>
              <a:gd name="csX148" fmla="*/ 529198 w 900114"/>
              <a:gd name="csY148" fmla="*/ 323269 h 859639"/>
              <a:gd name="csX149" fmla="*/ 541700 w 900114"/>
              <a:gd name="csY149" fmla="*/ 335771 h 859639"/>
              <a:gd name="csX150" fmla="*/ 541700 w 900114"/>
              <a:gd name="csY150" fmla="*/ 223351 h 859639"/>
              <a:gd name="csX151" fmla="*/ 529198 w 900114"/>
              <a:gd name="csY151" fmla="*/ 235853 h 859639"/>
              <a:gd name="csX152" fmla="*/ 391226 w 900114"/>
              <a:gd name="csY152" fmla="*/ 235853 h 859639"/>
              <a:gd name="csX153" fmla="*/ 378724 w 900114"/>
              <a:gd name="csY153" fmla="*/ 223351 h 859639"/>
              <a:gd name="csX154" fmla="*/ 391226 w 900114"/>
              <a:gd name="csY154" fmla="*/ 210850 h 859639"/>
              <a:gd name="csX155" fmla="*/ 529198 w 900114"/>
              <a:gd name="csY155" fmla="*/ 210850 h 859639"/>
              <a:gd name="csX156" fmla="*/ 541700 w 900114"/>
              <a:gd name="csY156" fmla="*/ 223351 h 859639"/>
              <a:gd name="csX157" fmla="*/ 861052 w 900114"/>
              <a:gd name="csY157" fmla="*/ 27337 h 859639"/>
              <a:gd name="csX158" fmla="*/ 777703 w 900114"/>
              <a:gd name="csY158" fmla="*/ 0 h 859639"/>
              <a:gd name="csX159" fmla="*/ 694353 w 900114"/>
              <a:gd name="csY159" fmla="*/ 27337 h 859639"/>
              <a:gd name="csX160" fmla="*/ 692056 w 900114"/>
              <a:gd name="csY160" fmla="*/ 29272 h 859639"/>
              <a:gd name="csX161" fmla="*/ 651456 w 900114"/>
              <a:gd name="csY161" fmla="*/ 0 h 859639"/>
              <a:gd name="csX162" fmla="*/ 383021 w 900114"/>
              <a:gd name="csY162" fmla="*/ 0 h 859639"/>
              <a:gd name="csX163" fmla="*/ 114584 w 900114"/>
              <a:gd name="csY163" fmla="*/ 0 h 859639"/>
              <a:gd name="csX164" fmla="*/ 71777 w 900114"/>
              <a:gd name="csY164" fmla="*/ 42809 h 859639"/>
              <a:gd name="csX165" fmla="*/ 71777 w 900114"/>
              <a:gd name="csY165" fmla="*/ 71779 h 859639"/>
              <a:gd name="csX166" fmla="*/ 42809 w 900114"/>
              <a:gd name="csY166" fmla="*/ 71779 h 859639"/>
              <a:gd name="csX167" fmla="*/ 0 w 900114"/>
              <a:gd name="csY167" fmla="*/ 114586 h 859639"/>
              <a:gd name="csX168" fmla="*/ 0 w 900114"/>
              <a:gd name="csY168" fmla="*/ 816833 h 859639"/>
              <a:gd name="csX169" fmla="*/ 42809 w 900114"/>
              <a:gd name="csY169" fmla="*/ 859640 h 859639"/>
              <a:gd name="csX170" fmla="*/ 579680 w 900114"/>
              <a:gd name="csY170" fmla="*/ 859640 h 859639"/>
              <a:gd name="csX171" fmla="*/ 622487 w 900114"/>
              <a:gd name="csY171" fmla="*/ 816833 h 859639"/>
              <a:gd name="csX172" fmla="*/ 622487 w 900114"/>
              <a:gd name="csY172" fmla="*/ 787863 h 859639"/>
              <a:gd name="csX173" fmla="*/ 651456 w 900114"/>
              <a:gd name="csY173" fmla="*/ 787863 h 859639"/>
              <a:gd name="csX174" fmla="*/ 694265 w 900114"/>
              <a:gd name="csY174" fmla="*/ 745054 h 859639"/>
              <a:gd name="csX175" fmla="*/ 694265 w 900114"/>
              <a:gd name="csY175" fmla="*/ 711553 h 859639"/>
              <a:gd name="csX176" fmla="*/ 777704 w 900114"/>
              <a:gd name="csY176" fmla="*/ 711553 h 859639"/>
              <a:gd name="csX177" fmla="*/ 790206 w 900114"/>
              <a:gd name="csY177" fmla="*/ 699052 h 859639"/>
              <a:gd name="csX178" fmla="*/ 790206 w 900114"/>
              <a:gd name="csY178" fmla="*/ 412893 h 859639"/>
              <a:gd name="csX179" fmla="*/ 777704 w 900114"/>
              <a:gd name="csY179" fmla="*/ 400391 h 859639"/>
              <a:gd name="csX180" fmla="*/ 765203 w 900114"/>
              <a:gd name="csY180" fmla="*/ 412893 h 859639"/>
              <a:gd name="csX181" fmla="*/ 765203 w 900114"/>
              <a:gd name="csY181" fmla="*/ 686552 h 859639"/>
              <a:gd name="csX182" fmla="*/ 694265 w 900114"/>
              <a:gd name="csY182" fmla="*/ 686552 h 859639"/>
              <a:gd name="csX183" fmla="*/ 694265 w 900114"/>
              <a:gd name="csY183" fmla="*/ 207867 h 859639"/>
              <a:gd name="csX184" fmla="*/ 710248 w 900114"/>
              <a:gd name="csY184" fmla="*/ 250690 h 859639"/>
              <a:gd name="csX185" fmla="*/ 710248 w 900114"/>
              <a:gd name="csY185" fmla="*/ 254241 h 859639"/>
              <a:gd name="csX186" fmla="*/ 742093 w 900114"/>
              <a:gd name="csY186" fmla="*/ 286086 h 859639"/>
              <a:gd name="csX187" fmla="*/ 813316 w 900114"/>
              <a:gd name="csY187" fmla="*/ 286086 h 859639"/>
              <a:gd name="csX188" fmla="*/ 845159 w 900114"/>
              <a:gd name="csY188" fmla="*/ 254241 h 859639"/>
              <a:gd name="csX189" fmla="*/ 845159 w 900114"/>
              <a:gd name="csY189" fmla="*/ 250690 h 859639"/>
              <a:gd name="csX190" fmla="*/ 867260 w 900114"/>
              <a:gd name="csY190" fmla="*/ 199221 h 859639"/>
              <a:gd name="csX191" fmla="*/ 900114 w 900114"/>
              <a:gd name="csY191" fmla="*/ 110962 h 859639"/>
              <a:gd name="csX192" fmla="*/ 861054 w 900114"/>
              <a:gd name="csY192" fmla="*/ 27337 h 859639"/>
              <a:gd name="csX193" fmla="*/ 597484 w 900114"/>
              <a:gd name="csY193" fmla="*/ 816833 h 859639"/>
              <a:gd name="csX194" fmla="*/ 579680 w 900114"/>
              <a:gd name="csY194" fmla="*/ 834637 h 859639"/>
              <a:gd name="csX195" fmla="*/ 42809 w 900114"/>
              <a:gd name="csY195" fmla="*/ 834637 h 859639"/>
              <a:gd name="csX196" fmla="*/ 25003 w 900114"/>
              <a:gd name="csY196" fmla="*/ 816833 h 859639"/>
              <a:gd name="csX197" fmla="*/ 25003 w 900114"/>
              <a:gd name="csY197" fmla="*/ 114586 h 859639"/>
              <a:gd name="csX198" fmla="*/ 42809 w 900114"/>
              <a:gd name="csY198" fmla="*/ 96782 h 859639"/>
              <a:gd name="csX199" fmla="*/ 579678 w 900114"/>
              <a:gd name="csY199" fmla="*/ 96782 h 859639"/>
              <a:gd name="csX200" fmla="*/ 597484 w 900114"/>
              <a:gd name="csY200" fmla="*/ 114586 h 859639"/>
              <a:gd name="csX201" fmla="*/ 651456 w 900114"/>
              <a:gd name="csY201" fmla="*/ 762860 h 859639"/>
              <a:gd name="csX202" fmla="*/ 622487 w 900114"/>
              <a:gd name="csY202" fmla="*/ 762860 h 859639"/>
              <a:gd name="csX203" fmla="*/ 622487 w 900114"/>
              <a:gd name="csY203" fmla="*/ 114586 h 859639"/>
              <a:gd name="csX204" fmla="*/ 579678 w 900114"/>
              <a:gd name="csY204" fmla="*/ 71779 h 859639"/>
              <a:gd name="csX205" fmla="*/ 96780 w 900114"/>
              <a:gd name="csY205" fmla="*/ 71779 h 859639"/>
              <a:gd name="csX206" fmla="*/ 96780 w 900114"/>
              <a:gd name="csY206" fmla="*/ 42809 h 859639"/>
              <a:gd name="csX207" fmla="*/ 114584 w 900114"/>
              <a:gd name="csY207" fmla="*/ 25003 h 859639"/>
              <a:gd name="csX208" fmla="*/ 383021 w 900114"/>
              <a:gd name="csY208" fmla="*/ 25003 h 859639"/>
              <a:gd name="csX209" fmla="*/ 651456 w 900114"/>
              <a:gd name="csY209" fmla="*/ 25003 h 859639"/>
              <a:gd name="csX210" fmla="*/ 669260 w 900114"/>
              <a:gd name="csY210" fmla="*/ 42809 h 859639"/>
              <a:gd name="csX211" fmla="*/ 669260 w 900114"/>
              <a:gd name="csY211" fmla="*/ 56278 h 859639"/>
              <a:gd name="csX212" fmla="*/ 655294 w 900114"/>
              <a:gd name="csY212" fmla="*/ 110962 h 859639"/>
              <a:gd name="csX213" fmla="*/ 669260 w 900114"/>
              <a:gd name="csY213" fmla="*/ 169803 h 859639"/>
              <a:gd name="csX214" fmla="*/ 669260 w 900114"/>
              <a:gd name="csY214" fmla="*/ 697000 h 859639"/>
              <a:gd name="csX215" fmla="*/ 669078 w 900114"/>
              <a:gd name="csY215" fmla="*/ 699053 h 859639"/>
              <a:gd name="csX216" fmla="*/ 669262 w 900114"/>
              <a:gd name="csY216" fmla="*/ 701107 h 859639"/>
              <a:gd name="csX217" fmla="*/ 669262 w 900114"/>
              <a:gd name="csY217" fmla="*/ 745054 h 859639"/>
              <a:gd name="csX218" fmla="*/ 651456 w 900114"/>
              <a:gd name="csY218" fmla="*/ 762860 h 859639"/>
              <a:gd name="csX219" fmla="*/ 766444 w 900114"/>
              <a:gd name="csY219" fmla="*/ 160415 h 859639"/>
              <a:gd name="csX220" fmla="*/ 777703 w 900114"/>
              <a:gd name="csY220" fmla="*/ 149156 h 859639"/>
              <a:gd name="csX221" fmla="*/ 788961 w 900114"/>
              <a:gd name="csY221" fmla="*/ 160415 h 859639"/>
              <a:gd name="csX222" fmla="*/ 777703 w 900114"/>
              <a:gd name="csY222" fmla="*/ 171671 h 859639"/>
              <a:gd name="csX223" fmla="*/ 766444 w 900114"/>
              <a:gd name="csY223" fmla="*/ 160415 h 859639"/>
              <a:gd name="csX224" fmla="*/ 846938 w 900114"/>
              <a:gd name="csY224" fmla="*/ 184655 h 859639"/>
              <a:gd name="csX225" fmla="*/ 820154 w 900114"/>
              <a:gd name="csY225" fmla="*/ 250690 h 859639"/>
              <a:gd name="csX226" fmla="*/ 820154 w 900114"/>
              <a:gd name="csY226" fmla="*/ 254241 h 859639"/>
              <a:gd name="csX227" fmla="*/ 813314 w 900114"/>
              <a:gd name="csY227" fmla="*/ 261083 h 859639"/>
              <a:gd name="csX228" fmla="*/ 790204 w 900114"/>
              <a:gd name="csY228" fmla="*/ 261083 h 859639"/>
              <a:gd name="csX229" fmla="*/ 790204 w 900114"/>
              <a:gd name="csY229" fmla="*/ 194408 h 859639"/>
              <a:gd name="csX230" fmla="*/ 813964 w 900114"/>
              <a:gd name="csY230" fmla="*/ 160415 h 859639"/>
              <a:gd name="csX231" fmla="*/ 777703 w 900114"/>
              <a:gd name="csY231" fmla="*/ 124153 h 859639"/>
              <a:gd name="csX232" fmla="*/ 741441 w 900114"/>
              <a:gd name="csY232" fmla="*/ 160415 h 859639"/>
              <a:gd name="csX233" fmla="*/ 765201 w 900114"/>
              <a:gd name="csY233" fmla="*/ 194408 h 859639"/>
              <a:gd name="csX234" fmla="*/ 765201 w 900114"/>
              <a:gd name="csY234" fmla="*/ 261083 h 859639"/>
              <a:gd name="csX235" fmla="*/ 742093 w 900114"/>
              <a:gd name="csY235" fmla="*/ 261083 h 859639"/>
              <a:gd name="csX236" fmla="*/ 735251 w 900114"/>
              <a:gd name="csY236" fmla="*/ 254241 h 859639"/>
              <a:gd name="csX237" fmla="*/ 735251 w 900114"/>
              <a:gd name="csY237" fmla="*/ 250690 h 859639"/>
              <a:gd name="csX238" fmla="*/ 708467 w 900114"/>
              <a:gd name="csY238" fmla="*/ 184653 h 859639"/>
              <a:gd name="csX239" fmla="*/ 680298 w 900114"/>
              <a:gd name="csY239" fmla="*/ 110960 h 859639"/>
              <a:gd name="csX240" fmla="*/ 777704 w 900114"/>
              <a:gd name="csY240" fmla="*/ 25003 h 859639"/>
              <a:gd name="csX241" fmla="*/ 875111 w 900114"/>
              <a:gd name="csY241" fmla="*/ 110960 h 859639"/>
              <a:gd name="csX242" fmla="*/ 846942 w 900114"/>
              <a:gd name="csY242" fmla="*/ 184653 h 859639"/>
              <a:gd name="csX243" fmla="*/ 831047 w 900114"/>
              <a:gd name="csY243" fmla="*/ 343007 h 859639"/>
              <a:gd name="csX244" fmla="*/ 818545 w 900114"/>
              <a:gd name="csY244" fmla="*/ 355509 h 859639"/>
              <a:gd name="csX245" fmla="*/ 790204 w 900114"/>
              <a:gd name="csY245" fmla="*/ 355509 h 859639"/>
              <a:gd name="csX246" fmla="*/ 790204 w 900114"/>
              <a:gd name="csY246" fmla="*/ 361795 h 859639"/>
              <a:gd name="csX247" fmla="*/ 777703 w 900114"/>
              <a:gd name="csY247" fmla="*/ 374297 h 859639"/>
              <a:gd name="csX248" fmla="*/ 765201 w 900114"/>
              <a:gd name="csY248" fmla="*/ 361795 h 859639"/>
              <a:gd name="csX249" fmla="*/ 765201 w 900114"/>
              <a:gd name="csY249" fmla="*/ 355509 h 859639"/>
              <a:gd name="csX250" fmla="*/ 736862 w 900114"/>
              <a:gd name="csY250" fmla="*/ 355509 h 859639"/>
              <a:gd name="csX251" fmla="*/ 724360 w 900114"/>
              <a:gd name="csY251" fmla="*/ 343007 h 859639"/>
              <a:gd name="csX252" fmla="*/ 736862 w 900114"/>
              <a:gd name="csY252" fmla="*/ 330506 h 859639"/>
              <a:gd name="csX253" fmla="*/ 818545 w 900114"/>
              <a:gd name="csY253" fmla="*/ 330506 h 859639"/>
              <a:gd name="csX254" fmla="*/ 831047 w 900114"/>
              <a:gd name="csY254" fmla="*/ 343007 h 859639"/>
              <a:gd name="csX255" fmla="*/ 834433 w 900114"/>
              <a:gd name="csY255" fmla="*/ 308296 h 859639"/>
              <a:gd name="csX256" fmla="*/ 821931 w 900114"/>
              <a:gd name="csY256" fmla="*/ 320797 h 859639"/>
              <a:gd name="csX257" fmla="*/ 733476 w 900114"/>
              <a:gd name="csY257" fmla="*/ 320797 h 859639"/>
              <a:gd name="csX258" fmla="*/ 720974 w 900114"/>
              <a:gd name="csY258" fmla="*/ 308296 h 859639"/>
              <a:gd name="csX259" fmla="*/ 733476 w 900114"/>
              <a:gd name="csY259" fmla="*/ 295794 h 859639"/>
              <a:gd name="csX260" fmla="*/ 821931 w 900114"/>
              <a:gd name="csY260" fmla="*/ 295794 h 859639"/>
              <a:gd name="csX261" fmla="*/ 834433 w 900114"/>
              <a:gd name="csY261" fmla="*/ 308296 h 8596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Lst>
            <a:rect l="l" t="t" r="r" b="b"/>
            <a:pathLst>
              <a:path w="900114" h="859639">
                <a:moveTo>
                  <a:pt x="529197" y="753967"/>
                </a:moveTo>
                <a:lnTo>
                  <a:pt x="514455" y="753967"/>
                </a:lnTo>
                <a:lnTo>
                  <a:pt x="514455" y="516963"/>
                </a:lnTo>
                <a:cubicBezTo>
                  <a:pt x="514455" y="510058"/>
                  <a:pt x="508858" y="504461"/>
                  <a:pt x="501954" y="504461"/>
                </a:cubicBezTo>
                <a:lnTo>
                  <a:pt x="442191" y="504461"/>
                </a:lnTo>
                <a:cubicBezTo>
                  <a:pt x="435287" y="504461"/>
                  <a:pt x="429689" y="510058"/>
                  <a:pt x="429689" y="516963"/>
                </a:cubicBezTo>
                <a:lnTo>
                  <a:pt x="429689" y="753967"/>
                </a:lnTo>
                <a:lnTo>
                  <a:pt x="407235" y="753967"/>
                </a:lnTo>
                <a:lnTo>
                  <a:pt x="407235" y="634949"/>
                </a:lnTo>
                <a:cubicBezTo>
                  <a:pt x="407235" y="628045"/>
                  <a:pt x="401638" y="622447"/>
                  <a:pt x="394733" y="622447"/>
                </a:cubicBezTo>
                <a:lnTo>
                  <a:pt x="334970" y="622447"/>
                </a:lnTo>
                <a:cubicBezTo>
                  <a:pt x="328066" y="622447"/>
                  <a:pt x="322469" y="628045"/>
                  <a:pt x="322469" y="634949"/>
                </a:cubicBezTo>
                <a:lnTo>
                  <a:pt x="322469" y="753967"/>
                </a:lnTo>
                <a:lnTo>
                  <a:pt x="300016" y="753967"/>
                </a:lnTo>
                <a:lnTo>
                  <a:pt x="300016" y="569034"/>
                </a:lnTo>
                <a:cubicBezTo>
                  <a:pt x="300016" y="562129"/>
                  <a:pt x="294419" y="556532"/>
                  <a:pt x="287515" y="556532"/>
                </a:cubicBezTo>
                <a:lnTo>
                  <a:pt x="227752" y="556532"/>
                </a:lnTo>
                <a:cubicBezTo>
                  <a:pt x="220847" y="556532"/>
                  <a:pt x="215250" y="562129"/>
                  <a:pt x="215250" y="569034"/>
                </a:cubicBezTo>
                <a:lnTo>
                  <a:pt x="215250" y="753967"/>
                </a:lnTo>
                <a:lnTo>
                  <a:pt x="192796" y="753967"/>
                </a:lnTo>
                <a:lnTo>
                  <a:pt x="192796" y="672739"/>
                </a:lnTo>
                <a:cubicBezTo>
                  <a:pt x="192796" y="665835"/>
                  <a:pt x="187198" y="660238"/>
                  <a:pt x="180294" y="660238"/>
                </a:cubicBezTo>
                <a:lnTo>
                  <a:pt x="120533" y="660238"/>
                </a:lnTo>
                <a:cubicBezTo>
                  <a:pt x="113628" y="660238"/>
                  <a:pt x="108031" y="665835"/>
                  <a:pt x="108031" y="672739"/>
                </a:cubicBezTo>
                <a:lnTo>
                  <a:pt x="108031" y="753967"/>
                </a:lnTo>
                <a:lnTo>
                  <a:pt x="93288" y="753967"/>
                </a:lnTo>
                <a:cubicBezTo>
                  <a:pt x="86384" y="753967"/>
                  <a:pt x="80787" y="759565"/>
                  <a:pt x="80787" y="766469"/>
                </a:cubicBezTo>
                <a:cubicBezTo>
                  <a:pt x="80787" y="773373"/>
                  <a:pt x="86384" y="778971"/>
                  <a:pt x="93288" y="778971"/>
                </a:cubicBezTo>
                <a:lnTo>
                  <a:pt x="529197" y="778971"/>
                </a:lnTo>
                <a:cubicBezTo>
                  <a:pt x="536101" y="778971"/>
                  <a:pt x="541698" y="773373"/>
                  <a:pt x="541698" y="766469"/>
                </a:cubicBezTo>
                <a:cubicBezTo>
                  <a:pt x="541698" y="759565"/>
                  <a:pt x="536101" y="753967"/>
                  <a:pt x="529197" y="753967"/>
                </a:cubicBezTo>
                <a:close/>
                <a:moveTo>
                  <a:pt x="454693" y="529464"/>
                </a:moveTo>
                <a:lnTo>
                  <a:pt x="489452" y="529464"/>
                </a:lnTo>
                <a:lnTo>
                  <a:pt x="489452" y="753967"/>
                </a:lnTo>
                <a:lnTo>
                  <a:pt x="454693" y="753967"/>
                </a:lnTo>
                <a:close/>
                <a:moveTo>
                  <a:pt x="347472" y="647451"/>
                </a:moveTo>
                <a:lnTo>
                  <a:pt x="382232" y="647451"/>
                </a:lnTo>
                <a:lnTo>
                  <a:pt x="382232" y="753967"/>
                </a:lnTo>
                <a:lnTo>
                  <a:pt x="347472" y="753967"/>
                </a:lnTo>
                <a:close/>
                <a:moveTo>
                  <a:pt x="240253" y="581535"/>
                </a:moveTo>
                <a:lnTo>
                  <a:pt x="275013" y="581535"/>
                </a:lnTo>
                <a:lnTo>
                  <a:pt x="275013" y="753967"/>
                </a:lnTo>
                <a:lnTo>
                  <a:pt x="240253" y="753967"/>
                </a:lnTo>
                <a:close/>
                <a:moveTo>
                  <a:pt x="133034" y="685239"/>
                </a:moveTo>
                <a:lnTo>
                  <a:pt x="167792" y="685239"/>
                </a:lnTo>
                <a:lnTo>
                  <a:pt x="167792" y="753966"/>
                </a:lnTo>
                <a:lnTo>
                  <a:pt x="133034" y="753966"/>
                </a:lnTo>
                <a:close/>
                <a:moveTo>
                  <a:pt x="364853" y="518083"/>
                </a:moveTo>
                <a:cubicBezTo>
                  <a:pt x="354907" y="518083"/>
                  <a:pt x="345758" y="521535"/>
                  <a:pt x="338519" y="527293"/>
                </a:cubicBezTo>
                <a:lnTo>
                  <a:pt x="298116" y="499637"/>
                </a:lnTo>
                <a:cubicBezTo>
                  <a:pt x="299350" y="495667"/>
                  <a:pt x="300016" y="491449"/>
                  <a:pt x="300016" y="487079"/>
                </a:cubicBezTo>
                <a:cubicBezTo>
                  <a:pt x="300016" y="463710"/>
                  <a:pt x="281003" y="444697"/>
                  <a:pt x="257634" y="444697"/>
                </a:cubicBezTo>
                <a:cubicBezTo>
                  <a:pt x="234265" y="444697"/>
                  <a:pt x="215252" y="463710"/>
                  <a:pt x="215252" y="487079"/>
                </a:cubicBezTo>
                <a:cubicBezTo>
                  <a:pt x="215252" y="493778"/>
                  <a:pt x="216820" y="500114"/>
                  <a:pt x="219599" y="505753"/>
                </a:cubicBezTo>
                <a:lnTo>
                  <a:pt x="171293" y="551289"/>
                </a:lnTo>
                <a:cubicBezTo>
                  <a:pt x="165126" y="547781"/>
                  <a:pt x="158004" y="545766"/>
                  <a:pt x="150415" y="545766"/>
                </a:cubicBezTo>
                <a:cubicBezTo>
                  <a:pt x="127044" y="545766"/>
                  <a:pt x="108033" y="564780"/>
                  <a:pt x="108033" y="588149"/>
                </a:cubicBezTo>
                <a:cubicBezTo>
                  <a:pt x="108033" y="611518"/>
                  <a:pt x="127046" y="630531"/>
                  <a:pt x="150415" y="630531"/>
                </a:cubicBezTo>
                <a:cubicBezTo>
                  <a:pt x="173784" y="630531"/>
                  <a:pt x="192796" y="611518"/>
                  <a:pt x="192796" y="588149"/>
                </a:cubicBezTo>
                <a:cubicBezTo>
                  <a:pt x="192796" y="581450"/>
                  <a:pt x="191227" y="575113"/>
                  <a:pt x="188449" y="569477"/>
                </a:cubicBezTo>
                <a:lnTo>
                  <a:pt x="236756" y="523940"/>
                </a:lnTo>
                <a:cubicBezTo>
                  <a:pt x="242923" y="527448"/>
                  <a:pt x="250046" y="529461"/>
                  <a:pt x="257634" y="529461"/>
                </a:cubicBezTo>
                <a:cubicBezTo>
                  <a:pt x="267580" y="529461"/>
                  <a:pt x="276729" y="526009"/>
                  <a:pt x="283966" y="520251"/>
                </a:cubicBezTo>
                <a:lnTo>
                  <a:pt x="324369" y="547906"/>
                </a:lnTo>
                <a:cubicBezTo>
                  <a:pt x="323135" y="551876"/>
                  <a:pt x="322469" y="556095"/>
                  <a:pt x="322469" y="560465"/>
                </a:cubicBezTo>
                <a:cubicBezTo>
                  <a:pt x="322469" y="583836"/>
                  <a:pt x="341482" y="602847"/>
                  <a:pt x="364851" y="602847"/>
                </a:cubicBezTo>
                <a:cubicBezTo>
                  <a:pt x="388220" y="602847"/>
                  <a:pt x="407233" y="583834"/>
                  <a:pt x="407233" y="560465"/>
                </a:cubicBezTo>
                <a:cubicBezTo>
                  <a:pt x="407233" y="552149"/>
                  <a:pt x="404817" y="544393"/>
                  <a:pt x="400664" y="537842"/>
                </a:cubicBezTo>
                <a:lnTo>
                  <a:pt x="455244" y="474059"/>
                </a:lnTo>
                <a:cubicBezTo>
                  <a:pt x="460406" y="476301"/>
                  <a:pt x="466094" y="477551"/>
                  <a:pt x="472072" y="477551"/>
                </a:cubicBezTo>
                <a:cubicBezTo>
                  <a:pt x="495442" y="477551"/>
                  <a:pt x="514454" y="458538"/>
                  <a:pt x="514454" y="435169"/>
                </a:cubicBezTo>
                <a:cubicBezTo>
                  <a:pt x="514454" y="411800"/>
                  <a:pt x="495440" y="392787"/>
                  <a:pt x="472072" y="392787"/>
                </a:cubicBezTo>
                <a:cubicBezTo>
                  <a:pt x="448703" y="392787"/>
                  <a:pt x="429688" y="411800"/>
                  <a:pt x="429688" y="435169"/>
                </a:cubicBezTo>
                <a:cubicBezTo>
                  <a:pt x="429688" y="443484"/>
                  <a:pt x="432104" y="451240"/>
                  <a:pt x="436258" y="457791"/>
                </a:cubicBezTo>
                <a:lnTo>
                  <a:pt x="381678" y="521572"/>
                </a:lnTo>
                <a:cubicBezTo>
                  <a:pt x="376517" y="519331"/>
                  <a:pt x="370829" y="518081"/>
                  <a:pt x="364851" y="518081"/>
                </a:cubicBezTo>
                <a:close/>
                <a:moveTo>
                  <a:pt x="150415" y="605529"/>
                </a:moveTo>
                <a:cubicBezTo>
                  <a:pt x="140832" y="605529"/>
                  <a:pt x="133036" y="597734"/>
                  <a:pt x="133036" y="588150"/>
                </a:cubicBezTo>
                <a:cubicBezTo>
                  <a:pt x="133036" y="578567"/>
                  <a:pt x="140832" y="570771"/>
                  <a:pt x="150415" y="570771"/>
                </a:cubicBezTo>
                <a:cubicBezTo>
                  <a:pt x="159999" y="570771"/>
                  <a:pt x="167792" y="578567"/>
                  <a:pt x="167792" y="588150"/>
                </a:cubicBezTo>
                <a:cubicBezTo>
                  <a:pt x="167792" y="597734"/>
                  <a:pt x="159997" y="605529"/>
                  <a:pt x="150415" y="605529"/>
                </a:cubicBezTo>
                <a:close/>
                <a:moveTo>
                  <a:pt x="257634" y="504458"/>
                </a:moveTo>
                <a:cubicBezTo>
                  <a:pt x="248051" y="504458"/>
                  <a:pt x="240255" y="496662"/>
                  <a:pt x="240255" y="487079"/>
                </a:cubicBezTo>
                <a:cubicBezTo>
                  <a:pt x="240255" y="477495"/>
                  <a:pt x="248051" y="469700"/>
                  <a:pt x="257634" y="469700"/>
                </a:cubicBezTo>
                <a:cubicBezTo>
                  <a:pt x="267217" y="469700"/>
                  <a:pt x="275013" y="477495"/>
                  <a:pt x="275013" y="487079"/>
                </a:cubicBezTo>
                <a:cubicBezTo>
                  <a:pt x="275013" y="496662"/>
                  <a:pt x="267217" y="504458"/>
                  <a:pt x="257634" y="504458"/>
                </a:cubicBezTo>
                <a:close/>
                <a:moveTo>
                  <a:pt x="364853" y="577845"/>
                </a:moveTo>
                <a:cubicBezTo>
                  <a:pt x="355269" y="577845"/>
                  <a:pt x="347474" y="570050"/>
                  <a:pt x="347474" y="560467"/>
                </a:cubicBezTo>
                <a:cubicBezTo>
                  <a:pt x="347474" y="550883"/>
                  <a:pt x="355269" y="543088"/>
                  <a:pt x="364853" y="543088"/>
                </a:cubicBezTo>
                <a:cubicBezTo>
                  <a:pt x="374436" y="543088"/>
                  <a:pt x="382232" y="550883"/>
                  <a:pt x="382232" y="560467"/>
                </a:cubicBezTo>
                <a:cubicBezTo>
                  <a:pt x="382232" y="570050"/>
                  <a:pt x="374436" y="577845"/>
                  <a:pt x="364853" y="577845"/>
                </a:cubicBezTo>
                <a:close/>
                <a:moveTo>
                  <a:pt x="472073" y="417790"/>
                </a:moveTo>
                <a:cubicBezTo>
                  <a:pt x="481657" y="417790"/>
                  <a:pt x="489452" y="425585"/>
                  <a:pt x="489452" y="435169"/>
                </a:cubicBezTo>
                <a:cubicBezTo>
                  <a:pt x="489452" y="444752"/>
                  <a:pt x="481657" y="452548"/>
                  <a:pt x="472073" y="452548"/>
                </a:cubicBezTo>
                <a:cubicBezTo>
                  <a:pt x="462490" y="452548"/>
                  <a:pt x="454693" y="444752"/>
                  <a:pt x="454693" y="435169"/>
                </a:cubicBezTo>
                <a:cubicBezTo>
                  <a:pt x="454693" y="425585"/>
                  <a:pt x="462490" y="417790"/>
                  <a:pt x="472073" y="417790"/>
                </a:cubicBezTo>
                <a:close/>
                <a:moveTo>
                  <a:pt x="207437" y="399741"/>
                </a:moveTo>
                <a:cubicBezTo>
                  <a:pt x="214341" y="399741"/>
                  <a:pt x="219938" y="394144"/>
                  <a:pt x="219938" y="387239"/>
                </a:cubicBezTo>
                <a:lnTo>
                  <a:pt x="219938" y="280308"/>
                </a:lnTo>
                <a:lnTo>
                  <a:pt x="312557" y="226834"/>
                </a:lnTo>
                <a:cubicBezTo>
                  <a:pt x="315429" y="225175"/>
                  <a:pt x="317525" y="222442"/>
                  <a:pt x="318383" y="219238"/>
                </a:cubicBezTo>
                <a:cubicBezTo>
                  <a:pt x="319240" y="216034"/>
                  <a:pt x="318790" y="212619"/>
                  <a:pt x="317127" y="209748"/>
                </a:cubicBezTo>
                <a:cubicBezTo>
                  <a:pt x="294535" y="170698"/>
                  <a:pt x="252503" y="146440"/>
                  <a:pt x="207437" y="146440"/>
                </a:cubicBezTo>
                <a:cubicBezTo>
                  <a:pt x="137601" y="146440"/>
                  <a:pt x="80787" y="203256"/>
                  <a:pt x="80787" y="273091"/>
                </a:cubicBezTo>
                <a:cubicBezTo>
                  <a:pt x="80787" y="342927"/>
                  <a:pt x="137601" y="399743"/>
                  <a:pt x="207437" y="399743"/>
                </a:cubicBezTo>
                <a:close/>
                <a:moveTo>
                  <a:pt x="288547" y="211826"/>
                </a:moveTo>
                <a:lnTo>
                  <a:pt x="219938" y="251439"/>
                </a:lnTo>
                <a:lnTo>
                  <a:pt x="219938" y="172238"/>
                </a:lnTo>
                <a:cubicBezTo>
                  <a:pt x="247124" y="175636"/>
                  <a:pt x="271980" y="189967"/>
                  <a:pt x="288547" y="211826"/>
                </a:cubicBezTo>
                <a:close/>
                <a:moveTo>
                  <a:pt x="194935" y="172239"/>
                </a:moveTo>
                <a:lnTo>
                  <a:pt x="194935" y="373974"/>
                </a:lnTo>
                <a:cubicBezTo>
                  <a:pt x="144763" y="367794"/>
                  <a:pt x="105790" y="324908"/>
                  <a:pt x="105790" y="273091"/>
                </a:cubicBezTo>
                <a:cubicBezTo>
                  <a:pt x="105790" y="221274"/>
                  <a:pt x="144768" y="178424"/>
                  <a:pt x="194935" y="172239"/>
                </a:cubicBezTo>
                <a:close/>
                <a:moveTo>
                  <a:pt x="333751" y="233506"/>
                </a:moveTo>
                <a:cubicBezTo>
                  <a:pt x="330368" y="232392"/>
                  <a:pt x="326673" y="232770"/>
                  <a:pt x="323589" y="234553"/>
                </a:cubicBezTo>
                <a:lnTo>
                  <a:pt x="236356" y="284916"/>
                </a:lnTo>
                <a:cubicBezTo>
                  <a:pt x="232488" y="287148"/>
                  <a:pt x="230106" y="291276"/>
                  <a:pt x="230106" y="295742"/>
                </a:cubicBezTo>
                <a:lnTo>
                  <a:pt x="230106" y="396451"/>
                </a:lnTo>
                <a:cubicBezTo>
                  <a:pt x="230106" y="400011"/>
                  <a:pt x="231624" y="403402"/>
                  <a:pt x="234278" y="405774"/>
                </a:cubicBezTo>
                <a:cubicBezTo>
                  <a:pt x="236581" y="407831"/>
                  <a:pt x="239550" y="408953"/>
                  <a:pt x="242607" y="408953"/>
                </a:cubicBezTo>
                <a:cubicBezTo>
                  <a:pt x="243073" y="408953"/>
                  <a:pt x="243539" y="408926"/>
                  <a:pt x="244009" y="408874"/>
                </a:cubicBezTo>
                <a:cubicBezTo>
                  <a:pt x="305185" y="401970"/>
                  <a:pt x="351317" y="350281"/>
                  <a:pt x="351317" y="288641"/>
                </a:cubicBezTo>
                <a:cubicBezTo>
                  <a:pt x="351317" y="271888"/>
                  <a:pt x="347947" y="255653"/>
                  <a:pt x="341302" y="240389"/>
                </a:cubicBezTo>
                <a:cubicBezTo>
                  <a:pt x="339880" y="237124"/>
                  <a:pt x="337133" y="234620"/>
                  <a:pt x="333751" y="233506"/>
                </a:cubicBezTo>
                <a:close/>
                <a:moveTo>
                  <a:pt x="255109" y="381421"/>
                </a:moveTo>
                <a:lnTo>
                  <a:pt x="255109" y="302961"/>
                </a:lnTo>
                <a:lnTo>
                  <a:pt x="323055" y="263731"/>
                </a:lnTo>
                <a:cubicBezTo>
                  <a:pt x="325223" y="271800"/>
                  <a:pt x="326314" y="280133"/>
                  <a:pt x="326314" y="288641"/>
                </a:cubicBezTo>
                <a:cubicBezTo>
                  <a:pt x="326314" y="332752"/>
                  <a:pt x="296550" y="370437"/>
                  <a:pt x="255109" y="381421"/>
                </a:cubicBezTo>
                <a:close/>
                <a:moveTo>
                  <a:pt x="541700" y="279560"/>
                </a:moveTo>
                <a:cubicBezTo>
                  <a:pt x="541700" y="286464"/>
                  <a:pt x="536103" y="292062"/>
                  <a:pt x="529198" y="292062"/>
                </a:cubicBezTo>
                <a:lnTo>
                  <a:pt x="391226" y="292062"/>
                </a:lnTo>
                <a:cubicBezTo>
                  <a:pt x="384321" y="292062"/>
                  <a:pt x="378724" y="286464"/>
                  <a:pt x="378724" y="279560"/>
                </a:cubicBezTo>
                <a:cubicBezTo>
                  <a:pt x="378724" y="272656"/>
                  <a:pt x="384321" y="267058"/>
                  <a:pt x="391226" y="267058"/>
                </a:cubicBezTo>
                <a:lnTo>
                  <a:pt x="529198" y="267058"/>
                </a:lnTo>
                <a:cubicBezTo>
                  <a:pt x="536103" y="267058"/>
                  <a:pt x="541700" y="272656"/>
                  <a:pt x="541700" y="279560"/>
                </a:cubicBezTo>
                <a:close/>
                <a:moveTo>
                  <a:pt x="541700" y="167141"/>
                </a:moveTo>
                <a:cubicBezTo>
                  <a:pt x="541700" y="174045"/>
                  <a:pt x="536103" y="179642"/>
                  <a:pt x="529198" y="179642"/>
                </a:cubicBezTo>
                <a:lnTo>
                  <a:pt x="340978" y="179642"/>
                </a:lnTo>
                <a:cubicBezTo>
                  <a:pt x="334074" y="179642"/>
                  <a:pt x="328477" y="174045"/>
                  <a:pt x="328477" y="167141"/>
                </a:cubicBezTo>
                <a:cubicBezTo>
                  <a:pt x="328477" y="160236"/>
                  <a:pt x="334074" y="154639"/>
                  <a:pt x="340978" y="154639"/>
                </a:cubicBezTo>
                <a:lnTo>
                  <a:pt x="529198" y="154639"/>
                </a:lnTo>
                <a:cubicBezTo>
                  <a:pt x="536103" y="154639"/>
                  <a:pt x="541700" y="160236"/>
                  <a:pt x="541700" y="167141"/>
                </a:cubicBezTo>
                <a:close/>
                <a:moveTo>
                  <a:pt x="541700" y="335771"/>
                </a:moveTo>
                <a:cubicBezTo>
                  <a:pt x="541700" y="342675"/>
                  <a:pt x="536103" y="348272"/>
                  <a:pt x="529198" y="348272"/>
                </a:cubicBezTo>
                <a:lnTo>
                  <a:pt x="460213" y="348272"/>
                </a:lnTo>
                <a:cubicBezTo>
                  <a:pt x="453308" y="348272"/>
                  <a:pt x="447711" y="342675"/>
                  <a:pt x="447711" y="335771"/>
                </a:cubicBezTo>
                <a:cubicBezTo>
                  <a:pt x="447711" y="328866"/>
                  <a:pt x="453308" y="323269"/>
                  <a:pt x="460213" y="323269"/>
                </a:cubicBezTo>
                <a:lnTo>
                  <a:pt x="529198" y="323269"/>
                </a:lnTo>
                <a:cubicBezTo>
                  <a:pt x="536103" y="323269"/>
                  <a:pt x="541700" y="328866"/>
                  <a:pt x="541700" y="335771"/>
                </a:cubicBezTo>
                <a:close/>
                <a:moveTo>
                  <a:pt x="541700" y="223351"/>
                </a:moveTo>
                <a:cubicBezTo>
                  <a:pt x="541700" y="230256"/>
                  <a:pt x="536103" y="235853"/>
                  <a:pt x="529198" y="235853"/>
                </a:cubicBezTo>
                <a:lnTo>
                  <a:pt x="391226" y="235853"/>
                </a:lnTo>
                <a:cubicBezTo>
                  <a:pt x="384321" y="235853"/>
                  <a:pt x="378724" y="230256"/>
                  <a:pt x="378724" y="223351"/>
                </a:cubicBezTo>
                <a:cubicBezTo>
                  <a:pt x="378724" y="216447"/>
                  <a:pt x="384321" y="210850"/>
                  <a:pt x="391226" y="210850"/>
                </a:cubicBezTo>
                <a:lnTo>
                  <a:pt x="529198" y="210850"/>
                </a:lnTo>
                <a:cubicBezTo>
                  <a:pt x="536103" y="210850"/>
                  <a:pt x="541700" y="216447"/>
                  <a:pt x="541700" y="223351"/>
                </a:cubicBezTo>
                <a:close/>
                <a:moveTo>
                  <a:pt x="861052" y="27337"/>
                </a:moveTo>
                <a:cubicBezTo>
                  <a:pt x="838914" y="9708"/>
                  <a:pt x="809314" y="0"/>
                  <a:pt x="777703" y="0"/>
                </a:cubicBezTo>
                <a:cubicBezTo>
                  <a:pt x="746092" y="0"/>
                  <a:pt x="716491" y="9708"/>
                  <a:pt x="694353" y="27337"/>
                </a:cubicBezTo>
                <a:cubicBezTo>
                  <a:pt x="693563" y="27966"/>
                  <a:pt x="692822" y="28627"/>
                  <a:pt x="692056" y="29272"/>
                </a:cubicBezTo>
                <a:cubicBezTo>
                  <a:pt x="686377" y="12284"/>
                  <a:pt x="670328" y="0"/>
                  <a:pt x="651456" y="0"/>
                </a:cubicBezTo>
                <a:lnTo>
                  <a:pt x="383021" y="0"/>
                </a:lnTo>
                <a:cubicBezTo>
                  <a:pt x="383021" y="0"/>
                  <a:pt x="114584" y="0"/>
                  <a:pt x="114584" y="0"/>
                </a:cubicBezTo>
                <a:cubicBezTo>
                  <a:pt x="90979" y="0"/>
                  <a:pt x="71777" y="19204"/>
                  <a:pt x="71777" y="42809"/>
                </a:cubicBezTo>
                <a:lnTo>
                  <a:pt x="71777" y="71779"/>
                </a:lnTo>
                <a:lnTo>
                  <a:pt x="42809" y="71779"/>
                </a:lnTo>
                <a:cubicBezTo>
                  <a:pt x="19204" y="71779"/>
                  <a:pt x="0" y="90981"/>
                  <a:pt x="0" y="114586"/>
                </a:cubicBezTo>
                <a:lnTo>
                  <a:pt x="0" y="816833"/>
                </a:lnTo>
                <a:cubicBezTo>
                  <a:pt x="0" y="840435"/>
                  <a:pt x="19204" y="859640"/>
                  <a:pt x="42809" y="859640"/>
                </a:cubicBezTo>
                <a:lnTo>
                  <a:pt x="579680" y="859640"/>
                </a:lnTo>
                <a:cubicBezTo>
                  <a:pt x="603284" y="859640"/>
                  <a:pt x="622487" y="840435"/>
                  <a:pt x="622487" y="816833"/>
                </a:cubicBezTo>
                <a:lnTo>
                  <a:pt x="622487" y="787863"/>
                </a:lnTo>
                <a:lnTo>
                  <a:pt x="651456" y="787863"/>
                </a:lnTo>
                <a:cubicBezTo>
                  <a:pt x="675061" y="787863"/>
                  <a:pt x="694265" y="768659"/>
                  <a:pt x="694265" y="745054"/>
                </a:cubicBezTo>
                <a:lnTo>
                  <a:pt x="694265" y="711553"/>
                </a:lnTo>
                <a:lnTo>
                  <a:pt x="777704" y="711553"/>
                </a:lnTo>
                <a:cubicBezTo>
                  <a:pt x="784609" y="711553"/>
                  <a:pt x="790206" y="705956"/>
                  <a:pt x="790206" y="699052"/>
                </a:cubicBezTo>
                <a:lnTo>
                  <a:pt x="790206" y="412893"/>
                </a:lnTo>
                <a:cubicBezTo>
                  <a:pt x="790206" y="405988"/>
                  <a:pt x="784609" y="400391"/>
                  <a:pt x="777704" y="400391"/>
                </a:cubicBezTo>
                <a:cubicBezTo>
                  <a:pt x="770800" y="400391"/>
                  <a:pt x="765203" y="405988"/>
                  <a:pt x="765203" y="412893"/>
                </a:cubicBezTo>
                <a:lnTo>
                  <a:pt x="765203" y="686552"/>
                </a:lnTo>
                <a:lnTo>
                  <a:pt x="694265" y="686552"/>
                </a:lnTo>
                <a:lnTo>
                  <a:pt x="694265" y="207867"/>
                </a:lnTo>
                <a:cubicBezTo>
                  <a:pt x="703563" y="221349"/>
                  <a:pt x="710248" y="233615"/>
                  <a:pt x="710248" y="250690"/>
                </a:cubicBezTo>
                <a:lnTo>
                  <a:pt x="710248" y="254241"/>
                </a:lnTo>
                <a:cubicBezTo>
                  <a:pt x="710248" y="271800"/>
                  <a:pt x="724533" y="286086"/>
                  <a:pt x="742093" y="286086"/>
                </a:cubicBezTo>
                <a:lnTo>
                  <a:pt x="813316" y="286086"/>
                </a:lnTo>
                <a:cubicBezTo>
                  <a:pt x="830873" y="286086"/>
                  <a:pt x="845159" y="271800"/>
                  <a:pt x="845159" y="254241"/>
                </a:cubicBezTo>
                <a:lnTo>
                  <a:pt x="845159" y="250690"/>
                </a:lnTo>
                <a:cubicBezTo>
                  <a:pt x="845159" y="230056"/>
                  <a:pt x="854912" y="216448"/>
                  <a:pt x="867260" y="199221"/>
                </a:cubicBezTo>
                <a:cubicBezTo>
                  <a:pt x="882659" y="177738"/>
                  <a:pt x="900114" y="153389"/>
                  <a:pt x="900114" y="110962"/>
                </a:cubicBezTo>
                <a:cubicBezTo>
                  <a:pt x="900114" y="76602"/>
                  <a:pt x="886607" y="47686"/>
                  <a:pt x="861054" y="27337"/>
                </a:cubicBezTo>
                <a:close/>
                <a:moveTo>
                  <a:pt x="597484" y="816833"/>
                </a:moveTo>
                <a:cubicBezTo>
                  <a:pt x="597484" y="826650"/>
                  <a:pt x="589497" y="834637"/>
                  <a:pt x="579680" y="834637"/>
                </a:cubicBezTo>
                <a:lnTo>
                  <a:pt x="42809" y="834637"/>
                </a:lnTo>
                <a:cubicBezTo>
                  <a:pt x="32992" y="834637"/>
                  <a:pt x="25003" y="826650"/>
                  <a:pt x="25003" y="816833"/>
                </a:cubicBezTo>
                <a:lnTo>
                  <a:pt x="25003" y="114586"/>
                </a:lnTo>
                <a:cubicBezTo>
                  <a:pt x="25003" y="104768"/>
                  <a:pt x="32992" y="96782"/>
                  <a:pt x="42809" y="96782"/>
                </a:cubicBezTo>
                <a:lnTo>
                  <a:pt x="579678" y="96782"/>
                </a:lnTo>
                <a:cubicBezTo>
                  <a:pt x="589495" y="96782"/>
                  <a:pt x="597484" y="104768"/>
                  <a:pt x="597484" y="114586"/>
                </a:cubicBezTo>
                <a:close/>
                <a:moveTo>
                  <a:pt x="651456" y="762860"/>
                </a:moveTo>
                <a:lnTo>
                  <a:pt x="622487" y="762860"/>
                </a:lnTo>
                <a:lnTo>
                  <a:pt x="622487" y="114586"/>
                </a:lnTo>
                <a:cubicBezTo>
                  <a:pt x="622487" y="90981"/>
                  <a:pt x="603283" y="71779"/>
                  <a:pt x="579678" y="71779"/>
                </a:cubicBezTo>
                <a:lnTo>
                  <a:pt x="96780" y="71779"/>
                </a:lnTo>
                <a:lnTo>
                  <a:pt x="96780" y="42809"/>
                </a:lnTo>
                <a:cubicBezTo>
                  <a:pt x="96780" y="32990"/>
                  <a:pt x="104767" y="25003"/>
                  <a:pt x="114584" y="25003"/>
                </a:cubicBezTo>
                <a:lnTo>
                  <a:pt x="383021" y="25003"/>
                </a:lnTo>
                <a:cubicBezTo>
                  <a:pt x="383021" y="25003"/>
                  <a:pt x="651456" y="25003"/>
                  <a:pt x="651456" y="25003"/>
                </a:cubicBezTo>
                <a:cubicBezTo>
                  <a:pt x="661274" y="25003"/>
                  <a:pt x="669260" y="32990"/>
                  <a:pt x="669260" y="42809"/>
                </a:cubicBezTo>
                <a:lnTo>
                  <a:pt x="669260" y="56278"/>
                </a:lnTo>
                <a:cubicBezTo>
                  <a:pt x="660075" y="72168"/>
                  <a:pt x="655294" y="90599"/>
                  <a:pt x="655294" y="110962"/>
                </a:cubicBezTo>
                <a:cubicBezTo>
                  <a:pt x="655294" y="135729"/>
                  <a:pt x="661247" y="154330"/>
                  <a:pt x="669260" y="169803"/>
                </a:cubicBezTo>
                <a:lnTo>
                  <a:pt x="669260" y="697000"/>
                </a:lnTo>
                <a:cubicBezTo>
                  <a:pt x="669152" y="697669"/>
                  <a:pt x="669078" y="698353"/>
                  <a:pt x="669078" y="699053"/>
                </a:cubicBezTo>
                <a:cubicBezTo>
                  <a:pt x="669078" y="699754"/>
                  <a:pt x="669150" y="700438"/>
                  <a:pt x="669262" y="701107"/>
                </a:cubicBezTo>
                <a:lnTo>
                  <a:pt x="669262" y="745054"/>
                </a:lnTo>
                <a:cubicBezTo>
                  <a:pt x="669262" y="754871"/>
                  <a:pt x="661274" y="762860"/>
                  <a:pt x="651456" y="762860"/>
                </a:cubicBezTo>
                <a:close/>
                <a:moveTo>
                  <a:pt x="766444" y="160415"/>
                </a:moveTo>
                <a:cubicBezTo>
                  <a:pt x="766444" y="154207"/>
                  <a:pt x="771495" y="149156"/>
                  <a:pt x="777703" y="149156"/>
                </a:cubicBezTo>
                <a:cubicBezTo>
                  <a:pt x="783911" y="149156"/>
                  <a:pt x="788961" y="154207"/>
                  <a:pt x="788961" y="160415"/>
                </a:cubicBezTo>
                <a:cubicBezTo>
                  <a:pt x="788961" y="166623"/>
                  <a:pt x="783911" y="171671"/>
                  <a:pt x="777703" y="171671"/>
                </a:cubicBezTo>
                <a:cubicBezTo>
                  <a:pt x="771495" y="171671"/>
                  <a:pt x="766444" y="166621"/>
                  <a:pt x="766444" y="160415"/>
                </a:cubicBezTo>
                <a:close/>
                <a:moveTo>
                  <a:pt x="846938" y="184655"/>
                </a:moveTo>
                <a:cubicBezTo>
                  <a:pt x="833770" y="203025"/>
                  <a:pt x="820154" y="222019"/>
                  <a:pt x="820154" y="250690"/>
                </a:cubicBezTo>
                <a:lnTo>
                  <a:pt x="820154" y="254241"/>
                </a:lnTo>
                <a:cubicBezTo>
                  <a:pt x="820154" y="257950"/>
                  <a:pt x="817022" y="261083"/>
                  <a:pt x="813314" y="261083"/>
                </a:cubicBezTo>
                <a:lnTo>
                  <a:pt x="790204" y="261083"/>
                </a:lnTo>
                <a:lnTo>
                  <a:pt x="790204" y="194408"/>
                </a:lnTo>
                <a:cubicBezTo>
                  <a:pt x="804047" y="189299"/>
                  <a:pt x="813964" y="176011"/>
                  <a:pt x="813964" y="160415"/>
                </a:cubicBezTo>
                <a:cubicBezTo>
                  <a:pt x="813964" y="140421"/>
                  <a:pt x="797698" y="124153"/>
                  <a:pt x="777703" y="124153"/>
                </a:cubicBezTo>
                <a:cubicBezTo>
                  <a:pt x="757707" y="124153"/>
                  <a:pt x="741441" y="140419"/>
                  <a:pt x="741441" y="160415"/>
                </a:cubicBezTo>
                <a:cubicBezTo>
                  <a:pt x="741441" y="176011"/>
                  <a:pt x="751356" y="189299"/>
                  <a:pt x="765201" y="194408"/>
                </a:cubicBezTo>
                <a:lnTo>
                  <a:pt x="765201" y="261083"/>
                </a:lnTo>
                <a:lnTo>
                  <a:pt x="742093" y="261083"/>
                </a:lnTo>
                <a:cubicBezTo>
                  <a:pt x="738383" y="261083"/>
                  <a:pt x="735251" y="257950"/>
                  <a:pt x="735251" y="254241"/>
                </a:cubicBezTo>
                <a:lnTo>
                  <a:pt x="735251" y="250690"/>
                </a:lnTo>
                <a:cubicBezTo>
                  <a:pt x="735251" y="222019"/>
                  <a:pt x="721635" y="203024"/>
                  <a:pt x="708467" y="184653"/>
                </a:cubicBezTo>
                <a:cubicBezTo>
                  <a:pt x="693981" y="164442"/>
                  <a:pt x="680298" y="145352"/>
                  <a:pt x="680298" y="110960"/>
                </a:cubicBezTo>
                <a:cubicBezTo>
                  <a:pt x="680298" y="51901"/>
                  <a:pt x="730790" y="25003"/>
                  <a:pt x="777704" y="25003"/>
                </a:cubicBezTo>
                <a:cubicBezTo>
                  <a:pt x="824619" y="25003"/>
                  <a:pt x="875111" y="51903"/>
                  <a:pt x="875111" y="110960"/>
                </a:cubicBezTo>
                <a:cubicBezTo>
                  <a:pt x="875111" y="145352"/>
                  <a:pt x="861427" y="164442"/>
                  <a:pt x="846942" y="184653"/>
                </a:cubicBezTo>
                <a:close/>
                <a:moveTo>
                  <a:pt x="831047" y="343007"/>
                </a:moveTo>
                <a:cubicBezTo>
                  <a:pt x="831047" y="349912"/>
                  <a:pt x="825450" y="355509"/>
                  <a:pt x="818545" y="355509"/>
                </a:cubicBezTo>
                <a:lnTo>
                  <a:pt x="790204" y="355509"/>
                </a:lnTo>
                <a:lnTo>
                  <a:pt x="790204" y="361795"/>
                </a:lnTo>
                <a:cubicBezTo>
                  <a:pt x="790204" y="368700"/>
                  <a:pt x="784607" y="374297"/>
                  <a:pt x="777703" y="374297"/>
                </a:cubicBezTo>
                <a:cubicBezTo>
                  <a:pt x="770798" y="374297"/>
                  <a:pt x="765201" y="368700"/>
                  <a:pt x="765201" y="361795"/>
                </a:cubicBezTo>
                <a:lnTo>
                  <a:pt x="765201" y="355509"/>
                </a:lnTo>
                <a:lnTo>
                  <a:pt x="736862" y="355509"/>
                </a:lnTo>
                <a:cubicBezTo>
                  <a:pt x="729957" y="355509"/>
                  <a:pt x="724360" y="349912"/>
                  <a:pt x="724360" y="343007"/>
                </a:cubicBezTo>
                <a:cubicBezTo>
                  <a:pt x="724360" y="336103"/>
                  <a:pt x="729957" y="330506"/>
                  <a:pt x="736862" y="330506"/>
                </a:cubicBezTo>
                <a:lnTo>
                  <a:pt x="818545" y="330506"/>
                </a:lnTo>
                <a:cubicBezTo>
                  <a:pt x="825450" y="330506"/>
                  <a:pt x="831047" y="336103"/>
                  <a:pt x="831047" y="343007"/>
                </a:cubicBezTo>
                <a:close/>
                <a:moveTo>
                  <a:pt x="834433" y="308296"/>
                </a:moveTo>
                <a:cubicBezTo>
                  <a:pt x="834433" y="315200"/>
                  <a:pt x="828836" y="320797"/>
                  <a:pt x="821931" y="320797"/>
                </a:cubicBezTo>
                <a:lnTo>
                  <a:pt x="733476" y="320797"/>
                </a:lnTo>
                <a:cubicBezTo>
                  <a:pt x="726571" y="320797"/>
                  <a:pt x="720974" y="315200"/>
                  <a:pt x="720974" y="308296"/>
                </a:cubicBezTo>
                <a:cubicBezTo>
                  <a:pt x="720974" y="301391"/>
                  <a:pt x="726571" y="295794"/>
                  <a:pt x="733476" y="295794"/>
                </a:cubicBezTo>
                <a:lnTo>
                  <a:pt x="821931" y="295794"/>
                </a:lnTo>
                <a:cubicBezTo>
                  <a:pt x="828836" y="295794"/>
                  <a:pt x="834433" y="301391"/>
                  <a:pt x="834433" y="308296"/>
                </a:cubicBezTo>
                <a:close/>
              </a:path>
            </a:pathLst>
          </a:custGeom>
          <a:solidFill>
            <a:schemeClr val="bg1"/>
          </a:solidFill>
          <a:ln w="1786" cap="flat">
            <a:noFill/>
            <a:prstDash val="solid"/>
            <a:miter/>
          </a:ln>
        </p:spPr>
        <p:txBody>
          <a:bodyPr/>
          <a:lstStyle/>
          <a:p>
            <a:endParaRPr lang="en-GB"/>
          </a:p>
        </p:txBody>
      </p:sp>
      <p:sp>
        <p:nvSpPr>
          <p:cNvPr id="59" name="Graphic 18">
            <a:extLst>
              <a:ext uri="{FF2B5EF4-FFF2-40B4-BE49-F238E27FC236}">
                <a16:creationId xmlns:a16="http://schemas.microsoft.com/office/drawing/2014/main" id="{D2EC043F-5C23-5D35-DB05-E4DF4FC55209}"/>
              </a:ext>
            </a:extLst>
          </p:cNvPr>
          <p:cNvSpPr>
            <a:spLocks noChangeAspect="1"/>
          </p:cNvSpPr>
          <p:nvPr/>
        </p:nvSpPr>
        <p:spPr>
          <a:xfrm>
            <a:off x="10370793" y="4195192"/>
            <a:ext cx="509904" cy="480913"/>
          </a:xfrm>
          <a:custGeom>
            <a:avLst/>
            <a:gdLst>
              <a:gd name="csX0" fmla="*/ 870956 w 910843"/>
              <a:gd name="csY0" fmla="*/ 0 h 859057"/>
              <a:gd name="csX1" fmla="*/ 365797 w 910843"/>
              <a:gd name="csY1" fmla="*/ 0 h 859057"/>
              <a:gd name="csX2" fmla="*/ 325910 w 910843"/>
              <a:gd name="csY2" fmla="*/ 39887 h 859057"/>
              <a:gd name="csX3" fmla="*/ 325910 w 910843"/>
              <a:gd name="csY3" fmla="*/ 419631 h 859057"/>
              <a:gd name="csX4" fmla="*/ 310574 w 910843"/>
              <a:gd name="csY4" fmla="*/ 407154 h 859057"/>
              <a:gd name="csX5" fmla="*/ 308009 w 910843"/>
              <a:gd name="csY5" fmla="*/ 393012 h 859057"/>
              <a:gd name="csX6" fmla="*/ 297681 w 910843"/>
              <a:gd name="csY6" fmla="*/ 375122 h 859057"/>
              <a:gd name="csX7" fmla="*/ 268547 w 910843"/>
              <a:gd name="csY7" fmla="*/ 367317 h 859057"/>
              <a:gd name="csX8" fmla="*/ 156606 w 910843"/>
              <a:gd name="csY8" fmla="*/ 431947 h 859057"/>
              <a:gd name="csX9" fmla="*/ 148800 w 910843"/>
              <a:gd name="csY9" fmla="*/ 461081 h 859057"/>
              <a:gd name="csX10" fmla="*/ 159128 w 910843"/>
              <a:gd name="csY10" fmla="*/ 478971 h 859057"/>
              <a:gd name="csX11" fmla="*/ 170090 w 910843"/>
              <a:gd name="csY11" fmla="*/ 488229 h 859057"/>
              <a:gd name="csX12" fmla="*/ 177568 w 910843"/>
              <a:gd name="csY12" fmla="*/ 524073 h 859057"/>
              <a:gd name="csX13" fmla="*/ 23117 w 910843"/>
              <a:gd name="csY13" fmla="*/ 613245 h 859057"/>
              <a:gd name="csX14" fmla="*/ 6188 w 910843"/>
              <a:gd name="csY14" fmla="*/ 676427 h 859057"/>
              <a:gd name="csX15" fmla="*/ 46321 w 910843"/>
              <a:gd name="csY15" fmla="*/ 699545 h 859057"/>
              <a:gd name="csX16" fmla="*/ 69371 w 910843"/>
              <a:gd name="csY16" fmla="*/ 693358 h 859057"/>
              <a:gd name="csX17" fmla="*/ 223297 w 910843"/>
              <a:gd name="csY17" fmla="*/ 604488 h 859057"/>
              <a:gd name="csX18" fmla="*/ 252440 w 910843"/>
              <a:gd name="csY18" fmla="*/ 630888 h 859057"/>
              <a:gd name="csX19" fmla="*/ 255004 w 910843"/>
              <a:gd name="csY19" fmla="*/ 645031 h 859057"/>
              <a:gd name="csX20" fmla="*/ 265333 w 910843"/>
              <a:gd name="csY20" fmla="*/ 662919 h 859057"/>
              <a:gd name="csX21" fmla="*/ 278286 w 910843"/>
              <a:gd name="csY21" fmla="*/ 672848 h 859057"/>
              <a:gd name="csX22" fmla="*/ 283853 w 910843"/>
              <a:gd name="csY22" fmla="*/ 673586 h 859057"/>
              <a:gd name="csX23" fmla="*/ 294468 w 910843"/>
              <a:gd name="csY23" fmla="*/ 670725 h 859057"/>
              <a:gd name="csX24" fmla="*/ 325912 w 910843"/>
              <a:gd name="csY24" fmla="*/ 652571 h 859057"/>
              <a:gd name="csX25" fmla="*/ 325912 w 910843"/>
              <a:gd name="csY25" fmla="*/ 697491 h 859057"/>
              <a:gd name="csX26" fmla="*/ 225679 w 910843"/>
              <a:gd name="csY26" fmla="*/ 697491 h 859057"/>
              <a:gd name="csX27" fmla="*/ 183540 w 910843"/>
              <a:gd name="csY27" fmla="*/ 739630 h 859057"/>
              <a:gd name="csX28" fmla="*/ 183540 w 910843"/>
              <a:gd name="csY28" fmla="*/ 759731 h 859057"/>
              <a:gd name="csX29" fmla="*/ 172226 w 910843"/>
              <a:gd name="csY29" fmla="*/ 759731 h 859057"/>
              <a:gd name="csX30" fmla="*/ 144014 w 910843"/>
              <a:gd name="csY30" fmla="*/ 787943 h 859057"/>
              <a:gd name="csX31" fmla="*/ 144014 w 910843"/>
              <a:gd name="csY31" fmla="*/ 830845 h 859057"/>
              <a:gd name="csX32" fmla="*/ 172226 w 910843"/>
              <a:gd name="csY32" fmla="*/ 859057 h 859057"/>
              <a:gd name="csX33" fmla="*/ 417855 w 910843"/>
              <a:gd name="csY33" fmla="*/ 859057 h 859057"/>
              <a:gd name="csX34" fmla="*/ 438074 w 910843"/>
              <a:gd name="csY34" fmla="*/ 850480 h 859057"/>
              <a:gd name="csX35" fmla="*/ 870956 w 910843"/>
              <a:gd name="csY35" fmla="*/ 850480 h 859057"/>
              <a:gd name="csX36" fmla="*/ 910844 w 910843"/>
              <a:gd name="csY36" fmla="*/ 810592 h 859057"/>
              <a:gd name="csX37" fmla="*/ 910844 w 910843"/>
              <a:gd name="csY37" fmla="*/ 39887 h 859057"/>
              <a:gd name="csX38" fmla="*/ 870956 w 910843"/>
              <a:gd name="csY38" fmla="*/ 0 h 859057"/>
              <a:gd name="csX39" fmla="*/ 276559 w 910843"/>
              <a:gd name="csY39" fmla="*/ 395685 h 859057"/>
              <a:gd name="csX40" fmla="*/ 279641 w 910843"/>
              <a:gd name="csY40" fmla="*/ 401022 h 859057"/>
              <a:gd name="csX41" fmla="*/ 180252 w 910843"/>
              <a:gd name="csY41" fmla="*/ 458404 h 859057"/>
              <a:gd name="csX42" fmla="*/ 177171 w 910843"/>
              <a:gd name="csY42" fmla="*/ 453067 h 859057"/>
              <a:gd name="csX43" fmla="*/ 55083 w 910843"/>
              <a:gd name="csY43" fmla="*/ 668609 h 859057"/>
              <a:gd name="csX44" fmla="*/ 30935 w 910843"/>
              <a:gd name="csY44" fmla="*/ 662138 h 859057"/>
              <a:gd name="csX45" fmla="*/ 37406 w 910843"/>
              <a:gd name="csY45" fmla="*/ 637989 h 859057"/>
              <a:gd name="csX46" fmla="*/ 188039 w 910843"/>
              <a:gd name="csY46" fmla="*/ 551021 h 859057"/>
              <a:gd name="csX47" fmla="*/ 196840 w 910843"/>
              <a:gd name="csY47" fmla="*/ 567903 h 859057"/>
              <a:gd name="csX48" fmla="*/ 205545 w 910843"/>
              <a:gd name="csY48" fmla="*/ 581739 h 859057"/>
              <a:gd name="csX49" fmla="*/ 221586 w 910843"/>
              <a:gd name="csY49" fmla="*/ 553614 h 859057"/>
              <a:gd name="csX50" fmla="*/ 198142 w 910843"/>
              <a:gd name="csY50" fmla="*/ 481071 h 859057"/>
              <a:gd name="csX51" fmla="*/ 290327 w 910843"/>
              <a:gd name="csY51" fmla="*/ 427848 h 859057"/>
              <a:gd name="csX52" fmla="*/ 341428 w 910843"/>
              <a:gd name="csY52" fmla="*/ 484423 h 859057"/>
              <a:gd name="csX53" fmla="*/ 364872 w 910843"/>
              <a:gd name="csY53" fmla="*/ 556968 h 859057"/>
              <a:gd name="csX54" fmla="*/ 272687 w 910843"/>
              <a:gd name="csY54" fmla="*/ 610191 h 859057"/>
              <a:gd name="csX55" fmla="*/ 221586 w 910843"/>
              <a:gd name="csY55" fmla="*/ 553614 h 859057"/>
              <a:gd name="csX56" fmla="*/ 286455 w 910843"/>
              <a:gd name="csY56" fmla="*/ 642354 h 859057"/>
              <a:gd name="csX57" fmla="*/ 283374 w 910843"/>
              <a:gd name="csY57" fmla="*/ 637017 h 859057"/>
              <a:gd name="csX58" fmla="*/ 382761 w 910843"/>
              <a:gd name="csY58" fmla="*/ 579635 h 859057"/>
              <a:gd name="csX59" fmla="*/ 385842 w 910843"/>
              <a:gd name="csY59" fmla="*/ 584971 h 859057"/>
              <a:gd name="csX60" fmla="*/ 212113 w 910843"/>
              <a:gd name="csY60" fmla="*/ 739628 h 859057"/>
              <a:gd name="csX61" fmla="*/ 225678 w 910843"/>
              <a:gd name="csY61" fmla="*/ 726064 h 859057"/>
              <a:gd name="csX62" fmla="*/ 364402 w 910843"/>
              <a:gd name="csY62" fmla="*/ 726064 h 859057"/>
              <a:gd name="csX63" fmla="*/ 377966 w 910843"/>
              <a:gd name="csY63" fmla="*/ 739628 h 859057"/>
              <a:gd name="csX64" fmla="*/ 377966 w 910843"/>
              <a:gd name="csY64" fmla="*/ 759729 h 859057"/>
              <a:gd name="csX65" fmla="*/ 212112 w 910843"/>
              <a:gd name="csY65" fmla="*/ 759729 h 859057"/>
              <a:gd name="csX66" fmla="*/ 212112 w 910843"/>
              <a:gd name="csY66" fmla="*/ 739628 h 859057"/>
              <a:gd name="csX67" fmla="*/ 417493 w 910843"/>
              <a:gd name="csY67" fmla="*/ 830482 h 859057"/>
              <a:gd name="csX68" fmla="*/ 172589 w 910843"/>
              <a:gd name="csY68" fmla="*/ 830482 h 859057"/>
              <a:gd name="csX69" fmla="*/ 172589 w 910843"/>
              <a:gd name="csY69" fmla="*/ 788304 h 859057"/>
              <a:gd name="csX70" fmla="*/ 417494 w 910843"/>
              <a:gd name="csY70" fmla="*/ 788304 h 859057"/>
              <a:gd name="csX71" fmla="*/ 417494 w 910843"/>
              <a:gd name="csY71" fmla="*/ 830482 h 859057"/>
              <a:gd name="csX72" fmla="*/ 882269 w 910843"/>
              <a:gd name="csY72" fmla="*/ 810592 h 859057"/>
              <a:gd name="csX73" fmla="*/ 870956 w 910843"/>
              <a:gd name="csY73" fmla="*/ 821905 h 859057"/>
              <a:gd name="csX74" fmla="*/ 446068 w 910843"/>
              <a:gd name="csY74" fmla="*/ 821905 h 859057"/>
              <a:gd name="csX75" fmla="*/ 446068 w 910843"/>
              <a:gd name="csY75" fmla="*/ 787943 h 859057"/>
              <a:gd name="csX76" fmla="*/ 417853 w 910843"/>
              <a:gd name="csY76" fmla="*/ 759731 h 859057"/>
              <a:gd name="csX77" fmla="*/ 406541 w 910843"/>
              <a:gd name="csY77" fmla="*/ 759731 h 859057"/>
              <a:gd name="csX78" fmla="*/ 406541 w 910843"/>
              <a:gd name="csY78" fmla="*/ 739630 h 859057"/>
              <a:gd name="csX79" fmla="*/ 364402 w 910843"/>
              <a:gd name="csY79" fmla="*/ 697491 h 859057"/>
              <a:gd name="csX80" fmla="*/ 354485 w 910843"/>
              <a:gd name="csY80" fmla="*/ 697491 h 859057"/>
              <a:gd name="csX81" fmla="*/ 354485 w 910843"/>
              <a:gd name="csY81" fmla="*/ 636074 h 859057"/>
              <a:gd name="csX82" fmla="*/ 406406 w 910843"/>
              <a:gd name="csY82" fmla="*/ 606097 h 859057"/>
              <a:gd name="csX83" fmla="*/ 414214 w 910843"/>
              <a:gd name="csY83" fmla="*/ 576963 h 859057"/>
              <a:gd name="csX84" fmla="*/ 403886 w 910843"/>
              <a:gd name="csY84" fmla="*/ 559075 h 859057"/>
              <a:gd name="csX85" fmla="*/ 392918 w 910843"/>
              <a:gd name="csY85" fmla="*/ 549783 h 859057"/>
              <a:gd name="csX86" fmla="*/ 366174 w 910843"/>
              <a:gd name="csY86" fmla="*/ 470139 h 859057"/>
              <a:gd name="csX87" fmla="*/ 354485 w 910843"/>
              <a:gd name="csY87" fmla="*/ 452014 h 859057"/>
              <a:gd name="csX88" fmla="*/ 354485 w 910843"/>
              <a:gd name="csY88" fmla="*/ 39887 h 859057"/>
              <a:gd name="csX89" fmla="*/ 365797 w 910843"/>
              <a:gd name="csY89" fmla="*/ 28575 h 859057"/>
              <a:gd name="csX90" fmla="*/ 870956 w 910843"/>
              <a:gd name="csY90" fmla="*/ 28575 h 859057"/>
              <a:gd name="csX91" fmla="*/ 882269 w 910843"/>
              <a:gd name="csY91" fmla="*/ 39887 h 859057"/>
              <a:gd name="csX92" fmla="*/ 840810 w 910843"/>
              <a:gd name="csY92" fmla="*/ 409882 h 859057"/>
              <a:gd name="csX93" fmla="*/ 826522 w 910843"/>
              <a:gd name="csY93" fmla="*/ 424169 h 859057"/>
              <a:gd name="csX94" fmla="*/ 654122 w 910843"/>
              <a:gd name="csY94" fmla="*/ 424169 h 859057"/>
              <a:gd name="csX95" fmla="*/ 639835 w 910843"/>
              <a:gd name="csY95" fmla="*/ 409882 h 859057"/>
              <a:gd name="csX96" fmla="*/ 654122 w 910843"/>
              <a:gd name="csY96" fmla="*/ 395594 h 859057"/>
              <a:gd name="csX97" fmla="*/ 826522 w 910843"/>
              <a:gd name="csY97" fmla="*/ 395594 h 859057"/>
              <a:gd name="csX98" fmla="*/ 840810 w 910843"/>
              <a:gd name="csY98" fmla="*/ 409882 h 859057"/>
              <a:gd name="csX99" fmla="*/ 840810 w 910843"/>
              <a:gd name="csY99" fmla="*/ 345382 h 859057"/>
              <a:gd name="csX100" fmla="*/ 826522 w 910843"/>
              <a:gd name="csY100" fmla="*/ 359670 h 859057"/>
              <a:gd name="csX101" fmla="*/ 654122 w 910843"/>
              <a:gd name="csY101" fmla="*/ 359670 h 859057"/>
              <a:gd name="csX102" fmla="*/ 639835 w 910843"/>
              <a:gd name="csY102" fmla="*/ 345382 h 859057"/>
              <a:gd name="csX103" fmla="*/ 654122 w 910843"/>
              <a:gd name="csY103" fmla="*/ 331095 h 859057"/>
              <a:gd name="csX104" fmla="*/ 826522 w 910843"/>
              <a:gd name="csY104" fmla="*/ 331095 h 859057"/>
              <a:gd name="csX105" fmla="*/ 840810 w 910843"/>
              <a:gd name="csY105" fmla="*/ 345382 h 859057"/>
              <a:gd name="csX106" fmla="*/ 674886 w 910843"/>
              <a:gd name="csY106" fmla="*/ 147234 h 859057"/>
              <a:gd name="csX107" fmla="*/ 608179 w 910843"/>
              <a:gd name="csY107" fmla="*/ 205995 h 859057"/>
              <a:gd name="csX108" fmla="*/ 598735 w 910843"/>
              <a:gd name="csY108" fmla="*/ 209562 h 859057"/>
              <a:gd name="csX109" fmla="*/ 597512 w 910843"/>
              <a:gd name="csY109" fmla="*/ 209510 h 859057"/>
              <a:gd name="csX110" fmla="*/ 587601 w 910843"/>
              <a:gd name="csY110" fmla="*/ 204229 h 859057"/>
              <a:gd name="csX111" fmla="*/ 560178 w 910843"/>
              <a:gd name="csY111" fmla="*/ 170130 h 859057"/>
              <a:gd name="csX112" fmla="*/ 562357 w 910843"/>
              <a:gd name="csY112" fmla="*/ 150042 h 859057"/>
              <a:gd name="csX113" fmla="*/ 582445 w 910843"/>
              <a:gd name="csY113" fmla="*/ 152221 h 859057"/>
              <a:gd name="csX114" fmla="*/ 600505 w 910843"/>
              <a:gd name="csY114" fmla="*/ 174675 h 859057"/>
              <a:gd name="csX115" fmla="*/ 655997 w 910843"/>
              <a:gd name="csY115" fmla="*/ 125793 h 859057"/>
              <a:gd name="csX116" fmla="*/ 676162 w 910843"/>
              <a:gd name="csY116" fmla="*/ 127069 h 859057"/>
              <a:gd name="csX117" fmla="*/ 674886 w 910843"/>
              <a:gd name="csY117" fmla="*/ 147234 h 859057"/>
              <a:gd name="csX118" fmla="*/ 731075 w 910843"/>
              <a:gd name="csY118" fmla="*/ 165894 h 859057"/>
              <a:gd name="csX119" fmla="*/ 618377 w 910843"/>
              <a:gd name="csY119" fmla="*/ 53196 h 859057"/>
              <a:gd name="csX120" fmla="*/ 505679 w 910843"/>
              <a:gd name="csY120" fmla="*/ 165894 h 859057"/>
              <a:gd name="csX121" fmla="*/ 618377 w 910843"/>
              <a:gd name="csY121" fmla="*/ 278592 h 859057"/>
              <a:gd name="csX122" fmla="*/ 731075 w 910843"/>
              <a:gd name="csY122" fmla="*/ 165894 h 859057"/>
              <a:gd name="csX123" fmla="*/ 618377 w 910843"/>
              <a:gd name="csY123" fmla="*/ 250017 h 859057"/>
              <a:gd name="csX124" fmla="*/ 534254 w 910843"/>
              <a:gd name="csY124" fmla="*/ 165894 h 859057"/>
              <a:gd name="csX125" fmla="*/ 618377 w 910843"/>
              <a:gd name="csY125" fmla="*/ 81771 h 859057"/>
              <a:gd name="csX126" fmla="*/ 702500 w 910843"/>
              <a:gd name="csY126" fmla="*/ 165894 h 859057"/>
              <a:gd name="csX127" fmla="*/ 618377 w 910843"/>
              <a:gd name="csY127" fmla="*/ 250017 h 859057"/>
              <a:gd name="csX128" fmla="*/ 589664 w 910843"/>
              <a:gd name="csY128" fmla="*/ 310250 h 859057"/>
              <a:gd name="csX129" fmla="*/ 483476 w 910843"/>
              <a:gd name="csY129" fmla="*/ 310250 h 859057"/>
              <a:gd name="csX130" fmla="*/ 469188 w 910843"/>
              <a:gd name="csY130" fmla="*/ 324537 h 859057"/>
              <a:gd name="csX131" fmla="*/ 469188 w 910843"/>
              <a:gd name="csY131" fmla="*/ 430725 h 859057"/>
              <a:gd name="csX132" fmla="*/ 483476 w 910843"/>
              <a:gd name="csY132" fmla="*/ 445013 h 859057"/>
              <a:gd name="csX133" fmla="*/ 589664 w 910843"/>
              <a:gd name="csY133" fmla="*/ 445013 h 859057"/>
              <a:gd name="csX134" fmla="*/ 603952 w 910843"/>
              <a:gd name="csY134" fmla="*/ 430725 h 859057"/>
              <a:gd name="csX135" fmla="*/ 603952 w 910843"/>
              <a:gd name="csY135" fmla="*/ 324537 h 859057"/>
              <a:gd name="csX136" fmla="*/ 589664 w 910843"/>
              <a:gd name="csY136" fmla="*/ 310250 h 859057"/>
              <a:gd name="csX137" fmla="*/ 575377 w 910843"/>
              <a:gd name="csY137" fmla="*/ 416438 h 859057"/>
              <a:gd name="csX138" fmla="*/ 497763 w 910843"/>
              <a:gd name="csY138" fmla="*/ 416438 h 859057"/>
              <a:gd name="csX139" fmla="*/ 497763 w 910843"/>
              <a:gd name="csY139" fmla="*/ 338825 h 859057"/>
              <a:gd name="csX140" fmla="*/ 575377 w 910843"/>
              <a:gd name="csY140" fmla="*/ 338825 h 859057"/>
              <a:gd name="csX141" fmla="*/ 589664 w 910843"/>
              <a:gd name="csY141" fmla="*/ 477483 h 859057"/>
              <a:gd name="csX142" fmla="*/ 483476 w 910843"/>
              <a:gd name="csY142" fmla="*/ 477483 h 859057"/>
              <a:gd name="csX143" fmla="*/ 469188 w 910843"/>
              <a:gd name="csY143" fmla="*/ 491770 h 859057"/>
              <a:gd name="csX144" fmla="*/ 469188 w 910843"/>
              <a:gd name="csY144" fmla="*/ 597959 h 859057"/>
              <a:gd name="csX145" fmla="*/ 483476 w 910843"/>
              <a:gd name="csY145" fmla="*/ 612246 h 859057"/>
              <a:gd name="csX146" fmla="*/ 589664 w 910843"/>
              <a:gd name="csY146" fmla="*/ 612246 h 859057"/>
              <a:gd name="csX147" fmla="*/ 603952 w 910843"/>
              <a:gd name="csY147" fmla="*/ 597959 h 859057"/>
              <a:gd name="csX148" fmla="*/ 603952 w 910843"/>
              <a:gd name="csY148" fmla="*/ 491770 h 859057"/>
              <a:gd name="csX149" fmla="*/ 589664 w 910843"/>
              <a:gd name="csY149" fmla="*/ 477483 h 859057"/>
              <a:gd name="csX150" fmla="*/ 575377 w 910843"/>
              <a:gd name="csY150" fmla="*/ 583669 h 859057"/>
              <a:gd name="csX151" fmla="*/ 497763 w 910843"/>
              <a:gd name="csY151" fmla="*/ 583669 h 859057"/>
              <a:gd name="csX152" fmla="*/ 497763 w 910843"/>
              <a:gd name="csY152" fmla="*/ 506056 h 859057"/>
              <a:gd name="csX153" fmla="*/ 575377 w 910843"/>
              <a:gd name="csY153" fmla="*/ 506056 h 859057"/>
              <a:gd name="csX154" fmla="*/ 589664 w 910843"/>
              <a:gd name="csY154" fmla="*/ 644713 h 859057"/>
              <a:gd name="csX155" fmla="*/ 483476 w 910843"/>
              <a:gd name="csY155" fmla="*/ 644713 h 859057"/>
              <a:gd name="csX156" fmla="*/ 469188 w 910843"/>
              <a:gd name="csY156" fmla="*/ 659000 h 859057"/>
              <a:gd name="csX157" fmla="*/ 469188 w 910843"/>
              <a:gd name="csY157" fmla="*/ 765189 h 859057"/>
              <a:gd name="csX158" fmla="*/ 483476 w 910843"/>
              <a:gd name="csY158" fmla="*/ 779476 h 859057"/>
              <a:gd name="csX159" fmla="*/ 589664 w 910843"/>
              <a:gd name="csY159" fmla="*/ 779476 h 859057"/>
              <a:gd name="csX160" fmla="*/ 603952 w 910843"/>
              <a:gd name="csY160" fmla="*/ 765189 h 859057"/>
              <a:gd name="csX161" fmla="*/ 603952 w 910843"/>
              <a:gd name="csY161" fmla="*/ 659000 h 859057"/>
              <a:gd name="csX162" fmla="*/ 589664 w 910843"/>
              <a:gd name="csY162" fmla="*/ 644713 h 859057"/>
              <a:gd name="csX163" fmla="*/ 575377 w 910843"/>
              <a:gd name="csY163" fmla="*/ 750901 h 859057"/>
              <a:gd name="csX164" fmla="*/ 497763 w 910843"/>
              <a:gd name="csY164" fmla="*/ 750901 h 859057"/>
              <a:gd name="csX165" fmla="*/ 497763 w 910843"/>
              <a:gd name="csY165" fmla="*/ 673288 h 859057"/>
              <a:gd name="csX166" fmla="*/ 575377 w 910843"/>
              <a:gd name="csY166" fmla="*/ 673288 h 859057"/>
              <a:gd name="csX167" fmla="*/ 840810 w 910843"/>
              <a:gd name="csY167" fmla="*/ 577113 h 859057"/>
              <a:gd name="csX168" fmla="*/ 826522 w 910843"/>
              <a:gd name="csY168" fmla="*/ 591401 h 859057"/>
              <a:gd name="csX169" fmla="*/ 654122 w 910843"/>
              <a:gd name="csY169" fmla="*/ 591401 h 859057"/>
              <a:gd name="csX170" fmla="*/ 639835 w 910843"/>
              <a:gd name="csY170" fmla="*/ 577113 h 859057"/>
              <a:gd name="csX171" fmla="*/ 654122 w 910843"/>
              <a:gd name="csY171" fmla="*/ 562826 h 859057"/>
              <a:gd name="csX172" fmla="*/ 826522 w 910843"/>
              <a:gd name="csY172" fmla="*/ 562826 h 859057"/>
              <a:gd name="csX173" fmla="*/ 840810 w 910843"/>
              <a:gd name="csY173" fmla="*/ 577113 h 859057"/>
              <a:gd name="csX174" fmla="*/ 840810 w 910843"/>
              <a:gd name="csY174" fmla="*/ 512614 h 859057"/>
              <a:gd name="csX175" fmla="*/ 826522 w 910843"/>
              <a:gd name="csY175" fmla="*/ 526902 h 859057"/>
              <a:gd name="csX176" fmla="*/ 654122 w 910843"/>
              <a:gd name="csY176" fmla="*/ 526902 h 859057"/>
              <a:gd name="csX177" fmla="*/ 639835 w 910843"/>
              <a:gd name="csY177" fmla="*/ 512614 h 859057"/>
              <a:gd name="csX178" fmla="*/ 654122 w 910843"/>
              <a:gd name="csY178" fmla="*/ 498327 h 859057"/>
              <a:gd name="csX179" fmla="*/ 826522 w 910843"/>
              <a:gd name="csY179" fmla="*/ 498327 h 859057"/>
              <a:gd name="csX180" fmla="*/ 840810 w 910843"/>
              <a:gd name="csY180" fmla="*/ 512614 h 859057"/>
              <a:gd name="csX181" fmla="*/ 840810 w 910843"/>
              <a:gd name="csY181" fmla="*/ 679846 h 859057"/>
              <a:gd name="csX182" fmla="*/ 826522 w 910843"/>
              <a:gd name="csY182" fmla="*/ 694133 h 859057"/>
              <a:gd name="csX183" fmla="*/ 654122 w 910843"/>
              <a:gd name="csY183" fmla="*/ 694133 h 859057"/>
              <a:gd name="csX184" fmla="*/ 639835 w 910843"/>
              <a:gd name="csY184" fmla="*/ 679846 h 859057"/>
              <a:gd name="csX185" fmla="*/ 654122 w 910843"/>
              <a:gd name="csY185" fmla="*/ 665558 h 859057"/>
              <a:gd name="csX186" fmla="*/ 826522 w 910843"/>
              <a:gd name="csY186" fmla="*/ 665558 h 859057"/>
              <a:gd name="csX187" fmla="*/ 840810 w 910843"/>
              <a:gd name="csY187" fmla="*/ 679846 h 859057"/>
              <a:gd name="csX188" fmla="*/ 840810 w 910843"/>
              <a:gd name="csY188" fmla="*/ 744345 h 859057"/>
              <a:gd name="csX189" fmla="*/ 826522 w 910843"/>
              <a:gd name="csY189" fmla="*/ 758632 h 859057"/>
              <a:gd name="csX190" fmla="*/ 654122 w 910843"/>
              <a:gd name="csY190" fmla="*/ 758632 h 859057"/>
              <a:gd name="csX191" fmla="*/ 639835 w 910843"/>
              <a:gd name="csY191" fmla="*/ 744345 h 859057"/>
              <a:gd name="csX192" fmla="*/ 654122 w 910843"/>
              <a:gd name="csY192" fmla="*/ 730057 h 859057"/>
              <a:gd name="csX193" fmla="*/ 826522 w 910843"/>
              <a:gd name="csY193" fmla="*/ 730057 h 859057"/>
              <a:gd name="csX194" fmla="*/ 840810 w 910843"/>
              <a:gd name="csY194" fmla="*/ 744345 h 8590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Lst>
            <a:rect l="l" t="t" r="r" b="b"/>
            <a:pathLst>
              <a:path w="910843" h="859057">
                <a:moveTo>
                  <a:pt x="870956" y="0"/>
                </a:moveTo>
                <a:lnTo>
                  <a:pt x="365797" y="0"/>
                </a:lnTo>
                <a:cubicBezTo>
                  <a:pt x="343803" y="0"/>
                  <a:pt x="325910" y="17893"/>
                  <a:pt x="325910" y="39887"/>
                </a:cubicBezTo>
                <a:lnTo>
                  <a:pt x="325910" y="419631"/>
                </a:lnTo>
                <a:cubicBezTo>
                  <a:pt x="320945" y="415105"/>
                  <a:pt x="315817" y="410944"/>
                  <a:pt x="310574" y="407154"/>
                </a:cubicBezTo>
                <a:cubicBezTo>
                  <a:pt x="311390" y="402284"/>
                  <a:pt x="310504" y="397332"/>
                  <a:pt x="308009" y="393012"/>
                </a:cubicBezTo>
                <a:lnTo>
                  <a:pt x="297681" y="375122"/>
                </a:lnTo>
                <a:cubicBezTo>
                  <a:pt x="291800" y="364940"/>
                  <a:pt x="278732" y="361440"/>
                  <a:pt x="268547" y="367317"/>
                </a:cubicBezTo>
                <a:lnTo>
                  <a:pt x="156606" y="431947"/>
                </a:lnTo>
                <a:cubicBezTo>
                  <a:pt x="146423" y="437828"/>
                  <a:pt x="142921" y="450897"/>
                  <a:pt x="148800" y="461081"/>
                </a:cubicBezTo>
                <a:lnTo>
                  <a:pt x="159128" y="478971"/>
                </a:lnTo>
                <a:cubicBezTo>
                  <a:pt x="161691" y="483410"/>
                  <a:pt x="165629" y="486552"/>
                  <a:pt x="170090" y="488229"/>
                </a:cubicBezTo>
                <a:cubicBezTo>
                  <a:pt x="171296" y="499986"/>
                  <a:pt x="173819" y="512039"/>
                  <a:pt x="177568" y="524073"/>
                </a:cubicBezTo>
                <a:lnTo>
                  <a:pt x="23117" y="613245"/>
                </a:lnTo>
                <a:cubicBezTo>
                  <a:pt x="1030" y="625996"/>
                  <a:pt x="-6564" y="654339"/>
                  <a:pt x="6188" y="676427"/>
                </a:cubicBezTo>
                <a:cubicBezTo>
                  <a:pt x="14746" y="691249"/>
                  <a:pt x="30325" y="699545"/>
                  <a:pt x="46321" y="699545"/>
                </a:cubicBezTo>
                <a:cubicBezTo>
                  <a:pt x="54163" y="699545"/>
                  <a:pt x="62105" y="697552"/>
                  <a:pt x="69371" y="693358"/>
                </a:cubicBezTo>
                <a:lnTo>
                  <a:pt x="223297" y="604488"/>
                </a:lnTo>
                <a:cubicBezTo>
                  <a:pt x="232357" y="614579"/>
                  <a:pt x="242172" y="623464"/>
                  <a:pt x="252440" y="630888"/>
                </a:cubicBezTo>
                <a:cubicBezTo>
                  <a:pt x="251624" y="635756"/>
                  <a:pt x="252509" y="640709"/>
                  <a:pt x="255004" y="645031"/>
                </a:cubicBezTo>
                <a:lnTo>
                  <a:pt x="265333" y="662919"/>
                </a:lnTo>
                <a:cubicBezTo>
                  <a:pt x="268178" y="667846"/>
                  <a:pt x="272778" y="671373"/>
                  <a:pt x="278286" y="672848"/>
                </a:cubicBezTo>
                <a:cubicBezTo>
                  <a:pt x="280127" y="673341"/>
                  <a:pt x="281997" y="673586"/>
                  <a:pt x="283853" y="673586"/>
                </a:cubicBezTo>
                <a:cubicBezTo>
                  <a:pt x="287546" y="673586"/>
                  <a:pt x="291188" y="672618"/>
                  <a:pt x="294468" y="670725"/>
                </a:cubicBezTo>
                <a:lnTo>
                  <a:pt x="325912" y="652571"/>
                </a:lnTo>
                <a:lnTo>
                  <a:pt x="325912" y="697491"/>
                </a:lnTo>
                <a:lnTo>
                  <a:pt x="225679" y="697491"/>
                </a:lnTo>
                <a:cubicBezTo>
                  <a:pt x="202444" y="697491"/>
                  <a:pt x="183540" y="716395"/>
                  <a:pt x="183540" y="739630"/>
                </a:cubicBezTo>
                <a:lnTo>
                  <a:pt x="183540" y="759731"/>
                </a:lnTo>
                <a:lnTo>
                  <a:pt x="172226" y="759731"/>
                </a:lnTo>
                <a:cubicBezTo>
                  <a:pt x="156671" y="759731"/>
                  <a:pt x="144014" y="772388"/>
                  <a:pt x="144014" y="787943"/>
                </a:cubicBezTo>
                <a:lnTo>
                  <a:pt x="144014" y="830845"/>
                </a:lnTo>
                <a:cubicBezTo>
                  <a:pt x="144014" y="846400"/>
                  <a:pt x="156671" y="859057"/>
                  <a:pt x="172226" y="859057"/>
                </a:cubicBezTo>
                <a:lnTo>
                  <a:pt x="417855" y="859057"/>
                </a:lnTo>
                <a:cubicBezTo>
                  <a:pt x="425781" y="859057"/>
                  <a:pt x="432943" y="855761"/>
                  <a:pt x="438074" y="850480"/>
                </a:cubicBezTo>
                <a:lnTo>
                  <a:pt x="870956" y="850480"/>
                </a:lnTo>
                <a:cubicBezTo>
                  <a:pt x="892950" y="850480"/>
                  <a:pt x="910844" y="832586"/>
                  <a:pt x="910844" y="810592"/>
                </a:cubicBezTo>
                <a:lnTo>
                  <a:pt x="910844" y="39887"/>
                </a:lnTo>
                <a:cubicBezTo>
                  <a:pt x="910844" y="17893"/>
                  <a:pt x="892950" y="0"/>
                  <a:pt x="870956" y="0"/>
                </a:cubicBezTo>
                <a:close/>
                <a:moveTo>
                  <a:pt x="276559" y="395685"/>
                </a:moveTo>
                <a:lnTo>
                  <a:pt x="279641" y="401022"/>
                </a:lnTo>
                <a:lnTo>
                  <a:pt x="180252" y="458404"/>
                </a:lnTo>
                <a:lnTo>
                  <a:pt x="177171" y="453067"/>
                </a:lnTo>
                <a:close/>
                <a:moveTo>
                  <a:pt x="55083" y="668609"/>
                </a:moveTo>
                <a:cubicBezTo>
                  <a:pt x="46641" y="673482"/>
                  <a:pt x="35809" y="670578"/>
                  <a:pt x="30935" y="662138"/>
                </a:cubicBezTo>
                <a:cubicBezTo>
                  <a:pt x="26062" y="653696"/>
                  <a:pt x="28964" y="642863"/>
                  <a:pt x="37406" y="637989"/>
                </a:cubicBezTo>
                <a:lnTo>
                  <a:pt x="188039" y="551021"/>
                </a:lnTo>
                <a:cubicBezTo>
                  <a:pt x="190711" y="556723"/>
                  <a:pt x="193641" y="562363"/>
                  <a:pt x="196840" y="567903"/>
                </a:cubicBezTo>
                <a:cubicBezTo>
                  <a:pt x="199583" y="572656"/>
                  <a:pt x="202501" y="577261"/>
                  <a:pt x="205545" y="581739"/>
                </a:cubicBezTo>
                <a:close/>
                <a:moveTo>
                  <a:pt x="221586" y="553614"/>
                </a:moveTo>
                <a:cubicBezTo>
                  <a:pt x="207940" y="529977"/>
                  <a:pt x="199765" y="504534"/>
                  <a:pt x="198142" y="481071"/>
                </a:cubicBezTo>
                <a:lnTo>
                  <a:pt x="290327" y="427848"/>
                </a:lnTo>
                <a:cubicBezTo>
                  <a:pt x="309835" y="440987"/>
                  <a:pt x="327780" y="460786"/>
                  <a:pt x="341428" y="484423"/>
                </a:cubicBezTo>
                <a:cubicBezTo>
                  <a:pt x="355074" y="508060"/>
                  <a:pt x="363248" y="533501"/>
                  <a:pt x="364872" y="556968"/>
                </a:cubicBezTo>
                <a:lnTo>
                  <a:pt x="272687" y="610191"/>
                </a:lnTo>
                <a:cubicBezTo>
                  <a:pt x="253179" y="597050"/>
                  <a:pt x="235232" y="577251"/>
                  <a:pt x="221586" y="553614"/>
                </a:cubicBezTo>
                <a:close/>
                <a:moveTo>
                  <a:pt x="286455" y="642354"/>
                </a:moveTo>
                <a:lnTo>
                  <a:pt x="283374" y="637017"/>
                </a:lnTo>
                <a:lnTo>
                  <a:pt x="382761" y="579635"/>
                </a:lnTo>
                <a:lnTo>
                  <a:pt x="385842" y="584971"/>
                </a:lnTo>
                <a:close/>
                <a:moveTo>
                  <a:pt x="212113" y="739628"/>
                </a:moveTo>
                <a:cubicBezTo>
                  <a:pt x="212113" y="732149"/>
                  <a:pt x="218198" y="726064"/>
                  <a:pt x="225678" y="726064"/>
                </a:cubicBezTo>
                <a:lnTo>
                  <a:pt x="364402" y="726064"/>
                </a:lnTo>
                <a:cubicBezTo>
                  <a:pt x="371882" y="726064"/>
                  <a:pt x="377966" y="732149"/>
                  <a:pt x="377966" y="739628"/>
                </a:cubicBezTo>
                <a:lnTo>
                  <a:pt x="377966" y="759729"/>
                </a:lnTo>
                <a:lnTo>
                  <a:pt x="212112" y="759729"/>
                </a:lnTo>
                <a:lnTo>
                  <a:pt x="212112" y="739628"/>
                </a:lnTo>
                <a:close/>
                <a:moveTo>
                  <a:pt x="417493" y="830482"/>
                </a:moveTo>
                <a:lnTo>
                  <a:pt x="172589" y="830482"/>
                </a:lnTo>
                <a:lnTo>
                  <a:pt x="172589" y="788304"/>
                </a:lnTo>
                <a:lnTo>
                  <a:pt x="417494" y="788304"/>
                </a:lnTo>
                <a:lnTo>
                  <a:pt x="417494" y="830482"/>
                </a:lnTo>
                <a:close/>
                <a:moveTo>
                  <a:pt x="882269" y="810592"/>
                </a:moveTo>
                <a:cubicBezTo>
                  <a:pt x="882269" y="816831"/>
                  <a:pt x="877195" y="821905"/>
                  <a:pt x="870956" y="821905"/>
                </a:cubicBezTo>
                <a:lnTo>
                  <a:pt x="446068" y="821905"/>
                </a:lnTo>
                <a:lnTo>
                  <a:pt x="446068" y="787943"/>
                </a:lnTo>
                <a:cubicBezTo>
                  <a:pt x="446068" y="772388"/>
                  <a:pt x="433411" y="759731"/>
                  <a:pt x="417853" y="759731"/>
                </a:cubicBezTo>
                <a:lnTo>
                  <a:pt x="406541" y="759731"/>
                </a:lnTo>
                <a:lnTo>
                  <a:pt x="406541" y="739630"/>
                </a:lnTo>
                <a:cubicBezTo>
                  <a:pt x="406541" y="716395"/>
                  <a:pt x="387637" y="697491"/>
                  <a:pt x="364402" y="697491"/>
                </a:cubicBezTo>
                <a:lnTo>
                  <a:pt x="354485" y="697491"/>
                </a:lnTo>
                <a:lnTo>
                  <a:pt x="354485" y="636074"/>
                </a:lnTo>
                <a:lnTo>
                  <a:pt x="406406" y="606097"/>
                </a:lnTo>
                <a:cubicBezTo>
                  <a:pt x="416591" y="600218"/>
                  <a:pt x="420093" y="587148"/>
                  <a:pt x="414214" y="576963"/>
                </a:cubicBezTo>
                <a:lnTo>
                  <a:pt x="403886" y="559075"/>
                </a:lnTo>
                <a:cubicBezTo>
                  <a:pt x="401391" y="554753"/>
                  <a:pt x="397544" y="551510"/>
                  <a:pt x="392918" y="549783"/>
                </a:cubicBezTo>
                <a:cubicBezTo>
                  <a:pt x="390220" y="523521"/>
                  <a:pt x="380968" y="495766"/>
                  <a:pt x="366174" y="470139"/>
                </a:cubicBezTo>
                <a:cubicBezTo>
                  <a:pt x="362546" y="463856"/>
                  <a:pt x="358628" y="457811"/>
                  <a:pt x="354485" y="452014"/>
                </a:cubicBezTo>
                <a:lnTo>
                  <a:pt x="354485" y="39887"/>
                </a:lnTo>
                <a:cubicBezTo>
                  <a:pt x="354485" y="33649"/>
                  <a:pt x="359559" y="28575"/>
                  <a:pt x="365797" y="28575"/>
                </a:cubicBezTo>
                <a:lnTo>
                  <a:pt x="870956" y="28575"/>
                </a:lnTo>
                <a:cubicBezTo>
                  <a:pt x="877195" y="28575"/>
                  <a:pt x="882269" y="33649"/>
                  <a:pt x="882269" y="39887"/>
                </a:cubicBezTo>
                <a:close/>
                <a:moveTo>
                  <a:pt x="840810" y="409882"/>
                </a:moveTo>
                <a:cubicBezTo>
                  <a:pt x="840810" y="417772"/>
                  <a:pt x="834413" y="424169"/>
                  <a:pt x="826522" y="424169"/>
                </a:cubicBezTo>
                <a:lnTo>
                  <a:pt x="654122" y="424169"/>
                </a:lnTo>
                <a:cubicBezTo>
                  <a:pt x="646232" y="424169"/>
                  <a:pt x="639835" y="417772"/>
                  <a:pt x="639835" y="409882"/>
                </a:cubicBezTo>
                <a:cubicBezTo>
                  <a:pt x="639835" y="401991"/>
                  <a:pt x="646232" y="395594"/>
                  <a:pt x="654122" y="395594"/>
                </a:cubicBezTo>
                <a:lnTo>
                  <a:pt x="826522" y="395594"/>
                </a:lnTo>
                <a:cubicBezTo>
                  <a:pt x="834413" y="395594"/>
                  <a:pt x="840810" y="401991"/>
                  <a:pt x="840810" y="409882"/>
                </a:cubicBezTo>
                <a:close/>
                <a:moveTo>
                  <a:pt x="840810" y="345382"/>
                </a:moveTo>
                <a:cubicBezTo>
                  <a:pt x="840810" y="353273"/>
                  <a:pt x="834413" y="359670"/>
                  <a:pt x="826522" y="359670"/>
                </a:cubicBezTo>
                <a:lnTo>
                  <a:pt x="654122" y="359670"/>
                </a:lnTo>
                <a:cubicBezTo>
                  <a:pt x="646232" y="359670"/>
                  <a:pt x="639835" y="353273"/>
                  <a:pt x="639835" y="345382"/>
                </a:cubicBezTo>
                <a:cubicBezTo>
                  <a:pt x="639835" y="337492"/>
                  <a:pt x="646232" y="331095"/>
                  <a:pt x="654122" y="331095"/>
                </a:cubicBezTo>
                <a:lnTo>
                  <a:pt x="826522" y="331095"/>
                </a:lnTo>
                <a:cubicBezTo>
                  <a:pt x="834413" y="331095"/>
                  <a:pt x="840810" y="337490"/>
                  <a:pt x="840810" y="345382"/>
                </a:cubicBezTo>
                <a:close/>
                <a:moveTo>
                  <a:pt x="674886" y="147234"/>
                </a:moveTo>
                <a:lnTo>
                  <a:pt x="608179" y="205995"/>
                </a:lnTo>
                <a:cubicBezTo>
                  <a:pt x="605559" y="208303"/>
                  <a:pt x="602198" y="209562"/>
                  <a:pt x="598735" y="209562"/>
                </a:cubicBezTo>
                <a:cubicBezTo>
                  <a:pt x="598328" y="209562"/>
                  <a:pt x="597921" y="209544"/>
                  <a:pt x="597512" y="209510"/>
                </a:cubicBezTo>
                <a:cubicBezTo>
                  <a:pt x="593625" y="209176"/>
                  <a:pt x="590045" y="207269"/>
                  <a:pt x="587601" y="204229"/>
                </a:cubicBezTo>
                <a:lnTo>
                  <a:pt x="560178" y="170130"/>
                </a:lnTo>
                <a:cubicBezTo>
                  <a:pt x="555233" y="163981"/>
                  <a:pt x="556208" y="154987"/>
                  <a:pt x="562357" y="150042"/>
                </a:cubicBezTo>
                <a:cubicBezTo>
                  <a:pt x="568504" y="145095"/>
                  <a:pt x="577498" y="146072"/>
                  <a:pt x="582445" y="152221"/>
                </a:cubicBezTo>
                <a:lnTo>
                  <a:pt x="600505" y="174675"/>
                </a:lnTo>
                <a:lnTo>
                  <a:pt x="655997" y="125793"/>
                </a:lnTo>
                <a:cubicBezTo>
                  <a:pt x="661918" y="120576"/>
                  <a:pt x="670947" y="121147"/>
                  <a:pt x="676162" y="127069"/>
                </a:cubicBezTo>
                <a:cubicBezTo>
                  <a:pt x="681377" y="132992"/>
                  <a:pt x="680806" y="142020"/>
                  <a:pt x="674886" y="147234"/>
                </a:cubicBezTo>
                <a:close/>
                <a:moveTo>
                  <a:pt x="731075" y="165894"/>
                </a:moveTo>
                <a:cubicBezTo>
                  <a:pt x="731075" y="103752"/>
                  <a:pt x="680518" y="53196"/>
                  <a:pt x="618377" y="53196"/>
                </a:cubicBezTo>
                <a:cubicBezTo>
                  <a:pt x="556235" y="53196"/>
                  <a:pt x="505679" y="103752"/>
                  <a:pt x="505679" y="165894"/>
                </a:cubicBezTo>
                <a:cubicBezTo>
                  <a:pt x="505679" y="228036"/>
                  <a:pt x="556235" y="278592"/>
                  <a:pt x="618377" y="278592"/>
                </a:cubicBezTo>
                <a:cubicBezTo>
                  <a:pt x="680518" y="278592"/>
                  <a:pt x="731075" y="228036"/>
                  <a:pt x="731075" y="165894"/>
                </a:cubicBezTo>
                <a:close/>
                <a:moveTo>
                  <a:pt x="618377" y="250017"/>
                </a:moveTo>
                <a:cubicBezTo>
                  <a:pt x="571990" y="250017"/>
                  <a:pt x="534254" y="212280"/>
                  <a:pt x="534254" y="165894"/>
                </a:cubicBezTo>
                <a:cubicBezTo>
                  <a:pt x="534254" y="119508"/>
                  <a:pt x="571990" y="81771"/>
                  <a:pt x="618377" y="81771"/>
                </a:cubicBezTo>
                <a:cubicBezTo>
                  <a:pt x="664763" y="81771"/>
                  <a:pt x="702500" y="119508"/>
                  <a:pt x="702500" y="165894"/>
                </a:cubicBezTo>
                <a:cubicBezTo>
                  <a:pt x="702500" y="212280"/>
                  <a:pt x="664763" y="250017"/>
                  <a:pt x="618377" y="250017"/>
                </a:cubicBezTo>
                <a:close/>
                <a:moveTo>
                  <a:pt x="589664" y="310250"/>
                </a:moveTo>
                <a:lnTo>
                  <a:pt x="483476" y="310250"/>
                </a:lnTo>
                <a:cubicBezTo>
                  <a:pt x="475586" y="310250"/>
                  <a:pt x="469188" y="316647"/>
                  <a:pt x="469188" y="324537"/>
                </a:cubicBezTo>
                <a:lnTo>
                  <a:pt x="469188" y="430725"/>
                </a:lnTo>
                <a:cubicBezTo>
                  <a:pt x="469188" y="438616"/>
                  <a:pt x="475586" y="445013"/>
                  <a:pt x="483476" y="445013"/>
                </a:cubicBezTo>
                <a:lnTo>
                  <a:pt x="589664" y="445013"/>
                </a:lnTo>
                <a:cubicBezTo>
                  <a:pt x="597554" y="445013"/>
                  <a:pt x="603952" y="438616"/>
                  <a:pt x="603952" y="430725"/>
                </a:cubicBezTo>
                <a:lnTo>
                  <a:pt x="603952" y="324537"/>
                </a:lnTo>
                <a:cubicBezTo>
                  <a:pt x="603952" y="316647"/>
                  <a:pt x="597554" y="310250"/>
                  <a:pt x="589664" y="310250"/>
                </a:cubicBezTo>
                <a:close/>
                <a:moveTo>
                  <a:pt x="575377" y="416438"/>
                </a:moveTo>
                <a:lnTo>
                  <a:pt x="497763" y="416438"/>
                </a:lnTo>
                <a:lnTo>
                  <a:pt x="497763" y="338825"/>
                </a:lnTo>
                <a:lnTo>
                  <a:pt x="575377" y="338825"/>
                </a:lnTo>
                <a:close/>
                <a:moveTo>
                  <a:pt x="589664" y="477483"/>
                </a:moveTo>
                <a:lnTo>
                  <a:pt x="483476" y="477483"/>
                </a:lnTo>
                <a:cubicBezTo>
                  <a:pt x="475586" y="477483"/>
                  <a:pt x="469188" y="483880"/>
                  <a:pt x="469188" y="491770"/>
                </a:cubicBezTo>
                <a:lnTo>
                  <a:pt x="469188" y="597959"/>
                </a:lnTo>
                <a:cubicBezTo>
                  <a:pt x="469188" y="605849"/>
                  <a:pt x="475586" y="612246"/>
                  <a:pt x="483476" y="612246"/>
                </a:cubicBezTo>
                <a:lnTo>
                  <a:pt x="589664" y="612246"/>
                </a:lnTo>
                <a:cubicBezTo>
                  <a:pt x="597554" y="612246"/>
                  <a:pt x="603952" y="605849"/>
                  <a:pt x="603952" y="597959"/>
                </a:cubicBezTo>
                <a:lnTo>
                  <a:pt x="603952" y="491770"/>
                </a:lnTo>
                <a:cubicBezTo>
                  <a:pt x="603952" y="483878"/>
                  <a:pt x="597554" y="477483"/>
                  <a:pt x="589664" y="477483"/>
                </a:cubicBezTo>
                <a:close/>
                <a:moveTo>
                  <a:pt x="575377" y="583669"/>
                </a:moveTo>
                <a:lnTo>
                  <a:pt x="497763" y="583669"/>
                </a:lnTo>
                <a:lnTo>
                  <a:pt x="497763" y="506056"/>
                </a:lnTo>
                <a:lnTo>
                  <a:pt x="575377" y="506056"/>
                </a:lnTo>
                <a:close/>
                <a:moveTo>
                  <a:pt x="589664" y="644713"/>
                </a:moveTo>
                <a:lnTo>
                  <a:pt x="483476" y="644713"/>
                </a:lnTo>
                <a:cubicBezTo>
                  <a:pt x="475586" y="644713"/>
                  <a:pt x="469188" y="651110"/>
                  <a:pt x="469188" y="659000"/>
                </a:cubicBezTo>
                <a:lnTo>
                  <a:pt x="469188" y="765189"/>
                </a:lnTo>
                <a:cubicBezTo>
                  <a:pt x="469188" y="773079"/>
                  <a:pt x="475586" y="779476"/>
                  <a:pt x="483476" y="779476"/>
                </a:cubicBezTo>
                <a:lnTo>
                  <a:pt x="589664" y="779476"/>
                </a:lnTo>
                <a:cubicBezTo>
                  <a:pt x="597554" y="779476"/>
                  <a:pt x="603952" y="773079"/>
                  <a:pt x="603952" y="765189"/>
                </a:cubicBezTo>
                <a:lnTo>
                  <a:pt x="603952" y="659000"/>
                </a:lnTo>
                <a:cubicBezTo>
                  <a:pt x="603952" y="651110"/>
                  <a:pt x="597554" y="644713"/>
                  <a:pt x="589664" y="644713"/>
                </a:cubicBezTo>
                <a:close/>
                <a:moveTo>
                  <a:pt x="575377" y="750901"/>
                </a:moveTo>
                <a:lnTo>
                  <a:pt x="497763" y="750901"/>
                </a:lnTo>
                <a:lnTo>
                  <a:pt x="497763" y="673288"/>
                </a:lnTo>
                <a:lnTo>
                  <a:pt x="575377" y="673288"/>
                </a:lnTo>
                <a:close/>
                <a:moveTo>
                  <a:pt x="840810" y="577113"/>
                </a:moveTo>
                <a:cubicBezTo>
                  <a:pt x="840810" y="585003"/>
                  <a:pt x="834413" y="591401"/>
                  <a:pt x="826522" y="591401"/>
                </a:cubicBezTo>
                <a:lnTo>
                  <a:pt x="654122" y="591401"/>
                </a:lnTo>
                <a:cubicBezTo>
                  <a:pt x="646232" y="591401"/>
                  <a:pt x="639835" y="585003"/>
                  <a:pt x="639835" y="577113"/>
                </a:cubicBezTo>
                <a:cubicBezTo>
                  <a:pt x="639835" y="569223"/>
                  <a:pt x="646232" y="562826"/>
                  <a:pt x="654122" y="562826"/>
                </a:cubicBezTo>
                <a:lnTo>
                  <a:pt x="826522" y="562826"/>
                </a:lnTo>
                <a:cubicBezTo>
                  <a:pt x="834413" y="562826"/>
                  <a:pt x="840810" y="569223"/>
                  <a:pt x="840810" y="577113"/>
                </a:cubicBezTo>
                <a:close/>
                <a:moveTo>
                  <a:pt x="840810" y="512614"/>
                </a:moveTo>
                <a:cubicBezTo>
                  <a:pt x="840810" y="520504"/>
                  <a:pt x="834413" y="526902"/>
                  <a:pt x="826522" y="526902"/>
                </a:cubicBezTo>
                <a:lnTo>
                  <a:pt x="654122" y="526902"/>
                </a:lnTo>
                <a:cubicBezTo>
                  <a:pt x="646232" y="526902"/>
                  <a:pt x="639835" y="520504"/>
                  <a:pt x="639835" y="512614"/>
                </a:cubicBezTo>
                <a:cubicBezTo>
                  <a:pt x="639835" y="504724"/>
                  <a:pt x="646232" y="498327"/>
                  <a:pt x="654122" y="498327"/>
                </a:cubicBezTo>
                <a:lnTo>
                  <a:pt x="826522" y="498327"/>
                </a:lnTo>
                <a:cubicBezTo>
                  <a:pt x="834413" y="498327"/>
                  <a:pt x="840810" y="504724"/>
                  <a:pt x="840810" y="512614"/>
                </a:cubicBezTo>
                <a:close/>
                <a:moveTo>
                  <a:pt x="840810" y="679846"/>
                </a:moveTo>
                <a:cubicBezTo>
                  <a:pt x="840810" y="687736"/>
                  <a:pt x="834413" y="694133"/>
                  <a:pt x="826522" y="694133"/>
                </a:cubicBezTo>
                <a:lnTo>
                  <a:pt x="654122" y="694133"/>
                </a:lnTo>
                <a:cubicBezTo>
                  <a:pt x="646232" y="694133"/>
                  <a:pt x="639835" y="687736"/>
                  <a:pt x="639835" y="679846"/>
                </a:cubicBezTo>
                <a:cubicBezTo>
                  <a:pt x="639835" y="671955"/>
                  <a:pt x="646232" y="665558"/>
                  <a:pt x="654122" y="665558"/>
                </a:cubicBezTo>
                <a:lnTo>
                  <a:pt x="826522" y="665558"/>
                </a:lnTo>
                <a:cubicBezTo>
                  <a:pt x="834413" y="665558"/>
                  <a:pt x="840810" y="671954"/>
                  <a:pt x="840810" y="679846"/>
                </a:cubicBezTo>
                <a:close/>
                <a:moveTo>
                  <a:pt x="840810" y="744345"/>
                </a:moveTo>
                <a:cubicBezTo>
                  <a:pt x="840810" y="752235"/>
                  <a:pt x="834413" y="758632"/>
                  <a:pt x="826522" y="758632"/>
                </a:cubicBezTo>
                <a:lnTo>
                  <a:pt x="654122" y="758632"/>
                </a:lnTo>
                <a:cubicBezTo>
                  <a:pt x="646232" y="758632"/>
                  <a:pt x="639835" y="752235"/>
                  <a:pt x="639835" y="744345"/>
                </a:cubicBezTo>
                <a:cubicBezTo>
                  <a:pt x="639835" y="736455"/>
                  <a:pt x="646232" y="730057"/>
                  <a:pt x="654122" y="730057"/>
                </a:cubicBezTo>
                <a:lnTo>
                  <a:pt x="826522" y="730057"/>
                </a:lnTo>
                <a:cubicBezTo>
                  <a:pt x="834413" y="730057"/>
                  <a:pt x="840810" y="736453"/>
                  <a:pt x="840810" y="744345"/>
                </a:cubicBezTo>
                <a:close/>
              </a:path>
            </a:pathLst>
          </a:custGeom>
          <a:solidFill>
            <a:schemeClr val="bg1"/>
          </a:solidFill>
          <a:ln w="1786" cap="flat">
            <a:noFill/>
            <a:prstDash val="solid"/>
            <a:miter/>
          </a:ln>
        </p:spPr>
        <p:txBody>
          <a:bodyPr/>
          <a:lstStyle/>
          <a:p>
            <a:endParaRPr lang="en-GB"/>
          </a:p>
        </p:txBody>
      </p:sp>
      <p:sp>
        <p:nvSpPr>
          <p:cNvPr id="61" name="Freeform 5">
            <a:extLst>
              <a:ext uri="{FF2B5EF4-FFF2-40B4-BE49-F238E27FC236}">
                <a16:creationId xmlns:a16="http://schemas.microsoft.com/office/drawing/2014/main" id="{E296A3DC-4B02-A2D4-6DF9-ED077890F2DF}"/>
              </a:ext>
            </a:extLst>
          </p:cNvPr>
          <p:cNvSpPr/>
          <p:nvPr/>
        </p:nvSpPr>
        <p:spPr>
          <a:xfrm>
            <a:off x="10325299" y="2640037"/>
            <a:ext cx="1108543" cy="1431451"/>
          </a:xfrm>
          <a:custGeom>
            <a:avLst/>
            <a:gdLst>
              <a:gd name="connsiteX0" fmla="*/ 680711 w 1030056"/>
              <a:gd name="connsiteY0" fmla="*/ 0 h 1330101"/>
              <a:gd name="connsiteX1" fmla="*/ 753644 w 1030056"/>
              <a:gd name="connsiteY1" fmla="*/ 97531 h 1330101"/>
              <a:gd name="connsiteX2" fmla="*/ 1030056 w 1030056"/>
              <a:gd name="connsiteY2" fmla="*/ 1002443 h 1330101"/>
              <a:gd name="connsiteX3" fmla="*/ 997174 w 1030056"/>
              <a:gd name="connsiteY3" fmla="*/ 1328625 h 1330101"/>
              <a:gd name="connsiteX4" fmla="*/ 996795 w 1030056"/>
              <a:gd name="connsiteY4" fmla="*/ 1330101 h 1330101"/>
              <a:gd name="connsiteX5" fmla="*/ 141520 w 1030056"/>
              <a:gd name="connsiteY5" fmla="*/ 1148307 h 1330101"/>
              <a:gd name="connsiteX6" fmla="*/ 152165 w 1030056"/>
              <a:gd name="connsiteY6" fmla="*/ 1078558 h 1330101"/>
              <a:gd name="connsiteX7" fmla="*/ 156008 w 1030056"/>
              <a:gd name="connsiteY7" fmla="*/ 1002443 h 1330101"/>
              <a:gd name="connsiteX8" fmla="*/ 28869 w 1030056"/>
              <a:gd name="connsiteY8" fmla="*/ 586219 h 1330101"/>
              <a:gd name="connsiteX9" fmla="*/ 0 w 1030056"/>
              <a:gd name="connsiteY9" fmla="*/ 551230 h 1330101"/>
              <a:gd name="connsiteX10" fmla="*/ 680711 w 1030056"/>
              <a:gd name="connsiteY10" fmla="*/ 0 h 1330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30056" h="1330101">
                <a:moveTo>
                  <a:pt x="680711" y="0"/>
                </a:moveTo>
                <a:lnTo>
                  <a:pt x="753644" y="97531"/>
                </a:lnTo>
                <a:cubicBezTo>
                  <a:pt x="928156" y="355844"/>
                  <a:pt x="1030056" y="667243"/>
                  <a:pt x="1030056" y="1002443"/>
                </a:cubicBezTo>
                <a:cubicBezTo>
                  <a:pt x="1030056" y="1114176"/>
                  <a:pt x="1018734" y="1223265"/>
                  <a:pt x="997174" y="1328625"/>
                </a:cubicBezTo>
                <a:lnTo>
                  <a:pt x="996795" y="1330101"/>
                </a:lnTo>
                <a:lnTo>
                  <a:pt x="141520" y="1148307"/>
                </a:lnTo>
                <a:lnTo>
                  <a:pt x="152165" y="1078558"/>
                </a:lnTo>
                <a:cubicBezTo>
                  <a:pt x="154706" y="1053532"/>
                  <a:pt x="156008" y="1028140"/>
                  <a:pt x="156008" y="1002443"/>
                </a:cubicBezTo>
                <a:cubicBezTo>
                  <a:pt x="156008" y="848265"/>
                  <a:pt x="109138" y="705033"/>
                  <a:pt x="28869" y="586219"/>
                </a:cubicBezTo>
                <a:lnTo>
                  <a:pt x="0" y="551230"/>
                </a:lnTo>
                <a:lnTo>
                  <a:pt x="680711" y="0"/>
                </a:lnTo>
                <a:close/>
              </a:path>
            </a:pathLst>
          </a:custGeom>
          <a:gradFill>
            <a:gsLst>
              <a:gs pos="0">
                <a:schemeClr val="accent2"/>
              </a:gs>
              <a:gs pos="8000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2" name="Graphic 22">
            <a:extLst>
              <a:ext uri="{FF2B5EF4-FFF2-40B4-BE49-F238E27FC236}">
                <a16:creationId xmlns:a16="http://schemas.microsoft.com/office/drawing/2014/main" id="{BC841583-5764-7CE2-E0EF-09179EA493F6}"/>
              </a:ext>
            </a:extLst>
          </p:cNvPr>
          <p:cNvSpPr>
            <a:spLocks noChangeAspect="1"/>
          </p:cNvSpPr>
          <p:nvPr/>
        </p:nvSpPr>
        <p:spPr>
          <a:xfrm>
            <a:off x="10697893" y="3140882"/>
            <a:ext cx="519035" cy="519024"/>
          </a:xfrm>
          <a:custGeom>
            <a:avLst/>
            <a:gdLst>
              <a:gd name="csX0" fmla="*/ 874252 w 882253"/>
              <a:gd name="csY0" fmla="*/ 375922 h 882235"/>
              <a:gd name="csX1" fmla="*/ 779848 w 882253"/>
              <a:gd name="csY1" fmla="*/ 339382 h 882235"/>
              <a:gd name="csX2" fmla="*/ 752558 w 882253"/>
              <a:gd name="csY2" fmla="*/ 273570 h 882235"/>
              <a:gd name="csX3" fmla="*/ 793492 w 882253"/>
              <a:gd name="csY3" fmla="*/ 180951 h 882235"/>
              <a:gd name="csX4" fmla="*/ 790902 w 882253"/>
              <a:gd name="csY4" fmla="*/ 167057 h 882235"/>
              <a:gd name="csX5" fmla="*/ 715179 w 882253"/>
              <a:gd name="csY5" fmla="*/ 91333 h 882235"/>
              <a:gd name="csX6" fmla="*/ 701284 w 882253"/>
              <a:gd name="csY6" fmla="*/ 88743 h 882235"/>
              <a:gd name="csX7" fmla="*/ 608665 w 882253"/>
              <a:gd name="csY7" fmla="*/ 129677 h 882235"/>
              <a:gd name="csX8" fmla="*/ 542871 w 882253"/>
              <a:gd name="csY8" fmla="*/ 102388 h 882235"/>
              <a:gd name="csX9" fmla="*/ 506331 w 882253"/>
              <a:gd name="csY9" fmla="*/ 7983 h 882235"/>
              <a:gd name="csX10" fmla="*/ 494669 w 882253"/>
              <a:gd name="csY10" fmla="*/ 0 h 882235"/>
              <a:gd name="csX11" fmla="*/ 387584 w 882253"/>
              <a:gd name="csY11" fmla="*/ 0 h 882235"/>
              <a:gd name="csX12" fmla="*/ 375922 w 882253"/>
              <a:gd name="csY12" fmla="*/ 7983 h 882235"/>
              <a:gd name="csX13" fmla="*/ 339382 w 882253"/>
              <a:gd name="csY13" fmla="*/ 102388 h 882235"/>
              <a:gd name="csX14" fmla="*/ 273588 w 882253"/>
              <a:gd name="csY14" fmla="*/ 129677 h 882235"/>
              <a:gd name="csX15" fmla="*/ 180951 w 882253"/>
              <a:gd name="csY15" fmla="*/ 88743 h 882235"/>
              <a:gd name="csX16" fmla="*/ 167057 w 882253"/>
              <a:gd name="csY16" fmla="*/ 91333 h 882235"/>
              <a:gd name="csX17" fmla="*/ 91333 w 882253"/>
              <a:gd name="csY17" fmla="*/ 167057 h 882235"/>
              <a:gd name="csX18" fmla="*/ 88743 w 882253"/>
              <a:gd name="csY18" fmla="*/ 180951 h 882235"/>
              <a:gd name="csX19" fmla="*/ 129677 w 882253"/>
              <a:gd name="csY19" fmla="*/ 273570 h 882235"/>
              <a:gd name="csX20" fmla="*/ 102388 w 882253"/>
              <a:gd name="csY20" fmla="*/ 339382 h 882235"/>
              <a:gd name="csX21" fmla="*/ 7983 w 882253"/>
              <a:gd name="csY21" fmla="*/ 375922 h 882235"/>
              <a:gd name="csX22" fmla="*/ 0 w 882253"/>
              <a:gd name="csY22" fmla="*/ 387584 h 882235"/>
              <a:gd name="csX23" fmla="*/ 0 w 882253"/>
              <a:gd name="csY23" fmla="*/ 494669 h 882235"/>
              <a:gd name="csX24" fmla="*/ 7983 w 882253"/>
              <a:gd name="csY24" fmla="*/ 506331 h 882235"/>
              <a:gd name="csX25" fmla="*/ 54810 w 882253"/>
              <a:gd name="csY25" fmla="*/ 524458 h 882235"/>
              <a:gd name="csX26" fmla="*/ 32397 w 882253"/>
              <a:gd name="csY26" fmla="*/ 588395 h 882235"/>
              <a:gd name="csX27" fmla="*/ 32397 w 882253"/>
              <a:gd name="csY27" fmla="*/ 678638 h 882235"/>
              <a:gd name="csX28" fmla="*/ 44898 w 882253"/>
              <a:gd name="csY28" fmla="*/ 691140 h 882235"/>
              <a:gd name="csX29" fmla="*/ 93226 w 882253"/>
              <a:gd name="csY29" fmla="*/ 691140 h 882235"/>
              <a:gd name="csX30" fmla="*/ 88743 w 882253"/>
              <a:gd name="csY30" fmla="*/ 701284 h 882235"/>
              <a:gd name="csX31" fmla="*/ 91333 w 882253"/>
              <a:gd name="csY31" fmla="*/ 715179 h 882235"/>
              <a:gd name="csX32" fmla="*/ 167057 w 882253"/>
              <a:gd name="csY32" fmla="*/ 790902 h 882235"/>
              <a:gd name="csX33" fmla="*/ 180951 w 882253"/>
              <a:gd name="csY33" fmla="*/ 793492 h 882235"/>
              <a:gd name="csX34" fmla="*/ 273570 w 882253"/>
              <a:gd name="csY34" fmla="*/ 752558 h 882235"/>
              <a:gd name="csX35" fmla="*/ 339382 w 882253"/>
              <a:gd name="csY35" fmla="*/ 779848 h 882235"/>
              <a:gd name="csX36" fmla="*/ 375922 w 882253"/>
              <a:gd name="csY36" fmla="*/ 874252 h 882235"/>
              <a:gd name="csX37" fmla="*/ 387584 w 882253"/>
              <a:gd name="csY37" fmla="*/ 882235 h 882235"/>
              <a:gd name="csX38" fmla="*/ 494669 w 882253"/>
              <a:gd name="csY38" fmla="*/ 882235 h 882235"/>
              <a:gd name="csX39" fmla="*/ 506331 w 882253"/>
              <a:gd name="csY39" fmla="*/ 874252 h 882235"/>
              <a:gd name="csX40" fmla="*/ 542871 w 882253"/>
              <a:gd name="csY40" fmla="*/ 779848 h 882235"/>
              <a:gd name="csX41" fmla="*/ 608665 w 882253"/>
              <a:gd name="csY41" fmla="*/ 752558 h 882235"/>
              <a:gd name="csX42" fmla="*/ 701302 w 882253"/>
              <a:gd name="csY42" fmla="*/ 793492 h 882235"/>
              <a:gd name="csX43" fmla="*/ 715197 w 882253"/>
              <a:gd name="csY43" fmla="*/ 790902 h 882235"/>
              <a:gd name="csX44" fmla="*/ 790920 w 882253"/>
              <a:gd name="csY44" fmla="*/ 715179 h 882235"/>
              <a:gd name="csX45" fmla="*/ 793510 w 882253"/>
              <a:gd name="csY45" fmla="*/ 701284 h 882235"/>
              <a:gd name="csX46" fmla="*/ 789027 w 882253"/>
              <a:gd name="csY46" fmla="*/ 691140 h 882235"/>
              <a:gd name="csX47" fmla="*/ 837355 w 882253"/>
              <a:gd name="csY47" fmla="*/ 691140 h 882235"/>
              <a:gd name="csX48" fmla="*/ 849856 w 882253"/>
              <a:gd name="csY48" fmla="*/ 678638 h 882235"/>
              <a:gd name="csX49" fmla="*/ 849856 w 882253"/>
              <a:gd name="csY49" fmla="*/ 588395 h 882235"/>
              <a:gd name="csX50" fmla="*/ 827443 w 882253"/>
              <a:gd name="csY50" fmla="*/ 524458 h 882235"/>
              <a:gd name="csX51" fmla="*/ 874270 w 882253"/>
              <a:gd name="csY51" fmla="*/ 506331 h 882235"/>
              <a:gd name="csX52" fmla="*/ 882253 w 882253"/>
              <a:gd name="csY52" fmla="*/ 494669 h 882235"/>
              <a:gd name="csX53" fmla="*/ 882253 w 882253"/>
              <a:gd name="csY53" fmla="*/ 387584 h 882235"/>
              <a:gd name="csX54" fmla="*/ 874270 w 882253"/>
              <a:gd name="csY54" fmla="*/ 375922 h 882235"/>
              <a:gd name="csX55" fmla="*/ 57400 w 882253"/>
              <a:gd name="csY55" fmla="*/ 588395 h 882235"/>
              <a:gd name="csX56" fmla="*/ 135142 w 882253"/>
              <a:gd name="csY56" fmla="*/ 510653 h 882235"/>
              <a:gd name="csX57" fmla="*/ 140089 w 882253"/>
              <a:gd name="csY57" fmla="*/ 510653 h 882235"/>
              <a:gd name="csX58" fmla="*/ 129088 w 882253"/>
              <a:gd name="csY58" fmla="*/ 602558 h 882235"/>
              <a:gd name="csX59" fmla="*/ 135249 w 882253"/>
              <a:gd name="csY59" fmla="*/ 614863 h 882235"/>
              <a:gd name="csX60" fmla="*/ 158966 w 882253"/>
              <a:gd name="csY60" fmla="*/ 628561 h 882235"/>
              <a:gd name="csX61" fmla="*/ 165217 w 882253"/>
              <a:gd name="csY61" fmla="*/ 630240 h 882235"/>
              <a:gd name="csX62" fmla="*/ 171468 w 882253"/>
              <a:gd name="csY62" fmla="*/ 628561 h 882235"/>
              <a:gd name="csX63" fmla="*/ 195185 w 882253"/>
              <a:gd name="csY63" fmla="*/ 614863 h 882235"/>
              <a:gd name="csX64" fmla="*/ 201347 w 882253"/>
              <a:gd name="csY64" fmla="*/ 602558 h 882235"/>
              <a:gd name="csX65" fmla="*/ 190345 w 882253"/>
              <a:gd name="csY65" fmla="*/ 510653 h 882235"/>
              <a:gd name="csX66" fmla="*/ 195292 w 882253"/>
              <a:gd name="csY66" fmla="*/ 510653 h 882235"/>
              <a:gd name="csX67" fmla="*/ 273034 w 882253"/>
              <a:gd name="csY67" fmla="*/ 588395 h 882235"/>
              <a:gd name="csX68" fmla="*/ 273034 w 882253"/>
              <a:gd name="csY68" fmla="*/ 666137 h 882235"/>
              <a:gd name="csX69" fmla="*/ 248120 w 882253"/>
              <a:gd name="csY69" fmla="*/ 666137 h 882235"/>
              <a:gd name="csX70" fmla="*/ 248120 w 882253"/>
              <a:gd name="csY70" fmla="*/ 592824 h 882235"/>
              <a:gd name="csX71" fmla="*/ 235619 w 882253"/>
              <a:gd name="csY71" fmla="*/ 580323 h 882235"/>
              <a:gd name="csX72" fmla="*/ 223117 w 882253"/>
              <a:gd name="csY72" fmla="*/ 592824 h 882235"/>
              <a:gd name="csX73" fmla="*/ 223117 w 882253"/>
              <a:gd name="csY73" fmla="*/ 666137 h 882235"/>
              <a:gd name="csX74" fmla="*/ 107299 w 882253"/>
              <a:gd name="csY74" fmla="*/ 666137 h 882235"/>
              <a:gd name="csX75" fmla="*/ 107299 w 882253"/>
              <a:gd name="csY75" fmla="*/ 592824 h 882235"/>
              <a:gd name="csX76" fmla="*/ 94798 w 882253"/>
              <a:gd name="csY76" fmla="*/ 580323 h 882235"/>
              <a:gd name="csX77" fmla="*/ 82296 w 882253"/>
              <a:gd name="csY77" fmla="*/ 592824 h 882235"/>
              <a:gd name="csX78" fmla="*/ 82296 w 882253"/>
              <a:gd name="csY78" fmla="*/ 666137 h 882235"/>
              <a:gd name="csX79" fmla="*/ 57382 w 882253"/>
              <a:gd name="csY79" fmla="*/ 666137 h 882235"/>
              <a:gd name="csX80" fmla="*/ 57382 w 882253"/>
              <a:gd name="csY80" fmla="*/ 588395 h 882235"/>
              <a:gd name="csX81" fmla="*/ 364349 w 882253"/>
              <a:gd name="csY81" fmla="*/ 195042 h 882235"/>
              <a:gd name="csX82" fmla="*/ 386888 w 882253"/>
              <a:gd name="csY82" fmla="*/ 238619 h 882235"/>
              <a:gd name="csX83" fmla="*/ 308253 w 882253"/>
              <a:gd name="csY83" fmla="*/ 338489 h 882235"/>
              <a:gd name="csX84" fmla="*/ 308253 w 882253"/>
              <a:gd name="csY84" fmla="*/ 428732 h 882235"/>
              <a:gd name="csX85" fmla="*/ 320754 w 882253"/>
              <a:gd name="csY85" fmla="*/ 441234 h 882235"/>
              <a:gd name="csX86" fmla="*/ 561427 w 882253"/>
              <a:gd name="csY86" fmla="*/ 441234 h 882235"/>
              <a:gd name="csX87" fmla="*/ 573929 w 882253"/>
              <a:gd name="csY87" fmla="*/ 428732 h 882235"/>
              <a:gd name="csX88" fmla="*/ 573929 w 882253"/>
              <a:gd name="csY88" fmla="*/ 338489 h 882235"/>
              <a:gd name="csX89" fmla="*/ 495294 w 882253"/>
              <a:gd name="csY89" fmla="*/ 238619 h 882235"/>
              <a:gd name="csX90" fmla="*/ 517833 w 882253"/>
              <a:gd name="csY90" fmla="*/ 195042 h 882235"/>
              <a:gd name="csX91" fmla="*/ 689229 w 882253"/>
              <a:gd name="csY91" fmla="*/ 360438 h 882235"/>
              <a:gd name="csX92" fmla="*/ 639294 w 882253"/>
              <a:gd name="csY92" fmla="*/ 432983 h 882235"/>
              <a:gd name="csX93" fmla="*/ 662761 w 882253"/>
              <a:gd name="csY93" fmla="*/ 488543 h 882235"/>
              <a:gd name="csX94" fmla="*/ 584127 w 882253"/>
              <a:gd name="csY94" fmla="*/ 588413 h 882235"/>
              <a:gd name="csX95" fmla="*/ 584127 w 882253"/>
              <a:gd name="csY95" fmla="*/ 666155 h 882235"/>
              <a:gd name="csX96" fmla="*/ 441073 w 882253"/>
              <a:gd name="csY96" fmla="*/ 708571 h 882235"/>
              <a:gd name="csX97" fmla="*/ 298019 w 882253"/>
              <a:gd name="csY97" fmla="*/ 666155 h 882235"/>
              <a:gd name="csX98" fmla="*/ 298019 w 882253"/>
              <a:gd name="csY98" fmla="*/ 588413 h 882235"/>
              <a:gd name="csX99" fmla="*/ 219385 w 882253"/>
              <a:gd name="csY99" fmla="*/ 488543 h 882235"/>
              <a:gd name="csX100" fmla="*/ 242852 w 882253"/>
              <a:gd name="csY100" fmla="*/ 432983 h 882235"/>
              <a:gd name="csX101" fmla="*/ 192917 w 882253"/>
              <a:gd name="csY101" fmla="*/ 360438 h 882235"/>
              <a:gd name="csX102" fmla="*/ 364313 w 882253"/>
              <a:gd name="csY102" fmla="*/ 195042 h 882235"/>
              <a:gd name="csX103" fmla="*/ 493776 w 882253"/>
              <a:gd name="csY103" fmla="*/ 183059 h 882235"/>
              <a:gd name="csX104" fmla="*/ 441091 w 882253"/>
              <a:gd name="csY104" fmla="*/ 235744 h 882235"/>
              <a:gd name="csX105" fmla="*/ 388406 w 882253"/>
              <a:gd name="csY105" fmla="*/ 183059 h 882235"/>
              <a:gd name="csX106" fmla="*/ 441091 w 882253"/>
              <a:gd name="csY106" fmla="*/ 130373 h 882235"/>
              <a:gd name="csX107" fmla="*/ 493776 w 882253"/>
              <a:gd name="csY107" fmla="*/ 183059 h 882235"/>
              <a:gd name="csX108" fmla="*/ 511510 w 882253"/>
              <a:gd name="csY108" fmla="*/ 330416 h 882235"/>
              <a:gd name="csX109" fmla="*/ 499009 w 882253"/>
              <a:gd name="csY109" fmla="*/ 342918 h 882235"/>
              <a:gd name="csX110" fmla="*/ 499009 w 882253"/>
              <a:gd name="csY110" fmla="*/ 416231 h 882235"/>
              <a:gd name="csX111" fmla="*/ 383191 w 882253"/>
              <a:gd name="csY111" fmla="*/ 416231 h 882235"/>
              <a:gd name="csX112" fmla="*/ 383191 w 882253"/>
              <a:gd name="csY112" fmla="*/ 342918 h 882235"/>
              <a:gd name="csX113" fmla="*/ 370689 w 882253"/>
              <a:gd name="csY113" fmla="*/ 330416 h 882235"/>
              <a:gd name="csX114" fmla="*/ 358188 w 882253"/>
              <a:gd name="csY114" fmla="*/ 342918 h 882235"/>
              <a:gd name="csX115" fmla="*/ 358188 w 882253"/>
              <a:gd name="csY115" fmla="*/ 416231 h 882235"/>
              <a:gd name="csX116" fmla="*/ 333274 w 882253"/>
              <a:gd name="csY116" fmla="*/ 416231 h 882235"/>
              <a:gd name="csX117" fmla="*/ 333274 w 882253"/>
              <a:gd name="csY117" fmla="*/ 338489 h 882235"/>
              <a:gd name="csX118" fmla="*/ 411016 w 882253"/>
              <a:gd name="csY118" fmla="*/ 260747 h 882235"/>
              <a:gd name="csX119" fmla="*/ 415963 w 882253"/>
              <a:gd name="csY119" fmla="*/ 260747 h 882235"/>
              <a:gd name="csX120" fmla="*/ 404961 w 882253"/>
              <a:gd name="csY120" fmla="*/ 352651 h 882235"/>
              <a:gd name="csX121" fmla="*/ 411123 w 882253"/>
              <a:gd name="csY121" fmla="*/ 364956 h 882235"/>
              <a:gd name="csX122" fmla="*/ 434840 w 882253"/>
              <a:gd name="csY122" fmla="*/ 378654 h 882235"/>
              <a:gd name="csX123" fmla="*/ 441091 w 882253"/>
              <a:gd name="csY123" fmla="*/ 380333 h 882235"/>
              <a:gd name="csX124" fmla="*/ 447342 w 882253"/>
              <a:gd name="csY124" fmla="*/ 378654 h 882235"/>
              <a:gd name="csX125" fmla="*/ 471059 w 882253"/>
              <a:gd name="csY125" fmla="*/ 364956 h 882235"/>
              <a:gd name="csX126" fmla="*/ 477220 w 882253"/>
              <a:gd name="csY126" fmla="*/ 352651 h 882235"/>
              <a:gd name="csX127" fmla="*/ 466219 w 882253"/>
              <a:gd name="csY127" fmla="*/ 260747 h 882235"/>
              <a:gd name="csX128" fmla="*/ 471166 w 882253"/>
              <a:gd name="csY128" fmla="*/ 260747 h 882235"/>
              <a:gd name="csX129" fmla="*/ 548908 w 882253"/>
              <a:gd name="csY129" fmla="*/ 338489 h 882235"/>
              <a:gd name="csX130" fmla="*/ 548908 w 882253"/>
              <a:gd name="csY130" fmla="*/ 416231 h 882235"/>
              <a:gd name="csX131" fmla="*/ 523994 w 882253"/>
              <a:gd name="csY131" fmla="*/ 416231 h 882235"/>
              <a:gd name="csX132" fmla="*/ 523994 w 882253"/>
              <a:gd name="csY132" fmla="*/ 342918 h 882235"/>
              <a:gd name="csX133" fmla="*/ 511493 w 882253"/>
              <a:gd name="csY133" fmla="*/ 330416 h 882235"/>
              <a:gd name="csX134" fmla="*/ 451431 w 882253"/>
              <a:gd name="csY134" fmla="*/ 347436 h 882235"/>
              <a:gd name="csX135" fmla="*/ 441091 w 882253"/>
              <a:gd name="csY135" fmla="*/ 353401 h 882235"/>
              <a:gd name="csX136" fmla="*/ 430768 w 882253"/>
              <a:gd name="csY136" fmla="*/ 347436 h 882235"/>
              <a:gd name="csX137" fmla="*/ 441109 w 882253"/>
              <a:gd name="csY137" fmla="*/ 261176 h 882235"/>
              <a:gd name="csX138" fmla="*/ 713875 w 882253"/>
              <a:gd name="csY138" fmla="*/ 536996 h 882235"/>
              <a:gd name="csX139" fmla="*/ 718322 w 882253"/>
              <a:gd name="csY139" fmla="*/ 522297 h 882235"/>
              <a:gd name="csX140" fmla="*/ 727305 w 882253"/>
              <a:gd name="csY140" fmla="*/ 597360 h 882235"/>
              <a:gd name="csX141" fmla="*/ 716983 w 882253"/>
              <a:gd name="csY141" fmla="*/ 603325 h 882235"/>
              <a:gd name="csX142" fmla="*/ 706642 w 882253"/>
              <a:gd name="csY142" fmla="*/ 597360 h 882235"/>
              <a:gd name="csX143" fmla="*/ 716983 w 882253"/>
              <a:gd name="csY143" fmla="*/ 485668 h 882235"/>
              <a:gd name="csX144" fmla="*/ 664297 w 882253"/>
              <a:gd name="csY144" fmla="*/ 432983 h 882235"/>
              <a:gd name="csX145" fmla="*/ 716983 w 882253"/>
              <a:gd name="csY145" fmla="*/ 380298 h 882235"/>
              <a:gd name="csX146" fmla="*/ 769668 w 882253"/>
              <a:gd name="csY146" fmla="*/ 432983 h 882235"/>
              <a:gd name="csX147" fmla="*/ 716983 w 882253"/>
              <a:gd name="csY147" fmla="*/ 485668 h 882235"/>
              <a:gd name="csX148" fmla="*/ 165217 w 882253"/>
              <a:gd name="csY148" fmla="*/ 511100 h 882235"/>
              <a:gd name="csX149" fmla="*/ 175540 w 882253"/>
              <a:gd name="csY149" fmla="*/ 597360 h 882235"/>
              <a:gd name="csX150" fmla="*/ 165217 w 882253"/>
              <a:gd name="csY150" fmla="*/ 603325 h 882235"/>
              <a:gd name="csX151" fmla="*/ 154877 w 882253"/>
              <a:gd name="csY151" fmla="*/ 597360 h 882235"/>
              <a:gd name="csX152" fmla="*/ 165217 w 882253"/>
              <a:gd name="csY152" fmla="*/ 380315 h 882235"/>
              <a:gd name="csX153" fmla="*/ 217902 w 882253"/>
              <a:gd name="csY153" fmla="*/ 433001 h 882235"/>
              <a:gd name="csX154" fmla="*/ 165217 w 882253"/>
              <a:gd name="csY154" fmla="*/ 485686 h 882235"/>
              <a:gd name="csX155" fmla="*/ 112532 w 882253"/>
              <a:gd name="csY155" fmla="*/ 433001 h 882235"/>
              <a:gd name="csX156" fmla="*/ 165217 w 882253"/>
              <a:gd name="csY156" fmla="*/ 380315 h 882235"/>
              <a:gd name="csX157" fmla="*/ 703534 w 882253"/>
              <a:gd name="csY157" fmla="*/ 767203 h 882235"/>
              <a:gd name="csX158" fmla="*/ 613077 w 882253"/>
              <a:gd name="csY158" fmla="*/ 727234 h 882235"/>
              <a:gd name="csX159" fmla="*/ 601897 w 882253"/>
              <a:gd name="csY159" fmla="*/ 727770 h 882235"/>
              <a:gd name="csX160" fmla="*/ 530031 w 882253"/>
              <a:gd name="csY160" fmla="*/ 757577 h 882235"/>
              <a:gd name="csX161" fmla="*/ 521744 w 882253"/>
              <a:gd name="csY161" fmla="*/ 765096 h 882235"/>
              <a:gd name="csX162" fmla="*/ 486061 w 882253"/>
              <a:gd name="csY162" fmla="*/ 857286 h 882235"/>
              <a:gd name="csX163" fmla="*/ 396103 w 882253"/>
              <a:gd name="csY163" fmla="*/ 857286 h 882235"/>
              <a:gd name="csX164" fmla="*/ 360438 w 882253"/>
              <a:gd name="csY164" fmla="*/ 765114 h 882235"/>
              <a:gd name="csX165" fmla="*/ 352151 w 882253"/>
              <a:gd name="csY165" fmla="*/ 757595 h 882235"/>
              <a:gd name="csX166" fmla="*/ 280267 w 882253"/>
              <a:gd name="csY166" fmla="*/ 727787 h 882235"/>
              <a:gd name="csX167" fmla="*/ 269087 w 882253"/>
              <a:gd name="csY167" fmla="*/ 727252 h 882235"/>
              <a:gd name="csX168" fmla="*/ 178647 w 882253"/>
              <a:gd name="csY168" fmla="*/ 767221 h 882235"/>
              <a:gd name="csX169" fmla="*/ 115032 w 882253"/>
              <a:gd name="csY169" fmla="*/ 703606 h 882235"/>
              <a:gd name="csX170" fmla="*/ 120515 w 882253"/>
              <a:gd name="csY170" fmla="*/ 691194 h 882235"/>
              <a:gd name="csX171" fmla="*/ 235565 w 882253"/>
              <a:gd name="csY171" fmla="*/ 691194 h 882235"/>
              <a:gd name="csX172" fmla="*/ 235601 w 882253"/>
              <a:gd name="csY172" fmla="*/ 691194 h 882235"/>
              <a:gd name="csX173" fmla="*/ 235637 w 882253"/>
              <a:gd name="csY173" fmla="*/ 691194 h 882235"/>
              <a:gd name="csX174" fmla="*/ 285518 w 882253"/>
              <a:gd name="csY174" fmla="*/ 691194 h 882235"/>
              <a:gd name="csX175" fmla="*/ 289608 w 882253"/>
              <a:gd name="csY175" fmla="*/ 690497 h 882235"/>
              <a:gd name="csX176" fmla="*/ 441055 w 882253"/>
              <a:gd name="csY176" fmla="*/ 733592 h 882235"/>
              <a:gd name="csX177" fmla="*/ 592503 w 882253"/>
              <a:gd name="csY177" fmla="*/ 690497 h 882235"/>
              <a:gd name="csX178" fmla="*/ 596592 w 882253"/>
              <a:gd name="csY178" fmla="*/ 691194 h 882235"/>
              <a:gd name="csX179" fmla="*/ 646474 w 882253"/>
              <a:gd name="csY179" fmla="*/ 691194 h 882235"/>
              <a:gd name="csX180" fmla="*/ 646509 w 882253"/>
              <a:gd name="csY180" fmla="*/ 691194 h 882235"/>
              <a:gd name="csX181" fmla="*/ 646545 w 882253"/>
              <a:gd name="csY181" fmla="*/ 691194 h 882235"/>
              <a:gd name="csX182" fmla="*/ 761595 w 882253"/>
              <a:gd name="csY182" fmla="*/ 691194 h 882235"/>
              <a:gd name="csX183" fmla="*/ 767078 w 882253"/>
              <a:gd name="csY183" fmla="*/ 703606 h 882235"/>
              <a:gd name="csX184" fmla="*/ 703463 w 882253"/>
              <a:gd name="csY184" fmla="*/ 767221 h 882235"/>
              <a:gd name="csX185" fmla="*/ 824817 w 882253"/>
              <a:gd name="csY185" fmla="*/ 666173 h 882235"/>
              <a:gd name="csX186" fmla="*/ 799904 w 882253"/>
              <a:gd name="csY186" fmla="*/ 666173 h 882235"/>
              <a:gd name="csX187" fmla="*/ 799904 w 882253"/>
              <a:gd name="csY187" fmla="*/ 592860 h 882235"/>
              <a:gd name="csX188" fmla="*/ 787402 w 882253"/>
              <a:gd name="csY188" fmla="*/ 580358 h 882235"/>
              <a:gd name="csX189" fmla="*/ 774900 w 882253"/>
              <a:gd name="csY189" fmla="*/ 592860 h 882235"/>
              <a:gd name="csX190" fmla="*/ 774900 w 882253"/>
              <a:gd name="csY190" fmla="*/ 666173 h 882235"/>
              <a:gd name="csX191" fmla="*/ 659082 w 882253"/>
              <a:gd name="csY191" fmla="*/ 666173 h 882235"/>
              <a:gd name="csX192" fmla="*/ 659082 w 882253"/>
              <a:gd name="csY192" fmla="*/ 592860 h 882235"/>
              <a:gd name="csX193" fmla="*/ 646581 w 882253"/>
              <a:gd name="csY193" fmla="*/ 580358 h 882235"/>
              <a:gd name="csX194" fmla="*/ 634079 w 882253"/>
              <a:gd name="csY194" fmla="*/ 592860 h 882235"/>
              <a:gd name="csX195" fmla="*/ 634079 w 882253"/>
              <a:gd name="csY195" fmla="*/ 666173 h 882235"/>
              <a:gd name="csX196" fmla="*/ 609165 w 882253"/>
              <a:gd name="csY196" fmla="*/ 666173 h 882235"/>
              <a:gd name="csX197" fmla="*/ 609165 w 882253"/>
              <a:gd name="csY197" fmla="*/ 588431 h 882235"/>
              <a:gd name="csX198" fmla="*/ 686907 w 882253"/>
              <a:gd name="csY198" fmla="*/ 510689 h 882235"/>
              <a:gd name="csX199" fmla="*/ 691854 w 882253"/>
              <a:gd name="csY199" fmla="*/ 510689 h 882235"/>
              <a:gd name="csX200" fmla="*/ 689211 w 882253"/>
              <a:gd name="csY200" fmla="*/ 532781 h 882235"/>
              <a:gd name="csX201" fmla="*/ 689211 w 882253"/>
              <a:gd name="csY201" fmla="*/ 532870 h 882235"/>
              <a:gd name="csX202" fmla="*/ 680853 w 882253"/>
              <a:gd name="csY202" fmla="*/ 602611 h 882235"/>
              <a:gd name="csX203" fmla="*/ 687014 w 882253"/>
              <a:gd name="csY203" fmla="*/ 614916 h 882235"/>
              <a:gd name="csX204" fmla="*/ 710732 w 882253"/>
              <a:gd name="csY204" fmla="*/ 628614 h 882235"/>
              <a:gd name="csX205" fmla="*/ 716983 w 882253"/>
              <a:gd name="csY205" fmla="*/ 630293 h 882235"/>
              <a:gd name="csX206" fmla="*/ 723233 w 882253"/>
              <a:gd name="csY206" fmla="*/ 628614 h 882235"/>
              <a:gd name="csX207" fmla="*/ 746951 w 882253"/>
              <a:gd name="csY207" fmla="*/ 614916 h 882235"/>
              <a:gd name="csX208" fmla="*/ 753112 w 882253"/>
              <a:gd name="csY208" fmla="*/ 602611 h 882235"/>
              <a:gd name="csX209" fmla="*/ 742111 w 882253"/>
              <a:gd name="csY209" fmla="*/ 510707 h 882235"/>
              <a:gd name="csX210" fmla="*/ 747058 w 882253"/>
              <a:gd name="csY210" fmla="*/ 510707 h 882235"/>
              <a:gd name="csX211" fmla="*/ 824800 w 882253"/>
              <a:gd name="csY211" fmla="*/ 588449 h 882235"/>
              <a:gd name="csX212" fmla="*/ 824800 w 882253"/>
              <a:gd name="csY212" fmla="*/ 666190 h 882235"/>
              <a:gd name="csX213" fmla="*/ 857232 w 882253"/>
              <a:gd name="csY213" fmla="*/ 486132 h 882235"/>
              <a:gd name="csX214" fmla="*/ 807494 w 882253"/>
              <a:gd name="csY214" fmla="*/ 505385 h 882235"/>
              <a:gd name="csX215" fmla="*/ 771204 w 882253"/>
              <a:gd name="csY215" fmla="*/ 488561 h 882235"/>
              <a:gd name="csX216" fmla="*/ 794671 w 882253"/>
              <a:gd name="csY216" fmla="*/ 433001 h 882235"/>
              <a:gd name="csX217" fmla="*/ 716983 w 882253"/>
              <a:gd name="csY217" fmla="*/ 355312 h 882235"/>
              <a:gd name="csX218" fmla="*/ 713946 w 882253"/>
              <a:gd name="csY218" fmla="*/ 355384 h 882235"/>
              <a:gd name="csX219" fmla="*/ 517458 w 882253"/>
              <a:gd name="csY219" fmla="*/ 168896 h 882235"/>
              <a:gd name="csX220" fmla="*/ 441091 w 882253"/>
              <a:gd name="csY220" fmla="*/ 105388 h 882235"/>
              <a:gd name="csX221" fmla="*/ 364724 w 882253"/>
              <a:gd name="csY221" fmla="*/ 168896 h 882235"/>
              <a:gd name="csX222" fmla="*/ 168235 w 882253"/>
              <a:gd name="csY222" fmla="*/ 355384 h 882235"/>
              <a:gd name="csX223" fmla="*/ 165199 w 882253"/>
              <a:gd name="csY223" fmla="*/ 355312 h 882235"/>
              <a:gd name="csX224" fmla="*/ 87511 w 882253"/>
              <a:gd name="csY224" fmla="*/ 433001 h 882235"/>
              <a:gd name="csX225" fmla="*/ 110978 w 882253"/>
              <a:gd name="csY225" fmla="*/ 488561 h 882235"/>
              <a:gd name="csX226" fmla="*/ 74688 w 882253"/>
              <a:gd name="csY226" fmla="*/ 505385 h 882235"/>
              <a:gd name="csX227" fmla="*/ 24950 w 882253"/>
              <a:gd name="csY227" fmla="*/ 486132 h 882235"/>
              <a:gd name="csX228" fmla="*/ 24950 w 882253"/>
              <a:gd name="csY228" fmla="*/ 396175 h 882235"/>
              <a:gd name="csX229" fmla="*/ 117122 w 882253"/>
              <a:gd name="csY229" fmla="*/ 360492 h 882235"/>
              <a:gd name="csX230" fmla="*/ 124641 w 882253"/>
              <a:gd name="csY230" fmla="*/ 352205 h 882235"/>
              <a:gd name="csX231" fmla="*/ 154448 w 882253"/>
              <a:gd name="csY231" fmla="*/ 280321 h 882235"/>
              <a:gd name="csX232" fmla="*/ 154984 w 882253"/>
              <a:gd name="csY232" fmla="*/ 269141 h 882235"/>
              <a:gd name="csX233" fmla="*/ 115014 w 882253"/>
              <a:gd name="csY233" fmla="*/ 178701 h 882235"/>
              <a:gd name="csX234" fmla="*/ 178629 w 882253"/>
              <a:gd name="csY234" fmla="*/ 115086 h 882235"/>
              <a:gd name="csX235" fmla="*/ 269087 w 882253"/>
              <a:gd name="csY235" fmla="*/ 155055 h 882235"/>
              <a:gd name="csX236" fmla="*/ 280267 w 882253"/>
              <a:gd name="csY236" fmla="*/ 154519 h 882235"/>
              <a:gd name="csX237" fmla="*/ 352133 w 882253"/>
              <a:gd name="csY237" fmla="*/ 124712 h 882235"/>
              <a:gd name="csX238" fmla="*/ 360420 w 882253"/>
              <a:gd name="csY238" fmla="*/ 117193 h 882235"/>
              <a:gd name="csX239" fmla="*/ 396103 w 882253"/>
              <a:gd name="csY239" fmla="*/ 25003 h 882235"/>
              <a:gd name="csX240" fmla="*/ 486061 w 882253"/>
              <a:gd name="csY240" fmla="*/ 25003 h 882235"/>
              <a:gd name="csX241" fmla="*/ 521744 w 882253"/>
              <a:gd name="csY241" fmla="*/ 117193 h 882235"/>
              <a:gd name="csX242" fmla="*/ 530031 w 882253"/>
              <a:gd name="csY242" fmla="*/ 124712 h 882235"/>
              <a:gd name="csX243" fmla="*/ 601897 w 882253"/>
              <a:gd name="csY243" fmla="*/ 154519 h 882235"/>
              <a:gd name="csX244" fmla="*/ 613077 w 882253"/>
              <a:gd name="csY244" fmla="*/ 155055 h 882235"/>
              <a:gd name="csX245" fmla="*/ 703534 w 882253"/>
              <a:gd name="csY245" fmla="*/ 115086 h 882235"/>
              <a:gd name="csX246" fmla="*/ 767149 w 882253"/>
              <a:gd name="csY246" fmla="*/ 178701 h 882235"/>
              <a:gd name="csX247" fmla="*/ 727180 w 882253"/>
              <a:gd name="csY247" fmla="*/ 269141 h 882235"/>
              <a:gd name="csX248" fmla="*/ 727716 w 882253"/>
              <a:gd name="csY248" fmla="*/ 280321 h 882235"/>
              <a:gd name="csX249" fmla="*/ 757523 w 882253"/>
              <a:gd name="csY249" fmla="*/ 352205 h 882235"/>
              <a:gd name="csX250" fmla="*/ 765042 w 882253"/>
              <a:gd name="csY250" fmla="*/ 360492 h 882235"/>
              <a:gd name="csX251" fmla="*/ 857214 w 882253"/>
              <a:gd name="csY251" fmla="*/ 396175 h 882235"/>
              <a:gd name="csX252" fmla="*/ 857214 w 882253"/>
              <a:gd name="csY252" fmla="*/ 486132 h 882235"/>
              <a:gd name="csX253" fmla="*/ 441109 w 882253"/>
              <a:gd name="csY253" fmla="*/ 624632 h 882235"/>
              <a:gd name="csX254" fmla="*/ 488418 w 882253"/>
              <a:gd name="csY254" fmla="*/ 577322 h 882235"/>
              <a:gd name="csX255" fmla="*/ 441109 w 882253"/>
              <a:gd name="csY255" fmla="*/ 530013 h 882235"/>
              <a:gd name="csX256" fmla="*/ 393799 w 882253"/>
              <a:gd name="csY256" fmla="*/ 577322 h 882235"/>
              <a:gd name="csX257" fmla="*/ 441109 w 882253"/>
              <a:gd name="csY257" fmla="*/ 624632 h 882235"/>
              <a:gd name="csX258" fmla="*/ 441109 w 882253"/>
              <a:gd name="csY258" fmla="*/ 555016 h 882235"/>
              <a:gd name="csX259" fmla="*/ 463415 w 882253"/>
              <a:gd name="csY259" fmla="*/ 577322 h 882235"/>
              <a:gd name="csX260" fmla="*/ 441109 w 882253"/>
              <a:gd name="csY260" fmla="*/ 599629 h 882235"/>
              <a:gd name="csX261" fmla="*/ 418802 w 882253"/>
              <a:gd name="csY261" fmla="*/ 577322 h 882235"/>
              <a:gd name="csX262" fmla="*/ 441109 w 882253"/>
              <a:gd name="csY262" fmla="*/ 555016 h 882235"/>
              <a:gd name="csX263" fmla="*/ 330702 w 882253"/>
              <a:gd name="csY263" fmla="*/ 602218 h 882235"/>
              <a:gd name="csX264" fmla="*/ 349865 w 882253"/>
              <a:gd name="csY264" fmla="*/ 609630 h 882235"/>
              <a:gd name="csX265" fmla="*/ 353741 w 882253"/>
              <a:gd name="csY265" fmla="*/ 618988 h 882235"/>
              <a:gd name="csX266" fmla="*/ 345436 w 882253"/>
              <a:gd name="csY266" fmla="*/ 637794 h 882235"/>
              <a:gd name="csX267" fmla="*/ 348026 w 882253"/>
              <a:gd name="csY267" fmla="*/ 651689 h 882235"/>
              <a:gd name="csX268" fmla="*/ 366742 w 882253"/>
              <a:gd name="csY268" fmla="*/ 670405 h 882235"/>
              <a:gd name="csX269" fmla="*/ 380637 w 882253"/>
              <a:gd name="csY269" fmla="*/ 672995 h 882235"/>
              <a:gd name="csX270" fmla="*/ 399443 w 882253"/>
              <a:gd name="csY270" fmla="*/ 664690 h 882235"/>
              <a:gd name="csX271" fmla="*/ 408819 w 882253"/>
              <a:gd name="csY271" fmla="*/ 668584 h 882235"/>
              <a:gd name="csX272" fmla="*/ 416231 w 882253"/>
              <a:gd name="csY272" fmla="*/ 687747 h 882235"/>
              <a:gd name="csX273" fmla="*/ 427893 w 882253"/>
              <a:gd name="csY273" fmla="*/ 695730 h 882235"/>
              <a:gd name="csX274" fmla="*/ 454343 w 882253"/>
              <a:gd name="csY274" fmla="*/ 695730 h 882235"/>
              <a:gd name="csX275" fmla="*/ 466005 w 882253"/>
              <a:gd name="csY275" fmla="*/ 687747 h 882235"/>
              <a:gd name="csX276" fmla="*/ 473416 w 882253"/>
              <a:gd name="csY276" fmla="*/ 668584 h 882235"/>
              <a:gd name="csX277" fmla="*/ 482775 w 882253"/>
              <a:gd name="csY277" fmla="*/ 664708 h 882235"/>
              <a:gd name="csX278" fmla="*/ 501581 w 882253"/>
              <a:gd name="csY278" fmla="*/ 673013 h 882235"/>
              <a:gd name="csX279" fmla="*/ 515475 w 882253"/>
              <a:gd name="csY279" fmla="*/ 670423 h 882235"/>
              <a:gd name="csX280" fmla="*/ 534192 w 882253"/>
              <a:gd name="csY280" fmla="*/ 651706 h 882235"/>
              <a:gd name="csX281" fmla="*/ 536781 w 882253"/>
              <a:gd name="csY281" fmla="*/ 637812 h 882235"/>
              <a:gd name="csX282" fmla="*/ 528477 w 882253"/>
              <a:gd name="csY282" fmla="*/ 619006 h 882235"/>
              <a:gd name="csX283" fmla="*/ 532352 w 882253"/>
              <a:gd name="csY283" fmla="*/ 609630 h 882235"/>
              <a:gd name="csX284" fmla="*/ 551515 w 882253"/>
              <a:gd name="csY284" fmla="*/ 602218 h 882235"/>
              <a:gd name="csX285" fmla="*/ 559499 w 882253"/>
              <a:gd name="csY285" fmla="*/ 590556 h 882235"/>
              <a:gd name="csX286" fmla="*/ 559499 w 882253"/>
              <a:gd name="csY286" fmla="*/ 564106 h 882235"/>
              <a:gd name="csX287" fmla="*/ 551515 w 882253"/>
              <a:gd name="csY287" fmla="*/ 552444 h 882235"/>
              <a:gd name="csX288" fmla="*/ 532352 w 882253"/>
              <a:gd name="csY288" fmla="*/ 545032 h 882235"/>
              <a:gd name="csX289" fmla="*/ 528459 w 882253"/>
              <a:gd name="csY289" fmla="*/ 535656 h 882235"/>
              <a:gd name="csX290" fmla="*/ 536764 w 882253"/>
              <a:gd name="csY290" fmla="*/ 516850 h 882235"/>
              <a:gd name="csX291" fmla="*/ 534174 w 882253"/>
              <a:gd name="csY291" fmla="*/ 502956 h 882235"/>
              <a:gd name="csX292" fmla="*/ 515457 w 882253"/>
              <a:gd name="csY292" fmla="*/ 484239 h 882235"/>
              <a:gd name="csX293" fmla="*/ 501563 w 882253"/>
              <a:gd name="csY293" fmla="*/ 481650 h 882235"/>
              <a:gd name="csX294" fmla="*/ 482757 w 882253"/>
              <a:gd name="csY294" fmla="*/ 489954 h 882235"/>
              <a:gd name="csX295" fmla="*/ 473398 w 882253"/>
              <a:gd name="csY295" fmla="*/ 486079 h 882235"/>
              <a:gd name="csX296" fmla="*/ 465987 w 882253"/>
              <a:gd name="csY296" fmla="*/ 466916 h 882235"/>
              <a:gd name="csX297" fmla="*/ 454325 w 882253"/>
              <a:gd name="csY297" fmla="*/ 458932 h 882235"/>
              <a:gd name="csX298" fmla="*/ 427875 w 882253"/>
              <a:gd name="csY298" fmla="*/ 458932 h 882235"/>
              <a:gd name="csX299" fmla="*/ 416213 w 882253"/>
              <a:gd name="csY299" fmla="*/ 466916 h 882235"/>
              <a:gd name="csX300" fmla="*/ 408801 w 882253"/>
              <a:gd name="csY300" fmla="*/ 486079 h 882235"/>
              <a:gd name="csX301" fmla="*/ 399443 w 882253"/>
              <a:gd name="csY301" fmla="*/ 489954 h 882235"/>
              <a:gd name="csX302" fmla="*/ 380637 w 882253"/>
              <a:gd name="csY302" fmla="*/ 481650 h 882235"/>
              <a:gd name="csX303" fmla="*/ 366742 w 882253"/>
              <a:gd name="csY303" fmla="*/ 484239 h 882235"/>
              <a:gd name="csX304" fmla="*/ 348026 w 882253"/>
              <a:gd name="csY304" fmla="*/ 502956 h 882235"/>
              <a:gd name="csX305" fmla="*/ 345436 w 882253"/>
              <a:gd name="csY305" fmla="*/ 516850 h 882235"/>
              <a:gd name="csX306" fmla="*/ 353741 w 882253"/>
              <a:gd name="csY306" fmla="*/ 535656 h 882235"/>
              <a:gd name="csX307" fmla="*/ 349865 w 882253"/>
              <a:gd name="csY307" fmla="*/ 545032 h 882235"/>
              <a:gd name="csX308" fmla="*/ 330702 w 882253"/>
              <a:gd name="csY308" fmla="*/ 552444 h 882235"/>
              <a:gd name="csX309" fmla="*/ 322719 w 882253"/>
              <a:gd name="csY309" fmla="*/ 564106 h 882235"/>
              <a:gd name="csX310" fmla="*/ 322719 w 882253"/>
              <a:gd name="csY310" fmla="*/ 590556 h 882235"/>
              <a:gd name="csX311" fmla="*/ 330702 w 882253"/>
              <a:gd name="csY311" fmla="*/ 602218 h 882235"/>
              <a:gd name="csX312" fmla="*/ 347722 w 882253"/>
              <a:gd name="csY312" fmla="*/ 572661 h 882235"/>
              <a:gd name="csX313" fmla="*/ 364474 w 882253"/>
              <a:gd name="csY313" fmla="*/ 566178 h 882235"/>
              <a:gd name="csX314" fmla="*/ 371993 w 882253"/>
              <a:gd name="csY314" fmla="*/ 557891 h 882235"/>
              <a:gd name="csX315" fmla="*/ 378494 w 882253"/>
              <a:gd name="csY315" fmla="*/ 542211 h 882235"/>
              <a:gd name="csX316" fmla="*/ 379030 w 882253"/>
              <a:gd name="csY316" fmla="*/ 531031 h 882235"/>
              <a:gd name="csX317" fmla="*/ 371761 w 882253"/>
              <a:gd name="csY317" fmla="*/ 514582 h 882235"/>
              <a:gd name="csX318" fmla="*/ 378351 w 882253"/>
              <a:gd name="csY318" fmla="*/ 507992 h 882235"/>
              <a:gd name="csX319" fmla="*/ 394799 w 882253"/>
              <a:gd name="csY319" fmla="*/ 515261 h 882235"/>
              <a:gd name="csX320" fmla="*/ 405979 w 882253"/>
              <a:gd name="csY320" fmla="*/ 514725 h 882235"/>
              <a:gd name="csX321" fmla="*/ 421660 w 882253"/>
              <a:gd name="csY321" fmla="*/ 508224 h 882235"/>
              <a:gd name="csX322" fmla="*/ 429947 w 882253"/>
              <a:gd name="csY322" fmla="*/ 500705 h 882235"/>
              <a:gd name="csX323" fmla="*/ 436430 w 882253"/>
              <a:gd name="csY323" fmla="*/ 483953 h 882235"/>
              <a:gd name="csX324" fmla="*/ 445752 w 882253"/>
              <a:gd name="csY324" fmla="*/ 483953 h 882235"/>
              <a:gd name="csX325" fmla="*/ 452235 w 882253"/>
              <a:gd name="csY325" fmla="*/ 500705 h 882235"/>
              <a:gd name="csX326" fmla="*/ 460522 w 882253"/>
              <a:gd name="csY326" fmla="*/ 508224 h 882235"/>
              <a:gd name="csX327" fmla="*/ 476202 w 882253"/>
              <a:gd name="csY327" fmla="*/ 514725 h 882235"/>
              <a:gd name="csX328" fmla="*/ 487382 w 882253"/>
              <a:gd name="csY328" fmla="*/ 515261 h 882235"/>
              <a:gd name="csX329" fmla="*/ 503831 w 882253"/>
              <a:gd name="csY329" fmla="*/ 507992 h 882235"/>
              <a:gd name="csX330" fmla="*/ 510421 w 882253"/>
              <a:gd name="csY330" fmla="*/ 514582 h 882235"/>
              <a:gd name="csX331" fmla="*/ 503152 w 882253"/>
              <a:gd name="csY331" fmla="*/ 531031 h 882235"/>
              <a:gd name="csX332" fmla="*/ 503688 w 882253"/>
              <a:gd name="csY332" fmla="*/ 542211 h 882235"/>
              <a:gd name="csX333" fmla="*/ 510189 w 882253"/>
              <a:gd name="csY333" fmla="*/ 557909 h 882235"/>
              <a:gd name="csX334" fmla="*/ 517708 w 882253"/>
              <a:gd name="csY334" fmla="*/ 566196 h 882235"/>
              <a:gd name="csX335" fmla="*/ 534460 w 882253"/>
              <a:gd name="csY335" fmla="*/ 572679 h 882235"/>
              <a:gd name="csX336" fmla="*/ 534460 w 882253"/>
              <a:gd name="csY336" fmla="*/ 582001 h 882235"/>
              <a:gd name="csX337" fmla="*/ 517708 w 882253"/>
              <a:gd name="csY337" fmla="*/ 588484 h 882235"/>
              <a:gd name="csX338" fmla="*/ 510189 w 882253"/>
              <a:gd name="csY338" fmla="*/ 596771 h 882235"/>
              <a:gd name="csX339" fmla="*/ 503688 w 882253"/>
              <a:gd name="csY339" fmla="*/ 612452 h 882235"/>
              <a:gd name="csX340" fmla="*/ 503152 w 882253"/>
              <a:gd name="csY340" fmla="*/ 623632 h 882235"/>
              <a:gd name="csX341" fmla="*/ 510421 w 882253"/>
              <a:gd name="csY341" fmla="*/ 640080 h 882235"/>
              <a:gd name="csX342" fmla="*/ 503831 w 882253"/>
              <a:gd name="csY342" fmla="*/ 646670 h 882235"/>
              <a:gd name="csX343" fmla="*/ 487382 w 882253"/>
              <a:gd name="csY343" fmla="*/ 639401 h 882235"/>
              <a:gd name="csX344" fmla="*/ 476202 w 882253"/>
              <a:gd name="csY344" fmla="*/ 639937 h 882235"/>
              <a:gd name="csX345" fmla="*/ 460522 w 882253"/>
              <a:gd name="csY345" fmla="*/ 646438 h 882235"/>
              <a:gd name="csX346" fmla="*/ 452235 w 882253"/>
              <a:gd name="csY346" fmla="*/ 653957 h 882235"/>
              <a:gd name="csX347" fmla="*/ 445752 w 882253"/>
              <a:gd name="csY347" fmla="*/ 670709 h 882235"/>
              <a:gd name="csX348" fmla="*/ 436430 w 882253"/>
              <a:gd name="csY348" fmla="*/ 670709 h 882235"/>
              <a:gd name="csX349" fmla="*/ 429947 w 882253"/>
              <a:gd name="csY349" fmla="*/ 653957 h 882235"/>
              <a:gd name="csX350" fmla="*/ 421660 w 882253"/>
              <a:gd name="csY350" fmla="*/ 646438 h 882235"/>
              <a:gd name="csX351" fmla="*/ 405979 w 882253"/>
              <a:gd name="csY351" fmla="*/ 639937 h 882235"/>
              <a:gd name="csX352" fmla="*/ 394799 w 882253"/>
              <a:gd name="csY352" fmla="*/ 639401 h 882235"/>
              <a:gd name="csX353" fmla="*/ 378351 w 882253"/>
              <a:gd name="csY353" fmla="*/ 646670 h 882235"/>
              <a:gd name="csX354" fmla="*/ 371761 w 882253"/>
              <a:gd name="csY354" fmla="*/ 640080 h 882235"/>
              <a:gd name="csX355" fmla="*/ 379030 w 882253"/>
              <a:gd name="csY355" fmla="*/ 623632 h 882235"/>
              <a:gd name="csX356" fmla="*/ 378494 w 882253"/>
              <a:gd name="csY356" fmla="*/ 612452 h 882235"/>
              <a:gd name="csX357" fmla="*/ 371993 w 882253"/>
              <a:gd name="csY357" fmla="*/ 596771 h 882235"/>
              <a:gd name="csX358" fmla="*/ 364474 w 882253"/>
              <a:gd name="csY358" fmla="*/ 588484 h 882235"/>
              <a:gd name="csX359" fmla="*/ 347722 w 882253"/>
              <a:gd name="csY359" fmla="*/ 582001 h 882235"/>
              <a:gd name="csX360" fmla="*/ 347722 w 882253"/>
              <a:gd name="csY360" fmla="*/ 572679 h 8822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Lst>
            <a:rect l="l" t="t" r="r" b="b"/>
            <a:pathLst>
              <a:path w="882253" h="882235">
                <a:moveTo>
                  <a:pt x="874252" y="375922"/>
                </a:moveTo>
                <a:lnTo>
                  <a:pt x="779848" y="339382"/>
                </a:lnTo>
                <a:cubicBezTo>
                  <a:pt x="773025" y="316629"/>
                  <a:pt x="763863" y="294555"/>
                  <a:pt x="752558" y="273570"/>
                </a:cubicBezTo>
                <a:lnTo>
                  <a:pt x="793492" y="180951"/>
                </a:lnTo>
                <a:cubicBezTo>
                  <a:pt x="795582" y="176236"/>
                  <a:pt x="794546" y="170718"/>
                  <a:pt x="790902" y="167057"/>
                </a:cubicBezTo>
                <a:lnTo>
                  <a:pt x="715179" y="91333"/>
                </a:lnTo>
                <a:cubicBezTo>
                  <a:pt x="711535" y="87690"/>
                  <a:pt x="705999" y="86654"/>
                  <a:pt x="701284" y="88743"/>
                </a:cubicBezTo>
                <a:lnTo>
                  <a:pt x="608665" y="129677"/>
                </a:lnTo>
                <a:cubicBezTo>
                  <a:pt x="587698" y="118372"/>
                  <a:pt x="565606" y="109210"/>
                  <a:pt x="542871" y="102388"/>
                </a:cubicBezTo>
                <a:lnTo>
                  <a:pt x="506331" y="7983"/>
                </a:lnTo>
                <a:cubicBezTo>
                  <a:pt x="504474" y="3161"/>
                  <a:pt x="499830" y="0"/>
                  <a:pt x="494669" y="0"/>
                </a:cubicBezTo>
                <a:lnTo>
                  <a:pt x="387584" y="0"/>
                </a:lnTo>
                <a:cubicBezTo>
                  <a:pt x="382423" y="0"/>
                  <a:pt x="377797" y="3179"/>
                  <a:pt x="375922" y="7983"/>
                </a:cubicBezTo>
                <a:lnTo>
                  <a:pt x="339382" y="102388"/>
                </a:lnTo>
                <a:cubicBezTo>
                  <a:pt x="316647" y="109210"/>
                  <a:pt x="294555" y="118372"/>
                  <a:pt x="273588" y="129677"/>
                </a:cubicBezTo>
                <a:lnTo>
                  <a:pt x="180951" y="88743"/>
                </a:lnTo>
                <a:cubicBezTo>
                  <a:pt x="176236" y="86654"/>
                  <a:pt x="170700" y="87690"/>
                  <a:pt x="167057" y="91333"/>
                </a:cubicBezTo>
                <a:lnTo>
                  <a:pt x="91333" y="167057"/>
                </a:lnTo>
                <a:cubicBezTo>
                  <a:pt x="87690" y="170700"/>
                  <a:pt x="86654" y="176218"/>
                  <a:pt x="88743" y="180951"/>
                </a:cubicBezTo>
                <a:lnTo>
                  <a:pt x="129677" y="273570"/>
                </a:lnTo>
                <a:cubicBezTo>
                  <a:pt x="118372" y="294537"/>
                  <a:pt x="109228" y="316611"/>
                  <a:pt x="102388" y="339382"/>
                </a:cubicBezTo>
                <a:lnTo>
                  <a:pt x="7983" y="375922"/>
                </a:lnTo>
                <a:cubicBezTo>
                  <a:pt x="3161" y="377779"/>
                  <a:pt x="0" y="382423"/>
                  <a:pt x="0" y="387584"/>
                </a:cubicBezTo>
                <a:lnTo>
                  <a:pt x="0" y="494669"/>
                </a:lnTo>
                <a:cubicBezTo>
                  <a:pt x="0" y="499830"/>
                  <a:pt x="3179" y="504456"/>
                  <a:pt x="7983" y="506331"/>
                </a:cubicBezTo>
                <a:lnTo>
                  <a:pt x="54810" y="524458"/>
                </a:lnTo>
                <a:cubicBezTo>
                  <a:pt x="40809" y="542014"/>
                  <a:pt x="32397" y="564249"/>
                  <a:pt x="32397" y="588395"/>
                </a:cubicBezTo>
                <a:lnTo>
                  <a:pt x="32397" y="678638"/>
                </a:lnTo>
                <a:cubicBezTo>
                  <a:pt x="32397" y="685550"/>
                  <a:pt x="37987" y="691140"/>
                  <a:pt x="44898" y="691140"/>
                </a:cubicBezTo>
                <a:lnTo>
                  <a:pt x="93226" y="691140"/>
                </a:lnTo>
                <a:lnTo>
                  <a:pt x="88743" y="701284"/>
                </a:lnTo>
                <a:cubicBezTo>
                  <a:pt x="86654" y="705999"/>
                  <a:pt x="87690" y="711518"/>
                  <a:pt x="91333" y="715179"/>
                </a:cubicBezTo>
                <a:lnTo>
                  <a:pt x="167057" y="790902"/>
                </a:lnTo>
                <a:cubicBezTo>
                  <a:pt x="170700" y="794546"/>
                  <a:pt x="176236" y="795582"/>
                  <a:pt x="180951" y="793492"/>
                </a:cubicBezTo>
                <a:lnTo>
                  <a:pt x="273570" y="752558"/>
                </a:lnTo>
                <a:cubicBezTo>
                  <a:pt x="294537" y="763863"/>
                  <a:pt x="316611" y="773007"/>
                  <a:pt x="339382" y="779848"/>
                </a:cubicBezTo>
                <a:lnTo>
                  <a:pt x="375922" y="874252"/>
                </a:lnTo>
                <a:cubicBezTo>
                  <a:pt x="377779" y="879074"/>
                  <a:pt x="382423" y="882235"/>
                  <a:pt x="387584" y="882235"/>
                </a:cubicBezTo>
                <a:lnTo>
                  <a:pt x="494669" y="882235"/>
                </a:lnTo>
                <a:cubicBezTo>
                  <a:pt x="499830" y="882235"/>
                  <a:pt x="504456" y="879056"/>
                  <a:pt x="506331" y="874252"/>
                </a:cubicBezTo>
                <a:lnTo>
                  <a:pt x="542871" y="779848"/>
                </a:lnTo>
                <a:cubicBezTo>
                  <a:pt x="565606" y="773025"/>
                  <a:pt x="587681" y="763863"/>
                  <a:pt x="608665" y="752558"/>
                </a:cubicBezTo>
                <a:lnTo>
                  <a:pt x="701302" y="793492"/>
                </a:lnTo>
                <a:cubicBezTo>
                  <a:pt x="706017" y="795582"/>
                  <a:pt x="711535" y="794546"/>
                  <a:pt x="715197" y="790902"/>
                </a:cubicBezTo>
                <a:lnTo>
                  <a:pt x="790920" y="715179"/>
                </a:lnTo>
                <a:cubicBezTo>
                  <a:pt x="794564" y="711535"/>
                  <a:pt x="795599" y="705999"/>
                  <a:pt x="793510" y="701284"/>
                </a:cubicBezTo>
                <a:lnTo>
                  <a:pt x="789027" y="691140"/>
                </a:lnTo>
                <a:lnTo>
                  <a:pt x="837355" y="691140"/>
                </a:lnTo>
                <a:cubicBezTo>
                  <a:pt x="844266" y="691140"/>
                  <a:pt x="849856" y="685550"/>
                  <a:pt x="849856" y="678638"/>
                </a:cubicBezTo>
                <a:lnTo>
                  <a:pt x="849856" y="588395"/>
                </a:lnTo>
                <a:cubicBezTo>
                  <a:pt x="849856" y="564231"/>
                  <a:pt x="841462" y="542014"/>
                  <a:pt x="827443" y="524458"/>
                </a:cubicBezTo>
                <a:lnTo>
                  <a:pt x="874270" y="506331"/>
                </a:lnTo>
                <a:cubicBezTo>
                  <a:pt x="879092" y="504474"/>
                  <a:pt x="882253" y="499830"/>
                  <a:pt x="882253" y="494669"/>
                </a:cubicBezTo>
                <a:lnTo>
                  <a:pt x="882253" y="387584"/>
                </a:lnTo>
                <a:cubicBezTo>
                  <a:pt x="882253" y="382423"/>
                  <a:pt x="879074" y="377797"/>
                  <a:pt x="874270" y="375922"/>
                </a:cubicBezTo>
                <a:close/>
                <a:moveTo>
                  <a:pt x="57400" y="588395"/>
                </a:moveTo>
                <a:cubicBezTo>
                  <a:pt x="57400" y="545532"/>
                  <a:pt x="92279" y="510653"/>
                  <a:pt x="135142" y="510653"/>
                </a:cubicBezTo>
                <a:lnTo>
                  <a:pt x="140089" y="510653"/>
                </a:lnTo>
                <a:lnTo>
                  <a:pt x="129088" y="602558"/>
                </a:lnTo>
                <a:cubicBezTo>
                  <a:pt x="128498" y="607522"/>
                  <a:pt x="130909" y="612362"/>
                  <a:pt x="135249" y="614863"/>
                </a:cubicBezTo>
                <a:lnTo>
                  <a:pt x="158966" y="628561"/>
                </a:lnTo>
                <a:cubicBezTo>
                  <a:pt x="160895" y="629686"/>
                  <a:pt x="163056" y="630240"/>
                  <a:pt x="165217" y="630240"/>
                </a:cubicBezTo>
                <a:cubicBezTo>
                  <a:pt x="167378" y="630240"/>
                  <a:pt x="169539" y="629686"/>
                  <a:pt x="171468" y="628561"/>
                </a:cubicBezTo>
                <a:lnTo>
                  <a:pt x="195185" y="614863"/>
                </a:lnTo>
                <a:cubicBezTo>
                  <a:pt x="199525" y="612362"/>
                  <a:pt x="201936" y="607522"/>
                  <a:pt x="201347" y="602558"/>
                </a:cubicBezTo>
                <a:lnTo>
                  <a:pt x="190345" y="510653"/>
                </a:lnTo>
                <a:lnTo>
                  <a:pt x="195292" y="510653"/>
                </a:lnTo>
                <a:cubicBezTo>
                  <a:pt x="238155" y="510653"/>
                  <a:pt x="273034" y="545532"/>
                  <a:pt x="273034" y="588395"/>
                </a:cubicBezTo>
                <a:lnTo>
                  <a:pt x="273034" y="666137"/>
                </a:lnTo>
                <a:lnTo>
                  <a:pt x="248120" y="666137"/>
                </a:lnTo>
                <a:lnTo>
                  <a:pt x="248120" y="592824"/>
                </a:lnTo>
                <a:cubicBezTo>
                  <a:pt x="248120" y="585913"/>
                  <a:pt x="242530" y="580323"/>
                  <a:pt x="235619" y="580323"/>
                </a:cubicBezTo>
                <a:cubicBezTo>
                  <a:pt x="228707" y="580323"/>
                  <a:pt x="223117" y="585913"/>
                  <a:pt x="223117" y="592824"/>
                </a:cubicBezTo>
                <a:lnTo>
                  <a:pt x="223117" y="666137"/>
                </a:lnTo>
                <a:lnTo>
                  <a:pt x="107299" y="666137"/>
                </a:lnTo>
                <a:lnTo>
                  <a:pt x="107299" y="592824"/>
                </a:lnTo>
                <a:cubicBezTo>
                  <a:pt x="107299" y="585913"/>
                  <a:pt x="101709" y="580323"/>
                  <a:pt x="94798" y="580323"/>
                </a:cubicBezTo>
                <a:cubicBezTo>
                  <a:pt x="87886" y="580323"/>
                  <a:pt x="82296" y="585913"/>
                  <a:pt x="82296" y="592824"/>
                </a:cubicBezTo>
                <a:lnTo>
                  <a:pt x="82296" y="666137"/>
                </a:lnTo>
                <a:lnTo>
                  <a:pt x="57382" y="666137"/>
                </a:lnTo>
                <a:lnTo>
                  <a:pt x="57382" y="588395"/>
                </a:lnTo>
                <a:close/>
                <a:moveTo>
                  <a:pt x="364349" y="195042"/>
                </a:moveTo>
                <a:cubicBezTo>
                  <a:pt x="366992" y="211991"/>
                  <a:pt x="375136" y="227153"/>
                  <a:pt x="386888" y="238619"/>
                </a:cubicBezTo>
                <a:cubicBezTo>
                  <a:pt x="341828" y="249495"/>
                  <a:pt x="308253" y="290143"/>
                  <a:pt x="308253" y="338489"/>
                </a:cubicBezTo>
                <a:lnTo>
                  <a:pt x="308253" y="428732"/>
                </a:lnTo>
                <a:cubicBezTo>
                  <a:pt x="308253" y="435644"/>
                  <a:pt x="313843" y="441234"/>
                  <a:pt x="320754" y="441234"/>
                </a:cubicBezTo>
                <a:lnTo>
                  <a:pt x="561427" y="441234"/>
                </a:lnTo>
                <a:cubicBezTo>
                  <a:pt x="568339" y="441234"/>
                  <a:pt x="573929" y="435644"/>
                  <a:pt x="573929" y="428732"/>
                </a:cubicBezTo>
                <a:lnTo>
                  <a:pt x="573929" y="338489"/>
                </a:lnTo>
                <a:cubicBezTo>
                  <a:pt x="573929" y="290143"/>
                  <a:pt x="540353" y="249513"/>
                  <a:pt x="495294" y="238619"/>
                </a:cubicBezTo>
                <a:cubicBezTo>
                  <a:pt x="507046" y="227153"/>
                  <a:pt x="515207" y="212009"/>
                  <a:pt x="517833" y="195042"/>
                </a:cubicBezTo>
                <a:cubicBezTo>
                  <a:pt x="597860" y="219474"/>
                  <a:pt x="661886" y="281214"/>
                  <a:pt x="689229" y="360438"/>
                </a:cubicBezTo>
                <a:cubicBezTo>
                  <a:pt x="660065" y="371636"/>
                  <a:pt x="639294" y="399925"/>
                  <a:pt x="639294" y="432983"/>
                </a:cubicBezTo>
                <a:cubicBezTo>
                  <a:pt x="639294" y="454735"/>
                  <a:pt x="648295" y="474434"/>
                  <a:pt x="662761" y="488543"/>
                </a:cubicBezTo>
                <a:cubicBezTo>
                  <a:pt x="617702" y="499420"/>
                  <a:pt x="584127" y="540068"/>
                  <a:pt x="584127" y="588413"/>
                </a:cubicBezTo>
                <a:lnTo>
                  <a:pt x="584127" y="666155"/>
                </a:lnTo>
                <a:cubicBezTo>
                  <a:pt x="541550" y="693908"/>
                  <a:pt x="492240" y="708571"/>
                  <a:pt x="441073" y="708571"/>
                </a:cubicBezTo>
                <a:cubicBezTo>
                  <a:pt x="389906" y="708571"/>
                  <a:pt x="340614" y="693908"/>
                  <a:pt x="298019" y="666155"/>
                </a:cubicBezTo>
                <a:lnTo>
                  <a:pt x="298019" y="588413"/>
                </a:lnTo>
                <a:cubicBezTo>
                  <a:pt x="298019" y="540068"/>
                  <a:pt x="264444" y="499437"/>
                  <a:pt x="219385" y="488543"/>
                </a:cubicBezTo>
                <a:cubicBezTo>
                  <a:pt x="233851" y="474434"/>
                  <a:pt x="242852" y="454735"/>
                  <a:pt x="242852" y="432983"/>
                </a:cubicBezTo>
                <a:cubicBezTo>
                  <a:pt x="242852" y="399925"/>
                  <a:pt x="222081" y="371636"/>
                  <a:pt x="192917" y="360438"/>
                </a:cubicBezTo>
                <a:cubicBezTo>
                  <a:pt x="220242" y="281214"/>
                  <a:pt x="284286" y="219492"/>
                  <a:pt x="364313" y="195042"/>
                </a:cubicBezTo>
                <a:close/>
                <a:moveTo>
                  <a:pt x="493776" y="183059"/>
                </a:moveTo>
                <a:cubicBezTo>
                  <a:pt x="493776" y="212098"/>
                  <a:pt x="470148" y="235744"/>
                  <a:pt x="441091" y="235744"/>
                </a:cubicBezTo>
                <a:cubicBezTo>
                  <a:pt x="412034" y="235744"/>
                  <a:pt x="388406" y="212116"/>
                  <a:pt x="388406" y="183059"/>
                </a:cubicBezTo>
                <a:cubicBezTo>
                  <a:pt x="388406" y="154001"/>
                  <a:pt x="412034" y="130373"/>
                  <a:pt x="441091" y="130373"/>
                </a:cubicBezTo>
                <a:cubicBezTo>
                  <a:pt x="470148" y="130373"/>
                  <a:pt x="493776" y="154001"/>
                  <a:pt x="493776" y="183059"/>
                </a:cubicBezTo>
                <a:close/>
                <a:moveTo>
                  <a:pt x="511510" y="330416"/>
                </a:moveTo>
                <a:cubicBezTo>
                  <a:pt x="504599" y="330416"/>
                  <a:pt x="499009" y="336006"/>
                  <a:pt x="499009" y="342918"/>
                </a:cubicBezTo>
                <a:lnTo>
                  <a:pt x="499009" y="416231"/>
                </a:lnTo>
                <a:lnTo>
                  <a:pt x="383191" y="416231"/>
                </a:lnTo>
                <a:lnTo>
                  <a:pt x="383191" y="342918"/>
                </a:lnTo>
                <a:cubicBezTo>
                  <a:pt x="383191" y="336006"/>
                  <a:pt x="377601" y="330416"/>
                  <a:pt x="370689" y="330416"/>
                </a:cubicBezTo>
                <a:cubicBezTo>
                  <a:pt x="363778" y="330416"/>
                  <a:pt x="358188" y="336006"/>
                  <a:pt x="358188" y="342918"/>
                </a:cubicBezTo>
                <a:lnTo>
                  <a:pt x="358188" y="416231"/>
                </a:lnTo>
                <a:lnTo>
                  <a:pt x="333274" y="416231"/>
                </a:lnTo>
                <a:lnTo>
                  <a:pt x="333274" y="338489"/>
                </a:lnTo>
                <a:cubicBezTo>
                  <a:pt x="333274" y="295626"/>
                  <a:pt x="368153" y="260747"/>
                  <a:pt x="411016" y="260747"/>
                </a:cubicBezTo>
                <a:lnTo>
                  <a:pt x="415963" y="260747"/>
                </a:lnTo>
                <a:lnTo>
                  <a:pt x="404961" y="352651"/>
                </a:lnTo>
                <a:cubicBezTo>
                  <a:pt x="404372" y="357616"/>
                  <a:pt x="406783" y="362456"/>
                  <a:pt x="411123" y="364956"/>
                </a:cubicBezTo>
                <a:lnTo>
                  <a:pt x="434840" y="378654"/>
                </a:lnTo>
                <a:cubicBezTo>
                  <a:pt x="436769" y="379762"/>
                  <a:pt x="438930" y="380333"/>
                  <a:pt x="441091" y="380333"/>
                </a:cubicBezTo>
                <a:cubicBezTo>
                  <a:pt x="443252" y="380333"/>
                  <a:pt x="445413" y="379780"/>
                  <a:pt x="447342" y="378654"/>
                </a:cubicBezTo>
                <a:lnTo>
                  <a:pt x="471059" y="364956"/>
                </a:lnTo>
                <a:cubicBezTo>
                  <a:pt x="475399" y="362456"/>
                  <a:pt x="477810" y="357616"/>
                  <a:pt x="477220" y="352651"/>
                </a:cubicBezTo>
                <a:lnTo>
                  <a:pt x="466219" y="260747"/>
                </a:lnTo>
                <a:lnTo>
                  <a:pt x="471166" y="260747"/>
                </a:lnTo>
                <a:cubicBezTo>
                  <a:pt x="514029" y="260747"/>
                  <a:pt x="548908" y="295626"/>
                  <a:pt x="548908" y="338489"/>
                </a:cubicBezTo>
                <a:lnTo>
                  <a:pt x="548908" y="416231"/>
                </a:lnTo>
                <a:lnTo>
                  <a:pt x="523994" y="416231"/>
                </a:lnTo>
                <a:lnTo>
                  <a:pt x="523994" y="342918"/>
                </a:lnTo>
                <a:cubicBezTo>
                  <a:pt x="523994" y="336006"/>
                  <a:pt x="518404" y="330416"/>
                  <a:pt x="511493" y="330416"/>
                </a:cubicBezTo>
                <a:close/>
                <a:moveTo>
                  <a:pt x="451431" y="347436"/>
                </a:moveTo>
                <a:lnTo>
                  <a:pt x="441091" y="353401"/>
                </a:lnTo>
                <a:lnTo>
                  <a:pt x="430768" y="347436"/>
                </a:lnTo>
                <a:lnTo>
                  <a:pt x="441109" y="261176"/>
                </a:lnTo>
                <a:close/>
                <a:moveTo>
                  <a:pt x="713875" y="536996"/>
                </a:moveTo>
                <a:cubicBezTo>
                  <a:pt x="715482" y="532156"/>
                  <a:pt x="716965" y="527245"/>
                  <a:pt x="718322" y="522297"/>
                </a:cubicBezTo>
                <a:lnTo>
                  <a:pt x="727305" y="597360"/>
                </a:lnTo>
                <a:lnTo>
                  <a:pt x="716983" y="603325"/>
                </a:lnTo>
                <a:lnTo>
                  <a:pt x="706642" y="597360"/>
                </a:lnTo>
                <a:close/>
                <a:moveTo>
                  <a:pt x="716983" y="485668"/>
                </a:moveTo>
                <a:cubicBezTo>
                  <a:pt x="687943" y="485668"/>
                  <a:pt x="664297" y="462040"/>
                  <a:pt x="664297" y="432983"/>
                </a:cubicBezTo>
                <a:cubicBezTo>
                  <a:pt x="664297" y="403925"/>
                  <a:pt x="687925" y="380298"/>
                  <a:pt x="716983" y="380298"/>
                </a:cubicBezTo>
                <a:cubicBezTo>
                  <a:pt x="746040" y="380298"/>
                  <a:pt x="769668" y="403925"/>
                  <a:pt x="769668" y="432983"/>
                </a:cubicBezTo>
                <a:cubicBezTo>
                  <a:pt x="769668" y="462040"/>
                  <a:pt x="746040" y="485668"/>
                  <a:pt x="716983" y="485668"/>
                </a:cubicBezTo>
                <a:close/>
                <a:moveTo>
                  <a:pt x="165217" y="511100"/>
                </a:moveTo>
                <a:lnTo>
                  <a:pt x="175540" y="597360"/>
                </a:lnTo>
                <a:lnTo>
                  <a:pt x="165217" y="603325"/>
                </a:lnTo>
                <a:lnTo>
                  <a:pt x="154877" y="597360"/>
                </a:lnTo>
                <a:close/>
                <a:moveTo>
                  <a:pt x="165217" y="380315"/>
                </a:moveTo>
                <a:cubicBezTo>
                  <a:pt x="194256" y="380315"/>
                  <a:pt x="217902" y="403943"/>
                  <a:pt x="217902" y="433001"/>
                </a:cubicBezTo>
                <a:cubicBezTo>
                  <a:pt x="217902" y="462058"/>
                  <a:pt x="194274" y="485686"/>
                  <a:pt x="165217" y="485686"/>
                </a:cubicBezTo>
                <a:cubicBezTo>
                  <a:pt x="136160" y="485686"/>
                  <a:pt x="112532" y="462058"/>
                  <a:pt x="112532" y="433001"/>
                </a:cubicBezTo>
                <a:cubicBezTo>
                  <a:pt x="112532" y="403943"/>
                  <a:pt x="136160" y="380315"/>
                  <a:pt x="165217" y="380315"/>
                </a:cubicBezTo>
                <a:close/>
                <a:moveTo>
                  <a:pt x="703534" y="767203"/>
                </a:moveTo>
                <a:lnTo>
                  <a:pt x="613077" y="727234"/>
                </a:lnTo>
                <a:cubicBezTo>
                  <a:pt x="609469" y="725644"/>
                  <a:pt x="605326" y="725841"/>
                  <a:pt x="601897" y="727770"/>
                </a:cubicBezTo>
                <a:cubicBezTo>
                  <a:pt x="579180" y="740539"/>
                  <a:pt x="554998" y="750576"/>
                  <a:pt x="530031" y="757577"/>
                </a:cubicBezTo>
                <a:cubicBezTo>
                  <a:pt x="526244" y="758648"/>
                  <a:pt x="523173" y="761434"/>
                  <a:pt x="521744" y="765096"/>
                </a:cubicBezTo>
                <a:lnTo>
                  <a:pt x="486061" y="857286"/>
                </a:lnTo>
                <a:lnTo>
                  <a:pt x="396103" y="857286"/>
                </a:lnTo>
                <a:lnTo>
                  <a:pt x="360438" y="765114"/>
                </a:lnTo>
                <a:cubicBezTo>
                  <a:pt x="359009" y="761434"/>
                  <a:pt x="355955" y="758648"/>
                  <a:pt x="352151" y="757595"/>
                </a:cubicBezTo>
                <a:cubicBezTo>
                  <a:pt x="327148" y="750576"/>
                  <a:pt x="302966" y="740557"/>
                  <a:pt x="280267" y="727787"/>
                </a:cubicBezTo>
                <a:cubicBezTo>
                  <a:pt x="276838" y="725859"/>
                  <a:pt x="272695" y="725662"/>
                  <a:pt x="269087" y="727252"/>
                </a:cubicBezTo>
                <a:lnTo>
                  <a:pt x="178647" y="767221"/>
                </a:lnTo>
                <a:lnTo>
                  <a:pt x="115032" y="703606"/>
                </a:lnTo>
                <a:lnTo>
                  <a:pt x="120515" y="691194"/>
                </a:lnTo>
                <a:lnTo>
                  <a:pt x="235565" y="691194"/>
                </a:lnTo>
                <a:cubicBezTo>
                  <a:pt x="235565" y="691194"/>
                  <a:pt x="235583" y="691194"/>
                  <a:pt x="235601" y="691194"/>
                </a:cubicBezTo>
                <a:cubicBezTo>
                  <a:pt x="235619" y="691194"/>
                  <a:pt x="235619" y="691194"/>
                  <a:pt x="235637" y="691194"/>
                </a:cubicBezTo>
                <a:lnTo>
                  <a:pt x="285518" y="691194"/>
                </a:lnTo>
                <a:cubicBezTo>
                  <a:pt x="286947" y="691194"/>
                  <a:pt x="288322" y="690944"/>
                  <a:pt x="289608" y="690497"/>
                </a:cubicBezTo>
                <a:cubicBezTo>
                  <a:pt x="335042" y="718733"/>
                  <a:pt x="387120" y="733592"/>
                  <a:pt x="441055" y="733592"/>
                </a:cubicBezTo>
                <a:cubicBezTo>
                  <a:pt x="494990" y="733592"/>
                  <a:pt x="547086" y="718715"/>
                  <a:pt x="592503" y="690497"/>
                </a:cubicBezTo>
                <a:cubicBezTo>
                  <a:pt x="593789" y="690944"/>
                  <a:pt x="595164" y="691194"/>
                  <a:pt x="596592" y="691194"/>
                </a:cubicBezTo>
                <a:lnTo>
                  <a:pt x="646474" y="691194"/>
                </a:lnTo>
                <a:cubicBezTo>
                  <a:pt x="646474" y="691194"/>
                  <a:pt x="646492" y="691194"/>
                  <a:pt x="646509" y="691194"/>
                </a:cubicBezTo>
                <a:cubicBezTo>
                  <a:pt x="646527" y="691194"/>
                  <a:pt x="646527" y="691194"/>
                  <a:pt x="646545" y="691194"/>
                </a:cubicBezTo>
                <a:lnTo>
                  <a:pt x="761595" y="691194"/>
                </a:lnTo>
                <a:lnTo>
                  <a:pt x="767078" y="703606"/>
                </a:lnTo>
                <a:lnTo>
                  <a:pt x="703463" y="767221"/>
                </a:lnTo>
                <a:close/>
                <a:moveTo>
                  <a:pt x="824817" y="666173"/>
                </a:moveTo>
                <a:lnTo>
                  <a:pt x="799904" y="666173"/>
                </a:lnTo>
                <a:lnTo>
                  <a:pt x="799904" y="592860"/>
                </a:lnTo>
                <a:cubicBezTo>
                  <a:pt x="799904" y="585948"/>
                  <a:pt x="794314" y="580358"/>
                  <a:pt x="787402" y="580358"/>
                </a:cubicBezTo>
                <a:cubicBezTo>
                  <a:pt x="780490" y="580358"/>
                  <a:pt x="774900" y="585948"/>
                  <a:pt x="774900" y="592860"/>
                </a:cubicBezTo>
                <a:lnTo>
                  <a:pt x="774900" y="666173"/>
                </a:lnTo>
                <a:lnTo>
                  <a:pt x="659082" y="666173"/>
                </a:lnTo>
                <a:lnTo>
                  <a:pt x="659082" y="592860"/>
                </a:lnTo>
                <a:cubicBezTo>
                  <a:pt x="659082" y="585948"/>
                  <a:pt x="653492" y="580358"/>
                  <a:pt x="646581" y="580358"/>
                </a:cubicBezTo>
                <a:cubicBezTo>
                  <a:pt x="639669" y="580358"/>
                  <a:pt x="634079" y="585948"/>
                  <a:pt x="634079" y="592860"/>
                </a:cubicBezTo>
                <a:lnTo>
                  <a:pt x="634079" y="666173"/>
                </a:lnTo>
                <a:lnTo>
                  <a:pt x="609165" y="666173"/>
                </a:lnTo>
                <a:lnTo>
                  <a:pt x="609165" y="588431"/>
                </a:lnTo>
                <a:cubicBezTo>
                  <a:pt x="609165" y="545568"/>
                  <a:pt x="644045" y="510689"/>
                  <a:pt x="686907" y="510689"/>
                </a:cubicBezTo>
                <a:lnTo>
                  <a:pt x="691854" y="510689"/>
                </a:lnTo>
                <a:lnTo>
                  <a:pt x="689211" y="532781"/>
                </a:lnTo>
                <a:cubicBezTo>
                  <a:pt x="689211" y="532781"/>
                  <a:pt x="689211" y="532834"/>
                  <a:pt x="689211" y="532870"/>
                </a:cubicBezTo>
                <a:lnTo>
                  <a:pt x="680853" y="602611"/>
                </a:lnTo>
                <a:cubicBezTo>
                  <a:pt x="680264" y="607576"/>
                  <a:pt x="682675" y="612416"/>
                  <a:pt x="687014" y="614916"/>
                </a:cubicBezTo>
                <a:lnTo>
                  <a:pt x="710732" y="628614"/>
                </a:lnTo>
                <a:cubicBezTo>
                  <a:pt x="712661" y="629739"/>
                  <a:pt x="714822" y="630293"/>
                  <a:pt x="716983" y="630293"/>
                </a:cubicBezTo>
                <a:cubicBezTo>
                  <a:pt x="719143" y="630293"/>
                  <a:pt x="721304" y="629739"/>
                  <a:pt x="723233" y="628614"/>
                </a:cubicBezTo>
                <a:lnTo>
                  <a:pt x="746951" y="614916"/>
                </a:lnTo>
                <a:cubicBezTo>
                  <a:pt x="751290" y="612416"/>
                  <a:pt x="753701" y="607576"/>
                  <a:pt x="753112" y="602611"/>
                </a:cubicBezTo>
                <a:lnTo>
                  <a:pt x="742111" y="510707"/>
                </a:lnTo>
                <a:lnTo>
                  <a:pt x="747058" y="510707"/>
                </a:lnTo>
                <a:cubicBezTo>
                  <a:pt x="789920" y="510707"/>
                  <a:pt x="824800" y="545586"/>
                  <a:pt x="824800" y="588449"/>
                </a:cubicBezTo>
                <a:lnTo>
                  <a:pt x="824800" y="666190"/>
                </a:lnTo>
                <a:close/>
                <a:moveTo>
                  <a:pt x="857232" y="486132"/>
                </a:moveTo>
                <a:lnTo>
                  <a:pt x="807494" y="505385"/>
                </a:lnTo>
                <a:cubicBezTo>
                  <a:pt x="796778" y="497562"/>
                  <a:pt x="784491" y="491776"/>
                  <a:pt x="771204" y="488561"/>
                </a:cubicBezTo>
                <a:cubicBezTo>
                  <a:pt x="785670" y="474452"/>
                  <a:pt x="794671" y="454753"/>
                  <a:pt x="794671" y="433001"/>
                </a:cubicBezTo>
                <a:cubicBezTo>
                  <a:pt x="794671" y="390174"/>
                  <a:pt x="759827" y="355312"/>
                  <a:pt x="716983" y="355312"/>
                </a:cubicBezTo>
                <a:cubicBezTo>
                  <a:pt x="715965" y="355312"/>
                  <a:pt x="714964" y="355348"/>
                  <a:pt x="713946" y="355384"/>
                </a:cubicBezTo>
                <a:cubicBezTo>
                  <a:pt x="683782" y="264587"/>
                  <a:pt x="609737" y="194274"/>
                  <a:pt x="517458" y="168896"/>
                </a:cubicBezTo>
                <a:cubicBezTo>
                  <a:pt x="510778" y="132802"/>
                  <a:pt x="479096" y="105388"/>
                  <a:pt x="441091" y="105388"/>
                </a:cubicBezTo>
                <a:cubicBezTo>
                  <a:pt x="403086" y="105388"/>
                  <a:pt x="371404" y="132820"/>
                  <a:pt x="364724" y="168896"/>
                </a:cubicBezTo>
                <a:cubicBezTo>
                  <a:pt x="272445" y="194274"/>
                  <a:pt x="198400" y="264587"/>
                  <a:pt x="168235" y="355384"/>
                </a:cubicBezTo>
                <a:cubicBezTo>
                  <a:pt x="167235" y="355348"/>
                  <a:pt x="166217" y="355312"/>
                  <a:pt x="165199" y="355312"/>
                </a:cubicBezTo>
                <a:cubicBezTo>
                  <a:pt x="122372" y="355312"/>
                  <a:pt x="87511" y="390156"/>
                  <a:pt x="87511" y="433001"/>
                </a:cubicBezTo>
                <a:cubicBezTo>
                  <a:pt x="87511" y="454753"/>
                  <a:pt x="96512" y="474452"/>
                  <a:pt x="110978" y="488561"/>
                </a:cubicBezTo>
                <a:cubicBezTo>
                  <a:pt x="97691" y="491776"/>
                  <a:pt x="85404" y="497562"/>
                  <a:pt x="74688" y="505385"/>
                </a:cubicBezTo>
                <a:lnTo>
                  <a:pt x="24950" y="486132"/>
                </a:lnTo>
                <a:lnTo>
                  <a:pt x="24950" y="396175"/>
                </a:lnTo>
                <a:lnTo>
                  <a:pt x="117122" y="360492"/>
                </a:lnTo>
                <a:cubicBezTo>
                  <a:pt x="120801" y="359063"/>
                  <a:pt x="123587" y="356009"/>
                  <a:pt x="124641" y="352205"/>
                </a:cubicBezTo>
                <a:cubicBezTo>
                  <a:pt x="131659" y="327202"/>
                  <a:pt x="141678" y="303020"/>
                  <a:pt x="154448" y="280321"/>
                </a:cubicBezTo>
                <a:cubicBezTo>
                  <a:pt x="156377" y="276892"/>
                  <a:pt x="156573" y="272748"/>
                  <a:pt x="154984" y="269141"/>
                </a:cubicBezTo>
                <a:lnTo>
                  <a:pt x="115014" y="178701"/>
                </a:lnTo>
                <a:lnTo>
                  <a:pt x="178629" y="115086"/>
                </a:lnTo>
                <a:lnTo>
                  <a:pt x="269087" y="155055"/>
                </a:lnTo>
                <a:cubicBezTo>
                  <a:pt x="272695" y="156645"/>
                  <a:pt x="276838" y="156448"/>
                  <a:pt x="280267" y="154519"/>
                </a:cubicBezTo>
                <a:cubicBezTo>
                  <a:pt x="302984" y="141750"/>
                  <a:pt x="327166" y="131713"/>
                  <a:pt x="352133" y="124712"/>
                </a:cubicBezTo>
                <a:cubicBezTo>
                  <a:pt x="355920" y="123640"/>
                  <a:pt x="358991" y="120854"/>
                  <a:pt x="360420" y="117193"/>
                </a:cubicBezTo>
                <a:lnTo>
                  <a:pt x="396103" y="25003"/>
                </a:lnTo>
                <a:lnTo>
                  <a:pt x="486061" y="25003"/>
                </a:lnTo>
                <a:lnTo>
                  <a:pt x="521744" y="117193"/>
                </a:lnTo>
                <a:cubicBezTo>
                  <a:pt x="523173" y="120872"/>
                  <a:pt x="526227" y="123658"/>
                  <a:pt x="530031" y="124712"/>
                </a:cubicBezTo>
                <a:cubicBezTo>
                  <a:pt x="555016" y="131731"/>
                  <a:pt x="579197" y="141750"/>
                  <a:pt x="601897" y="154519"/>
                </a:cubicBezTo>
                <a:cubicBezTo>
                  <a:pt x="605326" y="156448"/>
                  <a:pt x="609469" y="156645"/>
                  <a:pt x="613077" y="155055"/>
                </a:cubicBezTo>
                <a:lnTo>
                  <a:pt x="703534" y="115086"/>
                </a:lnTo>
                <a:lnTo>
                  <a:pt x="767149" y="178701"/>
                </a:lnTo>
                <a:lnTo>
                  <a:pt x="727180" y="269141"/>
                </a:lnTo>
                <a:cubicBezTo>
                  <a:pt x="725591" y="272748"/>
                  <a:pt x="725787" y="276892"/>
                  <a:pt x="727716" y="280321"/>
                </a:cubicBezTo>
                <a:cubicBezTo>
                  <a:pt x="740485" y="303038"/>
                  <a:pt x="750522" y="327219"/>
                  <a:pt x="757523" y="352205"/>
                </a:cubicBezTo>
                <a:cubicBezTo>
                  <a:pt x="758595" y="355991"/>
                  <a:pt x="761381" y="359063"/>
                  <a:pt x="765042" y="360492"/>
                </a:cubicBezTo>
                <a:lnTo>
                  <a:pt x="857214" y="396175"/>
                </a:lnTo>
                <a:lnTo>
                  <a:pt x="857214" y="486132"/>
                </a:lnTo>
                <a:close/>
                <a:moveTo>
                  <a:pt x="441109" y="624632"/>
                </a:moveTo>
                <a:cubicBezTo>
                  <a:pt x="467201" y="624632"/>
                  <a:pt x="488418" y="603415"/>
                  <a:pt x="488418" y="577322"/>
                </a:cubicBezTo>
                <a:cubicBezTo>
                  <a:pt x="488418" y="551230"/>
                  <a:pt x="467201" y="530013"/>
                  <a:pt x="441109" y="530013"/>
                </a:cubicBezTo>
                <a:cubicBezTo>
                  <a:pt x="415016" y="530013"/>
                  <a:pt x="393799" y="551230"/>
                  <a:pt x="393799" y="577322"/>
                </a:cubicBezTo>
                <a:cubicBezTo>
                  <a:pt x="393799" y="603415"/>
                  <a:pt x="415016" y="624632"/>
                  <a:pt x="441109" y="624632"/>
                </a:cubicBezTo>
                <a:close/>
                <a:moveTo>
                  <a:pt x="441109" y="555016"/>
                </a:moveTo>
                <a:cubicBezTo>
                  <a:pt x="453414" y="555016"/>
                  <a:pt x="463415" y="565017"/>
                  <a:pt x="463415" y="577322"/>
                </a:cubicBezTo>
                <a:cubicBezTo>
                  <a:pt x="463415" y="589627"/>
                  <a:pt x="453414" y="599629"/>
                  <a:pt x="441109" y="599629"/>
                </a:cubicBezTo>
                <a:cubicBezTo>
                  <a:pt x="428804" y="599629"/>
                  <a:pt x="418802" y="589627"/>
                  <a:pt x="418802" y="577322"/>
                </a:cubicBezTo>
                <a:cubicBezTo>
                  <a:pt x="418802" y="565017"/>
                  <a:pt x="428804" y="555016"/>
                  <a:pt x="441109" y="555016"/>
                </a:cubicBezTo>
                <a:close/>
                <a:moveTo>
                  <a:pt x="330702" y="602218"/>
                </a:moveTo>
                <a:lnTo>
                  <a:pt x="349865" y="609630"/>
                </a:lnTo>
                <a:cubicBezTo>
                  <a:pt x="350990" y="612809"/>
                  <a:pt x="352294" y="615934"/>
                  <a:pt x="353741" y="618988"/>
                </a:cubicBezTo>
                <a:lnTo>
                  <a:pt x="345436" y="637794"/>
                </a:lnTo>
                <a:cubicBezTo>
                  <a:pt x="343346" y="642509"/>
                  <a:pt x="344382" y="648027"/>
                  <a:pt x="348026" y="651689"/>
                </a:cubicBezTo>
                <a:lnTo>
                  <a:pt x="366742" y="670405"/>
                </a:lnTo>
                <a:cubicBezTo>
                  <a:pt x="370386" y="674049"/>
                  <a:pt x="375904" y="675084"/>
                  <a:pt x="380637" y="672995"/>
                </a:cubicBezTo>
                <a:lnTo>
                  <a:pt x="399443" y="664690"/>
                </a:lnTo>
                <a:cubicBezTo>
                  <a:pt x="402497" y="666155"/>
                  <a:pt x="405622" y="667441"/>
                  <a:pt x="408819" y="668584"/>
                </a:cubicBezTo>
                <a:lnTo>
                  <a:pt x="416231" y="687747"/>
                </a:lnTo>
                <a:cubicBezTo>
                  <a:pt x="418088" y="692569"/>
                  <a:pt x="422731" y="695730"/>
                  <a:pt x="427893" y="695730"/>
                </a:cubicBezTo>
                <a:lnTo>
                  <a:pt x="454343" y="695730"/>
                </a:lnTo>
                <a:cubicBezTo>
                  <a:pt x="459504" y="695730"/>
                  <a:pt x="464129" y="692551"/>
                  <a:pt x="466005" y="687747"/>
                </a:cubicBezTo>
                <a:lnTo>
                  <a:pt x="473416" y="668584"/>
                </a:lnTo>
                <a:cubicBezTo>
                  <a:pt x="476595" y="667458"/>
                  <a:pt x="479721" y="666155"/>
                  <a:pt x="482775" y="664708"/>
                </a:cubicBezTo>
                <a:lnTo>
                  <a:pt x="501581" y="673013"/>
                </a:lnTo>
                <a:cubicBezTo>
                  <a:pt x="506295" y="675102"/>
                  <a:pt x="511832" y="674066"/>
                  <a:pt x="515475" y="670423"/>
                </a:cubicBezTo>
                <a:lnTo>
                  <a:pt x="534192" y="651706"/>
                </a:lnTo>
                <a:cubicBezTo>
                  <a:pt x="537835" y="648063"/>
                  <a:pt x="538871" y="642545"/>
                  <a:pt x="536781" y="637812"/>
                </a:cubicBezTo>
                <a:lnTo>
                  <a:pt x="528477" y="619006"/>
                </a:lnTo>
                <a:cubicBezTo>
                  <a:pt x="529941" y="615952"/>
                  <a:pt x="531227" y="612827"/>
                  <a:pt x="532352" y="609630"/>
                </a:cubicBezTo>
                <a:lnTo>
                  <a:pt x="551515" y="602218"/>
                </a:lnTo>
                <a:cubicBezTo>
                  <a:pt x="556337" y="600361"/>
                  <a:pt x="559499" y="595717"/>
                  <a:pt x="559499" y="590556"/>
                </a:cubicBezTo>
                <a:lnTo>
                  <a:pt x="559499" y="564106"/>
                </a:lnTo>
                <a:cubicBezTo>
                  <a:pt x="559499" y="558945"/>
                  <a:pt x="556320" y="554319"/>
                  <a:pt x="551515" y="552444"/>
                </a:cubicBezTo>
                <a:lnTo>
                  <a:pt x="532352" y="545032"/>
                </a:lnTo>
                <a:cubicBezTo>
                  <a:pt x="531227" y="541853"/>
                  <a:pt x="529923" y="538710"/>
                  <a:pt x="528459" y="535656"/>
                </a:cubicBezTo>
                <a:lnTo>
                  <a:pt x="536764" y="516850"/>
                </a:lnTo>
                <a:cubicBezTo>
                  <a:pt x="538853" y="512135"/>
                  <a:pt x="537817" y="506599"/>
                  <a:pt x="534174" y="502956"/>
                </a:cubicBezTo>
                <a:lnTo>
                  <a:pt x="515457" y="484239"/>
                </a:lnTo>
                <a:cubicBezTo>
                  <a:pt x="511814" y="480596"/>
                  <a:pt x="506278" y="479560"/>
                  <a:pt x="501563" y="481650"/>
                </a:cubicBezTo>
                <a:lnTo>
                  <a:pt x="482757" y="489954"/>
                </a:lnTo>
                <a:cubicBezTo>
                  <a:pt x="479703" y="488490"/>
                  <a:pt x="476577" y="487204"/>
                  <a:pt x="473398" y="486079"/>
                </a:cubicBezTo>
                <a:lnTo>
                  <a:pt x="465987" y="466916"/>
                </a:lnTo>
                <a:cubicBezTo>
                  <a:pt x="464129" y="462093"/>
                  <a:pt x="459486" y="458932"/>
                  <a:pt x="454325" y="458932"/>
                </a:cubicBezTo>
                <a:lnTo>
                  <a:pt x="427875" y="458932"/>
                </a:lnTo>
                <a:cubicBezTo>
                  <a:pt x="422714" y="458932"/>
                  <a:pt x="418088" y="462111"/>
                  <a:pt x="416213" y="466916"/>
                </a:cubicBezTo>
                <a:lnTo>
                  <a:pt x="408801" y="486079"/>
                </a:lnTo>
                <a:cubicBezTo>
                  <a:pt x="405622" y="487204"/>
                  <a:pt x="402497" y="488507"/>
                  <a:pt x="399443" y="489954"/>
                </a:cubicBezTo>
                <a:lnTo>
                  <a:pt x="380637" y="481650"/>
                </a:lnTo>
                <a:cubicBezTo>
                  <a:pt x="375904" y="479560"/>
                  <a:pt x="370386" y="480596"/>
                  <a:pt x="366742" y="484239"/>
                </a:cubicBezTo>
                <a:lnTo>
                  <a:pt x="348026" y="502956"/>
                </a:lnTo>
                <a:cubicBezTo>
                  <a:pt x="344382" y="506599"/>
                  <a:pt x="343346" y="512118"/>
                  <a:pt x="345436" y="516850"/>
                </a:cubicBezTo>
                <a:lnTo>
                  <a:pt x="353741" y="535656"/>
                </a:lnTo>
                <a:cubicBezTo>
                  <a:pt x="352276" y="538710"/>
                  <a:pt x="350990" y="541836"/>
                  <a:pt x="349865" y="545032"/>
                </a:cubicBezTo>
                <a:lnTo>
                  <a:pt x="330702" y="552444"/>
                </a:lnTo>
                <a:cubicBezTo>
                  <a:pt x="325880" y="554301"/>
                  <a:pt x="322719" y="558945"/>
                  <a:pt x="322719" y="564106"/>
                </a:cubicBezTo>
                <a:lnTo>
                  <a:pt x="322719" y="590556"/>
                </a:lnTo>
                <a:cubicBezTo>
                  <a:pt x="322719" y="595717"/>
                  <a:pt x="325898" y="600343"/>
                  <a:pt x="330702" y="602218"/>
                </a:cubicBezTo>
                <a:close/>
                <a:moveTo>
                  <a:pt x="347722" y="572661"/>
                </a:moveTo>
                <a:lnTo>
                  <a:pt x="364474" y="566178"/>
                </a:lnTo>
                <a:cubicBezTo>
                  <a:pt x="368153" y="564749"/>
                  <a:pt x="370939" y="561695"/>
                  <a:pt x="371993" y="557891"/>
                </a:cubicBezTo>
                <a:cubicBezTo>
                  <a:pt x="373529" y="552444"/>
                  <a:pt x="375708" y="547158"/>
                  <a:pt x="378494" y="542211"/>
                </a:cubicBezTo>
                <a:cubicBezTo>
                  <a:pt x="380423" y="538782"/>
                  <a:pt x="380619" y="534638"/>
                  <a:pt x="379030" y="531031"/>
                </a:cubicBezTo>
                <a:lnTo>
                  <a:pt x="371761" y="514582"/>
                </a:lnTo>
                <a:lnTo>
                  <a:pt x="378351" y="507992"/>
                </a:lnTo>
                <a:lnTo>
                  <a:pt x="394799" y="515261"/>
                </a:lnTo>
                <a:cubicBezTo>
                  <a:pt x="398407" y="516850"/>
                  <a:pt x="402550" y="516654"/>
                  <a:pt x="405979" y="514725"/>
                </a:cubicBezTo>
                <a:cubicBezTo>
                  <a:pt x="410944" y="511939"/>
                  <a:pt x="416213" y="509742"/>
                  <a:pt x="421660" y="508224"/>
                </a:cubicBezTo>
                <a:cubicBezTo>
                  <a:pt x="425446" y="507171"/>
                  <a:pt x="428518" y="504367"/>
                  <a:pt x="429947" y="500705"/>
                </a:cubicBezTo>
                <a:lnTo>
                  <a:pt x="436430" y="483953"/>
                </a:lnTo>
                <a:lnTo>
                  <a:pt x="445752" y="483953"/>
                </a:lnTo>
                <a:lnTo>
                  <a:pt x="452235" y="500705"/>
                </a:lnTo>
                <a:cubicBezTo>
                  <a:pt x="453664" y="504385"/>
                  <a:pt x="456718" y="507171"/>
                  <a:pt x="460522" y="508224"/>
                </a:cubicBezTo>
                <a:cubicBezTo>
                  <a:pt x="465969" y="509760"/>
                  <a:pt x="471255" y="511939"/>
                  <a:pt x="476202" y="514725"/>
                </a:cubicBezTo>
                <a:cubicBezTo>
                  <a:pt x="479631" y="516654"/>
                  <a:pt x="483775" y="516850"/>
                  <a:pt x="487382" y="515261"/>
                </a:cubicBezTo>
                <a:lnTo>
                  <a:pt x="503831" y="507992"/>
                </a:lnTo>
                <a:lnTo>
                  <a:pt x="510421" y="514582"/>
                </a:lnTo>
                <a:lnTo>
                  <a:pt x="503152" y="531031"/>
                </a:lnTo>
                <a:cubicBezTo>
                  <a:pt x="501563" y="534638"/>
                  <a:pt x="501759" y="538782"/>
                  <a:pt x="503688" y="542211"/>
                </a:cubicBezTo>
                <a:cubicBezTo>
                  <a:pt x="506474" y="547176"/>
                  <a:pt x="508671" y="552462"/>
                  <a:pt x="510189" y="557909"/>
                </a:cubicBezTo>
                <a:cubicBezTo>
                  <a:pt x="511260" y="561695"/>
                  <a:pt x="514046" y="564767"/>
                  <a:pt x="517708" y="566196"/>
                </a:cubicBezTo>
                <a:lnTo>
                  <a:pt x="534460" y="572679"/>
                </a:lnTo>
                <a:lnTo>
                  <a:pt x="534460" y="582001"/>
                </a:lnTo>
                <a:lnTo>
                  <a:pt x="517708" y="588484"/>
                </a:lnTo>
                <a:cubicBezTo>
                  <a:pt x="514029" y="589913"/>
                  <a:pt x="511242" y="592967"/>
                  <a:pt x="510189" y="596771"/>
                </a:cubicBezTo>
                <a:cubicBezTo>
                  <a:pt x="508653" y="602236"/>
                  <a:pt x="506474" y="607505"/>
                  <a:pt x="503688" y="612452"/>
                </a:cubicBezTo>
                <a:cubicBezTo>
                  <a:pt x="501759" y="615881"/>
                  <a:pt x="501563" y="620024"/>
                  <a:pt x="503152" y="623632"/>
                </a:cubicBezTo>
                <a:lnTo>
                  <a:pt x="510421" y="640080"/>
                </a:lnTo>
                <a:lnTo>
                  <a:pt x="503831" y="646670"/>
                </a:lnTo>
                <a:lnTo>
                  <a:pt x="487382" y="639401"/>
                </a:lnTo>
                <a:cubicBezTo>
                  <a:pt x="483775" y="637812"/>
                  <a:pt x="479631" y="638008"/>
                  <a:pt x="476202" y="639937"/>
                </a:cubicBezTo>
                <a:cubicBezTo>
                  <a:pt x="471237" y="642723"/>
                  <a:pt x="465969" y="644920"/>
                  <a:pt x="460522" y="646438"/>
                </a:cubicBezTo>
                <a:cubicBezTo>
                  <a:pt x="456736" y="647492"/>
                  <a:pt x="453664" y="650296"/>
                  <a:pt x="452235" y="653957"/>
                </a:cubicBezTo>
                <a:lnTo>
                  <a:pt x="445752" y="670709"/>
                </a:lnTo>
                <a:lnTo>
                  <a:pt x="436430" y="670709"/>
                </a:lnTo>
                <a:lnTo>
                  <a:pt x="429947" y="653957"/>
                </a:lnTo>
                <a:cubicBezTo>
                  <a:pt x="428518" y="650278"/>
                  <a:pt x="425464" y="647492"/>
                  <a:pt x="421660" y="646438"/>
                </a:cubicBezTo>
                <a:cubicBezTo>
                  <a:pt x="416213" y="644902"/>
                  <a:pt x="410926" y="642723"/>
                  <a:pt x="405979" y="639937"/>
                </a:cubicBezTo>
                <a:cubicBezTo>
                  <a:pt x="402550" y="638008"/>
                  <a:pt x="398407" y="637812"/>
                  <a:pt x="394799" y="639401"/>
                </a:cubicBezTo>
                <a:lnTo>
                  <a:pt x="378351" y="646670"/>
                </a:lnTo>
                <a:lnTo>
                  <a:pt x="371761" y="640080"/>
                </a:lnTo>
                <a:lnTo>
                  <a:pt x="379030" y="623632"/>
                </a:lnTo>
                <a:cubicBezTo>
                  <a:pt x="380619" y="620024"/>
                  <a:pt x="380423" y="615881"/>
                  <a:pt x="378494" y="612452"/>
                </a:cubicBezTo>
                <a:cubicBezTo>
                  <a:pt x="375708" y="607487"/>
                  <a:pt x="373511" y="602218"/>
                  <a:pt x="371993" y="596771"/>
                </a:cubicBezTo>
                <a:cubicBezTo>
                  <a:pt x="370921" y="592985"/>
                  <a:pt x="368135" y="589913"/>
                  <a:pt x="364474" y="588484"/>
                </a:cubicBezTo>
                <a:lnTo>
                  <a:pt x="347722" y="582001"/>
                </a:lnTo>
                <a:lnTo>
                  <a:pt x="347722" y="572679"/>
                </a:lnTo>
                <a:close/>
              </a:path>
            </a:pathLst>
          </a:custGeom>
          <a:solidFill>
            <a:schemeClr val="bg1"/>
          </a:solidFill>
          <a:ln w="1786" cap="flat">
            <a:noFill/>
            <a:prstDash val="solid"/>
            <a:miter/>
          </a:ln>
        </p:spPr>
        <p:txBody>
          <a:bodyPr/>
          <a:lstStyle/>
          <a:p>
            <a:endParaRPr lang="en-GB"/>
          </a:p>
        </p:txBody>
      </p:sp>
      <p:sp>
        <p:nvSpPr>
          <p:cNvPr id="13" name="Oval 12">
            <a:extLst>
              <a:ext uri="{FF2B5EF4-FFF2-40B4-BE49-F238E27FC236}">
                <a16:creationId xmlns:a16="http://schemas.microsoft.com/office/drawing/2014/main" id="{53FF86EC-41D2-8B1B-CD3A-EED305E24E82}"/>
              </a:ext>
            </a:extLst>
          </p:cNvPr>
          <p:cNvSpPr/>
          <p:nvPr/>
        </p:nvSpPr>
        <p:spPr>
          <a:xfrm>
            <a:off x="8869088" y="2895939"/>
            <a:ext cx="1645883" cy="164588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26797382-9A39-477A-E156-38DA598EA6C0}"/>
              </a:ext>
            </a:extLst>
          </p:cNvPr>
          <p:cNvGrpSpPr>
            <a:grpSpLocks noChangeAspect="1"/>
          </p:cNvGrpSpPr>
          <p:nvPr/>
        </p:nvGrpSpPr>
        <p:grpSpPr>
          <a:xfrm>
            <a:off x="9445410" y="3285211"/>
            <a:ext cx="493241" cy="867338"/>
            <a:chOff x="5938838" y="327025"/>
            <a:chExt cx="985838" cy="1733550"/>
          </a:xfrm>
          <a:solidFill>
            <a:schemeClr val="tx1">
              <a:lumMod val="85000"/>
              <a:lumOff val="15000"/>
            </a:schemeClr>
          </a:solidFill>
        </p:grpSpPr>
        <p:sp>
          <p:nvSpPr>
            <p:cNvPr id="15" name="Freeform 35">
              <a:extLst>
                <a:ext uri="{FF2B5EF4-FFF2-40B4-BE49-F238E27FC236}">
                  <a16:creationId xmlns:a16="http://schemas.microsoft.com/office/drawing/2014/main" id="{A2BB0419-12D2-C140-37E5-3B0C4A968CF4}"/>
                </a:ext>
              </a:extLst>
            </p:cNvPr>
            <p:cNvSpPr>
              <a:spLocks noEditPoints="1"/>
            </p:cNvSpPr>
            <p:nvPr/>
          </p:nvSpPr>
          <p:spPr bwMode="auto">
            <a:xfrm>
              <a:off x="6089651" y="327025"/>
              <a:ext cx="679450" cy="687388"/>
            </a:xfrm>
            <a:custGeom>
              <a:avLst/>
              <a:gdLst>
                <a:gd name="T0" fmla="*/ 692 w 1783"/>
                <a:gd name="T1" fmla="*/ 98 h 1800"/>
                <a:gd name="T2" fmla="*/ 610 w 1783"/>
                <a:gd name="T3" fmla="*/ 228 h 1800"/>
                <a:gd name="T4" fmla="*/ 500 w 1783"/>
                <a:gd name="T5" fmla="*/ 206 h 1800"/>
                <a:gd name="T6" fmla="*/ 135 w 1783"/>
                <a:gd name="T7" fmla="*/ 390 h 1800"/>
                <a:gd name="T8" fmla="*/ 226 w 1783"/>
                <a:gd name="T9" fmla="*/ 581 h 1800"/>
                <a:gd name="T10" fmla="*/ 197 w 1783"/>
                <a:gd name="T11" fmla="*/ 655 h 1800"/>
                <a:gd name="T12" fmla="*/ 0 w 1783"/>
                <a:gd name="T13" fmla="*/ 722 h 1800"/>
                <a:gd name="T14" fmla="*/ 126 w 1783"/>
                <a:gd name="T15" fmla="*/ 1113 h 1800"/>
                <a:gd name="T16" fmla="*/ 227 w 1783"/>
                <a:gd name="T17" fmla="*/ 1188 h 1800"/>
                <a:gd name="T18" fmla="*/ 187 w 1783"/>
                <a:gd name="T19" fmla="*/ 1315 h 1800"/>
                <a:gd name="T20" fmla="*/ 377 w 1783"/>
                <a:gd name="T21" fmla="*/ 1643 h 1800"/>
                <a:gd name="T22" fmla="*/ 487 w 1783"/>
                <a:gd name="T23" fmla="*/ 1600 h 1800"/>
                <a:gd name="T24" fmla="*/ 600 w 1783"/>
                <a:gd name="T25" fmla="*/ 1567 h 1800"/>
                <a:gd name="T26" fmla="*/ 686 w 1783"/>
                <a:gd name="T27" fmla="*/ 1669 h 1800"/>
                <a:gd name="T28" fmla="*/ 716 w 1783"/>
                <a:gd name="T29" fmla="*/ 1785 h 1800"/>
                <a:gd name="T30" fmla="*/ 956 w 1783"/>
                <a:gd name="T31" fmla="*/ 1798 h 1800"/>
                <a:gd name="T32" fmla="*/ 1090 w 1783"/>
                <a:gd name="T33" fmla="*/ 1722 h 1800"/>
                <a:gd name="T34" fmla="*/ 1134 w 1783"/>
                <a:gd name="T35" fmla="*/ 1598 h 1800"/>
                <a:gd name="T36" fmla="*/ 1214 w 1783"/>
                <a:gd name="T37" fmla="*/ 1563 h 1800"/>
                <a:gd name="T38" fmla="*/ 1332 w 1783"/>
                <a:gd name="T39" fmla="*/ 1621 h 1800"/>
                <a:gd name="T40" fmla="*/ 1482 w 1783"/>
                <a:gd name="T41" fmla="*/ 1576 h 1800"/>
                <a:gd name="T42" fmla="*/ 1585 w 1783"/>
                <a:gd name="T43" fmla="*/ 1289 h 1800"/>
                <a:gd name="T44" fmla="*/ 1568 w 1783"/>
                <a:gd name="T45" fmla="*/ 1180 h 1800"/>
                <a:gd name="T46" fmla="*/ 1657 w 1783"/>
                <a:gd name="T47" fmla="*/ 1113 h 1800"/>
                <a:gd name="T48" fmla="*/ 1783 w 1783"/>
                <a:gd name="T49" fmla="*/ 722 h 1800"/>
                <a:gd name="T50" fmla="*/ 1591 w 1783"/>
                <a:gd name="T51" fmla="*/ 655 h 1800"/>
                <a:gd name="T52" fmla="*/ 1558 w 1783"/>
                <a:gd name="T53" fmla="*/ 578 h 1800"/>
                <a:gd name="T54" fmla="*/ 1655 w 1783"/>
                <a:gd name="T55" fmla="*/ 397 h 1800"/>
                <a:gd name="T56" fmla="*/ 1393 w 1783"/>
                <a:gd name="T57" fmla="*/ 150 h 1800"/>
                <a:gd name="T58" fmla="*/ 1276 w 1783"/>
                <a:gd name="T59" fmla="*/ 213 h 1800"/>
                <a:gd name="T60" fmla="*/ 1173 w 1783"/>
                <a:gd name="T61" fmla="*/ 225 h 1800"/>
                <a:gd name="T62" fmla="*/ 1108 w 1783"/>
                <a:gd name="T63" fmla="*/ 141 h 1800"/>
                <a:gd name="T64" fmla="*/ 1060 w 1783"/>
                <a:gd name="T65" fmla="*/ 13 h 1800"/>
                <a:gd name="T66" fmla="*/ 831 w 1783"/>
                <a:gd name="T67" fmla="*/ 1 h 1800"/>
                <a:gd name="T68" fmla="*/ 1144 w 1783"/>
                <a:gd name="T69" fmla="*/ 390 h 1800"/>
                <a:gd name="T70" fmla="*/ 1372 w 1783"/>
                <a:gd name="T71" fmla="*/ 604 h 1800"/>
                <a:gd name="T72" fmla="*/ 1449 w 1783"/>
                <a:gd name="T73" fmla="*/ 797 h 1800"/>
                <a:gd name="T74" fmla="*/ 1408 w 1783"/>
                <a:gd name="T75" fmla="*/ 1132 h 1800"/>
                <a:gd name="T76" fmla="*/ 1237 w 1783"/>
                <a:gd name="T77" fmla="*/ 1349 h 1800"/>
                <a:gd name="T78" fmla="*/ 1037 w 1783"/>
                <a:gd name="T79" fmla="*/ 1446 h 1800"/>
                <a:gd name="T80" fmla="*/ 778 w 1783"/>
                <a:gd name="T81" fmla="*/ 1454 h 1800"/>
                <a:gd name="T82" fmla="*/ 611 w 1783"/>
                <a:gd name="T83" fmla="*/ 1393 h 1800"/>
                <a:gd name="T84" fmla="*/ 398 w 1783"/>
                <a:gd name="T85" fmla="*/ 1170 h 1800"/>
                <a:gd name="T86" fmla="*/ 333 w 1783"/>
                <a:gd name="T87" fmla="*/ 900 h 1800"/>
                <a:gd name="T88" fmla="*/ 409 w 1783"/>
                <a:gd name="T89" fmla="*/ 606 h 1800"/>
                <a:gd name="T90" fmla="*/ 662 w 1783"/>
                <a:gd name="T91" fmla="*/ 382 h 1800"/>
                <a:gd name="T92" fmla="*/ 855 w 1783"/>
                <a:gd name="T93" fmla="*/ 338 h 1800"/>
                <a:gd name="T94" fmla="*/ 1122 w 1783"/>
                <a:gd name="T95" fmla="*/ 380 h 1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83" h="1800">
                  <a:moveTo>
                    <a:pt x="723" y="13"/>
                  </a:moveTo>
                  <a:lnTo>
                    <a:pt x="715" y="22"/>
                  </a:lnTo>
                  <a:lnTo>
                    <a:pt x="698" y="69"/>
                  </a:lnTo>
                  <a:lnTo>
                    <a:pt x="692" y="98"/>
                  </a:lnTo>
                  <a:lnTo>
                    <a:pt x="686" y="128"/>
                  </a:lnTo>
                  <a:lnTo>
                    <a:pt x="665" y="177"/>
                  </a:lnTo>
                  <a:lnTo>
                    <a:pt x="636" y="212"/>
                  </a:lnTo>
                  <a:lnTo>
                    <a:pt x="610" y="228"/>
                  </a:lnTo>
                  <a:lnTo>
                    <a:pt x="591" y="233"/>
                  </a:lnTo>
                  <a:lnTo>
                    <a:pt x="582" y="233"/>
                  </a:lnTo>
                  <a:lnTo>
                    <a:pt x="563" y="231"/>
                  </a:lnTo>
                  <a:lnTo>
                    <a:pt x="500" y="206"/>
                  </a:lnTo>
                  <a:lnTo>
                    <a:pt x="465" y="188"/>
                  </a:lnTo>
                  <a:lnTo>
                    <a:pt x="383" y="142"/>
                  </a:lnTo>
                  <a:lnTo>
                    <a:pt x="260" y="265"/>
                  </a:lnTo>
                  <a:lnTo>
                    <a:pt x="135" y="390"/>
                  </a:lnTo>
                  <a:lnTo>
                    <a:pt x="185" y="482"/>
                  </a:lnTo>
                  <a:lnTo>
                    <a:pt x="200" y="510"/>
                  </a:lnTo>
                  <a:lnTo>
                    <a:pt x="219" y="551"/>
                  </a:lnTo>
                  <a:lnTo>
                    <a:pt x="226" y="581"/>
                  </a:lnTo>
                  <a:lnTo>
                    <a:pt x="223" y="606"/>
                  </a:lnTo>
                  <a:lnTo>
                    <a:pt x="218" y="620"/>
                  </a:lnTo>
                  <a:lnTo>
                    <a:pt x="213" y="634"/>
                  </a:lnTo>
                  <a:lnTo>
                    <a:pt x="197" y="655"/>
                  </a:lnTo>
                  <a:lnTo>
                    <a:pt x="170" y="671"/>
                  </a:lnTo>
                  <a:lnTo>
                    <a:pt x="129" y="687"/>
                  </a:lnTo>
                  <a:lnTo>
                    <a:pt x="100" y="695"/>
                  </a:lnTo>
                  <a:lnTo>
                    <a:pt x="0" y="722"/>
                  </a:lnTo>
                  <a:lnTo>
                    <a:pt x="0" y="900"/>
                  </a:lnTo>
                  <a:lnTo>
                    <a:pt x="0" y="1078"/>
                  </a:lnTo>
                  <a:lnTo>
                    <a:pt x="100" y="1105"/>
                  </a:lnTo>
                  <a:lnTo>
                    <a:pt x="126" y="1113"/>
                  </a:lnTo>
                  <a:lnTo>
                    <a:pt x="167" y="1128"/>
                  </a:lnTo>
                  <a:lnTo>
                    <a:pt x="198" y="1145"/>
                  </a:lnTo>
                  <a:lnTo>
                    <a:pt x="218" y="1165"/>
                  </a:lnTo>
                  <a:lnTo>
                    <a:pt x="227" y="1188"/>
                  </a:lnTo>
                  <a:lnTo>
                    <a:pt x="227" y="1217"/>
                  </a:lnTo>
                  <a:lnTo>
                    <a:pt x="218" y="1250"/>
                  </a:lnTo>
                  <a:lnTo>
                    <a:pt x="199" y="1291"/>
                  </a:lnTo>
                  <a:lnTo>
                    <a:pt x="187" y="1315"/>
                  </a:lnTo>
                  <a:lnTo>
                    <a:pt x="135" y="1410"/>
                  </a:lnTo>
                  <a:lnTo>
                    <a:pt x="255" y="1530"/>
                  </a:lnTo>
                  <a:lnTo>
                    <a:pt x="304" y="1578"/>
                  </a:lnTo>
                  <a:lnTo>
                    <a:pt x="377" y="1643"/>
                  </a:lnTo>
                  <a:lnTo>
                    <a:pt x="390" y="1650"/>
                  </a:lnTo>
                  <a:lnTo>
                    <a:pt x="401" y="1647"/>
                  </a:lnTo>
                  <a:lnTo>
                    <a:pt x="453" y="1620"/>
                  </a:lnTo>
                  <a:lnTo>
                    <a:pt x="487" y="1600"/>
                  </a:lnTo>
                  <a:lnTo>
                    <a:pt x="513" y="1583"/>
                  </a:lnTo>
                  <a:lnTo>
                    <a:pt x="550" y="1564"/>
                  </a:lnTo>
                  <a:lnTo>
                    <a:pt x="575" y="1559"/>
                  </a:lnTo>
                  <a:lnTo>
                    <a:pt x="600" y="1567"/>
                  </a:lnTo>
                  <a:lnTo>
                    <a:pt x="617" y="1575"/>
                  </a:lnTo>
                  <a:lnTo>
                    <a:pt x="634" y="1585"/>
                  </a:lnTo>
                  <a:lnTo>
                    <a:pt x="664" y="1621"/>
                  </a:lnTo>
                  <a:lnTo>
                    <a:pt x="686" y="1669"/>
                  </a:lnTo>
                  <a:lnTo>
                    <a:pt x="699" y="1723"/>
                  </a:lnTo>
                  <a:lnTo>
                    <a:pt x="700" y="1752"/>
                  </a:lnTo>
                  <a:lnTo>
                    <a:pt x="701" y="1763"/>
                  </a:lnTo>
                  <a:lnTo>
                    <a:pt x="716" y="1785"/>
                  </a:lnTo>
                  <a:lnTo>
                    <a:pt x="727" y="1790"/>
                  </a:lnTo>
                  <a:lnTo>
                    <a:pt x="748" y="1795"/>
                  </a:lnTo>
                  <a:lnTo>
                    <a:pt x="842" y="1800"/>
                  </a:lnTo>
                  <a:lnTo>
                    <a:pt x="956" y="1798"/>
                  </a:lnTo>
                  <a:lnTo>
                    <a:pt x="1044" y="1792"/>
                  </a:lnTo>
                  <a:lnTo>
                    <a:pt x="1060" y="1787"/>
                  </a:lnTo>
                  <a:lnTo>
                    <a:pt x="1069" y="1777"/>
                  </a:lnTo>
                  <a:lnTo>
                    <a:pt x="1090" y="1722"/>
                  </a:lnTo>
                  <a:lnTo>
                    <a:pt x="1100" y="1685"/>
                  </a:lnTo>
                  <a:lnTo>
                    <a:pt x="1106" y="1659"/>
                  </a:lnTo>
                  <a:lnTo>
                    <a:pt x="1118" y="1622"/>
                  </a:lnTo>
                  <a:lnTo>
                    <a:pt x="1134" y="1598"/>
                  </a:lnTo>
                  <a:lnTo>
                    <a:pt x="1156" y="1582"/>
                  </a:lnTo>
                  <a:lnTo>
                    <a:pt x="1172" y="1575"/>
                  </a:lnTo>
                  <a:lnTo>
                    <a:pt x="1188" y="1568"/>
                  </a:lnTo>
                  <a:lnTo>
                    <a:pt x="1214" y="1563"/>
                  </a:lnTo>
                  <a:lnTo>
                    <a:pt x="1241" y="1568"/>
                  </a:lnTo>
                  <a:lnTo>
                    <a:pt x="1276" y="1587"/>
                  </a:lnTo>
                  <a:lnTo>
                    <a:pt x="1300" y="1602"/>
                  </a:lnTo>
                  <a:lnTo>
                    <a:pt x="1332" y="1621"/>
                  </a:lnTo>
                  <a:lnTo>
                    <a:pt x="1383" y="1647"/>
                  </a:lnTo>
                  <a:lnTo>
                    <a:pt x="1393" y="1650"/>
                  </a:lnTo>
                  <a:lnTo>
                    <a:pt x="1406" y="1643"/>
                  </a:lnTo>
                  <a:lnTo>
                    <a:pt x="1482" y="1576"/>
                  </a:lnTo>
                  <a:lnTo>
                    <a:pt x="1532" y="1527"/>
                  </a:lnTo>
                  <a:lnTo>
                    <a:pt x="1655" y="1403"/>
                  </a:lnTo>
                  <a:lnTo>
                    <a:pt x="1602" y="1317"/>
                  </a:lnTo>
                  <a:lnTo>
                    <a:pt x="1585" y="1289"/>
                  </a:lnTo>
                  <a:lnTo>
                    <a:pt x="1564" y="1250"/>
                  </a:lnTo>
                  <a:lnTo>
                    <a:pt x="1558" y="1222"/>
                  </a:lnTo>
                  <a:lnTo>
                    <a:pt x="1562" y="1196"/>
                  </a:lnTo>
                  <a:lnTo>
                    <a:pt x="1568" y="1180"/>
                  </a:lnTo>
                  <a:lnTo>
                    <a:pt x="1575" y="1166"/>
                  </a:lnTo>
                  <a:lnTo>
                    <a:pt x="1591" y="1145"/>
                  </a:lnTo>
                  <a:lnTo>
                    <a:pt x="1617" y="1128"/>
                  </a:lnTo>
                  <a:lnTo>
                    <a:pt x="1657" y="1113"/>
                  </a:lnTo>
                  <a:lnTo>
                    <a:pt x="1685" y="1105"/>
                  </a:lnTo>
                  <a:lnTo>
                    <a:pt x="1783" y="1078"/>
                  </a:lnTo>
                  <a:lnTo>
                    <a:pt x="1783" y="900"/>
                  </a:lnTo>
                  <a:lnTo>
                    <a:pt x="1783" y="722"/>
                  </a:lnTo>
                  <a:lnTo>
                    <a:pt x="1685" y="695"/>
                  </a:lnTo>
                  <a:lnTo>
                    <a:pt x="1657" y="687"/>
                  </a:lnTo>
                  <a:lnTo>
                    <a:pt x="1617" y="672"/>
                  </a:lnTo>
                  <a:lnTo>
                    <a:pt x="1591" y="655"/>
                  </a:lnTo>
                  <a:lnTo>
                    <a:pt x="1575" y="634"/>
                  </a:lnTo>
                  <a:lnTo>
                    <a:pt x="1568" y="620"/>
                  </a:lnTo>
                  <a:lnTo>
                    <a:pt x="1562" y="604"/>
                  </a:lnTo>
                  <a:lnTo>
                    <a:pt x="1558" y="578"/>
                  </a:lnTo>
                  <a:lnTo>
                    <a:pt x="1564" y="550"/>
                  </a:lnTo>
                  <a:lnTo>
                    <a:pt x="1585" y="511"/>
                  </a:lnTo>
                  <a:lnTo>
                    <a:pt x="1602" y="483"/>
                  </a:lnTo>
                  <a:lnTo>
                    <a:pt x="1655" y="397"/>
                  </a:lnTo>
                  <a:lnTo>
                    <a:pt x="1532" y="273"/>
                  </a:lnTo>
                  <a:lnTo>
                    <a:pt x="1482" y="224"/>
                  </a:lnTo>
                  <a:lnTo>
                    <a:pt x="1406" y="157"/>
                  </a:lnTo>
                  <a:lnTo>
                    <a:pt x="1393" y="150"/>
                  </a:lnTo>
                  <a:lnTo>
                    <a:pt x="1383" y="153"/>
                  </a:lnTo>
                  <a:lnTo>
                    <a:pt x="1332" y="179"/>
                  </a:lnTo>
                  <a:lnTo>
                    <a:pt x="1300" y="198"/>
                  </a:lnTo>
                  <a:lnTo>
                    <a:pt x="1276" y="213"/>
                  </a:lnTo>
                  <a:lnTo>
                    <a:pt x="1241" y="231"/>
                  </a:lnTo>
                  <a:lnTo>
                    <a:pt x="1215" y="236"/>
                  </a:lnTo>
                  <a:lnTo>
                    <a:pt x="1189" y="231"/>
                  </a:lnTo>
                  <a:lnTo>
                    <a:pt x="1173" y="225"/>
                  </a:lnTo>
                  <a:lnTo>
                    <a:pt x="1159" y="219"/>
                  </a:lnTo>
                  <a:lnTo>
                    <a:pt x="1138" y="203"/>
                  </a:lnTo>
                  <a:lnTo>
                    <a:pt x="1122" y="178"/>
                  </a:lnTo>
                  <a:lnTo>
                    <a:pt x="1108" y="141"/>
                  </a:lnTo>
                  <a:lnTo>
                    <a:pt x="1102" y="115"/>
                  </a:lnTo>
                  <a:lnTo>
                    <a:pt x="1091" y="78"/>
                  </a:lnTo>
                  <a:lnTo>
                    <a:pt x="1069" y="23"/>
                  </a:lnTo>
                  <a:lnTo>
                    <a:pt x="1060" y="13"/>
                  </a:lnTo>
                  <a:lnTo>
                    <a:pt x="1044" y="8"/>
                  </a:lnTo>
                  <a:lnTo>
                    <a:pt x="953" y="1"/>
                  </a:lnTo>
                  <a:lnTo>
                    <a:pt x="892" y="0"/>
                  </a:lnTo>
                  <a:lnTo>
                    <a:pt x="831" y="1"/>
                  </a:lnTo>
                  <a:lnTo>
                    <a:pt x="739" y="8"/>
                  </a:lnTo>
                  <a:lnTo>
                    <a:pt x="723" y="13"/>
                  </a:lnTo>
                  <a:close/>
                  <a:moveTo>
                    <a:pt x="1122" y="380"/>
                  </a:moveTo>
                  <a:lnTo>
                    <a:pt x="1144" y="390"/>
                  </a:lnTo>
                  <a:lnTo>
                    <a:pt x="1187" y="415"/>
                  </a:lnTo>
                  <a:lnTo>
                    <a:pt x="1250" y="462"/>
                  </a:lnTo>
                  <a:lnTo>
                    <a:pt x="1326" y="539"/>
                  </a:lnTo>
                  <a:lnTo>
                    <a:pt x="1372" y="604"/>
                  </a:lnTo>
                  <a:lnTo>
                    <a:pt x="1398" y="649"/>
                  </a:lnTo>
                  <a:lnTo>
                    <a:pt x="1408" y="672"/>
                  </a:lnTo>
                  <a:lnTo>
                    <a:pt x="1426" y="713"/>
                  </a:lnTo>
                  <a:lnTo>
                    <a:pt x="1449" y="797"/>
                  </a:lnTo>
                  <a:lnTo>
                    <a:pt x="1458" y="882"/>
                  </a:lnTo>
                  <a:lnTo>
                    <a:pt x="1454" y="968"/>
                  </a:lnTo>
                  <a:lnTo>
                    <a:pt x="1437" y="1052"/>
                  </a:lnTo>
                  <a:lnTo>
                    <a:pt x="1408" y="1132"/>
                  </a:lnTo>
                  <a:lnTo>
                    <a:pt x="1367" y="1208"/>
                  </a:lnTo>
                  <a:lnTo>
                    <a:pt x="1313" y="1277"/>
                  </a:lnTo>
                  <a:lnTo>
                    <a:pt x="1282" y="1308"/>
                  </a:lnTo>
                  <a:lnTo>
                    <a:pt x="1237" y="1349"/>
                  </a:lnTo>
                  <a:lnTo>
                    <a:pt x="1173" y="1394"/>
                  </a:lnTo>
                  <a:lnTo>
                    <a:pt x="1130" y="1417"/>
                  </a:lnTo>
                  <a:lnTo>
                    <a:pt x="1085" y="1434"/>
                  </a:lnTo>
                  <a:lnTo>
                    <a:pt x="1037" y="1446"/>
                  </a:lnTo>
                  <a:lnTo>
                    <a:pt x="956" y="1456"/>
                  </a:lnTo>
                  <a:lnTo>
                    <a:pt x="892" y="1457"/>
                  </a:lnTo>
                  <a:lnTo>
                    <a:pt x="845" y="1457"/>
                  </a:lnTo>
                  <a:lnTo>
                    <a:pt x="778" y="1454"/>
                  </a:lnTo>
                  <a:lnTo>
                    <a:pt x="726" y="1444"/>
                  </a:lnTo>
                  <a:lnTo>
                    <a:pt x="676" y="1426"/>
                  </a:lnTo>
                  <a:lnTo>
                    <a:pt x="647" y="1412"/>
                  </a:lnTo>
                  <a:lnTo>
                    <a:pt x="611" y="1393"/>
                  </a:lnTo>
                  <a:lnTo>
                    <a:pt x="546" y="1349"/>
                  </a:lnTo>
                  <a:lnTo>
                    <a:pt x="488" y="1296"/>
                  </a:lnTo>
                  <a:lnTo>
                    <a:pt x="439" y="1236"/>
                  </a:lnTo>
                  <a:lnTo>
                    <a:pt x="398" y="1170"/>
                  </a:lnTo>
                  <a:lnTo>
                    <a:pt x="367" y="1098"/>
                  </a:lnTo>
                  <a:lnTo>
                    <a:pt x="345" y="1022"/>
                  </a:lnTo>
                  <a:lnTo>
                    <a:pt x="334" y="941"/>
                  </a:lnTo>
                  <a:lnTo>
                    <a:pt x="333" y="900"/>
                  </a:lnTo>
                  <a:lnTo>
                    <a:pt x="334" y="854"/>
                  </a:lnTo>
                  <a:lnTo>
                    <a:pt x="347" y="765"/>
                  </a:lnTo>
                  <a:lnTo>
                    <a:pt x="372" y="682"/>
                  </a:lnTo>
                  <a:lnTo>
                    <a:pt x="409" y="606"/>
                  </a:lnTo>
                  <a:lnTo>
                    <a:pt x="456" y="538"/>
                  </a:lnTo>
                  <a:lnTo>
                    <a:pt x="515" y="477"/>
                  </a:lnTo>
                  <a:lnTo>
                    <a:pt x="584" y="425"/>
                  </a:lnTo>
                  <a:lnTo>
                    <a:pt x="662" y="382"/>
                  </a:lnTo>
                  <a:lnTo>
                    <a:pt x="705" y="365"/>
                  </a:lnTo>
                  <a:lnTo>
                    <a:pt x="727" y="358"/>
                  </a:lnTo>
                  <a:lnTo>
                    <a:pt x="775" y="346"/>
                  </a:lnTo>
                  <a:lnTo>
                    <a:pt x="855" y="338"/>
                  </a:lnTo>
                  <a:lnTo>
                    <a:pt x="969" y="342"/>
                  </a:lnTo>
                  <a:lnTo>
                    <a:pt x="1050" y="356"/>
                  </a:lnTo>
                  <a:lnTo>
                    <a:pt x="1100" y="371"/>
                  </a:lnTo>
                  <a:lnTo>
                    <a:pt x="1122" y="3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36">
              <a:extLst>
                <a:ext uri="{FF2B5EF4-FFF2-40B4-BE49-F238E27FC236}">
                  <a16:creationId xmlns:a16="http://schemas.microsoft.com/office/drawing/2014/main" id="{9033CAB8-45A0-1EB7-C43E-ECEF120CB618}"/>
                </a:ext>
              </a:extLst>
            </p:cNvPr>
            <p:cNvSpPr>
              <a:spLocks/>
            </p:cNvSpPr>
            <p:nvPr/>
          </p:nvSpPr>
          <p:spPr bwMode="auto">
            <a:xfrm>
              <a:off x="6276976" y="517525"/>
              <a:ext cx="307975" cy="306388"/>
            </a:xfrm>
            <a:custGeom>
              <a:avLst/>
              <a:gdLst>
                <a:gd name="T0" fmla="*/ 247 w 806"/>
                <a:gd name="T1" fmla="*/ 23 h 801"/>
                <a:gd name="T2" fmla="*/ 219 w 806"/>
                <a:gd name="T3" fmla="*/ 36 h 801"/>
                <a:gd name="T4" fmla="*/ 168 w 806"/>
                <a:gd name="T5" fmla="*/ 68 h 801"/>
                <a:gd name="T6" fmla="*/ 122 w 806"/>
                <a:gd name="T7" fmla="*/ 107 h 801"/>
                <a:gd name="T8" fmla="*/ 83 w 806"/>
                <a:gd name="T9" fmla="*/ 151 h 801"/>
                <a:gd name="T10" fmla="*/ 51 w 806"/>
                <a:gd name="T11" fmla="*/ 200 h 801"/>
                <a:gd name="T12" fmla="*/ 27 w 806"/>
                <a:gd name="T13" fmla="*/ 253 h 801"/>
                <a:gd name="T14" fmla="*/ 10 w 806"/>
                <a:gd name="T15" fmla="*/ 310 h 801"/>
                <a:gd name="T16" fmla="*/ 1 w 806"/>
                <a:gd name="T17" fmla="*/ 369 h 801"/>
                <a:gd name="T18" fmla="*/ 0 w 806"/>
                <a:gd name="T19" fmla="*/ 400 h 801"/>
                <a:gd name="T20" fmla="*/ 1 w 806"/>
                <a:gd name="T21" fmla="*/ 431 h 801"/>
                <a:gd name="T22" fmla="*/ 10 w 806"/>
                <a:gd name="T23" fmla="*/ 492 h 801"/>
                <a:gd name="T24" fmla="*/ 27 w 806"/>
                <a:gd name="T25" fmla="*/ 549 h 801"/>
                <a:gd name="T26" fmla="*/ 52 w 806"/>
                <a:gd name="T27" fmla="*/ 603 h 801"/>
                <a:gd name="T28" fmla="*/ 85 w 806"/>
                <a:gd name="T29" fmla="*/ 652 h 801"/>
                <a:gd name="T30" fmla="*/ 124 w 806"/>
                <a:gd name="T31" fmla="*/ 695 h 801"/>
                <a:gd name="T32" fmla="*/ 170 w 806"/>
                <a:gd name="T33" fmla="*/ 733 h 801"/>
                <a:gd name="T34" fmla="*/ 222 w 806"/>
                <a:gd name="T35" fmla="*/ 764 h 801"/>
                <a:gd name="T36" fmla="*/ 250 w 806"/>
                <a:gd name="T37" fmla="*/ 777 h 801"/>
                <a:gd name="T38" fmla="*/ 278 w 806"/>
                <a:gd name="T39" fmla="*/ 787 h 801"/>
                <a:gd name="T40" fmla="*/ 339 w 806"/>
                <a:gd name="T41" fmla="*/ 799 h 801"/>
                <a:gd name="T42" fmla="*/ 404 w 806"/>
                <a:gd name="T43" fmla="*/ 801 h 801"/>
                <a:gd name="T44" fmla="*/ 470 w 806"/>
                <a:gd name="T45" fmla="*/ 794 h 801"/>
                <a:gd name="T46" fmla="*/ 534 w 806"/>
                <a:gd name="T47" fmla="*/ 777 h 801"/>
                <a:gd name="T48" fmla="*/ 596 w 806"/>
                <a:gd name="T49" fmla="*/ 752 h 801"/>
                <a:gd name="T50" fmla="*/ 651 w 806"/>
                <a:gd name="T51" fmla="*/ 720 h 801"/>
                <a:gd name="T52" fmla="*/ 697 w 806"/>
                <a:gd name="T53" fmla="*/ 681 h 801"/>
                <a:gd name="T54" fmla="*/ 715 w 806"/>
                <a:gd name="T55" fmla="*/ 658 h 801"/>
                <a:gd name="T56" fmla="*/ 734 w 806"/>
                <a:gd name="T57" fmla="*/ 632 h 801"/>
                <a:gd name="T58" fmla="*/ 765 w 806"/>
                <a:gd name="T59" fmla="*/ 578 h 801"/>
                <a:gd name="T60" fmla="*/ 787 w 806"/>
                <a:gd name="T61" fmla="*/ 522 h 801"/>
                <a:gd name="T62" fmla="*/ 800 w 806"/>
                <a:gd name="T63" fmla="*/ 466 h 801"/>
                <a:gd name="T64" fmla="*/ 806 w 806"/>
                <a:gd name="T65" fmla="*/ 410 h 801"/>
                <a:gd name="T66" fmla="*/ 803 w 806"/>
                <a:gd name="T67" fmla="*/ 354 h 801"/>
                <a:gd name="T68" fmla="*/ 794 w 806"/>
                <a:gd name="T69" fmla="*/ 300 h 801"/>
                <a:gd name="T70" fmla="*/ 777 w 806"/>
                <a:gd name="T71" fmla="*/ 249 h 801"/>
                <a:gd name="T72" fmla="*/ 754 w 806"/>
                <a:gd name="T73" fmla="*/ 200 h 801"/>
                <a:gd name="T74" fmla="*/ 724 w 806"/>
                <a:gd name="T75" fmla="*/ 155 h 801"/>
                <a:gd name="T76" fmla="*/ 688 w 806"/>
                <a:gd name="T77" fmla="*/ 114 h 801"/>
                <a:gd name="T78" fmla="*/ 647 w 806"/>
                <a:gd name="T79" fmla="*/ 78 h 801"/>
                <a:gd name="T80" fmla="*/ 600 w 806"/>
                <a:gd name="T81" fmla="*/ 49 h 801"/>
                <a:gd name="T82" fmla="*/ 549 w 806"/>
                <a:gd name="T83" fmla="*/ 25 h 801"/>
                <a:gd name="T84" fmla="*/ 493 w 806"/>
                <a:gd name="T85" fmla="*/ 9 h 801"/>
                <a:gd name="T86" fmla="*/ 432 w 806"/>
                <a:gd name="T87" fmla="*/ 1 h 801"/>
                <a:gd name="T88" fmla="*/ 400 w 806"/>
                <a:gd name="T89" fmla="*/ 0 h 801"/>
                <a:gd name="T90" fmla="*/ 356 w 806"/>
                <a:gd name="T91" fmla="*/ 2 h 801"/>
                <a:gd name="T92" fmla="*/ 273 w 806"/>
                <a:gd name="T93" fmla="*/ 15 h 801"/>
                <a:gd name="T94" fmla="*/ 247 w 806"/>
                <a:gd name="T95" fmla="*/ 23 h 8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06" h="801">
                  <a:moveTo>
                    <a:pt x="247" y="23"/>
                  </a:moveTo>
                  <a:lnTo>
                    <a:pt x="219" y="36"/>
                  </a:lnTo>
                  <a:lnTo>
                    <a:pt x="168" y="68"/>
                  </a:lnTo>
                  <a:lnTo>
                    <a:pt x="122" y="107"/>
                  </a:lnTo>
                  <a:lnTo>
                    <a:pt x="83" y="151"/>
                  </a:lnTo>
                  <a:lnTo>
                    <a:pt x="51" y="200"/>
                  </a:lnTo>
                  <a:lnTo>
                    <a:pt x="27" y="253"/>
                  </a:lnTo>
                  <a:lnTo>
                    <a:pt x="10" y="310"/>
                  </a:lnTo>
                  <a:lnTo>
                    <a:pt x="1" y="369"/>
                  </a:lnTo>
                  <a:lnTo>
                    <a:pt x="0" y="400"/>
                  </a:lnTo>
                  <a:lnTo>
                    <a:pt x="1" y="431"/>
                  </a:lnTo>
                  <a:lnTo>
                    <a:pt x="10" y="492"/>
                  </a:lnTo>
                  <a:lnTo>
                    <a:pt x="27" y="549"/>
                  </a:lnTo>
                  <a:lnTo>
                    <a:pt x="52" y="603"/>
                  </a:lnTo>
                  <a:lnTo>
                    <a:pt x="85" y="652"/>
                  </a:lnTo>
                  <a:lnTo>
                    <a:pt x="124" y="695"/>
                  </a:lnTo>
                  <a:lnTo>
                    <a:pt x="170" y="733"/>
                  </a:lnTo>
                  <a:lnTo>
                    <a:pt x="222" y="764"/>
                  </a:lnTo>
                  <a:lnTo>
                    <a:pt x="250" y="777"/>
                  </a:lnTo>
                  <a:lnTo>
                    <a:pt x="278" y="787"/>
                  </a:lnTo>
                  <a:lnTo>
                    <a:pt x="339" y="799"/>
                  </a:lnTo>
                  <a:lnTo>
                    <a:pt x="404" y="801"/>
                  </a:lnTo>
                  <a:lnTo>
                    <a:pt x="470" y="794"/>
                  </a:lnTo>
                  <a:lnTo>
                    <a:pt x="534" y="777"/>
                  </a:lnTo>
                  <a:lnTo>
                    <a:pt x="596" y="752"/>
                  </a:lnTo>
                  <a:lnTo>
                    <a:pt x="651" y="720"/>
                  </a:lnTo>
                  <a:lnTo>
                    <a:pt x="697" y="681"/>
                  </a:lnTo>
                  <a:lnTo>
                    <a:pt x="715" y="658"/>
                  </a:lnTo>
                  <a:lnTo>
                    <a:pt x="734" y="632"/>
                  </a:lnTo>
                  <a:lnTo>
                    <a:pt x="765" y="578"/>
                  </a:lnTo>
                  <a:lnTo>
                    <a:pt x="787" y="522"/>
                  </a:lnTo>
                  <a:lnTo>
                    <a:pt x="800" y="466"/>
                  </a:lnTo>
                  <a:lnTo>
                    <a:pt x="806" y="410"/>
                  </a:lnTo>
                  <a:lnTo>
                    <a:pt x="803" y="354"/>
                  </a:lnTo>
                  <a:lnTo>
                    <a:pt x="794" y="300"/>
                  </a:lnTo>
                  <a:lnTo>
                    <a:pt x="777" y="249"/>
                  </a:lnTo>
                  <a:lnTo>
                    <a:pt x="754" y="200"/>
                  </a:lnTo>
                  <a:lnTo>
                    <a:pt x="724" y="155"/>
                  </a:lnTo>
                  <a:lnTo>
                    <a:pt x="688" y="114"/>
                  </a:lnTo>
                  <a:lnTo>
                    <a:pt x="647" y="78"/>
                  </a:lnTo>
                  <a:lnTo>
                    <a:pt x="600" y="49"/>
                  </a:lnTo>
                  <a:lnTo>
                    <a:pt x="549" y="25"/>
                  </a:lnTo>
                  <a:lnTo>
                    <a:pt x="493" y="9"/>
                  </a:lnTo>
                  <a:lnTo>
                    <a:pt x="432" y="1"/>
                  </a:lnTo>
                  <a:lnTo>
                    <a:pt x="400" y="0"/>
                  </a:lnTo>
                  <a:lnTo>
                    <a:pt x="356" y="2"/>
                  </a:lnTo>
                  <a:lnTo>
                    <a:pt x="273" y="15"/>
                  </a:lnTo>
                  <a:lnTo>
                    <a:pt x="24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56">
              <a:extLst>
                <a:ext uri="{FF2B5EF4-FFF2-40B4-BE49-F238E27FC236}">
                  <a16:creationId xmlns:a16="http://schemas.microsoft.com/office/drawing/2014/main" id="{A017911B-FBDE-6276-416E-A6FE972EB09A}"/>
                </a:ext>
              </a:extLst>
            </p:cNvPr>
            <p:cNvSpPr>
              <a:spLocks/>
            </p:cNvSpPr>
            <p:nvPr/>
          </p:nvSpPr>
          <p:spPr bwMode="auto">
            <a:xfrm>
              <a:off x="5938838" y="792163"/>
              <a:ext cx="985838" cy="903288"/>
            </a:xfrm>
            <a:custGeom>
              <a:avLst/>
              <a:gdLst>
                <a:gd name="T0" fmla="*/ 99 w 2580"/>
                <a:gd name="T1" fmla="*/ 209 h 2368"/>
                <a:gd name="T2" fmla="*/ 23 w 2580"/>
                <a:gd name="T3" fmla="*/ 431 h 2368"/>
                <a:gd name="T4" fmla="*/ 0 w 2580"/>
                <a:gd name="T5" fmla="*/ 775 h 2368"/>
                <a:gd name="T6" fmla="*/ 19 w 2580"/>
                <a:gd name="T7" fmla="*/ 1096 h 2368"/>
                <a:gd name="T8" fmla="*/ 161 w 2580"/>
                <a:gd name="T9" fmla="*/ 1445 h 2368"/>
                <a:gd name="T10" fmla="*/ 762 w 2580"/>
                <a:gd name="T11" fmla="*/ 2366 h 2368"/>
                <a:gd name="T12" fmla="*/ 955 w 2580"/>
                <a:gd name="T13" fmla="*/ 1878 h 2368"/>
                <a:gd name="T14" fmla="*/ 761 w 2580"/>
                <a:gd name="T15" fmla="*/ 1378 h 2368"/>
                <a:gd name="T16" fmla="*/ 624 w 2580"/>
                <a:gd name="T17" fmla="*/ 1336 h 2368"/>
                <a:gd name="T18" fmla="*/ 529 w 2580"/>
                <a:gd name="T19" fmla="*/ 1241 h 2368"/>
                <a:gd name="T20" fmla="*/ 488 w 2580"/>
                <a:gd name="T21" fmla="*/ 1146 h 2368"/>
                <a:gd name="T22" fmla="*/ 484 w 2580"/>
                <a:gd name="T23" fmla="*/ 1032 h 2368"/>
                <a:gd name="T24" fmla="*/ 517 w 2580"/>
                <a:gd name="T25" fmla="*/ 907 h 2368"/>
                <a:gd name="T26" fmla="*/ 595 w 2580"/>
                <a:gd name="T27" fmla="*/ 813 h 2368"/>
                <a:gd name="T28" fmla="*/ 768 w 2580"/>
                <a:gd name="T29" fmla="*/ 744 h 2368"/>
                <a:gd name="T30" fmla="*/ 955 w 2580"/>
                <a:gd name="T31" fmla="*/ 783 h 2368"/>
                <a:gd name="T32" fmla="*/ 1028 w 2580"/>
                <a:gd name="T33" fmla="*/ 839 h 2368"/>
                <a:gd name="T34" fmla="*/ 1099 w 2580"/>
                <a:gd name="T35" fmla="*/ 957 h 2368"/>
                <a:gd name="T36" fmla="*/ 1134 w 2580"/>
                <a:gd name="T37" fmla="*/ 1225 h 2368"/>
                <a:gd name="T38" fmla="*/ 1445 w 2580"/>
                <a:gd name="T39" fmla="*/ 1110 h 2368"/>
                <a:gd name="T40" fmla="*/ 1479 w 2580"/>
                <a:gd name="T41" fmla="*/ 924 h 2368"/>
                <a:gd name="T42" fmla="*/ 1556 w 2580"/>
                <a:gd name="T43" fmla="*/ 828 h 2368"/>
                <a:gd name="T44" fmla="*/ 1738 w 2580"/>
                <a:gd name="T45" fmla="*/ 747 h 2368"/>
                <a:gd name="T46" fmla="*/ 1855 w 2580"/>
                <a:gd name="T47" fmla="*/ 751 h 2368"/>
                <a:gd name="T48" fmla="*/ 1949 w 2580"/>
                <a:gd name="T49" fmla="*/ 795 h 2368"/>
                <a:gd name="T50" fmla="*/ 2050 w 2580"/>
                <a:gd name="T51" fmla="*/ 903 h 2368"/>
                <a:gd name="T52" fmla="*/ 2093 w 2580"/>
                <a:gd name="T53" fmla="*/ 1067 h 2368"/>
                <a:gd name="T54" fmla="*/ 2057 w 2580"/>
                <a:gd name="T55" fmla="*/ 1213 h 2368"/>
                <a:gd name="T56" fmla="*/ 1995 w 2580"/>
                <a:gd name="T57" fmla="*/ 1300 h 2368"/>
                <a:gd name="T58" fmla="*/ 1885 w 2580"/>
                <a:gd name="T59" fmla="*/ 1361 h 2368"/>
                <a:gd name="T60" fmla="*/ 1617 w 2580"/>
                <a:gd name="T61" fmla="*/ 1391 h 2368"/>
                <a:gd name="T62" fmla="*/ 1712 w 2580"/>
                <a:gd name="T63" fmla="*/ 2363 h 2368"/>
                <a:gd name="T64" fmla="*/ 2187 w 2580"/>
                <a:gd name="T65" fmla="*/ 1798 h 2368"/>
                <a:gd name="T66" fmla="*/ 2479 w 2580"/>
                <a:gd name="T67" fmla="*/ 1312 h 2368"/>
                <a:gd name="T68" fmla="*/ 2574 w 2580"/>
                <a:gd name="T69" fmla="*/ 972 h 2368"/>
                <a:gd name="T70" fmla="*/ 2580 w 2580"/>
                <a:gd name="T71" fmla="*/ 684 h 2368"/>
                <a:gd name="T72" fmla="*/ 2529 w 2580"/>
                <a:gd name="T73" fmla="*/ 364 h 2368"/>
                <a:gd name="T74" fmla="*/ 2428 w 2580"/>
                <a:gd name="T75" fmla="*/ 125 h 2368"/>
                <a:gd name="T76" fmla="*/ 2357 w 2580"/>
                <a:gd name="T77" fmla="*/ 15 h 2368"/>
                <a:gd name="T78" fmla="*/ 2274 w 2580"/>
                <a:gd name="T79" fmla="*/ 8 h 2368"/>
                <a:gd name="T80" fmla="*/ 2174 w 2580"/>
                <a:gd name="T81" fmla="*/ 33 h 2368"/>
                <a:gd name="T82" fmla="*/ 2183 w 2580"/>
                <a:gd name="T83" fmla="*/ 105 h 2368"/>
                <a:gd name="T84" fmla="*/ 2235 w 2580"/>
                <a:gd name="T85" fmla="*/ 202 h 2368"/>
                <a:gd name="T86" fmla="*/ 2103 w 2580"/>
                <a:gd name="T87" fmla="*/ 363 h 2368"/>
                <a:gd name="T88" fmla="*/ 1857 w 2580"/>
                <a:gd name="T89" fmla="*/ 598 h 2368"/>
                <a:gd name="T90" fmla="*/ 1795 w 2580"/>
                <a:gd name="T91" fmla="*/ 631 h 2368"/>
                <a:gd name="T92" fmla="*/ 1694 w 2580"/>
                <a:gd name="T93" fmla="*/ 573 h 2368"/>
                <a:gd name="T94" fmla="*/ 1635 w 2580"/>
                <a:gd name="T95" fmla="*/ 581 h 2368"/>
                <a:gd name="T96" fmla="*/ 1287 w 2580"/>
                <a:gd name="T97" fmla="*/ 730 h 2368"/>
                <a:gd name="T98" fmla="*/ 948 w 2580"/>
                <a:gd name="T99" fmla="*/ 621 h 2368"/>
                <a:gd name="T100" fmla="*/ 919 w 2580"/>
                <a:gd name="T101" fmla="*/ 560 h 2368"/>
                <a:gd name="T102" fmla="*/ 852 w 2580"/>
                <a:gd name="T103" fmla="*/ 590 h 2368"/>
                <a:gd name="T104" fmla="*/ 762 w 2580"/>
                <a:gd name="T105" fmla="*/ 633 h 2368"/>
                <a:gd name="T106" fmla="*/ 535 w 2580"/>
                <a:gd name="T107" fmla="*/ 423 h 2368"/>
                <a:gd name="T108" fmla="*/ 384 w 2580"/>
                <a:gd name="T109" fmla="*/ 111 h 2368"/>
                <a:gd name="T110" fmla="*/ 408 w 2580"/>
                <a:gd name="T111" fmla="*/ 48 h 2368"/>
                <a:gd name="T112" fmla="*/ 325 w 2580"/>
                <a:gd name="T113" fmla="*/ 11 h 2368"/>
                <a:gd name="T114" fmla="*/ 241 w 2580"/>
                <a:gd name="T115" fmla="*/ 1 h 2368"/>
                <a:gd name="T116" fmla="*/ 165 w 2580"/>
                <a:gd name="T117" fmla="*/ 86 h 2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580" h="2368">
                  <a:moveTo>
                    <a:pt x="165" y="86"/>
                  </a:moveTo>
                  <a:lnTo>
                    <a:pt x="141" y="130"/>
                  </a:lnTo>
                  <a:lnTo>
                    <a:pt x="99" y="209"/>
                  </a:lnTo>
                  <a:lnTo>
                    <a:pt x="66" y="283"/>
                  </a:lnTo>
                  <a:lnTo>
                    <a:pt x="41" y="356"/>
                  </a:lnTo>
                  <a:lnTo>
                    <a:pt x="23" y="431"/>
                  </a:lnTo>
                  <a:lnTo>
                    <a:pt x="11" y="513"/>
                  </a:lnTo>
                  <a:lnTo>
                    <a:pt x="1" y="655"/>
                  </a:lnTo>
                  <a:lnTo>
                    <a:pt x="0" y="775"/>
                  </a:lnTo>
                  <a:lnTo>
                    <a:pt x="1" y="852"/>
                  </a:lnTo>
                  <a:lnTo>
                    <a:pt x="5" y="983"/>
                  </a:lnTo>
                  <a:lnTo>
                    <a:pt x="19" y="1096"/>
                  </a:lnTo>
                  <a:lnTo>
                    <a:pt x="46" y="1203"/>
                  </a:lnTo>
                  <a:lnTo>
                    <a:pt x="92" y="1316"/>
                  </a:lnTo>
                  <a:lnTo>
                    <a:pt x="161" y="1445"/>
                  </a:lnTo>
                  <a:lnTo>
                    <a:pt x="313" y="1690"/>
                  </a:lnTo>
                  <a:lnTo>
                    <a:pt x="465" y="1920"/>
                  </a:lnTo>
                  <a:lnTo>
                    <a:pt x="762" y="2366"/>
                  </a:lnTo>
                  <a:lnTo>
                    <a:pt x="860" y="2366"/>
                  </a:lnTo>
                  <a:lnTo>
                    <a:pt x="959" y="2366"/>
                  </a:lnTo>
                  <a:lnTo>
                    <a:pt x="955" y="1878"/>
                  </a:lnTo>
                  <a:lnTo>
                    <a:pt x="950" y="1391"/>
                  </a:lnTo>
                  <a:lnTo>
                    <a:pt x="817" y="1383"/>
                  </a:lnTo>
                  <a:lnTo>
                    <a:pt x="761" y="1378"/>
                  </a:lnTo>
                  <a:lnTo>
                    <a:pt x="694" y="1365"/>
                  </a:lnTo>
                  <a:lnTo>
                    <a:pt x="657" y="1352"/>
                  </a:lnTo>
                  <a:lnTo>
                    <a:pt x="624" y="1336"/>
                  </a:lnTo>
                  <a:lnTo>
                    <a:pt x="594" y="1316"/>
                  </a:lnTo>
                  <a:lnTo>
                    <a:pt x="554" y="1276"/>
                  </a:lnTo>
                  <a:lnTo>
                    <a:pt x="529" y="1241"/>
                  </a:lnTo>
                  <a:lnTo>
                    <a:pt x="515" y="1221"/>
                  </a:lnTo>
                  <a:lnTo>
                    <a:pt x="497" y="1185"/>
                  </a:lnTo>
                  <a:lnTo>
                    <a:pt x="488" y="1146"/>
                  </a:lnTo>
                  <a:lnTo>
                    <a:pt x="484" y="1097"/>
                  </a:lnTo>
                  <a:lnTo>
                    <a:pt x="484" y="1065"/>
                  </a:lnTo>
                  <a:lnTo>
                    <a:pt x="484" y="1032"/>
                  </a:lnTo>
                  <a:lnTo>
                    <a:pt x="488" y="983"/>
                  </a:lnTo>
                  <a:lnTo>
                    <a:pt x="498" y="944"/>
                  </a:lnTo>
                  <a:lnTo>
                    <a:pt x="517" y="907"/>
                  </a:lnTo>
                  <a:lnTo>
                    <a:pt x="530" y="886"/>
                  </a:lnTo>
                  <a:lnTo>
                    <a:pt x="550" y="859"/>
                  </a:lnTo>
                  <a:lnTo>
                    <a:pt x="595" y="813"/>
                  </a:lnTo>
                  <a:lnTo>
                    <a:pt x="648" y="779"/>
                  </a:lnTo>
                  <a:lnTo>
                    <a:pt x="706" y="756"/>
                  </a:lnTo>
                  <a:lnTo>
                    <a:pt x="768" y="744"/>
                  </a:lnTo>
                  <a:lnTo>
                    <a:pt x="831" y="745"/>
                  </a:lnTo>
                  <a:lnTo>
                    <a:pt x="894" y="757"/>
                  </a:lnTo>
                  <a:lnTo>
                    <a:pt x="955" y="783"/>
                  </a:lnTo>
                  <a:lnTo>
                    <a:pt x="984" y="801"/>
                  </a:lnTo>
                  <a:lnTo>
                    <a:pt x="1000" y="813"/>
                  </a:lnTo>
                  <a:lnTo>
                    <a:pt x="1028" y="839"/>
                  </a:lnTo>
                  <a:lnTo>
                    <a:pt x="1053" y="868"/>
                  </a:lnTo>
                  <a:lnTo>
                    <a:pt x="1074" y="901"/>
                  </a:lnTo>
                  <a:lnTo>
                    <a:pt x="1099" y="957"/>
                  </a:lnTo>
                  <a:lnTo>
                    <a:pt x="1120" y="1047"/>
                  </a:lnTo>
                  <a:lnTo>
                    <a:pt x="1125" y="1100"/>
                  </a:lnTo>
                  <a:lnTo>
                    <a:pt x="1134" y="1225"/>
                  </a:lnTo>
                  <a:lnTo>
                    <a:pt x="1284" y="1225"/>
                  </a:lnTo>
                  <a:lnTo>
                    <a:pt x="1434" y="1225"/>
                  </a:lnTo>
                  <a:lnTo>
                    <a:pt x="1445" y="1110"/>
                  </a:lnTo>
                  <a:lnTo>
                    <a:pt x="1451" y="1053"/>
                  </a:lnTo>
                  <a:lnTo>
                    <a:pt x="1462" y="975"/>
                  </a:lnTo>
                  <a:lnTo>
                    <a:pt x="1479" y="924"/>
                  </a:lnTo>
                  <a:lnTo>
                    <a:pt x="1508" y="882"/>
                  </a:lnTo>
                  <a:lnTo>
                    <a:pt x="1529" y="858"/>
                  </a:lnTo>
                  <a:lnTo>
                    <a:pt x="1556" y="828"/>
                  </a:lnTo>
                  <a:lnTo>
                    <a:pt x="1610" y="785"/>
                  </a:lnTo>
                  <a:lnTo>
                    <a:pt x="1668" y="759"/>
                  </a:lnTo>
                  <a:lnTo>
                    <a:pt x="1738" y="747"/>
                  </a:lnTo>
                  <a:lnTo>
                    <a:pt x="1780" y="746"/>
                  </a:lnTo>
                  <a:lnTo>
                    <a:pt x="1810" y="747"/>
                  </a:lnTo>
                  <a:lnTo>
                    <a:pt x="1855" y="751"/>
                  </a:lnTo>
                  <a:lnTo>
                    <a:pt x="1892" y="761"/>
                  </a:lnTo>
                  <a:lnTo>
                    <a:pt x="1928" y="781"/>
                  </a:lnTo>
                  <a:lnTo>
                    <a:pt x="1949" y="795"/>
                  </a:lnTo>
                  <a:lnTo>
                    <a:pt x="1974" y="813"/>
                  </a:lnTo>
                  <a:lnTo>
                    <a:pt x="2017" y="856"/>
                  </a:lnTo>
                  <a:lnTo>
                    <a:pt x="2050" y="903"/>
                  </a:lnTo>
                  <a:lnTo>
                    <a:pt x="2074" y="955"/>
                  </a:lnTo>
                  <a:lnTo>
                    <a:pt x="2088" y="1010"/>
                  </a:lnTo>
                  <a:lnTo>
                    <a:pt x="2093" y="1067"/>
                  </a:lnTo>
                  <a:lnTo>
                    <a:pt x="2087" y="1126"/>
                  </a:lnTo>
                  <a:lnTo>
                    <a:pt x="2070" y="1184"/>
                  </a:lnTo>
                  <a:lnTo>
                    <a:pt x="2057" y="1213"/>
                  </a:lnTo>
                  <a:lnTo>
                    <a:pt x="2046" y="1233"/>
                  </a:lnTo>
                  <a:lnTo>
                    <a:pt x="2023" y="1269"/>
                  </a:lnTo>
                  <a:lnTo>
                    <a:pt x="1995" y="1300"/>
                  </a:lnTo>
                  <a:lnTo>
                    <a:pt x="1964" y="1325"/>
                  </a:lnTo>
                  <a:lnTo>
                    <a:pt x="1927" y="1345"/>
                  </a:lnTo>
                  <a:lnTo>
                    <a:pt x="1885" y="1361"/>
                  </a:lnTo>
                  <a:lnTo>
                    <a:pt x="1811" y="1378"/>
                  </a:lnTo>
                  <a:lnTo>
                    <a:pt x="1752" y="1383"/>
                  </a:lnTo>
                  <a:lnTo>
                    <a:pt x="1617" y="1391"/>
                  </a:lnTo>
                  <a:lnTo>
                    <a:pt x="1617" y="1875"/>
                  </a:lnTo>
                  <a:lnTo>
                    <a:pt x="1617" y="2358"/>
                  </a:lnTo>
                  <a:lnTo>
                    <a:pt x="1712" y="2363"/>
                  </a:lnTo>
                  <a:lnTo>
                    <a:pt x="1809" y="2368"/>
                  </a:lnTo>
                  <a:lnTo>
                    <a:pt x="2110" y="1913"/>
                  </a:lnTo>
                  <a:lnTo>
                    <a:pt x="2187" y="1798"/>
                  </a:lnTo>
                  <a:lnTo>
                    <a:pt x="2313" y="1604"/>
                  </a:lnTo>
                  <a:lnTo>
                    <a:pt x="2409" y="1445"/>
                  </a:lnTo>
                  <a:lnTo>
                    <a:pt x="2479" y="1312"/>
                  </a:lnTo>
                  <a:lnTo>
                    <a:pt x="2527" y="1195"/>
                  </a:lnTo>
                  <a:lnTo>
                    <a:pt x="2558" y="1085"/>
                  </a:lnTo>
                  <a:lnTo>
                    <a:pt x="2574" y="972"/>
                  </a:lnTo>
                  <a:lnTo>
                    <a:pt x="2580" y="846"/>
                  </a:lnTo>
                  <a:lnTo>
                    <a:pt x="2580" y="775"/>
                  </a:lnTo>
                  <a:lnTo>
                    <a:pt x="2580" y="684"/>
                  </a:lnTo>
                  <a:lnTo>
                    <a:pt x="2568" y="531"/>
                  </a:lnTo>
                  <a:lnTo>
                    <a:pt x="2548" y="430"/>
                  </a:lnTo>
                  <a:lnTo>
                    <a:pt x="2529" y="364"/>
                  </a:lnTo>
                  <a:lnTo>
                    <a:pt x="2492" y="264"/>
                  </a:lnTo>
                  <a:lnTo>
                    <a:pt x="2459" y="191"/>
                  </a:lnTo>
                  <a:lnTo>
                    <a:pt x="2428" y="125"/>
                  </a:lnTo>
                  <a:lnTo>
                    <a:pt x="2394" y="61"/>
                  </a:lnTo>
                  <a:lnTo>
                    <a:pt x="2375" y="32"/>
                  </a:lnTo>
                  <a:lnTo>
                    <a:pt x="2357" y="15"/>
                  </a:lnTo>
                  <a:lnTo>
                    <a:pt x="2338" y="6"/>
                  </a:lnTo>
                  <a:lnTo>
                    <a:pt x="2305" y="4"/>
                  </a:lnTo>
                  <a:lnTo>
                    <a:pt x="2274" y="8"/>
                  </a:lnTo>
                  <a:lnTo>
                    <a:pt x="2242" y="14"/>
                  </a:lnTo>
                  <a:lnTo>
                    <a:pt x="2188" y="27"/>
                  </a:lnTo>
                  <a:lnTo>
                    <a:pt x="2174" y="33"/>
                  </a:lnTo>
                  <a:lnTo>
                    <a:pt x="2166" y="38"/>
                  </a:lnTo>
                  <a:lnTo>
                    <a:pt x="2161" y="54"/>
                  </a:lnTo>
                  <a:lnTo>
                    <a:pt x="2183" y="105"/>
                  </a:lnTo>
                  <a:lnTo>
                    <a:pt x="2232" y="186"/>
                  </a:lnTo>
                  <a:lnTo>
                    <a:pt x="2234" y="191"/>
                  </a:lnTo>
                  <a:lnTo>
                    <a:pt x="2235" y="202"/>
                  </a:lnTo>
                  <a:lnTo>
                    <a:pt x="2226" y="225"/>
                  </a:lnTo>
                  <a:lnTo>
                    <a:pt x="2185" y="277"/>
                  </a:lnTo>
                  <a:lnTo>
                    <a:pt x="2103" y="363"/>
                  </a:lnTo>
                  <a:lnTo>
                    <a:pt x="2042" y="425"/>
                  </a:lnTo>
                  <a:lnTo>
                    <a:pt x="1957" y="508"/>
                  </a:lnTo>
                  <a:lnTo>
                    <a:pt x="1857" y="598"/>
                  </a:lnTo>
                  <a:lnTo>
                    <a:pt x="1817" y="630"/>
                  </a:lnTo>
                  <a:lnTo>
                    <a:pt x="1809" y="633"/>
                  </a:lnTo>
                  <a:lnTo>
                    <a:pt x="1795" y="631"/>
                  </a:lnTo>
                  <a:lnTo>
                    <a:pt x="1746" y="607"/>
                  </a:lnTo>
                  <a:lnTo>
                    <a:pt x="1720" y="590"/>
                  </a:lnTo>
                  <a:lnTo>
                    <a:pt x="1694" y="573"/>
                  </a:lnTo>
                  <a:lnTo>
                    <a:pt x="1654" y="555"/>
                  </a:lnTo>
                  <a:lnTo>
                    <a:pt x="1647" y="556"/>
                  </a:lnTo>
                  <a:lnTo>
                    <a:pt x="1635" y="581"/>
                  </a:lnTo>
                  <a:lnTo>
                    <a:pt x="1617" y="645"/>
                  </a:lnTo>
                  <a:lnTo>
                    <a:pt x="1597" y="725"/>
                  </a:lnTo>
                  <a:lnTo>
                    <a:pt x="1287" y="730"/>
                  </a:lnTo>
                  <a:lnTo>
                    <a:pt x="977" y="733"/>
                  </a:lnTo>
                  <a:lnTo>
                    <a:pt x="959" y="663"/>
                  </a:lnTo>
                  <a:lnTo>
                    <a:pt x="948" y="621"/>
                  </a:lnTo>
                  <a:lnTo>
                    <a:pt x="936" y="582"/>
                  </a:lnTo>
                  <a:lnTo>
                    <a:pt x="928" y="567"/>
                  </a:lnTo>
                  <a:lnTo>
                    <a:pt x="919" y="560"/>
                  </a:lnTo>
                  <a:lnTo>
                    <a:pt x="906" y="561"/>
                  </a:lnTo>
                  <a:lnTo>
                    <a:pt x="879" y="574"/>
                  </a:lnTo>
                  <a:lnTo>
                    <a:pt x="852" y="590"/>
                  </a:lnTo>
                  <a:lnTo>
                    <a:pt x="821" y="607"/>
                  </a:lnTo>
                  <a:lnTo>
                    <a:pt x="772" y="631"/>
                  </a:lnTo>
                  <a:lnTo>
                    <a:pt x="762" y="633"/>
                  </a:lnTo>
                  <a:lnTo>
                    <a:pt x="744" y="621"/>
                  </a:lnTo>
                  <a:lnTo>
                    <a:pt x="620" y="507"/>
                  </a:lnTo>
                  <a:lnTo>
                    <a:pt x="535" y="423"/>
                  </a:lnTo>
                  <a:lnTo>
                    <a:pt x="324" y="213"/>
                  </a:lnTo>
                  <a:lnTo>
                    <a:pt x="367" y="141"/>
                  </a:lnTo>
                  <a:lnTo>
                    <a:pt x="384" y="111"/>
                  </a:lnTo>
                  <a:lnTo>
                    <a:pt x="406" y="63"/>
                  </a:lnTo>
                  <a:lnTo>
                    <a:pt x="409" y="51"/>
                  </a:lnTo>
                  <a:lnTo>
                    <a:pt x="408" y="48"/>
                  </a:lnTo>
                  <a:lnTo>
                    <a:pt x="399" y="40"/>
                  </a:lnTo>
                  <a:lnTo>
                    <a:pt x="374" y="27"/>
                  </a:lnTo>
                  <a:lnTo>
                    <a:pt x="325" y="11"/>
                  </a:lnTo>
                  <a:lnTo>
                    <a:pt x="272" y="1"/>
                  </a:lnTo>
                  <a:lnTo>
                    <a:pt x="250" y="0"/>
                  </a:lnTo>
                  <a:lnTo>
                    <a:pt x="241" y="1"/>
                  </a:lnTo>
                  <a:lnTo>
                    <a:pt x="222" y="11"/>
                  </a:lnTo>
                  <a:lnTo>
                    <a:pt x="191" y="46"/>
                  </a:lnTo>
                  <a:lnTo>
                    <a:pt x="165" y="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72">
              <a:extLst>
                <a:ext uri="{FF2B5EF4-FFF2-40B4-BE49-F238E27FC236}">
                  <a16:creationId xmlns:a16="http://schemas.microsoft.com/office/drawing/2014/main" id="{33BB115A-A510-EAD2-CC37-9523652F7035}"/>
                </a:ext>
              </a:extLst>
            </p:cNvPr>
            <p:cNvSpPr>
              <a:spLocks/>
            </p:cNvSpPr>
            <p:nvPr/>
          </p:nvSpPr>
          <p:spPr bwMode="auto">
            <a:xfrm>
              <a:off x="6184901" y="1135063"/>
              <a:ext cx="120650" cy="127000"/>
            </a:xfrm>
            <a:custGeom>
              <a:avLst/>
              <a:gdLst>
                <a:gd name="T0" fmla="*/ 52 w 316"/>
                <a:gd name="T1" fmla="*/ 47 h 332"/>
                <a:gd name="T2" fmla="*/ 37 w 316"/>
                <a:gd name="T3" fmla="*/ 61 h 332"/>
                <a:gd name="T4" fmla="*/ 17 w 316"/>
                <a:gd name="T5" fmla="*/ 86 h 332"/>
                <a:gd name="T6" fmla="*/ 5 w 316"/>
                <a:gd name="T7" fmla="*/ 112 h 332"/>
                <a:gd name="T8" fmla="*/ 0 w 316"/>
                <a:gd name="T9" fmla="*/ 144 h 332"/>
                <a:gd name="T10" fmla="*/ 0 w 316"/>
                <a:gd name="T11" fmla="*/ 164 h 332"/>
                <a:gd name="T12" fmla="*/ 0 w 316"/>
                <a:gd name="T13" fmla="*/ 181 h 332"/>
                <a:gd name="T14" fmla="*/ 5 w 316"/>
                <a:gd name="T15" fmla="*/ 211 h 332"/>
                <a:gd name="T16" fmla="*/ 15 w 316"/>
                <a:gd name="T17" fmla="*/ 239 h 332"/>
                <a:gd name="T18" fmla="*/ 29 w 316"/>
                <a:gd name="T19" fmla="*/ 262 h 332"/>
                <a:gd name="T20" fmla="*/ 49 w 316"/>
                <a:gd name="T21" fmla="*/ 282 h 332"/>
                <a:gd name="T22" fmla="*/ 73 w 316"/>
                <a:gd name="T23" fmla="*/ 299 h 332"/>
                <a:gd name="T24" fmla="*/ 101 w 316"/>
                <a:gd name="T25" fmla="*/ 311 h 332"/>
                <a:gd name="T26" fmla="*/ 135 w 316"/>
                <a:gd name="T27" fmla="*/ 321 h 332"/>
                <a:gd name="T28" fmla="*/ 153 w 316"/>
                <a:gd name="T29" fmla="*/ 324 h 332"/>
                <a:gd name="T30" fmla="*/ 200 w 316"/>
                <a:gd name="T31" fmla="*/ 330 h 332"/>
                <a:gd name="T32" fmla="*/ 249 w 316"/>
                <a:gd name="T33" fmla="*/ 332 h 332"/>
                <a:gd name="T34" fmla="*/ 272 w 316"/>
                <a:gd name="T35" fmla="*/ 329 h 332"/>
                <a:gd name="T36" fmla="*/ 289 w 316"/>
                <a:gd name="T37" fmla="*/ 321 h 332"/>
                <a:gd name="T38" fmla="*/ 301 w 316"/>
                <a:gd name="T39" fmla="*/ 308 h 332"/>
                <a:gd name="T40" fmla="*/ 311 w 316"/>
                <a:gd name="T41" fmla="*/ 278 h 332"/>
                <a:gd name="T42" fmla="*/ 313 w 316"/>
                <a:gd name="T43" fmla="*/ 249 h 332"/>
                <a:gd name="T44" fmla="*/ 316 w 316"/>
                <a:gd name="T45" fmla="*/ 204 h 332"/>
                <a:gd name="T46" fmla="*/ 312 w 316"/>
                <a:gd name="T47" fmla="*/ 134 h 332"/>
                <a:gd name="T48" fmla="*/ 301 w 316"/>
                <a:gd name="T49" fmla="*/ 95 h 332"/>
                <a:gd name="T50" fmla="*/ 289 w 316"/>
                <a:gd name="T51" fmla="*/ 73 h 332"/>
                <a:gd name="T52" fmla="*/ 266 w 316"/>
                <a:gd name="T53" fmla="*/ 46 h 332"/>
                <a:gd name="T54" fmla="*/ 245 w 316"/>
                <a:gd name="T55" fmla="*/ 32 h 332"/>
                <a:gd name="T56" fmla="*/ 217 w 316"/>
                <a:gd name="T57" fmla="*/ 16 h 332"/>
                <a:gd name="T58" fmla="*/ 179 w 316"/>
                <a:gd name="T59" fmla="*/ 3 h 332"/>
                <a:gd name="T60" fmla="*/ 155 w 316"/>
                <a:gd name="T61" fmla="*/ 0 h 332"/>
                <a:gd name="T62" fmla="*/ 132 w 316"/>
                <a:gd name="T63" fmla="*/ 2 h 332"/>
                <a:gd name="T64" fmla="*/ 109 w 316"/>
                <a:gd name="T65" fmla="*/ 9 h 332"/>
                <a:gd name="T66" fmla="*/ 75 w 316"/>
                <a:gd name="T67" fmla="*/ 27 h 332"/>
                <a:gd name="T68" fmla="*/ 52 w 316"/>
                <a:gd name="T69" fmla="*/ 47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16" h="332">
                  <a:moveTo>
                    <a:pt x="52" y="47"/>
                  </a:moveTo>
                  <a:lnTo>
                    <a:pt x="37" y="61"/>
                  </a:lnTo>
                  <a:lnTo>
                    <a:pt x="17" y="86"/>
                  </a:lnTo>
                  <a:lnTo>
                    <a:pt x="5" y="112"/>
                  </a:lnTo>
                  <a:lnTo>
                    <a:pt x="0" y="144"/>
                  </a:lnTo>
                  <a:lnTo>
                    <a:pt x="0" y="164"/>
                  </a:lnTo>
                  <a:lnTo>
                    <a:pt x="0" y="181"/>
                  </a:lnTo>
                  <a:lnTo>
                    <a:pt x="5" y="211"/>
                  </a:lnTo>
                  <a:lnTo>
                    <a:pt x="15" y="239"/>
                  </a:lnTo>
                  <a:lnTo>
                    <a:pt x="29" y="262"/>
                  </a:lnTo>
                  <a:lnTo>
                    <a:pt x="49" y="282"/>
                  </a:lnTo>
                  <a:lnTo>
                    <a:pt x="73" y="299"/>
                  </a:lnTo>
                  <a:lnTo>
                    <a:pt x="101" y="311"/>
                  </a:lnTo>
                  <a:lnTo>
                    <a:pt x="135" y="321"/>
                  </a:lnTo>
                  <a:lnTo>
                    <a:pt x="153" y="324"/>
                  </a:lnTo>
                  <a:lnTo>
                    <a:pt x="200" y="330"/>
                  </a:lnTo>
                  <a:lnTo>
                    <a:pt x="249" y="332"/>
                  </a:lnTo>
                  <a:lnTo>
                    <a:pt x="272" y="329"/>
                  </a:lnTo>
                  <a:lnTo>
                    <a:pt x="289" y="321"/>
                  </a:lnTo>
                  <a:lnTo>
                    <a:pt x="301" y="308"/>
                  </a:lnTo>
                  <a:lnTo>
                    <a:pt x="311" y="278"/>
                  </a:lnTo>
                  <a:lnTo>
                    <a:pt x="313" y="249"/>
                  </a:lnTo>
                  <a:lnTo>
                    <a:pt x="316" y="204"/>
                  </a:lnTo>
                  <a:lnTo>
                    <a:pt x="312" y="134"/>
                  </a:lnTo>
                  <a:lnTo>
                    <a:pt x="301" y="95"/>
                  </a:lnTo>
                  <a:lnTo>
                    <a:pt x="289" y="73"/>
                  </a:lnTo>
                  <a:lnTo>
                    <a:pt x="266" y="46"/>
                  </a:lnTo>
                  <a:lnTo>
                    <a:pt x="245" y="32"/>
                  </a:lnTo>
                  <a:lnTo>
                    <a:pt x="217" y="16"/>
                  </a:lnTo>
                  <a:lnTo>
                    <a:pt x="179" y="3"/>
                  </a:lnTo>
                  <a:lnTo>
                    <a:pt x="155" y="0"/>
                  </a:lnTo>
                  <a:lnTo>
                    <a:pt x="132" y="2"/>
                  </a:lnTo>
                  <a:lnTo>
                    <a:pt x="109" y="9"/>
                  </a:lnTo>
                  <a:lnTo>
                    <a:pt x="75" y="27"/>
                  </a:lnTo>
                  <a:lnTo>
                    <a:pt x="52" y="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73">
              <a:extLst>
                <a:ext uri="{FF2B5EF4-FFF2-40B4-BE49-F238E27FC236}">
                  <a16:creationId xmlns:a16="http://schemas.microsoft.com/office/drawing/2014/main" id="{49FB3CBC-09D8-B929-23E3-C25C440BBC33}"/>
                </a:ext>
              </a:extLst>
            </p:cNvPr>
            <p:cNvSpPr>
              <a:spLocks/>
            </p:cNvSpPr>
            <p:nvPr/>
          </p:nvSpPr>
          <p:spPr bwMode="auto">
            <a:xfrm>
              <a:off x="6553201" y="1135063"/>
              <a:ext cx="123825" cy="127000"/>
            </a:xfrm>
            <a:custGeom>
              <a:avLst/>
              <a:gdLst>
                <a:gd name="T0" fmla="*/ 55 w 322"/>
                <a:gd name="T1" fmla="*/ 56 h 331"/>
                <a:gd name="T2" fmla="*/ 36 w 322"/>
                <a:gd name="T3" fmla="*/ 76 h 331"/>
                <a:gd name="T4" fmla="*/ 12 w 322"/>
                <a:gd name="T5" fmla="*/ 106 h 331"/>
                <a:gd name="T6" fmla="*/ 2 w 322"/>
                <a:gd name="T7" fmla="*/ 138 h 331"/>
                <a:gd name="T8" fmla="*/ 0 w 322"/>
                <a:gd name="T9" fmla="*/ 185 h 331"/>
                <a:gd name="T10" fmla="*/ 2 w 322"/>
                <a:gd name="T11" fmla="*/ 220 h 331"/>
                <a:gd name="T12" fmla="*/ 7 w 322"/>
                <a:gd name="T13" fmla="*/ 325 h 331"/>
                <a:gd name="T14" fmla="*/ 85 w 322"/>
                <a:gd name="T15" fmla="*/ 330 h 331"/>
                <a:gd name="T16" fmla="*/ 125 w 322"/>
                <a:gd name="T17" fmla="*/ 331 h 331"/>
                <a:gd name="T18" fmla="*/ 195 w 322"/>
                <a:gd name="T19" fmla="*/ 320 h 331"/>
                <a:gd name="T20" fmla="*/ 239 w 322"/>
                <a:gd name="T21" fmla="*/ 301 h 331"/>
                <a:gd name="T22" fmla="*/ 263 w 322"/>
                <a:gd name="T23" fmla="*/ 285 h 331"/>
                <a:gd name="T24" fmla="*/ 284 w 322"/>
                <a:gd name="T25" fmla="*/ 265 h 331"/>
                <a:gd name="T26" fmla="*/ 300 w 322"/>
                <a:gd name="T27" fmla="*/ 242 h 331"/>
                <a:gd name="T28" fmla="*/ 305 w 322"/>
                <a:gd name="T29" fmla="*/ 230 h 331"/>
                <a:gd name="T30" fmla="*/ 316 w 322"/>
                <a:gd name="T31" fmla="*/ 202 h 331"/>
                <a:gd name="T32" fmla="*/ 322 w 322"/>
                <a:gd name="T33" fmla="*/ 151 h 331"/>
                <a:gd name="T34" fmla="*/ 311 w 322"/>
                <a:gd name="T35" fmla="*/ 103 h 331"/>
                <a:gd name="T36" fmla="*/ 283 w 322"/>
                <a:gd name="T37" fmla="*/ 61 h 331"/>
                <a:gd name="T38" fmla="*/ 262 w 322"/>
                <a:gd name="T39" fmla="*/ 41 h 331"/>
                <a:gd name="T40" fmla="*/ 249 w 322"/>
                <a:gd name="T41" fmla="*/ 31 h 331"/>
                <a:gd name="T42" fmla="*/ 222 w 322"/>
                <a:gd name="T43" fmla="*/ 14 h 331"/>
                <a:gd name="T44" fmla="*/ 196 w 322"/>
                <a:gd name="T45" fmla="*/ 4 h 331"/>
                <a:gd name="T46" fmla="*/ 171 w 322"/>
                <a:gd name="T47" fmla="*/ 0 h 331"/>
                <a:gd name="T48" fmla="*/ 145 w 322"/>
                <a:gd name="T49" fmla="*/ 2 h 331"/>
                <a:gd name="T50" fmla="*/ 120 w 322"/>
                <a:gd name="T51" fmla="*/ 9 h 331"/>
                <a:gd name="T52" fmla="*/ 81 w 322"/>
                <a:gd name="T53" fmla="*/ 32 h 331"/>
                <a:gd name="T54" fmla="*/ 55 w 322"/>
                <a:gd name="T55" fmla="*/ 56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22" h="331">
                  <a:moveTo>
                    <a:pt x="55" y="56"/>
                  </a:moveTo>
                  <a:lnTo>
                    <a:pt x="36" y="76"/>
                  </a:lnTo>
                  <a:lnTo>
                    <a:pt x="12" y="106"/>
                  </a:lnTo>
                  <a:lnTo>
                    <a:pt x="2" y="138"/>
                  </a:lnTo>
                  <a:lnTo>
                    <a:pt x="0" y="185"/>
                  </a:lnTo>
                  <a:lnTo>
                    <a:pt x="2" y="220"/>
                  </a:lnTo>
                  <a:lnTo>
                    <a:pt x="7" y="325"/>
                  </a:lnTo>
                  <a:lnTo>
                    <a:pt x="85" y="330"/>
                  </a:lnTo>
                  <a:lnTo>
                    <a:pt x="125" y="331"/>
                  </a:lnTo>
                  <a:lnTo>
                    <a:pt x="195" y="320"/>
                  </a:lnTo>
                  <a:lnTo>
                    <a:pt x="239" y="301"/>
                  </a:lnTo>
                  <a:lnTo>
                    <a:pt x="263" y="285"/>
                  </a:lnTo>
                  <a:lnTo>
                    <a:pt x="284" y="265"/>
                  </a:lnTo>
                  <a:lnTo>
                    <a:pt x="300" y="242"/>
                  </a:lnTo>
                  <a:lnTo>
                    <a:pt x="305" y="230"/>
                  </a:lnTo>
                  <a:lnTo>
                    <a:pt x="316" y="202"/>
                  </a:lnTo>
                  <a:lnTo>
                    <a:pt x="322" y="151"/>
                  </a:lnTo>
                  <a:lnTo>
                    <a:pt x="311" y="103"/>
                  </a:lnTo>
                  <a:lnTo>
                    <a:pt x="283" y="61"/>
                  </a:lnTo>
                  <a:lnTo>
                    <a:pt x="262" y="41"/>
                  </a:lnTo>
                  <a:lnTo>
                    <a:pt x="249" y="31"/>
                  </a:lnTo>
                  <a:lnTo>
                    <a:pt x="222" y="14"/>
                  </a:lnTo>
                  <a:lnTo>
                    <a:pt x="196" y="4"/>
                  </a:lnTo>
                  <a:lnTo>
                    <a:pt x="171" y="0"/>
                  </a:lnTo>
                  <a:lnTo>
                    <a:pt x="145" y="2"/>
                  </a:lnTo>
                  <a:lnTo>
                    <a:pt x="120" y="9"/>
                  </a:lnTo>
                  <a:lnTo>
                    <a:pt x="81" y="32"/>
                  </a:lnTo>
                  <a:lnTo>
                    <a:pt x="55"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77">
              <a:extLst>
                <a:ext uri="{FF2B5EF4-FFF2-40B4-BE49-F238E27FC236}">
                  <a16:creationId xmlns:a16="http://schemas.microsoft.com/office/drawing/2014/main" id="{28FFDD83-C667-5944-B7C3-730D2C22F190}"/>
                </a:ext>
              </a:extLst>
            </p:cNvPr>
            <p:cNvSpPr>
              <a:spLocks/>
            </p:cNvSpPr>
            <p:nvPr/>
          </p:nvSpPr>
          <p:spPr bwMode="auto">
            <a:xfrm>
              <a:off x="6369051" y="1320800"/>
              <a:ext cx="120650" cy="374650"/>
            </a:xfrm>
            <a:custGeom>
              <a:avLst/>
              <a:gdLst>
                <a:gd name="T0" fmla="*/ 12 w 317"/>
                <a:gd name="T1" fmla="*/ 7 h 980"/>
                <a:gd name="T2" fmla="*/ 7 w 317"/>
                <a:gd name="T3" fmla="*/ 39 h 980"/>
                <a:gd name="T4" fmla="*/ 1 w 317"/>
                <a:gd name="T5" fmla="*/ 307 h 980"/>
                <a:gd name="T6" fmla="*/ 0 w 317"/>
                <a:gd name="T7" fmla="*/ 500 h 980"/>
                <a:gd name="T8" fmla="*/ 0 w 317"/>
                <a:gd name="T9" fmla="*/ 980 h 980"/>
                <a:gd name="T10" fmla="*/ 159 w 317"/>
                <a:gd name="T11" fmla="*/ 980 h 980"/>
                <a:gd name="T12" fmla="*/ 317 w 317"/>
                <a:gd name="T13" fmla="*/ 980 h 980"/>
                <a:gd name="T14" fmla="*/ 314 w 317"/>
                <a:gd name="T15" fmla="*/ 492 h 980"/>
                <a:gd name="T16" fmla="*/ 309 w 317"/>
                <a:gd name="T17" fmla="*/ 5 h 980"/>
                <a:gd name="T18" fmla="*/ 167 w 317"/>
                <a:gd name="T19" fmla="*/ 0 h 980"/>
                <a:gd name="T20" fmla="*/ 109 w 317"/>
                <a:gd name="T21" fmla="*/ 0 h 980"/>
                <a:gd name="T22" fmla="*/ 25 w 317"/>
                <a:gd name="T23" fmla="*/ 3 h 980"/>
                <a:gd name="T24" fmla="*/ 12 w 317"/>
                <a:gd name="T25" fmla="*/ 7 h 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7" h="980">
                  <a:moveTo>
                    <a:pt x="12" y="7"/>
                  </a:moveTo>
                  <a:lnTo>
                    <a:pt x="7" y="39"/>
                  </a:lnTo>
                  <a:lnTo>
                    <a:pt x="1" y="307"/>
                  </a:lnTo>
                  <a:lnTo>
                    <a:pt x="0" y="500"/>
                  </a:lnTo>
                  <a:lnTo>
                    <a:pt x="0" y="980"/>
                  </a:lnTo>
                  <a:lnTo>
                    <a:pt x="159" y="980"/>
                  </a:lnTo>
                  <a:lnTo>
                    <a:pt x="317" y="980"/>
                  </a:lnTo>
                  <a:lnTo>
                    <a:pt x="314" y="492"/>
                  </a:lnTo>
                  <a:lnTo>
                    <a:pt x="309" y="5"/>
                  </a:lnTo>
                  <a:lnTo>
                    <a:pt x="167" y="0"/>
                  </a:lnTo>
                  <a:lnTo>
                    <a:pt x="109" y="0"/>
                  </a:lnTo>
                  <a:lnTo>
                    <a:pt x="25" y="3"/>
                  </a:lnTo>
                  <a:lnTo>
                    <a:pt x="1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83">
              <a:extLst>
                <a:ext uri="{FF2B5EF4-FFF2-40B4-BE49-F238E27FC236}">
                  <a16:creationId xmlns:a16="http://schemas.microsoft.com/office/drawing/2014/main" id="{C7D7815D-F80B-4D36-45CD-EDF51D09ECE9}"/>
                </a:ext>
              </a:extLst>
            </p:cNvPr>
            <p:cNvSpPr>
              <a:spLocks/>
            </p:cNvSpPr>
            <p:nvPr/>
          </p:nvSpPr>
          <p:spPr bwMode="auto">
            <a:xfrm>
              <a:off x="6242051" y="1755775"/>
              <a:ext cx="374650" cy="61913"/>
            </a:xfrm>
            <a:custGeom>
              <a:avLst/>
              <a:gdLst>
                <a:gd name="T0" fmla="*/ 15 w 983"/>
                <a:gd name="T1" fmla="*/ 12 h 160"/>
                <a:gd name="T2" fmla="*/ 9 w 983"/>
                <a:gd name="T3" fmla="*/ 22 h 160"/>
                <a:gd name="T4" fmla="*/ 1 w 983"/>
                <a:gd name="T5" fmla="*/ 59 h 160"/>
                <a:gd name="T6" fmla="*/ 0 w 983"/>
                <a:gd name="T7" fmla="*/ 80 h 160"/>
                <a:gd name="T8" fmla="*/ 1 w 983"/>
                <a:gd name="T9" fmla="*/ 101 h 160"/>
                <a:gd name="T10" fmla="*/ 9 w 983"/>
                <a:gd name="T11" fmla="*/ 138 h 160"/>
                <a:gd name="T12" fmla="*/ 15 w 983"/>
                <a:gd name="T13" fmla="*/ 147 h 160"/>
                <a:gd name="T14" fmla="*/ 25 w 983"/>
                <a:gd name="T15" fmla="*/ 150 h 160"/>
                <a:gd name="T16" fmla="*/ 97 w 983"/>
                <a:gd name="T17" fmla="*/ 156 h 160"/>
                <a:gd name="T18" fmla="*/ 304 w 983"/>
                <a:gd name="T19" fmla="*/ 160 h 160"/>
                <a:gd name="T20" fmla="*/ 507 w 983"/>
                <a:gd name="T21" fmla="*/ 158 h 160"/>
                <a:gd name="T22" fmla="*/ 983 w 983"/>
                <a:gd name="T23" fmla="*/ 153 h 160"/>
                <a:gd name="T24" fmla="*/ 983 w 983"/>
                <a:gd name="T25" fmla="*/ 80 h 160"/>
                <a:gd name="T26" fmla="*/ 983 w 983"/>
                <a:gd name="T27" fmla="*/ 7 h 160"/>
                <a:gd name="T28" fmla="*/ 507 w 983"/>
                <a:gd name="T29" fmla="*/ 2 h 160"/>
                <a:gd name="T30" fmla="*/ 304 w 983"/>
                <a:gd name="T31" fmla="*/ 0 h 160"/>
                <a:gd name="T32" fmla="*/ 97 w 983"/>
                <a:gd name="T33" fmla="*/ 4 h 160"/>
                <a:gd name="T34" fmla="*/ 25 w 983"/>
                <a:gd name="T35" fmla="*/ 9 h 160"/>
                <a:gd name="T36" fmla="*/ 15 w 983"/>
                <a:gd name="T37" fmla="*/ 12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83" h="160">
                  <a:moveTo>
                    <a:pt x="15" y="12"/>
                  </a:moveTo>
                  <a:lnTo>
                    <a:pt x="9" y="22"/>
                  </a:lnTo>
                  <a:lnTo>
                    <a:pt x="1" y="59"/>
                  </a:lnTo>
                  <a:lnTo>
                    <a:pt x="0" y="80"/>
                  </a:lnTo>
                  <a:lnTo>
                    <a:pt x="1" y="101"/>
                  </a:lnTo>
                  <a:lnTo>
                    <a:pt x="9" y="138"/>
                  </a:lnTo>
                  <a:lnTo>
                    <a:pt x="15" y="147"/>
                  </a:lnTo>
                  <a:lnTo>
                    <a:pt x="25" y="150"/>
                  </a:lnTo>
                  <a:lnTo>
                    <a:pt x="97" y="156"/>
                  </a:lnTo>
                  <a:lnTo>
                    <a:pt x="304" y="160"/>
                  </a:lnTo>
                  <a:lnTo>
                    <a:pt x="507" y="158"/>
                  </a:lnTo>
                  <a:lnTo>
                    <a:pt x="983" y="153"/>
                  </a:lnTo>
                  <a:lnTo>
                    <a:pt x="983" y="80"/>
                  </a:lnTo>
                  <a:lnTo>
                    <a:pt x="983" y="7"/>
                  </a:lnTo>
                  <a:lnTo>
                    <a:pt x="507" y="2"/>
                  </a:lnTo>
                  <a:lnTo>
                    <a:pt x="304" y="0"/>
                  </a:lnTo>
                  <a:lnTo>
                    <a:pt x="97" y="4"/>
                  </a:lnTo>
                  <a:lnTo>
                    <a:pt x="25" y="9"/>
                  </a:lnTo>
                  <a:lnTo>
                    <a:pt x="15"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6">
              <a:extLst>
                <a:ext uri="{FF2B5EF4-FFF2-40B4-BE49-F238E27FC236}">
                  <a16:creationId xmlns:a16="http://schemas.microsoft.com/office/drawing/2014/main" id="{B9694F47-50E0-E1BC-C7D5-9EF72D147E53}"/>
                </a:ext>
              </a:extLst>
            </p:cNvPr>
            <p:cNvSpPr>
              <a:spLocks/>
            </p:cNvSpPr>
            <p:nvPr/>
          </p:nvSpPr>
          <p:spPr bwMode="auto">
            <a:xfrm>
              <a:off x="6245226" y="1879600"/>
              <a:ext cx="368300" cy="180975"/>
            </a:xfrm>
            <a:custGeom>
              <a:avLst/>
              <a:gdLst>
                <a:gd name="T0" fmla="*/ 4 w 966"/>
                <a:gd name="T1" fmla="*/ 6 h 474"/>
                <a:gd name="T2" fmla="*/ 2 w 966"/>
                <a:gd name="T3" fmla="*/ 10 h 474"/>
                <a:gd name="T4" fmla="*/ 0 w 966"/>
                <a:gd name="T5" fmla="*/ 26 h 474"/>
                <a:gd name="T6" fmla="*/ 4 w 966"/>
                <a:gd name="T7" fmla="*/ 64 h 474"/>
                <a:gd name="T8" fmla="*/ 20 w 966"/>
                <a:gd name="T9" fmla="*/ 131 h 474"/>
                <a:gd name="T10" fmla="*/ 43 w 966"/>
                <a:gd name="T11" fmla="*/ 200 h 474"/>
                <a:gd name="T12" fmla="*/ 56 w 966"/>
                <a:gd name="T13" fmla="*/ 228 h 474"/>
                <a:gd name="T14" fmla="*/ 72 w 966"/>
                <a:gd name="T15" fmla="*/ 255 h 474"/>
                <a:gd name="T16" fmla="*/ 119 w 966"/>
                <a:gd name="T17" fmla="*/ 315 h 474"/>
                <a:gd name="T18" fmla="*/ 180 w 966"/>
                <a:gd name="T19" fmla="*/ 373 h 474"/>
                <a:gd name="T20" fmla="*/ 245 w 966"/>
                <a:gd name="T21" fmla="*/ 424 h 474"/>
                <a:gd name="T22" fmla="*/ 278 w 966"/>
                <a:gd name="T23" fmla="*/ 443 h 474"/>
                <a:gd name="T24" fmla="*/ 295 w 966"/>
                <a:gd name="T25" fmla="*/ 451 h 474"/>
                <a:gd name="T26" fmla="*/ 339 w 966"/>
                <a:gd name="T27" fmla="*/ 463 h 474"/>
                <a:gd name="T28" fmla="*/ 423 w 966"/>
                <a:gd name="T29" fmla="*/ 474 h 474"/>
                <a:gd name="T30" fmla="*/ 549 w 966"/>
                <a:gd name="T31" fmla="*/ 472 h 474"/>
                <a:gd name="T32" fmla="*/ 635 w 966"/>
                <a:gd name="T33" fmla="*/ 459 h 474"/>
                <a:gd name="T34" fmla="*/ 681 w 966"/>
                <a:gd name="T35" fmla="*/ 445 h 474"/>
                <a:gd name="T36" fmla="*/ 699 w 966"/>
                <a:gd name="T37" fmla="*/ 436 h 474"/>
                <a:gd name="T38" fmla="*/ 726 w 966"/>
                <a:gd name="T39" fmla="*/ 421 h 474"/>
                <a:gd name="T40" fmla="*/ 776 w 966"/>
                <a:gd name="T41" fmla="*/ 386 h 474"/>
                <a:gd name="T42" fmla="*/ 822 w 966"/>
                <a:gd name="T43" fmla="*/ 345 h 474"/>
                <a:gd name="T44" fmla="*/ 863 w 966"/>
                <a:gd name="T45" fmla="*/ 300 h 474"/>
                <a:gd name="T46" fmla="*/ 898 w 966"/>
                <a:gd name="T47" fmla="*/ 251 h 474"/>
                <a:gd name="T48" fmla="*/ 927 w 966"/>
                <a:gd name="T49" fmla="*/ 200 h 474"/>
                <a:gd name="T50" fmla="*/ 948 w 966"/>
                <a:gd name="T51" fmla="*/ 148 h 474"/>
                <a:gd name="T52" fmla="*/ 960 w 966"/>
                <a:gd name="T53" fmla="*/ 96 h 474"/>
                <a:gd name="T54" fmla="*/ 963 w 966"/>
                <a:gd name="T55" fmla="*/ 71 h 474"/>
                <a:gd name="T56" fmla="*/ 966 w 966"/>
                <a:gd name="T57" fmla="*/ 6 h 474"/>
                <a:gd name="T58" fmla="*/ 489 w 966"/>
                <a:gd name="T59" fmla="*/ 1 h 474"/>
                <a:gd name="T60" fmla="*/ 299 w 966"/>
                <a:gd name="T61" fmla="*/ 0 h 474"/>
                <a:gd name="T62" fmla="*/ 35 w 966"/>
                <a:gd name="T63" fmla="*/ 3 h 474"/>
                <a:gd name="T64" fmla="*/ 4 w 966"/>
                <a:gd name="T65" fmla="*/ 6 h 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66" h="474">
                  <a:moveTo>
                    <a:pt x="4" y="6"/>
                  </a:moveTo>
                  <a:lnTo>
                    <a:pt x="2" y="10"/>
                  </a:lnTo>
                  <a:lnTo>
                    <a:pt x="0" y="26"/>
                  </a:lnTo>
                  <a:lnTo>
                    <a:pt x="4" y="64"/>
                  </a:lnTo>
                  <a:lnTo>
                    <a:pt x="20" y="131"/>
                  </a:lnTo>
                  <a:lnTo>
                    <a:pt x="43" y="200"/>
                  </a:lnTo>
                  <a:lnTo>
                    <a:pt x="56" y="228"/>
                  </a:lnTo>
                  <a:lnTo>
                    <a:pt x="72" y="255"/>
                  </a:lnTo>
                  <a:lnTo>
                    <a:pt x="119" y="315"/>
                  </a:lnTo>
                  <a:lnTo>
                    <a:pt x="180" y="373"/>
                  </a:lnTo>
                  <a:lnTo>
                    <a:pt x="245" y="424"/>
                  </a:lnTo>
                  <a:lnTo>
                    <a:pt x="278" y="443"/>
                  </a:lnTo>
                  <a:lnTo>
                    <a:pt x="295" y="451"/>
                  </a:lnTo>
                  <a:lnTo>
                    <a:pt x="339" y="463"/>
                  </a:lnTo>
                  <a:lnTo>
                    <a:pt x="423" y="474"/>
                  </a:lnTo>
                  <a:lnTo>
                    <a:pt x="549" y="472"/>
                  </a:lnTo>
                  <a:lnTo>
                    <a:pt x="635" y="459"/>
                  </a:lnTo>
                  <a:lnTo>
                    <a:pt x="681" y="445"/>
                  </a:lnTo>
                  <a:lnTo>
                    <a:pt x="699" y="436"/>
                  </a:lnTo>
                  <a:lnTo>
                    <a:pt x="726" y="421"/>
                  </a:lnTo>
                  <a:lnTo>
                    <a:pt x="776" y="386"/>
                  </a:lnTo>
                  <a:lnTo>
                    <a:pt x="822" y="345"/>
                  </a:lnTo>
                  <a:lnTo>
                    <a:pt x="863" y="300"/>
                  </a:lnTo>
                  <a:lnTo>
                    <a:pt x="898" y="251"/>
                  </a:lnTo>
                  <a:lnTo>
                    <a:pt x="927" y="200"/>
                  </a:lnTo>
                  <a:lnTo>
                    <a:pt x="948" y="148"/>
                  </a:lnTo>
                  <a:lnTo>
                    <a:pt x="960" y="96"/>
                  </a:lnTo>
                  <a:lnTo>
                    <a:pt x="963" y="71"/>
                  </a:lnTo>
                  <a:lnTo>
                    <a:pt x="966" y="6"/>
                  </a:lnTo>
                  <a:lnTo>
                    <a:pt x="489" y="1"/>
                  </a:lnTo>
                  <a:lnTo>
                    <a:pt x="299" y="0"/>
                  </a:lnTo>
                  <a:lnTo>
                    <a:pt x="35" y="3"/>
                  </a:lnTo>
                  <a:lnTo>
                    <a:pt x="4"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7" name="Slide Number Placeholder 6">
            <a:extLst>
              <a:ext uri="{FF2B5EF4-FFF2-40B4-BE49-F238E27FC236}">
                <a16:creationId xmlns:a16="http://schemas.microsoft.com/office/drawing/2014/main" id="{07DE9A44-1DA3-057F-BF83-8030CC4486BD}"/>
              </a:ext>
            </a:extLst>
          </p:cNvPr>
          <p:cNvSpPr>
            <a:spLocks noGrp="1"/>
          </p:cNvSpPr>
          <p:nvPr>
            <p:ph type="sldNum" sz="quarter" idx="12"/>
          </p:nvPr>
        </p:nvSpPr>
        <p:spPr/>
        <p:txBody>
          <a:bodyPr/>
          <a:lstStyle/>
          <a:p>
            <a:fld id="{0BE4EC83-A869-464E-AE9F-881796FB085E}" type="slidenum">
              <a:rPr lang="en-US" smtClean="0"/>
              <a:t>64</a:t>
            </a:fld>
            <a:endParaRPr lang="en-US"/>
          </a:p>
        </p:txBody>
      </p:sp>
    </p:spTree>
    <p:extLst>
      <p:ext uri="{BB962C8B-B14F-4D97-AF65-F5344CB8AC3E}">
        <p14:creationId xmlns:p14="http://schemas.microsoft.com/office/powerpoint/2010/main" val="7254678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FF0BC-AAA8-ED68-FCE5-1C9FD421B041}"/>
            </a:ext>
          </a:extLst>
        </p:cNvPr>
        <p:cNvGrpSpPr/>
        <p:nvPr/>
      </p:nvGrpSpPr>
      <p:grpSpPr>
        <a:xfrm>
          <a:off x="0" y="0"/>
          <a:ext cx="0" cy="0"/>
          <a:chOff x="0" y="0"/>
          <a:chExt cx="0" cy="0"/>
        </a:xfrm>
      </p:grpSpPr>
      <p:sp>
        <p:nvSpPr>
          <p:cNvPr id="227" name="Rectangle: Rounded Corners 226">
            <a:extLst>
              <a:ext uri="{FF2B5EF4-FFF2-40B4-BE49-F238E27FC236}">
                <a16:creationId xmlns:a16="http://schemas.microsoft.com/office/drawing/2014/main" id="{49BE9099-4827-0E17-4444-8850FA94EF27}"/>
              </a:ext>
            </a:extLst>
          </p:cNvPr>
          <p:cNvSpPr/>
          <p:nvPr/>
        </p:nvSpPr>
        <p:spPr>
          <a:xfrm>
            <a:off x="987194" y="2424510"/>
            <a:ext cx="5920133" cy="1496569"/>
          </a:xfrm>
          <a:prstGeom prst="roundRect">
            <a:avLst>
              <a:gd name="adj" fmla="val 10821"/>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endParaRPr lang="en-GB"/>
          </a:p>
        </p:txBody>
      </p:sp>
      <p:sp>
        <p:nvSpPr>
          <p:cNvPr id="3" name="Title 2">
            <a:extLst>
              <a:ext uri="{FF2B5EF4-FFF2-40B4-BE49-F238E27FC236}">
                <a16:creationId xmlns:a16="http://schemas.microsoft.com/office/drawing/2014/main" id="{6AC8C448-73B0-6545-CA2C-DE01DEAC74A6}"/>
              </a:ext>
            </a:extLst>
          </p:cNvPr>
          <p:cNvSpPr>
            <a:spLocks noGrp="1"/>
          </p:cNvSpPr>
          <p:nvPr>
            <p:ph type="title"/>
          </p:nvPr>
        </p:nvSpPr>
        <p:spPr/>
        <p:txBody>
          <a:bodyPr/>
          <a:lstStyle/>
          <a:p>
            <a:r>
              <a:rPr lang="ar-EG" dirty="0"/>
              <a:t>التشغيل لممارسة البنية المؤسسية</a:t>
            </a:r>
            <a:endParaRPr lang="en-GB" dirty="0"/>
          </a:p>
        </p:txBody>
      </p:sp>
      <p:sp>
        <p:nvSpPr>
          <p:cNvPr id="82" name="Rectangle 81">
            <a:extLst>
              <a:ext uri="{FF2B5EF4-FFF2-40B4-BE49-F238E27FC236}">
                <a16:creationId xmlns:a16="http://schemas.microsoft.com/office/drawing/2014/main" id="{9B3DBA85-7ED6-BF5C-288F-7B145BFF42DC}"/>
              </a:ext>
            </a:extLst>
          </p:cNvPr>
          <p:cNvSpPr/>
          <p:nvPr/>
        </p:nvSpPr>
        <p:spPr>
          <a:xfrm>
            <a:off x="2248786" y="1747921"/>
            <a:ext cx="4773923" cy="523220"/>
          </a:xfrm>
          <a:prstGeom prst="rect">
            <a:avLst/>
          </a:prstGeom>
        </p:spPr>
        <p:txBody>
          <a:bodyPr wrap="square">
            <a:spAutoFit/>
          </a:bodyPr>
          <a:lstStyle/>
          <a:p>
            <a:pPr lvl="0" algn="r" rtl="1"/>
            <a:r>
              <a:rPr lang="ar-SY" sz="2800" b="1" dirty="0">
                <a:solidFill>
                  <a:schemeClr val="accent1"/>
                </a:solidFill>
              </a:rPr>
              <a:t>3.الامتثال والمتطلبات الوطنية</a:t>
            </a:r>
          </a:p>
        </p:txBody>
      </p:sp>
      <p:sp>
        <p:nvSpPr>
          <p:cNvPr id="216" name="TextBox 215">
            <a:extLst>
              <a:ext uri="{FF2B5EF4-FFF2-40B4-BE49-F238E27FC236}">
                <a16:creationId xmlns:a16="http://schemas.microsoft.com/office/drawing/2014/main" id="{4E03FB56-DF42-21E1-2A95-5866196A2186}"/>
              </a:ext>
            </a:extLst>
          </p:cNvPr>
          <p:cNvSpPr txBox="1"/>
          <p:nvPr/>
        </p:nvSpPr>
        <p:spPr>
          <a:xfrm>
            <a:off x="4195790" y="2563952"/>
            <a:ext cx="2605069" cy="369332"/>
          </a:xfrm>
          <a:prstGeom prst="rect">
            <a:avLst/>
          </a:prstGeom>
          <a:noFill/>
        </p:spPr>
        <p:txBody>
          <a:bodyPr wrap="square">
            <a:spAutoFit/>
          </a:bodyPr>
          <a:lstStyle/>
          <a:p>
            <a:pPr algn="r" rtl="1"/>
            <a:r>
              <a:rPr lang="ar-EG" b="1" dirty="0"/>
              <a:t>متابعة الامتثال</a:t>
            </a:r>
          </a:p>
        </p:txBody>
      </p:sp>
      <p:sp>
        <p:nvSpPr>
          <p:cNvPr id="9" name="TextBox 8">
            <a:extLst>
              <a:ext uri="{FF2B5EF4-FFF2-40B4-BE49-F238E27FC236}">
                <a16:creationId xmlns:a16="http://schemas.microsoft.com/office/drawing/2014/main" id="{1D4C23EC-5664-BB19-20B7-922504466CD9}"/>
              </a:ext>
            </a:extLst>
          </p:cNvPr>
          <p:cNvSpPr txBox="1"/>
          <p:nvPr/>
        </p:nvSpPr>
        <p:spPr>
          <a:xfrm>
            <a:off x="988754" y="2907312"/>
            <a:ext cx="5812105" cy="369332"/>
          </a:xfrm>
          <a:prstGeom prst="rect">
            <a:avLst/>
          </a:prstGeom>
          <a:noFill/>
        </p:spPr>
        <p:txBody>
          <a:bodyPr wrap="square">
            <a:spAutoFit/>
          </a:bodyPr>
          <a:lstStyle/>
          <a:p>
            <a:pPr algn="r" rtl="1"/>
            <a:r>
              <a:rPr lang="ar-EG" dirty="0"/>
              <a:t>متابعة امتثال مكونات البنية المؤسسية لمتطلبات:</a:t>
            </a:r>
          </a:p>
        </p:txBody>
      </p:sp>
      <p:cxnSp>
        <p:nvCxnSpPr>
          <p:cNvPr id="24" name="Straight Connector 23">
            <a:extLst>
              <a:ext uri="{FF2B5EF4-FFF2-40B4-BE49-F238E27FC236}">
                <a16:creationId xmlns:a16="http://schemas.microsoft.com/office/drawing/2014/main" id="{9686401C-14A2-2C24-6FFF-7A27DB65F463}"/>
              </a:ext>
            </a:extLst>
          </p:cNvPr>
          <p:cNvCxnSpPr/>
          <p:nvPr/>
        </p:nvCxnSpPr>
        <p:spPr>
          <a:xfrm>
            <a:off x="6907327" y="2606801"/>
            <a:ext cx="0" cy="274320"/>
          </a:xfrm>
          <a:prstGeom prst="line">
            <a:avLst/>
          </a:prstGeom>
          <a:ln w="25400">
            <a:gradFill>
              <a:gsLst>
                <a:gs pos="9000">
                  <a:schemeClr val="accent1"/>
                </a:gs>
                <a:gs pos="100000">
                  <a:schemeClr val="accent2"/>
                </a:gs>
              </a:gsLst>
              <a:lin ang="7200000" scaled="0"/>
            </a:gradFill>
          </a:ln>
        </p:spPr>
        <p:style>
          <a:lnRef idx="1">
            <a:schemeClr val="accent1"/>
          </a:lnRef>
          <a:fillRef idx="0">
            <a:schemeClr val="accent1"/>
          </a:fillRef>
          <a:effectRef idx="0">
            <a:schemeClr val="accent1"/>
          </a:effectRef>
          <a:fontRef idx="minor">
            <a:schemeClr val="tx1"/>
          </a:fontRef>
        </p:style>
      </p:cxnSp>
      <p:sp>
        <p:nvSpPr>
          <p:cNvPr id="26" name="Rectangle: Rounded Corners 25">
            <a:extLst>
              <a:ext uri="{FF2B5EF4-FFF2-40B4-BE49-F238E27FC236}">
                <a16:creationId xmlns:a16="http://schemas.microsoft.com/office/drawing/2014/main" id="{FC94EC11-E66E-0327-DB74-15393DE86161}"/>
              </a:ext>
            </a:extLst>
          </p:cNvPr>
          <p:cNvSpPr/>
          <p:nvPr/>
        </p:nvSpPr>
        <p:spPr>
          <a:xfrm>
            <a:off x="4193171" y="4033978"/>
            <a:ext cx="2714156" cy="1129132"/>
          </a:xfrm>
          <a:prstGeom prst="roundRect">
            <a:avLst>
              <a:gd name="adj" fmla="val 10821"/>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endParaRPr lang="en-GB"/>
          </a:p>
        </p:txBody>
      </p:sp>
      <p:sp>
        <p:nvSpPr>
          <p:cNvPr id="27" name="TextBox 26">
            <a:extLst>
              <a:ext uri="{FF2B5EF4-FFF2-40B4-BE49-F238E27FC236}">
                <a16:creationId xmlns:a16="http://schemas.microsoft.com/office/drawing/2014/main" id="{46DEC02F-1800-7D9E-8F7E-EF326A136B07}"/>
              </a:ext>
            </a:extLst>
          </p:cNvPr>
          <p:cNvSpPr txBox="1"/>
          <p:nvPr/>
        </p:nvSpPr>
        <p:spPr>
          <a:xfrm>
            <a:off x="4195790" y="4173419"/>
            <a:ext cx="2605069" cy="369332"/>
          </a:xfrm>
          <a:prstGeom prst="rect">
            <a:avLst/>
          </a:prstGeom>
          <a:noFill/>
        </p:spPr>
        <p:txBody>
          <a:bodyPr wrap="square">
            <a:spAutoFit/>
          </a:bodyPr>
          <a:lstStyle/>
          <a:p>
            <a:pPr algn="r" rtl="1"/>
            <a:r>
              <a:rPr lang="ar-EG" b="1" dirty="0"/>
              <a:t>التقارير الدورية</a:t>
            </a:r>
          </a:p>
        </p:txBody>
      </p:sp>
      <p:sp>
        <p:nvSpPr>
          <p:cNvPr id="28" name="Rectangle: Rounded Corners 27">
            <a:extLst>
              <a:ext uri="{FF2B5EF4-FFF2-40B4-BE49-F238E27FC236}">
                <a16:creationId xmlns:a16="http://schemas.microsoft.com/office/drawing/2014/main" id="{8DC9DB5D-834B-0A63-CC6A-E947B3249929}"/>
              </a:ext>
            </a:extLst>
          </p:cNvPr>
          <p:cNvSpPr/>
          <p:nvPr/>
        </p:nvSpPr>
        <p:spPr>
          <a:xfrm>
            <a:off x="990316" y="4033978"/>
            <a:ext cx="2714156" cy="1129132"/>
          </a:xfrm>
          <a:prstGeom prst="roundRect">
            <a:avLst>
              <a:gd name="adj" fmla="val 10821"/>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endParaRPr lang="en-GB"/>
          </a:p>
        </p:txBody>
      </p:sp>
      <p:sp>
        <p:nvSpPr>
          <p:cNvPr id="29" name="TextBox 28">
            <a:extLst>
              <a:ext uri="{FF2B5EF4-FFF2-40B4-BE49-F238E27FC236}">
                <a16:creationId xmlns:a16="http://schemas.microsoft.com/office/drawing/2014/main" id="{BD8458DE-C2D8-EF3C-3779-AB95F8108DD5}"/>
              </a:ext>
            </a:extLst>
          </p:cNvPr>
          <p:cNvSpPr txBox="1"/>
          <p:nvPr/>
        </p:nvSpPr>
        <p:spPr>
          <a:xfrm>
            <a:off x="992935" y="4173419"/>
            <a:ext cx="2605069" cy="369332"/>
          </a:xfrm>
          <a:prstGeom prst="rect">
            <a:avLst/>
          </a:prstGeom>
          <a:noFill/>
        </p:spPr>
        <p:txBody>
          <a:bodyPr wrap="square">
            <a:spAutoFit/>
          </a:bodyPr>
          <a:lstStyle/>
          <a:p>
            <a:pPr algn="r" rtl="1"/>
            <a:r>
              <a:rPr lang="ar-EG" b="1" dirty="0"/>
              <a:t>المعالجة والإغلاق</a:t>
            </a:r>
          </a:p>
        </p:txBody>
      </p:sp>
      <p:sp>
        <p:nvSpPr>
          <p:cNvPr id="30" name="TextBox 29">
            <a:extLst>
              <a:ext uri="{FF2B5EF4-FFF2-40B4-BE49-F238E27FC236}">
                <a16:creationId xmlns:a16="http://schemas.microsoft.com/office/drawing/2014/main" id="{AD194FA3-898F-7950-0410-A4409FFB8F07}"/>
              </a:ext>
            </a:extLst>
          </p:cNvPr>
          <p:cNvSpPr txBox="1"/>
          <p:nvPr/>
        </p:nvSpPr>
        <p:spPr>
          <a:xfrm>
            <a:off x="4195790" y="4516779"/>
            <a:ext cx="2605069" cy="369332"/>
          </a:xfrm>
          <a:prstGeom prst="rect">
            <a:avLst/>
          </a:prstGeom>
          <a:noFill/>
        </p:spPr>
        <p:txBody>
          <a:bodyPr wrap="square">
            <a:spAutoFit/>
          </a:bodyPr>
          <a:lstStyle/>
          <a:p>
            <a:pPr algn="r" rtl="1"/>
            <a:r>
              <a:rPr lang="ar-EG" dirty="0"/>
              <a:t>إعداد تقارير الامتثال الدورية.</a:t>
            </a:r>
          </a:p>
        </p:txBody>
      </p:sp>
      <p:sp>
        <p:nvSpPr>
          <p:cNvPr id="31" name="TextBox 30">
            <a:extLst>
              <a:ext uri="{FF2B5EF4-FFF2-40B4-BE49-F238E27FC236}">
                <a16:creationId xmlns:a16="http://schemas.microsoft.com/office/drawing/2014/main" id="{35303349-55E4-99E7-95F1-F105C816895B}"/>
              </a:ext>
            </a:extLst>
          </p:cNvPr>
          <p:cNvSpPr txBox="1"/>
          <p:nvPr/>
        </p:nvSpPr>
        <p:spPr>
          <a:xfrm>
            <a:off x="992935" y="4516779"/>
            <a:ext cx="2605069" cy="646331"/>
          </a:xfrm>
          <a:prstGeom prst="rect">
            <a:avLst/>
          </a:prstGeom>
          <a:noFill/>
        </p:spPr>
        <p:txBody>
          <a:bodyPr wrap="square">
            <a:spAutoFit/>
          </a:bodyPr>
          <a:lstStyle/>
          <a:p>
            <a:pPr algn="r" rtl="1"/>
            <a:r>
              <a:rPr lang="ar-EG" dirty="0"/>
              <a:t>معالجة حالات عدم الامتثال ومتابعة إغلاقها.</a:t>
            </a:r>
          </a:p>
        </p:txBody>
      </p:sp>
      <p:cxnSp>
        <p:nvCxnSpPr>
          <p:cNvPr id="32" name="Straight Connector 31">
            <a:extLst>
              <a:ext uri="{FF2B5EF4-FFF2-40B4-BE49-F238E27FC236}">
                <a16:creationId xmlns:a16="http://schemas.microsoft.com/office/drawing/2014/main" id="{DC82C49B-ADBD-DBE1-6A1C-FC0A0DB90798}"/>
              </a:ext>
            </a:extLst>
          </p:cNvPr>
          <p:cNvCxnSpPr/>
          <p:nvPr/>
        </p:nvCxnSpPr>
        <p:spPr>
          <a:xfrm>
            <a:off x="6907327" y="4216268"/>
            <a:ext cx="0" cy="274320"/>
          </a:xfrm>
          <a:prstGeom prst="line">
            <a:avLst/>
          </a:prstGeom>
          <a:ln w="25400">
            <a:gradFill>
              <a:gsLst>
                <a:gs pos="9000">
                  <a:schemeClr val="accent1"/>
                </a:gs>
                <a:gs pos="100000">
                  <a:schemeClr val="accent2"/>
                </a:gs>
              </a:gsLst>
              <a:lin ang="7200000" scaled="0"/>
            </a:gra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9A914FC-24B5-14FF-50D4-496C742175AA}"/>
              </a:ext>
            </a:extLst>
          </p:cNvPr>
          <p:cNvCxnSpPr/>
          <p:nvPr/>
        </p:nvCxnSpPr>
        <p:spPr>
          <a:xfrm>
            <a:off x="3704472" y="4216268"/>
            <a:ext cx="0" cy="274320"/>
          </a:xfrm>
          <a:prstGeom prst="line">
            <a:avLst/>
          </a:prstGeom>
          <a:ln w="25400">
            <a:gradFill>
              <a:gsLst>
                <a:gs pos="9000">
                  <a:schemeClr val="accent1"/>
                </a:gs>
                <a:gs pos="100000">
                  <a:schemeClr val="accent2"/>
                </a:gs>
              </a:gsLst>
              <a:lin ang="7200000" scaled="0"/>
            </a:gra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E039308-3325-0A25-EEC1-4F66E80BEB86}"/>
              </a:ext>
            </a:extLst>
          </p:cNvPr>
          <p:cNvSpPr txBox="1"/>
          <p:nvPr/>
        </p:nvSpPr>
        <p:spPr>
          <a:xfrm>
            <a:off x="988754" y="3274748"/>
            <a:ext cx="5812105" cy="646331"/>
          </a:xfrm>
          <a:prstGeom prst="rect">
            <a:avLst/>
          </a:prstGeom>
          <a:noFill/>
        </p:spPr>
        <p:txBody>
          <a:bodyPr wrap="square" numCol="1" spcCol="274320" rtlCol="1">
            <a:noAutofit/>
          </a:bodyPr>
          <a:lstStyle/>
          <a:p>
            <a:pPr marL="285739" indent="-285739" algn="r" rtl="1">
              <a:lnSpc>
                <a:spcPts val="2083"/>
              </a:lnSpc>
              <a:buSzPct val="100000"/>
              <a:buChar char="•"/>
            </a:pPr>
            <a:r>
              <a:rPr lang="en-US" sz="1600" dirty="0" err="1">
                <a:solidFill>
                  <a:srgbClr val="384653"/>
                </a:solidFill>
                <a:latin typeface="Sakkal Majalla" panose="02000000000000000000" pitchFamily="2" charset="-78"/>
                <a:ea typeface="Roboto" pitchFamily="34" charset="-122"/>
                <a:cs typeface="Sakkal Majalla" panose="02000000000000000000" pitchFamily="2" charset="-78"/>
              </a:rPr>
              <a:t>الإطار</a:t>
            </a:r>
            <a:r>
              <a:rPr lang="en-US" sz="1600" dirty="0">
                <a:solidFill>
                  <a:srgbClr val="384653"/>
                </a:solidFill>
                <a:latin typeface="Sakkal Majalla" panose="02000000000000000000" pitchFamily="2" charset="-78"/>
                <a:ea typeface="Roboto" pitchFamily="34" charset="-122"/>
                <a:cs typeface="Sakkal Majalla" panose="02000000000000000000" pitchFamily="2" charset="-78"/>
              </a:rPr>
              <a:t> </a:t>
            </a:r>
            <a:r>
              <a:rPr lang="en-US" sz="1600" dirty="0" err="1">
                <a:solidFill>
                  <a:srgbClr val="384653"/>
                </a:solidFill>
                <a:latin typeface="Sakkal Majalla" panose="02000000000000000000" pitchFamily="2" charset="-78"/>
                <a:ea typeface="Roboto" pitchFamily="34" charset="-122"/>
                <a:cs typeface="Sakkal Majalla" panose="02000000000000000000" pitchFamily="2" charset="-78"/>
              </a:rPr>
              <a:t>الوطني</a:t>
            </a:r>
            <a:r>
              <a:rPr lang="en-US" sz="1600" dirty="0">
                <a:solidFill>
                  <a:srgbClr val="384653"/>
                </a:solidFill>
                <a:latin typeface="Sakkal Majalla" panose="02000000000000000000" pitchFamily="2" charset="-78"/>
                <a:ea typeface="Roboto" pitchFamily="34" charset="-122"/>
                <a:cs typeface="Sakkal Majalla" panose="02000000000000000000" pitchFamily="2" charset="-78"/>
              </a:rPr>
              <a:t> </a:t>
            </a:r>
            <a:r>
              <a:rPr lang="en-US" sz="1600" dirty="0" err="1">
                <a:solidFill>
                  <a:srgbClr val="384653"/>
                </a:solidFill>
                <a:latin typeface="Sakkal Majalla" panose="02000000000000000000" pitchFamily="2" charset="-78"/>
                <a:ea typeface="Roboto" pitchFamily="34" charset="-122"/>
                <a:cs typeface="Sakkal Majalla" panose="02000000000000000000" pitchFamily="2" charset="-78"/>
              </a:rPr>
              <a:t>للبنية</a:t>
            </a:r>
            <a:r>
              <a:rPr lang="en-US" sz="1600" dirty="0">
                <a:solidFill>
                  <a:srgbClr val="384653"/>
                </a:solidFill>
                <a:latin typeface="Sakkal Majalla" panose="02000000000000000000" pitchFamily="2" charset="-78"/>
                <a:ea typeface="Roboto" pitchFamily="34" charset="-122"/>
                <a:cs typeface="Sakkal Majalla" panose="02000000000000000000" pitchFamily="2" charset="-78"/>
              </a:rPr>
              <a:t> </a:t>
            </a:r>
            <a:r>
              <a:rPr lang="en-US" sz="1600" dirty="0" err="1">
                <a:solidFill>
                  <a:srgbClr val="384653"/>
                </a:solidFill>
                <a:latin typeface="Sakkal Majalla" panose="02000000000000000000" pitchFamily="2" charset="-78"/>
                <a:ea typeface="Roboto" pitchFamily="34" charset="-122"/>
                <a:cs typeface="Sakkal Majalla" panose="02000000000000000000" pitchFamily="2" charset="-78"/>
              </a:rPr>
              <a:t>المؤسسية</a:t>
            </a:r>
            <a:r>
              <a:rPr lang="en-US" sz="1600" dirty="0">
                <a:solidFill>
                  <a:srgbClr val="384653"/>
                </a:solidFill>
                <a:latin typeface="Sakkal Majalla" panose="02000000000000000000" pitchFamily="2" charset="-78"/>
                <a:ea typeface="Roboto" pitchFamily="34" charset="-122"/>
                <a:cs typeface="Sakkal Majalla" panose="02000000000000000000" pitchFamily="2" charset="-78"/>
              </a:rPr>
              <a:t> (NORA)</a:t>
            </a:r>
            <a:endParaRPr lang="ar-EG" sz="1600" dirty="0">
              <a:solidFill>
                <a:srgbClr val="384653"/>
              </a:solidFill>
              <a:latin typeface="Sakkal Majalla" panose="02000000000000000000" pitchFamily="2" charset="-78"/>
              <a:ea typeface="Roboto" pitchFamily="34" charset="-122"/>
              <a:cs typeface="Sakkal Majalla" panose="02000000000000000000" pitchFamily="2" charset="-78"/>
            </a:endParaRPr>
          </a:p>
          <a:p>
            <a:pPr marL="285739" indent="-285739" algn="r" rtl="1">
              <a:lnSpc>
                <a:spcPts val="2083"/>
              </a:lnSpc>
              <a:buSzPct val="100000"/>
              <a:buFontTx/>
              <a:buChar char="•"/>
            </a:pPr>
            <a:r>
              <a:rPr lang="en-US" sz="1600" dirty="0" err="1">
                <a:solidFill>
                  <a:srgbClr val="384653"/>
                </a:solidFill>
                <a:latin typeface="Sakkal Majalla" panose="02000000000000000000" pitchFamily="2" charset="-78"/>
                <a:ea typeface="Roboto" pitchFamily="34" charset="-122"/>
                <a:cs typeface="Sakkal Majalla" panose="02000000000000000000" pitchFamily="2" charset="-78"/>
              </a:rPr>
              <a:t>سياسات</a:t>
            </a:r>
            <a:r>
              <a:rPr lang="en-US" sz="1600" dirty="0">
                <a:solidFill>
                  <a:srgbClr val="384653"/>
                </a:solidFill>
                <a:latin typeface="Sakkal Majalla" panose="02000000000000000000" pitchFamily="2" charset="-78"/>
                <a:ea typeface="Roboto" pitchFamily="34" charset="-122"/>
                <a:cs typeface="Sakkal Majalla" panose="02000000000000000000" pitchFamily="2" charset="-78"/>
              </a:rPr>
              <a:t> </a:t>
            </a:r>
            <a:r>
              <a:rPr lang="en-US" sz="1600" dirty="0" err="1">
                <a:solidFill>
                  <a:srgbClr val="384653"/>
                </a:solidFill>
                <a:latin typeface="Sakkal Majalla" panose="02000000000000000000" pitchFamily="2" charset="-78"/>
                <a:ea typeface="Roboto" pitchFamily="34" charset="-122"/>
                <a:cs typeface="Sakkal Majalla" panose="02000000000000000000" pitchFamily="2" charset="-78"/>
              </a:rPr>
              <a:t>وهيئات</a:t>
            </a:r>
            <a:r>
              <a:rPr lang="en-US" sz="1600" dirty="0">
                <a:solidFill>
                  <a:srgbClr val="384653"/>
                </a:solidFill>
                <a:latin typeface="Sakkal Majalla" panose="02000000000000000000" pitchFamily="2" charset="-78"/>
                <a:ea typeface="Roboto" pitchFamily="34" charset="-122"/>
                <a:cs typeface="Sakkal Majalla" panose="02000000000000000000" pitchFamily="2" charset="-78"/>
              </a:rPr>
              <a:t> </a:t>
            </a:r>
            <a:r>
              <a:rPr lang="en-US" sz="1600" dirty="0" err="1">
                <a:solidFill>
                  <a:srgbClr val="384653"/>
                </a:solidFill>
                <a:latin typeface="Sakkal Majalla" panose="02000000000000000000" pitchFamily="2" charset="-78"/>
                <a:ea typeface="Roboto" pitchFamily="34" charset="-122"/>
                <a:cs typeface="Sakkal Majalla" panose="02000000000000000000" pitchFamily="2" charset="-78"/>
              </a:rPr>
              <a:t>التنظيم</a:t>
            </a:r>
            <a:r>
              <a:rPr lang="en-US" sz="1600" dirty="0">
                <a:solidFill>
                  <a:srgbClr val="384653"/>
                </a:solidFill>
                <a:latin typeface="Sakkal Majalla" panose="02000000000000000000" pitchFamily="2" charset="-78"/>
                <a:ea typeface="Roboto" pitchFamily="34" charset="-122"/>
                <a:cs typeface="Sakkal Majalla" panose="02000000000000000000" pitchFamily="2" charset="-78"/>
              </a:rPr>
              <a:t> </a:t>
            </a:r>
            <a:r>
              <a:rPr lang="en-US" sz="1600" dirty="0" err="1">
                <a:solidFill>
                  <a:srgbClr val="384653"/>
                </a:solidFill>
                <a:latin typeface="Sakkal Majalla" panose="02000000000000000000" pitchFamily="2" charset="-78"/>
                <a:ea typeface="Roboto" pitchFamily="34" charset="-122"/>
                <a:cs typeface="Sakkal Majalla" panose="02000000000000000000" pitchFamily="2" charset="-78"/>
              </a:rPr>
              <a:t>ذات</a:t>
            </a:r>
            <a:r>
              <a:rPr lang="en-US" sz="1600" dirty="0">
                <a:solidFill>
                  <a:srgbClr val="384653"/>
                </a:solidFill>
                <a:latin typeface="Sakkal Majalla" panose="02000000000000000000" pitchFamily="2" charset="-78"/>
                <a:ea typeface="Roboto" pitchFamily="34" charset="-122"/>
                <a:cs typeface="Sakkal Majalla" panose="02000000000000000000" pitchFamily="2" charset="-78"/>
              </a:rPr>
              <a:t> </a:t>
            </a:r>
            <a:r>
              <a:rPr lang="en-US" sz="1600" dirty="0" err="1">
                <a:solidFill>
                  <a:srgbClr val="384653"/>
                </a:solidFill>
                <a:latin typeface="Sakkal Majalla" panose="02000000000000000000" pitchFamily="2" charset="-78"/>
                <a:ea typeface="Roboto" pitchFamily="34" charset="-122"/>
                <a:cs typeface="Sakkal Majalla" panose="02000000000000000000" pitchFamily="2" charset="-78"/>
              </a:rPr>
              <a:t>العلاقة</a:t>
            </a:r>
            <a:r>
              <a:rPr lang="en-US" sz="1600" dirty="0">
                <a:solidFill>
                  <a:srgbClr val="384653"/>
                </a:solidFill>
                <a:latin typeface="Sakkal Majalla" panose="02000000000000000000" pitchFamily="2" charset="-78"/>
                <a:ea typeface="Roboto" pitchFamily="34" charset="-122"/>
                <a:cs typeface="Sakkal Majalla" panose="02000000000000000000" pitchFamily="2" charset="-78"/>
              </a:rPr>
              <a:t>.</a:t>
            </a:r>
            <a:endParaRPr lang="en-US" sz="1600" dirty="0"/>
          </a:p>
          <a:p>
            <a:pPr marL="285739" indent="-285739" algn="r" rtl="1">
              <a:lnSpc>
                <a:spcPts val="2083"/>
              </a:lnSpc>
              <a:buSzPct val="100000"/>
              <a:buChar char="•"/>
            </a:pPr>
            <a:endParaRPr lang="en-US" sz="1600" dirty="0"/>
          </a:p>
        </p:txBody>
      </p:sp>
      <p:sp>
        <p:nvSpPr>
          <p:cNvPr id="4" name="Freeform 3">
            <a:extLst>
              <a:ext uri="{FF2B5EF4-FFF2-40B4-BE49-F238E27FC236}">
                <a16:creationId xmlns:a16="http://schemas.microsoft.com/office/drawing/2014/main" id="{20803C8D-DA9C-894A-C43A-0E3402D596A8}"/>
              </a:ext>
            </a:extLst>
          </p:cNvPr>
          <p:cNvSpPr/>
          <p:nvPr/>
        </p:nvSpPr>
        <p:spPr>
          <a:xfrm>
            <a:off x="8412142" y="2105425"/>
            <a:ext cx="1270772" cy="1158457"/>
          </a:xfrm>
          <a:custGeom>
            <a:avLst/>
            <a:gdLst>
              <a:gd name="connsiteX0" fmla="*/ 1274371 w 1274371"/>
              <a:gd name="connsiteY0" fmla="*/ 0 h 1161738"/>
              <a:gd name="connsiteX1" fmla="*/ 1274371 w 1274371"/>
              <a:gd name="connsiteY1" fmla="*/ 874048 h 1161738"/>
              <a:gd name="connsiteX2" fmla="*/ 1207399 w 1274371"/>
              <a:gd name="connsiteY2" fmla="*/ 877429 h 1161738"/>
              <a:gd name="connsiteX3" fmla="*/ 757115 w 1274371"/>
              <a:gd name="connsiteY3" fmla="*/ 1091627 h 1161738"/>
              <a:gd name="connsiteX4" fmla="*/ 699269 w 1274371"/>
              <a:gd name="connsiteY4" fmla="*/ 1161738 h 1161738"/>
              <a:gd name="connsiteX5" fmla="*/ 0 w 1274371"/>
              <a:gd name="connsiteY5" fmla="*/ 634801 h 1161738"/>
              <a:gd name="connsiteX6" fmla="*/ 34610 w 1274371"/>
              <a:gd name="connsiteY6" fmla="*/ 588517 h 1161738"/>
              <a:gd name="connsiteX7" fmla="*/ 1118033 w 1274371"/>
              <a:gd name="connsiteY7" fmla="*/ 7894 h 1161738"/>
              <a:gd name="connsiteX8" fmla="*/ 1274371 w 1274371"/>
              <a:gd name="connsiteY8" fmla="*/ 0 h 1161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74371" h="1161738">
                <a:moveTo>
                  <a:pt x="1274371" y="0"/>
                </a:moveTo>
                <a:lnTo>
                  <a:pt x="1274371" y="874048"/>
                </a:lnTo>
                <a:lnTo>
                  <a:pt x="1207399" y="877429"/>
                </a:lnTo>
                <a:cubicBezTo>
                  <a:pt x="1032218" y="895220"/>
                  <a:pt x="874993" y="973750"/>
                  <a:pt x="757115" y="1091627"/>
                </a:cubicBezTo>
                <a:lnTo>
                  <a:pt x="699269" y="1161738"/>
                </a:lnTo>
                <a:lnTo>
                  <a:pt x="0" y="634801"/>
                </a:lnTo>
                <a:lnTo>
                  <a:pt x="34610" y="588517"/>
                </a:lnTo>
                <a:cubicBezTo>
                  <a:pt x="298481" y="268780"/>
                  <a:pt x="682763" y="52098"/>
                  <a:pt x="1118033" y="7894"/>
                </a:cubicBezTo>
                <a:lnTo>
                  <a:pt x="1274371"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Freeform 4">
            <a:extLst>
              <a:ext uri="{FF2B5EF4-FFF2-40B4-BE49-F238E27FC236}">
                <a16:creationId xmlns:a16="http://schemas.microsoft.com/office/drawing/2014/main" id="{FA3AA5BE-8DEF-4C41-8605-145A58C06A5B}"/>
              </a:ext>
            </a:extLst>
          </p:cNvPr>
          <p:cNvSpPr/>
          <p:nvPr/>
        </p:nvSpPr>
        <p:spPr>
          <a:xfrm>
            <a:off x="9701149" y="2105425"/>
            <a:ext cx="1245511" cy="1149451"/>
          </a:xfrm>
          <a:custGeom>
            <a:avLst/>
            <a:gdLst>
              <a:gd name="connsiteX0" fmla="*/ 0 w 1249038"/>
              <a:gd name="connsiteY0" fmla="*/ 0 h 1152706"/>
              <a:gd name="connsiteX1" fmla="*/ 156336 w 1249038"/>
              <a:gd name="connsiteY1" fmla="*/ 7894 h 1152706"/>
              <a:gd name="connsiteX2" fmla="*/ 1239759 w 1249038"/>
              <a:gd name="connsiteY2" fmla="*/ 588517 h 1152706"/>
              <a:gd name="connsiteX3" fmla="*/ 1249038 w 1249038"/>
              <a:gd name="connsiteY3" fmla="*/ 600926 h 1152706"/>
              <a:gd name="connsiteX4" fmla="*/ 567648 w 1249038"/>
              <a:gd name="connsiteY4" fmla="*/ 1152706 h 1152706"/>
              <a:gd name="connsiteX5" fmla="*/ 517254 w 1249038"/>
              <a:gd name="connsiteY5" fmla="*/ 1091627 h 1152706"/>
              <a:gd name="connsiteX6" fmla="*/ 66970 w 1249038"/>
              <a:gd name="connsiteY6" fmla="*/ 877429 h 1152706"/>
              <a:gd name="connsiteX7" fmla="*/ 0 w 1249038"/>
              <a:gd name="connsiteY7" fmla="*/ 874048 h 1152706"/>
              <a:gd name="connsiteX8" fmla="*/ 0 w 1249038"/>
              <a:gd name="connsiteY8" fmla="*/ 0 h 1152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9038" h="1152706">
                <a:moveTo>
                  <a:pt x="0" y="0"/>
                </a:moveTo>
                <a:lnTo>
                  <a:pt x="156336" y="7894"/>
                </a:lnTo>
                <a:cubicBezTo>
                  <a:pt x="591607" y="52098"/>
                  <a:pt x="975888" y="268780"/>
                  <a:pt x="1239759" y="588517"/>
                </a:cubicBezTo>
                <a:lnTo>
                  <a:pt x="1249038" y="600926"/>
                </a:lnTo>
                <a:lnTo>
                  <a:pt x="567648" y="1152706"/>
                </a:lnTo>
                <a:lnTo>
                  <a:pt x="517254" y="1091627"/>
                </a:lnTo>
                <a:cubicBezTo>
                  <a:pt x="399376" y="973750"/>
                  <a:pt x="242151" y="895220"/>
                  <a:pt x="66970" y="877429"/>
                </a:cubicBezTo>
                <a:lnTo>
                  <a:pt x="0" y="874048"/>
                </a:lnTo>
                <a:lnTo>
                  <a:pt x="0"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Freeform 5">
            <a:extLst>
              <a:ext uri="{FF2B5EF4-FFF2-40B4-BE49-F238E27FC236}">
                <a16:creationId xmlns:a16="http://schemas.microsoft.com/office/drawing/2014/main" id="{C3EA9537-179F-4061-7FFA-6479FF392A3B}"/>
              </a:ext>
            </a:extLst>
          </p:cNvPr>
          <p:cNvSpPr/>
          <p:nvPr/>
        </p:nvSpPr>
        <p:spPr>
          <a:xfrm>
            <a:off x="10278800" y="2719270"/>
            <a:ext cx="1027147" cy="1326344"/>
          </a:xfrm>
          <a:custGeom>
            <a:avLst/>
            <a:gdLst>
              <a:gd name="connsiteX0" fmla="*/ 680711 w 1030056"/>
              <a:gd name="connsiteY0" fmla="*/ 0 h 1330101"/>
              <a:gd name="connsiteX1" fmla="*/ 753644 w 1030056"/>
              <a:gd name="connsiteY1" fmla="*/ 97531 h 1330101"/>
              <a:gd name="connsiteX2" fmla="*/ 1030056 w 1030056"/>
              <a:gd name="connsiteY2" fmla="*/ 1002443 h 1330101"/>
              <a:gd name="connsiteX3" fmla="*/ 997174 w 1030056"/>
              <a:gd name="connsiteY3" fmla="*/ 1328625 h 1330101"/>
              <a:gd name="connsiteX4" fmla="*/ 996795 w 1030056"/>
              <a:gd name="connsiteY4" fmla="*/ 1330101 h 1330101"/>
              <a:gd name="connsiteX5" fmla="*/ 141520 w 1030056"/>
              <a:gd name="connsiteY5" fmla="*/ 1148307 h 1330101"/>
              <a:gd name="connsiteX6" fmla="*/ 152165 w 1030056"/>
              <a:gd name="connsiteY6" fmla="*/ 1078558 h 1330101"/>
              <a:gd name="connsiteX7" fmla="*/ 156008 w 1030056"/>
              <a:gd name="connsiteY7" fmla="*/ 1002443 h 1330101"/>
              <a:gd name="connsiteX8" fmla="*/ 28869 w 1030056"/>
              <a:gd name="connsiteY8" fmla="*/ 586219 h 1330101"/>
              <a:gd name="connsiteX9" fmla="*/ 0 w 1030056"/>
              <a:gd name="connsiteY9" fmla="*/ 551230 h 1330101"/>
              <a:gd name="connsiteX10" fmla="*/ 680711 w 1030056"/>
              <a:gd name="connsiteY10" fmla="*/ 0 h 1330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30056" h="1330101">
                <a:moveTo>
                  <a:pt x="680711" y="0"/>
                </a:moveTo>
                <a:lnTo>
                  <a:pt x="753644" y="97531"/>
                </a:lnTo>
                <a:cubicBezTo>
                  <a:pt x="928156" y="355844"/>
                  <a:pt x="1030056" y="667243"/>
                  <a:pt x="1030056" y="1002443"/>
                </a:cubicBezTo>
                <a:cubicBezTo>
                  <a:pt x="1030056" y="1114176"/>
                  <a:pt x="1018734" y="1223265"/>
                  <a:pt x="997174" y="1328625"/>
                </a:cubicBezTo>
                <a:lnTo>
                  <a:pt x="996795" y="1330101"/>
                </a:lnTo>
                <a:lnTo>
                  <a:pt x="141520" y="1148307"/>
                </a:lnTo>
                <a:lnTo>
                  <a:pt x="152165" y="1078558"/>
                </a:lnTo>
                <a:cubicBezTo>
                  <a:pt x="154706" y="1053532"/>
                  <a:pt x="156008" y="1028140"/>
                  <a:pt x="156008" y="1002443"/>
                </a:cubicBezTo>
                <a:cubicBezTo>
                  <a:pt x="156008" y="848265"/>
                  <a:pt x="109138" y="705033"/>
                  <a:pt x="28869" y="586219"/>
                </a:cubicBezTo>
                <a:lnTo>
                  <a:pt x="0" y="551230"/>
                </a:lnTo>
                <a:lnTo>
                  <a:pt x="680711"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Freeform 6">
            <a:extLst>
              <a:ext uri="{FF2B5EF4-FFF2-40B4-BE49-F238E27FC236}">
                <a16:creationId xmlns:a16="http://schemas.microsoft.com/office/drawing/2014/main" id="{E2746CAC-1D95-4678-3D20-DAB0C1C69EDB}"/>
              </a:ext>
            </a:extLst>
          </p:cNvPr>
          <p:cNvSpPr/>
          <p:nvPr/>
        </p:nvSpPr>
        <p:spPr>
          <a:xfrm>
            <a:off x="8078115" y="2753037"/>
            <a:ext cx="1019704" cy="1344007"/>
          </a:xfrm>
          <a:custGeom>
            <a:avLst/>
            <a:gdLst>
              <a:gd name="connsiteX0" fmla="*/ 324022 w 1022593"/>
              <a:gd name="connsiteY0" fmla="*/ 0 h 1347814"/>
              <a:gd name="connsiteX1" fmla="*/ 1022593 w 1022593"/>
              <a:gd name="connsiteY1" fmla="*/ 526412 h 1347814"/>
              <a:gd name="connsiteX2" fmla="*/ 1001187 w 1022593"/>
              <a:gd name="connsiteY2" fmla="*/ 552356 h 1347814"/>
              <a:gd name="connsiteX3" fmla="*/ 874048 w 1022593"/>
              <a:gd name="connsiteY3" fmla="*/ 968580 h 1347814"/>
              <a:gd name="connsiteX4" fmla="*/ 889172 w 1022593"/>
              <a:gd name="connsiteY4" fmla="*/ 1118611 h 1347814"/>
              <a:gd name="connsiteX5" fmla="*/ 894677 w 1022593"/>
              <a:gd name="connsiteY5" fmla="*/ 1136346 h 1347814"/>
              <a:gd name="connsiteX6" fmla="*/ 46523 w 1022593"/>
              <a:gd name="connsiteY6" fmla="*/ 1347814 h 1347814"/>
              <a:gd name="connsiteX7" fmla="*/ 32882 w 1022593"/>
              <a:gd name="connsiteY7" fmla="*/ 1294762 h 1347814"/>
              <a:gd name="connsiteX8" fmla="*/ 0 w 1022593"/>
              <a:gd name="connsiteY8" fmla="*/ 968580 h 1347814"/>
              <a:gd name="connsiteX9" fmla="*/ 276412 w 1022593"/>
              <a:gd name="connsiteY9" fmla="*/ 63668 h 1347814"/>
              <a:gd name="connsiteX10" fmla="*/ 324022 w 1022593"/>
              <a:gd name="connsiteY10" fmla="*/ 0 h 13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2593" h="1347814">
                <a:moveTo>
                  <a:pt x="324022" y="0"/>
                </a:moveTo>
                <a:lnTo>
                  <a:pt x="1022593" y="526412"/>
                </a:lnTo>
                <a:lnTo>
                  <a:pt x="1001187" y="552356"/>
                </a:lnTo>
                <a:cubicBezTo>
                  <a:pt x="920918" y="671170"/>
                  <a:pt x="874048" y="814402"/>
                  <a:pt x="874048" y="968580"/>
                </a:cubicBezTo>
                <a:cubicBezTo>
                  <a:pt x="874048" y="1019973"/>
                  <a:pt x="879256" y="1070150"/>
                  <a:pt x="889172" y="1118611"/>
                </a:cubicBezTo>
                <a:lnTo>
                  <a:pt x="894677" y="1136346"/>
                </a:lnTo>
                <a:lnTo>
                  <a:pt x="46523" y="1347814"/>
                </a:lnTo>
                <a:lnTo>
                  <a:pt x="32882" y="1294762"/>
                </a:lnTo>
                <a:cubicBezTo>
                  <a:pt x="11322" y="1189402"/>
                  <a:pt x="0" y="1080313"/>
                  <a:pt x="0" y="968580"/>
                </a:cubicBezTo>
                <a:cubicBezTo>
                  <a:pt x="0" y="633380"/>
                  <a:pt x="101900" y="321981"/>
                  <a:pt x="276412" y="63668"/>
                </a:cubicBezTo>
                <a:lnTo>
                  <a:pt x="324022"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Freeform 8">
            <a:extLst>
              <a:ext uri="{FF2B5EF4-FFF2-40B4-BE49-F238E27FC236}">
                <a16:creationId xmlns:a16="http://schemas.microsoft.com/office/drawing/2014/main" id="{43F34FFD-A9C6-31D5-ADBC-D3442D7B4765}"/>
              </a:ext>
            </a:extLst>
          </p:cNvPr>
          <p:cNvSpPr/>
          <p:nvPr/>
        </p:nvSpPr>
        <p:spPr>
          <a:xfrm>
            <a:off x="8129045" y="3903617"/>
            <a:ext cx="1245311" cy="1274335"/>
          </a:xfrm>
          <a:custGeom>
            <a:avLst/>
            <a:gdLst>
              <a:gd name="connsiteX0" fmla="*/ 849030 w 1248838"/>
              <a:gd name="connsiteY0" fmla="*/ 0 h 1277945"/>
              <a:gd name="connsiteX1" fmla="*/ 881472 w 1248838"/>
              <a:gd name="connsiteY1" fmla="*/ 104510 h 1277945"/>
              <a:gd name="connsiteX2" fmla="*/ 1151186 w 1248838"/>
              <a:gd name="connsiteY2" fmla="*/ 432041 h 1277945"/>
              <a:gd name="connsiteX3" fmla="*/ 1248838 w 1248838"/>
              <a:gd name="connsiteY3" fmla="*/ 485045 h 1277945"/>
              <a:gd name="connsiteX4" fmla="*/ 879102 w 1248838"/>
              <a:gd name="connsiteY4" fmla="*/ 1277945 h 1277945"/>
              <a:gd name="connsiteX5" fmla="*/ 795943 w 1248838"/>
              <a:gd name="connsiteY5" fmla="*/ 1237885 h 1277945"/>
              <a:gd name="connsiteX6" fmla="*/ 21686 w 1248838"/>
              <a:gd name="connsiteY6" fmla="*/ 296029 h 1277945"/>
              <a:gd name="connsiteX7" fmla="*/ 0 w 1248838"/>
              <a:gd name="connsiteY7" fmla="*/ 211687 h 1277945"/>
              <a:gd name="connsiteX8" fmla="*/ 849030 w 1248838"/>
              <a:gd name="connsiteY8" fmla="*/ 0 h 1277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838" h="1277945">
                <a:moveTo>
                  <a:pt x="849030" y="0"/>
                </a:moveTo>
                <a:lnTo>
                  <a:pt x="881472" y="104510"/>
                </a:lnTo>
                <a:cubicBezTo>
                  <a:pt x="937978" y="238105"/>
                  <a:pt x="1032373" y="351773"/>
                  <a:pt x="1151186" y="432041"/>
                </a:cubicBezTo>
                <a:lnTo>
                  <a:pt x="1248838" y="485045"/>
                </a:lnTo>
                <a:lnTo>
                  <a:pt x="879102" y="1277945"/>
                </a:lnTo>
                <a:lnTo>
                  <a:pt x="795943" y="1237885"/>
                </a:lnTo>
                <a:cubicBezTo>
                  <a:pt x="429017" y="1038559"/>
                  <a:pt x="147790" y="701466"/>
                  <a:pt x="21686" y="296029"/>
                </a:cubicBezTo>
                <a:lnTo>
                  <a:pt x="0" y="211687"/>
                </a:lnTo>
                <a:lnTo>
                  <a:pt x="849030"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eeform 9">
            <a:extLst>
              <a:ext uri="{FF2B5EF4-FFF2-40B4-BE49-F238E27FC236}">
                <a16:creationId xmlns:a16="http://schemas.microsoft.com/office/drawing/2014/main" id="{00B749F9-3C8B-0908-F426-B0903E9772D0}"/>
              </a:ext>
            </a:extLst>
          </p:cNvPr>
          <p:cNvSpPr/>
          <p:nvPr/>
        </p:nvSpPr>
        <p:spPr>
          <a:xfrm>
            <a:off x="9022096" y="4382982"/>
            <a:ext cx="1391870" cy="949813"/>
          </a:xfrm>
          <a:custGeom>
            <a:avLst/>
            <a:gdLst>
              <a:gd name="connsiteX0" fmla="*/ 998364 w 1395812"/>
              <a:gd name="connsiteY0" fmla="*/ 0 h 952504"/>
              <a:gd name="connsiteX1" fmla="*/ 1395812 w 1395812"/>
              <a:gd name="connsiteY1" fmla="*/ 780036 h 952504"/>
              <a:gd name="connsiteX2" fmla="*/ 1301818 w 1395812"/>
              <a:gd name="connsiteY2" fmla="*/ 825315 h 952504"/>
              <a:gd name="connsiteX3" fmla="*/ 671830 w 1395812"/>
              <a:gd name="connsiteY3" fmla="*/ 952504 h 952504"/>
              <a:gd name="connsiteX4" fmla="*/ 41842 w 1395812"/>
              <a:gd name="connsiteY4" fmla="*/ 825315 h 952504"/>
              <a:gd name="connsiteX5" fmla="*/ 0 w 1395812"/>
              <a:gd name="connsiteY5" fmla="*/ 805159 h 952504"/>
              <a:gd name="connsiteX6" fmla="*/ 369361 w 1395812"/>
              <a:gd name="connsiteY6" fmla="*/ 13061 h 952504"/>
              <a:gd name="connsiteX7" fmla="*/ 382060 w 1395812"/>
              <a:gd name="connsiteY7" fmla="*/ 19954 h 952504"/>
              <a:gd name="connsiteX8" fmla="*/ 671830 w 1395812"/>
              <a:gd name="connsiteY8" fmla="*/ 78456 h 952504"/>
              <a:gd name="connsiteX9" fmla="*/ 961600 w 1395812"/>
              <a:gd name="connsiteY9" fmla="*/ 19954 h 952504"/>
              <a:gd name="connsiteX10" fmla="*/ 998364 w 1395812"/>
              <a:gd name="connsiteY10" fmla="*/ 0 h 952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5812" h="952504">
                <a:moveTo>
                  <a:pt x="998364" y="0"/>
                </a:moveTo>
                <a:lnTo>
                  <a:pt x="1395812" y="780036"/>
                </a:lnTo>
                <a:lnTo>
                  <a:pt x="1301818" y="825315"/>
                </a:lnTo>
                <a:cubicBezTo>
                  <a:pt x="1108185" y="907215"/>
                  <a:pt x="895297" y="952504"/>
                  <a:pt x="671830" y="952504"/>
                </a:cubicBezTo>
                <a:cubicBezTo>
                  <a:pt x="448364" y="952504"/>
                  <a:pt x="235475" y="907215"/>
                  <a:pt x="41842" y="825315"/>
                </a:cubicBezTo>
                <a:lnTo>
                  <a:pt x="0" y="805159"/>
                </a:lnTo>
                <a:lnTo>
                  <a:pt x="369361" y="13061"/>
                </a:lnTo>
                <a:lnTo>
                  <a:pt x="382060" y="19954"/>
                </a:lnTo>
                <a:cubicBezTo>
                  <a:pt x="471124" y="57625"/>
                  <a:pt x="569044" y="78456"/>
                  <a:pt x="671830" y="78456"/>
                </a:cubicBezTo>
                <a:cubicBezTo>
                  <a:pt x="774616" y="78456"/>
                  <a:pt x="872536" y="57625"/>
                  <a:pt x="961600" y="19954"/>
                </a:cubicBezTo>
                <a:lnTo>
                  <a:pt x="998364"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Graphic 180">
            <a:extLst>
              <a:ext uri="{FF2B5EF4-FFF2-40B4-BE49-F238E27FC236}">
                <a16:creationId xmlns:a16="http://schemas.microsoft.com/office/drawing/2014/main" id="{0D5D2BD0-C6D6-519B-AE0B-EBD2159113E7}"/>
              </a:ext>
            </a:extLst>
          </p:cNvPr>
          <p:cNvSpPr>
            <a:spLocks noChangeAspect="1"/>
          </p:cNvSpPr>
          <p:nvPr/>
        </p:nvSpPr>
        <p:spPr>
          <a:xfrm>
            <a:off x="8930807" y="2372365"/>
            <a:ext cx="480908" cy="480913"/>
          </a:xfrm>
          <a:custGeom>
            <a:avLst/>
            <a:gdLst>
              <a:gd name="connsiteX0" fmla="*/ 296483 w 822962"/>
              <a:gd name="connsiteY0" fmla="*/ 246901 h 822973"/>
              <a:gd name="connsiteX1" fmla="*/ 289935 w 822962"/>
              <a:gd name="connsiteY1" fmla="*/ 243115 h 822973"/>
              <a:gd name="connsiteX2" fmla="*/ 289057 w 822962"/>
              <a:gd name="connsiteY2" fmla="*/ 242559 h 822973"/>
              <a:gd name="connsiteX3" fmla="*/ 275394 w 822962"/>
              <a:gd name="connsiteY3" fmla="*/ 224143 h 822973"/>
              <a:gd name="connsiteX4" fmla="*/ 278522 w 822962"/>
              <a:gd name="connsiteY4" fmla="*/ 200470 h 822973"/>
              <a:gd name="connsiteX5" fmla="*/ 302653 w 822962"/>
              <a:gd name="connsiteY5" fmla="*/ 158673 h 822973"/>
              <a:gd name="connsiteX6" fmla="*/ 321480 w 822962"/>
              <a:gd name="connsiteY6" fmla="*/ 144326 h 822973"/>
              <a:gd name="connsiteX7" fmla="*/ 345016 w 822962"/>
              <a:gd name="connsiteY7" fmla="*/ 147380 h 822973"/>
              <a:gd name="connsiteX8" fmla="*/ 345189 w 822962"/>
              <a:gd name="connsiteY8" fmla="*/ 147473 h 822973"/>
              <a:gd name="connsiteX9" fmla="*/ 345189 w 822962"/>
              <a:gd name="connsiteY9" fmla="*/ 147454 h 822973"/>
              <a:gd name="connsiteX10" fmla="*/ 351716 w 822962"/>
              <a:gd name="connsiteY10" fmla="*/ 151222 h 822973"/>
              <a:gd name="connsiteX11" fmla="*/ 353985 w 822962"/>
              <a:gd name="connsiteY11" fmla="*/ 149887 h 822973"/>
              <a:gd name="connsiteX12" fmla="*/ 356226 w 822962"/>
              <a:gd name="connsiteY12" fmla="*/ 148616 h 822973"/>
              <a:gd name="connsiteX13" fmla="*/ 356226 w 822962"/>
              <a:gd name="connsiteY13" fmla="*/ 141043 h 822973"/>
              <a:gd name="connsiteX14" fmla="*/ 365396 w 822962"/>
              <a:gd name="connsiteY14" fmla="*/ 118942 h 822973"/>
              <a:gd name="connsiteX15" fmla="*/ 387497 w 822962"/>
              <a:gd name="connsiteY15" fmla="*/ 109771 h 822973"/>
              <a:gd name="connsiteX16" fmla="*/ 435468 w 822962"/>
              <a:gd name="connsiteY16" fmla="*/ 109771 h 822973"/>
              <a:gd name="connsiteX17" fmla="*/ 457578 w 822962"/>
              <a:gd name="connsiteY17" fmla="*/ 118942 h 822973"/>
              <a:gd name="connsiteX18" fmla="*/ 466748 w 822962"/>
              <a:gd name="connsiteY18" fmla="*/ 141043 h 822973"/>
              <a:gd name="connsiteX19" fmla="*/ 466748 w 822962"/>
              <a:gd name="connsiteY19" fmla="*/ 148642 h 822973"/>
              <a:gd name="connsiteX20" fmla="*/ 468969 w 822962"/>
              <a:gd name="connsiteY20" fmla="*/ 149895 h 822973"/>
              <a:gd name="connsiteX21" fmla="*/ 469005 w 822962"/>
              <a:gd name="connsiteY21" fmla="*/ 149913 h 822973"/>
              <a:gd name="connsiteX22" fmla="*/ 469023 w 822962"/>
              <a:gd name="connsiteY22" fmla="*/ 149895 h 822973"/>
              <a:gd name="connsiteX23" fmla="*/ 471264 w 822962"/>
              <a:gd name="connsiteY23" fmla="*/ 151220 h 822973"/>
              <a:gd name="connsiteX24" fmla="*/ 477800 w 822962"/>
              <a:gd name="connsiteY24" fmla="*/ 147443 h 822973"/>
              <a:gd name="connsiteX25" fmla="*/ 501502 w 822962"/>
              <a:gd name="connsiteY25" fmla="*/ 144323 h 822973"/>
              <a:gd name="connsiteX26" fmla="*/ 520475 w 822962"/>
              <a:gd name="connsiteY26" fmla="*/ 158861 h 822973"/>
              <a:gd name="connsiteX27" fmla="*/ 520859 w 822962"/>
              <a:gd name="connsiteY27" fmla="*/ 159584 h 822973"/>
              <a:gd name="connsiteX28" fmla="*/ 544460 w 822962"/>
              <a:gd name="connsiteY28" fmla="*/ 200467 h 822973"/>
              <a:gd name="connsiteX29" fmla="*/ 547589 w 822962"/>
              <a:gd name="connsiteY29" fmla="*/ 224131 h 822973"/>
              <a:gd name="connsiteX30" fmla="*/ 533039 w 822962"/>
              <a:gd name="connsiteY30" fmla="*/ 243103 h 822973"/>
              <a:gd name="connsiteX31" fmla="*/ 526482 w 822962"/>
              <a:gd name="connsiteY31" fmla="*/ 246898 h 822973"/>
              <a:gd name="connsiteX32" fmla="*/ 526508 w 822962"/>
              <a:gd name="connsiteY32" fmla="*/ 249523 h 822973"/>
              <a:gd name="connsiteX33" fmla="*/ 526482 w 822962"/>
              <a:gd name="connsiteY33" fmla="*/ 252139 h 822973"/>
              <a:gd name="connsiteX34" fmla="*/ 533039 w 822962"/>
              <a:gd name="connsiteY34" fmla="*/ 255917 h 822973"/>
              <a:gd name="connsiteX35" fmla="*/ 547589 w 822962"/>
              <a:gd name="connsiteY35" fmla="*/ 274889 h 822973"/>
              <a:gd name="connsiteX36" fmla="*/ 544460 w 822962"/>
              <a:gd name="connsiteY36" fmla="*/ 298553 h 822973"/>
              <a:gd name="connsiteX37" fmla="*/ 520457 w 822962"/>
              <a:gd name="connsiteY37" fmla="*/ 340138 h 822973"/>
              <a:gd name="connsiteX38" fmla="*/ 520484 w 822962"/>
              <a:gd name="connsiteY38" fmla="*/ 340138 h 822973"/>
              <a:gd name="connsiteX39" fmla="*/ 501512 w 822962"/>
              <a:gd name="connsiteY39" fmla="*/ 354688 h 822973"/>
              <a:gd name="connsiteX40" fmla="*/ 477985 w 822962"/>
              <a:gd name="connsiteY40" fmla="*/ 351643 h 822973"/>
              <a:gd name="connsiteX41" fmla="*/ 477804 w 822962"/>
              <a:gd name="connsiteY41" fmla="*/ 351551 h 822973"/>
              <a:gd name="connsiteX42" fmla="*/ 477804 w 822962"/>
              <a:gd name="connsiteY42" fmla="*/ 351569 h 822973"/>
              <a:gd name="connsiteX43" fmla="*/ 471267 w 822962"/>
              <a:gd name="connsiteY43" fmla="*/ 347800 h 822973"/>
              <a:gd name="connsiteX44" fmla="*/ 468999 w 822962"/>
              <a:gd name="connsiteY44" fmla="*/ 349146 h 822973"/>
              <a:gd name="connsiteX45" fmla="*/ 466758 w 822962"/>
              <a:gd name="connsiteY45" fmla="*/ 350408 h 822973"/>
              <a:gd name="connsiteX46" fmla="*/ 466758 w 822962"/>
              <a:gd name="connsiteY46" fmla="*/ 357980 h 822973"/>
              <a:gd name="connsiteX47" fmla="*/ 457587 w 822962"/>
              <a:gd name="connsiteY47" fmla="*/ 380091 h 822973"/>
              <a:gd name="connsiteX48" fmla="*/ 435477 w 822962"/>
              <a:gd name="connsiteY48" fmla="*/ 389261 h 822973"/>
              <a:gd name="connsiteX49" fmla="*/ 387507 w 822962"/>
              <a:gd name="connsiteY49" fmla="*/ 389261 h 822973"/>
              <a:gd name="connsiteX50" fmla="*/ 365405 w 822962"/>
              <a:gd name="connsiteY50" fmla="*/ 380091 h 822973"/>
              <a:gd name="connsiteX51" fmla="*/ 356235 w 822962"/>
              <a:gd name="connsiteY51" fmla="*/ 357980 h 822973"/>
              <a:gd name="connsiteX52" fmla="*/ 356235 w 822962"/>
              <a:gd name="connsiteY52" fmla="*/ 350390 h 822973"/>
              <a:gd name="connsiteX53" fmla="*/ 354023 w 822962"/>
              <a:gd name="connsiteY53" fmla="*/ 349137 h 822973"/>
              <a:gd name="connsiteX54" fmla="*/ 353988 w 822962"/>
              <a:gd name="connsiteY54" fmla="*/ 349119 h 822973"/>
              <a:gd name="connsiteX55" fmla="*/ 353969 w 822962"/>
              <a:gd name="connsiteY55" fmla="*/ 349137 h 822973"/>
              <a:gd name="connsiteX56" fmla="*/ 351728 w 822962"/>
              <a:gd name="connsiteY56" fmla="*/ 347812 h 822973"/>
              <a:gd name="connsiteX57" fmla="*/ 345201 w 822962"/>
              <a:gd name="connsiteY57" fmla="*/ 351572 h 822973"/>
              <a:gd name="connsiteX58" fmla="*/ 344269 w 822962"/>
              <a:gd name="connsiteY58" fmla="*/ 352066 h 822973"/>
              <a:gd name="connsiteX59" fmla="*/ 321484 w 822962"/>
              <a:gd name="connsiteY59" fmla="*/ 354700 h 822973"/>
              <a:gd name="connsiteX60" fmla="*/ 302511 w 822962"/>
              <a:gd name="connsiteY60" fmla="*/ 340163 h 822973"/>
              <a:gd name="connsiteX61" fmla="*/ 302137 w 822962"/>
              <a:gd name="connsiteY61" fmla="*/ 339448 h 822973"/>
              <a:gd name="connsiteX62" fmla="*/ 278527 w 822962"/>
              <a:gd name="connsiteY62" fmla="*/ 298565 h 822973"/>
              <a:gd name="connsiteX63" fmla="*/ 275398 w 822962"/>
              <a:gd name="connsiteY63" fmla="*/ 274901 h 822973"/>
              <a:gd name="connsiteX64" fmla="*/ 289935 w 822962"/>
              <a:gd name="connsiteY64" fmla="*/ 255929 h 822973"/>
              <a:gd name="connsiteX65" fmla="*/ 296493 w 822962"/>
              <a:gd name="connsiteY65" fmla="*/ 252143 h 822973"/>
              <a:gd name="connsiteX66" fmla="*/ 296467 w 822962"/>
              <a:gd name="connsiteY66" fmla="*/ 249517 h 822973"/>
              <a:gd name="connsiteX67" fmla="*/ 296484 w 822962"/>
              <a:gd name="connsiteY67" fmla="*/ 246901 h 822973"/>
              <a:gd name="connsiteX68" fmla="*/ 118069 w 822962"/>
              <a:gd name="connsiteY68" fmla="*/ 116203 h 822973"/>
              <a:gd name="connsiteX69" fmla="*/ 117759 w 822962"/>
              <a:gd name="connsiteY69" fmla="*/ 116751 h 822973"/>
              <a:gd name="connsiteX70" fmla="*/ 117694 w 822962"/>
              <a:gd name="connsiteY70" fmla="*/ 116861 h 822973"/>
              <a:gd name="connsiteX71" fmla="*/ 116158 w 822962"/>
              <a:gd name="connsiteY71" fmla="*/ 129544 h 822973"/>
              <a:gd name="connsiteX72" fmla="*/ 124185 w 822962"/>
              <a:gd name="connsiteY72" fmla="*/ 140317 h 822973"/>
              <a:gd name="connsiteX73" fmla="*/ 124203 w 822962"/>
              <a:gd name="connsiteY73" fmla="*/ 140317 h 822973"/>
              <a:gd name="connsiteX74" fmla="*/ 137526 w 822962"/>
              <a:gd name="connsiteY74" fmla="*/ 142228 h 822973"/>
              <a:gd name="connsiteX75" fmla="*/ 148299 w 822962"/>
              <a:gd name="connsiteY75" fmla="*/ 134200 h 822973"/>
              <a:gd name="connsiteX76" fmla="*/ 148299 w 822962"/>
              <a:gd name="connsiteY76" fmla="*/ 134183 h 822973"/>
              <a:gd name="connsiteX77" fmla="*/ 150209 w 822962"/>
              <a:gd name="connsiteY77" fmla="*/ 120860 h 822973"/>
              <a:gd name="connsiteX78" fmla="*/ 142181 w 822962"/>
              <a:gd name="connsiteY78" fmla="*/ 110079 h 822973"/>
              <a:gd name="connsiteX79" fmla="*/ 141634 w 822962"/>
              <a:gd name="connsiteY79" fmla="*/ 109769 h 822973"/>
              <a:gd name="connsiteX80" fmla="*/ 141634 w 822962"/>
              <a:gd name="connsiteY80" fmla="*/ 109787 h 822973"/>
              <a:gd name="connsiteX81" fmla="*/ 141524 w 822962"/>
              <a:gd name="connsiteY81" fmla="*/ 109712 h 822973"/>
              <a:gd name="connsiteX82" fmla="*/ 128840 w 822962"/>
              <a:gd name="connsiteY82" fmla="*/ 108177 h 822973"/>
              <a:gd name="connsiteX83" fmla="*/ 118068 w 822962"/>
              <a:gd name="connsiteY83" fmla="*/ 116205 h 822973"/>
              <a:gd name="connsiteX84" fmla="*/ 91241 w 822962"/>
              <a:gd name="connsiteY84" fmla="*/ 135762 h 822973"/>
              <a:gd name="connsiteX85" fmla="*/ 95429 w 822962"/>
              <a:gd name="connsiteY85" fmla="*/ 104124 h 822973"/>
              <a:gd name="connsiteX86" fmla="*/ 96361 w 822962"/>
              <a:gd name="connsiteY86" fmla="*/ 102487 h 822973"/>
              <a:gd name="connsiteX87" fmla="*/ 96387 w 822962"/>
              <a:gd name="connsiteY87" fmla="*/ 102505 h 822973"/>
              <a:gd name="connsiteX88" fmla="*/ 122611 w 822962"/>
              <a:gd name="connsiteY88" fmla="*/ 83255 h 822973"/>
              <a:gd name="connsiteX89" fmla="*/ 154240 w 822962"/>
              <a:gd name="connsiteY89" fmla="*/ 87452 h 822973"/>
              <a:gd name="connsiteX90" fmla="*/ 155886 w 822962"/>
              <a:gd name="connsiteY90" fmla="*/ 88375 h 822973"/>
              <a:gd name="connsiteX91" fmla="*/ 155868 w 822962"/>
              <a:gd name="connsiteY91" fmla="*/ 88402 h 822973"/>
              <a:gd name="connsiteX92" fmla="*/ 175106 w 822962"/>
              <a:gd name="connsiteY92" fmla="*/ 114616 h 822973"/>
              <a:gd name="connsiteX93" fmla="*/ 170287 w 822962"/>
              <a:gd name="connsiteY93" fmla="*/ 147343 h 822973"/>
              <a:gd name="connsiteX94" fmla="*/ 143733 w 822962"/>
              <a:gd name="connsiteY94" fmla="*/ 167122 h 822973"/>
              <a:gd name="connsiteX95" fmla="*/ 111014 w 822962"/>
              <a:gd name="connsiteY95" fmla="*/ 162294 h 822973"/>
              <a:gd name="connsiteX96" fmla="*/ 91226 w 822962"/>
              <a:gd name="connsiteY96" fmla="*/ 135749 h 822973"/>
              <a:gd name="connsiteX97" fmla="*/ 110068 w 822962"/>
              <a:gd name="connsiteY97" fmla="*/ 679785 h 822973"/>
              <a:gd name="connsiteX98" fmla="*/ 109758 w 822962"/>
              <a:gd name="connsiteY98" fmla="*/ 680332 h 822973"/>
              <a:gd name="connsiteX99" fmla="*/ 109776 w 822962"/>
              <a:gd name="connsiteY99" fmla="*/ 680332 h 822973"/>
              <a:gd name="connsiteX100" fmla="*/ 109702 w 822962"/>
              <a:gd name="connsiteY100" fmla="*/ 680442 h 822973"/>
              <a:gd name="connsiteX101" fmla="*/ 108166 w 822962"/>
              <a:gd name="connsiteY101" fmla="*/ 693126 h 822973"/>
              <a:gd name="connsiteX102" fmla="*/ 116202 w 822962"/>
              <a:gd name="connsiteY102" fmla="*/ 703898 h 822973"/>
              <a:gd name="connsiteX103" fmla="*/ 129525 w 822962"/>
              <a:gd name="connsiteY103" fmla="*/ 705809 h 822973"/>
              <a:gd name="connsiteX104" fmla="*/ 140298 w 822962"/>
              <a:gd name="connsiteY104" fmla="*/ 697781 h 822973"/>
              <a:gd name="connsiteX105" fmla="*/ 140298 w 822962"/>
              <a:gd name="connsiteY105" fmla="*/ 697764 h 822973"/>
              <a:gd name="connsiteX106" fmla="*/ 142209 w 822962"/>
              <a:gd name="connsiteY106" fmla="*/ 684441 h 822973"/>
              <a:gd name="connsiteX107" fmla="*/ 134181 w 822962"/>
              <a:gd name="connsiteY107" fmla="*/ 673660 h 822973"/>
              <a:gd name="connsiteX108" fmla="*/ 133633 w 822962"/>
              <a:gd name="connsiteY108" fmla="*/ 673350 h 822973"/>
              <a:gd name="connsiteX109" fmla="*/ 133633 w 822962"/>
              <a:gd name="connsiteY109" fmla="*/ 673368 h 822973"/>
              <a:gd name="connsiteX110" fmla="*/ 133523 w 822962"/>
              <a:gd name="connsiteY110" fmla="*/ 673294 h 822973"/>
              <a:gd name="connsiteX111" fmla="*/ 120848 w 822962"/>
              <a:gd name="connsiteY111" fmla="*/ 671758 h 822973"/>
              <a:gd name="connsiteX112" fmla="*/ 110068 w 822962"/>
              <a:gd name="connsiteY112" fmla="*/ 679786 h 822973"/>
              <a:gd name="connsiteX113" fmla="*/ 83249 w 822962"/>
              <a:gd name="connsiteY113" fmla="*/ 699344 h 822973"/>
              <a:gd name="connsiteX114" fmla="*/ 87437 w 822962"/>
              <a:gd name="connsiteY114" fmla="*/ 667705 h 822973"/>
              <a:gd name="connsiteX115" fmla="*/ 88369 w 822962"/>
              <a:gd name="connsiteY115" fmla="*/ 666077 h 822973"/>
              <a:gd name="connsiteX116" fmla="*/ 88396 w 822962"/>
              <a:gd name="connsiteY116" fmla="*/ 666077 h 822973"/>
              <a:gd name="connsiteX117" fmla="*/ 114619 w 822962"/>
              <a:gd name="connsiteY117" fmla="*/ 646839 h 822973"/>
              <a:gd name="connsiteX118" fmla="*/ 146257 w 822962"/>
              <a:gd name="connsiteY118" fmla="*/ 651036 h 822973"/>
              <a:gd name="connsiteX119" fmla="*/ 147894 w 822962"/>
              <a:gd name="connsiteY119" fmla="*/ 651959 h 822973"/>
              <a:gd name="connsiteX120" fmla="*/ 147877 w 822962"/>
              <a:gd name="connsiteY120" fmla="*/ 651986 h 822973"/>
              <a:gd name="connsiteX121" fmla="*/ 167126 w 822962"/>
              <a:gd name="connsiteY121" fmla="*/ 678209 h 822973"/>
              <a:gd name="connsiteX122" fmla="*/ 162307 w 822962"/>
              <a:gd name="connsiteY122" fmla="*/ 710928 h 822973"/>
              <a:gd name="connsiteX123" fmla="*/ 135762 w 822962"/>
              <a:gd name="connsiteY123" fmla="*/ 730710 h 822973"/>
              <a:gd name="connsiteX124" fmla="*/ 103035 w 822962"/>
              <a:gd name="connsiteY124" fmla="*/ 725887 h 822973"/>
              <a:gd name="connsiteX125" fmla="*/ 83247 w 822962"/>
              <a:gd name="connsiteY125" fmla="*/ 699344 h 822973"/>
              <a:gd name="connsiteX126" fmla="*/ 673883 w 822962"/>
              <a:gd name="connsiteY126" fmla="*/ 687997 h 822973"/>
              <a:gd name="connsiteX127" fmla="*/ 673517 w 822962"/>
              <a:gd name="connsiteY127" fmla="*/ 688544 h 822973"/>
              <a:gd name="connsiteX128" fmla="*/ 673591 w 822962"/>
              <a:gd name="connsiteY128" fmla="*/ 688544 h 822973"/>
              <a:gd name="connsiteX129" fmla="*/ 673517 w 822962"/>
              <a:gd name="connsiteY129" fmla="*/ 688654 h 822973"/>
              <a:gd name="connsiteX130" fmla="*/ 671915 w 822962"/>
              <a:gd name="connsiteY130" fmla="*/ 701338 h 822973"/>
              <a:gd name="connsiteX131" fmla="*/ 679982 w 822962"/>
              <a:gd name="connsiteY131" fmla="*/ 712110 h 822973"/>
              <a:gd name="connsiteX132" fmla="*/ 693278 w 822962"/>
              <a:gd name="connsiteY132" fmla="*/ 714021 h 822973"/>
              <a:gd name="connsiteX133" fmla="*/ 704104 w 822962"/>
              <a:gd name="connsiteY133" fmla="*/ 705993 h 822973"/>
              <a:gd name="connsiteX134" fmla="*/ 705997 w 822962"/>
              <a:gd name="connsiteY134" fmla="*/ 692662 h 822973"/>
              <a:gd name="connsiteX135" fmla="*/ 698005 w 822962"/>
              <a:gd name="connsiteY135" fmla="*/ 681881 h 822973"/>
              <a:gd name="connsiteX136" fmla="*/ 697428 w 822962"/>
              <a:gd name="connsiteY136" fmla="*/ 681571 h 822973"/>
              <a:gd name="connsiteX137" fmla="*/ 697428 w 822962"/>
              <a:gd name="connsiteY137" fmla="*/ 681589 h 822973"/>
              <a:gd name="connsiteX138" fmla="*/ 697353 w 822962"/>
              <a:gd name="connsiteY138" fmla="*/ 681515 h 822973"/>
              <a:gd name="connsiteX139" fmla="*/ 684643 w 822962"/>
              <a:gd name="connsiteY139" fmla="*/ 679988 h 822973"/>
              <a:gd name="connsiteX140" fmla="*/ 673889 w 822962"/>
              <a:gd name="connsiteY140" fmla="*/ 688016 h 822973"/>
              <a:gd name="connsiteX141" fmla="*/ 647007 w 822962"/>
              <a:gd name="connsiteY141" fmla="*/ 707556 h 822973"/>
              <a:gd name="connsiteX142" fmla="*/ 651222 w 822962"/>
              <a:gd name="connsiteY142" fmla="*/ 675926 h 822973"/>
              <a:gd name="connsiteX143" fmla="*/ 652163 w 822962"/>
              <a:gd name="connsiteY143" fmla="*/ 674290 h 822973"/>
              <a:gd name="connsiteX144" fmla="*/ 678377 w 822962"/>
              <a:gd name="connsiteY144" fmla="*/ 655061 h 822973"/>
              <a:gd name="connsiteX145" fmla="*/ 710042 w 822962"/>
              <a:gd name="connsiteY145" fmla="*/ 659258 h 822973"/>
              <a:gd name="connsiteX146" fmla="*/ 711643 w 822962"/>
              <a:gd name="connsiteY146" fmla="*/ 660190 h 822973"/>
              <a:gd name="connsiteX147" fmla="*/ 711643 w 822962"/>
              <a:gd name="connsiteY147" fmla="*/ 660208 h 822973"/>
              <a:gd name="connsiteX148" fmla="*/ 730892 w 822962"/>
              <a:gd name="connsiteY148" fmla="*/ 686431 h 822973"/>
              <a:gd name="connsiteX149" fmla="*/ 726099 w 822962"/>
              <a:gd name="connsiteY149" fmla="*/ 719151 h 822973"/>
              <a:gd name="connsiteX150" fmla="*/ 699520 w 822962"/>
              <a:gd name="connsiteY150" fmla="*/ 738940 h 822973"/>
              <a:gd name="connsiteX151" fmla="*/ 666840 w 822962"/>
              <a:gd name="connsiteY151" fmla="*/ 734132 h 822973"/>
              <a:gd name="connsiteX152" fmla="*/ 666840 w 822962"/>
              <a:gd name="connsiteY152" fmla="*/ 734109 h 822973"/>
              <a:gd name="connsiteX153" fmla="*/ 647007 w 822962"/>
              <a:gd name="connsiteY153" fmla="*/ 707566 h 822973"/>
              <a:gd name="connsiteX154" fmla="*/ 681875 w 822962"/>
              <a:gd name="connsiteY154" fmla="*/ 123993 h 822973"/>
              <a:gd name="connsiteX155" fmla="*/ 681509 w 822962"/>
              <a:gd name="connsiteY155" fmla="*/ 124532 h 822973"/>
              <a:gd name="connsiteX156" fmla="*/ 681583 w 822962"/>
              <a:gd name="connsiteY156" fmla="*/ 124532 h 822973"/>
              <a:gd name="connsiteX157" fmla="*/ 681509 w 822962"/>
              <a:gd name="connsiteY157" fmla="*/ 124651 h 822973"/>
              <a:gd name="connsiteX158" fmla="*/ 679982 w 822962"/>
              <a:gd name="connsiteY158" fmla="*/ 137325 h 822973"/>
              <a:gd name="connsiteX159" fmla="*/ 687974 w 822962"/>
              <a:gd name="connsiteY159" fmla="*/ 148106 h 822973"/>
              <a:gd name="connsiteX160" fmla="*/ 701342 w 822962"/>
              <a:gd name="connsiteY160" fmla="*/ 150017 h 822973"/>
              <a:gd name="connsiteX161" fmla="*/ 712096 w 822962"/>
              <a:gd name="connsiteY161" fmla="*/ 141989 h 822973"/>
              <a:gd name="connsiteX162" fmla="*/ 713988 w 822962"/>
              <a:gd name="connsiteY162" fmla="*/ 128657 h 822973"/>
              <a:gd name="connsiteX163" fmla="*/ 705997 w 822962"/>
              <a:gd name="connsiteY163" fmla="*/ 117877 h 822973"/>
              <a:gd name="connsiteX164" fmla="*/ 705411 w 822962"/>
              <a:gd name="connsiteY164" fmla="*/ 117567 h 822973"/>
              <a:gd name="connsiteX165" fmla="*/ 705336 w 822962"/>
              <a:gd name="connsiteY165" fmla="*/ 117514 h 822973"/>
              <a:gd name="connsiteX166" fmla="*/ 692626 w 822962"/>
              <a:gd name="connsiteY166" fmla="*/ 115968 h 822973"/>
              <a:gd name="connsiteX167" fmla="*/ 681872 w 822962"/>
              <a:gd name="connsiteY167" fmla="*/ 124005 h 822973"/>
              <a:gd name="connsiteX168" fmla="*/ 654999 w 822962"/>
              <a:gd name="connsiteY168" fmla="*/ 143552 h 822973"/>
              <a:gd name="connsiteX169" fmla="*/ 659214 w 822962"/>
              <a:gd name="connsiteY169" fmla="*/ 111914 h 822973"/>
              <a:gd name="connsiteX170" fmla="*/ 660155 w 822962"/>
              <a:gd name="connsiteY170" fmla="*/ 110285 h 822973"/>
              <a:gd name="connsiteX171" fmla="*/ 686369 w 822962"/>
              <a:gd name="connsiteY171" fmla="*/ 91048 h 822973"/>
              <a:gd name="connsiteX172" fmla="*/ 718037 w 822962"/>
              <a:gd name="connsiteY172" fmla="*/ 95236 h 822973"/>
              <a:gd name="connsiteX173" fmla="*/ 719637 w 822962"/>
              <a:gd name="connsiteY173" fmla="*/ 96168 h 822973"/>
              <a:gd name="connsiteX174" fmla="*/ 719637 w 822962"/>
              <a:gd name="connsiteY174" fmla="*/ 96195 h 822973"/>
              <a:gd name="connsiteX175" fmla="*/ 738885 w 822962"/>
              <a:gd name="connsiteY175" fmla="*/ 122409 h 822973"/>
              <a:gd name="connsiteX176" fmla="*/ 734092 w 822962"/>
              <a:gd name="connsiteY176" fmla="*/ 155128 h 822973"/>
              <a:gd name="connsiteX177" fmla="*/ 734092 w 822962"/>
              <a:gd name="connsiteY177" fmla="*/ 155146 h 822973"/>
              <a:gd name="connsiteX178" fmla="*/ 707511 w 822962"/>
              <a:gd name="connsiteY178" fmla="*/ 174925 h 822973"/>
              <a:gd name="connsiteX179" fmla="*/ 674823 w 822962"/>
              <a:gd name="connsiteY179" fmla="*/ 170106 h 822973"/>
              <a:gd name="connsiteX180" fmla="*/ 654991 w 822962"/>
              <a:gd name="connsiteY180" fmla="*/ 143551 h 822973"/>
              <a:gd name="connsiteX181" fmla="*/ 248594 w 822962"/>
              <a:gd name="connsiteY181" fmla="*/ 719014 h 822973"/>
              <a:gd name="connsiteX182" fmla="*/ 180442 w 822962"/>
              <a:gd name="connsiteY182" fmla="*/ 725361 h 822973"/>
              <a:gd name="connsiteX183" fmla="*/ 168839 w 822962"/>
              <a:gd name="connsiteY183" fmla="*/ 739283 h 822973"/>
              <a:gd name="connsiteX184" fmla="*/ 169890 w 822962"/>
              <a:gd name="connsiteY184" fmla="*/ 743344 h 822973"/>
              <a:gd name="connsiteX185" fmla="*/ 197375 w 822962"/>
              <a:gd name="connsiteY185" fmla="*/ 804960 h 822973"/>
              <a:gd name="connsiteX186" fmla="*/ 214309 w 822962"/>
              <a:gd name="connsiteY186" fmla="*/ 811444 h 822973"/>
              <a:gd name="connsiteX187" fmla="*/ 220783 w 822962"/>
              <a:gd name="connsiteY187" fmla="*/ 794505 h 822973"/>
              <a:gd name="connsiteX188" fmla="*/ 210195 w 822962"/>
              <a:gd name="connsiteY188" fmla="*/ 770769 h 822973"/>
              <a:gd name="connsiteX189" fmla="*/ 418175 w 822962"/>
              <a:gd name="connsiteY189" fmla="*/ 822897 h 822973"/>
              <a:gd name="connsiteX190" fmla="*/ 635048 w 822962"/>
              <a:gd name="connsiteY190" fmla="*/ 756451 h 822973"/>
              <a:gd name="connsiteX191" fmla="*/ 638826 w 822962"/>
              <a:gd name="connsiteY191" fmla="*/ 738719 h 822973"/>
              <a:gd name="connsiteX192" fmla="*/ 621085 w 822962"/>
              <a:gd name="connsiteY192" fmla="*/ 734947 h 822973"/>
              <a:gd name="connsiteX193" fmla="*/ 417784 w 822962"/>
              <a:gd name="connsiteY193" fmla="*/ 797286 h 822973"/>
              <a:gd name="connsiteX194" fmla="*/ 220830 w 822962"/>
              <a:gd name="connsiteY194" fmla="*/ 747345 h 822973"/>
              <a:gd name="connsiteX195" fmla="*/ 250896 w 822962"/>
              <a:gd name="connsiteY195" fmla="*/ 744541 h 822973"/>
              <a:gd name="connsiteX196" fmla="*/ 262499 w 822962"/>
              <a:gd name="connsiteY196" fmla="*/ 730627 h 822973"/>
              <a:gd name="connsiteX197" fmla="*/ 248580 w 822962"/>
              <a:gd name="connsiteY197" fmla="*/ 719021 h 822973"/>
              <a:gd name="connsiteX198" fmla="*/ 602650 w 822962"/>
              <a:gd name="connsiteY198" fmla="*/ 28223 h 822973"/>
              <a:gd name="connsiteX199" fmla="*/ 613404 w 822962"/>
              <a:gd name="connsiteY199" fmla="*/ 53471 h 822973"/>
              <a:gd name="connsiteX200" fmla="*/ 403457 w 822962"/>
              <a:gd name="connsiteY200" fmla="*/ 71 h 822973"/>
              <a:gd name="connsiteX201" fmla="*/ 186790 w 822962"/>
              <a:gd name="connsiteY201" fmla="*/ 66201 h 822973"/>
              <a:gd name="connsiteX202" fmla="*/ 183022 w 822962"/>
              <a:gd name="connsiteY202" fmla="*/ 83942 h 822973"/>
              <a:gd name="connsiteX203" fmla="*/ 200762 w 822962"/>
              <a:gd name="connsiteY203" fmla="*/ 87710 h 822973"/>
              <a:gd name="connsiteX204" fmla="*/ 403858 w 822962"/>
              <a:gd name="connsiteY204" fmla="*/ 25696 h 822973"/>
              <a:gd name="connsiteX205" fmla="*/ 601666 w 822962"/>
              <a:gd name="connsiteY205" fmla="*/ 76289 h 822973"/>
              <a:gd name="connsiteX206" fmla="*/ 573037 w 822962"/>
              <a:gd name="connsiteY206" fmla="*/ 78465 h 822973"/>
              <a:gd name="connsiteX207" fmla="*/ 561188 w 822962"/>
              <a:gd name="connsiteY207" fmla="*/ 92226 h 822973"/>
              <a:gd name="connsiteX208" fmla="*/ 574949 w 822962"/>
              <a:gd name="connsiteY208" fmla="*/ 104076 h 822973"/>
              <a:gd name="connsiteX209" fmla="*/ 642213 w 822962"/>
              <a:gd name="connsiteY209" fmla="*/ 98983 h 822973"/>
              <a:gd name="connsiteX210" fmla="*/ 642213 w 822962"/>
              <a:gd name="connsiteY210" fmla="*/ 98965 h 822973"/>
              <a:gd name="connsiteX211" fmla="*/ 642358 w 822962"/>
              <a:gd name="connsiteY211" fmla="*/ 98947 h 822973"/>
              <a:gd name="connsiteX212" fmla="*/ 646282 w 822962"/>
              <a:gd name="connsiteY212" fmla="*/ 97968 h 822973"/>
              <a:gd name="connsiteX213" fmla="*/ 653038 w 822962"/>
              <a:gd name="connsiteY213" fmla="*/ 81144 h 822973"/>
              <a:gd name="connsiteX214" fmla="*/ 626264 w 822962"/>
              <a:gd name="connsiteY214" fmla="*/ 18169 h 822973"/>
              <a:gd name="connsiteX215" fmla="*/ 609428 w 822962"/>
              <a:gd name="connsiteY215" fmla="*/ 11394 h 822973"/>
              <a:gd name="connsiteX216" fmla="*/ 602644 w 822962"/>
              <a:gd name="connsiteY216" fmla="*/ 28218 h 822973"/>
              <a:gd name="connsiteX217" fmla="*/ 28223 w 822962"/>
              <a:gd name="connsiteY217" fmla="*/ 219295 h 822973"/>
              <a:gd name="connsiteX218" fmla="*/ 53471 w 822962"/>
              <a:gd name="connsiteY218" fmla="*/ 208541 h 822973"/>
              <a:gd name="connsiteX219" fmla="*/ 59 w 822962"/>
              <a:gd name="connsiteY219" fmla="*/ 417893 h 822973"/>
              <a:gd name="connsiteX220" fmla="*/ 65493 w 822962"/>
              <a:gd name="connsiteY220" fmla="*/ 634103 h 822973"/>
              <a:gd name="connsiteX221" fmla="*/ 83233 w 822962"/>
              <a:gd name="connsiteY221" fmla="*/ 637969 h 822973"/>
              <a:gd name="connsiteX222" fmla="*/ 87099 w 822962"/>
              <a:gd name="connsiteY222" fmla="*/ 620229 h 822973"/>
              <a:gd name="connsiteX223" fmla="*/ 25687 w 822962"/>
              <a:gd name="connsiteY223" fmla="*/ 417491 h 822973"/>
              <a:gd name="connsiteX224" fmla="*/ 76288 w 822962"/>
              <a:gd name="connsiteY224" fmla="*/ 220286 h 822973"/>
              <a:gd name="connsiteX225" fmla="*/ 78464 w 822962"/>
              <a:gd name="connsiteY225" fmla="*/ 248905 h 822973"/>
              <a:gd name="connsiteX226" fmla="*/ 92225 w 822962"/>
              <a:gd name="connsiteY226" fmla="*/ 260755 h 822973"/>
              <a:gd name="connsiteX227" fmla="*/ 104075 w 822962"/>
              <a:gd name="connsiteY227" fmla="*/ 246994 h 822973"/>
              <a:gd name="connsiteX228" fmla="*/ 98982 w 822962"/>
              <a:gd name="connsiteY228" fmla="*/ 179721 h 822973"/>
              <a:gd name="connsiteX229" fmla="*/ 98964 w 822962"/>
              <a:gd name="connsiteY229" fmla="*/ 179721 h 822973"/>
              <a:gd name="connsiteX230" fmla="*/ 98964 w 822962"/>
              <a:gd name="connsiteY230" fmla="*/ 179593 h 822973"/>
              <a:gd name="connsiteX231" fmla="*/ 98964 w 822962"/>
              <a:gd name="connsiteY231" fmla="*/ 179585 h 822973"/>
              <a:gd name="connsiteX232" fmla="*/ 97976 w 822962"/>
              <a:gd name="connsiteY232" fmla="*/ 175661 h 822973"/>
              <a:gd name="connsiteX233" fmla="*/ 81153 w 822962"/>
              <a:gd name="connsiteY233" fmla="*/ 168878 h 822973"/>
              <a:gd name="connsiteX234" fmla="*/ 18177 w 822962"/>
              <a:gd name="connsiteY234" fmla="*/ 195688 h 822973"/>
              <a:gd name="connsiteX235" fmla="*/ 11394 w 822962"/>
              <a:gd name="connsiteY235" fmla="*/ 212524 h 822973"/>
              <a:gd name="connsiteX236" fmla="*/ 28217 w 822962"/>
              <a:gd name="connsiteY236" fmla="*/ 219298 h 822973"/>
              <a:gd name="connsiteX237" fmla="*/ 718989 w 822962"/>
              <a:gd name="connsiteY237" fmla="*/ 573366 h 822973"/>
              <a:gd name="connsiteX238" fmla="*/ 725314 w 822962"/>
              <a:gd name="connsiteY238" fmla="*/ 641508 h 822973"/>
              <a:gd name="connsiteX239" fmla="*/ 739259 w 822962"/>
              <a:gd name="connsiteY239" fmla="*/ 653102 h 822973"/>
              <a:gd name="connsiteX240" fmla="*/ 743328 w 822962"/>
              <a:gd name="connsiteY240" fmla="*/ 652052 h 822973"/>
              <a:gd name="connsiteX241" fmla="*/ 804920 w 822962"/>
              <a:gd name="connsiteY241" fmla="*/ 624566 h 822973"/>
              <a:gd name="connsiteX242" fmla="*/ 811382 w 822962"/>
              <a:gd name="connsiteY242" fmla="*/ 607632 h 822973"/>
              <a:gd name="connsiteX243" fmla="*/ 794458 w 822962"/>
              <a:gd name="connsiteY243" fmla="*/ 601149 h 822973"/>
              <a:gd name="connsiteX244" fmla="*/ 771141 w 822962"/>
              <a:gd name="connsiteY244" fmla="*/ 611547 h 822973"/>
              <a:gd name="connsiteX245" fmla="*/ 822858 w 822962"/>
              <a:gd name="connsiteY245" fmla="*/ 403094 h 822973"/>
              <a:gd name="connsiteX246" fmla="*/ 755169 w 822962"/>
              <a:gd name="connsiteY246" fmla="*/ 185459 h 822973"/>
              <a:gd name="connsiteX247" fmla="*/ 737445 w 822962"/>
              <a:gd name="connsiteY247" fmla="*/ 181792 h 822973"/>
              <a:gd name="connsiteX248" fmla="*/ 733810 w 822962"/>
              <a:gd name="connsiteY248" fmla="*/ 199524 h 822973"/>
              <a:gd name="connsiteX249" fmla="*/ 797300 w 822962"/>
              <a:gd name="connsiteY249" fmla="*/ 403588 h 822973"/>
              <a:gd name="connsiteX250" fmla="*/ 747328 w 822962"/>
              <a:gd name="connsiteY250" fmla="*/ 601609 h 822973"/>
              <a:gd name="connsiteX251" fmla="*/ 744494 w 822962"/>
              <a:gd name="connsiteY251" fmla="*/ 571039 h 822973"/>
              <a:gd name="connsiteX252" fmla="*/ 730625 w 822962"/>
              <a:gd name="connsiteY252" fmla="*/ 559446 h 822973"/>
              <a:gd name="connsiteX253" fmla="*/ 718997 w 822962"/>
              <a:gd name="connsiteY253" fmla="*/ 573364 h 822973"/>
              <a:gd name="connsiteX254" fmla="*/ 579150 w 822962"/>
              <a:gd name="connsiteY254" fmla="*/ 481415 h 822973"/>
              <a:gd name="connsiteX255" fmla="*/ 558073 w 822962"/>
              <a:gd name="connsiteY255" fmla="*/ 472682 h 822973"/>
              <a:gd name="connsiteX256" fmla="*/ 536996 w 822962"/>
              <a:gd name="connsiteY256" fmla="*/ 481415 h 822973"/>
              <a:gd name="connsiteX257" fmla="*/ 528262 w 822962"/>
              <a:gd name="connsiteY257" fmla="*/ 502492 h 822973"/>
              <a:gd name="connsiteX258" fmla="*/ 536996 w 822962"/>
              <a:gd name="connsiteY258" fmla="*/ 523569 h 822973"/>
              <a:gd name="connsiteX259" fmla="*/ 558073 w 822962"/>
              <a:gd name="connsiteY259" fmla="*/ 532293 h 822973"/>
              <a:gd name="connsiteX260" fmla="*/ 579150 w 822962"/>
              <a:gd name="connsiteY260" fmla="*/ 523569 h 822973"/>
              <a:gd name="connsiteX261" fmla="*/ 587883 w 822962"/>
              <a:gd name="connsiteY261" fmla="*/ 502492 h 822973"/>
              <a:gd name="connsiteX262" fmla="*/ 579150 w 822962"/>
              <a:gd name="connsiteY262" fmla="*/ 481415 h 822973"/>
              <a:gd name="connsiteX263" fmla="*/ 558073 w 822962"/>
              <a:gd name="connsiteY263" fmla="*/ 446961 h 822973"/>
              <a:gd name="connsiteX264" fmla="*/ 597336 w 822962"/>
              <a:gd name="connsiteY264" fmla="*/ 463229 h 822973"/>
              <a:gd name="connsiteX265" fmla="*/ 613603 w 822962"/>
              <a:gd name="connsiteY265" fmla="*/ 502492 h 822973"/>
              <a:gd name="connsiteX266" fmla="*/ 597336 w 822962"/>
              <a:gd name="connsiteY266" fmla="*/ 541747 h 822973"/>
              <a:gd name="connsiteX267" fmla="*/ 558073 w 822962"/>
              <a:gd name="connsiteY267" fmla="*/ 558015 h 822973"/>
              <a:gd name="connsiteX268" fmla="*/ 518809 w 822962"/>
              <a:gd name="connsiteY268" fmla="*/ 541747 h 822973"/>
              <a:gd name="connsiteX269" fmla="*/ 502542 w 822962"/>
              <a:gd name="connsiteY269" fmla="*/ 502492 h 822973"/>
              <a:gd name="connsiteX270" fmla="*/ 518809 w 822962"/>
              <a:gd name="connsiteY270" fmla="*/ 463229 h 822973"/>
              <a:gd name="connsiteX271" fmla="*/ 558073 w 822962"/>
              <a:gd name="connsiteY271" fmla="*/ 446961 h 822973"/>
              <a:gd name="connsiteX272" fmla="*/ 286000 w 822962"/>
              <a:gd name="connsiteY272" fmla="*/ 481415 h 822973"/>
              <a:gd name="connsiteX273" fmla="*/ 264924 w 822962"/>
              <a:gd name="connsiteY273" fmla="*/ 472682 h 822973"/>
              <a:gd name="connsiteX274" fmla="*/ 243847 w 822962"/>
              <a:gd name="connsiteY274" fmla="*/ 481415 h 822973"/>
              <a:gd name="connsiteX275" fmla="*/ 235113 w 822962"/>
              <a:gd name="connsiteY275" fmla="*/ 502492 h 822973"/>
              <a:gd name="connsiteX276" fmla="*/ 243847 w 822962"/>
              <a:gd name="connsiteY276" fmla="*/ 523569 h 822973"/>
              <a:gd name="connsiteX277" fmla="*/ 264924 w 822962"/>
              <a:gd name="connsiteY277" fmla="*/ 532293 h 822973"/>
              <a:gd name="connsiteX278" fmla="*/ 286000 w 822962"/>
              <a:gd name="connsiteY278" fmla="*/ 523569 h 822973"/>
              <a:gd name="connsiteX279" fmla="*/ 294725 w 822962"/>
              <a:gd name="connsiteY279" fmla="*/ 502492 h 822973"/>
              <a:gd name="connsiteX280" fmla="*/ 286000 w 822962"/>
              <a:gd name="connsiteY280" fmla="*/ 481415 h 822973"/>
              <a:gd name="connsiteX281" fmla="*/ 264924 w 822962"/>
              <a:gd name="connsiteY281" fmla="*/ 446961 h 822973"/>
              <a:gd name="connsiteX282" fmla="*/ 304187 w 822962"/>
              <a:gd name="connsiteY282" fmla="*/ 463229 h 822973"/>
              <a:gd name="connsiteX283" fmla="*/ 320454 w 822962"/>
              <a:gd name="connsiteY283" fmla="*/ 502492 h 822973"/>
              <a:gd name="connsiteX284" fmla="*/ 304187 w 822962"/>
              <a:gd name="connsiteY284" fmla="*/ 541747 h 822973"/>
              <a:gd name="connsiteX285" fmla="*/ 264924 w 822962"/>
              <a:gd name="connsiteY285" fmla="*/ 558015 h 822973"/>
              <a:gd name="connsiteX286" fmla="*/ 225660 w 822962"/>
              <a:gd name="connsiteY286" fmla="*/ 541747 h 822973"/>
              <a:gd name="connsiteX287" fmla="*/ 209393 w 822962"/>
              <a:gd name="connsiteY287" fmla="*/ 502492 h 822973"/>
              <a:gd name="connsiteX288" fmla="*/ 225660 w 822962"/>
              <a:gd name="connsiteY288" fmla="*/ 463229 h 822973"/>
              <a:gd name="connsiteX289" fmla="*/ 264924 w 822962"/>
              <a:gd name="connsiteY289" fmla="*/ 446961 h 822973"/>
              <a:gd name="connsiteX290" fmla="*/ 432571 w 822962"/>
              <a:gd name="connsiteY290" fmla="*/ 228443 h 822973"/>
              <a:gd name="connsiteX291" fmla="*/ 411494 w 822962"/>
              <a:gd name="connsiteY291" fmla="*/ 219709 h 822973"/>
              <a:gd name="connsiteX292" fmla="*/ 390417 w 822962"/>
              <a:gd name="connsiteY292" fmla="*/ 228443 h 822973"/>
              <a:gd name="connsiteX293" fmla="*/ 381693 w 822962"/>
              <a:gd name="connsiteY293" fmla="*/ 249510 h 822973"/>
              <a:gd name="connsiteX294" fmla="*/ 390417 w 822962"/>
              <a:gd name="connsiteY294" fmla="*/ 270587 h 822973"/>
              <a:gd name="connsiteX295" fmla="*/ 411494 w 822962"/>
              <a:gd name="connsiteY295" fmla="*/ 279321 h 822973"/>
              <a:gd name="connsiteX296" fmla="*/ 432571 w 822962"/>
              <a:gd name="connsiteY296" fmla="*/ 270587 h 822973"/>
              <a:gd name="connsiteX297" fmla="*/ 441304 w 822962"/>
              <a:gd name="connsiteY297" fmla="*/ 249510 h 822973"/>
              <a:gd name="connsiteX298" fmla="*/ 432571 w 822962"/>
              <a:gd name="connsiteY298" fmla="*/ 228443 h 822973"/>
              <a:gd name="connsiteX299" fmla="*/ 450758 w 822962"/>
              <a:gd name="connsiteY299" fmla="*/ 210256 h 822973"/>
              <a:gd name="connsiteX300" fmla="*/ 411494 w 822962"/>
              <a:gd name="connsiteY300" fmla="*/ 193989 h 822973"/>
              <a:gd name="connsiteX301" fmla="*/ 372239 w 822962"/>
              <a:gd name="connsiteY301" fmla="*/ 210256 h 822973"/>
              <a:gd name="connsiteX302" fmla="*/ 355972 w 822962"/>
              <a:gd name="connsiteY302" fmla="*/ 249511 h 822973"/>
              <a:gd name="connsiteX303" fmla="*/ 372239 w 822962"/>
              <a:gd name="connsiteY303" fmla="*/ 288775 h 822973"/>
              <a:gd name="connsiteX304" fmla="*/ 411494 w 822962"/>
              <a:gd name="connsiteY304" fmla="*/ 305042 h 822973"/>
              <a:gd name="connsiteX305" fmla="*/ 450758 w 822962"/>
              <a:gd name="connsiteY305" fmla="*/ 288775 h 822973"/>
              <a:gd name="connsiteX306" fmla="*/ 467025 w 822962"/>
              <a:gd name="connsiteY306" fmla="*/ 249511 h 822973"/>
              <a:gd name="connsiteX307" fmla="*/ 450758 w 822962"/>
              <a:gd name="connsiteY307" fmla="*/ 210256 h 822973"/>
              <a:gd name="connsiteX308" fmla="*/ 443066 w 822962"/>
              <a:gd name="connsiteY308" fmla="*/ 499862 h 822973"/>
              <a:gd name="connsiteX309" fmla="*/ 443040 w 822962"/>
              <a:gd name="connsiteY309" fmla="*/ 502469 h 822973"/>
              <a:gd name="connsiteX310" fmla="*/ 443075 w 822962"/>
              <a:gd name="connsiteY310" fmla="*/ 505104 h 822973"/>
              <a:gd name="connsiteX311" fmla="*/ 436518 w 822962"/>
              <a:gd name="connsiteY311" fmla="*/ 508890 h 822973"/>
              <a:gd name="connsiteX312" fmla="*/ 436536 w 822962"/>
              <a:gd name="connsiteY312" fmla="*/ 508907 h 822973"/>
              <a:gd name="connsiteX313" fmla="*/ 421969 w 822962"/>
              <a:gd name="connsiteY313" fmla="*/ 527853 h 822973"/>
              <a:gd name="connsiteX314" fmla="*/ 425106 w 822962"/>
              <a:gd name="connsiteY314" fmla="*/ 551525 h 822973"/>
              <a:gd name="connsiteX315" fmla="*/ 448505 w 822962"/>
              <a:gd name="connsiteY315" fmla="*/ 592052 h 822973"/>
              <a:gd name="connsiteX316" fmla="*/ 449493 w 822962"/>
              <a:gd name="connsiteY316" fmla="*/ 593835 h 822973"/>
              <a:gd name="connsiteX317" fmla="*/ 449493 w 822962"/>
              <a:gd name="connsiteY317" fmla="*/ 593816 h 822973"/>
              <a:gd name="connsiteX318" fmla="*/ 468064 w 822962"/>
              <a:gd name="connsiteY318" fmla="*/ 607670 h 822973"/>
              <a:gd name="connsiteX319" fmla="*/ 490394 w 822962"/>
              <a:gd name="connsiteY319" fmla="*/ 605265 h 822973"/>
              <a:gd name="connsiteX320" fmla="*/ 492486 w 822962"/>
              <a:gd name="connsiteY320" fmla="*/ 604131 h 822973"/>
              <a:gd name="connsiteX321" fmla="*/ 498329 w 822962"/>
              <a:gd name="connsiteY321" fmla="*/ 600747 h 822973"/>
              <a:gd name="connsiteX322" fmla="*/ 499857 w 822962"/>
              <a:gd name="connsiteY322" fmla="*/ 601660 h 822973"/>
              <a:gd name="connsiteX323" fmla="*/ 500541 w 822962"/>
              <a:gd name="connsiteY323" fmla="*/ 602089 h 822973"/>
              <a:gd name="connsiteX324" fmla="*/ 502818 w 822962"/>
              <a:gd name="connsiteY324" fmla="*/ 603369 h 822973"/>
              <a:gd name="connsiteX325" fmla="*/ 502818 w 822962"/>
              <a:gd name="connsiteY325" fmla="*/ 610942 h 822973"/>
              <a:gd name="connsiteX326" fmla="*/ 511989 w 822962"/>
              <a:gd name="connsiteY326" fmla="*/ 633042 h 822973"/>
              <a:gd name="connsiteX327" fmla="*/ 534089 w 822962"/>
              <a:gd name="connsiteY327" fmla="*/ 642213 h 822973"/>
              <a:gd name="connsiteX328" fmla="*/ 582060 w 822962"/>
              <a:gd name="connsiteY328" fmla="*/ 642213 h 822973"/>
              <a:gd name="connsiteX329" fmla="*/ 604161 w 822962"/>
              <a:gd name="connsiteY329" fmla="*/ 633042 h 822973"/>
              <a:gd name="connsiteX330" fmla="*/ 613331 w 822962"/>
              <a:gd name="connsiteY330" fmla="*/ 610942 h 822973"/>
              <a:gd name="connsiteX331" fmla="*/ 613331 w 822962"/>
              <a:gd name="connsiteY331" fmla="*/ 603369 h 822973"/>
              <a:gd name="connsiteX332" fmla="*/ 615564 w 822962"/>
              <a:gd name="connsiteY332" fmla="*/ 602098 h 822973"/>
              <a:gd name="connsiteX333" fmla="*/ 617842 w 822962"/>
              <a:gd name="connsiteY333" fmla="*/ 600761 h 822973"/>
              <a:gd name="connsiteX334" fmla="*/ 624369 w 822962"/>
              <a:gd name="connsiteY334" fmla="*/ 604529 h 822973"/>
              <a:gd name="connsiteX335" fmla="*/ 624369 w 822962"/>
              <a:gd name="connsiteY335" fmla="*/ 604512 h 822973"/>
              <a:gd name="connsiteX336" fmla="*/ 624562 w 822962"/>
              <a:gd name="connsiteY336" fmla="*/ 604613 h 822973"/>
              <a:gd name="connsiteX337" fmla="*/ 648098 w 822962"/>
              <a:gd name="connsiteY337" fmla="*/ 607658 h 822973"/>
              <a:gd name="connsiteX338" fmla="*/ 667053 w 822962"/>
              <a:gd name="connsiteY338" fmla="*/ 593121 h 822973"/>
              <a:gd name="connsiteX339" fmla="*/ 667053 w 822962"/>
              <a:gd name="connsiteY339" fmla="*/ 593102 h 822973"/>
              <a:gd name="connsiteX340" fmla="*/ 691020 w 822962"/>
              <a:gd name="connsiteY340" fmla="*/ 551517 h 822973"/>
              <a:gd name="connsiteX341" fmla="*/ 694148 w 822962"/>
              <a:gd name="connsiteY341" fmla="*/ 527845 h 822973"/>
              <a:gd name="connsiteX342" fmla="*/ 680498 w 822962"/>
              <a:gd name="connsiteY342" fmla="*/ 509429 h 822973"/>
              <a:gd name="connsiteX343" fmla="*/ 679629 w 822962"/>
              <a:gd name="connsiteY343" fmla="*/ 508872 h 822973"/>
              <a:gd name="connsiteX344" fmla="*/ 673093 w 822962"/>
              <a:gd name="connsiteY344" fmla="*/ 505086 h 822973"/>
              <a:gd name="connsiteX345" fmla="*/ 673093 w 822962"/>
              <a:gd name="connsiteY345" fmla="*/ 499838 h 822973"/>
              <a:gd name="connsiteX346" fmla="*/ 679629 w 822962"/>
              <a:gd name="connsiteY346" fmla="*/ 496053 h 822973"/>
              <a:gd name="connsiteX347" fmla="*/ 694157 w 822962"/>
              <a:gd name="connsiteY347" fmla="*/ 477080 h 822973"/>
              <a:gd name="connsiteX348" fmla="*/ 691029 w 822962"/>
              <a:gd name="connsiteY348" fmla="*/ 453416 h 822973"/>
              <a:gd name="connsiteX349" fmla="*/ 667419 w 822962"/>
              <a:gd name="connsiteY349" fmla="*/ 412542 h 822973"/>
              <a:gd name="connsiteX350" fmla="*/ 667053 w 822962"/>
              <a:gd name="connsiteY350" fmla="*/ 411827 h 822973"/>
              <a:gd name="connsiteX351" fmla="*/ 648098 w 822962"/>
              <a:gd name="connsiteY351" fmla="*/ 397290 h 822973"/>
              <a:gd name="connsiteX352" fmla="*/ 625304 w 822962"/>
              <a:gd name="connsiteY352" fmla="*/ 399924 h 822973"/>
              <a:gd name="connsiteX353" fmla="*/ 624372 w 822962"/>
              <a:gd name="connsiteY353" fmla="*/ 400419 h 822973"/>
              <a:gd name="connsiteX354" fmla="*/ 617853 w 822962"/>
              <a:gd name="connsiteY354" fmla="*/ 404177 h 822973"/>
              <a:gd name="connsiteX355" fmla="*/ 615612 w 822962"/>
              <a:gd name="connsiteY355" fmla="*/ 402853 h 822973"/>
              <a:gd name="connsiteX356" fmla="*/ 615594 w 822962"/>
              <a:gd name="connsiteY356" fmla="*/ 402880 h 822973"/>
              <a:gd name="connsiteX357" fmla="*/ 615559 w 822962"/>
              <a:gd name="connsiteY357" fmla="*/ 402853 h 822973"/>
              <a:gd name="connsiteX358" fmla="*/ 613338 w 822962"/>
              <a:gd name="connsiteY358" fmla="*/ 401600 h 822973"/>
              <a:gd name="connsiteX359" fmla="*/ 613338 w 822962"/>
              <a:gd name="connsiteY359" fmla="*/ 394009 h 822973"/>
              <a:gd name="connsiteX360" fmla="*/ 604167 w 822962"/>
              <a:gd name="connsiteY360" fmla="*/ 371899 h 822973"/>
              <a:gd name="connsiteX361" fmla="*/ 582066 w 822962"/>
              <a:gd name="connsiteY361" fmla="*/ 362738 h 822973"/>
              <a:gd name="connsiteX362" fmla="*/ 534096 w 822962"/>
              <a:gd name="connsiteY362" fmla="*/ 362738 h 822973"/>
              <a:gd name="connsiteX363" fmla="*/ 511995 w 822962"/>
              <a:gd name="connsiteY363" fmla="*/ 371899 h 822973"/>
              <a:gd name="connsiteX364" fmla="*/ 502825 w 822962"/>
              <a:gd name="connsiteY364" fmla="*/ 394009 h 822973"/>
              <a:gd name="connsiteX365" fmla="*/ 502825 w 822962"/>
              <a:gd name="connsiteY365" fmla="*/ 401573 h 822973"/>
              <a:gd name="connsiteX366" fmla="*/ 500583 w 822962"/>
              <a:gd name="connsiteY366" fmla="*/ 402836 h 822973"/>
              <a:gd name="connsiteX367" fmla="*/ 498315 w 822962"/>
              <a:gd name="connsiteY367" fmla="*/ 404181 h 822973"/>
              <a:gd name="connsiteX368" fmla="*/ 491787 w 822962"/>
              <a:gd name="connsiteY368" fmla="*/ 400412 h 822973"/>
              <a:gd name="connsiteX369" fmla="*/ 491787 w 822962"/>
              <a:gd name="connsiteY369" fmla="*/ 400439 h 822973"/>
              <a:gd name="connsiteX370" fmla="*/ 491606 w 822962"/>
              <a:gd name="connsiteY370" fmla="*/ 400338 h 822973"/>
              <a:gd name="connsiteX371" fmla="*/ 468079 w 822962"/>
              <a:gd name="connsiteY371" fmla="*/ 397284 h 822973"/>
              <a:gd name="connsiteX372" fmla="*/ 449107 w 822962"/>
              <a:gd name="connsiteY372" fmla="*/ 411821 h 822973"/>
              <a:gd name="connsiteX373" fmla="*/ 449124 w 822962"/>
              <a:gd name="connsiteY373" fmla="*/ 411821 h 822973"/>
              <a:gd name="connsiteX374" fmla="*/ 425112 w 822962"/>
              <a:gd name="connsiteY374" fmla="*/ 453419 h 822973"/>
              <a:gd name="connsiteX375" fmla="*/ 421975 w 822962"/>
              <a:gd name="connsiteY375" fmla="*/ 477083 h 822973"/>
              <a:gd name="connsiteX376" fmla="*/ 436524 w 822962"/>
              <a:gd name="connsiteY376" fmla="*/ 496055 h 822973"/>
              <a:gd name="connsiteX377" fmla="*/ 443082 w 822962"/>
              <a:gd name="connsiteY377" fmla="*/ 499841 h 822973"/>
              <a:gd name="connsiteX378" fmla="*/ 449368 w 822962"/>
              <a:gd name="connsiteY378" fmla="*/ 473874 h 822973"/>
              <a:gd name="connsiteX379" fmla="*/ 462735 w 822962"/>
              <a:gd name="connsiteY379" fmla="*/ 481592 h 822973"/>
              <a:gd name="connsiteX380" fmla="*/ 469073 w 822962"/>
              <a:gd name="connsiteY380" fmla="*/ 493900 h 822973"/>
              <a:gd name="connsiteX381" fmla="*/ 468662 w 822962"/>
              <a:gd name="connsiteY381" fmla="*/ 502466 h 822973"/>
              <a:gd name="connsiteX382" fmla="*/ 469037 w 822962"/>
              <a:gd name="connsiteY382" fmla="*/ 510431 h 822973"/>
              <a:gd name="connsiteX383" fmla="*/ 462765 w 822962"/>
              <a:gd name="connsiteY383" fmla="*/ 523362 h 822973"/>
              <a:gd name="connsiteX384" fmla="*/ 449380 w 822962"/>
              <a:gd name="connsiteY384" fmla="*/ 531089 h 822973"/>
              <a:gd name="connsiteX385" fmla="*/ 449380 w 822962"/>
              <a:gd name="connsiteY385" fmla="*/ 531072 h 822973"/>
              <a:gd name="connsiteX386" fmla="*/ 449335 w 822962"/>
              <a:gd name="connsiteY386" fmla="*/ 531089 h 822973"/>
              <a:gd name="connsiteX387" fmla="*/ 446793 w 822962"/>
              <a:gd name="connsiteY387" fmla="*/ 534492 h 822973"/>
              <a:gd name="connsiteX388" fmla="*/ 447314 w 822962"/>
              <a:gd name="connsiteY388" fmla="*/ 538772 h 822973"/>
              <a:gd name="connsiteX389" fmla="*/ 470686 w 822962"/>
              <a:gd name="connsiteY389" fmla="*/ 579262 h 822973"/>
              <a:gd name="connsiteX390" fmla="*/ 470897 w 822962"/>
              <a:gd name="connsiteY390" fmla="*/ 579563 h 822973"/>
              <a:gd name="connsiteX391" fmla="*/ 470871 w 822962"/>
              <a:gd name="connsiteY391" fmla="*/ 579581 h 822973"/>
              <a:gd name="connsiteX392" fmla="*/ 470888 w 822962"/>
              <a:gd name="connsiteY392" fmla="*/ 579607 h 822973"/>
              <a:gd name="connsiteX393" fmla="*/ 471299 w 822962"/>
              <a:gd name="connsiteY393" fmla="*/ 580265 h 822973"/>
              <a:gd name="connsiteX394" fmla="*/ 474701 w 822962"/>
              <a:gd name="connsiteY394" fmla="*/ 582852 h 822973"/>
              <a:gd name="connsiteX395" fmla="*/ 478589 w 822962"/>
              <a:gd name="connsiteY395" fmla="*/ 582543 h 822973"/>
              <a:gd name="connsiteX396" fmla="*/ 478928 w 822962"/>
              <a:gd name="connsiteY396" fmla="*/ 582340 h 822973"/>
              <a:gd name="connsiteX397" fmla="*/ 492305 w 822962"/>
              <a:gd name="connsiteY397" fmla="*/ 574613 h 822973"/>
              <a:gd name="connsiteX398" fmla="*/ 506167 w 822962"/>
              <a:gd name="connsiteY398" fmla="*/ 575262 h 822973"/>
              <a:gd name="connsiteX399" fmla="*/ 512733 w 822962"/>
              <a:gd name="connsiteY399" fmla="*/ 579542 h 822973"/>
              <a:gd name="connsiteX400" fmla="*/ 513400 w 822962"/>
              <a:gd name="connsiteY400" fmla="*/ 579899 h 822973"/>
              <a:gd name="connsiteX401" fmla="*/ 520046 w 822962"/>
              <a:gd name="connsiteY401" fmla="*/ 583393 h 822973"/>
              <a:gd name="connsiteX402" fmla="*/ 528533 w 822962"/>
              <a:gd name="connsiteY402" fmla="*/ 595490 h 822973"/>
              <a:gd name="connsiteX403" fmla="*/ 528533 w 822962"/>
              <a:gd name="connsiteY403" fmla="*/ 610944 h 822973"/>
              <a:gd name="connsiteX404" fmla="*/ 530170 w 822962"/>
              <a:gd name="connsiteY404" fmla="*/ 614867 h 822973"/>
              <a:gd name="connsiteX405" fmla="*/ 534084 w 822962"/>
              <a:gd name="connsiteY405" fmla="*/ 616504 h 822973"/>
              <a:gd name="connsiteX406" fmla="*/ 582054 w 822962"/>
              <a:gd name="connsiteY406" fmla="*/ 616504 h 822973"/>
              <a:gd name="connsiteX407" fmla="*/ 585977 w 822962"/>
              <a:gd name="connsiteY407" fmla="*/ 614867 h 822973"/>
              <a:gd name="connsiteX408" fmla="*/ 587615 w 822962"/>
              <a:gd name="connsiteY408" fmla="*/ 610944 h 822973"/>
              <a:gd name="connsiteX409" fmla="*/ 587615 w 822962"/>
              <a:gd name="connsiteY409" fmla="*/ 595635 h 822973"/>
              <a:gd name="connsiteX410" fmla="*/ 595157 w 822962"/>
              <a:gd name="connsiteY410" fmla="*/ 583785 h 822973"/>
              <a:gd name="connsiteX411" fmla="*/ 602819 w 822962"/>
              <a:gd name="connsiteY411" fmla="*/ 579898 h 822973"/>
              <a:gd name="connsiteX412" fmla="*/ 609641 w 822962"/>
              <a:gd name="connsiteY412" fmla="*/ 575520 h 822973"/>
              <a:gd name="connsiteX413" fmla="*/ 623860 w 822962"/>
              <a:gd name="connsiteY413" fmla="*/ 574615 h 822973"/>
              <a:gd name="connsiteX414" fmla="*/ 637228 w 822962"/>
              <a:gd name="connsiteY414" fmla="*/ 582333 h 822973"/>
              <a:gd name="connsiteX415" fmla="*/ 637228 w 822962"/>
              <a:gd name="connsiteY415" fmla="*/ 582351 h 822973"/>
              <a:gd name="connsiteX416" fmla="*/ 641478 w 822962"/>
              <a:gd name="connsiteY416" fmla="*/ 582845 h 822973"/>
              <a:gd name="connsiteX417" fmla="*/ 644824 w 822962"/>
              <a:gd name="connsiteY417" fmla="*/ 580259 h 822973"/>
              <a:gd name="connsiteX418" fmla="*/ 644899 w 822962"/>
              <a:gd name="connsiteY418" fmla="*/ 580276 h 822973"/>
              <a:gd name="connsiteX419" fmla="*/ 668866 w 822962"/>
              <a:gd name="connsiteY419" fmla="*/ 538763 h 822973"/>
              <a:gd name="connsiteX420" fmla="*/ 669378 w 822962"/>
              <a:gd name="connsiteY420" fmla="*/ 534483 h 822973"/>
              <a:gd name="connsiteX421" fmla="*/ 667202 w 822962"/>
              <a:gd name="connsiteY421" fmla="*/ 531310 h 822973"/>
              <a:gd name="connsiteX422" fmla="*/ 666764 w 822962"/>
              <a:gd name="connsiteY422" fmla="*/ 531080 h 822973"/>
              <a:gd name="connsiteX423" fmla="*/ 653396 w 822962"/>
              <a:gd name="connsiteY423" fmla="*/ 523362 h 822973"/>
              <a:gd name="connsiteX424" fmla="*/ 647077 w 822962"/>
              <a:gd name="connsiteY424" fmla="*/ 511054 h 822973"/>
              <a:gd name="connsiteX425" fmla="*/ 647515 w 822962"/>
              <a:gd name="connsiteY425" fmla="*/ 502488 h 822973"/>
              <a:gd name="connsiteX426" fmla="*/ 647077 w 822962"/>
              <a:gd name="connsiteY426" fmla="*/ 494513 h 822973"/>
              <a:gd name="connsiteX427" fmla="*/ 653396 w 822962"/>
              <a:gd name="connsiteY427" fmla="*/ 481592 h 822973"/>
              <a:gd name="connsiteX428" fmla="*/ 666764 w 822962"/>
              <a:gd name="connsiteY428" fmla="*/ 473865 h 822973"/>
              <a:gd name="connsiteX429" fmla="*/ 669380 w 822962"/>
              <a:gd name="connsiteY429" fmla="*/ 470462 h 822973"/>
              <a:gd name="connsiteX430" fmla="*/ 668869 w 822962"/>
              <a:gd name="connsiteY430" fmla="*/ 466182 h 822973"/>
              <a:gd name="connsiteX431" fmla="*/ 645259 w 822962"/>
              <a:gd name="connsiteY431" fmla="*/ 425335 h 822973"/>
              <a:gd name="connsiteX432" fmla="*/ 644830 w 822962"/>
              <a:gd name="connsiteY432" fmla="*/ 424686 h 822973"/>
              <a:gd name="connsiteX433" fmla="*/ 641484 w 822962"/>
              <a:gd name="connsiteY433" fmla="*/ 422091 h 822973"/>
              <a:gd name="connsiteX434" fmla="*/ 637561 w 822962"/>
              <a:gd name="connsiteY434" fmla="*/ 422412 h 822973"/>
              <a:gd name="connsiteX435" fmla="*/ 637222 w 822962"/>
              <a:gd name="connsiteY435" fmla="*/ 422615 h 822973"/>
              <a:gd name="connsiteX436" fmla="*/ 623837 w 822962"/>
              <a:gd name="connsiteY436" fmla="*/ 430342 h 822973"/>
              <a:gd name="connsiteX437" fmla="*/ 609975 w 822962"/>
              <a:gd name="connsiteY437" fmla="*/ 429684 h 822973"/>
              <a:gd name="connsiteX438" fmla="*/ 602743 w 822962"/>
              <a:gd name="connsiteY438" fmla="*/ 425038 h 822973"/>
              <a:gd name="connsiteX439" fmla="*/ 602760 w 822962"/>
              <a:gd name="connsiteY439" fmla="*/ 425011 h 822973"/>
              <a:gd name="connsiteX440" fmla="*/ 596105 w 822962"/>
              <a:gd name="connsiteY440" fmla="*/ 421537 h 822973"/>
              <a:gd name="connsiteX441" fmla="*/ 587610 w 822962"/>
              <a:gd name="connsiteY441" fmla="*/ 409441 h 822973"/>
              <a:gd name="connsiteX442" fmla="*/ 587610 w 822962"/>
              <a:gd name="connsiteY442" fmla="*/ 393986 h 822973"/>
              <a:gd name="connsiteX443" fmla="*/ 585972 w 822962"/>
              <a:gd name="connsiteY443" fmla="*/ 390064 h 822973"/>
              <a:gd name="connsiteX444" fmla="*/ 582050 w 822962"/>
              <a:gd name="connsiteY444" fmla="*/ 388435 h 822973"/>
              <a:gd name="connsiteX445" fmla="*/ 534079 w 822962"/>
              <a:gd name="connsiteY445" fmla="*/ 388435 h 822973"/>
              <a:gd name="connsiteX446" fmla="*/ 530165 w 822962"/>
              <a:gd name="connsiteY446" fmla="*/ 390064 h 822973"/>
              <a:gd name="connsiteX447" fmla="*/ 528528 w 822962"/>
              <a:gd name="connsiteY447" fmla="*/ 393986 h 822973"/>
              <a:gd name="connsiteX448" fmla="*/ 528528 w 822962"/>
              <a:gd name="connsiteY448" fmla="*/ 409295 h 822973"/>
              <a:gd name="connsiteX449" fmla="*/ 520994 w 822962"/>
              <a:gd name="connsiteY449" fmla="*/ 421145 h 822973"/>
              <a:gd name="connsiteX450" fmla="*/ 513332 w 822962"/>
              <a:gd name="connsiteY450" fmla="*/ 425023 h 822973"/>
              <a:gd name="connsiteX451" fmla="*/ 506501 w 822962"/>
              <a:gd name="connsiteY451" fmla="*/ 429402 h 822973"/>
              <a:gd name="connsiteX452" fmla="*/ 492282 w 822962"/>
              <a:gd name="connsiteY452" fmla="*/ 430306 h 822973"/>
              <a:gd name="connsiteX453" fmla="*/ 478914 w 822962"/>
              <a:gd name="connsiteY453" fmla="*/ 422588 h 822973"/>
              <a:gd name="connsiteX454" fmla="*/ 478914 w 822962"/>
              <a:gd name="connsiteY454" fmla="*/ 422561 h 822973"/>
              <a:gd name="connsiteX455" fmla="*/ 474691 w 822962"/>
              <a:gd name="connsiteY455" fmla="*/ 422059 h 822973"/>
              <a:gd name="connsiteX456" fmla="*/ 471288 w 822962"/>
              <a:gd name="connsiteY456" fmla="*/ 424654 h 822973"/>
              <a:gd name="connsiteX457" fmla="*/ 471271 w 822962"/>
              <a:gd name="connsiteY457" fmla="*/ 424654 h 822973"/>
              <a:gd name="connsiteX458" fmla="*/ 447304 w 822962"/>
              <a:gd name="connsiteY458" fmla="*/ 466150 h 822973"/>
              <a:gd name="connsiteX459" fmla="*/ 446782 w 822962"/>
              <a:gd name="connsiteY459" fmla="*/ 470430 h 822973"/>
              <a:gd name="connsiteX460" fmla="*/ 449369 w 822962"/>
              <a:gd name="connsiteY460" fmla="*/ 473833 h 822973"/>
              <a:gd name="connsiteX461" fmla="*/ 149910 w 822962"/>
              <a:gd name="connsiteY461" fmla="*/ 499862 h 822973"/>
              <a:gd name="connsiteX462" fmla="*/ 149882 w 822962"/>
              <a:gd name="connsiteY462" fmla="*/ 502469 h 822973"/>
              <a:gd name="connsiteX463" fmla="*/ 149910 w 822962"/>
              <a:gd name="connsiteY463" fmla="*/ 505104 h 822973"/>
              <a:gd name="connsiteX464" fmla="*/ 143352 w 822962"/>
              <a:gd name="connsiteY464" fmla="*/ 508890 h 822973"/>
              <a:gd name="connsiteX465" fmla="*/ 128814 w 822962"/>
              <a:gd name="connsiteY465" fmla="*/ 527862 h 822973"/>
              <a:gd name="connsiteX466" fmla="*/ 131943 w 822962"/>
              <a:gd name="connsiteY466" fmla="*/ 551535 h 822973"/>
              <a:gd name="connsiteX467" fmla="*/ 155544 w 822962"/>
              <a:gd name="connsiteY467" fmla="*/ 592409 h 822973"/>
              <a:gd name="connsiteX468" fmla="*/ 155928 w 822962"/>
              <a:gd name="connsiteY468" fmla="*/ 593132 h 822973"/>
              <a:gd name="connsiteX469" fmla="*/ 174900 w 822962"/>
              <a:gd name="connsiteY469" fmla="*/ 607670 h 822973"/>
              <a:gd name="connsiteX470" fmla="*/ 197685 w 822962"/>
              <a:gd name="connsiteY470" fmla="*/ 605026 h 822973"/>
              <a:gd name="connsiteX471" fmla="*/ 198626 w 822962"/>
              <a:gd name="connsiteY471" fmla="*/ 604541 h 822973"/>
              <a:gd name="connsiteX472" fmla="*/ 205163 w 822962"/>
              <a:gd name="connsiteY472" fmla="*/ 600755 h 822973"/>
              <a:gd name="connsiteX473" fmla="*/ 206690 w 822962"/>
              <a:gd name="connsiteY473" fmla="*/ 601669 h 822973"/>
              <a:gd name="connsiteX474" fmla="*/ 207383 w 822962"/>
              <a:gd name="connsiteY474" fmla="*/ 602097 h 822973"/>
              <a:gd name="connsiteX475" fmla="*/ 209696 w 822962"/>
              <a:gd name="connsiteY475" fmla="*/ 603404 h 822973"/>
              <a:gd name="connsiteX476" fmla="*/ 209696 w 822962"/>
              <a:gd name="connsiteY476" fmla="*/ 610947 h 822973"/>
              <a:gd name="connsiteX477" fmla="*/ 209652 w 822962"/>
              <a:gd name="connsiteY477" fmla="*/ 610947 h 822973"/>
              <a:gd name="connsiteX478" fmla="*/ 218823 w 822962"/>
              <a:gd name="connsiteY478" fmla="*/ 633047 h 822973"/>
              <a:gd name="connsiteX479" fmla="*/ 240933 w 822962"/>
              <a:gd name="connsiteY479" fmla="*/ 642219 h 822973"/>
              <a:gd name="connsiteX480" fmla="*/ 288903 w 822962"/>
              <a:gd name="connsiteY480" fmla="*/ 642219 h 822973"/>
              <a:gd name="connsiteX481" fmla="*/ 311004 w 822962"/>
              <a:gd name="connsiteY481" fmla="*/ 633047 h 822973"/>
              <a:gd name="connsiteX482" fmla="*/ 320165 w 822962"/>
              <a:gd name="connsiteY482" fmla="*/ 610947 h 822973"/>
              <a:gd name="connsiteX483" fmla="*/ 320121 w 822962"/>
              <a:gd name="connsiteY483" fmla="*/ 610947 h 822973"/>
              <a:gd name="connsiteX484" fmla="*/ 320121 w 822962"/>
              <a:gd name="connsiteY484" fmla="*/ 603404 h 822973"/>
              <a:gd name="connsiteX485" fmla="*/ 322407 w 822962"/>
              <a:gd name="connsiteY485" fmla="*/ 602106 h 822973"/>
              <a:gd name="connsiteX486" fmla="*/ 324675 w 822962"/>
              <a:gd name="connsiteY486" fmla="*/ 600770 h 822973"/>
              <a:gd name="connsiteX487" fmla="*/ 331202 w 822962"/>
              <a:gd name="connsiteY487" fmla="*/ 604538 h 822973"/>
              <a:gd name="connsiteX488" fmla="*/ 331202 w 822962"/>
              <a:gd name="connsiteY488" fmla="*/ 604520 h 822973"/>
              <a:gd name="connsiteX489" fmla="*/ 331256 w 822962"/>
              <a:gd name="connsiteY489" fmla="*/ 604538 h 822973"/>
              <a:gd name="connsiteX490" fmla="*/ 354920 w 822962"/>
              <a:gd name="connsiteY490" fmla="*/ 607667 h 822973"/>
              <a:gd name="connsiteX491" fmla="*/ 373318 w 822962"/>
              <a:gd name="connsiteY491" fmla="*/ 594079 h 822973"/>
              <a:gd name="connsiteX492" fmla="*/ 373491 w 822962"/>
              <a:gd name="connsiteY492" fmla="*/ 593822 h 822973"/>
              <a:gd name="connsiteX493" fmla="*/ 373473 w 822962"/>
              <a:gd name="connsiteY493" fmla="*/ 593822 h 822973"/>
              <a:gd name="connsiteX494" fmla="*/ 373883 w 822962"/>
              <a:gd name="connsiteY494" fmla="*/ 593129 h 822973"/>
              <a:gd name="connsiteX495" fmla="*/ 373866 w 822962"/>
              <a:gd name="connsiteY495" fmla="*/ 593111 h 822973"/>
              <a:gd name="connsiteX496" fmla="*/ 397869 w 822962"/>
              <a:gd name="connsiteY496" fmla="*/ 551525 h 822973"/>
              <a:gd name="connsiteX497" fmla="*/ 400998 w 822962"/>
              <a:gd name="connsiteY497" fmla="*/ 527853 h 822973"/>
              <a:gd name="connsiteX498" fmla="*/ 387335 w 822962"/>
              <a:gd name="connsiteY498" fmla="*/ 509437 h 822973"/>
              <a:gd name="connsiteX499" fmla="*/ 386456 w 822962"/>
              <a:gd name="connsiteY499" fmla="*/ 508881 h 822973"/>
              <a:gd name="connsiteX500" fmla="*/ 379899 w 822962"/>
              <a:gd name="connsiteY500" fmla="*/ 505094 h 822973"/>
              <a:gd name="connsiteX501" fmla="*/ 379917 w 822962"/>
              <a:gd name="connsiteY501" fmla="*/ 502478 h 822973"/>
              <a:gd name="connsiteX502" fmla="*/ 379890 w 822962"/>
              <a:gd name="connsiteY502" fmla="*/ 499853 h 822973"/>
              <a:gd name="connsiteX503" fmla="*/ 386448 w 822962"/>
              <a:gd name="connsiteY503" fmla="*/ 496066 h 822973"/>
              <a:gd name="connsiteX504" fmla="*/ 386430 w 822962"/>
              <a:gd name="connsiteY504" fmla="*/ 496049 h 822973"/>
              <a:gd name="connsiteX505" fmla="*/ 400988 w 822962"/>
              <a:gd name="connsiteY505" fmla="*/ 477094 h 822973"/>
              <a:gd name="connsiteX506" fmla="*/ 397860 w 822962"/>
              <a:gd name="connsiteY506" fmla="*/ 453430 h 822973"/>
              <a:gd name="connsiteX507" fmla="*/ 374077 w 822962"/>
              <a:gd name="connsiteY507" fmla="*/ 412217 h 822973"/>
              <a:gd name="connsiteX508" fmla="*/ 373592 w 822962"/>
              <a:gd name="connsiteY508" fmla="*/ 411404 h 822973"/>
              <a:gd name="connsiteX509" fmla="*/ 354910 w 822962"/>
              <a:gd name="connsiteY509" fmla="*/ 397287 h 822973"/>
              <a:gd name="connsiteX510" fmla="*/ 332116 w 822962"/>
              <a:gd name="connsiteY510" fmla="*/ 399929 h 822973"/>
              <a:gd name="connsiteX511" fmla="*/ 331193 w 822962"/>
              <a:gd name="connsiteY511" fmla="*/ 400415 h 822973"/>
              <a:gd name="connsiteX512" fmla="*/ 324657 w 822962"/>
              <a:gd name="connsiteY512" fmla="*/ 404192 h 822973"/>
              <a:gd name="connsiteX513" fmla="*/ 323130 w 822962"/>
              <a:gd name="connsiteY513" fmla="*/ 403287 h 822973"/>
              <a:gd name="connsiteX514" fmla="*/ 322436 w 822962"/>
              <a:gd name="connsiteY514" fmla="*/ 402849 h 822973"/>
              <a:gd name="connsiteX515" fmla="*/ 320114 w 822962"/>
              <a:gd name="connsiteY515" fmla="*/ 401552 h 822973"/>
              <a:gd name="connsiteX516" fmla="*/ 320114 w 822962"/>
              <a:gd name="connsiteY516" fmla="*/ 394018 h 822973"/>
              <a:gd name="connsiteX517" fmla="*/ 320159 w 822962"/>
              <a:gd name="connsiteY517" fmla="*/ 394018 h 822973"/>
              <a:gd name="connsiteX518" fmla="*/ 310998 w 822962"/>
              <a:gd name="connsiteY518" fmla="*/ 371908 h 822973"/>
              <a:gd name="connsiteX519" fmla="*/ 288896 w 822962"/>
              <a:gd name="connsiteY519" fmla="*/ 362747 h 822973"/>
              <a:gd name="connsiteX520" fmla="*/ 240927 w 822962"/>
              <a:gd name="connsiteY520" fmla="*/ 362747 h 822973"/>
              <a:gd name="connsiteX521" fmla="*/ 218816 w 822962"/>
              <a:gd name="connsiteY521" fmla="*/ 371908 h 822973"/>
              <a:gd name="connsiteX522" fmla="*/ 209645 w 822962"/>
              <a:gd name="connsiteY522" fmla="*/ 394018 h 822973"/>
              <a:gd name="connsiteX523" fmla="*/ 209645 w 822962"/>
              <a:gd name="connsiteY523" fmla="*/ 401581 h 822973"/>
              <a:gd name="connsiteX524" fmla="*/ 207404 w 822962"/>
              <a:gd name="connsiteY524" fmla="*/ 402844 h 822973"/>
              <a:gd name="connsiteX525" fmla="*/ 205135 w 822962"/>
              <a:gd name="connsiteY525" fmla="*/ 404189 h 822973"/>
              <a:gd name="connsiteX526" fmla="*/ 198608 w 822962"/>
              <a:gd name="connsiteY526" fmla="*/ 400421 h 822973"/>
              <a:gd name="connsiteX527" fmla="*/ 198608 w 822962"/>
              <a:gd name="connsiteY527" fmla="*/ 400447 h 822973"/>
              <a:gd name="connsiteX528" fmla="*/ 198555 w 822962"/>
              <a:gd name="connsiteY528" fmla="*/ 400421 h 822973"/>
              <a:gd name="connsiteX529" fmla="*/ 174891 w 822962"/>
              <a:gd name="connsiteY529" fmla="*/ 397292 h 822973"/>
              <a:gd name="connsiteX530" fmla="*/ 156502 w 822962"/>
              <a:gd name="connsiteY530" fmla="*/ 410871 h 822973"/>
              <a:gd name="connsiteX531" fmla="*/ 156319 w 822962"/>
              <a:gd name="connsiteY531" fmla="*/ 411127 h 822973"/>
              <a:gd name="connsiteX532" fmla="*/ 156319 w 822962"/>
              <a:gd name="connsiteY532" fmla="*/ 411145 h 822973"/>
              <a:gd name="connsiteX533" fmla="*/ 155918 w 822962"/>
              <a:gd name="connsiteY533" fmla="*/ 411829 h 822973"/>
              <a:gd name="connsiteX534" fmla="*/ 155945 w 822962"/>
              <a:gd name="connsiteY534" fmla="*/ 411829 h 822973"/>
              <a:gd name="connsiteX535" fmla="*/ 131932 w 822962"/>
              <a:gd name="connsiteY535" fmla="*/ 453427 h 822973"/>
              <a:gd name="connsiteX536" fmla="*/ 128804 w 822962"/>
              <a:gd name="connsiteY536" fmla="*/ 477091 h 822973"/>
              <a:gd name="connsiteX537" fmla="*/ 143342 w 822962"/>
              <a:gd name="connsiteY537" fmla="*/ 496063 h 822973"/>
              <a:gd name="connsiteX538" fmla="*/ 149899 w 822962"/>
              <a:gd name="connsiteY538" fmla="*/ 499850 h 822973"/>
              <a:gd name="connsiteX539" fmla="*/ 156220 w 822962"/>
              <a:gd name="connsiteY539" fmla="*/ 473874 h 822973"/>
              <a:gd name="connsiteX540" fmla="*/ 169578 w 822962"/>
              <a:gd name="connsiteY540" fmla="*/ 481592 h 822973"/>
              <a:gd name="connsiteX541" fmla="*/ 175915 w 822962"/>
              <a:gd name="connsiteY541" fmla="*/ 493900 h 822973"/>
              <a:gd name="connsiteX542" fmla="*/ 175504 w 822962"/>
              <a:gd name="connsiteY542" fmla="*/ 502466 h 822973"/>
              <a:gd name="connsiteX543" fmla="*/ 175879 w 822962"/>
              <a:gd name="connsiteY543" fmla="*/ 510441 h 822973"/>
              <a:gd name="connsiteX544" fmla="*/ 169608 w 822962"/>
              <a:gd name="connsiteY544" fmla="*/ 523362 h 822973"/>
              <a:gd name="connsiteX545" fmla="*/ 156231 w 822962"/>
              <a:gd name="connsiteY545" fmla="*/ 531089 h 822973"/>
              <a:gd name="connsiteX546" fmla="*/ 153636 w 822962"/>
              <a:gd name="connsiteY546" fmla="*/ 534492 h 822973"/>
              <a:gd name="connsiteX547" fmla="*/ 154156 w 822962"/>
              <a:gd name="connsiteY547" fmla="*/ 538772 h 822973"/>
              <a:gd name="connsiteX548" fmla="*/ 177731 w 822962"/>
              <a:gd name="connsiteY548" fmla="*/ 579610 h 822973"/>
              <a:gd name="connsiteX549" fmla="*/ 178142 w 822962"/>
              <a:gd name="connsiteY549" fmla="*/ 580268 h 822973"/>
              <a:gd name="connsiteX550" fmla="*/ 181544 w 822962"/>
              <a:gd name="connsiteY550" fmla="*/ 582855 h 822973"/>
              <a:gd name="connsiteX551" fmla="*/ 185440 w 822962"/>
              <a:gd name="connsiteY551" fmla="*/ 582533 h 822973"/>
              <a:gd name="connsiteX552" fmla="*/ 185771 w 822962"/>
              <a:gd name="connsiteY552" fmla="*/ 582340 h 822973"/>
              <a:gd name="connsiteX553" fmla="*/ 199148 w 822962"/>
              <a:gd name="connsiteY553" fmla="*/ 574613 h 822973"/>
              <a:gd name="connsiteX554" fmla="*/ 213009 w 822962"/>
              <a:gd name="connsiteY554" fmla="*/ 575262 h 822973"/>
              <a:gd name="connsiteX555" fmla="*/ 219575 w 822962"/>
              <a:gd name="connsiteY555" fmla="*/ 579542 h 822973"/>
              <a:gd name="connsiteX556" fmla="*/ 220242 w 822962"/>
              <a:gd name="connsiteY556" fmla="*/ 579899 h 822973"/>
              <a:gd name="connsiteX557" fmla="*/ 227842 w 822962"/>
              <a:gd name="connsiteY557" fmla="*/ 583831 h 822973"/>
              <a:gd name="connsiteX558" fmla="*/ 235331 w 822962"/>
              <a:gd name="connsiteY558" fmla="*/ 595491 h 822973"/>
              <a:gd name="connsiteX559" fmla="*/ 235331 w 822962"/>
              <a:gd name="connsiteY559" fmla="*/ 610945 h 822973"/>
              <a:gd name="connsiteX560" fmla="*/ 235375 w 822962"/>
              <a:gd name="connsiteY560" fmla="*/ 610945 h 822973"/>
              <a:gd name="connsiteX561" fmla="*/ 237021 w 822962"/>
              <a:gd name="connsiteY561" fmla="*/ 614867 h 822973"/>
              <a:gd name="connsiteX562" fmla="*/ 240944 w 822962"/>
              <a:gd name="connsiteY562" fmla="*/ 616505 h 822973"/>
              <a:gd name="connsiteX563" fmla="*/ 288914 w 822962"/>
              <a:gd name="connsiteY563" fmla="*/ 616505 h 822973"/>
              <a:gd name="connsiteX564" fmla="*/ 292829 w 822962"/>
              <a:gd name="connsiteY564" fmla="*/ 614867 h 822973"/>
              <a:gd name="connsiteX565" fmla="*/ 294466 w 822962"/>
              <a:gd name="connsiteY565" fmla="*/ 610945 h 822973"/>
              <a:gd name="connsiteX566" fmla="*/ 294519 w 822962"/>
              <a:gd name="connsiteY566" fmla="*/ 610945 h 822973"/>
              <a:gd name="connsiteX567" fmla="*/ 294519 w 822962"/>
              <a:gd name="connsiteY567" fmla="*/ 596634 h 822973"/>
              <a:gd name="connsiteX568" fmla="*/ 302009 w 822962"/>
              <a:gd name="connsiteY568" fmla="*/ 583787 h 822973"/>
              <a:gd name="connsiteX569" fmla="*/ 309670 w 822962"/>
              <a:gd name="connsiteY569" fmla="*/ 579899 h 822973"/>
              <a:gd name="connsiteX570" fmla="*/ 316493 w 822962"/>
              <a:gd name="connsiteY570" fmla="*/ 575521 h 822973"/>
              <a:gd name="connsiteX571" fmla="*/ 330721 w 822962"/>
              <a:gd name="connsiteY571" fmla="*/ 574616 h 822973"/>
              <a:gd name="connsiteX572" fmla="*/ 343303 w 822962"/>
              <a:gd name="connsiteY572" fmla="*/ 581876 h 822973"/>
              <a:gd name="connsiteX573" fmla="*/ 344618 w 822962"/>
              <a:gd name="connsiteY573" fmla="*/ 582626 h 822973"/>
              <a:gd name="connsiteX574" fmla="*/ 348312 w 822962"/>
              <a:gd name="connsiteY574" fmla="*/ 582855 h 822973"/>
              <a:gd name="connsiteX575" fmla="*/ 351440 w 822962"/>
              <a:gd name="connsiteY575" fmla="*/ 580679 h 822973"/>
              <a:gd name="connsiteX576" fmla="*/ 352107 w 822962"/>
              <a:gd name="connsiteY576" fmla="*/ 579563 h 822973"/>
              <a:gd name="connsiteX577" fmla="*/ 352125 w 822962"/>
              <a:gd name="connsiteY577" fmla="*/ 579581 h 822973"/>
              <a:gd name="connsiteX578" fmla="*/ 375691 w 822962"/>
              <a:gd name="connsiteY578" fmla="*/ 538781 h 822973"/>
              <a:gd name="connsiteX579" fmla="*/ 376212 w 822962"/>
              <a:gd name="connsiteY579" fmla="*/ 534501 h 822973"/>
              <a:gd name="connsiteX580" fmla="*/ 374018 w 822962"/>
              <a:gd name="connsiteY580" fmla="*/ 531328 h 822973"/>
              <a:gd name="connsiteX581" fmla="*/ 373616 w 822962"/>
              <a:gd name="connsiteY581" fmla="*/ 531098 h 822973"/>
              <a:gd name="connsiteX582" fmla="*/ 360257 w 822962"/>
              <a:gd name="connsiteY582" fmla="*/ 523380 h 822973"/>
              <a:gd name="connsiteX583" fmla="*/ 353911 w 822962"/>
              <a:gd name="connsiteY583" fmla="*/ 511072 h 822973"/>
              <a:gd name="connsiteX584" fmla="*/ 354322 w 822962"/>
              <a:gd name="connsiteY584" fmla="*/ 502494 h 822973"/>
              <a:gd name="connsiteX585" fmla="*/ 353956 w 822962"/>
              <a:gd name="connsiteY585" fmla="*/ 494529 h 822973"/>
              <a:gd name="connsiteX586" fmla="*/ 360228 w 822962"/>
              <a:gd name="connsiteY586" fmla="*/ 481607 h 822973"/>
              <a:gd name="connsiteX587" fmla="*/ 373613 w 822962"/>
              <a:gd name="connsiteY587" fmla="*/ 473880 h 822973"/>
              <a:gd name="connsiteX588" fmla="*/ 373631 w 822962"/>
              <a:gd name="connsiteY588" fmla="*/ 473897 h 822973"/>
              <a:gd name="connsiteX589" fmla="*/ 373667 w 822962"/>
              <a:gd name="connsiteY589" fmla="*/ 473880 h 822973"/>
              <a:gd name="connsiteX590" fmla="*/ 376208 w 822962"/>
              <a:gd name="connsiteY590" fmla="*/ 470478 h 822973"/>
              <a:gd name="connsiteX591" fmla="*/ 375688 w 822962"/>
              <a:gd name="connsiteY591" fmla="*/ 466197 h 822973"/>
              <a:gd name="connsiteX592" fmla="*/ 351702 w 822962"/>
              <a:gd name="connsiteY592" fmla="*/ 424648 h 822973"/>
              <a:gd name="connsiteX593" fmla="*/ 348300 w 822962"/>
              <a:gd name="connsiteY593" fmla="*/ 422106 h 822973"/>
              <a:gd name="connsiteX594" fmla="*/ 344412 w 822962"/>
              <a:gd name="connsiteY594" fmla="*/ 422427 h 822973"/>
              <a:gd name="connsiteX595" fmla="*/ 344073 w 822962"/>
              <a:gd name="connsiteY595" fmla="*/ 422630 h 822973"/>
              <a:gd name="connsiteX596" fmla="*/ 330696 w 822962"/>
              <a:gd name="connsiteY596" fmla="*/ 430357 h 822973"/>
              <a:gd name="connsiteX597" fmla="*/ 316835 w 822962"/>
              <a:gd name="connsiteY597" fmla="*/ 429699 h 822973"/>
              <a:gd name="connsiteX598" fmla="*/ 310269 w 822962"/>
              <a:gd name="connsiteY598" fmla="*/ 425419 h 822973"/>
              <a:gd name="connsiteX599" fmla="*/ 309602 w 822962"/>
              <a:gd name="connsiteY599" fmla="*/ 425053 h 822973"/>
              <a:gd name="connsiteX600" fmla="*/ 302002 w 822962"/>
              <a:gd name="connsiteY600" fmla="*/ 421121 h 822973"/>
              <a:gd name="connsiteX601" fmla="*/ 294514 w 822962"/>
              <a:gd name="connsiteY601" fmla="*/ 409470 h 822973"/>
              <a:gd name="connsiteX602" fmla="*/ 294514 w 822962"/>
              <a:gd name="connsiteY602" fmla="*/ 394016 h 822973"/>
              <a:gd name="connsiteX603" fmla="*/ 294460 w 822962"/>
              <a:gd name="connsiteY603" fmla="*/ 394016 h 822973"/>
              <a:gd name="connsiteX604" fmla="*/ 292823 w 822962"/>
              <a:gd name="connsiteY604" fmla="*/ 390093 h 822973"/>
              <a:gd name="connsiteX605" fmla="*/ 288909 w 822962"/>
              <a:gd name="connsiteY605" fmla="*/ 388465 h 822973"/>
              <a:gd name="connsiteX606" fmla="*/ 240939 w 822962"/>
              <a:gd name="connsiteY606" fmla="*/ 388465 h 822973"/>
              <a:gd name="connsiteX607" fmla="*/ 237015 w 822962"/>
              <a:gd name="connsiteY607" fmla="*/ 390093 h 822973"/>
              <a:gd name="connsiteX608" fmla="*/ 235379 w 822962"/>
              <a:gd name="connsiteY608" fmla="*/ 394016 h 822973"/>
              <a:gd name="connsiteX609" fmla="*/ 235379 w 822962"/>
              <a:gd name="connsiteY609" fmla="*/ 409325 h 822973"/>
              <a:gd name="connsiteX610" fmla="*/ 227836 w 822962"/>
              <a:gd name="connsiteY610" fmla="*/ 421175 h 822973"/>
              <a:gd name="connsiteX611" fmla="*/ 220174 w 822962"/>
              <a:gd name="connsiteY611" fmla="*/ 425053 h 822973"/>
              <a:gd name="connsiteX612" fmla="*/ 213351 w 822962"/>
              <a:gd name="connsiteY612" fmla="*/ 429432 h 822973"/>
              <a:gd name="connsiteX613" fmla="*/ 199123 w 822962"/>
              <a:gd name="connsiteY613" fmla="*/ 430337 h 822973"/>
              <a:gd name="connsiteX614" fmla="*/ 186541 w 822962"/>
              <a:gd name="connsiteY614" fmla="*/ 423068 h 822973"/>
              <a:gd name="connsiteX615" fmla="*/ 185226 w 822962"/>
              <a:gd name="connsiteY615" fmla="*/ 422327 h 822973"/>
              <a:gd name="connsiteX616" fmla="*/ 181532 w 822962"/>
              <a:gd name="connsiteY616" fmla="*/ 422089 h 822973"/>
              <a:gd name="connsiteX617" fmla="*/ 178404 w 822962"/>
              <a:gd name="connsiteY617" fmla="*/ 424265 h 822973"/>
              <a:gd name="connsiteX618" fmla="*/ 177737 w 822962"/>
              <a:gd name="connsiteY618" fmla="*/ 425390 h 822973"/>
              <a:gd name="connsiteX619" fmla="*/ 177710 w 822962"/>
              <a:gd name="connsiteY619" fmla="*/ 425372 h 822973"/>
              <a:gd name="connsiteX620" fmla="*/ 154144 w 822962"/>
              <a:gd name="connsiteY620" fmla="*/ 466181 h 822973"/>
              <a:gd name="connsiteX621" fmla="*/ 153624 w 822962"/>
              <a:gd name="connsiteY621" fmla="*/ 470461 h 822973"/>
              <a:gd name="connsiteX622" fmla="*/ 156219 w 822962"/>
              <a:gd name="connsiteY622" fmla="*/ 473863 h 822973"/>
              <a:gd name="connsiteX623" fmla="*/ 302798 w 822962"/>
              <a:gd name="connsiteY623" fmla="*/ 220897 h 822973"/>
              <a:gd name="connsiteX624" fmla="*/ 316166 w 822962"/>
              <a:gd name="connsiteY624" fmla="*/ 228616 h 822973"/>
              <a:gd name="connsiteX625" fmla="*/ 322512 w 822962"/>
              <a:gd name="connsiteY625" fmla="*/ 240924 h 822973"/>
              <a:gd name="connsiteX626" fmla="*/ 322101 w 822962"/>
              <a:gd name="connsiteY626" fmla="*/ 249502 h 822973"/>
              <a:gd name="connsiteX627" fmla="*/ 322467 w 822962"/>
              <a:gd name="connsiteY627" fmla="*/ 257467 h 822973"/>
              <a:gd name="connsiteX628" fmla="*/ 316195 w 822962"/>
              <a:gd name="connsiteY628" fmla="*/ 270389 h 822973"/>
              <a:gd name="connsiteX629" fmla="*/ 302819 w 822962"/>
              <a:gd name="connsiteY629" fmla="*/ 278124 h 822973"/>
              <a:gd name="connsiteX630" fmla="*/ 300232 w 822962"/>
              <a:gd name="connsiteY630" fmla="*/ 281518 h 822973"/>
              <a:gd name="connsiteX631" fmla="*/ 300744 w 822962"/>
              <a:gd name="connsiteY631" fmla="*/ 285807 h 822973"/>
              <a:gd name="connsiteX632" fmla="*/ 324318 w 822962"/>
              <a:gd name="connsiteY632" fmla="*/ 326645 h 822973"/>
              <a:gd name="connsiteX633" fmla="*/ 324729 w 822962"/>
              <a:gd name="connsiteY633" fmla="*/ 327303 h 822973"/>
              <a:gd name="connsiteX634" fmla="*/ 328131 w 822962"/>
              <a:gd name="connsiteY634" fmla="*/ 329890 h 822973"/>
              <a:gd name="connsiteX635" fmla="*/ 332019 w 822962"/>
              <a:gd name="connsiteY635" fmla="*/ 329569 h 822973"/>
              <a:gd name="connsiteX636" fmla="*/ 332358 w 822962"/>
              <a:gd name="connsiteY636" fmla="*/ 329366 h 822973"/>
              <a:gd name="connsiteX637" fmla="*/ 345735 w 822962"/>
              <a:gd name="connsiteY637" fmla="*/ 321638 h 822973"/>
              <a:gd name="connsiteX638" fmla="*/ 359597 w 822962"/>
              <a:gd name="connsiteY638" fmla="*/ 322297 h 822973"/>
              <a:gd name="connsiteX639" fmla="*/ 366830 w 822962"/>
              <a:gd name="connsiteY639" fmla="*/ 326943 h 822973"/>
              <a:gd name="connsiteX640" fmla="*/ 366830 w 822962"/>
              <a:gd name="connsiteY640" fmla="*/ 326961 h 822973"/>
              <a:gd name="connsiteX641" fmla="*/ 373467 w 822962"/>
              <a:gd name="connsiteY641" fmla="*/ 330434 h 822973"/>
              <a:gd name="connsiteX642" fmla="*/ 381962 w 822962"/>
              <a:gd name="connsiteY642" fmla="*/ 342531 h 822973"/>
              <a:gd name="connsiteX643" fmla="*/ 381962 w 822962"/>
              <a:gd name="connsiteY643" fmla="*/ 357977 h 822973"/>
              <a:gd name="connsiteX644" fmla="*/ 383599 w 822962"/>
              <a:gd name="connsiteY644" fmla="*/ 361900 h 822973"/>
              <a:gd name="connsiteX645" fmla="*/ 387513 w 822962"/>
              <a:gd name="connsiteY645" fmla="*/ 363537 h 822973"/>
              <a:gd name="connsiteX646" fmla="*/ 435484 w 822962"/>
              <a:gd name="connsiteY646" fmla="*/ 363537 h 822973"/>
              <a:gd name="connsiteX647" fmla="*/ 439406 w 822962"/>
              <a:gd name="connsiteY647" fmla="*/ 361900 h 822973"/>
              <a:gd name="connsiteX648" fmla="*/ 441044 w 822962"/>
              <a:gd name="connsiteY648" fmla="*/ 357977 h 822973"/>
              <a:gd name="connsiteX649" fmla="*/ 441044 w 822962"/>
              <a:gd name="connsiteY649" fmla="*/ 342680 h 822973"/>
              <a:gd name="connsiteX650" fmla="*/ 448586 w 822962"/>
              <a:gd name="connsiteY650" fmla="*/ 330822 h 822973"/>
              <a:gd name="connsiteX651" fmla="*/ 456248 w 822962"/>
              <a:gd name="connsiteY651" fmla="*/ 326943 h 822973"/>
              <a:gd name="connsiteX652" fmla="*/ 463070 w 822962"/>
              <a:gd name="connsiteY652" fmla="*/ 322565 h 822973"/>
              <a:gd name="connsiteX653" fmla="*/ 477298 w 822962"/>
              <a:gd name="connsiteY653" fmla="*/ 321660 h 822973"/>
              <a:gd name="connsiteX654" fmla="*/ 490666 w 822962"/>
              <a:gd name="connsiteY654" fmla="*/ 329379 h 822973"/>
              <a:gd name="connsiteX655" fmla="*/ 490666 w 822962"/>
              <a:gd name="connsiteY655" fmla="*/ 329405 h 822973"/>
              <a:gd name="connsiteX656" fmla="*/ 494890 w 822962"/>
              <a:gd name="connsiteY656" fmla="*/ 329908 h 822973"/>
              <a:gd name="connsiteX657" fmla="*/ 498292 w 822962"/>
              <a:gd name="connsiteY657" fmla="*/ 327322 h 822973"/>
              <a:gd name="connsiteX658" fmla="*/ 498319 w 822962"/>
              <a:gd name="connsiteY658" fmla="*/ 327322 h 822973"/>
              <a:gd name="connsiteX659" fmla="*/ 522286 w 822962"/>
              <a:gd name="connsiteY659" fmla="*/ 285826 h 822973"/>
              <a:gd name="connsiteX660" fmla="*/ 522798 w 822962"/>
              <a:gd name="connsiteY660" fmla="*/ 281537 h 822973"/>
              <a:gd name="connsiteX661" fmla="*/ 520212 w 822962"/>
              <a:gd name="connsiteY661" fmla="*/ 278143 h 822973"/>
              <a:gd name="connsiteX662" fmla="*/ 506844 w 822962"/>
              <a:gd name="connsiteY662" fmla="*/ 270425 h 822973"/>
              <a:gd name="connsiteX663" fmla="*/ 500506 w 822962"/>
              <a:gd name="connsiteY663" fmla="*/ 258117 h 822973"/>
              <a:gd name="connsiteX664" fmla="*/ 500917 w 822962"/>
              <a:gd name="connsiteY664" fmla="*/ 249551 h 822973"/>
              <a:gd name="connsiteX665" fmla="*/ 500551 w 822962"/>
              <a:gd name="connsiteY665" fmla="*/ 241586 h 822973"/>
              <a:gd name="connsiteX666" fmla="*/ 506823 w 822962"/>
              <a:gd name="connsiteY666" fmla="*/ 228655 h 822973"/>
              <a:gd name="connsiteX667" fmla="*/ 520200 w 822962"/>
              <a:gd name="connsiteY667" fmla="*/ 220928 h 822973"/>
              <a:gd name="connsiteX668" fmla="*/ 522787 w 822962"/>
              <a:gd name="connsiteY668" fmla="*/ 217526 h 822973"/>
              <a:gd name="connsiteX669" fmla="*/ 522275 w 822962"/>
              <a:gd name="connsiteY669" fmla="*/ 213245 h 822973"/>
              <a:gd name="connsiteX670" fmla="*/ 498691 w 822962"/>
              <a:gd name="connsiteY670" fmla="*/ 172407 h 822973"/>
              <a:gd name="connsiteX671" fmla="*/ 498290 w 822962"/>
              <a:gd name="connsiteY671" fmla="*/ 171748 h 822973"/>
              <a:gd name="connsiteX672" fmla="*/ 494888 w 822962"/>
              <a:gd name="connsiteY672" fmla="*/ 169162 h 822973"/>
              <a:gd name="connsiteX673" fmla="*/ 490664 w 822962"/>
              <a:gd name="connsiteY673" fmla="*/ 169683 h 822973"/>
              <a:gd name="connsiteX674" fmla="*/ 477278 w 822962"/>
              <a:gd name="connsiteY674" fmla="*/ 177411 h 822973"/>
              <a:gd name="connsiteX675" fmla="*/ 463417 w 822962"/>
              <a:gd name="connsiteY675" fmla="*/ 176762 h 822973"/>
              <a:gd name="connsiteX676" fmla="*/ 456192 w 822962"/>
              <a:gd name="connsiteY676" fmla="*/ 172115 h 822973"/>
              <a:gd name="connsiteX677" fmla="*/ 456211 w 822962"/>
              <a:gd name="connsiteY677" fmla="*/ 172097 h 822973"/>
              <a:gd name="connsiteX678" fmla="*/ 449555 w 822962"/>
              <a:gd name="connsiteY678" fmla="*/ 168623 h 822973"/>
              <a:gd name="connsiteX679" fmla="*/ 441051 w 822962"/>
              <a:gd name="connsiteY679" fmla="*/ 156527 h 822973"/>
              <a:gd name="connsiteX680" fmla="*/ 441051 w 822962"/>
              <a:gd name="connsiteY680" fmla="*/ 141073 h 822973"/>
              <a:gd name="connsiteX681" fmla="*/ 439414 w 822962"/>
              <a:gd name="connsiteY681" fmla="*/ 137159 h 822973"/>
              <a:gd name="connsiteX682" fmla="*/ 435491 w 822962"/>
              <a:gd name="connsiteY682" fmla="*/ 135512 h 822973"/>
              <a:gd name="connsiteX683" fmla="*/ 387521 w 822962"/>
              <a:gd name="connsiteY683" fmla="*/ 135512 h 822973"/>
              <a:gd name="connsiteX684" fmla="*/ 383607 w 822962"/>
              <a:gd name="connsiteY684" fmla="*/ 137159 h 822973"/>
              <a:gd name="connsiteX685" fmla="*/ 381969 w 822962"/>
              <a:gd name="connsiteY685" fmla="*/ 141073 h 822973"/>
              <a:gd name="connsiteX686" fmla="*/ 381969 w 822962"/>
              <a:gd name="connsiteY686" fmla="*/ 156381 h 822973"/>
              <a:gd name="connsiteX687" fmla="*/ 374436 w 822962"/>
              <a:gd name="connsiteY687" fmla="*/ 168239 h 822973"/>
              <a:gd name="connsiteX688" fmla="*/ 366774 w 822962"/>
              <a:gd name="connsiteY688" fmla="*/ 172118 h 822973"/>
              <a:gd name="connsiteX689" fmla="*/ 359943 w 822962"/>
              <a:gd name="connsiteY689" fmla="*/ 176496 h 822973"/>
              <a:gd name="connsiteX690" fmla="*/ 345724 w 822962"/>
              <a:gd name="connsiteY690" fmla="*/ 177410 h 822973"/>
              <a:gd name="connsiteX691" fmla="*/ 332356 w 822962"/>
              <a:gd name="connsiteY691" fmla="*/ 169692 h 822973"/>
              <a:gd name="connsiteX692" fmla="*/ 332356 w 822962"/>
              <a:gd name="connsiteY692" fmla="*/ 169674 h 822973"/>
              <a:gd name="connsiteX693" fmla="*/ 328132 w 822962"/>
              <a:gd name="connsiteY693" fmla="*/ 169171 h 822973"/>
              <a:gd name="connsiteX694" fmla="*/ 324730 w 822962"/>
              <a:gd name="connsiteY694" fmla="*/ 171704 h 822973"/>
              <a:gd name="connsiteX695" fmla="*/ 300744 w 822962"/>
              <a:gd name="connsiteY695" fmla="*/ 213254 h 822973"/>
              <a:gd name="connsiteX696" fmla="*/ 300232 w 822962"/>
              <a:gd name="connsiteY696" fmla="*/ 217534 h 822973"/>
              <a:gd name="connsiteX697" fmla="*/ 302418 w 822962"/>
              <a:gd name="connsiteY697" fmla="*/ 220716 h 822973"/>
              <a:gd name="connsiteX698" fmla="*/ 302819 w 822962"/>
              <a:gd name="connsiteY698" fmla="*/ 220936 h 822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Lst>
            <a:rect l="l" t="t" r="r" b="b"/>
            <a:pathLst>
              <a:path w="822962" h="822973">
                <a:moveTo>
                  <a:pt x="296483" y="246901"/>
                </a:moveTo>
                <a:lnTo>
                  <a:pt x="289935" y="243115"/>
                </a:lnTo>
                <a:cubicBezTo>
                  <a:pt x="289634" y="242943"/>
                  <a:pt x="289340" y="242749"/>
                  <a:pt x="289057" y="242559"/>
                </a:cubicBezTo>
                <a:cubicBezTo>
                  <a:pt x="282071" y="238198"/>
                  <a:pt x="277371" y="231522"/>
                  <a:pt x="275394" y="224143"/>
                </a:cubicBezTo>
                <a:cubicBezTo>
                  <a:pt x="273328" y="216451"/>
                  <a:pt x="274215" y="207947"/>
                  <a:pt x="278522" y="200470"/>
                </a:cubicBezTo>
                <a:lnTo>
                  <a:pt x="302653" y="158673"/>
                </a:lnTo>
                <a:cubicBezTo>
                  <a:pt x="306997" y="151303"/>
                  <a:pt x="313872" y="146365"/>
                  <a:pt x="321480" y="144326"/>
                </a:cubicBezTo>
                <a:cubicBezTo>
                  <a:pt x="329115" y="142278"/>
                  <a:pt x="337565" y="143138"/>
                  <a:pt x="345016" y="147380"/>
                </a:cubicBezTo>
                <a:lnTo>
                  <a:pt x="345189" y="147473"/>
                </a:lnTo>
                <a:lnTo>
                  <a:pt x="345189" y="147454"/>
                </a:lnTo>
                <a:lnTo>
                  <a:pt x="351716" y="151222"/>
                </a:lnTo>
                <a:cubicBezTo>
                  <a:pt x="352467" y="150774"/>
                  <a:pt x="353217" y="150327"/>
                  <a:pt x="353985" y="149887"/>
                </a:cubicBezTo>
                <a:cubicBezTo>
                  <a:pt x="354744" y="149448"/>
                  <a:pt x="355493" y="149017"/>
                  <a:pt x="356226" y="148616"/>
                </a:cubicBezTo>
                <a:lnTo>
                  <a:pt x="356226" y="141043"/>
                </a:lnTo>
                <a:cubicBezTo>
                  <a:pt x="356226" y="132420"/>
                  <a:pt x="359747" y="124613"/>
                  <a:pt x="365396" y="118942"/>
                </a:cubicBezTo>
                <a:cubicBezTo>
                  <a:pt x="371058" y="113280"/>
                  <a:pt x="378875" y="109771"/>
                  <a:pt x="387497" y="109771"/>
                </a:cubicBezTo>
                <a:lnTo>
                  <a:pt x="435468" y="109771"/>
                </a:lnTo>
                <a:cubicBezTo>
                  <a:pt x="444099" y="109771"/>
                  <a:pt x="451907" y="113292"/>
                  <a:pt x="457578" y="118942"/>
                </a:cubicBezTo>
                <a:cubicBezTo>
                  <a:pt x="463239" y="124612"/>
                  <a:pt x="466748" y="132420"/>
                  <a:pt x="466748" y="141043"/>
                </a:cubicBezTo>
                <a:lnTo>
                  <a:pt x="466748" y="148642"/>
                </a:lnTo>
                <a:cubicBezTo>
                  <a:pt x="467499" y="149044"/>
                  <a:pt x="468240" y="149464"/>
                  <a:pt x="468969" y="149895"/>
                </a:cubicBezTo>
                <a:lnTo>
                  <a:pt x="469005" y="149913"/>
                </a:lnTo>
                <a:lnTo>
                  <a:pt x="469023" y="149895"/>
                </a:lnTo>
                <a:cubicBezTo>
                  <a:pt x="469773" y="150333"/>
                  <a:pt x="470523" y="150774"/>
                  <a:pt x="471264" y="151220"/>
                </a:cubicBezTo>
                <a:lnTo>
                  <a:pt x="477800" y="147443"/>
                </a:lnTo>
                <a:cubicBezTo>
                  <a:pt x="485281" y="143126"/>
                  <a:pt x="493793" y="142257"/>
                  <a:pt x="501502" y="144323"/>
                </a:cubicBezTo>
                <a:cubicBezTo>
                  <a:pt x="509221" y="146389"/>
                  <a:pt x="516168" y="151411"/>
                  <a:pt x="520475" y="158861"/>
                </a:cubicBezTo>
                <a:cubicBezTo>
                  <a:pt x="520603" y="159098"/>
                  <a:pt x="520740" y="159337"/>
                  <a:pt x="520859" y="159584"/>
                </a:cubicBezTo>
                <a:lnTo>
                  <a:pt x="544460" y="200467"/>
                </a:lnTo>
                <a:cubicBezTo>
                  <a:pt x="548776" y="207938"/>
                  <a:pt x="549655" y="216442"/>
                  <a:pt x="547589" y="224131"/>
                </a:cubicBezTo>
                <a:cubicBezTo>
                  <a:pt x="545523" y="231849"/>
                  <a:pt x="540511" y="238796"/>
                  <a:pt x="533039" y="243103"/>
                </a:cubicBezTo>
                <a:lnTo>
                  <a:pt x="526482" y="246898"/>
                </a:lnTo>
                <a:cubicBezTo>
                  <a:pt x="526508" y="247767"/>
                  <a:pt x="526508" y="248645"/>
                  <a:pt x="526508" y="249523"/>
                </a:cubicBezTo>
                <a:cubicBezTo>
                  <a:pt x="526508" y="250392"/>
                  <a:pt x="526508" y="251271"/>
                  <a:pt x="526482" y="252139"/>
                </a:cubicBezTo>
                <a:lnTo>
                  <a:pt x="533039" y="255917"/>
                </a:lnTo>
                <a:cubicBezTo>
                  <a:pt x="540510" y="260224"/>
                  <a:pt x="545520" y="267165"/>
                  <a:pt x="547589" y="274889"/>
                </a:cubicBezTo>
                <a:cubicBezTo>
                  <a:pt x="549646" y="282581"/>
                  <a:pt x="548768" y="291084"/>
                  <a:pt x="544460" y="298553"/>
                </a:cubicBezTo>
                <a:lnTo>
                  <a:pt x="520457" y="340138"/>
                </a:lnTo>
                <a:lnTo>
                  <a:pt x="520484" y="340138"/>
                </a:lnTo>
                <a:cubicBezTo>
                  <a:pt x="516177" y="347600"/>
                  <a:pt x="509227" y="352619"/>
                  <a:pt x="501512" y="354688"/>
                </a:cubicBezTo>
                <a:cubicBezTo>
                  <a:pt x="493868" y="356745"/>
                  <a:pt x="485427" y="355885"/>
                  <a:pt x="477985" y="351643"/>
                </a:cubicBezTo>
                <a:lnTo>
                  <a:pt x="477804" y="351551"/>
                </a:lnTo>
                <a:lnTo>
                  <a:pt x="477804" y="351569"/>
                </a:lnTo>
                <a:lnTo>
                  <a:pt x="471267" y="347800"/>
                </a:lnTo>
                <a:cubicBezTo>
                  <a:pt x="470517" y="348259"/>
                  <a:pt x="469767" y="348696"/>
                  <a:pt x="468999" y="349146"/>
                </a:cubicBezTo>
                <a:cubicBezTo>
                  <a:pt x="468240" y="349583"/>
                  <a:pt x="467499" y="350006"/>
                  <a:pt x="466758" y="350408"/>
                </a:cubicBezTo>
                <a:lnTo>
                  <a:pt x="466758" y="357980"/>
                </a:lnTo>
                <a:cubicBezTo>
                  <a:pt x="466758" y="366603"/>
                  <a:pt x="463245" y="374432"/>
                  <a:pt x="457587" y="380091"/>
                </a:cubicBezTo>
                <a:cubicBezTo>
                  <a:pt x="451917" y="385752"/>
                  <a:pt x="444100" y="389261"/>
                  <a:pt x="435477" y="389261"/>
                </a:cubicBezTo>
                <a:lnTo>
                  <a:pt x="387507" y="389261"/>
                </a:lnTo>
                <a:cubicBezTo>
                  <a:pt x="378884" y="389261"/>
                  <a:pt x="371055" y="385740"/>
                  <a:pt x="365405" y="380091"/>
                </a:cubicBezTo>
                <a:cubicBezTo>
                  <a:pt x="359744" y="374420"/>
                  <a:pt x="356235" y="366604"/>
                  <a:pt x="356235" y="357980"/>
                </a:cubicBezTo>
                <a:lnTo>
                  <a:pt x="356235" y="350390"/>
                </a:lnTo>
                <a:cubicBezTo>
                  <a:pt x="355493" y="349988"/>
                  <a:pt x="354753" y="349569"/>
                  <a:pt x="354023" y="349137"/>
                </a:cubicBezTo>
                <a:lnTo>
                  <a:pt x="353988" y="349119"/>
                </a:lnTo>
                <a:lnTo>
                  <a:pt x="353969" y="349137"/>
                </a:lnTo>
                <a:cubicBezTo>
                  <a:pt x="353210" y="348699"/>
                  <a:pt x="352470" y="348259"/>
                  <a:pt x="351728" y="347812"/>
                </a:cubicBezTo>
                <a:lnTo>
                  <a:pt x="345201" y="351572"/>
                </a:lnTo>
                <a:cubicBezTo>
                  <a:pt x="344900" y="351753"/>
                  <a:pt x="344588" y="351911"/>
                  <a:pt x="344269" y="352066"/>
                </a:cubicBezTo>
                <a:cubicBezTo>
                  <a:pt x="337018" y="355954"/>
                  <a:pt x="328880" y="356683"/>
                  <a:pt x="321484" y="354700"/>
                </a:cubicBezTo>
                <a:cubicBezTo>
                  <a:pt x="313765" y="352634"/>
                  <a:pt x="306818" y="347613"/>
                  <a:pt x="302511" y="340163"/>
                </a:cubicBezTo>
                <a:cubicBezTo>
                  <a:pt x="302383" y="339924"/>
                  <a:pt x="302255" y="339686"/>
                  <a:pt x="302137" y="339448"/>
                </a:cubicBezTo>
                <a:lnTo>
                  <a:pt x="278527" y="298565"/>
                </a:lnTo>
                <a:cubicBezTo>
                  <a:pt x="274211" y="291094"/>
                  <a:pt x="273332" y="282590"/>
                  <a:pt x="275398" y="274901"/>
                </a:cubicBezTo>
                <a:cubicBezTo>
                  <a:pt x="277464" y="267174"/>
                  <a:pt x="282485" y="260236"/>
                  <a:pt x="289935" y="255929"/>
                </a:cubicBezTo>
                <a:lnTo>
                  <a:pt x="296493" y="252143"/>
                </a:lnTo>
                <a:cubicBezTo>
                  <a:pt x="296475" y="251274"/>
                  <a:pt x="296467" y="250387"/>
                  <a:pt x="296467" y="249517"/>
                </a:cubicBezTo>
                <a:cubicBezTo>
                  <a:pt x="296467" y="248649"/>
                  <a:pt x="296467" y="247770"/>
                  <a:pt x="296484" y="246901"/>
                </a:cubicBezTo>
                <a:close/>
                <a:moveTo>
                  <a:pt x="118069" y="116203"/>
                </a:moveTo>
                <a:lnTo>
                  <a:pt x="117759" y="116751"/>
                </a:lnTo>
                <a:lnTo>
                  <a:pt x="117694" y="116861"/>
                </a:lnTo>
                <a:cubicBezTo>
                  <a:pt x="115545" y="120847"/>
                  <a:pt x="115098" y="125374"/>
                  <a:pt x="116158" y="129544"/>
                </a:cubicBezTo>
                <a:cubicBezTo>
                  <a:pt x="117265" y="133896"/>
                  <a:pt x="120016" y="137828"/>
                  <a:pt x="124185" y="140317"/>
                </a:cubicBezTo>
                <a:lnTo>
                  <a:pt x="124203" y="140317"/>
                </a:lnTo>
                <a:cubicBezTo>
                  <a:pt x="128346" y="142785"/>
                  <a:pt x="133127" y="143335"/>
                  <a:pt x="137526" y="142228"/>
                </a:cubicBezTo>
                <a:cubicBezTo>
                  <a:pt x="141878" y="141121"/>
                  <a:pt x="145810" y="138361"/>
                  <a:pt x="148299" y="134200"/>
                </a:cubicBezTo>
                <a:lnTo>
                  <a:pt x="148299" y="134183"/>
                </a:lnTo>
                <a:cubicBezTo>
                  <a:pt x="150778" y="130039"/>
                  <a:pt x="151317" y="125259"/>
                  <a:pt x="150209" y="120860"/>
                </a:cubicBezTo>
                <a:cubicBezTo>
                  <a:pt x="149102" y="116499"/>
                  <a:pt x="146352" y="112567"/>
                  <a:pt x="142181" y="110079"/>
                </a:cubicBezTo>
                <a:lnTo>
                  <a:pt x="141634" y="109769"/>
                </a:lnTo>
                <a:lnTo>
                  <a:pt x="141634" y="109787"/>
                </a:lnTo>
                <a:cubicBezTo>
                  <a:pt x="141634" y="109787"/>
                  <a:pt x="141524" y="109712"/>
                  <a:pt x="141524" y="109712"/>
                </a:cubicBezTo>
                <a:cubicBezTo>
                  <a:pt x="137529" y="107564"/>
                  <a:pt x="133011" y="107126"/>
                  <a:pt x="128840" y="108177"/>
                </a:cubicBezTo>
                <a:cubicBezTo>
                  <a:pt x="124488" y="109275"/>
                  <a:pt x="120557" y="112043"/>
                  <a:pt x="118068" y="116205"/>
                </a:cubicBezTo>
                <a:close/>
                <a:moveTo>
                  <a:pt x="91241" y="135762"/>
                </a:moveTo>
                <a:cubicBezTo>
                  <a:pt x="88633" y="125449"/>
                  <a:pt x="89842" y="114137"/>
                  <a:pt x="95429" y="104124"/>
                </a:cubicBezTo>
                <a:cubicBezTo>
                  <a:pt x="95694" y="103568"/>
                  <a:pt x="96006" y="103017"/>
                  <a:pt x="96361" y="102487"/>
                </a:cubicBezTo>
                <a:lnTo>
                  <a:pt x="96387" y="102505"/>
                </a:lnTo>
                <a:cubicBezTo>
                  <a:pt x="102522" y="92548"/>
                  <a:pt x="112068" y="85916"/>
                  <a:pt x="122611" y="83255"/>
                </a:cubicBezTo>
                <a:cubicBezTo>
                  <a:pt x="132925" y="80647"/>
                  <a:pt x="144236" y="81856"/>
                  <a:pt x="154240" y="87452"/>
                </a:cubicBezTo>
                <a:cubicBezTo>
                  <a:pt x="154796" y="87708"/>
                  <a:pt x="155347" y="88030"/>
                  <a:pt x="155886" y="88375"/>
                </a:cubicBezTo>
                <a:lnTo>
                  <a:pt x="155868" y="88402"/>
                </a:lnTo>
                <a:cubicBezTo>
                  <a:pt x="165825" y="94536"/>
                  <a:pt x="172448" y="104082"/>
                  <a:pt x="175106" y="114616"/>
                </a:cubicBezTo>
                <a:cubicBezTo>
                  <a:pt x="177812" y="125305"/>
                  <a:pt x="176421" y="137056"/>
                  <a:pt x="170287" y="147343"/>
                </a:cubicBezTo>
                <a:cubicBezTo>
                  <a:pt x="164160" y="157603"/>
                  <a:pt x="154466" y="164413"/>
                  <a:pt x="143733" y="167122"/>
                </a:cubicBezTo>
                <a:cubicBezTo>
                  <a:pt x="133053" y="169819"/>
                  <a:pt x="121293" y="168438"/>
                  <a:pt x="111014" y="162294"/>
                </a:cubicBezTo>
                <a:cubicBezTo>
                  <a:pt x="100745" y="156178"/>
                  <a:pt x="93935" y="146486"/>
                  <a:pt x="91226" y="135749"/>
                </a:cubicBezTo>
                <a:close/>
                <a:moveTo>
                  <a:pt x="110068" y="679785"/>
                </a:moveTo>
                <a:lnTo>
                  <a:pt x="109758" y="680332"/>
                </a:lnTo>
                <a:lnTo>
                  <a:pt x="109776" y="680332"/>
                </a:lnTo>
                <a:lnTo>
                  <a:pt x="109702" y="680442"/>
                </a:lnTo>
                <a:cubicBezTo>
                  <a:pt x="107552" y="684428"/>
                  <a:pt x="107115" y="688955"/>
                  <a:pt x="108166" y="693126"/>
                </a:cubicBezTo>
                <a:cubicBezTo>
                  <a:pt x="109273" y="697477"/>
                  <a:pt x="112032" y="701409"/>
                  <a:pt x="116202" y="703898"/>
                </a:cubicBezTo>
                <a:cubicBezTo>
                  <a:pt x="120345" y="706366"/>
                  <a:pt x="125126" y="706916"/>
                  <a:pt x="129525" y="705809"/>
                </a:cubicBezTo>
                <a:cubicBezTo>
                  <a:pt x="133886" y="704702"/>
                  <a:pt x="137818" y="701952"/>
                  <a:pt x="140298" y="697781"/>
                </a:cubicBezTo>
                <a:lnTo>
                  <a:pt x="140298" y="697764"/>
                </a:lnTo>
                <a:cubicBezTo>
                  <a:pt x="142777" y="693620"/>
                  <a:pt x="143325" y="688840"/>
                  <a:pt x="142209" y="684441"/>
                </a:cubicBezTo>
                <a:cubicBezTo>
                  <a:pt x="141110" y="680080"/>
                  <a:pt x="138351" y="676148"/>
                  <a:pt x="134181" y="673660"/>
                </a:cubicBezTo>
                <a:lnTo>
                  <a:pt x="133633" y="673350"/>
                </a:lnTo>
                <a:lnTo>
                  <a:pt x="133633" y="673368"/>
                </a:lnTo>
                <a:lnTo>
                  <a:pt x="133523" y="673294"/>
                </a:lnTo>
                <a:cubicBezTo>
                  <a:pt x="129537" y="671145"/>
                  <a:pt x="125010" y="670708"/>
                  <a:pt x="120848" y="671758"/>
                </a:cubicBezTo>
                <a:cubicBezTo>
                  <a:pt x="116488" y="672866"/>
                  <a:pt x="112556" y="675625"/>
                  <a:pt x="110068" y="679786"/>
                </a:cubicBezTo>
                <a:close/>
                <a:moveTo>
                  <a:pt x="83249" y="699344"/>
                </a:moveTo>
                <a:cubicBezTo>
                  <a:pt x="80641" y="689030"/>
                  <a:pt x="81850" y="677719"/>
                  <a:pt x="87437" y="667705"/>
                </a:cubicBezTo>
                <a:cubicBezTo>
                  <a:pt x="87702" y="667157"/>
                  <a:pt x="88024" y="666598"/>
                  <a:pt x="88369" y="666077"/>
                </a:cubicBezTo>
                <a:lnTo>
                  <a:pt x="88396" y="666077"/>
                </a:lnTo>
                <a:cubicBezTo>
                  <a:pt x="94530" y="656129"/>
                  <a:pt x="104076" y="649509"/>
                  <a:pt x="114619" y="646839"/>
                </a:cubicBezTo>
                <a:cubicBezTo>
                  <a:pt x="124933" y="644232"/>
                  <a:pt x="136244" y="645440"/>
                  <a:pt x="146257" y="651036"/>
                </a:cubicBezTo>
                <a:cubicBezTo>
                  <a:pt x="146814" y="651302"/>
                  <a:pt x="147364" y="651614"/>
                  <a:pt x="147894" y="651959"/>
                </a:cubicBezTo>
                <a:lnTo>
                  <a:pt x="147877" y="651986"/>
                </a:lnTo>
                <a:cubicBezTo>
                  <a:pt x="157842" y="658121"/>
                  <a:pt x="164456" y="667666"/>
                  <a:pt x="167126" y="678209"/>
                </a:cubicBezTo>
                <a:cubicBezTo>
                  <a:pt x="169823" y="688890"/>
                  <a:pt x="168433" y="700650"/>
                  <a:pt x="162307" y="710928"/>
                </a:cubicBezTo>
                <a:cubicBezTo>
                  <a:pt x="156182" y="721185"/>
                  <a:pt x="146487" y="727998"/>
                  <a:pt x="135762" y="730710"/>
                </a:cubicBezTo>
                <a:cubicBezTo>
                  <a:pt x="125074" y="733416"/>
                  <a:pt x="113313" y="732021"/>
                  <a:pt x="103035" y="725887"/>
                </a:cubicBezTo>
                <a:cubicBezTo>
                  <a:pt x="92775" y="719768"/>
                  <a:pt x="85956" y="710080"/>
                  <a:pt x="83247" y="699344"/>
                </a:cubicBezTo>
                <a:close/>
                <a:moveTo>
                  <a:pt x="673883" y="687997"/>
                </a:moveTo>
                <a:lnTo>
                  <a:pt x="673517" y="688544"/>
                </a:lnTo>
                <a:lnTo>
                  <a:pt x="673591" y="688544"/>
                </a:lnTo>
                <a:lnTo>
                  <a:pt x="673517" y="688654"/>
                </a:lnTo>
                <a:cubicBezTo>
                  <a:pt x="671341" y="692640"/>
                  <a:pt x="670900" y="697167"/>
                  <a:pt x="671915" y="701338"/>
                </a:cubicBezTo>
                <a:cubicBezTo>
                  <a:pt x="673076" y="705699"/>
                  <a:pt x="675838" y="709621"/>
                  <a:pt x="679982" y="712110"/>
                </a:cubicBezTo>
                <a:cubicBezTo>
                  <a:pt x="684125" y="714578"/>
                  <a:pt x="688915" y="715128"/>
                  <a:pt x="693278" y="714021"/>
                </a:cubicBezTo>
                <a:cubicBezTo>
                  <a:pt x="697639" y="712923"/>
                  <a:pt x="701636" y="710155"/>
                  <a:pt x="704104" y="705993"/>
                </a:cubicBezTo>
                <a:cubicBezTo>
                  <a:pt x="706571" y="701841"/>
                  <a:pt x="707083" y="697061"/>
                  <a:pt x="705997" y="692662"/>
                </a:cubicBezTo>
                <a:cubicBezTo>
                  <a:pt x="704908" y="688301"/>
                  <a:pt x="702148" y="684369"/>
                  <a:pt x="698005" y="681881"/>
                </a:cubicBezTo>
                <a:lnTo>
                  <a:pt x="697428" y="681571"/>
                </a:lnTo>
                <a:lnTo>
                  <a:pt x="697428" y="681589"/>
                </a:lnTo>
                <a:lnTo>
                  <a:pt x="697353" y="681515"/>
                </a:lnTo>
                <a:cubicBezTo>
                  <a:pt x="693359" y="679365"/>
                  <a:pt x="688787" y="678928"/>
                  <a:pt x="684643" y="679988"/>
                </a:cubicBezTo>
                <a:cubicBezTo>
                  <a:pt x="680282" y="681095"/>
                  <a:pt x="676369" y="683845"/>
                  <a:pt x="673889" y="688016"/>
                </a:cubicBezTo>
                <a:close/>
                <a:moveTo>
                  <a:pt x="647007" y="707556"/>
                </a:moveTo>
                <a:cubicBezTo>
                  <a:pt x="644390" y="697242"/>
                  <a:pt x="645626" y="685931"/>
                  <a:pt x="651222" y="675926"/>
                </a:cubicBezTo>
                <a:cubicBezTo>
                  <a:pt x="651514" y="675370"/>
                  <a:pt x="651799" y="674819"/>
                  <a:pt x="652163" y="674290"/>
                </a:cubicBezTo>
                <a:cubicBezTo>
                  <a:pt x="658336" y="664351"/>
                  <a:pt x="667855" y="657722"/>
                  <a:pt x="678377" y="655061"/>
                </a:cubicBezTo>
                <a:cubicBezTo>
                  <a:pt x="688691" y="652465"/>
                  <a:pt x="700019" y="653671"/>
                  <a:pt x="710042" y="659258"/>
                </a:cubicBezTo>
                <a:cubicBezTo>
                  <a:pt x="710554" y="659523"/>
                  <a:pt x="711131" y="659835"/>
                  <a:pt x="711643" y="660190"/>
                </a:cubicBezTo>
                <a:lnTo>
                  <a:pt x="711643" y="660208"/>
                </a:lnTo>
                <a:cubicBezTo>
                  <a:pt x="721588" y="666342"/>
                  <a:pt x="728202" y="675888"/>
                  <a:pt x="730892" y="686431"/>
                </a:cubicBezTo>
                <a:cubicBezTo>
                  <a:pt x="733582" y="697112"/>
                  <a:pt x="732203" y="708872"/>
                  <a:pt x="726099" y="719151"/>
                </a:cubicBezTo>
                <a:cubicBezTo>
                  <a:pt x="719927" y="729423"/>
                  <a:pt x="710262" y="736227"/>
                  <a:pt x="699520" y="738940"/>
                </a:cubicBezTo>
                <a:cubicBezTo>
                  <a:pt x="688839" y="741645"/>
                  <a:pt x="677079" y="740251"/>
                  <a:pt x="666840" y="734132"/>
                </a:cubicBezTo>
                <a:lnTo>
                  <a:pt x="666840" y="734109"/>
                </a:lnTo>
                <a:cubicBezTo>
                  <a:pt x="656526" y="727990"/>
                  <a:pt x="649769" y="718305"/>
                  <a:pt x="647007" y="707566"/>
                </a:cubicBezTo>
                <a:close/>
                <a:moveTo>
                  <a:pt x="681875" y="123993"/>
                </a:moveTo>
                <a:lnTo>
                  <a:pt x="681509" y="124532"/>
                </a:lnTo>
                <a:lnTo>
                  <a:pt x="681583" y="124532"/>
                </a:lnTo>
                <a:lnTo>
                  <a:pt x="681509" y="124651"/>
                </a:lnTo>
                <a:cubicBezTo>
                  <a:pt x="679333" y="128637"/>
                  <a:pt x="678892" y="133164"/>
                  <a:pt x="679982" y="137325"/>
                </a:cubicBezTo>
                <a:cubicBezTo>
                  <a:pt x="681071" y="141677"/>
                  <a:pt x="683830" y="145618"/>
                  <a:pt x="687974" y="148106"/>
                </a:cubicBezTo>
                <a:cubicBezTo>
                  <a:pt x="692117" y="150574"/>
                  <a:pt x="696907" y="151124"/>
                  <a:pt x="701342" y="150017"/>
                </a:cubicBezTo>
                <a:cubicBezTo>
                  <a:pt x="705702" y="148910"/>
                  <a:pt x="709616" y="146138"/>
                  <a:pt x="712096" y="141989"/>
                </a:cubicBezTo>
                <a:cubicBezTo>
                  <a:pt x="714563" y="137846"/>
                  <a:pt x="715141" y="133056"/>
                  <a:pt x="713988" y="128657"/>
                </a:cubicBezTo>
                <a:cubicBezTo>
                  <a:pt x="712899" y="124306"/>
                  <a:pt x="710140" y="120364"/>
                  <a:pt x="705997" y="117877"/>
                </a:cubicBezTo>
                <a:lnTo>
                  <a:pt x="705411" y="117567"/>
                </a:lnTo>
                <a:lnTo>
                  <a:pt x="705336" y="117514"/>
                </a:lnTo>
                <a:cubicBezTo>
                  <a:pt x="701342" y="115364"/>
                  <a:pt x="696770" y="114918"/>
                  <a:pt x="692626" y="115968"/>
                </a:cubicBezTo>
                <a:cubicBezTo>
                  <a:pt x="688265" y="117076"/>
                  <a:pt x="684351" y="119835"/>
                  <a:pt x="681872" y="124005"/>
                </a:cubicBezTo>
                <a:close/>
                <a:moveTo>
                  <a:pt x="654999" y="143552"/>
                </a:moveTo>
                <a:cubicBezTo>
                  <a:pt x="652457" y="133238"/>
                  <a:pt x="653618" y="121927"/>
                  <a:pt x="659214" y="111914"/>
                </a:cubicBezTo>
                <a:cubicBezTo>
                  <a:pt x="659505" y="111358"/>
                  <a:pt x="659791" y="110807"/>
                  <a:pt x="660155" y="110285"/>
                </a:cubicBezTo>
                <a:cubicBezTo>
                  <a:pt x="666328" y="100338"/>
                  <a:pt x="675847" y="93718"/>
                  <a:pt x="686369" y="91048"/>
                </a:cubicBezTo>
                <a:cubicBezTo>
                  <a:pt x="696683" y="88440"/>
                  <a:pt x="708011" y="89649"/>
                  <a:pt x="718037" y="95236"/>
                </a:cubicBezTo>
                <a:cubicBezTo>
                  <a:pt x="718624" y="95501"/>
                  <a:pt x="719127" y="95823"/>
                  <a:pt x="719637" y="96168"/>
                </a:cubicBezTo>
                <a:lnTo>
                  <a:pt x="719637" y="96195"/>
                </a:lnTo>
                <a:cubicBezTo>
                  <a:pt x="729581" y="102320"/>
                  <a:pt x="736272" y="111875"/>
                  <a:pt x="738885" y="122409"/>
                </a:cubicBezTo>
                <a:cubicBezTo>
                  <a:pt x="741575" y="133097"/>
                  <a:pt x="740188" y="144849"/>
                  <a:pt x="734092" y="155128"/>
                </a:cubicBezTo>
                <a:lnTo>
                  <a:pt x="734092" y="155146"/>
                </a:lnTo>
                <a:cubicBezTo>
                  <a:pt x="727996" y="165406"/>
                  <a:pt x="718258" y="172208"/>
                  <a:pt x="707511" y="174925"/>
                </a:cubicBezTo>
                <a:cubicBezTo>
                  <a:pt x="696831" y="177630"/>
                  <a:pt x="685062" y="176231"/>
                  <a:pt x="674823" y="170106"/>
                </a:cubicBezTo>
                <a:cubicBezTo>
                  <a:pt x="664581" y="163989"/>
                  <a:pt x="657753" y="154285"/>
                  <a:pt x="654991" y="143551"/>
                </a:cubicBezTo>
                <a:close/>
                <a:moveTo>
                  <a:pt x="248594" y="719014"/>
                </a:moveTo>
                <a:lnTo>
                  <a:pt x="180442" y="725361"/>
                </a:lnTo>
                <a:cubicBezTo>
                  <a:pt x="173391" y="726001"/>
                  <a:pt x="168208" y="732234"/>
                  <a:pt x="168839" y="739283"/>
                </a:cubicBezTo>
                <a:cubicBezTo>
                  <a:pt x="168967" y="740723"/>
                  <a:pt x="169333" y="742095"/>
                  <a:pt x="169890" y="743344"/>
                </a:cubicBezTo>
                <a:lnTo>
                  <a:pt x="197375" y="804960"/>
                </a:lnTo>
                <a:cubicBezTo>
                  <a:pt x="200266" y="811421"/>
                  <a:pt x="207844" y="814325"/>
                  <a:pt x="214309" y="811444"/>
                </a:cubicBezTo>
                <a:cubicBezTo>
                  <a:pt x="220774" y="808564"/>
                  <a:pt x="223673" y="800975"/>
                  <a:pt x="220783" y="794505"/>
                </a:cubicBezTo>
                <a:lnTo>
                  <a:pt x="210195" y="770769"/>
                </a:lnTo>
                <a:cubicBezTo>
                  <a:pt x="275912" y="807482"/>
                  <a:pt x="347637" y="824254"/>
                  <a:pt x="418175" y="822897"/>
                </a:cubicBezTo>
                <a:cubicBezTo>
                  <a:pt x="494939" y="821419"/>
                  <a:pt x="570316" y="798483"/>
                  <a:pt x="635048" y="756451"/>
                </a:cubicBezTo>
                <a:cubicBezTo>
                  <a:pt x="640974" y="752603"/>
                  <a:pt x="642639" y="744655"/>
                  <a:pt x="638826" y="738719"/>
                </a:cubicBezTo>
                <a:cubicBezTo>
                  <a:pt x="634968" y="732776"/>
                  <a:pt x="627030" y="731091"/>
                  <a:pt x="621085" y="734947"/>
                </a:cubicBezTo>
                <a:cubicBezTo>
                  <a:pt x="560369" y="774381"/>
                  <a:pt x="489717" y="795892"/>
                  <a:pt x="417784" y="797286"/>
                </a:cubicBezTo>
                <a:cubicBezTo>
                  <a:pt x="350934" y="798574"/>
                  <a:pt x="282978" y="782504"/>
                  <a:pt x="220830" y="747345"/>
                </a:cubicBezTo>
                <a:lnTo>
                  <a:pt x="250896" y="744541"/>
                </a:lnTo>
                <a:cubicBezTo>
                  <a:pt x="257947" y="743901"/>
                  <a:pt x="263138" y="737675"/>
                  <a:pt x="262499" y="730627"/>
                </a:cubicBezTo>
                <a:cubicBezTo>
                  <a:pt x="261859" y="723586"/>
                  <a:pt x="255623" y="718381"/>
                  <a:pt x="248580" y="719021"/>
                </a:cubicBezTo>
                <a:close/>
                <a:moveTo>
                  <a:pt x="602650" y="28223"/>
                </a:moveTo>
                <a:lnTo>
                  <a:pt x="613404" y="53471"/>
                </a:lnTo>
                <a:cubicBezTo>
                  <a:pt x="547155" y="15925"/>
                  <a:pt x="474720" y="-1256"/>
                  <a:pt x="403457" y="71"/>
                </a:cubicBezTo>
                <a:cubicBezTo>
                  <a:pt x="326793" y="1497"/>
                  <a:pt x="251507" y="24321"/>
                  <a:pt x="186790" y="66201"/>
                </a:cubicBezTo>
                <a:cubicBezTo>
                  <a:pt x="180855" y="70060"/>
                  <a:pt x="179164" y="77997"/>
                  <a:pt x="183022" y="83942"/>
                </a:cubicBezTo>
                <a:cubicBezTo>
                  <a:pt x="186889" y="89877"/>
                  <a:pt x="194827" y="91559"/>
                  <a:pt x="200762" y="87710"/>
                </a:cubicBezTo>
                <a:cubicBezTo>
                  <a:pt x="261443" y="48428"/>
                  <a:pt x="332017" y="27030"/>
                  <a:pt x="403858" y="25696"/>
                </a:cubicBezTo>
                <a:cubicBezTo>
                  <a:pt x="471022" y="24452"/>
                  <a:pt x="539296" y="40728"/>
                  <a:pt x="601666" y="76289"/>
                </a:cubicBezTo>
                <a:lnTo>
                  <a:pt x="573037" y="78465"/>
                </a:lnTo>
                <a:cubicBezTo>
                  <a:pt x="565959" y="78986"/>
                  <a:pt x="560667" y="85159"/>
                  <a:pt x="561188" y="92226"/>
                </a:cubicBezTo>
                <a:cubicBezTo>
                  <a:pt x="561717" y="99304"/>
                  <a:pt x="567882" y="104606"/>
                  <a:pt x="574949" y="104076"/>
                </a:cubicBezTo>
                <a:lnTo>
                  <a:pt x="642213" y="98983"/>
                </a:lnTo>
                <a:lnTo>
                  <a:pt x="642213" y="98965"/>
                </a:lnTo>
                <a:lnTo>
                  <a:pt x="642358" y="98947"/>
                </a:lnTo>
                <a:cubicBezTo>
                  <a:pt x="643665" y="98828"/>
                  <a:pt x="645046" y="98510"/>
                  <a:pt x="646282" y="97968"/>
                </a:cubicBezTo>
                <a:cubicBezTo>
                  <a:pt x="652818" y="95196"/>
                  <a:pt x="655862" y="87663"/>
                  <a:pt x="653038" y="81144"/>
                </a:cubicBezTo>
                <a:lnTo>
                  <a:pt x="626264" y="18169"/>
                </a:lnTo>
                <a:cubicBezTo>
                  <a:pt x="623483" y="11650"/>
                  <a:pt x="615959" y="8614"/>
                  <a:pt x="609428" y="11394"/>
                </a:cubicBezTo>
                <a:cubicBezTo>
                  <a:pt x="602919" y="14174"/>
                  <a:pt x="599874" y="21699"/>
                  <a:pt x="602644" y="28218"/>
                </a:cubicBezTo>
                <a:close/>
                <a:moveTo>
                  <a:pt x="28223" y="219295"/>
                </a:moveTo>
                <a:lnTo>
                  <a:pt x="53471" y="208541"/>
                </a:lnTo>
                <a:cubicBezTo>
                  <a:pt x="16044" y="274597"/>
                  <a:pt x="-1146" y="346813"/>
                  <a:pt x="59" y="417893"/>
                </a:cubicBezTo>
                <a:cubicBezTo>
                  <a:pt x="1366" y="494367"/>
                  <a:pt x="23943" y="569485"/>
                  <a:pt x="65493" y="634103"/>
                </a:cubicBezTo>
                <a:cubicBezTo>
                  <a:pt x="69323" y="640064"/>
                  <a:pt x="77271" y="641803"/>
                  <a:pt x="83233" y="637969"/>
                </a:cubicBezTo>
                <a:cubicBezTo>
                  <a:pt x="89195" y="634138"/>
                  <a:pt x="90933" y="626191"/>
                  <a:pt x="87099" y="620229"/>
                </a:cubicBezTo>
                <a:cubicBezTo>
                  <a:pt x="48092" y="559575"/>
                  <a:pt x="26905" y="489142"/>
                  <a:pt x="25687" y="417491"/>
                </a:cubicBezTo>
                <a:cubicBezTo>
                  <a:pt x="24544" y="350521"/>
                  <a:pt x="40828" y="282465"/>
                  <a:pt x="76288" y="220286"/>
                </a:cubicBezTo>
                <a:lnTo>
                  <a:pt x="78464" y="248905"/>
                </a:lnTo>
                <a:cubicBezTo>
                  <a:pt x="78994" y="255984"/>
                  <a:pt x="85159" y="261285"/>
                  <a:pt x="92225" y="260755"/>
                </a:cubicBezTo>
                <a:cubicBezTo>
                  <a:pt x="99304" y="260226"/>
                  <a:pt x="104605" y="254070"/>
                  <a:pt x="104075" y="246994"/>
                </a:cubicBezTo>
                <a:lnTo>
                  <a:pt x="98982" y="179721"/>
                </a:lnTo>
                <a:lnTo>
                  <a:pt x="98964" y="179721"/>
                </a:lnTo>
                <a:lnTo>
                  <a:pt x="98964" y="179593"/>
                </a:lnTo>
                <a:lnTo>
                  <a:pt x="98964" y="179585"/>
                </a:lnTo>
                <a:cubicBezTo>
                  <a:pt x="98845" y="178260"/>
                  <a:pt x="98515" y="176941"/>
                  <a:pt x="97976" y="175661"/>
                </a:cubicBezTo>
                <a:cubicBezTo>
                  <a:pt x="95205" y="169142"/>
                  <a:pt x="87672" y="166107"/>
                  <a:pt x="81153" y="168878"/>
                </a:cubicBezTo>
                <a:lnTo>
                  <a:pt x="18177" y="195688"/>
                </a:lnTo>
                <a:cubicBezTo>
                  <a:pt x="11658" y="198460"/>
                  <a:pt x="8622" y="205993"/>
                  <a:pt x="11394" y="212524"/>
                </a:cubicBezTo>
                <a:cubicBezTo>
                  <a:pt x="14174" y="219034"/>
                  <a:pt x="21707" y="222078"/>
                  <a:pt x="28217" y="219298"/>
                </a:cubicBezTo>
                <a:close/>
                <a:moveTo>
                  <a:pt x="718989" y="573366"/>
                </a:moveTo>
                <a:lnTo>
                  <a:pt x="725314" y="641508"/>
                </a:lnTo>
                <a:cubicBezTo>
                  <a:pt x="725962" y="648548"/>
                  <a:pt x="732203" y="653742"/>
                  <a:pt x="739259" y="653102"/>
                </a:cubicBezTo>
                <a:cubicBezTo>
                  <a:pt x="740706" y="652974"/>
                  <a:pt x="742093" y="652609"/>
                  <a:pt x="743328" y="652052"/>
                </a:cubicBezTo>
                <a:lnTo>
                  <a:pt x="804920" y="624566"/>
                </a:lnTo>
                <a:cubicBezTo>
                  <a:pt x="811382" y="621685"/>
                  <a:pt x="814293" y="614098"/>
                  <a:pt x="811382" y="607632"/>
                </a:cubicBezTo>
                <a:cubicBezTo>
                  <a:pt x="808547" y="601167"/>
                  <a:pt x="800927" y="598268"/>
                  <a:pt x="794458" y="601149"/>
                </a:cubicBezTo>
                <a:lnTo>
                  <a:pt x="771141" y="611547"/>
                </a:lnTo>
                <a:cubicBezTo>
                  <a:pt x="807816" y="545663"/>
                  <a:pt x="824458" y="473762"/>
                  <a:pt x="822858" y="403094"/>
                </a:cubicBezTo>
                <a:cubicBezTo>
                  <a:pt x="821189" y="325979"/>
                  <a:pt x="797795" y="250305"/>
                  <a:pt x="755169" y="185459"/>
                </a:cubicBezTo>
                <a:cubicBezTo>
                  <a:pt x="751313" y="179542"/>
                  <a:pt x="743396" y="177908"/>
                  <a:pt x="737445" y="181792"/>
                </a:cubicBezTo>
                <a:cubicBezTo>
                  <a:pt x="731562" y="185679"/>
                  <a:pt x="729894" y="193616"/>
                  <a:pt x="733810" y="199524"/>
                </a:cubicBezTo>
                <a:cubicBezTo>
                  <a:pt x="773762" y="260332"/>
                  <a:pt x="795700" y="331289"/>
                  <a:pt x="797300" y="403588"/>
                </a:cubicBezTo>
                <a:cubicBezTo>
                  <a:pt x="798748" y="470778"/>
                  <a:pt x="782693" y="539132"/>
                  <a:pt x="747328" y="601609"/>
                </a:cubicBezTo>
                <a:lnTo>
                  <a:pt x="744494" y="571039"/>
                </a:lnTo>
                <a:cubicBezTo>
                  <a:pt x="743907" y="563999"/>
                  <a:pt x="737666" y="558806"/>
                  <a:pt x="730625" y="559446"/>
                </a:cubicBezTo>
                <a:cubicBezTo>
                  <a:pt x="723569" y="560086"/>
                  <a:pt x="718342" y="566313"/>
                  <a:pt x="718997" y="573364"/>
                </a:cubicBezTo>
                <a:close/>
                <a:moveTo>
                  <a:pt x="579150" y="481415"/>
                </a:moveTo>
                <a:cubicBezTo>
                  <a:pt x="573333" y="475591"/>
                  <a:pt x="565699" y="472682"/>
                  <a:pt x="558073" y="472682"/>
                </a:cubicBezTo>
                <a:cubicBezTo>
                  <a:pt x="550446" y="472682"/>
                  <a:pt x="542812" y="475599"/>
                  <a:pt x="536996" y="481415"/>
                </a:cubicBezTo>
                <a:cubicBezTo>
                  <a:pt x="531179" y="487232"/>
                  <a:pt x="528262" y="494866"/>
                  <a:pt x="528262" y="502492"/>
                </a:cubicBezTo>
                <a:cubicBezTo>
                  <a:pt x="528262" y="510118"/>
                  <a:pt x="531179" y="517744"/>
                  <a:pt x="536996" y="523569"/>
                </a:cubicBezTo>
                <a:cubicBezTo>
                  <a:pt x="542812" y="529386"/>
                  <a:pt x="550446" y="532293"/>
                  <a:pt x="558073" y="532293"/>
                </a:cubicBezTo>
                <a:cubicBezTo>
                  <a:pt x="565699" y="532293"/>
                  <a:pt x="573333" y="529386"/>
                  <a:pt x="579150" y="523569"/>
                </a:cubicBezTo>
                <a:cubicBezTo>
                  <a:pt x="584966" y="517744"/>
                  <a:pt x="587883" y="510118"/>
                  <a:pt x="587883" y="502492"/>
                </a:cubicBezTo>
                <a:cubicBezTo>
                  <a:pt x="587883" y="494866"/>
                  <a:pt x="584966" y="487232"/>
                  <a:pt x="579150" y="481415"/>
                </a:cubicBezTo>
                <a:close/>
                <a:moveTo>
                  <a:pt x="558073" y="446961"/>
                </a:moveTo>
                <a:cubicBezTo>
                  <a:pt x="572292" y="446961"/>
                  <a:pt x="586493" y="452385"/>
                  <a:pt x="597336" y="463229"/>
                </a:cubicBezTo>
                <a:cubicBezTo>
                  <a:pt x="608179" y="474072"/>
                  <a:pt x="613603" y="488282"/>
                  <a:pt x="613603" y="502492"/>
                </a:cubicBezTo>
                <a:cubicBezTo>
                  <a:pt x="613603" y="516702"/>
                  <a:pt x="608171" y="530903"/>
                  <a:pt x="597336" y="541747"/>
                </a:cubicBezTo>
                <a:cubicBezTo>
                  <a:pt x="586493" y="552591"/>
                  <a:pt x="572282" y="558015"/>
                  <a:pt x="558073" y="558015"/>
                </a:cubicBezTo>
                <a:cubicBezTo>
                  <a:pt x="543863" y="558015"/>
                  <a:pt x="529652" y="552591"/>
                  <a:pt x="518809" y="541747"/>
                </a:cubicBezTo>
                <a:cubicBezTo>
                  <a:pt x="507974" y="530904"/>
                  <a:pt x="502542" y="516703"/>
                  <a:pt x="502542" y="502492"/>
                </a:cubicBezTo>
                <a:cubicBezTo>
                  <a:pt x="502542" y="488282"/>
                  <a:pt x="507965" y="474072"/>
                  <a:pt x="518809" y="463229"/>
                </a:cubicBezTo>
                <a:cubicBezTo>
                  <a:pt x="529652" y="452385"/>
                  <a:pt x="543872" y="446961"/>
                  <a:pt x="558073" y="446961"/>
                </a:cubicBezTo>
                <a:close/>
                <a:moveTo>
                  <a:pt x="286000" y="481415"/>
                </a:moveTo>
                <a:cubicBezTo>
                  <a:pt x="280176" y="475591"/>
                  <a:pt x="272550" y="472682"/>
                  <a:pt x="264924" y="472682"/>
                </a:cubicBezTo>
                <a:cubicBezTo>
                  <a:pt x="257297" y="472682"/>
                  <a:pt x="249663" y="475599"/>
                  <a:pt x="243847" y="481415"/>
                </a:cubicBezTo>
                <a:cubicBezTo>
                  <a:pt x="238021" y="487232"/>
                  <a:pt x="235113" y="494866"/>
                  <a:pt x="235113" y="502492"/>
                </a:cubicBezTo>
                <a:cubicBezTo>
                  <a:pt x="235113" y="510118"/>
                  <a:pt x="238021" y="517744"/>
                  <a:pt x="243847" y="523569"/>
                </a:cubicBezTo>
                <a:cubicBezTo>
                  <a:pt x="249663" y="529386"/>
                  <a:pt x="257289" y="532293"/>
                  <a:pt x="264924" y="532293"/>
                </a:cubicBezTo>
                <a:cubicBezTo>
                  <a:pt x="272559" y="532293"/>
                  <a:pt x="280176" y="529386"/>
                  <a:pt x="286000" y="523569"/>
                </a:cubicBezTo>
                <a:cubicBezTo>
                  <a:pt x="291817" y="517744"/>
                  <a:pt x="294725" y="510118"/>
                  <a:pt x="294725" y="502492"/>
                </a:cubicBezTo>
                <a:cubicBezTo>
                  <a:pt x="294725" y="494866"/>
                  <a:pt x="291817" y="487232"/>
                  <a:pt x="286000" y="481415"/>
                </a:cubicBezTo>
                <a:close/>
                <a:moveTo>
                  <a:pt x="264924" y="446961"/>
                </a:moveTo>
                <a:cubicBezTo>
                  <a:pt x="279133" y="446961"/>
                  <a:pt x="293344" y="452385"/>
                  <a:pt x="304187" y="463229"/>
                </a:cubicBezTo>
                <a:cubicBezTo>
                  <a:pt x="315030" y="474072"/>
                  <a:pt x="320454" y="488282"/>
                  <a:pt x="320454" y="502492"/>
                </a:cubicBezTo>
                <a:cubicBezTo>
                  <a:pt x="320454" y="516702"/>
                  <a:pt x="315031" y="530903"/>
                  <a:pt x="304187" y="541747"/>
                </a:cubicBezTo>
                <a:cubicBezTo>
                  <a:pt x="293344" y="552591"/>
                  <a:pt x="279133" y="558015"/>
                  <a:pt x="264924" y="558015"/>
                </a:cubicBezTo>
                <a:cubicBezTo>
                  <a:pt x="250714" y="558015"/>
                  <a:pt x="236503" y="552591"/>
                  <a:pt x="225660" y="541747"/>
                </a:cubicBezTo>
                <a:cubicBezTo>
                  <a:pt x="214817" y="530903"/>
                  <a:pt x="209393" y="516703"/>
                  <a:pt x="209393" y="502492"/>
                </a:cubicBezTo>
                <a:cubicBezTo>
                  <a:pt x="209393" y="488282"/>
                  <a:pt x="214808" y="474072"/>
                  <a:pt x="225660" y="463229"/>
                </a:cubicBezTo>
                <a:cubicBezTo>
                  <a:pt x="236503" y="452385"/>
                  <a:pt x="250714" y="446961"/>
                  <a:pt x="264924" y="446961"/>
                </a:cubicBezTo>
                <a:close/>
                <a:moveTo>
                  <a:pt x="432571" y="228443"/>
                </a:moveTo>
                <a:cubicBezTo>
                  <a:pt x="426755" y="222618"/>
                  <a:pt x="419129" y="219709"/>
                  <a:pt x="411494" y="219709"/>
                </a:cubicBezTo>
                <a:cubicBezTo>
                  <a:pt x="403860" y="219709"/>
                  <a:pt x="396234" y="222617"/>
                  <a:pt x="390417" y="228443"/>
                </a:cubicBezTo>
                <a:cubicBezTo>
                  <a:pt x="384601" y="234259"/>
                  <a:pt x="381693" y="241885"/>
                  <a:pt x="381693" y="249510"/>
                </a:cubicBezTo>
                <a:cubicBezTo>
                  <a:pt x="381693" y="257137"/>
                  <a:pt x="384601" y="264771"/>
                  <a:pt x="390417" y="270587"/>
                </a:cubicBezTo>
                <a:cubicBezTo>
                  <a:pt x="396234" y="276412"/>
                  <a:pt x="403868" y="279321"/>
                  <a:pt x="411494" y="279321"/>
                </a:cubicBezTo>
                <a:cubicBezTo>
                  <a:pt x="419120" y="279321"/>
                  <a:pt x="426755" y="276413"/>
                  <a:pt x="432571" y="270587"/>
                </a:cubicBezTo>
                <a:cubicBezTo>
                  <a:pt x="438387" y="264771"/>
                  <a:pt x="441304" y="257145"/>
                  <a:pt x="441304" y="249510"/>
                </a:cubicBezTo>
                <a:cubicBezTo>
                  <a:pt x="441304" y="241875"/>
                  <a:pt x="438387" y="234258"/>
                  <a:pt x="432571" y="228443"/>
                </a:cubicBezTo>
                <a:close/>
                <a:moveTo>
                  <a:pt x="450758" y="210256"/>
                </a:moveTo>
                <a:cubicBezTo>
                  <a:pt x="439915" y="199413"/>
                  <a:pt x="425704" y="193989"/>
                  <a:pt x="411494" y="193989"/>
                </a:cubicBezTo>
                <a:cubicBezTo>
                  <a:pt x="397284" y="193989"/>
                  <a:pt x="383074" y="199412"/>
                  <a:pt x="372239" y="210256"/>
                </a:cubicBezTo>
                <a:cubicBezTo>
                  <a:pt x="361396" y="221099"/>
                  <a:pt x="355972" y="235310"/>
                  <a:pt x="355972" y="249511"/>
                </a:cubicBezTo>
                <a:cubicBezTo>
                  <a:pt x="355972" y="263713"/>
                  <a:pt x="361404" y="277932"/>
                  <a:pt x="372239" y="288775"/>
                </a:cubicBezTo>
                <a:cubicBezTo>
                  <a:pt x="383074" y="299618"/>
                  <a:pt x="397293" y="305042"/>
                  <a:pt x="411494" y="305042"/>
                </a:cubicBezTo>
                <a:cubicBezTo>
                  <a:pt x="425696" y="305042"/>
                  <a:pt x="439915" y="299619"/>
                  <a:pt x="450758" y="288775"/>
                </a:cubicBezTo>
                <a:cubicBezTo>
                  <a:pt x="461601" y="277932"/>
                  <a:pt x="467025" y="263721"/>
                  <a:pt x="467025" y="249511"/>
                </a:cubicBezTo>
                <a:cubicBezTo>
                  <a:pt x="467025" y="235301"/>
                  <a:pt x="461602" y="221100"/>
                  <a:pt x="450758" y="210256"/>
                </a:cubicBezTo>
                <a:close/>
                <a:moveTo>
                  <a:pt x="443066" y="499862"/>
                </a:moveTo>
                <a:cubicBezTo>
                  <a:pt x="443040" y="500722"/>
                  <a:pt x="443040" y="501600"/>
                  <a:pt x="443040" y="502469"/>
                </a:cubicBezTo>
                <a:cubicBezTo>
                  <a:pt x="443040" y="503356"/>
                  <a:pt x="443057" y="504226"/>
                  <a:pt x="443075" y="505104"/>
                </a:cubicBezTo>
                <a:lnTo>
                  <a:pt x="436518" y="508890"/>
                </a:lnTo>
                <a:lnTo>
                  <a:pt x="436536" y="508907"/>
                </a:lnTo>
                <a:cubicBezTo>
                  <a:pt x="429055" y="513233"/>
                  <a:pt x="424038" y="520174"/>
                  <a:pt x="421969" y="527853"/>
                </a:cubicBezTo>
                <a:cubicBezTo>
                  <a:pt x="419911" y="535545"/>
                  <a:pt x="420790" y="544049"/>
                  <a:pt x="425106" y="551525"/>
                </a:cubicBezTo>
                <a:lnTo>
                  <a:pt x="448505" y="592052"/>
                </a:lnTo>
                <a:cubicBezTo>
                  <a:pt x="448778" y="592665"/>
                  <a:pt x="449109" y="593248"/>
                  <a:pt x="449493" y="593835"/>
                </a:cubicBezTo>
                <a:lnTo>
                  <a:pt x="449493" y="593816"/>
                </a:lnTo>
                <a:cubicBezTo>
                  <a:pt x="453836" y="600904"/>
                  <a:pt x="460584" y="605657"/>
                  <a:pt x="468064" y="607670"/>
                </a:cubicBezTo>
                <a:cubicBezTo>
                  <a:pt x="475296" y="609608"/>
                  <a:pt x="483253" y="608941"/>
                  <a:pt x="490394" y="605265"/>
                </a:cubicBezTo>
                <a:cubicBezTo>
                  <a:pt x="491117" y="604964"/>
                  <a:pt x="491811" y="604580"/>
                  <a:pt x="492486" y="604131"/>
                </a:cubicBezTo>
                <a:lnTo>
                  <a:pt x="498329" y="600747"/>
                </a:lnTo>
                <a:lnTo>
                  <a:pt x="499857" y="601660"/>
                </a:lnTo>
                <a:cubicBezTo>
                  <a:pt x="500086" y="601815"/>
                  <a:pt x="500306" y="601952"/>
                  <a:pt x="500541" y="602089"/>
                </a:cubicBezTo>
                <a:cubicBezTo>
                  <a:pt x="501291" y="602527"/>
                  <a:pt x="502041" y="602949"/>
                  <a:pt x="502818" y="603369"/>
                </a:cubicBezTo>
                <a:lnTo>
                  <a:pt x="502818" y="610942"/>
                </a:lnTo>
                <a:cubicBezTo>
                  <a:pt x="502818" y="619564"/>
                  <a:pt x="506330" y="627380"/>
                  <a:pt x="511989" y="633042"/>
                </a:cubicBezTo>
                <a:cubicBezTo>
                  <a:pt x="517650" y="638713"/>
                  <a:pt x="525467" y="642213"/>
                  <a:pt x="534089" y="642213"/>
                </a:cubicBezTo>
                <a:lnTo>
                  <a:pt x="582060" y="642213"/>
                </a:lnTo>
                <a:cubicBezTo>
                  <a:pt x="590682" y="642213"/>
                  <a:pt x="598512" y="638701"/>
                  <a:pt x="604161" y="633042"/>
                </a:cubicBezTo>
                <a:cubicBezTo>
                  <a:pt x="609831" y="627381"/>
                  <a:pt x="613331" y="619564"/>
                  <a:pt x="613331" y="610942"/>
                </a:cubicBezTo>
                <a:lnTo>
                  <a:pt x="613331" y="603369"/>
                </a:lnTo>
                <a:cubicBezTo>
                  <a:pt x="614064" y="602958"/>
                  <a:pt x="614814" y="602535"/>
                  <a:pt x="615564" y="602098"/>
                </a:cubicBezTo>
                <a:cubicBezTo>
                  <a:pt x="616332" y="601660"/>
                  <a:pt x="617091" y="601211"/>
                  <a:pt x="617842" y="600761"/>
                </a:cubicBezTo>
                <a:lnTo>
                  <a:pt x="624369" y="604529"/>
                </a:lnTo>
                <a:lnTo>
                  <a:pt x="624369" y="604512"/>
                </a:lnTo>
                <a:lnTo>
                  <a:pt x="624562" y="604613"/>
                </a:lnTo>
                <a:cubicBezTo>
                  <a:pt x="631998" y="608854"/>
                  <a:pt x="640446" y="609706"/>
                  <a:pt x="648098" y="607658"/>
                </a:cubicBezTo>
                <a:cubicBezTo>
                  <a:pt x="655798" y="605592"/>
                  <a:pt x="662776" y="600571"/>
                  <a:pt x="667053" y="593121"/>
                </a:cubicBezTo>
                <a:lnTo>
                  <a:pt x="667053" y="593102"/>
                </a:lnTo>
                <a:lnTo>
                  <a:pt x="691020" y="551517"/>
                </a:lnTo>
                <a:cubicBezTo>
                  <a:pt x="695381" y="544046"/>
                  <a:pt x="696250" y="535533"/>
                  <a:pt x="694148" y="527845"/>
                </a:cubicBezTo>
                <a:cubicBezTo>
                  <a:pt x="692184" y="520466"/>
                  <a:pt x="687463" y="513790"/>
                  <a:pt x="680498" y="509429"/>
                </a:cubicBezTo>
                <a:cubicBezTo>
                  <a:pt x="680207" y="509227"/>
                  <a:pt x="679921" y="509045"/>
                  <a:pt x="679629" y="508872"/>
                </a:cubicBezTo>
                <a:lnTo>
                  <a:pt x="673093" y="505086"/>
                </a:lnTo>
                <a:lnTo>
                  <a:pt x="673093" y="499838"/>
                </a:lnTo>
                <a:lnTo>
                  <a:pt x="679629" y="496053"/>
                </a:lnTo>
                <a:cubicBezTo>
                  <a:pt x="687109" y="491745"/>
                  <a:pt x="692119" y="484804"/>
                  <a:pt x="694157" y="477080"/>
                </a:cubicBezTo>
                <a:cubicBezTo>
                  <a:pt x="696261" y="469389"/>
                  <a:pt x="695393" y="460885"/>
                  <a:pt x="691029" y="453416"/>
                </a:cubicBezTo>
                <a:lnTo>
                  <a:pt x="667419" y="412542"/>
                </a:lnTo>
                <a:cubicBezTo>
                  <a:pt x="667345" y="412303"/>
                  <a:pt x="667199" y="412066"/>
                  <a:pt x="667053" y="411827"/>
                </a:cubicBezTo>
                <a:cubicBezTo>
                  <a:pt x="662764" y="404365"/>
                  <a:pt x="655796" y="399356"/>
                  <a:pt x="648098" y="397290"/>
                </a:cubicBezTo>
                <a:cubicBezTo>
                  <a:pt x="640692" y="395305"/>
                  <a:pt x="632555" y="396037"/>
                  <a:pt x="625304" y="399924"/>
                </a:cubicBezTo>
                <a:cubicBezTo>
                  <a:pt x="624982" y="400079"/>
                  <a:pt x="624673" y="400233"/>
                  <a:pt x="624372" y="400419"/>
                </a:cubicBezTo>
                <a:lnTo>
                  <a:pt x="617853" y="404177"/>
                </a:lnTo>
                <a:cubicBezTo>
                  <a:pt x="617103" y="403728"/>
                  <a:pt x="616353" y="403281"/>
                  <a:pt x="615612" y="402853"/>
                </a:cubicBezTo>
                <a:lnTo>
                  <a:pt x="615594" y="402880"/>
                </a:lnTo>
                <a:lnTo>
                  <a:pt x="615559" y="402853"/>
                </a:lnTo>
                <a:cubicBezTo>
                  <a:pt x="614817" y="402424"/>
                  <a:pt x="614076" y="402010"/>
                  <a:pt x="613338" y="401600"/>
                </a:cubicBezTo>
                <a:lnTo>
                  <a:pt x="613338" y="394009"/>
                </a:lnTo>
                <a:cubicBezTo>
                  <a:pt x="613338" y="385387"/>
                  <a:pt x="609825" y="377559"/>
                  <a:pt x="604167" y="371899"/>
                </a:cubicBezTo>
                <a:cubicBezTo>
                  <a:pt x="598506" y="366238"/>
                  <a:pt x="590689" y="362738"/>
                  <a:pt x="582066" y="362738"/>
                </a:cubicBezTo>
                <a:lnTo>
                  <a:pt x="534096" y="362738"/>
                </a:lnTo>
                <a:cubicBezTo>
                  <a:pt x="525473" y="362738"/>
                  <a:pt x="517645" y="366250"/>
                  <a:pt x="511995" y="371899"/>
                </a:cubicBezTo>
                <a:cubicBezTo>
                  <a:pt x="506324" y="377570"/>
                  <a:pt x="502825" y="385387"/>
                  <a:pt x="502825" y="394009"/>
                </a:cubicBezTo>
                <a:lnTo>
                  <a:pt x="502825" y="401573"/>
                </a:lnTo>
                <a:cubicBezTo>
                  <a:pt x="502092" y="401984"/>
                  <a:pt x="501342" y="402407"/>
                  <a:pt x="500583" y="402836"/>
                </a:cubicBezTo>
                <a:cubicBezTo>
                  <a:pt x="499815" y="403284"/>
                  <a:pt x="499056" y="403723"/>
                  <a:pt x="498315" y="404181"/>
                </a:cubicBezTo>
                <a:lnTo>
                  <a:pt x="491787" y="400412"/>
                </a:lnTo>
                <a:lnTo>
                  <a:pt x="491787" y="400439"/>
                </a:lnTo>
                <a:lnTo>
                  <a:pt x="491606" y="400338"/>
                </a:lnTo>
                <a:cubicBezTo>
                  <a:pt x="484170" y="396087"/>
                  <a:pt x="475722" y="395236"/>
                  <a:pt x="468079" y="397284"/>
                </a:cubicBezTo>
                <a:cubicBezTo>
                  <a:pt x="460361" y="399349"/>
                  <a:pt x="453413" y="404371"/>
                  <a:pt x="449107" y="411821"/>
                </a:cubicBezTo>
                <a:lnTo>
                  <a:pt x="449124" y="411821"/>
                </a:lnTo>
                <a:lnTo>
                  <a:pt x="425112" y="453419"/>
                </a:lnTo>
                <a:cubicBezTo>
                  <a:pt x="420796" y="460890"/>
                  <a:pt x="419918" y="469394"/>
                  <a:pt x="421975" y="477083"/>
                </a:cubicBezTo>
                <a:cubicBezTo>
                  <a:pt x="424050" y="484810"/>
                  <a:pt x="429062" y="491748"/>
                  <a:pt x="436524" y="496055"/>
                </a:cubicBezTo>
                <a:lnTo>
                  <a:pt x="443082" y="499841"/>
                </a:lnTo>
                <a:close/>
                <a:moveTo>
                  <a:pt x="449368" y="473874"/>
                </a:moveTo>
                <a:lnTo>
                  <a:pt x="462735" y="481592"/>
                </a:lnTo>
                <a:cubicBezTo>
                  <a:pt x="466932" y="484033"/>
                  <a:pt x="469558" y="488751"/>
                  <a:pt x="469073" y="493900"/>
                </a:cubicBezTo>
                <a:cubicBezTo>
                  <a:pt x="468799" y="496808"/>
                  <a:pt x="468662" y="499668"/>
                  <a:pt x="468662" y="502466"/>
                </a:cubicBezTo>
                <a:cubicBezTo>
                  <a:pt x="468662" y="505083"/>
                  <a:pt x="468790" y="507744"/>
                  <a:pt x="469037" y="510431"/>
                </a:cubicBezTo>
                <a:cubicBezTo>
                  <a:pt x="469751" y="515462"/>
                  <a:pt x="467427" y="520665"/>
                  <a:pt x="462765" y="523362"/>
                </a:cubicBezTo>
                <a:lnTo>
                  <a:pt x="449380" y="531089"/>
                </a:lnTo>
                <a:lnTo>
                  <a:pt x="449380" y="531072"/>
                </a:lnTo>
                <a:lnTo>
                  <a:pt x="449335" y="531089"/>
                </a:lnTo>
                <a:cubicBezTo>
                  <a:pt x="448047" y="531831"/>
                  <a:pt x="447168" y="533074"/>
                  <a:pt x="446793" y="534492"/>
                </a:cubicBezTo>
                <a:cubicBezTo>
                  <a:pt x="446418" y="535917"/>
                  <a:pt x="446555" y="537454"/>
                  <a:pt x="447314" y="538772"/>
                </a:cubicBezTo>
                <a:lnTo>
                  <a:pt x="470686" y="579262"/>
                </a:lnTo>
                <a:lnTo>
                  <a:pt x="470897" y="579563"/>
                </a:lnTo>
                <a:lnTo>
                  <a:pt x="470871" y="579581"/>
                </a:lnTo>
                <a:lnTo>
                  <a:pt x="470888" y="579607"/>
                </a:lnTo>
                <a:cubicBezTo>
                  <a:pt x="471035" y="579828"/>
                  <a:pt x="471171" y="580045"/>
                  <a:pt x="471299" y="580265"/>
                </a:cubicBezTo>
                <a:cubicBezTo>
                  <a:pt x="472067" y="581581"/>
                  <a:pt x="473302" y="582477"/>
                  <a:pt x="474701" y="582852"/>
                </a:cubicBezTo>
                <a:cubicBezTo>
                  <a:pt x="475991" y="583191"/>
                  <a:pt x="477362" y="583117"/>
                  <a:pt x="478589" y="582543"/>
                </a:cubicBezTo>
                <a:lnTo>
                  <a:pt x="478928" y="582340"/>
                </a:lnTo>
                <a:lnTo>
                  <a:pt x="492305" y="574613"/>
                </a:lnTo>
                <a:cubicBezTo>
                  <a:pt x="496529" y="572181"/>
                  <a:pt x="501943" y="572252"/>
                  <a:pt x="506167" y="575262"/>
                </a:cubicBezTo>
                <a:cubicBezTo>
                  <a:pt x="508387" y="576833"/>
                  <a:pt x="510584" y="578271"/>
                  <a:pt x="512733" y="579542"/>
                </a:cubicBezTo>
                <a:cubicBezTo>
                  <a:pt x="512962" y="579652"/>
                  <a:pt x="513182" y="579780"/>
                  <a:pt x="513400" y="579899"/>
                </a:cubicBezTo>
                <a:cubicBezTo>
                  <a:pt x="515641" y="581188"/>
                  <a:pt x="517862" y="582357"/>
                  <a:pt x="520046" y="583393"/>
                </a:cubicBezTo>
                <a:cubicBezTo>
                  <a:pt x="524993" y="585185"/>
                  <a:pt x="528533" y="589930"/>
                  <a:pt x="528533" y="595490"/>
                </a:cubicBezTo>
                <a:lnTo>
                  <a:pt x="528533" y="610944"/>
                </a:lnTo>
                <a:cubicBezTo>
                  <a:pt x="528533" y="612463"/>
                  <a:pt x="529155" y="613862"/>
                  <a:pt x="530170" y="614867"/>
                </a:cubicBezTo>
                <a:cubicBezTo>
                  <a:pt x="531176" y="615873"/>
                  <a:pt x="532566" y="616504"/>
                  <a:pt x="534084" y="616504"/>
                </a:cubicBezTo>
                <a:lnTo>
                  <a:pt x="582054" y="616504"/>
                </a:lnTo>
                <a:cubicBezTo>
                  <a:pt x="583572" y="616504"/>
                  <a:pt x="584971" y="615873"/>
                  <a:pt x="585977" y="614867"/>
                </a:cubicBezTo>
                <a:cubicBezTo>
                  <a:pt x="586984" y="613862"/>
                  <a:pt x="587615" y="612463"/>
                  <a:pt x="587615" y="610944"/>
                </a:cubicBezTo>
                <a:lnTo>
                  <a:pt x="587615" y="595635"/>
                </a:lnTo>
                <a:cubicBezTo>
                  <a:pt x="587560" y="590698"/>
                  <a:pt x="590368" y="585953"/>
                  <a:pt x="595157" y="583785"/>
                </a:cubicBezTo>
                <a:cubicBezTo>
                  <a:pt x="598092" y="582440"/>
                  <a:pt x="600652" y="581151"/>
                  <a:pt x="602819" y="579898"/>
                </a:cubicBezTo>
                <a:cubicBezTo>
                  <a:pt x="605039" y="578618"/>
                  <a:pt x="607317" y="577154"/>
                  <a:pt x="609641" y="575520"/>
                </a:cubicBezTo>
                <a:cubicBezTo>
                  <a:pt x="613648" y="572466"/>
                  <a:pt x="619244" y="571927"/>
                  <a:pt x="623860" y="574615"/>
                </a:cubicBezTo>
                <a:lnTo>
                  <a:pt x="637228" y="582333"/>
                </a:lnTo>
                <a:lnTo>
                  <a:pt x="637228" y="582351"/>
                </a:lnTo>
                <a:cubicBezTo>
                  <a:pt x="638517" y="583084"/>
                  <a:pt x="640035" y="583220"/>
                  <a:pt x="641478" y="582845"/>
                </a:cubicBezTo>
                <a:cubicBezTo>
                  <a:pt x="642860" y="582479"/>
                  <a:pt x="644095" y="581583"/>
                  <a:pt x="644824" y="580259"/>
                </a:cubicBezTo>
                <a:lnTo>
                  <a:pt x="644899" y="580276"/>
                </a:lnTo>
                <a:lnTo>
                  <a:pt x="668866" y="538763"/>
                </a:lnTo>
                <a:cubicBezTo>
                  <a:pt x="669598" y="537447"/>
                  <a:pt x="669735" y="535911"/>
                  <a:pt x="669378" y="534483"/>
                </a:cubicBezTo>
                <a:cubicBezTo>
                  <a:pt x="669011" y="533202"/>
                  <a:pt x="668288" y="532059"/>
                  <a:pt x="667202" y="531310"/>
                </a:cubicBezTo>
                <a:lnTo>
                  <a:pt x="666764" y="531080"/>
                </a:lnTo>
                <a:lnTo>
                  <a:pt x="653396" y="523362"/>
                </a:lnTo>
                <a:cubicBezTo>
                  <a:pt x="649182" y="520921"/>
                  <a:pt x="646565" y="516203"/>
                  <a:pt x="647077" y="511054"/>
                </a:cubicBezTo>
                <a:cubicBezTo>
                  <a:pt x="647369" y="508146"/>
                  <a:pt x="647515" y="505286"/>
                  <a:pt x="647515" y="502488"/>
                </a:cubicBezTo>
                <a:cubicBezTo>
                  <a:pt x="647515" y="499871"/>
                  <a:pt x="647369" y="497210"/>
                  <a:pt x="647077" y="494513"/>
                </a:cubicBezTo>
                <a:cubicBezTo>
                  <a:pt x="646420" y="489474"/>
                  <a:pt x="648750" y="484292"/>
                  <a:pt x="653396" y="481592"/>
                </a:cubicBezTo>
                <a:lnTo>
                  <a:pt x="666764" y="473865"/>
                </a:lnTo>
                <a:cubicBezTo>
                  <a:pt x="668071" y="473097"/>
                  <a:pt x="669014" y="471852"/>
                  <a:pt x="669380" y="470462"/>
                </a:cubicBezTo>
                <a:cubicBezTo>
                  <a:pt x="669747" y="469027"/>
                  <a:pt x="669600" y="467500"/>
                  <a:pt x="668869" y="466182"/>
                </a:cubicBezTo>
                <a:lnTo>
                  <a:pt x="645259" y="425335"/>
                </a:lnTo>
                <a:cubicBezTo>
                  <a:pt x="645113" y="425124"/>
                  <a:pt x="644967" y="424898"/>
                  <a:pt x="644830" y="424686"/>
                </a:cubicBezTo>
                <a:cubicBezTo>
                  <a:pt x="644098" y="423371"/>
                  <a:pt x="642866" y="422475"/>
                  <a:pt x="641484" y="422091"/>
                </a:cubicBezTo>
                <a:cubicBezTo>
                  <a:pt x="640169" y="421751"/>
                  <a:pt x="638787" y="421826"/>
                  <a:pt x="637561" y="422412"/>
                </a:cubicBezTo>
                <a:lnTo>
                  <a:pt x="637222" y="422615"/>
                </a:lnTo>
                <a:lnTo>
                  <a:pt x="623837" y="430342"/>
                </a:lnTo>
                <a:cubicBezTo>
                  <a:pt x="619622" y="432774"/>
                  <a:pt x="614199" y="432694"/>
                  <a:pt x="609975" y="429684"/>
                </a:cubicBezTo>
                <a:cubicBezTo>
                  <a:pt x="607680" y="428047"/>
                  <a:pt x="605266" y="426503"/>
                  <a:pt x="602743" y="425038"/>
                </a:cubicBezTo>
                <a:lnTo>
                  <a:pt x="602760" y="425011"/>
                </a:lnTo>
                <a:cubicBezTo>
                  <a:pt x="600620" y="423784"/>
                  <a:pt x="598408" y="422624"/>
                  <a:pt x="596105" y="421537"/>
                </a:cubicBezTo>
                <a:cubicBezTo>
                  <a:pt x="591157" y="419754"/>
                  <a:pt x="587610" y="415010"/>
                  <a:pt x="587610" y="409441"/>
                </a:cubicBezTo>
                <a:lnTo>
                  <a:pt x="587610" y="393986"/>
                </a:lnTo>
                <a:cubicBezTo>
                  <a:pt x="587610" y="392459"/>
                  <a:pt x="586987" y="391070"/>
                  <a:pt x="585972" y="390064"/>
                </a:cubicBezTo>
                <a:cubicBezTo>
                  <a:pt x="584957" y="389057"/>
                  <a:pt x="583577" y="388435"/>
                  <a:pt x="582050" y="388435"/>
                </a:cubicBezTo>
                <a:lnTo>
                  <a:pt x="534079" y="388435"/>
                </a:lnTo>
                <a:cubicBezTo>
                  <a:pt x="532562" y="388435"/>
                  <a:pt x="531171" y="389057"/>
                  <a:pt x="530165" y="390064"/>
                </a:cubicBezTo>
                <a:cubicBezTo>
                  <a:pt x="529150" y="391079"/>
                  <a:pt x="528528" y="392459"/>
                  <a:pt x="528528" y="393986"/>
                </a:cubicBezTo>
                <a:lnTo>
                  <a:pt x="528528" y="409295"/>
                </a:lnTo>
                <a:cubicBezTo>
                  <a:pt x="528582" y="414224"/>
                  <a:pt x="525774" y="418969"/>
                  <a:pt x="520994" y="421145"/>
                </a:cubicBezTo>
                <a:cubicBezTo>
                  <a:pt x="518051" y="422481"/>
                  <a:pt x="515500" y="423779"/>
                  <a:pt x="513332" y="425023"/>
                </a:cubicBezTo>
                <a:cubicBezTo>
                  <a:pt x="511100" y="426312"/>
                  <a:pt x="508826" y="427767"/>
                  <a:pt x="506501" y="429402"/>
                </a:cubicBezTo>
                <a:cubicBezTo>
                  <a:pt x="502507" y="432456"/>
                  <a:pt x="496898" y="432986"/>
                  <a:pt x="492282" y="430306"/>
                </a:cubicBezTo>
                <a:lnTo>
                  <a:pt x="478914" y="422588"/>
                </a:lnTo>
                <a:lnTo>
                  <a:pt x="478914" y="422561"/>
                </a:lnTo>
                <a:cubicBezTo>
                  <a:pt x="477626" y="421821"/>
                  <a:pt x="476099" y="421684"/>
                  <a:pt x="474691" y="422059"/>
                </a:cubicBezTo>
                <a:cubicBezTo>
                  <a:pt x="473301" y="422433"/>
                  <a:pt x="472056" y="423330"/>
                  <a:pt x="471288" y="424654"/>
                </a:cubicBezTo>
                <a:lnTo>
                  <a:pt x="471271" y="424654"/>
                </a:lnTo>
                <a:cubicBezTo>
                  <a:pt x="471271" y="424654"/>
                  <a:pt x="447304" y="466150"/>
                  <a:pt x="447304" y="466150"/>
                </a:cubicBezTo>
                <a:cubicBezTo>
                  <a:pt x="446545" y="467457"/>
                  <a:pt x="446408" y="468993"/>
                  <a:pt x="446782" y="470430"/>
                </a:cubicBezTo>
                <a:cubicBezTo>
                  <a:pt x="447149" y="471821"/>
                  <a:pt x="448045" y="473056"/>
                  <a:pt x="449369" y="473833"/>
                </a:cubicBezTo>
                <a:close/>
                <a:moveTo>
                  <a:pt x="149910" y="499862"/>
                </a:moveTo>
                <a:cubicBezTo>
                  <a:pt x="149891" y="500722"/>
                  <a:pt x="149882" y="501600"/>
                  <a:pt x="149882" y="502469"/>
                </a:cubicBezTo>
                <a:cubicBezTo>
                  <a:pt x="149882" y="503356"/>
                  <a:pt x="149882" y="504226"/>
                  <a:pt x="149910" y="505104"/>
                </a:cubicBezTo>
                <a:lnTo>
                  <a:pt x="143352" y="508890"/>
                </a:lnTo>
                <a:cubicBezTo>
                  <a:pt x="135890" y="513197"/>
                  <a:pt x="130880" y="520147"/>
                  <a:pt x="128814" y="527862"/>
                </a:cubicBezTo>
                <a:cubicBezTo>
                  <a:pt x="126749" y="535554"/>
                  <a:pt x="127636" y="544058"/>
                  <a:pt x="131943" y="551535"/>
                </a:cubicBezTo>
                <a:lnTo>
                  <a:pt x="155544" y="592409"/>
                </a:lnTo>
                <a:cubicBezTo>
                  <a:pt x="155672" y="592647"/>
                  <a:pt x="155800" y="592885"/>
                  <a:pt x="155928" y="593132"/>
                </a:cubicBezTo>
                <a:cubicBezTo>
                  <a:pt x="160235" y="600594"/>
                  <a:pt x="167185" y="605604"/>
                  <a:pt x="174900" y="607670"/>
                </a:cubicBezTo>
                <a:cubicBezTo>
                  <a:pt x="182297" y="609655"/>
                  <a:pt x="190426" y="608914"/>
                  <a:pt x="197685" y="605026"/>
                </a:cubicBezTo>
                <a:cubicBezTo>
                  <a:pt x="197996" y="604881"/>
                  <a:pt x="198308" y="604717"/>
                  <a:pt x="198626" y="604541"/>
                </a:cubicBezTo>
                <a:lnTo>
                  <a:pt x="205163" y="600755"/>
                </a:lnTo>
                <a:lnTo>
                  <a:pt x="206690" y="601669"/>
                </a:lnTo>
                <a:cubicBezTo>
                  <a:pt x="206919" y="601823"/>
                  <a:pt x="207148" y="601961"/>
                  <a:pt x="207383" y="602097"/>
                </a:cubicBezTo>
                <a:cubicBezTo>
                  <a:pt x="208142" y="602547"/>
                  <a:pt x="208920" y="602976"/>
                  <a:pt x="209696" y="603404"/>
                </a:cubicBezTo>
                <a:lnTo>
                  <a:pt x="209696" y="610947"/>
                </a:lnTo>
                <a:lnTo>
                  <a:pt x="209652" y="610947"/>
                </a:lnTo>
                <a:cubicBezTo>
                  <a:pt x="209652" y="619570"/>
                  <a:pt x="213164" y="627386"/>
                  <a:pt x="218823" y="633047"/>
                </a:cubicBezTo>
                <a:cubicBezTo>
                  <a:pt x="224483" y="638709"/>
                  <a:pt x="232309" y="642219"/>
                  <a:pt x="240933" y="642219"/>
                </a:cubicBezTo>
                <a:lnTo>
                  <a:pt x="288903" y="642219"/>
                </a:lnTo>
                <a:cubicBezTo>
                  <a:pt x="297526" y="642219"/>
                  <a:pt x="305342" y="638706"/>
                  <a:pt x="311004" y="633047"/>
                </a:cubicBezTo>
                <a:cubicBezTo>
                  <a:pt x="316665" y="627386"/>
                  <a:pt x="320165" y="619570"/>
                  <a:pt x="320165" y="610947"/>
                </a:cubicBezTo>
                <a:lnTo>
                  <a:pt x="320121" y="610947"/>
                </a:lnTo>
                <a:lnTo>
                  <a:pt x="320121" y="603404"/>
                </a:lnTo>
                <a:cubicBezTo>
                  <a:pt x="320870" y="602984"/>
                  <a:pt x="321629" y="602553"/>
                  <a:pt x="322407" y="602106"/>
                </a:cubicBezTo>
                <a:cubicBezTo>
                  <a:pt x="323165" y="601669"/>
                  <a:pt x="323934" y="601219"/>
                  <a:pt x="324675" y="600770"/>
                </a:cubicBezTo>
                <a:lnTo>
                  <a:pt x="331202" y="604538"/>
                </a:lnTo>
                <a:lnTo>
                  <a:pt x="331202" y="604520"/>
                </a:lnTo>
                <a:lnTo>
                  <a:pt x="331256" y="604538"/>
                </a:lnTo>
                <a:cubicBezTo>
                  <a:pt x="338727" y="608854"/>
                  <a:pt x="347231" y="609732"/>
                  <a:pt x="354920" y="607667"/>
                </a:cubicBezTo>
                <a:cubicBezTo>
                  <a:pt x="362308" y="605681"/>
                  <a:pt x="368984" y="601020"/>
                  <a:pt x="373318" y="594079"/>
                </a:cubicBezTo>
                <a:lnTo>
                  <a:pt x="373491" y="593822"/>
                </a:lnTo>
                <a:lnTo>
                  <a:pt x="373473" y="593822"/>
                </a:lnTo>
                <a:cubicBezTo>
                  <a:pt x="373473" y="593822"/>
                  <a:pt x="373883" y="593129"/>
                  <a:pt x="373883" y="593129"/>
                </a:cubicBezTo>
                <a:lnTo>
                  <a:pt x="373866" y="593111"/>
                </a:lnTo>
                <a:lnTo>
                  <a:pt x="397869" y="551525"/>
                </a:lnTo>
                <a:cubicBezTo>
                  <a:pt x="402185" y="544055"/>
                  <a:pt x="403063" y="535541"/>
                  <a:pt x="400998" y="527853"/>
                </a:cubicBezTo>
                <a:cubicBezTo>
                  <a:pt x="399021" y="520475"/>
                  <a:pt x="394321" y="513798"/>
                  <a:pt x="387335" y="509437"/>
                </a:cubicBezTo>
                <a:cubicBezTo>
                  <a:pt x="387052" y="509235"/>
                  <a:pt x="386757" y="509053"/>
                  <a:pt x="386456" y="508881"/>
                </a:cubicBezTo>
                <a:lnTo>
                  <a:pt x="379899" y="505094"/>
                </a:lnTo>
                <a:cubicBezTo>
                  <a:pt x="379917" y="504226"/>
                  <a:pt x="379917" y="503347"/>
                  <a:pt x="379917" y="502478"/>
                </a:cubicBezTo>
                <a:cubicBezTo>
                  <a:pt x="379917" y="501600"/>
                  <a:pt x="379917" y="500722"/>
                  <a:pt x="379890" y="499853"/>
                </a:cubicBezTo>
                <a:lnTo>
                  <a:pt x="386448" y="496066"/>
                </a:lnTo>
                <a:lnTo>
                  <a:pt x="386430" y="496049"/>
                </a:lnTo>
                <a:cubicBezTo>
                  <a:pt x="393910" y="491714"/>
                  <a:pt x="398920" y="484783"/>
                  <a:pt x="400988" y="477094"/>
                </a:cubicBezTo>
                <a:cubicBezTo>
                  <a:pt x="403054" y="469402"/>
                  <a:pt x="402176" y="460898"/>
                  <a:pt x="397860" y="453430"/>
                </a:cubicBezTo>
                <a:lnTo>
                  <a:pt x="374077" y="412217"/>
                </a:lnTo>
                <a:cubicBezTo>
                  <a:pt x="373922" y="411943"/>
                  <a:pt x="373767" y="411669"/>
                  <a:pt x="373592" y="411404"/>
                </a:cubicBezTo>
                <a:cubicBezTo>
                  <a:pt x="369249" y="404162"/>
                  <a:pt x="362444" y="399308"/>
                  <a:pt x="354910" y="397287"/>
                </a:cubicBezTo>
                <a:cubicBezTo>
                  <a:pt x="347514" y="395301"/>
                  <a:pt x="339376" y="396033"/>
                  <a:pt x="332116" y="399929"/>
                </a:cubicBezTo>
                <a:cubicBezTo>
                  <a:pt x="331807" y="400076"/>
                  <a:pt x="331503" y="400239"/>
                  <a:pt x="331193" y="400415"/>
                </a:cubicBezTo>
                <a:lnTo>
                  <a:pt x="324657" y="404192"/>
                </a:lnTo>
                <a:lnTo>
                  <a:pt x="323130" y="403287"/>
                </a:lnTo>
                <a:cubicBezTo>
                  <a:pt x="322900" y="403132"/>
                  <a:pt x="322671" y="402986"/>
                  <a:pt x="322436" y="402849"/>
                </a:cubicBezTo>
                <a:cubicBezTo>
                  <a:pt x="321677" y="402412"/>
                  <a:pt x="320900" y="401981"/>
                  <a:pt x="320114" y="401552"/>
                </a:cubicBezTo>
                <a:lnTo>
                  <a:pt x="320114" y="394018"/>
                </a:lnTo>
                <a:lnTo>
                  <a:pt x="320159" y="394018"/>
                </a:lnTo>
                <a:cubicBezTo>
                  <a:pt x="320159" y="385396"/>
                  <a:pt x="316647" y="377567"/>
                  <a:pt x="310998" y="371908"/>
                </a:cubicBezTo>
                <a:cubicBezTo>
                  <a:pt x="305336" y="366247"/>
                  <a:pt x="297519" y="362747"/>
                  <a:pt x="288896" y="362747"/>
                </a:cubicBezTo>
                <a:lnTo>
                  <a:pt x="240927" y="362747"/>
                </a:lnTo>
                <a:cubicBezTo>
                  <a:pt x="232304" y="362747"/>
                  <a:pt x="224474" y="366259"/>
                  <a:pt x="218816" y="371908"/>
                </a:cubicBezTo>
                <a:cubicBezTo>
                  <a:pt x="213155" y="377578"/>
                  <a:pt x="209645" y="385395"/>
                  <a:pt x="209645" y="394018"/>
                </a:cubicBezTo>
                <a:lnTo>
                  <a:pt x="209645" y="401581"/>
                </a:lnTo>
                <a:cubicBezTo>
                  <a:pt x="208913" y="401992"/>
                  <a:pt x="208172" y="402415"/>
                  <a:pt x="207404" y="402844"/>
                </a:cubicBezTo>
                <a:cubicBezTo>
                  <a:pt x="206645" y="403293"/>
                  <a:pt x="205877" y="403731"/>
                  <a:pt x="205135" y="404189"/>
                </a:cubicBezTo>
                <a:lnTo>
                  <a:pt x="198608" y="400421"/>
                </a:lnTo>
                <a:lnTo>
                  <a:pt x="198608" y="400447"/>
                </a:lnTo>
                <a:lnTo>
                  <a:pt x="198555" y="400421"/>
                </a:lnTo>
                <a:cubicBezTo>
                  <a:pt x="191093" y="396105"/>
                  <a:pt x="182580" y="395226"/>
                  <a:pt x="174891" y="397292"/>
                </a:cubicBezTo>
                <a:cubicBezTo>
                  <a:pt x="167503" y="399269"/>
                  <a:pt x="160827" y="403948"/>
                  <a:pt x="156502" y="410871"/>
                </a:cubicBezTo>
                <a:lnTo>
                  <a:pt x="156319" y="411127"/>
                </a:lnTo>
                <a:lnTo>
                  <a:pt x="156319" y="411145"/>
                </a:lnTo>
                <a:cubicBezTo>
                  <a:pt x="156319" y="411145"/>
                  <a:pt x="155918" y="411829"/>
                  <a:pt x="155918" y="411829"/>
                </a:cubicBezTo>
                <a:lnTo>
                  <a:pt x="155945" y="411829"/>
                </a:lnTo>
                <a:lnTo>
                  <a:pt x="131932" y="453427"/>
                </a:lnTo>
                <a:cubicBezTo>
                  <a:pt x="127616" y="460898"/>
                  <a:pt x="126739" y="469402"/>
                  <a:pt x="128804" y="477091"/>
                </a:cubicBezTo>
                <a:cubicBezTo>
                  <a:pt x="130870" y="484818"/>
                  <a:pt x="135892" y="491756"/>
                  <a:pt x="143342" y="496063"/>
                </a:cubicBezTo>
                <a:lnTo>
                  <a:pt x="149899" y="499850"/>
                </a:lnTo>
                <a:close/>
                <a:moveTo>
                  <a:pt x="156220" y="473874"/>
                </a:moveTo>
                <a:lnTo>
                  <a:pt x="169578" y="481592"/>
                </a:lnTo>
                <a:cubicBezTo>
                  <a:pt x="173766" y="484033"/>
                  <a:pt x="176400" y="488751"/>
                  <a:pt x="175915" y="493900"/>
                </a:cubicBezTo>
                <a:cubicBezTo>
                  <a:pt x="175642" y="496808"/>
                  <a:pt x="175504" y="499668"/>
                  <a:pt x="175504" y="502466"/>
                </a:cubicBezTo>
                <a:cubicBezTo>
                  <a:pt x="175504" y="505083"/>
                  <a:pt x="175632" y="507744"/>
                  <a:pt x="175879" y="510441"/>
                </a:cubicBezTo>
                <a:cubicBezTo>
                  <a:pt x="176594" y="515471"/>
                  <a:pt x="174269" y="520662"/>
                  <a:pt x="169608" y="523362"/>
                </a:cubicBezTo>
                <a:lnTo>
                  <a:pt x="156231" y="531089"/>
                </a:lnTo>
                <a:cubicBezTo>
                  <a:pt x="154906" y="531848"/>
                  <a:pt x="154019" y="533102"/>
                  <a:pt x="153636" y="534492"/>
                </a:cubicBezTo>
                <a:cubicBezTo>
                  <a:pt x="153260" y="535917"/>
                  <a:pt x="153397" y="537454"/>
                  <a:pt x="154156" y="538772"/>
                </a:cubicBezTo>
                <a:lnTo>
                  <a:pt x="177731" y="579610"/>
                </a:lnTo>
                <a:cubicBezTo>
                  <a:pt x="177877" y="579831"/>
                  <a:pt x="178005" y="580048"/>
                  <a:pt x="178142" y="580268"/>
                </a:cubicBezTo>
                <a:cubicBezTo>
                  <a:pt x="178901" y="581584"/>
                  <a:pt x="180154" y="582480"/>
                  <a:pt x="181544" y="582855"/>
                </a:cubicBezTo>
                <a:cubicBezTo>
                  <a:pt x="182833" y="583194"/>
                  <a:pt x="184205" y="583119"/>
                  <a:pt x="185440" y="582533"/>
                </a:cubicBezTo>
                <a:lnTo>
                  <a:pt x="185771" y="582340"/>
                </a:lnTo>
                <a:lnTo>
                  <a:pt x="199148" y="574613"/>
                </a:lnTo>
                <a:cubicBezTo>
                  <a:pt x="203362" y="572181"/>
                  <a:pt x="208795" y="572252"/>
                  <a:pt x="213009" y="575262"/>
                </a:cubicBezTo>
                <a:cubicBezTo>
                  <a:pt x="215242" y="576833"/>
                  <a:pt x="217427" y="578271"/>
                  <a:pt x="219575" y="579542"/>
                </a:cubicBezTo>
                <a:cubicBezTo>
                  <a:pt x="219805" y="579652"/>
                  <a:pt x="220025" y="579780"/>
                  <a:pt x="220242" y="579899"/>
                </a:cubicBezTo>
                <a:cubicBezTo>
                  <a:pt x="222811" y="581381"/>
                  <a:pt x="225344" y="582697"/>
                  <a:pt x="227842" y="583831"/>
                </a:cubicBezTo>
                <a:cubicBezTo>
                  <a:pt x="232259" y="585852"/>
                  <a:pt x="235331" y="590314"/>
                  <a:pt x="235331" y="595491"/>
                </a:cubicBezTo>
                <a:lnTo>
                  <a:pt x="235331" y="610945"/>
                </a:lnTo>
                <a:lnTo>
                  <a:pt x="235375" y="610945"/>
                </a:lnTo>
                <a:cubicBezTo>
                  <a:pt x="235375" y="612463"/>
                  <a:pt x="236006" y="613862"/>
                  <a:pt x="237021" y="614867"/>
                </a:cubicBezTo>
                <a:cubicBezTo>
                  <a:pt x="238036" y="615873"/>
                  <a:pt x="239417" y="616505"/>
                  <a:pt x="240944" y="616505"/>
                </a:cubicBezTo>
                <a:lnTo>
                  <a:pt x="288914" y="616505"/>
                </a:lnTo>
                <a:cubicBezTo>
                  <a:pt x="290432" y="616505"/>
                  <a:pt x="291822" y="615873"/>
                  <a:pt x="292829" y="614867"/>
                </a:cubicBezTo>
                <a:cubicBezTo>
                  <a:pt x="293835" y="613862"/>
                  <a:pt x="294466" y="612463"/>
                  <a:pt x="294466" y="610945"/>
                </a:cubicBezTo>
                <a:lnTo>
                  <a:pt x="294519" y="610945"/>
                </a:lnTo>
                <a:lnTo>
                  <a:pt x="294519" y="596634"/>
                </a:lnTo>
                <a:cubicBezTo>
                  <a:pt x="294043" y="591347"/>
                  <a:pt x="296906" y="586100"/>
                  <a:pt x="302009" y="583787"/>
                </a:cubicBezTo>
                <a:cubicBezTo>
                  <a:pt x="304952" y="582441"/>
                  <a:pt x="307512" y="581153"/>
                  <a:pt x="309670" y="579899"/>
                </a:cubicBezTo>
                <a:cubicBezTo>
                  <a:pt x="311902" y="578619"/>
                  <a:pt x="314168" y="577155"/>
                  <a:pt x="316493" y="575521"/>
                </a:cubicBezTo>
                <a:cubicBezTo>
                  <a:pt x="320498" y="572467"/>
                  <a:pt x="326095" y="571928"/>
                  <a:pt x="330721" y="574616"/>
                </a:cubicBezTo>
                <a:lnTo>
                  <a:pt x="343303" y="581876"/>
                </a:lnTo>
                <a:cubicBezTo>
                  <a:pt x="343752" y="582096"/>
                  <a:pt x="344190" y="582352"/>
                  <a:pt x="344618" y="582626"/>
                </a:cubicBezTo>
                <a:cubicBezTo>
                  <a:pt x="345797" y="583120"/>
                  <a:pt x="347098" y="583174"/>
                  <a:pt x="348312" y="582855"/>
                </a:cubicBezTo>
                <a:cubicBezTo>
                  <a:pt x="349547" y="582524"/>
                  <a:pt x="350673" y="581778"/>
                  <a:pt x="351440" y="580679"/>
                </a:cubicBezTo>
                <a:cubicBezTo>
                  <a:pt x="351643" y="580304"/>
                  <a:pt x="351860" y="579920"/>
                  <a:pt x="352107" y="579563"/>
                </a:cubicBezTo>
                <a:lnTo>
                  <a:pt x="352125" y="579581"/>
                </a:lnTo>
                <a:lnTo>
                  <a:pt x="375691" y="538781"/>
                </a:lnTo>
                <a:cubicBezTo>
                  <a:pt x="376450" y="537466"/>
                  <a:pt x="376587" y="535930"/>
                  <a:pt x="376212" y="534501"/>
                </a:cubicBezTo>
                <a:cubicBezTo>
                  <a:pt x="375863" y="533221"/>
                  <a:pt x="375104" y="532078"/>
                  <a:pt x="374018" y="531328"/>
                </a:cubicBezTo>
                <a:lnTo>
                  <a:pt x="373616" y="531098"/>
                </a:lnTo>
                <a:lnTo>
                  <a:pt x="360257" y="523380"/>
                </a:lnTo>
                <a:cubicBezTo>
                  <a:pt x="356060" y="520939"/>
                  <a:pt x="353435" y="516222"/>
                  <a:pt x="353911" y="511072"/>
                </a:cubicBezTo>
                <a:cubicBezTo>
                  <a:pt x="354194" y="508165"/>
                  <a:pt x="354322" y="505304"/>
                  <a:pt x="354322" y="502494"/>
                </a:cubicBezTo>
                <a:cubicBezTo>
                  <a:pt x="354322" y="499886"/>
                  <a:pt x="354194" y="497216"/>
                  <a:pt x="353956" y="494529"/>
                </a:cubicBezTo>
                <a:cubicBezTo>
                  <a:pt x="353233" y="489498"/>
                  <a:pt x="355566" y="484307"/>
                  <a:pt x="360228" y="481607"/>
                </a:cubicBezTo>
                <a:lnTo>
                  <a:pt x="373613" y="473880"/>
                </a:lnTo>
                <a:lnTo>
                  <a:pt x="373631" y="473897"/>
                </a:lnTo>
                <a:lnTo>
                  <a:pt x="373667" y="473880"/>
                </a:lnTo>
                <a:cubicBezTo>
                  <a:pt x="374956" y="473138"/>
                  <a:pt x="375825" y="471886"/>
                  <a:pt x="376208" y="470478"/>
                </a:cubicBezTo>
                <a:cubicBezTo>
                  <a:pt x="376584" y="469043"/>
                  <a:pt x="376447" y="467507"/>
                  <a:pt x="375688" y="466197"/>
                </a:cubicBezTo>
                <a:lnTo>
                  <a:pt x="351702" y="424648"/>
                </a:lnTo>
                <a:cubicBezTo>
                  <a:pt x="350961" y="423359"/>
                  <a:pt x="349708" y="422481"/>
                  <a:pt x="348300" y="422106"/>
                </a:cubicBezTo>
                <a:cubicBezTo>
                  <a:pt x="347012" y="421767"/>
                  <a:pt x="345630" y="421841"/>
                  <a:pt x="344412" y="422427"/>
                </a:cubicBezTo>
                <a:lnTo>
                  <a:pt x="344073" y="422630"/>
                </a:lnTo>
                <a:lnTo>
                  <a:pt x="330696" y="430357"/>
                </a:lnTo>
                <a:cubicBezTo>
                  <a:pt x="326473" y="432789"/>
                  <a:pt x="321059" y="432709"/>
                  <a:pt x="316835" y="429699"/>
                </a:cubicBezTo>
                <a:cubicBezTo>
                  <a:pt x="314614" y="428119"/>
                  <a:pt x="312417" y="426681"/>
                  <a:pt x="310269" y="425419"/>
                </a:cubicBezTo>
                <a:cubicBezTo>
                  <a:pt x="310048" y="425300"/>
                  <a:pt x="309819" y="425190"/>
                  <a:pt x="309602" y="425053"/>
                </a:cubicBezTo>
                <a:cubicBezTo>
                  <a:pt x="307033" y="423570"/>
                  <a:pt x="304491" y="422255"/>
                  <a:pt x="302002" y="421121"/>
                </a:cubicBezTo>
                <a:cubicBezTo>
                  <a:pt x="297585" y="419100"/>
                  <a:pt x="294514" y="414638"/>
                  <a:pt x="294514" y="409470"/>
                </a:cubicBezTo>
                <a:lnTo>
                  <a:pt x="294514" y="394016"/>
                </a:lnTo>
                <a:lnTo>
                  <a:pt x="294460" y="394016"/>
                </a:lnTo>
                <a:cubicBezTo>
                  <a:pt x="294460" y="392490"/>
                  <a:pt x="293838" y="391099"/>
                  <a:pt x="292823" y="390093"/>
                </a:cubicBezTo>
                <a:cubicBezTo>
                  <a:pt x="291808" y="389088"/>
                  <a:pt x="290427" y="388465"/>
                  <a:pt x="288909" y="388465"/>
                </a:cubicBezTo>
                <a:lnTo>
                  <a:pt x="240939" y="388465"/>
                </a:lnTo>
                <a:cubicBezTo>
                  <a:pt x="239412" y="388465"/>
                  <a:pt x="238022" y="389088"/>
                  <a:pt x="237015" y="390093"/>
                </a:cubicBezTo>
                <a:cubicBezTo>
                  <a:pt x="236009" y="391108"/>
                  <a:pt x="235379" y="392490"/>
                  <a:pt x="235379" y="394016"/>
                </a:cubicBezTo>
                <a:lnTo>
                  <a:pt x="235379" y="409325"/>
                </a:lnTo>
                <a:cubicBezTo>
                  <a:pt x="235432" y="414254"/>
                  <a:pt x="232625" y="418998"/>
                  <a:pt x="227836" y="421175"/>
                </a:cubicBezTo>
                <a:cubicBezTo>
                  <a:pt x="224901" y="422511"/>
                  <a:pt x="222341" y="423809"/>
                  <a:pt x="220174" y="425053"/>
                </a:cubicBezTo>
                <a:cubicBezTo>
                  <a:pt x="217953" y="426343"/>
                  <a:pt x="215667" y="427798"/>
                  <a:pt x="213351" y="429432"/>
                </a:cubicBezTo>
                <a:cubicBezTo>
                  <a:pt x="209346" y="432486"/>
                  <a:pt x="203749" y="433015"/>
                  <a:pt x="199123" y="430337"/>
                </a:cubicBezTo>
                <a:lnTo>
                  <a:pt x="186541" y="423068"/>
                </a:lnTo>
                <a:cubicBezTo>
                  <a:pt x="186092" y="422848"/>
                  <a:pt x="185654" y="422600"/>
                  <a:pt x="185226" y="422327"/>
                </a:cubicBezTo>
                <a:cubicBezTo>
                  <a:pt x="184056" y="421824"/>
                  <a:pt x="182746" y="421771"/>
                  <a:pt x="181532" y="422089"/>
                </a:cubicBezTo>
                <a:cubicBezTo>
                  <a:pt x="180297" y="422428"/>
                  <a:pt x="179171" y="423166"/>
                  <a:pt x="178404" y="424265"/>
                </a:cubicBezTo>
                <a:cubicBezTo>
                  <a:pt x="178201" y="424649"/>
                  <a:pt x="177975" y="425023"/>
                  <a:pt x="177737" y="425390"/>
                </a:cubicBezTo>
                <a:lnTo>
                  <a:pt x="177710" y="425372"/>
                </a:lnTo>
                <a:lnTo>
                  <a:pt x="154144" y="466181"/>
                </a:lnTo>
                <a:cubicBezTo>
                  <a:pt x="153385" y="467497"/>
                  <a:pt x="153249" y="469024"/>
                  <a:pt x="153624" y="470461"/>
                </a:cubicBezTo>
                <a:cubicBezTo>
                  <a:pt x="153998" y="471851"/>
                  <a:pt x="154895" y="473087"/>
                  <a:pt x="156219" y="473863"/>
                </a:cubicBezTo>
                <a:close/>
                <a:moveTo>
                  <a:pt x="302798" y="220897"/>
                </a:moveTo>
                <a:lnTo>
                  <a:pt x="316166" y="228616"/>
                </a:lnTo>
                <a:cubicBezTo>
                  <a:pt x="320362" y="231056"/>
                  <a:pt x="322988" y="235775"/>
                  <a:pt x="322512" y="240924"/>
                </a:cubicBezTo>
                <a:cubicBezTo>
                  <a:pt x="322229" y="243831"/>
                  <a:pt x="322092" y="246692"/>
                  <a:pt x="322101" y="249502"/>
                </a:cubicBezTo>
                <a:cubicBezTo>
                  <a:pt x="322101" y="252119"/>
                  <a:pt x="322229" y="254780"/>
                  <a:pt x="322467" y="257467"/>
                </a:cubicBezTo>
                <a:cubicBezTo>
                  <a:pt x="323190" y="262498"/>
                  <a:pt x="320866" y="267701"/>
                  <a:pt x="316195" y="270389"/>
                </a:cubicBezTo>
                <a:lnTo>
                  <a:pt x="302819" y="278124"/>
                </a:lnTo>
                <a:cubicBezTo>
                  <a:pt x="301493" y="278892"/>
                  <a:pt x="300606" y="280128"/>
                  <a:pt x="300232" y="281518"/>
                </a:cubicBezTo>
                <a:cubicBezTo>
                  <a:pt x="299848" y="282943"/>
                  <a:pt x="299994" y="284488"/>
                  <a:pt x="300744" y="285807"/>
                </a:cubicBezTo>
                <a:lnTo>
                  <a:pt x="324318" y="326645"/>
                </a:lnTo>
                <a:cubicBezTo>
                  <a:pt x="324456" y="326866"/>
                  <a:pt x="324592" y="327083"/>
                  <a:pt x="324729" y="327303"/>
                </a:cubicBezTo>
                <a:cubicBezTo>
                  <a:pt x="325488" y="328619"/>
                  <a:pt x="326742" y="329515"/>
                  <a:pt x="328131" y="329890"/>
                </a:cubicBezTo>
                <a:cubicBezTo>
                  <a:pt x="329420" y="330229"/>
                  <a:pt x="330792" y="330154"/>
                  <a:pt x="332019" y="329569"/>
                </a:cubicBezTo>
                <a:lnTo>
                  <a:pt x="332358" y="329366"/>
                </a:lnTo>
                <a:lnTo>
                  <a:pt x="345735" y="321638"/>
                </a:lnTo>
                <a:cubicBezTo>
                  <a:pt x="349950" y="319207"/>
                  <a:pt x="355382" y="319287"/>
                  <a:pt x="359597" y="322297"/>
                </a:cubicBezTo>
                <a:cubicBezTo>
                  <a:pt x="361892" y="323934"/>
                  <a:pt x="364306" y="325478"/>
                  <a:pt x="366830" y="326943"/>
                </a:cubicBezTo>
                <a:lnTo>
                  <a:pt x="366830" y="326961"/>
                </a:lnTo>
                <a:cubicBezTo>
                  <a:pt x="368952" y="328187"/>
                  <a:pt x="371172" y="329348"/>
                  <a:pt x="373467" y="330434"/>
                </a:cubicBezTo>
                <a:cubicBezTo>
                  <a:pt x="378423" y="332217"/>
                  <a:pt x="381962" y="336962"/>
                  <a:pt x="381962" y="342531"/>
                </a:cubicBezTo>
                <a:lnTo>
                  <a:pt x="381962" y="357977"/>
                </a:lnTo>
                <a:cubicBezTo>
                  <a:pt x="381962" y="359504"/>
                  <a:pt x="382593" y="360894"/>
                  <a:pt x="383599" y="361900"/>
                </a:cubicBezTo>
                <a:cubicBezTo>
                  <a:pt x="384614" y="362906"/>
                  <a:pt x="385995" y="363537"/>
                  <a:pt x="387513" y="363537"/>
                </a:cubicBezTo>
                <a:lnTo>
                  <a:pt x="435484" y="363537"/>
                </a:lnTo>
                <a:cubicBezTo>
                  <a:pt x="437011" y="363537"/>
                  <a:pt x="438400" y="362906"/>
                  <a:pt x="439406" y="361900"/>
                </a:cubicBezTo>
                <a:cubicBezTo>
                  <a:pt x="440413" y="360894"/>
                  <a:pt x="441044" y="359504"/>
                  <a:pt x="441044" y="357977"/>
                </a:cubicBezTo>
                <a:lnTo>
                  <a:pt x="441044" y="342680"/>
                </a:lnTo>
                <a:cubicBezTo>
                  <a:pt x="440999" y="337742"/>
                  <a:pt x="443797" y="332998"/>
                  <a:pt x="448586" y="330822"/>
                </a:cubicBezTo>
                <a:cubicBezTo>
                  <a:pt x="451531" y="329485"/>
                  <a:pt x="454081" y="328188"/>
                  <a:pt x="456248" y="326943"/>
                </a:cubicBezTo>
                <a:cubicBezTo>
                  <a:pt x="458481" y="325655"/>
                  <a:pt x="460746" y="324199"/>
                  <a:pt x="463070" y="322565"/>
                </a:cubicBezTo>
                <a:cubicBezTo>
                  <a:pt x="467077" y="319512"/>
                  <a:pt x="472673" y="318981"/>
                  <a:pt x="477298" y="321660"/>
                </a:cubicBezTo>
                <a:lnTo>
                  <a:pt x="490666" y="329379"/>
                </a:lnTo>
                <a:lnTo>
                  <a:pt x="490666" y="329405"/>
                </a:lnTo>
                <a:cubicBezTo>
                  <a:pt x="491955" y="330147"/>
                  <a:pt x="493482" y="330283"/>
                  <a:pt x="494890" y="329908"/>
                </a:cubicBezTo>
                <a:cubicBezTo>
                  <a:pt x="496280" y="329543"/>
                  <a:pt x="497516" y="328637"/>
                  <a:pt x="498292" y="327322"/>
                </a:cubicBezTo>
                <a:lnTo>
                  <a:pt x="498319" y="327322"/>
                </a:lnTo>
                <a:cubicBezTo>
                  <a:pt x="498319" y="327322"/>
                  <a:pt x="522286" y="285826"/>
                  <a:pt x="522286" y="285826"/>
                </a:cubicBezTo>
                <a:cubicBezTo>
                  <a:pt x="523045" y="284510"/>
                  <a:pt x="523182" y="282975"/>
                  <a:pt x="522798" y="281537"/>
                </a:cubicBezTo>
                <a:cubicBezTo>
                  <a:pt x="522432" y="280147"/>
                  <a:pt x="521536" y="278902"/>
                  <a:pt x="520212" y="278143"/>
                </a:cubicBezTo>
                <a:lnTo>
                  <a:pt x="506844" y="270425"/>
                </a:lnTo>
                <a:cubicBezTo>
                  <a:pt x="502647" y="267984"/>
                  <a:pt x="500013" y="263266"/>
                  <a:pt x="500506" y="258117"/>
                </a:cubicBezTo>
                <a:cubicBezTo>
                  <a:pt x="500781" y="255209"/>
                  <a:pt x="500917" y="252348"/>
                  <a:pt x="500917" y="249551"/>
                </a:cubicBezTo>
                <a:cubicBezTo>
                  <a:pt x="500917" y="246934"/>
                  <a:pt x="500789" y="244273"/>
                  <a:pt x="500551" y="241586"/>
                </a:cubicBezTo>
                <a:cubicBezTo>
                  <a:pt x="499828" y="236546"/>
                  <a:pt x="502152" y="231352"/>
                  <a:pt x="506823" y="228655"/>
                </a:cubicBezTo>
                <a:lnTo>
                  <a:pt x="520200" y="220928"/>
                </a:lnTo>
                <a:cubicBezTo>
                  <a:pt x="521525" y="220169"/>
                  <a:pt x="522412" y="218925"/>
                  <a:pt x="522787" y="217526"/>
                </a:cubicBezTo>
                <a:cubicBezTo>
                  <a:pt x="523171" y="216109"/>
                  <a:pt x="523024" y="214564"/>
                  <a:pt x="522275" y="213245"/>
                </a:cubicBezTo>
                <a:lnTo>
                  <a:pt x="498691" y="172407"/>
                </a:lnTo>
                <a:cubicBezTo>
                  <a:pt x="498546" y="172187"/>
                  <a:pt x="498409" y="171969"/>
                  <a:pt x="498290" y="171748"/>
                </a:cubicBezTo>
                <a:cubicBezTo>
                  <a:pt x="497522" y="170433"/>
                  <a:pt x="496277" y="169537"/>
                  <a:pt x="494888" y="169162"/>
                </a:cubicBezTo>
                <a:cubicBezTo>
                  <a:pt x="493488" y="168787"/>
                  <a:pt x="491961" y="168924"/>
                  <a:pt x="490664" y="169683"/>
                </a:cubicBezTo>
                <a:lnTo>
                  <a:pt x="477278" y="177411"/>
                </a:lnTo>
                <a:cubicBezTo>
                  <a:pt x="473064" y="179852"/>
                  <a:pt x="467641" y="179771"/>
                  <a:pt x="463417" y="176762"/>
                </a:cubicBezTo>
                <a:cubicBezTo>
                  <a:pt x="461131" y="175133"/>
                  <a:pt x="458708" y="173579"/>
                  <a:pt x="456192" y="172115"/>
                </a:cubicBezTo>
                <a:lnTo>
                  <a:pt x="456211" y="172097"/>
                </a:lnTo>
                <a:cubicBezTo>
                  <a:pt x="454061" y="170871"/>
                  <a:pt x="451850" y="169710"/>
                  <a:pt x="449555" y="168623"/>
                </a:cubicBezTo>
                <a:cubicBezTo>
                  <a:pt x="444599" y="166840"/>
                  <a:pt x="441051" y="162096"/>
                  <a:pt x="441051" y="156527"/>
                </a:cubicBezTo>
                <a:lnTo>
                  <a:pt x="441051" y="141073"/>
                </a:lnTo>
                <a:cubicBezTo>
                  <a:pt x="441051" y="139555"/>
                  <a:pt x="440429" y="138165"/>
                  <a:pt x="439414" y="137159"/>
                </a:cubicBezTo>
                <a:cubicBezTo>
                  <a:pt x="438408" y="136152"/>
                  <a:pt x="437017" y="135512"/>
                  <a:pt x="435491" y="135512"/>
                </a:cubicBezTo>
                <a:lnTo>
                  <a:pt x="387521" y="135512"/>
                </a:lnTo>
                <a:cubicBezTo>
                  <a:pt x="386002" y="135512"/>
                  <a:pt x="384612" y="136143"/>
                  <a:pt x="383607" y="137159"/>
                </a:cubicBezTo>
                <a:cubicBezTo>
                  <a:pt x="382601" y="138165"/>
                  <a:pt x="381969" y="139555"/>
                  <a:pt x="381969" y="141073"/>
                </a:cubicBezTo>
                <a:lnTo>
                  <a:pt x="381969" y="156381"/>
                </a:lnTo>
                <a:cubicBezTo>
                  <a:pt x="382023" y="161320"/>
                  <a:pt x="379225" y="166064"/>
                  <a:pt x="374436" y="168239"/>
                </a:cubicBezTo>
                <a:cubicBezTo>
                  <a:pt x="371492" y="169576"/>
                  <a:pt x="368941" y="170874"/>
                  <a:pt x="366774" y="172118"/>
                </a:cubicBezTo>
                <a:cubicBezTo>
                  <a:pt x="364541" y="173398"/>
                  <a:pt x="362268" y="174863"/>
                  <a:pt x="359943" y="176496"/>
                </a:cubicBezTo>
                <a:cubicBezTo>
                  <a:pt x="355948" y="179560"/>
                  <a:pt x="350340" y="180089"/>
                  <a:pt x="345724" y="177410"/>
                </a:cubicBezTo>
                <a:lnTo>
                  <a:pt x="332356" y="169692"/>
                </a:lnTo>
                <a:lnTo>
                  <a:pt x="332356" y="169674"/>
                </a:lnTo>
                <a:cubicBezTo>
                  <a:pt x="331058" y="168933"/>
                  <a:pt x="329540" y="168796"/>
                  <a:pt x="328132" y="169171"/>
                </a:cubicBezTo>
                <a:cubicBezTo>
                  <a:pt x="326724" y="169546"/>
                  <a:pt x="325471" y="170424"/>
                  <a:pt x="324730" y="171704"/>
                </a:cubicBezTo>
                <a:lnTo>
                  <a:pt x="300744" y="213254"/>
                </a:lnTo>
                <a:cubicBezTo>
                  <a:pt x="299985" y="214570"/>
                  <a:pt x="299848" y="216105"/>
                  <a:pt x="300232" y="217534"/>
                </a:cubicBezTo>
                <a:cubicBezTo>
                  <a:pt x="300563" y="218814"/>
                  <a:pt x="301322" y="219957"/>
                  <a:pt x="302418" y="220716"/>
                </a:cubicBezTo>
                <a:lnTo>
                  <a:pt x="302819" y="220936"/>
                </a:lnTo>
                <a:close/>
              </a:path>
            </a:pathLst>
          </a:custGeom>
          <a:solidFill>
            <a:schemeClr val="bg1"/>
          </a:solidFill>
          <a:ln w="762" cap="flat">
            <a:noFill/>
            <a:prstDash val="solid"/>
            <a:miter/>
          </a:ln>
        </p:spPr>
        <p:txBody>
          <a:bodyPr rtlCol="0" anchor="ctr"/>
          <a:lstStyle/>
          <a:p>
            <a:endParaRPr lang="en-GB"/>
          </a:p>
        </p:txBody>
      </p:sp>
      <p:grpSp>
        <p:nvGrpSpPr>
          <p:cNvPr id="25" name="Group 24">
            <a:extLst>
              <a:ext uri="{FF2B5EF4-FFF2-40B4-BE49-F238E27FC236}">
                <a16:creationId xmlns:a16="http://schemas.microsoft.com/office/drawing/2014/main" id="{9DEADEBD-2A6D-F1A7-B2F8-709064E0003C}"/>
              </a:ext>
            </a:extLst>
          </p:cNvPr>
          <p:cNvGrpSpPr>
            <a:grpSpLocks noChangeAspect="1"/>
          </p:cNvGrpSpPr>
          <p:nvPr/>
        </p:nvGrpSpPr>
        <p:grpSpPr>
          <a:xfrm>
            <a:off x="8542444" y="4222947"/>
            <a:ext cx="412211" cy="480913"/>
            <a:chOff x="10645776" y="334963"/>
            <a:chExt cx="1228725" cy="1433513"/>
          </a:xfrm>
          <a:solidFill>
            <a:schemeClr val="bg1"/>
          </a:solidFill>
        </p:grpSpPr>
        <p:sp>
          <p:nvSpPr>
            <p:cNvPr id="34" name="Freeform 20">
              <a:extLst>
                <a:ext uri="{FF2B5EF4-FFF2-40B4-BE49-F238E27FC236}">
                  <a16:creationId xmlns:a16="http://schemas.microsoft.com/office/drawing/2014/main" id="{6D36068A-BB03-B8DD-BD2F-AAA37131C058}"/>
                </a:ext>
              </a:extLst>
            </p:cNvPr>
            <p:cNvSpPr>
              <a:spLocks noEditPoints="1"/>
            </p:cNvSpPr>
            <p:nvPr/>
          </p:nvSpPr>
          <p:spPr bwMode="auto">
            <a:xfrm>
              <a:off x="10645776" y="334963"/>
              <a:ext cx="1228725" cy="1433513"/>
            </a:xfrm>
            <a:custGeom>
              <a:avLst/>
              <a:gdLst>
                <a:gd name="T0" fmla="*/ 838 w 2963"/>
                <a:gd name="T1" fmla="*/ 153 h 3465"/>
                <a:gd name="T2" fmla="*/ 277 w 2963"/>
                <a:gd name="T3" fmla="*/ 259 h 3465"/>
                <a:gd name="T4" fmla="*/ 0 w 2963"/>
                <a:gd name="T5" fmla="*/ 1299 h 3465"/>
                <a:gd name="T6" fmla="*/ 195 w 2963"/>
                <a:gd name="T7" fmla="*/ 3419 h 3465"/>
                <a:gd name="T8" fmla="*/ 2341 w 2963"/>
                <a:gd name="T9" fmla="*/ 3456 h 3465"/>
                <a:gd name="T10" fmla="*/ 2673 w 2963"/>
                <a:gd name="T11" fmla="*/ 3146 h 3465"/>
                <a:gd name="T12" fmla="*/ 2837 w 2963"/>
                <a:gd name="T13" fmla="*/ 2817 h 3465"/>
                <a:gd name="T14" fmla="*/ 2878 w 2963"/>
                <a:gd name="T15" fmla="*/ 2614 h 3465"/>
                <a:gd name="T16" fmla="*/ 2937 w 2963"/>
                <a:gd name="T17" fmla="*/ 2344 h 3465"/>
                <a:gd name="T18" fmla="*/ 2890 w 2963"/>
                <a:gd name="T19" fmla="*/ 2183 h 3465"/>
                <a:gd name="T20" fmla="*/ 2681 w 2963"/>
                <a:gd name="T21" fmla="*/ 1283 h 3465"/>
                <a:gd name="T22" fmla="*/ 2389 w 2963"/>
                <a:gd name="T23" fmla="*/ 258 h 3465"/>
                <a:gd name="T24" fmla="*/ 1790 w 2963"/>
                <a:gd name="T25" fmla="*/ 151 h 3465"/>
                <a:gd name="T26" fmla="*/ 1380 w 2963"/>
                <a:gd name="T27" fmla="*/ 0 h 3465"/>
                <a:gd name="T28" fmla="*/ 1614 w 2963"/>
                <a:gd name="T29" fmla="*/ 229 h 3465"/>
                <a:gd name="T30" fmla="*/ 1336 w 2963"/>
                <a:gd name="T31" fmla="*/ 548 h 3465"/>
                <a:gd name="T32" fmla="*/ 1134 w 2963"/>
                <a:gd name="T33" fmla="*/ 162 h 3465"/>
                <a:gd name="T34" fmla="*/ 731 w 2963"/>
                <a:gd name="T35" fmla="*/ 445 h 3465"/>
                <a:gd name="T36" fmla="*/ 441 w 2963"/>
                <a:gd name="T37" fmla="*/ 3026 h 3465"/>
                <a:gd name="T38" fmla="*/ 2449 w 2963"/>
                <a:gd name="T39" fmla="*/ 3183 h 3465"/>
                <a:gd name="T40" fmla="*/ 2545 w 2963"/>
                <a:gd name="T41" fmla="*/ 2984 h 3465"/>
                <a:gd name="T42" fmla="*/ 2586 w 2963"/>
                <a:gd name="T43" fmla="*/ 3165 h 3465"/>
                <a:gd name="T44" fmla="*/ 223 w 2963"/>
                <a:gd name="T45" fmla="*/ 3343 h 3465"/>
                <a:gd name="T46" fmla="*/ 143 w 2963"/>
                <a:gd name="T47" fmla="*/ 432 h 3465"/>
                <a:gd name="T48" fmla="*/ 2448 w 2963"/>
                <a:gd name="T49" fmla="*/ 356 h 3465"/>
                <a:gd name="T50" fmla="*/ 2575 w 2963"/>
                <a:gd name="T51" fmla="*/ 2015 h 3465"/>
                <a:gd name="T52" fmla="*/ 2400 w 2963"/>
                <a:gd name="T53" fmla="*/ 480 h 3465"/>
                <a:gd name="T54" fmla="*/ 2390 w 2963"/>
                <a:gd name="T55" fmla="*/ 340 h 3465"/>
                <a:gd name="T56" fmla="*/ 2251 w 2963"/>
                <a:gd name="T57" fmla="*/ 532 h 3465"/>
                <a:gd name="T58" fmla="*/ 2353 w 2963"/>
                <a:gd name="T59" fmla="*/ 1951 h 3465"/>
                <a:gd name="T60" fmla="*/ 2218 w 2963"/>
                <a:gd name="T61" fmla="*/ 2053 h 3465"/>
                <a:gd name="T62" fmla="*/ 523 w 2963"/>
                <a:gd name="T63" fmla="*/ 2198 h 3465"/>
                <a:gd name="T64" fmla="*/ 2015 w 2963"/>
                <a:gd name="T65" fmla="*/ 2256 h 3465"/>
                <a:gd name="T66" fmla="*/ 1915 w 2963"/>
                <a:gd name="T67" fmla="*/ 2390 h 3465"/>
                <a:gd name="T68" fmla="*/ 894 w 2963"/>
                <a:gd name="T69" fmla="*/ 2489 h 3465"/>
                <a:gd name="T70" fmla="*/ 1954 w 2963"/>
                <a:gd name="T71" fmla="*/ 2607 h 3465"/>
                <a:gd name="T72" fmla="*/ 1523 w 2963"/>
                <a:gd name="T73" fmla="*/ 2698 h 3465"/>
                <a:gd name="T74" fmla="*/ 2176 w 2963"/>
                <a:gd name="T75" fmla="*/ 2911 h 3465"/>
                <a:gd name="T76" fmla="*/ 2316 w 2963"/>
                <a:gd name="T77" fmla="*/ 2982 h 3465"/>
                <a:gd name="T78" fmla="*/ 2396 w 2963"/>
                <a:gd name="T79" fmla="*/ 3120 h 3465"/>
                <a:gd name="T80" fmla="*/ 717 w 2963"/>
                <a:gd name="T81" fmla="*/ 2943 h 3465"/>
                <a:gd name="T82" fmla="*/ 436 w 2963"/>
                <a:gd name="T83" fmla="*/ 2715 h 3465"/>
                <a:gd name="T84" fmla="*/ 424 w 2963"/>
                <a:gd name="T85" fmla="*/ 532 h 3465"/>
                <a:gd name="T86" fmla="*/ 2605 w 2963"/>
                <a:gd name="T87" fmla="*/ 2150 h 3465"/>
                <a:gd name="T88" fmla="*/ 2775 w 2963"/>
                <a:gd name="T89" fmla="*/ 2188 h 3465"/>
                <a:gd name="T90" fmla="*/ 2791 w 2963"/>
                <a:gd name="T91" fmla="*/ 2374 h 3465"/>
                <a:gd name="T92" fmla="*/ 2878 w 2963"/>
                <a:gd name="T93" fmla="*/ 2513 h 3465"/>
                <a:gd name="T94" fmla="*/ 2756 w 2963"/>
                <a:gd name="T95" fmla="*/ 2670 h 3465"/>
                <a:gd name="T96" fmla="*/ 2702 w 2963"/>
                <a:gd name="T97" fmla="*/ 2819 h 3465"/>
                <a:gd name="T98" fmla="*/ 2508 w 2963"/>
                <a:gd name="T99" fmla="*/ 2856 h 3465"/>
                <a:gd name="T100" fmla="*/ 2368 w 2963"/>
                <a:gd name="T101" fmla="*/ 2876 h 3465"/>
                <a:gd name="T102" fmla="*/ 2210 w 2963"/>
                <a:gd name="T103" fmla="*/ 2796 h 3465"/>
                <a:gd name="T104" fmla="*/ 2093 w 2963"/>
                <a:gd name="T105" fmla="*/ 2724 h 3465"/>
                <a:gd name="T106" fmla="*/ 2045 w 2963"/>
                <a:gd name="T107" fmla="*/ 2543 h 3465"/>
                <a:gd name="T108" fmla="*/ 2015 w 2963"/>
                <a:gd name="T109" fmla="*/ 2408 h 3465"/>
                <a:gd name="T110" fmla="*/ 2112 w 2963"/>
                <a:gd name="T111" fmla="*/ 2251 h 3465"/>
                <a:gd name="T112" fmla="*/ 2190 w 2963"/>
                <a:gd name="T113" fmla="*/ 2130 h 3465"/>
                <a:gd name="T114" fmla="*/ 2361 w 2963"/>
                <a:gd name="T115" fmla="*/ 2070 h 3465"/>
                <a:gd name="T116" fmla="*/ 2501 w 2963"/>
                <a:gd name="T117" fmla="*/ 2065 h 3465"/>
                <a:gd name="T118" fmla="*/ 345 w 2963"/>
                <a:gd name="T119" fmla="*/ 2798 h 3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963" h="3465">
                  <a:moveTo>
                    <a:pt x="1185" y="23"/>
                  </a:moveTo>
                  <a:lnTo>
                    <a:pt x="1160" y="36"/>
                  </a:lnTo>
                  <a:lnTo>
                    <a:pt x="1106" y="76"/>
                  </a:lnTo>
                  <a:lnTo>
                    <a:pt x="1085" y="96"/>
                  </a:lnTo>
                  <a:lnTo>
                    <a:pt x="1069" y="113"/>
                  </a:lnTo>
                  <a:lnTo>
                    <a:pt x="1042" y="134"/>
                  </a:lnTo>
                  <a:lnTo>
                    <a:pt x="1003" y="145"/>
                  </a:lnTo>
                  <a:lnTo>
                    <a:pt x="939" y="150"/>
                  </a:lnTo>
                  <a:lnTo>
                    <a:pt x="890" y="151"/>
                  </a:lnTo>
                  <a:lnTo>
                    <a:pt x="838" y="153"/>
                  </a:lnTo>
                  <a:lnTo>
                    <a:pt x="775" y="157"/>
                  </a:lnTo>
                  <a:lnTo>
                    <a:pt x="751" y="164"/>
                  </a:lnTo>
                  <a:lnTo>
                    <a:pt x="742" y="171"/>
                  </a:lnTo>
                  <a:lnTo>
                    <a:pt x="736" y="186"/>
                  </a:lnTo>
                  <a:lnTo>
                    <a:pt x="735" y="201"/>
                  </a:lnTo>
                  <a:lnTo>
                    <a:pt x="730" y="248"/>
                  </a:lnTo>
                  <a:lnTo>
                    <a:pt x="505" y="248"/>
                  </a:lnTo>
                  <a:lnTo>
                    <a:pt x="436" y="248"/>
                  </a:lnTo>
                  <a:lnTo>
                    <a:pt x="340" y="251"/>
                  </a:lnTo>
                  <a:lnTo>
                    <a:pt x="277" y="259"/>
                  </a:lnTo>
                  <a:lnTo>
                    <a:pt x="229" y="274"/>
                  </a:lnTo>
                  <a:lnTo>
                    <a:pt x="205" y="285"/>
                  </a:lnTo>
                  <a:lnTo>
                    <a:pt x="172" y="301"/>
                  </a:lnTo>
                  <a:lnTo>
                    <a:pt x="113" y="350"/>
                  </a:lnTo>
                  <a:lnTo>
                    <a:pt x="62" y="411"/>
                  </a:lnTo>
                  <a:lnTo>
                    <a:pt x="26" y="480"/>
                  </a:lnTo>
                  <a:lnTo>
                    <a:pt x="15" y="516"/>
                  </a:lnTo>
                  <a:lnTo>
                    <a:pt x="11" y="546"/>
                  </a:lnTo>
                  <a:lnTo>
                    <a:pt x="4" y="738"/>
                  </a:lnTo>
                  <a:lnTo>
                    <a:pt x="0" y="1299"/>
                  </a:lnTo>
                  <a:lnTo>
                    <a:pt x="1" y="1893"/>
                  </a:lnTo>
                  <a:lnTo>
                    <a:pt x="5" y="2651"/>
                  </a:lnTo>
                  <a:lnTo>
                    <a:pt x="14" y="3125"/>
                  </a:lnTo>
                  <a:lnTo>
                    <a:pt x="23" y="3217"/>
                  </a:lnTo>
                  <a:lnTo>
                    <a:pt x="30" y="3247"/>
                  </a:lnTo>
                  <a:lnTo>
                    <a:pt x="35" y="3256"/>
                  </a:lnTo>
                  <a:lnTo>
                    <a:pt x="51" y="3284"/>
                  </a:lnTo>
                  <a:lnTo>
                    <a:pt x="92" y="3336"/>
                  </a:lnTo>
                  <a:lnTo>
                    <a:pt x="141" y="3382"/>
                  </a:lnTo>
                  <a:lnTo>
                    <a:pt x="195" y="3419"/>
                  </a:lnTo>
                  <a:lnTo>
                    <a:pt x="223" y="3433"/>
                  </a:lnTo>
                  <a:lnTo>
                    <a:pt x="235" y="3438"/>
                  </a:lnTo>
                  <a:lnTo>
                    <a:pt x="264" y="3447"/>
                  </a:lnTo>
                  <a:lnTo>
                    <a:pt x="339" y="3456"/>
                  </a:lnTo>
                  <a:lnTo>
                    <a:pt x="562" y="3462"/>
                  </a:lnTo>
                  <a:lnTo>
                    <a:pt x="999" y="3465"/>
                  </a:lnTo>
                  <a:lnTo>
                    <a:pt x="1340" y="3465"/>
                  </a:lnTo>
                  <a:lnTo>
                    <a:pt x="1680" y="3465"/>
                  </a:lnTo>
                  <a:lnTo>
                    <a:pt x="2118" y="3462"/>
                  </a:lnTo>
                  <a:lnTo>
                    <a:pt x="2341" y="3456"/>
                  </a:lnTo>
                  <a:lnTo>
                    <a:pt x="2415" y="3447"/>
                  </a:lnTo>
                  <a:lnTo>
                    <a:pt x="2445" y="3438"/>
                  </a:lnTo>
                  <a:lnTo>
                    <a:pt x="2456" y="3433"/>
                  </a:lnTo>
                  <a:lnTo>
                    <a:pt x="2484" y="3419"/>
                  </a:lnTo>
                  <a:lnTo>
                    <a:pt x="2534" y="3388"/>
                  </a:lnTo>
                  <a:lnTo>
                    <a:pt x="2576" y="3351"/>
                  </a:lnTo>
                  <a:lnTo>
                    <a:pt x="2611" y="3309"/>
                  </a:lnTo>
                  <a:lnTo>
                    <a:pt x="2639" y="3261"/>
                  </a:lnTo>
                  <a:lnTo>
                    <a:pt x="2660" y="3207"/>
                  </a:lnTo>
                  <a:lnTo>
                    <a:pt x="2673" y="3146"/>
                  </a:lnTo>
                  <a:lnTo>
                    <a:pt x="2680" y="3079"/>
                  </a:lnTo>
                  <a:lnTo>
                    <a:pt x="2681" y="3043"/>
                  </a:lnTo>
                  <a:lnTo>
                    <a:pt x="2682" y="2971"/>
                  </a:lnTo>
                  <a:lnTo>
                    <a:pt x="2690" y="2925"/>
                  </a:lnTo>
                  <a:lnTo>
                    <a:pt x="2702" y="2915"/>
                  </a:lnTo>
                  <a:lnTo>
                    <a:pt x="2711" y="2915"/>
                  </a:lnTo>
                  <a:lnTo>
                    <a:pt x="2718" y="2914"/>
                  </a:lnTo>
                  <a:lnTo>
                    <a:pt x="2739" y="2903"/>
                  </a:lnTo>
                  <a:lnTo>
                    <a:pt x="2780" y="2872"/>
                  </a:lnTo>
                  <a:lnTo>
                    <a:pt x="2837" y="2817"/>
                  </a:lnTo>
                  <a:lnTo>
                    <a:pt x="2869" y="2778"/>
                  </a:lnTo>
                  <a:lnTo>
                    <a:pt x="2880" y="2758"/>
                  </a:lnTo>
                  <a:lnTo>
                    <a:pt x="2881" y="2751"/>
                  </a:lnTo>
                  <a:lnTo>
                    <a:pt x="2880" y="2741"/>
                  </a:lnTo>
                  <a:lnTo>
                    <a:pt x="2866" y="2706"/>
                  </a:lnTo>
                  <a:lnTo>
                    <a:pt x="2855" y="2688"/>
                  </a:lnTo>
                  <a:lnTo>
                    <a:pt x="2844" y="2672"/>
                  </a:lnTo>
                  <a:lnTo>
                    <a:pt x="2836" y="2647"/>
                  </a:lnTo>
                  <a:lnTo>
                    <a:pt x="2846" y="2630"/>
                  </a:lnTo>
                  <a:lnTo>
                    <a:pt x="2878" y="2614"/>
                  </a:lnTo>
                  <a:lnTo>
                    <a:pt x="2903" y="2605"/>
                  </a:lnTo>
                  <a:lnTo>
                    <a:pt x="2921" y="2599"/>
                  </a:lnTo>
                  <a:lnTo>
                    <a:pt x="2943" y="2586"/>
                  </a:lnTo>
                  <a:lnTo>
                    <a:pt x="2955" y="2562"/>
                  </a:lnTo>
                  <a:lnTo>
                    <a:pt x="2960" y="2518"/>
                  </a:lnTo>
                  <a:lnTo>
                    <a:pt x="2961" y="2483"/>
                  </a:lnTo>
                  <a:lnTo>
                    <a:pt x="2963" y="2444"/>
                  </a:lnTo>
                  <a:lnTo>
                    <a:pt x="2958" y="2386"/>
                  </a:lnTo>
                  <a:lnTo>
                    <a:pt x="2947" y="2357"/>
                  </a:lnTo>
                  <a:lnTo>
                    <a:pt x="2937" y="2344"/>
                  </a:lnTo>
                  <a:lnTo>
                    <a:pt x="2924" y="2336"/>
                  </a:lnTo>
                  <a:lnTo>
                    <a:pt x="2907" y="2332"/>
                  </a:lnTo>
                  <a:lnTo>
                    <a:pt x="2898" y="2331"/>
                  </a:lnTo>
                  <a:lnTo>
                    <a:pt x="2879" y="2330"/>
                  </a:lnTo>
                  <a:lnTo>
                    <a:pt x="2858" y="2320"/>
                  </a:lnTo>
                  <a:lnTo>
                    <a:pt x="2849" y="2310"/>
                  </a:lnTo>
                  <a:lnTo>
                    <a:pt x="2843" y="2291"/>
                  </a:lnTo>
                  <a:lnTo>
                    <a:pt x="2849" y="2255"/>
                  </a:lnTo>
                  <a:lnTo>
                    <a:pt x="2860" y="2235"/>
                  </a:lnTo>
                  <a:lnTo>
                    <a:pt x="2890" y="2183"/>
                  </a:lnTo>
                  <a:lnTo>
                    <a:pt x="2806" y="2098"/>
                  </a:lnTo>
                  <a:lnTo>
                    <a:pt x="2772" y="2065"/>
                  </a:lnTo>
                  <a:lnTo>
                    <a:pt x="2729" y="2032"/>
                  </a:lnTo>
                  <a:lnTo>
                    <a:pt x="2708" y="2022"/>
                  </a:lnTo>
                  <a:lnTo>
                    <a:pt x="2703" y="2023"/>
                  </a:lnTo>
                  <a:lnTo>
                    <a:pt x="2700" y="2023"/>
                  </a:lnTo>
                  <a:lnTo>
                    <a:pt x="2695" y="2009"/>
                  </a:lnTo>
                  <a:lnTo>
                    <a:pt x="2689" y="1953"/>
                  </a:lnTo>
                  <a:lnTo>
                    <a:pt x="2682" y="1674"/>
                  </a:lnTo>
                  <a:lnTo>
                    <a:pt x="2681" y="1283"/>
                  </a:lnTo>
                  <a:lnTo>
                    <a:pt x="2681" y="538"/>
                  </a:lnTo>
                  <a:lnTo>
                    <a:pt x="2636" y="446"/>
                  </a:lnTo>
                  <a:lnTo>
                    <a:pt x="2625" y="425"/>
                  </a:lnTo>
                  <a:lnTo>
                    <a:pt x="2598" y="385"/>
                  </a:lnTo>
                  <a:lnTo>
                    <a:pt x="2568" y="350"/>
                  </a:lnTo>
                  <a:lnTo>
                    <a:pt x="2535" y="319"/>
                  </a:lnTo>
                  <a:lnTo>
                    <a:pt x="2518" y="306"/>
                  </a:lnTo>
                  <a:lnTo>
                    <a:pt x="2493" y="289"/>
                  </a:lnTo>
                  <a:lnTo>
                    <a:pt x="2450" y="268"/>
                  </a:lnTo>
                  <a:lnTo>
                    <a:pt x="2389" y="258"/>
                  </a:lnTo>
                  <a:lnTo>
                    <a:pt x="2282" y="253"/>
                  </a:lnTo>
                  <a:lnTo>
                    <a:pt x="2198" y="251"/>
                  </a:lnTo>
                  <a:lnTo>
                    <a:pt x="1950" y="246"/>
                  </a:lnTo>
                  <a:lnTo>
                    <a:pt x="1945" y="201"/>
                  </a:lnTo>
                  <a:lnTo>
                    <a:pt x="1943" y="186"/>
                  </a:lnTo>
                  <a:lnTo>
                    <a:pt x="1937" y="171"/>
                  </a:lnTo>
                  <a:lnTo>
                    <a:pt x="1928" y="164"/>
                  </a:lnTo>
                  <a:lnTo>
                    <a:pt x="1904" y="157"/>
                  </a:lnTo>
                  <a:lnTo>
                    <a:pt x="1841" y="153"/>
                  </a:lnTo>
                  <a:lnTo>
                    <a:pt x="1790" y="151"/>
                  </a:lnTo>
                  <a:lnTo>
                    <a:pt x="1741" y="150"/>
                  </a:lnTo>
                  <a:lnTo>
                    <a:pt x="1676" y="145"/>
                  </a:lnTo>
                  <a:lnTo>
                    <a:pt x="1638" y="134"/>
                  </a:lnTo>
                  <a:lnTo>
                    <a:pt x="1610" y="113"/>
                  </a:lnTo>
                  <a:lnTo>
                    <a:pt x="1595" y="96"/>
                  </a:lnTo>
                  <a:lnTo>
                    <a:pt x="1573" y="76"/>
                  </a:lnTo>
                  <a:lnTo>
                    <a:pt x="1516" y="36"/>
                  </a:lnTo>
                  <a:lnTo>
                    <a:pt x="1490" y="23"/>
                  </a:lnTo>
                  <a:lnTo>
                    <a:pt x="1459" y="12"/>
                  </a:lnTo>
                  <a:lnTo>
                    <a:pt x="1380" y="0"/>
                  </a:lnTo>
                  <a:lnTo>
                    <a:pt x="1293" y="0"/>
                  </a:lnTo>
                  <a:lnTo>
                    <a:pt x="1214" y="12"/>
                  </a:lnTo>
                  <a:lnTo>
                    <a:pt x="1185" y="23"/>
                  </a:lnTo>
                  <a:close/>
                  <a:moveTo>
                    <a:pt x="1483" y="106"/>
                  </a:moveTo>
                  <a:lnTo>
                    <a:pt x="1504" y="120"/>
                  </a:lnTo>
                  <a:lnTo>
                    <a:pt x="1544" y="161"/>
                  </a:lnTo>
                  <a:lnTo>
                    <a:pt x="1556" y="181"/>
                  </a:lnTo>
                  <a:lnTo>
                    <a:pt x="1565" y="199"/>
                  </a:lnTo>
                  <a:lnTo>
                    <a:pt x="1583" y="220"/>
                  </a:lnTo>
                  <a:lnTo>
                    <a:pt x="1614" y="229"/>
                  </a:lnTo>
                  <a:lnTo>
                    <a:pt x="1675" y="231"/>
                  </a:lnTo>
                  <a:lnTo>
                    <a:pt x="1723" y="231"/>
                  </a:lnTo>
                  <a:lnTo>
                    <a:pt x="1863" y="231"/>
                  </a:lnTo>
                  <a:lnTo>
                    <a:pt x="1868" y="383"/>
                  </a:lnTo>
                  <a:lnTo>
                    <a:pt x="1870" y="444"/>
                  </a:lnTo>
                  <a:lnTo>
                    <a:pt x="1869" y="530"/>
                  </a:lnTo>
                  <a:lnTo>
                    <a:pt x="1866" y="541"/>
                  </a:lnTo>
                  <a:lnTo>
                    <a:pt x="1834" y="544"/>
                  </a:lnTo>
                  <a:lnTo>
                    <a:pt x="1546" y="548"/>
                  </a:lnTo>
                  <a:lnTo>
                    <a:pt x="1336" y="548"/>
                  </a:lnTo>
                  <a:lnTo>
                    <a:pt x="815" y="548"/>
                  </a:lnTo>
                  <a:lnTo>
                    <a:pt x="815" y="390"/>
                  </a:lnTo>
                  <a:lnTo>
                    <a:pt x="815" y="231"/>
                  </a:lnTo>
                  <a:lnTo>
                    <a:pt x="956" y="231"/>
                  </a:lnTo>
                  <a:lnTo>
                    <a:pt x="1005" y="231"/>
                  </a:lnTo>
                  <a:lnTo>
                    <a:pt x="1065" y="229"/>
                  </a:lnTo>
                  <a:lnTo>
                    <a:pt x="1097" y="220"/>
                  </a:lnTo>
                  <a:lnTo>
                    <a:pt x="1114" y="199"/>
                  </a:lnTo>
                  <a:lnTo>
                    <a:pt x="1123" y="181"/>
                  </a:lnTo>
                  <a:lnTo>
                    <a:pt x="1134" y="162"/>
                  </a:lnTo>
                  <a:lnTo>
                    <a:pt x="1165" y="129"/>
                  </a:lnTo>
                  <a:lnTo>
                    <a:pt x="1204" y="103"/>
                  </a:lnTo>
                  <a:lnTo>
                    <a:pt x="1249" y="84"/>
                  </a:lnTo>
                  <a:lnTo>
                    <a:pt x="1299" y="74"/>
                  </a:lnTo>
                  <a:lnTo>
                    <a:pt x="1351" y="72"/>
                  </a:lnTo>
                  <a:lnTo>
                    <a:pt x="1405" y="78"/>
                  </a:lnTo>
                  <a:lnTo>
                    <a:pt x="1458" y="94"/>
                  </a:lnTo>
                  <a:lnTo>
                    <a:pt x="1483" y="106"/>
                  </a:lnTo>
                  <a:close/>
                  <a:moveTo>
                    <a:pt x="731" y="388"/>
                  </a:moveTo>
                  <a:lnTo>
                    <a:pt x="731" y="445"/>
                  </a:lnTo>
                  <a:lnTo>
                    <a:pt x="513" y="451"/>
                  </a:lnTo>
                  <a:lnTo>
                    <a:pt x="439" y="453"/>
                  </a:lnTo>
                  <a:lnTo>
                    <a:pt x="345" y="457"/>
                  </a:lnTo>
                  <a:lnTo>
                    <a:pt x="296" y="467"/>
                  </a:lnTo>
                  <a:lnTo>
                    <a:pt x="269" y="487"/>
                  </a:lnTo>
                  <a:lnTo>
                    <a:pt x="255" y="503"/>
                  </a:lnTo>
                  <a:lnTo>
                    <a:pt x="215" y="550"/>
                  </a:lnTo>
                  <a:lnTo>
                    <a:pt x="215" y="1670"/>
                  </a:lnTo>
                  <a:lnTo>
                    <a:pt x="215" y="2790"/>
                  </a:lnTo>
                  <a:lnTo>
                    <a:pt x="441" y="3026"/>
                  </a:lnTo>
                  <a:lnTo>
                    <a:pt x="668" y="3265"/>
                  </a:lnTo>
                  <a:lnTo>
                    <a:pt x="1503" y="3265"/>
                  </a:lnTo>
                  <a:lnTo>
                    <a:pt x="1781" y="3265"/>
                  </a:lnTo>
                  <a:lnTo>
                    <a:pt x="2133" y="3263"/>
                  </a:lnTo>
                  <a:lnTo>
                    <a:pt x="2306" y="3256"/>
                  </a:lnTo>
                  <a:lnTo>
                    <a:pt x="2362" y="3246"/>
                  </a:lnTo>
                  <a:lnTo>
                    <a:pt x="2385" y="3237"/>
                  </a:lnTo>
                  <a:lnTo>
                    <a:pt x="2395" y="3231"/>
                  </a:lnTo>
                  <a:lnTo>
                    <a:pt x="2416" y="3217"/>
                  </a:lnTo>
                  <a:lnTo>
                    <a:pt x="2449" y="3183"/>
                  </a:lnTo>
                  <a:lnTo>
                    <a:pt x="2470" y="3140"/>
                  </a:lnTo>
                  <a:lnTo>
                    <a:pt x="2481" y="3087"/>
                  </a:lnTo>
                  <a:lnTo>
                    <a:pt x="2481" y="3056"/>
                  </a:lnTo>
                  <a:lnTo>
                    <a:pt x="2482" y="3041"/>
                  </a:lnTo>
                  <a:lnTo>
                    <a:pt x="2485" y="3018"/>
                  </a:lnTo>
                  <a:lnTo>
                    <a:pt x="2493" y="3004"/>
                  </a:lnTo>
                  <a:lnTo>
                    <a:pt x="2509" y="2997"/>
                  </a:lnTo>
                  <a:lnTo>
                    <a:pt x="2520" y="2995"/>
                  </a:lnTo>
                  <a:lnTo>
                    <a:pt x="2529" y="2993"/>
                  </a:lnTo>
                  <a:lnTo>
                    <a:pt x="2545" y="2984"/>
                  </a:lnTo>
                  <a:lnTo>
                    <a:pt x="2559" y="2968"/>
                  </a:lnTo>
                  <a:lnTo>
                    <a:pt x="2571" y="2946"/>
                  </a:lnTo>
                  <a:lnTo>
                    <a:pt x="2576" y="2931"/>
                  </a:lnTo>
                  <a:lnTo>
                    <a:pt x="2583" y="2913"/>
                  </a:lnTo>
                  <a:lnTo>
                    <a:pt x="2589" y="2901"/>
                  </a:lnTo>
                  <a:lnTo>
                    <a:pt x="2592" y="2901"/>
                  </a:lnTo>
                  <a:lnTo>
                    <a:pt x="2596" y="2936"/>
                  </a:lnTo>
                  <a:lnTo>
                    <a:pt x="2596" y="3023"/>
                  </a:lnTo>
                  <a:lnTo>
                    <a:pt x="2596" y="3087"/>
                  </a:lnTo>
                  <a:lnTo>
                    <a:pt x="2586" y="3165"/>
                  </a:lnTo>
                  <a:lnTo>
                    <a:pt x="2574" y="3209"/>
                  </a:lnTo>
                  <a:lnTo>
                    <a:pt x="2558" y="3246"/>
                  </a:lnTo>
                  <a:lnTo>
                    <a:pt x="2536" y="3279"/>
                  </a:lnTo>
                  <a:lnTo>
                    <a:pt x="2509" y="3307"/>
                  </a:lnTo>
                  <a:lnTo>
                    <a:pt x="2475" y="3332"/>
                  </a:lnTo>
                  <a:lnTo>
                    <a:pt x="2456" y="3343"/>
                  </a:lnTo>
                  <a:lnTo>
                    <a:pt x="2390" y="3381"/>
                  </a:lnTo>
                  <a:lnTo>
                    <a:pt x="1340" y="3381"/>
                  </a:lnTo>
                  <a:lnTo>
                    <a:pt x="290" y="3381"/>
                  </a:lnTo>
                  <a:lnTo>
                    <a:pt x="223" y="3343"/>
                  </a:lnTo>
                  <a:lnTo>
                    <a:pt x="209" y="3335"/>
                  </a:lnTo>
                  <a:lnTo>
                    <a:pt x="179" y="3311"/>
                  </a:lnTo>
                  <a:lnTo>
                    <a:pt x="151" y="3283"/>
                  </a:lnTo>
                  <a:lnTo>
                    <a:pt x="128" y="3254"/>
                  </a:lnTo>
                  <a:lnTo>
                    <a:pt x="120" y="3240"/>
                  </a:lnTo>
                  <a:lnTo>
                    <a:pt x="81" y="3173"/>
                  </a:lnTo>
                  <a:lnTo>
                    <a:pt x="86" y="1840"/>
                  </a:lnTo>
                  <a:lnTo>
                    <a:pt x="90" y="506"/>
                  </a:lnTo>
                  <a:lnTo>
                    <a:pt x="130" y="451"/>
                  </a:lnTo>
                  <a:lnTo>
                    <a:pt x="143" y="432"/>
                  </a:lnTo>
                  <a:lnTo>
                    <a:pt x="170" y="400"/>
                  </a:lnTo>
                  <a:lnTo>
                    <a:pt x="198" y="376"/>
                  </a:lnTo>
                  <a:lnTo>
                    <a:pt x="229" y="358"/>
                  </a:lnTo>
                  <a:lnTo>
                    <a:pt x="268" y="346"/>
                  </a:lnTo>
                  <a:lnTo>
                    <a:pt x="317" y="338"/>
                  </a:lnTo>
                  <a:lnTo>
                    <a:pt x="413" y="332"/>
                  </a:lnTo>
                  <a:lnTo>
                    <a:pt x="503" y="331"/>
                  </a:lnTo>
                  <a:lnTo>
                    <a:pt x="731" y="331"/>
                  </a:lnTo>
                  <a:lnTo>
                    <a:pt x="731" y="388"/>
                  </a:lnTo>
                  <a:close/>
                  <a:moveTo>
                    <a:pt x="2448" y="356"/>
                  </a:moveTo>
                  <a:lnTo>
                    <a:pt x="2470" y="370"/>
                  </a:lnTo>
                  <a:lnTo>
                    <a:pt x="2522" y="417"/>
                  </a:lnTo>
                  <a:lnTo>
                    <a:pt x="2543" y="443"/>
                  </a:lnTo>
                  <a:lnTo>
                    <a:pt x="2590" y="503"/>
                  </a:lnTo>
                  <a:lnTo>
                    <a:pt x="2593" y="1288"/>
                  </a:lnTo>
                  <a:lnTo>
                    <a:pt x="2594" y="1711"/>
                  </a:lnTo>
                  <a:lnTo>
                    <a:pt x="2589" y="1983"/>
                  </a:lnTo>
                  <a:lnTo>
                    <a:pt x="2583" y="2022"/>
                  </a:lnTo>
                  <a:lnTo>
                    <a:pt x="2578" y="2022"/>
                  </a:lnTo>
                  <a:lnTo>
                    <a:pt x="2575" y="2015"/>
                  </a:lnTo>
                  <a:lnTo>
                    <a:pt x="2569" y="2001"/>
                  </a:lnTo>
                  <a:lnTo>
                    <a:pt x="2557" y="1978"/>
                  </a:lnTo>
                  <a:lnTo>
                    <a:pt x="2543" y="1962"/>
                  </a:lnTo>
                  <a:lnTo>
                    <a:pt x="2527" y="1953"/>
                  </a:lnTo>
                  <a:lnTo>
                    <a:pt x="2518" y="1951"/>
                  </a:lnTo>
                  <a:lnTo>
                    <a:pt x="2483" y="1946"/>
                  </a:lnTo>
                  <a:lnTo>
                    <a:pt x="2478" y="1246"/>
                  </a:lnTo>
                  <a:lnTo>
                    <a:pt x="2473" y="545"/>
                  </a:lnTo>
                  <a:lnTo>
                    <a:pt x="2418" y="496"/>
                  </a:lnTo>
                  <a:lnTo>
                    <a:pt x="2400" y="480"/>
                  </a:lnTo>
                  <a:lnTo>
                    <a:pt x="2367" y="459"/>
                  </a:lnTo>
                  <a:lnTo>
                    <a:pt x="2318" y="450"/>
                  </a:lnTo>
                  <a:lnTo>
                    <a:pt x="2227" y="448"/>
                  </a:lnTo>
                  <a:lnTo>
                    <a:pt x="2156" y="448"/>
                  </a:lnTo>
                  <a:lnTo>
                    <a:pt x="1948" y="448"/>
                  </a:lnTo>
                  <a:lnTo>
                    <a:pt x="1948" y="390"/>
                  </a:lnTo>
                  <a:lnTo>
                    <a:pt x="1948" y="331"/>
                  </a:lnTo>
                  <a:lnTo>
                    <a:pt x="2173" y="331"/>
                  </a:lnTo>
                  <a:lnTo>
                    <a:pt x="2287" y="332"/>
                  </a:lnTo>
                  <a:lnTo>
                    <a:pt x="2390" y="340"/>
                  </a:lnTo>
                  <a:lnTo>
                    <a:pt x="2433" y="350"/>
                  </a:lnTo>
                  <a:lnTo>
                    <a:pt x="2448" y="356"/>
                  </a:lnTo>
                  <a:close/>
                  <a:moveTo>
                    <a:pt x="731" y="573"/>
                  </a:moveTo>
                  <a:lnTo>
                    <a:pt x="731" y="615"/>
                  </a:lnTo>
                  <a:lnTo>
                    <a:pt x="1340" y="615"/>
                  </a:lnTo>
                  <a:lnTo>
                    <a:pt x="1948" y="615"/>
                  </a:lnTo>
                  <a:lnTo>
                    <a:pt x="1948" y="573"/>
                  </a:lnTo>
                  <a:lnTo>
                    <a:pt x="1948" y="531"/>
                  </a:lnTo>
                  <a:lnTo>
                    <a:pt x="2146" y="531"/>
                  </a:lnTo>
                  <a:lnTo>
                    <a:pt x="2251" y="532"/>
                  </a:lnTo>
                  <a:lnTo>
                    <a:pt x="2334" y="540"/>
                  </a:lnTo>
                  <a:lnTo>
                    <a:pt x="2363" y="550"/>
                  </a:lnTo>
                  <a:lnTo>
                    <a:pt x="2371" y="558"/>
                  </a:lnTo>
                  <a:lnTo>
                    <a:pt x="2376" y="563"/>
                  </a:lnTo>
                  <a:lnTo>
                    <a:pt x="2383" y="580"/>
                  </a:lnTo>
                  <a:lnTo>
                    <a:pt x="2390" y="630"/>
                  </a:lnTo>
                  <a:lnTo>
                    <a:pt x="2398" y="881"/>
                  </a:lnTo>
                  <a:lnTo>
                    <a:pt x="2398" y="1265"/>
                  </a:lnTo>
                  <a:lnTo>
                    <a:pt x="2398" y="1946"/>
                  </a:lnTo>
                  <a:lnTo>
                    <a:pt x="2353" y="1951"/>
                  </a:lnTo>
                  <a:lnTo>
                    <a:pt x="2340" y="1953"/>
                  </a:lnTo>
                  <a:lnTo>
                    <a:pt x="2321" y="1959"/>
                  </a:lnTo>
                  <a:lnTo>
                    <a:pt x="2309" y="1971"/>
                  </a:lnTo>
                  <a:lnTo>
                    <a:pt x="2303" y="1990"/>
                  </a:lnTo>
                  <a:lnTo>
                    <a:pt x="2301" y="2003"/>
                  </a:lnTo>
                  <a:lnTo>
                    <a:pt x="2298" y="2024"/>
                  </a:lnTo>
                  <a:lnTo>
                    <a:pt x="2286" y="2046"/>
                  </a:lnTo>
                  <a:lnTo>
                    <a:pt x="2275" y="2055"/>
                  </a:lnTo>
                  <a:lnTo>
                    <a:pt x="2255" y="2061"/>
                  </a:lnTo>
                  <a:lnTo>
                    <a:pt x="2218" y="2053"/>
                  </a:lnTo>
                  <a:lnTo>
                    <a:pt x="2196" y="2041"/>
                  </a:lnTo>
                  <a:lnTo>
                    <a:pt x="2148" y="2013"/>
                  </a:lnTo>
                  <a:lnTo>
                    <a:pt x="2068" y="2088"/>
                  </a:lnTo>
                  <a:lnTo>
                    <a:pt x="1986" y="2165"/>
                  </a:lnTo>
                  <a:lnTo>
                    <a:pt x="1255" y="2168"/>
                  </a:lnTo>
                  <a:lnTo>
                    <a:pt x="845" y="2172"/>
                  </a:lnTo>
                  <a:lnTo>
                    <a:pt x="583" y="2180"/>
                  </a:lnTo>
                  <a:lnTo>
                    <a:pt x="535" y="2188"/>
                  </a:lnTo>
                  <a:lnTo>
                    <a:pt x="524" y="2194"/>
                  </a:lnTo>
                  <a:lnTo>
                    <a:pt x="523" y="2198"/>
                  </a:lnTo>
                  <a:lnTo>
                    <a:pt x="524" y="2202"/>
                  </a:lnTo>
                  <a:lnTo>
                    <a:pt x="535" y="2208"/>
                  </a:lnTo>
                  <a:lnTo>
                    <a:pt x="583" y="2216"/>
                  </a:lnTo>
                  <a:lnTo>
                    <a:pt x="846" y="2224"/>
                  </a:lnTo>
                  <a:lnTo>
                    <a:pt x="1258" y="2228"/>
                  </a:lnTo>
                  <a:lnTo>
                    <a:pt x="1663" y="2231"/>
                  </a:lnTo>
                  <a:lnTo>
                    <a:pt x="1937" y="2239"/>
                  </a:lnTo>
                  <a:lnTo>
                    <a:pt x="1993" y="2246"/>
                  </a:lnTo>
                  <a:lnTo>
                    <a:pt x="2011" y="2252"/>
                  </a:lnTo>
                  <a:lnTo>
                    <a:pt x="2015" y="2256"/>
                  </a:lnTo>
                  <a:lnTo>
                    <a:pt x="2024" y="2270"/>
                  </a:lnTo>
                  <a:lnTo>
                    <a:pt x="2029" y="2295"/>
                  </a:lnTo>
                  <a:lnTo>
                    <a:pt x="2016" y="2316"/>
                  </a:lnTo>
                  <a:lnTo>
                    <a:pt x="1987" y="2331"/>
                  </a:lnTo>
                  <a:lnTo>
                    <a:pt x="1966" y="2336"/>
                  </a:lnTo>
                  <a:lnTo>
                    <a:pt x="1952" y="2340"/>
                  </a:lnTo>
                  <a:lnTo>
                    <a:pt x="1931" y="2348"/>
                  </a:lnTo>
                  <a:lnTo>
                    <a:pt x="1920" y="2360"/>
                  </a:lnTo>
                  <a:lnTo>
                    <a:pt x="1915" y="2378"/>
                  </a:lnTo>
                  <a:lnTo>
                    <a:pt x="1915" y="2390"/>
                  </a:lnTo>
                  <a:lnTo>
                    <a:pt x="1915" y="2431"/>
                  </a:lnTo>
                  <a:lnTo>
                    <a:pt x="1403" y="2435"/>
                  </a:lnTo>
                  <a:lnTo>
                    <a:pt x="1089" y="2438"/>
                  </a:lnTo>
                  <a:lnTo>
                    <a:pt x="936" y="2445"/>
                  </a:lnTo>
                  <a:lnTo>
                    <a:pt x="907" y="2450"/>
                  </a:lnTo>
                  <a:lnTo>
                    <a:pt x="894" y="2457"/>
                  </a:lnTo>
                  <a:lnTo>
                    <a:pt x="890" y="2467"/>
                  </a:lnTo>
                  <a:lnTo>
                    <a:pt x="890" y="2473"/>
                  </a:lnTo>
                  <a:lnTo>
                    <a:pt x="890" y="2479"/>
                  </a:lnTo>
                  <a:lnTo>
                    <a:pt x="894" y="2489"/>
                  </a:lnTo>
                  <a:lnTo>
                    <a:pt x="907" y="2496"/>
                  </a:lnTo>
                  <a:lnTo>
                    <a:pt x="936" y="2501"/>
                  </a:lnTo>
                  <a:lnTo>
                    <a:pt x="1089" y="2508"/>
                  </a:lnTo>
                  <a:lnTo>
                    <a:pt x="1403" y="2511"/>
                  </a:lnTo>
                  <a:lnTo>
                    <a:pt x="1915" y="2515"/>
                  </a:lnTo>
                  <a:lnTo>
                    <a:pt x="1915" y="2556"/>
                  </a:lnTo>
                  <a:lnTo>
                    <a:pt x="1915" y="2568"/>
                  </a:lnTo>
                  <a:lnTo>
                    <a:pt x="1920" y="2585"/>
                  </a:lnTo>
                  <a:lnTo>
                    <a:pt x="1933" y="2597"/>
                  </a:lnTo>
                  <a:lnTo>
                    <a:pt x="1954" y="2607"/>
                  </a:lnTo>
                  <a:lnTo>
                    <a:pt x="1970" y="2611"/>
                  </a:lnTo>
                  <a:lnTo>
                    <a:pt x="1995" y="2619"/>
                  </a:lnTo>
                  <a:lnTo>
                    <a:pt x="2016" y="2636"/>
                  </a:lnTo>
                  <a:lnTo>
                    <a:pt x="2022" y="2650"/>
                  </a:lnTo>
                  <a:lnTo>
                    <a:pt x="2023" y="2658"/>
                  </a:lnTo>
                  <a:lnTo>
                    <a:pt x="2023" y="2663"/>
                  </a:lnTo>
                  <a:lnTo>
                    <a:pt x="2018" y="2672"/>
                  </a:lnTo>
                  <a:lnTo>
                    <a:pt x="1994" y="2682"/>
                  </a:lnTo>
                  <a:lnTo>
                    <a:pt x="1826" y="2693"/>
                  </a:lnTo>
                  <a:lnTo>
                    <a:pt x="1523" y="2698"/>
                  </a:lnTo>
                  <a:lnTo>
                    <a:pt x="1023" y="2706"/>
                  </a:lnTo>
                  <a:lnTo>
                    <a:pt x="1018" y="2743"/>
                  </a:lnTo>
                  <a:lnTo>
                    <a:pt x="1013" y="2781"/>
                  </a:lnTo>
                  <a:lnTo>
                    <a:pt x="1510" y="2781"/>
                  </a:lnTo>
                  <a:lnTo>
                    <a:pt x="2008" y="2781"/>
                  </a:lnTo>
                  <a:lnTo>
                    <a:pt x="2073" y="2848"/>
                  </a:lnTo>
                  <a:lnTo>
                    <a:pt x="2098" y="2873"/>
                  </a:lnTo>
                  <a:lnTo>
                    <a:pt x="2137" y="2904"/>
                  </a:lnTo>
                  <a:lnTo>
                    <a:pt x="2161" y="2912"/>
                  </a:lnTo>
                  <a:lnTo>
                    <a:pt x="2176" y="2911"/>
                  </a:lnTo>
                  <a:lnTo>
                    <a:pt x="2201" y="2902"/>
                  </a:lnTo>
                  <a:lnTo>
                    <a:pt x="2221" y="2890"/>
                  </a:lnTo>
                  <a:lnTo>
                    <a:pt x="2237" y="2880"/>
                  </a:lnTo>
                  <a:lnTo>
                    <a:pt x="2257" y="2875"/>
                  </a:lnTo>
                  <a:lnTo>
                    <a:pt x="2268" y="2877"/>
                  </a:lnTo>
                  <a:lnTo>
                    <a:pt x="2282" y="2889"/>
                  </a:lnTo>
                  <a:lnTo>
                    <a:pt x="2298" y="2925"/>
                  </a:lnTo>
                  <a:lnTo>
                    <a:pt x="2305" y="2951"/>
                  </a:lnTo>
                  <a:lnTo>
                    <a:pt x="2308" y="2964"/>
                  </a:lnTo>
                  <a:lnTo>
                    <a:pt x="2316" y="2982"/>
                  </a:lnTo>
                  <a:lnTo>
                    <a:pt x="2328" y="2993"/>
                  </a:lnTo>
                  <a:lnTo>
                    <a:pt x="2345" y="2998"/>
                  </a:lnTo>
                  <a:lnTo>
                    <a:pt x="2356" y="2998"/>
                  </a:lnTo>
                  <a:lnTo>
                    <a:pt x="2369" y="2998"/>
                  </a:lnTo>
                  <a:lnTo>
                    <a:pt x="2386" y="3003"/>
                  </a:lnTo>
                  <a:lnTo>
                    <a:pt x="2395" y="3016"/>
                  </a:lnTo>
                  <a:lnTo>
                    <a:pt x="2398" y="3042"/>
                  </a:lnTo>
                  <a:lnTo>
                    <a:pt x="2398" y="3061"/>
                  </a:lnTo>
                  <a:lnTo>
                    <a:pt x="2398" y="3084"/>
                  </a:lnTo>
                  <a:lnTo>
                    <a:pt x="2396" y="3120"/>
                  </a:lnTo>
                  <a:lnTo>
                    <a:pt x="2385" y="3140"/>
                  </a:lnTo>
                  <a:lnTo>
                    <a:pt x="2372" y="3151"/>
                  </a:lnTo>
                  <a:lnTo>
                    <a:pt x="2339" y="3163"/>
                  </a:lnTo>
                  <a:lnTo>
                    <a:pt x="2261" y="3174"/>
                  </a:lnTo>
                  <a:lnTo>
                    <a:pt x="2135" y="3179"/>
                  </a:lnTo>
                  <a:lnTo>
                    <a:pt x="1840" y="3180"/>
                  </a:lnTo>
                  <a:lnTo>
                    <a:pt x="1530" y="3178"/>
                  </a:lnTo>
                  <a:lnTo>
                    <a:pt x="723" y="3173"/>
                  </a:lnTo>
                  <a:lnTo>
                    <a:pt x="720" y="3015"/>
                  </a:lnTo>
                  <a:lnTo>
                    <a:pt x="717" y="2943"/>
                  </a:lnTo>
                  <a:lnTo>
                    <a:pt x="710" y="2848"/>
                  </a:lnTo>
                  <a:lnTo>
                    <a:pt x="699" y="2805"/>
                  </a:lnTo>
                  <a:lnTo>
                    <a:pt x="688" y="2785"/>
                  </a:lnTo>
                  <a:lnTo>
                    <a:pt x="666" y="2762"/>
                  </a:lnTo>
                  <a:lnTo>
                    <a:pt x="643" y="2748"/>
                  </a:lnTo>
                  <a:lnTo>
                    <a:pt x="627" y="2739"/>
                  </a:lnTo>
                  <a:lnTo>
                    <a:pt x="592" y="2726"/>
                  </a:lnTo>
                  <a:lnTo>
                    <a:pt x="545" y="2718"/>
                  </a:lnTo>
                  <a:lnTo>
                    <a:pt x="480" y="2715"/>
                  </a:lnTo>
                  <a:lnTo>
                    <a:pt x="436" y="2715"/>
                  </a:lnTo>
                  <a:lnTo>
                    <a:pt x="281" y="2715"/>
                  </a:lnTo>
                  <a:lnTo>
                    <a:pt x="281" y="1653"/>
                  </a:lnTo>
                  <a:lnTo>
                    <a:pt x="282" y="1038"/>
                  </a:lnTo>
                  <a:lnTo>
                    <a:pt x="289" y="659"/>
                  </a:lnTo>
                  <a:lnTo>
                    <a:pt x="298" y="589"/>
                  </a:lnTo>
                  <a:lnTo>
                    <a:pt x="305" y="567"/>
                  </a:lnTo>
                  <a:lnTo>
                    <a:pt x="310" y="561"/>
                  </a:lnTo>
                  <a:lnTo>
                    <a:pt x="319" y="553"/>
                  </a:lnTo>
                  <a:lnTo>
                    <a:pt x="345" y="541"/>
                  </a:lnTo>
                  <a:lnTo>
                    <a:pt x="424" y="532"/>
                  </a:lnTo>
                  <a:lnTo>
                    <a:pt x="535" y="531"/>
                  </a:lnTo>
                  <a:lnTo>
                    <a:pt x="731" y="531"/>
                  </a:lnTo>
                  <a:lnTo>
                    <a:pt x="731" y="573"/>
                  </a:lnTo>
                  <a:close/>
                  <a:moveTo>
                    <a:pt x="2501" y="2065"/>
                  </a:moveTo>
                  <a:lnTo>
                    <a:pt x="2506" y="2078"/>
                  </a:lnTo>
                  <a:lnTo>
                    <a:pt x="2520" y="2100"/>
                  </a:lnTo>
                  <a:lnTo>
                    <a:pt x="2538" y="2120"/>
                  </a:lnTo>
                  <a:lnTo>
                    <a:pt x="2558" y="2134"/>
                  </a:lnTo>
                  <a:lnTo>
                    <a:pt x="2581" y="2145"/>
                  </a:lnTo>
                  <a:lnTo>
                    <a:pt x="2605" y="2150"/>
                  </a:lnTo>
                  <a:lnTo>
                    <a:pt x="2629" y="2149"/>
                  </a:lnTo>
                  <a:lnTo>
                    <a:pt x="2652" y="2142"/>
                  </a:lnTo>
                  <a:lnTo>
                    <a:pt x="2663" y="2136"/>
                  </a:lnTo>
                  <a:lnTo>
                    <a:pt x="2676" y="2128"/>
                  </a:lnTo>
                  <a:lnTo>
                    <a:pt x="2695" y="2121"/>
                  </a:lnTo>
                  <a:lnTo>
                    <a:pt x="2711" y="2125"/>
                  </a:lnTo>
                  <a:lnTo>
                    <a:pt x="2731" y="2141"/>
                  </a:lnTo>
                  <a:lnTo>
                    <a:pt x="2745" y="2155"/>
                  </a:lnTo>
                  <a:lnTo>
                    <a:pt x="2758" y="2168"/>
                  </a:lnTo>
                  <a:lnTo>
                    <a:pt x="2775" y="2188"/>
                  </a:lnTo>
                  <a:lnTo>
                    <a:pt x="2779" y="2205"/>
                  </a:lnTo>
                  <a:lnTo>
                    <a:pt x="2772" y="2226"/>
                  </a:lnTo>
                  <a:lnTo>
                    <a:pt x="2765" y="2240"/>
                  </a:lnTo>
                  <a:lnTo>
                    <a:pt x="2758" y="2253"/>
                  </a:lnTo>
                  <a:lnTo>
                    <a:pt x="2751" y="2274"/>
                  </a:lnTo>
                  <a:lnTo>
                    <a:pt x="2752" y="2295"/>
                  </a:lnTo>
                  <a:lnTo>
                    <a:pt x="2762" y="2321"/>
                  </a:lnTo>
                  <a:lnTo>
                    <a:pt x="2770" y="2338"/>
                  </a:lnTo>
                  <a:lnTo>
                    <a:pt x="2776" y="2351"/>
                  </a:lnTo>
                  <a:lnTo>
                    <a:pt x="2791" y="2374"/>
                  </a:lnTo>
                  <a:lnTo>
                    <a:pt x="2807" y="2390"/>
                  </a:lnTo>
                  <a:lnTo>
                    <a:pt x="2825" y="2399"/>
                  </a:lnTo>
                  <a:lnTo>
                    <a:pt x="2835" y="2401"/>
                  </a:lnTo>
                  <a:lnTo>
                    <a:pt x="2846" y="2403"/>
                  </a:lnTo>
                  <a:lnTo>
                    <a:pt x="2862" y="2410"/>
                  </a:lnTo>
                  <a:lnTo>
                    <a:pt x="2871" y="2425"/>
                  </a:lnTo>
                  <a:lnTo>
                    <a:pt x="2877" y="2450"/>
                  </a:lnTo>
                  <a:lnTo>
                    <a:pt x="2878" y="2468"/>
                  </a:lnTo>
                  <a:lnTo>
                    <a:pt x="2880" y="2487"/>
                  </a:lnTo>
                  <a:lnTo>
                    <a:pt x="2878" y="2513"/>
                  </a:lnTo>
                  <a:lnTo>
                    <a:pt x="2869" y="2527"/>
                  </a:lnTo>
                  <a:lnTo>
                    <a:pt x="2850" y="2535"/>
                  </a:lnTo>
                  <a:lnTo>
                    <a:pt x="2835" y="2538"/>
                  </a:lnTo>
                  <a:lnTo>
                    <a:pt x="2823" y="2541"/>
                  </a:lnTo>
                  <a:lnTo>
                    <a:pt x="2801" y="2554"/>
                  </a:lnTo>
                  <a:lnTo>
                    <a:pt x="2783" y="2572"/>
                  </a:lnTo>
                  <a:lnTo>
                    <a:pt x="2769" y="2594"/>
                  </a:lnTo>
                  <a:lnTo>
                    <a:pt x="2760" y="2618"/>
                  </a:lnTo>
                  <a:lnTo>
                    <a:pt x="2755" y="2644"/>
                  </a:lnTo>
                  <a:lnTo>
                    <a:pt x="2756" y="2670"/>
                  </a:lnTo>
                  <a:lnTo>
                    <a:pt x="2763" y="2694"/>
                  </a:lnTo>
                  <a:lnTo>
                    <a:pt x="2770" y="2705"/>
                  </a:lnTo>
                  <a:lnTo>
                    <a:pt x="2778" y="2717"/>
                  </a:lnTo>
                  <a:lnTo>
                    <a:pt x="2786" y="2735"/>
                  </a:lnTo>
                  <a:lnTo>
                    <a:pt x="2783" y="2752"/>
                  </a:lnTo>
                  <a:lnTo>
                    <a:pt x="2767" y="2772"/>
                  </a:lnTo>
                  <a:lnTo>
                    <a:pt x="2753" y="2786"/>
                  </a:lnTo>
                  <a:lnTo>
                    <a:pt x="2739" y="2800"/>
                  </a:lnTo>
                  <a:lnTo>
                    <a:pt x="2719" y="2816"/>
                  </a:lnTo>
                  <a:lnTo>
                    <a:pt x="2702" y="2819"/>
                  </a:lnTo>
                  <a:lnTo>
                    <a:pt x="2684" y="2811"/>
                  </a:lnTo>
                  <a:lnTo>
                    <a:pt x="2671" y="2803"/>
                  </a:lnTo>
                  <a:lnTo>
                    <a:pt x="2660" y="2797"/>
                  </a:lnTo>
                  <a:lnTo>
                    <a:pt x="2636" y="2790"/>
                  </a:lnTo>
                  <a:lnTo>
                    <a:pt x="2611" y="2789"/>
                  </a:lnTo>
                  <a:lnTo>
                    <a:pt x="2585" y="2793"/>
                  </a:lnTo>
                  <a:lnTo>
                    <a:pt x="2560" y="2803"/>
                  </a:lnTo>
                  <a:lnTo>
                    <a:pt x="2538" y="2817"/>
                  </a:lnTo>
                  <a:lnTo>
                    <a:pt x="2521" y="2835"/>
                  </a:lnTo>
                  <a:lnTo>
                    <a:pt x="2508" y="2856"/>
                  </a:lnTo>
                  <a:lnTo>
                    <a:pt x="2505" y="2868"/>
                  </a:lnTo>
                  <a:lnTo>
                    <a:pt x="2502" y="2883"/>
                  </a:lnTo>
                  <a:lnTo>
                    <a:pt x="2494" y="2903"/>
                  </a:lnTo>
                  <a:lnTo>
                    <a:pt x="2479" y="2912"/>
                  </a:lnTo>
                  <a:lnTo>
                    <a:pt x="2454" y="2913"/>
                  </a:lnTo>
                  <a:lnTo>
                    <a:pt x="2435" y="2911"/>
                  </a:lnTo>
                  <a:lnTo>
                    <a:pt x="2418" y="2910"/>
                  </a:lnTo>
                  <a:lnTo>
                    <a:pt x="2393" y="2904"/>
                  </a:lnTo>
                  <a:lnTo>
                    <a:pt x="2377" y="2893"/>
                  </a:lnTo>
                  <a:lnTo>
                    <a:pt x="2368" y="2876"/>
                  </a:lnTo>
                  <a:lnTo>
                    <a:pt x="2365" y="2865"/>
                  </a:lnTo>
                  <a:lnTo>
                    <a:pt x="2362" y="2854"/>
                  </a:lnTo>
                  <a:lnTo>
                    <a:pt x="2350" y="2836"/>
                  </a:lnTo>
                  <a:lnTo>
                    <a:pt x="2333" y="2820"/>
                  </a:lnTo>
                  <a:lnTo>
                    <a:pt x="2308" y="2806"/>
                  </a:lnTo>
                  <a:lnTo>
                    <a:pt x="2293" y="2800"/>
                  </a:lnTo>
                  <a:lnTo>
                    <a:pt x="2274" y="2793"/>
                  </a:lnTo>
                  <a:lnTo>
                    <a:pt x="2246" y="2786"/>
                  </a:lnTo>
                  <a:lnTo>
                    <a:pt x="2227" y="2786"/>
                  </a:lnTo>
                  <a:lnTo>
                    <a:pt x="2210" y="2796"/>
                  </a:lnTo>
                  <a:lnTo>
                    <a:pt x="2200" y="2805"/>
                  </a:lnTo>
                  <a:lnTo>
                    <a:pt x="2189" y="2814"/>
                  </a:lnTo>
                  <a:lnTo>
                    <a:pt x="2174" y="2823"/>
                  </a:lnTo>
                  <a:lnTo>
                    <a:pt x="2158" y="2821"/>
                  </a:lnTo>
                  <a:lnTo>
                    <a:pt x="2137" y="2806"/>
                  </a:lnTo>
                  <a:lnTo>
                    <a:pt x="2121" y="2793"/>
                  </a:lnTo>
                  <a:lnTo>
                    <a:pt x="2106" y="2779"/>
                  </a:lnTo>
                  <a:lnTo>
                    <a:pt x="2088" y="2760"/>
                  </a:lnTo>
                  <a:lnTo>
                    <a:pt x="2084" y="2744"/>
                  </a:lnTo>
                  <a:lnTo>
                    <a:pt x="2093" y="2724"/>
                  </a:lnTo>
                  <a:lnTo>
                    <a:pt x="2103" y="2710"/>
                  </a:lnTo>
                  <a:lnTo>
                    <a:pt x="2112" y="2696"/>
                  </a:lnTo>
                  <a:lnTo>
                    <a:pt x="2121" y="2675"/>
                  </a:lnTo>
                  <a:lnTo>
                    <a:pt x="2122" y="2654"/>
                  </a:lnTo>
                  <a:lnTo>
                    <a:pt x="2114" y="2628"/>
                  </a:lnTo>
                  <a:lnTo>
                    <a:pt x="2106" y="2610"/>
                  </a:lnTo>
                  <a:lnTo>
                    <a:pt x="2099" y="2594"/>
                  </a:lnTo>
                  <a:lnTo>
                    <a:pt x="2084" y="2570"/>
                  </a:lnTo>
                  <a:lnTo>
                    <a:pt x="2067" y="2554"/>
                  </a:lnTo>
                  <a:lnTo>
                    <a:pt x="2045" y="2543"/>
                  </a:lnTo>
                  <a:lnTo>
                    <a:pt x="2031" y="2540"/>
                  </a:lnTo>
                  <a:lnTo>
                    <a:pt x="2016" y="2536"/>
                  </a:lnTo>
                  <a:lnTo>
                    <a:pt x="1996" y="2527"/>
                  </a:lnTo>
                  <a:lnTo>
                    <a:pt x="1985" y="2513"/>
                  </a:lnTo>
                  <a:lnTo>
                    <a:pt x="1982" y="2489"/>
                  </a:lnTo>
                  <a:lnTo>
                    <a:pt x="1981" y="2471"/>
                  </a:lnTo>
                  <a:lnTo>
                    <a:pt x="1982" y="2454"/>
                  </a:lnTo>
                  <a:lnTo>
                    <a:pt x="1985" y="2430"/>
                  </a:lnTo>
                  <a:lnTo>
                    <a:pt x="1996" y="2416"/>
                  </a:lnTo>
                  <a:lnTo>
                    <a:pt x="2015" y="2408"/>
                  </a:lnTo>
                  <a:lnTo>
                    <a:pt x="2030" y="2405"/>
                  </a:lnTo>
                  <a:lnTo>
                    <a:pt x="2042" y="2402"/>
                  </a:lnTo>
                  <a:lnTo>
                    <a:pt x="2063" y="2391"/>
                  </a:lnTo>
                  <a:lnTo>
                    <a:pt x="2081" y="2375"/>
                  </a:lnTo>
                  <a:lnTo>
                    <a:pt x="2097" y="2352"/>
                  </a:lnTo>
                  <a:lnTo>
                    <a:pt x="2105" y="2338"/>
                  </a:lnTo>
                  <a:lnTo>
                    <a:pt x="2113" y="2319"/>
                  </a:lnTo>
                  <a:lnTo>
                    <a:pt x="2123" y="2293"/>
                  </a:lnTo>
                  <a:lnTo>
                    <a:pt x="2122" y="2272"/>
                  </a:lnTo>
                  <a:lnTo>
                    <a:pt x="2112" y="2251"/>
                  </a:lnTo>
                  <a:lnTo>
                    <a:pt x="2103" y="2238"/>
                  </a:lnTo>
                  <a:lnTo>
                    <a:pt x="2094" y="2224"/>
                  </a:lnTo>
                  <a:lnTo>
                    <a:pt x="2085" y="2204"/>
                  </a:lnTo>
                  <a:lnTo>
                    <a:pt x="2088" y="2188"/>
                  </a:lnTo>
                  <a:lnTo>
                    <a:pt x="2104" y="2167"/>
                  </a:lnTo>
                  <a:lnTo>
                    <a:pt x="2118" y="2153"/>
                  </a:lnTo>
                  <a:lnTo>
                    <a:pt x="2132" y="2139"/>
                  </a:lnTo>
                  <a:lnTo>
                    <a:pt x="2152" y="2123"/>
                  </a:lnTo>
                  <a:lnTo>
                    <a:pt x="2169" y="2120"/>
                  </a:lnTo>
                  <a:lnTo>
                    <a:pt x="2190" y="2130"/>
                  </a:lnTo>
                  <a:lnTo>
                    <a:pt x="2205" y="2140"/>
                  </a:lnTo>
                  <a:lnTo>
                    <a:pt x="2219" y="2149"/>
                  </a:lnTo>
                  <a:lnTo>
                    <a:pt x="2239" y="2159"/>
                  </a:lnTo>
                  <a:lnTo>
                    <a:pt x="2258" y="2158"/>
                  </a:lnTo>
                  <a:lnTo>
                    <a:pt x="2283" y="2147"/>
                  </a:lnTo>
                  <a:lnTo>
                    <a:pt x="2301" y="2136"/>
                  </a:lnTo>
                  <a:lnTo>
                    <a:pt x="2323" y="2122"/>
                  </a:lnTo>
                  <a:lnTo>
                    <a:pt x="2349" y="2094"/>
                  </a:lnTo>
                  <a:lnTo>
                    <a:pt x="2359" y="2077"/>
                  </a:lnTo>
                  <a:lnTo>
                    <a:pt x="2361" y="2070"/>
                  </a:lnTo>
                  <a:lnTo>
                    <a:pt x="2363" y="2061"/>
                  </a:lnTo>
                  <a:lnTo>
                    <a:pt x="2371" y="2046"/>
                  </a:lnTo>
                  <a:lnTo>
                    <a:pt x="2383" y="2036"/>
                  </a:lnTo>
                  <a:lnTo>
                    <a:pt x="2401" y="2028"/>
                  </a:lnTo>
                  <a:lnTo>
                    <a:pt x="2411" y="2026"/>
                  </a:lnTo>
                  <a:lnTo>
                    <a:pt x="2450" y="2021"/>
                  </a:lnTo>
                  <a:lnTo>
                    <a:pt x="2470" y="2016"/>
                  </a:lnTo>
                  <a:lnTo>
                    <a:pt x="2476" y="2019"/>
                  </a:lnTo>
                  <a:lnTo>
                    <a:pt x="2493" y="2045"/>
                  </a:lnTo>
                  <a:lnTo>
                    <a:pt x="2501" y="2065"/>
                  </a:lnTo>
                  <a:close/>
                  <a:moveTo>
                    <a:pt x="621" y="2835"/>
                  </a:moveTo>
                  <a:lnTo>
                    <a:pt x="628" y="2845"/>
                  </a:lnTo>
                  <a:lnTo>
                    <a:pt x="638" y="2875"/>
                  </a:lnTo>
                  <a:lnTo>
                    <a:pt x="647" y="2937"/>
                  </a:lnTo>
                  <a:lnTo>
                    <a:pt x="648" y="2996"/>
                  </a:lnTo>
                  <a:lnTo>
                    <a:pt x="648" y="3121"/>
                  </a:lnTo>
                  <a:lnTo>
                    <a:pt x="563" y="3040"/>
                  </a:lnTo>
                  <a:lnTo>
                    <a:pt x="482" y="2957"/>
                  </a:lnTo>
                  <a:lnTo>
                    <a:pt x="411" y="2876"/>
                  </a:lnTo>
                  <a:lnTo>
                    <a:pt x="345" y="2798"/>
                  </a:lnTo>
                  <a:lnTo>
                    <a:pt x="471" y="2798"/>
                  </a:lnTo>
                  <a:lnTo>
                    <a:pt x="510" y="2798"/>
                  </a:lnTo>
                  <a:lnTo>
                    <a:pt x="562" y="2801"/>
                  </a:lnTo>
                  <a:lnTo>
                    <a:pt x="594" y="2809"/>
                  </a:lnTo>
                  <a:lnTo>
                    <a:pt x="613" y="2824"/>
                  </a:lnTo>
                  <a:lnTo>
                    <a:pt x="621" y="28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5" name="Freeform 21">
              <a:extLst>
                <a:ext uri="{FF2B5EF4-FFF2-40B4-BE49-F238E27FC236}">
                  <a16:creationId xmlns:a16="http://schemas.microsoft.com/office/drawing/2014/main" id="{552E50FC-5F19-D352-4C6A-FE0FC3C52837}"/>
                </a:ext>
              </a:extLst>
            </p:cNvPr>
            <p:cNvSpPr>
              <a:spLocks noEditPoints="1"/>
            </p:cNvSpPr>
            <p:nvPr/>
          </p:nvSpPr>
          <p:spPr bwMode="auto">
            <a:xfrm>
              <a:off x="10990263" y="712788"/>
              <a:ext cx="449263" cy="449263"/>
            </a:xfrm>
            <a:custGeom>
              <a:avLst/>
              <a:gdLst>
                <a:gd name="T0" fmla="*/ 887 w 1085"/>
                <a:gd name="T1" fmla="*/ 37 h 1083"/>
                <a:gd name="T2" fmla="*/ 900 w 1085"/>
                <a:gd name="T3" fmla="*/ 71 h 1083"/>
                <a:gd name="T4" fmla="*/ 918 w 1085"/>
                <a:gd name="T5" fmla="*/ 99 h 1083"/>
                <a:gd name="T6" fmla="*/ 892 w 1085"/>
                <a:gd name="T7" fmla="*/ 116 h 1083"/>
                <a:gd name="T8" fmla="*/ 850 w 1085"/>
                <a:gd name="T9" fmla="*/ 119 h 1083"/>
                <a:gd name="T10" fmla="*/ 667 w 1085"/>
                <a:gd name="T11" fmla="*/ 180 h 1083"/>
                <a:gd name="T12" fmla="*/ 525 w 1085"/>
                <a:gd name="T13" fmla="*/ 251 h 1083"/>
                <a:gd name="T14" fmla="*/ 449 w 1085"/>
                <a:gd name="T15" fmla="*/ 304 h 1083"/>
                <a:gd name="T16" fmla="*/ 281 w 1085"/>
                <a:gd name="T17" fmla="*/ 475 h 1083"/>
                <a:gd name="T18" fmla="*/ 185 w 1085"/>
                <a:gd name="T19" fmla="*/ 621 h 1083"/>
                <a:gd name="T20" fmla="*/ 142 w 1085"/>
                <a:gd name="T21" fmla="*/ 707 h 1083"/>
                <a:gd name="T22" fmla="*/ 101 w 1085"/>
                <a:gd name="T23" fmla="*/ 815 h 1083"/>
                <a:gd name="T24" fmla="*/ 93 w 1085"/>
                <a:gd name="T25" fmla="*/ 837 h 1083"/>
                <a:gd name="T26" fmla="*/ 51 w 1085"/>
                <a:gd name="T27" fmla="*/ 880 h 1083"/>
                <a:gd name="T28" fmla="*/ 12 w 1085"/>
                <a:gd name="T29" fmla="*/ 924 h 1083"/>
                <a:gd name="T30" fmla="*/ 0 w 1085"/>
                <a:gd name="T31" fmla="*/ 992 h 1083"/>
                <a:gd name="T32" fmla="*/ 29 w 1085"/>
                <a:gd name="T33" fmla="*/ 1050 h 1083"/>
                <a:gd name="T34" fmla="*/ 92 w 1085"/>
                <a:gd name="T35" fmla="*/ 1082 h 1083"/>
                <a:gd name="T36" fmla="*/ 130 w 1085"/>
                <a:gd name="T37" fmla="*/ 1082 h 1083"/>
                <a:gd name="T38" fmla="*/ 185 w 1085"/>
                <a:gd name="T39" fmla="*/ 1058 h 1083"/>
                <a:gd name="T40" fmla="*/ 218 w 1085"/>
                <a:gd name="T41" fmla="*/ 1011 h 1083"/>
                <a:gd name="T42" fmla="*/ 222 w 1085"/>
                <a:gd name="T43" fmla="*/ 954 h 1083"/>
                <a:gd name="T44" fmla="*/ 201 w 1085"/>
                <a:gd name="T45" fmla="*/ 911 h 1083"/>
                <a:gd name="T46" fmla="*/ 200 w 1085"/>
                <a:gd name="T47" fmla="*/ 775 h 1083"/>
                <a:gd name="T48" fmla="*/ 262 w 1085"/>
                <a:gd name="T49" fmla="*/ 637 h 1083"/>
                <a:gd name="T50" fmla="*/ 390 w 1085"/>
                <a:gd name="T51" fmla="*/ 470 h 1083"/>
                <a:gd name="T52" fmla="*/ 476 w 1085"/>
                <a:gd name="T53" fmla="*/ 388 h 1083"/>
                <a:gd name="T54" fmla="*/ 648 w 1085"/>
                <a:gd name="T55" fmla="*/ 272 h 1083"/>
                <a:gd name="T56" fmla="*/ 805 w 1085"/>
                <a:gd name="T57" fmla="*/ 215 h 1083"/>
                <a:gd name="T58" fmla="*/ 914 w 1085"/>
                <a:gd name="T59" fmla="*/ 189 h 1083"/>
                <a:gd name="T60" fmla="*/ 950 w 1085"/>
                <a:gd name="T61" fmla="*/ 193 h 1083"/>
                <a:gd name="T62" fmla="*/ 945 w 1085"/>
                <a:gd name="T63" fmla="*/ 212 h 1083"/>
                <a:gd name="T64" fmla="*/ 928 w 1085"/>
                <a:gd name="T65" fmla="*/ 231 h 1083"/>
                <a:gd name="T66" fmla="*/ 920 w 1085"/>
                <a:gd name="T67" fmla="*/ 281 h 1083"/>
                <a:gd name="T68" fmla="*/ 943 w 1085"/>
                <a:gd name="T69" fmla="*/ 306 h 1083"/>
                <a:gd name="T70" fmla="*/ 966 w 1085"/>
                <a:gd name="T71" fmla="*/ 302 h 1083"/>
                <a:gd name="T72" fmla="*/ 1026 w 1085"/>
                <a:gd name="T73" fmla="*/ 236 h 1083"/>
                <a:gd name="T74" fmla="*/ 1081 w 1085"/>
                <a:gd name="T75" fmla="*/ 151 h 1083"/>
                <a:gd name="T76" fmla="*/ 1080 w 1085"/>
                <a:gd name="T77" fmla="*/ 128 h 1083"/>
                <a:gd name="T78" fmla="*/ 983 w 1085"/>
                <a:gd name="T79" fmla="*/ 37 h 1083"/>
                <a:gd name="T80" fmla="*/ 920 w 1085"/>
                <a:gd name="T81" fmla="*/ 0 h 1083"/>
                <a:gd name="T82" fmla="*/ 895 w 1085"/>
                <a:gd name="T83" fmla="*/ 16 h 1083"/>
                <a:gd name="T84" fmla="*/ 151 w 1085"/>
                <a:gd name="T85" fmla="*/ 966 h 1083"/>
                <a:gd name="T86" fmla="*/ 140 w 1085"/>
                <a:gd name="T87" fmla="*/ 988 h 1083"/>
                <a:gd name="T88" fmla="*/ 100 w 1085"/>
                <a:gd name="T89" fmla="*/ 996 h 1083"/>
                <a:gd name="T90" fmla="*/ 83 w 1085"/>
                <a:gd name="T91" fmla="*/ 990 h 1083"/>
                <a:gd name="T92" fmla="*/ 74 w 1085"/>
                <a:gd name="T93" fmla="*/ 971 h 1083"/>
                <a:gd name="T94" fmla="*/ 92 w 1085"/>
                <a:gd name="T95" fmla="*/ 950 h 1083"/>
                <a:gd name="T96" fmla="*/ 135 w 1085"/>
                <a:gd name="T97" fmla="*/ 946 h 1083"/>
                <a:gd name="T98" fmla="*/ 151 w 1085"/>
                <a:gd name="T99" fmla="*/ 966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85" h="1083">
                  <a:moveTo>
                    <a:pt x="890" y="26"/>
                  </a:moveTo>
                  <a:lnTo>
                    <a:pt x="887" y="37"/>
                  </a:lnTo>
                  <a:lnTo>
                    <a:pt x="892" y="62"/>
                  </a:lnTo>
                  <a:lnTo>
                    <a:pt x="900" y="71"/>
                  </a:lnTo>
                  <a:lnTo>
                    <a:pt x="910" y="82"/>
                  </a:lnTo>
                  <a:lnTo>
                    <a:pt x="918" y="99"/>
                  </a:lnTo>
                  <a:lnTo>
                    <a:pt x="912" y="110"/>
                  </a:lnTo>
                  <a:lnTo>
                    <a:pt x="892" y="116"/>
                  </a:lnTo>
                  <a:lnTo>
                    <a:pt x="876" y="116"/>
                  </a:lnTo>
                  <a:lnTo>
                    <a:pt x="850" y="119"/>
                  </a:lnTo>
                  <a:lnTo>
                    <a:pt x="768" y="142"/>
                  </a:lnTo>
                  <a:lnTo>
                    <a:pt x="667" y="180"/>
                  </a:lnTo>
                  <a:lnTo>
                    <a:pt x="567" y="227"/>
                  </a:lnTo>
                  <a:lnTo>
                    <a:pt x="525" y="251"/>
                  </a:lnTo>
                  <a:lnTo>
                    <a:pt x="499" y="267"/>
                  </a:lnTo>
                  <a:lnTo>
                    <a:pt x="449" y="304"/>
                  </a:lnTo>
                  <a:lnTo>
                    <a:pt x="374" y="370"/>
                  </a:lnTo>
                  <a:lnTo>
                    <a:pt x="281" y="475"/>
                  </a:lnTo>
                  <a:lnTo>
                    <a:pt x="220" y="561"/>
                  </a:lnTo>
                  <a:lnTo>
                    <a:pt x="185" y="621"/>
                  </a:lnTo>
                  <a:lnTo>
                    <a:pt x="170" y="651"/>
                  </a:lnTo>
                  <a:lnTo>
                    <a:pt x="142" y="707"/>
                  </a:lnTo>
                  <a:lnTo>
                    <a:pt x="105" y="796"/>
                  </a:lnTo>
                  <a:lnTo>
                    <a:pt x="101" y="815"/>
                  </a:lnTo>
                  <a:lnTo>
                    <a:pt x="101" y="821"/>
                  </a:lnTo>
                  <a:lnTo>
                    <a:pt x="93" y="837"/>
                  </a:lnTo>
                  <a:lnTo>
                    <a:pt x="72" y="864"/>
                  </a:lnTo>
                  <a:lnTo>
                    <a:pt x="51" y="880"/>
                  </a:lnTo>
                  <a:lnTo>
                    <a:pt x="35" y="893"/>
                  </a:lnTo>
                  <a:lnTo>
                    <a:pt x="12" y="924"/>
                  </a:lnTo>
                  <a:lnTo>
                    <a:pt x="1" y="958"/>
                  </a:lnTo>
                  <a:lnTo>
                    <a:pt x="0" y="992"/>
                  </a:lnTo>
                  <a:lnTo>
                    <a:pt x="10" y="1023"/>
                  </a:lnTo>
                  <a:lnTo>
                    <a:pt x="29" y="1050"/>
                  </a:lnTo>
                  <a:lnTo>
                    <a:pt x="56" y="1071"/>
                  </a:lnTo>
                  <a:lnTo>
                    <a:pt x="92" y="1082"/>
                  </a:lnTo>
                  <a:lnTo>
                    <a:pt x="113" y="1083"/>
                  </a:lnTo>
                  <a:lnTo>
                    <a:pt x="130" y="1082"/>
                  </a:lnTo>
                  <a:lnTo>
                    <a:pt x="160" y="1074"/>
                  </a:lnTo>
                  <a:lnTo>
                    <a:pt x="185" y="1058"/>
                  </a:lnTo>
                  <a:lnTo>
                    <a:pt x="205" y="1036"/>
                  </a:lnTo>
                  <a:lnTo>
                    <a:pt x="218" y="1011"/>
                  </a:lnTo>
                  <a:lnTo>
                    <a:pt x="224" y="983"/>
                  </a:lnTo>
                  <a:lnTo>
                    <a:pt x="222" y="954"/>
                  </a:lnTo>
                  <a:lnTo>
                    <a:pt x="211" y="925"/>
                  </a:lnTo>
                  <a:lnTo>
                    <a:pt x="201" y="911"/>
                  </a:lnTo>
                  <a:lnTo>
                    <a:pt x="166" y="868"/>
                  </a:lnTo>
                  <a:lnTo>
                    <a:pt x="200" y="775"/>
                  </a:lnTo>
                  <a:lnTo>
                    <a:pt x="217" y="727"/>
                  </a:lnTo>
                  <a:lnTo>
                    <a:pt x="262" y="637"/>
                  </a:lnTo>
                  <a:lnTo>
                    <a:pt x="320" y="552"/>
                  </a:lnTo>
                  <a:lnTo>
                    <a:pt x="390" y="470"/>
                  </a:lnTo>
                  <a:lnTo>
                    <a:pt x="431" y="430"/>
                  </a:lnTo>
                  <a:lnTo>
                    <a:pt x="476" y="388"/>
                  </a:lnTo>
                  <a:lnTo>
                    <a:pt x="561" y="323"/>
                  </a:lnTo>
                  <a:lnTo>
                    <a:pt x="648" y="272"/>
                  </a:lnTo>
                  <a:lnTo>
                    <a:pt x="747" y="232"/>
                  </a:lnTo>
                  <a:lnTo>
                    <a:pt x="805" y="215"/>
                  </a:lnTo>
                  <a:lnTo>
                    <a:pt x="849" y="202"/>
                  </a:lnTo>
                  <a:lnTo>
                    <a:pt x="914" y="189"/>
                  </a:lnTo>
                  <a:lnTo>
                    <a:pt x="941" y="189"/>
                  </a:lnTo>
                  <a:lnTo>
                    <a:pt x="950" y="193"/>
                  </a:lnTo>
                  <a:lnTo>
                    <a:pt x="952" y="201"/>
                  </a:lnTo>
                  <a:lnTo>
                    <a:pt x="945" y="212"/>
                  </a:lnTo>
                  <a:lnTo>
                    <a:pt x="938" y="220"/>
                  </a:lnTo>
                  <a:lnTo>
                    <a:pt x="928" y="231"/>
                  </a:lnTo>
                  <a:lnTo>
                    <a:pt x="919" y="256"/>
                  </a:lnTo>
                  <a:lnTo>
                    <a:pt x="920" y="281"/>
                  </a:lnTo>
                  <a:lnTo>
                    <a:pt x="933" y="301"/>
                  </a:lnTo>
                  <a:lnTo>
                    <a:pt x="943" y="306"/>
                  </a:lnTo>
                  <a:lnTo>
                    <a:pt x="950" y="308"/>
                  </a:lnTo>
                  <a:lnTo>
                    <a:pt x="966" y="302"/>
                  </a:lnTo>
                  <a:lnTo>
                    <a:pt x="999" y="273"/>
                  </a:lnTo>
                  <a:lnTo>
                    <a:pt x="1026" y="236"/>
                  </a:lnTo>
                  <a:lnTo>
                    <a:pt x="1049" y="204"/>
                  </a:lnTo>
                  <a:lnTo>
                    <a:pt x="1081" y="151"/>
                  </a:lnTo>
                  <a:lnTo>
                    <a:pt x="1085" y="140"/>
                  </a:lnTo>
                  <a:lnTo>
                    <a:pt x="1080" y="128"/>
                  </a:lnTo>
                  <a:lnTo>
                    <a:pt x="1040" y="85"/>
                  </a:lnTo>
                  <a:lnTo>
                    <a:pt x="983" y="37"/>
                  </a:lnTo>
                  <a:lnTo>
                    <a:pt x="933" y="3"/>
                  </a:lnTo>
                  <a:lnTo>
                    <a:pt x="920" y="0"/>
                  </a:lnTo>
                  <a:lnTo>
                    <a:pt x="911" y="1"/>
                  </a:lnTo>
                  <a:lnTo>
                    <a:pt x="895" y="16"/>
                  </a:lnTo>
                  <a:lnTo>
                    <a:pt x="890" y="26"/>
                  </a:lnTo>
                  <a:close/>
                  <a:moveTo>
                    <a:pt x="151" y="966"/>
                  </a:moveTo>
                  <a:lnTo>
                    <a:pt x="150" y="975"/>
                  </a:lnTo>
                  <a:lnTo>
                    <a:pt x="140" y="988"/>
                  </a:lnTo>
                  <a:lnTo>
                    <a:pt x="122" y="995"/>
                  </a:lnTo>
                  <a:lnTo>
                    <a:pt x="100" y="996"/>
                  </a:lnTo>
                  <a:lnTo>
                    <a:pt x="90" y="993"/>
                  </a:lnTo>
                  <a:lnTo>
                    <a:pt x="83" y="990"/>
                  </a:lnTo>
                  <a:lnTo>
                    <a:pt x="75" y="984"/>
                  </a:lnTo>
                  <a:lnTo>
                    <a:pt x="74" y="971"/>
                  </a:lnTo>
                  <a:lnTo>
                    <a:pt x="85" y="958"/>
                  </a:lnTo>
                  <a:lnTo>
                    <a:pt x="92" y="950"/>
                  </a:lnTo>
                  <a:lnTo>
                    <a:pt x="114" y="943"/>
                  </a:lnTo>
                  <a:lnTo>
                    <a:pt x="135" y="946"/>
                  </a:lnTo>
                  <a:lnTo>
                    <a:pt x="150" y="958"/>
                  </a:lnTo>
                  <a:lnTo>
                    <a:pt x="151" y="9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6" name="Freeform 22">
              <a:extLst>
                <a:ext uri="{FF2B5EF4-FFF2-40B4-BE49-F238E27FC236}">
                  <a16:creationId xmlns:a16="http://schemas.microsoft.com/office/drawing/2014/main" id="{7A65E3FC-1BA5-3116-D0AB-03030EA17C27}"/>
                </a:ext>
              </a:extLst>
            </p:cNvPr>
            <p:cNvSpPr>
              <a:spLocks/>
            </p:cNvSpPr>
            <p:nvPr/>
          </p:nvSpPr>
          <p:spPr bwMode="auto">
            <a:xfrm>
              <a:off x="10958513" y="727076"/>
              <a:ext cx="93663" cy="88900"/>
            </a:xfrm>
            <a:custGeom>
              <a:avLst/>
              <a:gdLst>
                <a:gd name="T0" fmla="*/ 2 w 227"/>
                <a:gd name="T1" fmla="*/ 18 h 214"/>
                <a:gd name="T2" fmla="*/ 0 w 227"/>
                <a:gd name="T3" fmla="*/ 22 h 214"/>
                <a:gd name="T4" fmla="*/ 1 w 227"/>
                <a:gd name="T5" fmla="*/ 33 h 214"/>
                <a:gd name="T6" fmla="*/ 9 w 227"/>
                <a:gd name="T7" fmla="*/ 53 h 214"/>
                <a:gd name="T8" fmla="*/ 19 w 227"/>
                <a:gd name="T9" fmla="*/ 67 h 214"/>
                <a:gd name="T10" fmla="*/ 28 w 227"/>
                <a:gd name="T11" fmla="*/ 77 h 214"/>
                <a:gd name="T12" fmla="*/ 38 w 227"/>
                <a:gd name="T13" fmla="*/ 92 h 214"/>
                <a:gd name="T14" fmla="*/ 39 w 227"/>
                <a:gd name="T15" fmla="*/ 106 h 214"/>
                <a:gd name="T16" fmla="*/ 30 w 227"/>
                <a:gd name="T17" fmla="*/ 123 h 214"/>
                <a:gd name="T18" fmla="*/ 22 w 227"/>
                <a:gd name="T19" fmla="*/ 135 h 214"/>
                <a:gd name="T20" fmla="*/ 14 w 227"/>
                <a:gd name="T21" fmla="*/ 147 h 214"/>
                <a:gd name="T22" fmla="*/ 5 w 227"/>
                <a:gd name="T23" fmla="*/ 169 h 214"/>
                <a:gd name="T24" fmla="*/ 3 w 227"/>
                <a:gd name="T25" fmla="*/ 187 h 214"/>
                <a:gd name="T26" fmla="*/ 7 w 227"/>
                <a:gd name="T27" fmla="*/ 202 h 214"/>
                <a:gd name="T28" fmla="*/ 17 w 227"/>
                <a:gd name="T29" fmla="*/ 211 h 214"/>
                <a:gd name="T30" fmla="*/ 31 w 227"/>
                <a:gd name="T31" fmla="*/ 214 h 214"/>
                <a:gd name="T32" fmla="*/ 49 w 227"/>
                <a:gd name="T33" fmla="*/ 210 h 214"/>
                <a:gd name="T34" fmla="*/ 70 w 227"/>
                <a:gd name="T35" fmla="*/ 198 h 214"/>
                <a:gd name="T36" fmla="*/ 81 w 227"/>
                <a:gd name="T37" fmla="*/ 188 h 214"/>
                <a:gd name="T38" fmla="*/ 91 w 227"/>
                <a:gd name="T39" fmla="*/ 180 h 214"/>
                <a:gd name="T40" fmla="*/ 105 w 227"/>
                <a:gd name="T41" fmla="*/ 171 h 214"/>
                <a:gd name="T42" fmla="*/ 117 w 227"/>
                <a:gd name="T43" fmla="*/ 171 h 214"/>
                <a:gd name="T44" fmla="*/ 133 w 227"/>
                <a:gd name="T45" fmla="*/ 182 h 214"/>
                <a:gd name="T46" fmla="*/ 144 w 227"/>
                <a:gd name="T47" fmla="*/ 192 h 214"/>
                <a:gd name="T48" fmla="*/ 157 w 227"/>
                <a:gd name="T49" fmla="*/ 202 h 214"/>
                <a:gd name="T50" fmla="*/ 185 w 227"/>
                <a:gd name="T51" fmla="*/ 211 h 214"/>
                <a:gd name="T52" fmla="*/ 210 w 227"/>
                <a:gd name="T53" fmla="*/ 209 h 214"/>
                <a:gd name="T54" fmla="*/ 223 w 227"/>
                <a:gd name="T55" fmla="*/ 198 h 214"/>
                <a:gd name="T56" fmla="*/ 227 w 227"/>
                <a:gd name="T57" fmla="*/ 188 h 214"/>
                <a:gd name="T58" fmla="*/ 227 w 227"/>
                <a:gd name="T59" fmla="*/ 182 h 214"/>
                <a:gd name="T60" fmla="*/ 226 w 227"/>
                <a:gd name="T61" fmla="*/ 171 h 214"/>
                <a:gd name="T62" fmla="*/ 211 w 227"/>
                <a:gd name="T63" fmla="*/ 143 h 214"/>
                <a:gd name="T64" fmla="*/ 199 w 227"/>
                <a:gd name="T65" fmla="*/ 130 h 214"/>
                <a:gd name="T66" fmla="*/ 190 w 227"/>
                <a:gd name="T67" fmla="*/ 120 h 214"/>
                <a:gd name="T68" fmla="*/ 181 w 227"/>
                <a:gd name="T69" fmla="*/ 106 h 214"/>
                <a:gd name="T70" fmla="*/ 181 w 227"/>
                <a:gd name="T71" fmla="*/ 94 h 214"/>
                <a:gd name="T72" fmla="*/ 192 w 227"/>
                <a:gd name="T73" fmla="*/ 79 h 214"/>
                <a:gd name="T74" fmla="*/ 201 w 227"/>
                <a:gd name="T75" fmla="*/ 68 h 214"/>
                <a:gd name="T76" fmla="*/ 211 w 227"/>
                <a:gd name="T77" fmla="*/ 55 h 214"/>
                <a:gd name="T78" fmla="*/ 221 w 227"/>
                <a:gd name="T79" fmla="*/ 31 h 214"/>
                <a:gd name="T80" fmla="*/ 217 w 227"/>
                <a:gd name="T81" fmla="*/ 12 h 214"/>
                <a:gd name="T82" fmla="*/ 200 w 227"/>
                <a:gd name="T83" fmla="*/ 1 h 214"/>
                <a:gd name="T84" fmla="*/ 187 w 227"/>
                <a:gd name="T85" fmla="*/ 0 h 214"/>
                <a:gd name="T86" fmla="*/ 177 w 227"/>
                <a:gd name="T87" fmla="*/ 1 h 214"/>
                <a:gd name="T88" fmla="*/ 154 w 227"/>
                <a:gd name="T89" fmla="*/ 15 h 214"/>
                <a:gd name="T90" fmla="*/ 144 w 227"/>
                <a:gd name="T91" fmla="*/ 25 h 214"/>
                <a:gd name="T92" fmla="*/ 137 w 227"/>
                <a:gd name="T93" fmla="*/ 32 h 214"/>
                <a:gd name="T94" fmla="*/ 126 w 227"/>
                <a:gd name="T95" fmla="*/ 41 h 214"/>
                <a:gd name="T96" fmla="*/ 115 w 227"/>
                <a:gd name="T97" fmla="*/ 41 h 214"/>
                <a:gd name="T98" fmla="*/ 100 w 227"/>
                <a:gd name="T99" fmla="*/ 32 h 214"/>
                <a:gd name="T100" fmla="*/ 89 w 227"/>
                <a:gd name="T101" fmla="*/ 25 h 214"/>
                <a:gd name="T102" fmla="*/ 74 w 227"/>
                <a:gd name="T103" fmla="*/ 15 h 214"/>
                <a:gd name="T104" fmla="*/ 47 w 227"/>
                <a:gd name="T105" fmla="*/ 3 h 214"/>
                <a:gd name="T106" fmla="*/ 25 w 227"/>
                <a:gd name="T107" fmla="*/ 1 h 214"/>
                <a:gd name="T108" fmla="*/ 8 w 227"/>
                <a:gd name="T109" fmla="*/ 10 h 214"/>
                <a:gd name="T110" fmla="*/ 2 w 227"/>
                <a:gd name="T111" fmla="*/ 18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27" h="214">
                  <a:moveTo>
                    <a:pt x="2" y="18"/>
                  </a:moveTo>
                  <a:lnTo>
                    <a:pt x="0" y="22"/>
                  </a:lnTo>
                  <a:lnTo>
                    <a:pt x="1" y="33"/>
                  </a:lnTo>
                  <a:lnTo>
                    <a:pt x="9" y="53"/>
                  </a:lnTo>
                  <a:lnTo>
                    <a:pt x="19" y="67"/>
                  </a:lnTo>
                  <a:lnTo>
                    <a:pt x="28" y="77"/>
                  </a:lnTo>
                  <a:lnTo>
                    <a:pt x="38" y="92"/>
                  </a:lnTo>
                  <a:lnTo>
                    <a:pt x="39" y="106"/>
                  </a:lnTo>
                  <a:lnTo>
                    <a:pt x="30" y="123"/>
                  </a:lnTo>
                  <a:lnTo>
                    <a:pt x="22" y="135"/>
                  </a:lnTo>
                  <a:lnTo>
                    <a:pt x="14" y="147"/>
                  </a:lnTo>
                  <a:lnTo>
                    <a:pt x="5" y="169"/>
                  </a:lnTo>
                  <a:lnTo>
                    <a:pt x="3" y="187"/>
                  </a:lnTo>
                  <a:lnTo>
                    <a:pt x="7" y="202"/>
                  </a:lnTo>
                  <a:lnTo>
                    <a:pt x="17" y="211"/>
                  </a:lnTo>
                  <a:lnTo>
                    <a:pt x="31" y="214"/>
                  </a:lnTo>
                  <a:lnTo>
                    <a:pt x="49" y="210"/>
                  </a:lnTo>
                  <a:lnTo>
                    <a:pt x="70" y="198"/>
                  </a:lnTo>
                  <a:lnTo>
                    <a:pt x="81" y="188"/>
                  </a:lnTo>
                  <a:lnTo>
                    <a:pt x="91" y="180"/>
                  </a:lnTo>
                  <a:lnTo>
                    <a:pt x="105" y="171"/>
                  </a:lnTo>
                  <a:lnTo>
                    <a:pt x="117" y="171"/>
                  </a:lnTo>
                  <a:lnTo>
                    <a:pt x="133" y="182"/>
                  </a:lnTo>
                  <a:lnTo>
                    <a:pt x="144" y="192"/>
                  </a:lnTo>
                  <a:lnTo>
                    <a:pt x="157" y="202"/>
                  </a:lnTo>
                  <a:lnTo>
                    <a:pt x="185" y="211"/>
                  </a:lnTo>
                  <a:lnTo>
                    <a:pt x="210" y="209"/>
                  </a:lnTo>
                  <a:lnTo>
                    <a:pt x="223" y="198"/>
                  </a:lnTo>
                  <a:lnTo>
                    <a:pt x="227" y="188"/>
                  </a:lnTo>
                  <a:lnTo>
                    <a:pt x="227" y="182"/>
                  </a:lnTo>
                  <a:lnTo>
                    <a:pt x="226" y="171"/>
                  </a:lnTo>
                  <a:lnTo>
                    <a:pt x="211" y="143"/>
                  </a:lnTo>
                  <a:lnTo>
                    <a:pt x="199" y="130"/>
                  </a:lnTo>
                  <a:lnTo>
                    <a:pt x="190" y="120"/>
                  </a:lnTo>
                  <a:lnTo>
                    <a:pt x="181" y="106"/>
                  </a:lnTo>
                  <a:lnTo>
                    <a:pt x="181" y="94"/>
                  </a:lnTo>
                  <a:lnTo>
                    <a:pt x="192" y="79"/>
                  </a:lnTo>
                  <a:lnTo>
                    <a:pt x="201" y="68"/>
                  </a:lnTo>
                  <a:lnTo>
                    <a:pt x="211" y="55"/>
                  </a:lnTo>
                  <a:lnTo>
                    <a:pt x="221" y="31"/>
                  </a:lnTo>
                  <a:lnTo>
                    <a:pt x="217" y="12"/>
                  </a:lnTo>
                  <a:lnTo>
                    <a:pt x="200" y="1"/>
                  </a:lnTo>
                  <a:lnTo>
                    <a:pt x="187" y="0"/>
                  </a:lnTo>
                  <a:lnTo>
                    <a:pt x="177" y="1"/>
                  </a:lnTo>
                  <a:lnTo>
                    <a:pt x="154" y="15"/>
                  </a:lnTo>
                  <a:lnTo>
                    <a:pt x="144" y="25"/>
                  </a:lnTo>
                  <a:lnTo>
                    <a:pt x="137" y="32"/>
                  </a:lnTo>
                  <a:lnTo>
                    <a:pt x="126" y="41"/>
                  </a:lnTo>
                  <a:lnTo>
                    <a:pt x="115" y="41"/>
                  </a:lnTo>
                  <a:lnTo>
                    <a:pt x="100" y="32"/>
                  </a:lnTo>
                  <a:lnTo>
                    <a:pt x="89" y="25"/>
                  </a:lnTo>
                  <a:lnTo>
                    <a:pt x="74" y="15"/>
                  </a:lnTo>
                  <a:lnTo>
                    <a:pt x="47" y="3"/>
                  </a:lnTo>
                  <a:lnTo>
                    <a:pt x="25" y="1"/>
                  </a:lnTo>
                  <a:lnTo>
                    <a:pt x="8" y="10"/>
                  </a:lnTo>
                  <a:lnTo>
                    <a:pt x="2"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7" name="Freeform 23">
              <a:extLst>
                <a:ext uri="{FF2B5EF4-FFF2-40B4-BE49-F238E27FC236}">
                  <a16:creationId xmlns:a16="http://schemas.microsoft.com/office/drawing/2014/main" id="{3E9ADCB3-CEF2-EA78-EC89-3EAD0101C0FB}"/>
                </a:ext>
              </a:extLst>
            </p:cNvPr>
            <p:cNvSpPr>
              <a:spLocks/>
            </p:cNvSpPr>
            <p:nvPr/>
          </p:nvSpPr>
          <p:spPr bwMode="auto">
            <a:xfrm>
              <a:off x="11349038" y="1058863"/>
              <a:ext cx="95250" cy="87313"/>
            </a:xfrm>
            <a:custGeom>
              <a:avLst/>
              <a:gdLst>
                <a:gd name="T0" fmla="*/ 8 w 227"/>
                <a:gd name="T1" fmla="*/ 17 h 213"/>
                <a:gd name="T2" fmla="*/ 6 w 227"/>
                <a:gd name="T3" fmla="*/ 21 h 213"/>
                <a:gd name="T4" fmla="*/ 7 w 227"/>
                <a:gd name="T5" fmla="*/ 32 h 213"/>
                <a:gd name="T6" fmla="*/ 15 w 227"/>
                <a:gd name="T7" fmla="*/ 53 h 213"/>
                <a:gd name="T8" fmla="*/ 27 w 227"/>
                <a:gd name="T9" fmla="*/ 67 h 213"/>
                <a:gd name="T10" fmla="*/ 36 w 227"/>
                <a:gd name="T11" fmla="*/ 78 h 213"/>
                <a:gd name="T12" fmla="*/ 46 w 227"/>
                <a:gd name="T13" fmla="*/ 93 h 213"/>
                <a:gd name="T14" fmla="*/ 46 w 227"/>
                <a:gd name="T15" fmla="*/ 105 h 213"/>
                <a:gd name="T16" fmla="*/ 37 w 227"/>
                <a:gd name="T17" fmla="*/ 119 h 213"/>
                <a:gd name="T18" fmla="*/ 28 w 227"/>
                <a:gd name="T19" fmla="*/ 129 h 213"/>
                <a:gd name="T20" fmla="*/ 16 w 227"/>
                <a:gd name="T21" fmla="*/ 142 h 213"/>
                <a:gd name="T22" fmla="*/ 1 w 227"/>
                <a:gd name="T23" fmla="*/ 170 h 213"/>
                <a:gd name="T24" fmla="*/ 0 w 227"/>
                <a:gd name="T25" fmla="*/ 181 h 213"/>
                <a:gd name="T26" fmla="*/ 0 w 227"/>
                <a:gd name="T27" fmla="*/ 187 h 213"/>
                <a:gd name="T28" fmla="*/ 5 w 227"/>
                <a:gd name="T29" fmla="*/ 197 h 213"/>
                <a:gd name="T30" fmla="*/ 17 w 227"/>
                <a:gd name="T31" fmla="*/ 208 h 213"/>
                <a:gd name="T32" fmla="*/ 42 w 227"/>
                <a:gd name="T33" fmla="*/ 210 h 213"/>
                <a:gd name="T34" fmla="*/ 70 w 227"/>
                <a:gd name="T35" fmla="*/ 201 h 213"/>
                <a:gd name="T36" fmla="*/ 83 w 227"/>
                <a:gd name="T37" fmla="*/ 191 h 213"/>
                <a:gd name="T38" fmla="*/ 94 w 227"/>
                <a:gd name="T39" fmla="*/ 181 h 213"/>
                <a:gd name="T40" fmla="*/ 110 w 227"/>
                <a:gd name="T41" fmla="*/ 170 h 213"/>
                <a:gd name="T42" fmla="*/ 122 w 227"/>
                <a:gd name="T43" fmla="*/ 170 h 213"/>
                <a:gd name="T44" fmla="*/ 137 w 227"/>
                <a:gd name="T45" fmla="*/ 179 h 213"/>
                <a:gd name="T46" fmla="*/ 147 w 227"/>
                <a:gd name="T47" fmla="*/ 187 h 213"/>
                <a:gd name="T48" fmla="*/ 158 w 227"/>
                <a:gd name="T49" fmla="*/ 197 h 213"/>
                <a:gd name="T50" fmla="*/ 178 w 227"/>
                <a:gd name="T51" fmla="*/ 209 h 213"/>
                <a:gd name="T52" fmla="*/ 196 w 227"/>
                <a:gd name="T53" fmla="*/ 213 h 213"/>
                <a:gd name="T54" fmla="*/ 211 w 227"/>
                <a:gd name="T55" fmla="*/ 210 h 213"/>
                <a:gd name="T56" fmla="*/ 220 w 227"/>
                <a:gd name="T57" fmla="*/ 201 h 213"/>
                <a:gd name="T58" fmla="*/ 224 w 227"/>
                <a:gd name="T59" fmla="*/ 186 h 213"/>
                <a:gd name="T60" fmla="*/ 222 w 227"/>
                <a:gd name="T61" fmla="*/ 168 h 213"/>
                <a:gd name="T62" fmla="*/ 213 w 227"/>
                <a:gd name="T63" fmla="*/ 146 h 213"/>
                <a:gd name="T64" fmla="*/ 205 w 227"/>
                <a:gd name="T65" fmla="*/ 134 h 213"/>
                <a:gd name="T66" fmla="*/ 197 w 227"/>
                <a:gd name="T67" fmla="*/ 122 h 213"/>
                <a:gd name="T68" fmla="*/ 189 w 227"/>
                <a:gd name="T69" fmla="*/ 105 h 213"/>
                <a:gd name="T70" fmla="*/ 190 w 227"/>
                <a:gd name="T71" fmla="*/ 91 h 213"/>
                <a:gd name="T72" fmla="*/ 200 w 227"/>
                <a:gd name="T73" fmla="*/ 76 h 213"/>
                <a:gd name="T74" fmla="*/ 208 w 227"/>
                <a:gd name="T75" fmla="*/ 66 h 213"/>
                <a:gd name="T76" fmla="*/ 219 w 227"/>
                <a:gd name="T77" fmla="*/ 52 h 213"/>
                <a:gd name="T78" fmla="*/ 227 w 227"/>
                <a:gd name="T79" fmla="*/ 32 h 213"/>
                <a:gd name="T80" fmla="*/ 227 w 227"/>
                <a:gd name="T81" fmla="*/ 21 h 213"/>
                <a:gd name="T82" fmla="*/ 225 w 227"/>
                <a:gd name="T83" fmla="*/ 17 h 213"/>
                <a:gd name="T84" fmla="*/ 218 w 227"/>
                <a:gd name="T85" fmla="*/ 8 h 213"/>
                <a:gd name="T86" fmla="*/ 196 w 227"/>
                <a:gd name="T87" fmla="*/ 0 h 213"/>
                <a:gd name="T88" fmla="*/ 169 w 227"/>
                <a:gd name="T89" fmla="*/ 2 h 213"/>
                <a:gd name="T90" fmla="*/ 143 w 227"/>
                <a:gd name="T91" fmla="*/ 14 h 213"/>
                <a:gd name="T92" fmla="*/ 133 w 227"/>
                <a:gd name="T93" fmla="*/ 24 h 213"/>
                <a:gd name="T94" fmla="*/ 126 w 227"/>
                <a:gd name="T95" fmla="*/ 32 h 213"/>
                <a:gd name="T96" fmla="*/ 115 w 227"/>
                <a:gd name="T97" fmla="*/ 41 h 213"/>
                <a:gd name="T98" fmla="*/ 105 w 227"/>
                <a:gd name="T99" fmla="*/ 41 h 213"/>
                <a:gd name="T100" fmla="*/ 92 w 227"/>
                <a:gd name="T101" fmla="*/ 32 h 213"/>
                <a:gd name="T102" fmla="*/ 83 w 227"/>
                <a:gd name="T103" fmla="*/ 24 h 213"/>
                <a:gd name="T104" fmla="*/ 72 w 227"/>
                <a:gd name="T105" fmla="*/ 14 h 213"/>
                <a:gd name="T106" fmla="*/ 50 w 227"/>
                <a:gd name="T107" fmla="*/ 2 h 213"/>
                <a:gd name="T108" fmla="*/ 30 w 227"/>
                <a:gd name="T109" fmla="*/ 0 h 213"/>
                <a:gd name="T110" fmla="*/ 14 w 227"/>
                <a:gd name="T111" fmla="*/ 9 h 213"/>
                <a:gd name="T112" fmla="*/ 8 w 227"/>
                <a:gd name="T113" fmla="*/ 17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27" h="213">
                  <a:moveTo>
                    <a:pt x="8" y="17"/>
                  </a:moveTo>
                  <a:lnTo>
                    <a:pt x="6" y="21"/>
                  </a:lnTo>
                  <a:lnTo>
                    <a:pt x="7" y="32"/>
                  </a:lnTo>
                  <a:lnTo>
                    <a:pt x="15" y="53"/>
                  </a:lnTo>
                  <a:lnTo>
                    <a:pt x="27" y="67"/>
                  </a:lnTo>
                  <a:lnTo>
                    <a:pt x="36" y="78"/>
                  </a:lnTo>
                  <a:lnTo>
                    <a:pt x="46" y="93"/>
                  </a:lnTo>
                  <a:lnTo>
                    <a:pt x="46" y="105"/>
                  </a:lnTo>
                  <a:lnTo>
                    <a:pt x="37" y="119"/>
                  </a:lnTo>
                  <a:lnTo>
                    <a:pt x="28" y="129"/>
                  </a:lnTo>
                  <a:lnTo>
                    <a:pt x="16" y="142"/>
                  </a:lnTo>
                  <a:lnTo>
                    <a:pt x="1" y="170"/>
                  </a:lnTo>
                  <a:lnTo>
                    <a:pt x="0" y="181"/>
                  </a:lnTo>
                  <a:lnTo>
                    <a:pt x="0" y="187"/>
                  </a:lnTo>
                  <a:lnTo>
                    <a:pt x="5" y="197"/>
                  </a:lnTo>
                  <a:lnTo>
                    <a:pt x="17" y="208"/>
                  </a:lnTo>
                  <a:lnTo>
                    <a:pt x="42" y="210"/>
                  </a:lnTo>
                  <a:lnTo>
                    <a:pt x="70" y="201"/>
                  </a:lnTo>
                  <a:lnTo>
                    <a:pt x="83" y="191"/>
                  </a:lnTo>
                  <a:lnTo>
                    <a:pt x="94" y="181"/>
                  </a:lnTo>
                  <a:lnTo>
                    <a:pt x="110" y="170"/>
                  </a:lnTo>
                  <a:lnTo>
                    <a:pt x="122" y="170"/>
                  </a:lnTo>
                  <a:lnTo>
                    <a:pt x="137" y="179"/>
                  </a:lnTo>
                  <a:lnTo>
                    <a:pt x="147" y="187"/>
                  </a:lnTo>
                  <a:lnTo>
                    <a:pt x="158" y="197"/>
                  </a:lnTo>
                  <a:lnTo>
                    <a:pt x="178" y="209"/>
                  </a:lnTo>
                  <a:lnTo>
                    <a:pt x="196" y="213"/>
                  </a:lnTo>
                  <a:lnTo>
                    <a:pt x="211" y="210"/>
                  </a:lnTo>
                  <a:lnTo>
                    <a:pt x="220" y="201"/>
                  </a:lnTo>
                  <a:lnTo>
                    <a:pt x="224" y="186"/>
                  </a:lnTo>
                  <a:lnTo>
                    <a:pt x="222" y="168"/>
                  </a:lnTo>
                  <a:lnTo>
                    <a:pt x="213" y="146"/>
                  </a:lnTo>
                  <a:lnTo>
                    <a:pt x="205" y="134"/>
                  </a:lnTo>
                  <a:lnTo>
                    <a:pt x="197" y="122"/>
                  </a:lnTo>
                  <a:lnTo>
                    <a:pt x="189" y="105"/>
                  </a:lnTo>
                  <a:lnTo>
                    <a:pt x="190" y="91"/>
                  </a:lnTo>
                  <a:lnTo>
                    <a:pt x="200" y="76"/>
                  </a:lnTo>
                  <a:lnTo>
                    <a:pt x="208" y="66"/>
                  </a:lnTo>
                  <a:lnTo>
                    <a:pt x="219" y="52"/>
                  </a:lnTo>
                  <a:lnTo>
                    <a:pt x="227" y="32"/>
                  </a:lnTo>
                  <a:lnTo>
                    <a:pt x="227" y="21"/>
                  </a:lnTo>
                  <a:lnTo>
                    <a:pt x="225" y="17"/>
                  </a:lnTo>
                  <a:lnTo>
                    <a:pt x="218" y="8"/>
                  </a:lnTo>
                  <a:lnTo>
                    <a:pt x="196" y="0"/>
                  </a:lnTo>
                  <a:lnTo>
                    <a:pt x="169" y="2"/>
                  </a:lnTo>
                  <a:lnTo>
                    <a:pt x="143" y="14"/>
                  </a:lnTo>
                  <a:lnTo>
                    <a:pt x="133" y="24"/>
                  </a:lnTo>
                  <a:lnTo>
                    <a:pt x="126" y="32"/>
                  </a:lnTo>
                  <a:lnTo>
                    <a:pt x="115" y="41"/>
                  </a:lnTo>
                  <a:lnTo>
                    <a:pt x="105" y="41"/>
                  </a:lnTo>
                  <a:lnTo>
                    <a:pt x="92" y="32"/>
                  </a:lnTo>
                  <a:lnTo>
                    <a:pt x="83" y="24"/>
                  </a:lnTo>
                  <a:lnTo>
                    <a:pt x="72" y="14"/>
                  </a:lnTo>
                  <a:lnTo>
                    <a:pt x="50" y="2"/>
                  </a:lnTo>
                  <a:lnTo>
                    <a:pt x="30" y="0"/>
                  </a:lnTo>
                  <a:lnTo>
                    <a:pt x="14" y="9"/>
                  </a:lnTo>
                  <a:lnTo>
                    <a:pt x="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8" name="Freeform 24">
              <a:extLst>
                <a:ext uri="{FF2B5EF4-FFF2-40B4-BE49-F238E27FC236}">
                  <a16:creationId xmlns:a16="http://schemas.microsoft.com/office/drawing/2014/main" id="{71E882C9-9A95-2CA7-722A-5E98276D0395}"/>
                </a:ext>
              </a:extLst>
            </p:cNvPr>
            <p:cNvSpPr>
              <a:spLocks/>
            </p:cNvSpPr>
            <p:nvPr/>
          </p:nvSpPr>
          <p:spPr bwMode="auto">
            <a:xfrm>
              <a:off x="10863263" y="1341438"/>
              <a:ext cx="103188" cy="34925"/>
            </a:xfrm>
            <a:custGeom>
              <a:avLst/>
              <a:gdLst>
                <a:gd name="T0" fmla="*/ 3 w 250"/>
                <a:gd name="T1" fmla="*/ 24 h 84"/>
                <a:gd name="T2" fmla="*/ 1 w 250"/>
                <a:gd name="T3" fmla="*/ 31 h 84"/>
                <a:gd name="T4" fmla="*/ 0 w 250"/>
                <a:gd name="T5" fmla="*/ 44 h 84"/>
                <a:gd name="T6" fmla="*/ 5 w 250"/>
                <a:gd name="T7" fmla="*/ 55 h 84"/>
                <a:gd name="T8" fmla="*/ 15 w 250"/>
                <a:gd name="T9" fmla="*/ 65 h 84"/>
                <a:gd name="T10" fmla="*/ 39 w 250"/>
                <a:gd name="T11" fmla="*/ 76 h 84"/>
                <a:gd name="T12" fmla="*/ 91 w 250"/>
                <a:gd name="T13" fmla="*/ 83 h 84"/>
                <a:gd name="T14" fmla="*/ 125 w 250"/>
                <a:gd name="T15" fmla="*/ 84 h 84"/>
                <a:gd name="T16" fmla="*/ 159 w 250"/>
                <a:gd name="T17" fmla="*/ 83 h 84"/>
                <a:gd name="T18" fmla="*/ 211 w 250"/>
                <a:gd name="T19" fmla="*/ 76 h 84"/>
                <a:gd name="T20" fmla="*/ 235 w 250"/>
                <a:gd name="T21" fmla="*/ 65 h 84"/>
                <a:gd name="T22" fmla="*/ 245 w 250"/>
                <a:gd name="T23" fmla="*/ 55 h 84"/>
                <a:gd name="T24" fmla="*/ 250 w 250"/>
                <a:gd name="T25" fmla="*/ 44 h 84"/>
                <a:gd name="T26" fmla="*/ 249 w 250"/>
                <a:gd name="T27" fmla="*/ 31 h 84"/>
                <a:gd name="T28" fmla="*/ 247 w 250"/>
                <a:gd name="T29" fmla="*/ 24 h 84"/>
                <a:gd name="T30" fmla="*/ 243 w 250"/>
                <a:gd name="T31" fmla="*/ 18 h 84"/>
                <a:gd name="T32" fmla="*/ 227 w 250"/>
                <a:gd name="T33" fmla="*/ 9 h 84"/>
                <a:gd name="T34" fmla="*/ 179 w 250"/>
                <a:gd name="T35" fmla="*/ 1 h 84"/>
                <a:gd name="T36" fmla="*/ 125 w 250"/>
                <a:gd name="T37" fmla="*/ 0 h 84"/>
                <a:gd name="T38" fmla="*/ 71 w 250"/>
                <a:gd name="T39" fmla="*/ 1 h 84"/>
                <a:gd name="T40" fmla="*/ 23 w 250"/>
                <a:gd name="T41" fmla="*/ 9 h 84"/>
                <a:gd name="T42" fmla="*/ 7 w 250"/>
                <a:gd name="T43" fmla="*/ 18 h 84"/>
                <a:gd name="T44" fmla="*/ 3 w 250"/>
                <a:gd name="T45" fmla="*/ 2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50" h="84">
                  <a:moveTo>
                    <a:pt x="3" y="24"/>
                  </a:moveTo>
                  <a:lnTo>
                    <a:pt x="1" y="31"/>
                  </a:lnTo>
                  <a:lnTo>
                    <a:pt x="0" y="44"/>
                  </a:lnTo>
                  <a:lnTo>
                    <a:pt x="5" y="55"/>
                  </a:lnTo>
                  <a:lnTo>
                    <a:pt x="15" y="65"/>
                  </a:lnTo>
                  <a:lnTo>
                    <a:pt x="39" y="76"/>
                  </a:lnTo>
                  <a:lnTo>
                    <a:pt x="91" y="83"/>
                  </a:lnTo>
                  <a:lnTo>
                    <a:pt x="125" y="84"/>
                  </a:lnTo>
                  <a:lnTo>
                    <a:pt x="159" y="83"/>
                  </a:lnTo>
                  <a:lnTo>
                    <a:pt x="211" y="76"/>
                  </a:lnTo>
                  <a:lnTo>
                    <a:pt x="235" y="65"/>
                  </a:lnTo>
                  <a:lnTo>
                    <a:pt x="245" y="55"/>
                  </a:lnTo>
                  <a:lnTo>
                    <a:pt x="250" y="44"/>
                  </a:lnTo>
                  <a:lnTo>
                    <a:pt x="249" y="31"/>
                  </a:lnTo>
                  <a:lnTo>
                    <a:pt x="247" y="24"/>
                  </a:lnTo>
                  <a:lnTo>
                    <a:pt x="243" y="18"/>
                  </a:lnTo>
                  <a:lnTo>
                    <a:pt x="227" y="9"/>
                  </a:lnTo>
                  <a:lnTo>
                    <a:pt x="179" y="1"/>
                  </a:lnTo>
                  <a:lnTo>
                    <a:pt x="125" y="0"/>
                  </a:lnTo>
                  <a:lnTo>
                    <a:pt x="71" y="1"/>
                  </a:lnTo>
                  <a:lnTo>
                    <a:pt x="23" y="9"/>
                  </a:lnTo>
                  <a:lnTo>
                    <a:pt x="7" y="18"/>
                  </a:lnTo>
                  <a:lnTo>
                    <a:pt x="3"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9" name="Freeform 25">
              <a:extLst>
                <a:ext uri="{FF2B5EF4-FFF2-40B4-BE49-F238E27FC236}">
                  <a16:creationId xmlns:a16="http://schemas.microsoft.com/office/drawing/2014/main" id="{86F68EDD-A4BE-C7A0-7EF1-E76E8E698EA5}"/>
                </a:ext>
              </a:extLst>
            </p:cNvPr>
            <p:cNvSpPr>
              <a:spLocks noEditPoints="1"/>
            </p:cNvSpPr>
            <p:nvPr/>
          </p:nvSpPr>
          <p:spPr bwMode="auto">
            <a:xfrm>
              <a:off x="11563351" y="1266826"/>
              <a:ext cx="180975" cy="179388"/>
            </a:xfrm>
            <a:custGeom>
              <a:avLst/>
              <a:gdLst>
                <a:gd name="T0" fmla="*/ 93 w 436"/>
                <a:gd name="T1" fmla="*/ 42 h 435"/>
                <a:gd name="T2" fmla="*/ 19 w 436"/>
                <a:gd name="T3" fmla="*/ 137 h 435"/>
                <a:gd name="T4" fmla="*/ 0 w 436"/>
                <a:gd name="T5" fmla="*/ 222 h 435"/>
                <a:gd name="T6" fmla="*/ 18 w 436"/>
                <a:gd name="T7" fmla="*/ 298 h 435"/>
                <a:gd name="T8" fmla="*/ 86 w 436"/>
                <a:gd name="T9" fmla="*/ 391 h 435"/>
                <a:gd name="T10" fmla="*/ 125 w 436"/>
                <a:gd name="T11" fmla="*/ 417 h 435"/>
                <a:gd name="T12" fmla="*/ 207 w 436"/>
                <a:gd name="T13" fmla="*/ 435 h 435"/>
                <a:gd name="T14" fmla="*/ 294 w 436"/>
                <a:gd name="T15" fmla="*/ 421 h 435"/>
                <a:gd name="T16" fmla="*/ 370 w 436"/>
                <a:gd name="T17" fmla="*/ 378 h 435"/>
                <a:gd name="T18" fmla="*/ 408 w 436"/>
                <a:gd name="T19" fmla="*/ 330 h 435"/>
                <a:gd name="T20" fmla="*/ 430 w 436"/>
                <a:gd name="T21" fmla="*/ 275 h 435"/>
                <a:gd name="T22" fmla="*/ 436 w 436"/>
                <a:gd name="T23" fmla="*/ 202 h 435"/>
                <a:gd name="T24" fmla="*/ 420 w 436"/>
                <a:gd name="T25" fmla="*/ 135 h 435"/>
                <a:gd name="T26" fmla="*/ 385 w 436"/>
                <a:gd name="T27" fmla="*/ 78 h 435"/>
                <a:gd name="T28" fmla="*/ 336 w 436"/>
                <a:gd name="T29" fmla="*/ 34 h 435"/>
                <a:gd name="T30" fmla="*/ 276 w 436"/>
                <a:gd name="T31" fmla="*/ 6 h 435"/>
                <a:gd name="T32" fmla="*/ 208 w 436"/>
                <a:gd name="T33" fmla="*/ 0 h 435"/>
                <a:gd name="T34" fmla="*/ 136 w 436"/>
                <a:gd name="T35" fmla="*/ 18 h 435"/>
                <a:gd name="T36" fmla="*/ 310 w 436"/>
                <a:gd name="T37" fmla="*/ 120 h 435"/>
                <a:gd name="T38" fmla="*/ 346 w 436"/>
                <a:gd name="T39" fmla="*/ 167 h 435"/>
                <a:gd name="T40" fmla="*/ 357 w 436"/>
                <a:gd name="T41" fmla="*/ 238 h 435"/>
                <a:gd name="T42" fmla="*/ 330 w 436"/>
                <a:gd name="T43" fmla="*/ 305 h 435"/>
                <a:gd name="T44" fmla="*/ 270 w 436"/>
                <a:gd name="T45" fmla="*/ 350 h 435"/>
                <a:gd name="T46" fmla="*/ 225 w 436"/>
                <a:gd name="T47" fmla="*/ 359 h 435"/>
                <a:gd name="T48" fmla="*/ 141 w 436"/>
                <a:gd name="T49" fmla="*/ 334 h 435"/>
                <a:gd name="T50" fmla="*/ 91 w 436"/>
                <a:gd name="T51" fmla="*/ 267 h 435"/>
                <a:gd name="T52" fmla="*/ 88 w 436"/>
                <a:gd name="T53" fmla="*/ 182 h 435"/>
                <a:gd name="T54" fmla="*/ 125 w 436"/>
                <a:gd name="T55" fmla="*/ 122 h 435"/>
                <a:gd name="T56" fmla="*/ 156 w 436"/>
                <a:gd name="T57" fmla="*/ 97 h 435"/>
                <a:gd name="T58" fmla="*/ 202 w 436"/>
                <a:gd name="T59" fmla="*/ 82 h 435"/>
                <a:gd name="T60" fmla="*/ 251 w 436"/>
                <a:gd name="T61" fmla="*/ 87 h 435"/>
                <a:gd name="T62" fmla="*/ 310 w 436"/>
                <a:gd name="T63" fmla="*/ 120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6" h="435">
                  <a:moveTo>
                    <a:pt x="118" y="27"/>
                  </a:moveTo>
                  <a:lnTo>
                    <a:pt x="93" y="42"/>
                  </a:lnTo>
                  <a:lnTo>
                    <a:pt x="51" y="84"/>
                  </a:lnTo>
                  <a:lnTo>
                    <a:pt x="19" y="137"/>
                  </a:lnTo>
                  <a:lnTo>
                    <a:pt x="1" y="194"/>
                  </a:lnTo>
                  <a:lnTo>
                    <a:pt x="0" y="222"/>
                  </a:lnTo>
                  <a:lnTo>
                    <a:pt x="1" y="246"/>
                  </a:lnTo>
                  <a:lnTo>
                    <a:pt x="18" y="298"/>
                  </a:lnTo>
                  <a:lnTo>
                    <a:pt x="48" y="348"/>
                  </a:lnTo>
                  <a:lnTo>
                    <a:pt x="86" y="391"/>
                  </a:lnTo>
                  <a:lnTo>
                    <a:pt x="108" y="407"/>
                  </a:lnTo>
                  <a:lnTo>
                    <a:pt x="125" y="417"/>
                  </a:lnTo>
                  <a:lnTo>
                    <a:pt x="165" y="431"/>
                  </a:lnTo>
                  <a:lnTo>
                    <a:pt x="207" y="435"/>
                  </a:lnTo>
                  <a:lnTo>
                    <a:pt x="251" y="432"/>
                  </a:lnTo>
                  <a:lnTo>
                    <a:pt x="294" y="421"/>
                  </a:lnTo>
                  <a:lnTo>
                    <a:pt x="335" y="403"/>
                  </a:lnTo>
                  <a:lnTo>
                    <a:pt x="370" y="378"/>
                  </a:lnTo>
                  <a:lnTo>
                    <a:pt x="398" y="348"/>
                  </a:lnTo>
                  <a:lnTo>
                    <a:pt x="408" y="330"/>
                  </a:lnTo>
                  <a:lnTo>
                    <a:pt x="417" y="312"/>
                  </a:lnTo>
                  <a:lnTo>
                    <a:pt x="430" y="275"/>
                  </a:lnTo>
                  <a:lnTo>
                    <a:pt x="436" y="238"/>
                  </a:lnTo>
                  <a:lnTo>
                    <a:pt x="436" y="202"/>
                  </a:lnTo>
                  <a:lnTo>
                    <a:pt x="430" y="168"/>
                  </a:lnTo>
                  <a:lnTo>
                    <a:pt x="420" y="135"/>
                  </a:lnTo>
                  <a:lnTo>
                    <a:pt x="405" y="105"/>
                  </a:lnTo>
                  <a:lnTo>
                    <a:pt x="385" y="78"/>
                  </a:lnTo>
                  <a:lnTo>
                    <a:pt x="362" y="54"/>
                  </a:lnTo>
                  <a:lnTo>
                    <a:pt x="336" y="34"/>
                  </a:lnTo>
                  <a:lnTo>
                    <a:pt x="307" y="18"/>
                  </a:lnTo>
                  <a:lnTo>
                    <a:pt x="276" y="6"/>
                  </a:lnTo>
                  <a:lnTo>
                    <a:pt x="243" y="0"/>
                  </a:lnTo>
                  <a:lnTo>
                    <a:pt x="208" y="0"/>
                  </a:lnTo>
                  <a:lnTo>
                    <a:pt x="172" y="6"/>
                  </a:lnTo>
                  <a:lnTo>
                    <a:pt x="136" y="18"/>
                  </a:lnTo>
                  <a:lnTo>
                    <a:pt x="118" y="27"/>
                  </a:lnTo>
                  <a:close/>
                  <a:moveTo>
                    <a:pt x="310" y="120"/>
                  </a:moveTo>
                  <a:lnTo>
                    <a:pt x="325" y="135"/>
                  </a:lnTo>
                  <a:lnTo>
                    <a:pt x="346" y="167"/>
                  </a:lnTo>
                  <a:lnTo>
                    <a:pt x="357" y="202"/>
                  </a:lnTo>
                  <a:lnTo>
                    <a:pt x="357" y="238"/>
                  </a:lnTo>
                  <a:lnTo>
                    <a:pt x="348" y="273"/>
                  </a:lnTo>
                  <a:lnTo>
                    <a:pt x="330" y="305"/>
                  </a:lnTo>
                  <a:lnTo>
                    <a:pt x="304" y="331"/>
                  </a:lnTo>
                  <a:lnTo>
                    <a:pt x="270" y="350"/>
                  </a:lnTo>
                  <a:lnTo>
                    <a:pt x="250" y="355"/>
                  </a:lnTo>
                  <a:lnTo>
                    <a:pt x="225" y="359"/>
                  </a:lnTo>
                  <a:lnTo>
                    <a:pt x="180" y="354"/>
                  </a:lnTo>
                  <a:lnTo>
                    <a:pt x="141" y="334"/>
                  </a:lnTo>
                  <a:lnTo>
                    <a:pt x="111" y="304"/>
                  </a:lnTo>
                  <a:lnTo>
                    <a:pt x="91" y="267"/>
                  </a:lnTo>
                  <a:lnTo>
                    <a:pt x="83" y="225"/>
                  </a:lnTo>
                  <a:lnTo>
                    <a:pt x="88" y="182"/>
                  </a:lnTo>
                  <a:lnTo>
                    <a:pt x="108" y="141"/>
                  </a:lnTo>
                  <a:lnTo>
                    <a:pt x="125" y="122"/>
                  </a:lnTo>
                  <a:lnTo>
                    <a:pt x="135" y="112"/>
                  </a:lnTo>
                  <a:lnTo>
                    <a:pt x="156" y="97"/>
                  </a:lnTo>
                  <a:lnTo>
                    <a:pt x="178" y="87"/>
                  </a:lnTo>
                  <a:lnTo>
                    <a:pt x="202" y="82"/>
                  </a:lnTo>
                  <a:lnTo>
                    <a:pt x="226" y="82"/>
                  </a:lnTo>
                  <a:lnTo>
                    <a:pt x="251" y="87"/>
                  </a:lnTo>
                  <a:lnTo>
                    <a:pt x="287" y="103"/>
                  </a:lnTo>
                  <a:lnTo>
                    <a:pt x="310" y="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40" name="Group 39">
            <a:extLst>
              <a:ext uri="{FF2B5EF4-FFF2-40B4-BE49-F238E27FC236}">
                <a16:creationId xmlns:a16="http://schemas.microsoft.com/office/drawing/2014/main" id="{26BCE733-39A1-5DA3-4C2E-84F7469833A6}"/>
              </a:ext>
            </a:extLst>
          </p:cNvPr>
          <p:cNvGrpSpPr>
            <a:grpSpLocks noChangeAspect="1"/>
          </p:cNvGrpSpPr>
          <p:nvPr/>
        </p:nvGrpSpPr>
        <p:grpSpPr>
          <a:xfrm>
            <a:off x="9959284" y="2372365"/>
            <a:ext cx="478599" cy="480913"/>
            <a:chOff x="10656888" y="4908551"/>
            <a:chExt cx="1312863" cy="1319213"/>
          </a:xfrm>
          <a:solidFill>
            <a:schemeClr val="bg1"/>
          </a:solidFill>
        </p:grpSpPr>
        <p:sp>
          <p:nvSpPr>
            <p:cNvPr id="41" name="Freeform 608">
              <a:extLst>
                <a:ext uri="{FF2B5EF4-FFF2-40B4-BE49-F238E27FC236}">
                  <a16:creationId xmlns:a16="http://schemas.microsoft.com/office/drawing/2014/main" id="{BAB221CE-7C3A-D986-A940-847AC2BE976F}"/>
                </a:ext>
              </a:extLst>
            </p:cNvPr>
            <p:cNvSpPr>
              <a:spLocks noEditPoints="1"/>
            </p:cNvSpPr>
            <p:nvPr/>
          </p:nvSpPr>
          <p:spPr bwMode="auto">
            <a:xfrm>
              <a:off x="10671176" y="4908551"/>
              <a:ext cx="1298575" cy="933450"/>
            </a:xfrm>
            <a:custGeom>
              <a:avLst/>
              <a:gdLst>
                <a:gd name="T0" fmla="*/ 10 w 3182"/>
                <a:gd name="T1" fmla="*/ 1887 h 2285"/>
                <a:gd name="T2" fmla="*/ 1191 w 3182"/>
                <a:gd name="T3" fmla="*/ 2065 h 2285"/>
                <a:gd name="T4" fmla="*/ 1328 w 3182"/>
                <a:gd name="T5" fmla="*/ 2053 h 2285"/>
                <a:gd name="T6" fmla="*/ 1488 w 3182"/>
                <a:gd name="T7" fmla="*/ 2105 h 2285"/>
                <a:gd name="T8" fmla="*/ 1698 w 3182"/>
                <a:gd name="T9" fmla="*/ 2280 h 2285"/>
                <a:gd name="T10" fmla="*/ 1919 w 3182"/>
                <a:gd name="T11" fmla="*/ 2101 h 2285"/>
                <a:gd name="T12" fmla="*/ 2166 w 3182"/>
                <a:gd name="T13" fmla="*/ 2100 h 2285"/>
                <a:gd name="T14" fmla="*/ 2335 w 3182"/>
                <a:gd name="T15" fmla="*/ 1825 h 2285"/>
                <a:gd name="T16" fmla="*/ 2206 w 3182"/>
                <a:gd name="T17" fmla="*/ 1707 h 2285"/>
                <a:gd name="T18" fmla="*/ 2424 w 3182"/>
                <a:gd name="T19" fmla="*/ 1690 h 2285"/>
                <a:gd name="T20" fmla="*/ 2871 w 3182"/>
                <a:gd name="T21" fmla="*/ 1654 h 2285"/>
                <a:gd name="T22" fmla="*/ 3116 w 3182"/>
                <a:gd name="T23" fmla="*/ 1405 h 2285"/>
                <a:gd name="T24" fmla="*/ 3179 w 3182"/>
                <a:gd name="T25" fmla="*/ 1067 h 2285"/>
                <a:gd name="T26" fmla="*/ 3035 w 3182"/>
                <a:gd name="T27" fmla="*/ 749 h 2285"/>
                <a:gd name="T28" fmla="*/ 2671 w 3182"/>
                <a:gd name="T29" fmla="*/ 557 h 2285"/>
                <a:gd name="T30" fmla="*/ 2223 w 3182"/>
                <a:gd name="T31" fmla="*/ 696 h 2285"/>
                <a:gd name="T32" fmla="*/ 2021 w 3182"/>
                <a:gd name="T33" fmla="*/ 1112 h 2285"/>
                <a:gd name="T34" fmla="*/ 1931 w 3182"/>
                <a:gd name="T35" fmla="*/ 1193 h 2285"/>
                <a:gd name="T36" fmla="*/ 1860 w 3182"/>
                <a:gd name="T37" fmla="*/ 992 h 2285"/>
                <a:gd name="T38" fmla="*/ 1638 w 3182"/>
                <a:gd name="T39" fmla="*/ 0 h 2285"/>
                <a:gd name="T40" fmla="*/ 1634 w 3182"/>
                <a:gd name="T41" fmla="*/ 112 h 2285"/>
                <a:gd name="T42" fmla="*/ 1582 w 3182"/>
                <a:gd name="T43" fmla="*/ 984 h 2285"/>
                <a:gd name="T44" fmla="*/ 1512 w 3182"/>
                <a:gd name="T45" fmla="*/ 1143 h 2285"/>
                <a:gd name="T46" fmla="*/ 1291 w 3182"/>
                <a:gd name="T47" fmla="*/ 1203 h 2285"/>
                <a:gd name="T48" fmla="*/ 1112 w 3182"/>
                <a:gd name="T49" fmla="*/ 1350 h 2285"/>
                <a:gd name="T50" fmla="*/ 1103 w 3182"/>
                <a:gd name="T51" fmla="*/ 1499 h 2285"/>
                <a:gd name="T52" fmla="*/ 1185 w 3182"/>
                <a:gd name="T53" fmla="*/ 1638 h 2285"/>
                <a:gd name="T54" fmla="*/ 1098 w 3182"/>
                <a:gd name="T55" fmla="*/ 1786 h 2285"/>
                <a:gd name="T56" fmla="*/ 1085 w 3182"/>
                <a:gd name="T57" fmla="*/ 1890 h 2285"/>
                <a:gd name="T58" fmla="*/ 146 w 3182"/>
                <a:gd name="T59" fmla="*/ 1886 h 2285"/>
                <a:gd name="T60" fmla="*/ 101 w 3182"/>
                <a:gd name="T61" fmla="*/ 1198 h 2285"/>
                <a:gd name="T62" fmla="*/ 1521 w 3182"/>
                <a:gd name="T63" fmla="*/ 90 h 2285"/>
                <a:gd name="T64" fmla="*/ 2993 w 3182"/>
                <a:gd name="T65" fmla="*/ 840 h 2285"/>
                <a:gd name="T66" fmla="*/ 3078 w 3182"/>
                <a:gd name="T67" fmla="*/ 1252 h 2285"/>
                <a:gd name="T68" fmla="*/ 2922 w 3182"/>
                <a:gd name="T69" fmla="*/ 1509 h 2285"/>
                <a:gd name="T70" fmla="*/ 2638 w 3182"/>
                <a:gd name="T71" fmla="*/ 1630 h 2285"/>
                <a:gd name="T72" fmla="*/ 2357 w 3182"/>
                <a:gd name="T73" fmla="*/ 1566 h 2285"/>
                <a:gd name="T74" fmla="*/ 2319 w 3182"/>
                <a:gd name="T75" fmla="*/ 1473 h 2285"/>
                <a:gd name="T76" fmla="*/ 2209 w 3182"/>
                <a:gd name="T77" fmla="*/ 1232 h 2285"/>
                <a:gd name="T78" fmla="*/ 2102 w 3182"/>
                <a:gd name="T79" fmla="*/ 1161 h 2285"/>
                <a:gd name="T80" fmla="*/ 2192 w 3182"/>
                <a:gd name="T81" fmla="*/ 865 h 2285"/>
                <a:gd name="T82" fmla="*/ 2466 w 3182"/>
                <a:gd name="T83" fmla="*/ 663 h 2285"/>
                <a:gd name="T84" fmla="*/ 2816 w 3182"/>
                <a:gd name="T85" fmla="*/ 692 h 2285"/>
                <a:gd name="T86" fmla="*/ 1828 w 3182"/>
                <a:gd name="T87" fmla="*/ 1235 h 2285"/>
                <a:gd name="T88" fmla="*/ 2078 w 3182"/>
                <a:gd name="T89" fmla="*/ 1318 h 2285"/>
                <a:gd name="T90" fmla="*/ 2215 w 3182"/>
                <a:gd name="T91" fmla="*/ 1433 h 2285"/>
                <a:gd name="T92" fmla="*/ 2117 w 3182"/>
                <a:gd name="T93" fmla="*/ 1535 h 2285"/>
                <a:gd name="T94" fmla="*/ 2146 w 3182"/>
                <a:gd name="T95" fmla="*/ 1794 h 2285"/>
                <a:gd name="T96" fmla="*/ 2164 w 3182"/>
                <a:gd name="T97" fmla="*/ 1961 h 2285"/>
                <a:gd name="T98" fmla="*/ 1971 w 3182"/>
                <a:gd name="T99" fmla="*/ 1962 h 2285"/>
                <a:gd name="T100" fmla="*/ 1783 w 3182"/>
                <a:gd name="T101" fmla="*/ 2115 h 2285"/>
                <a:gd name="T102" fmla="*/ 1603 w 3182"/>
                <a:gd name="T103" fmla="*/ 2106 h 2285"/>
                <a:gd name="T104" fmla="*/ 1464 w 3182"/>
                <a:gd name="T105" fmla="*/ 1991 h 2285"/>
                <a:gd name="T106" fmla="*/ 1254 w 3182"/>
                <a:gd name="T107" fmla="*/ 1987 h 2285"/>
                <a:gd name="T108" fmla="*/ 1180 w 3182"/>
                <a:gd name="T109" fmla="*/ 1836 h 2285"/>
                <a:gd name="T110" fmla="*/ 1277 w 3182"/>
                <a:gd name="T111" fmla="*/ 1684 h 2285"/>
                <a:gd name="T112" fmla="*/ 1168 w 3182"/>
                <a:gd name="T113" fmla="*/ 1437 h 2285"/>
                <a:gd name="T114" fmla="*/ 1286 w 3182"/>
                <a:gd name="T115" fmla="*/ 1301 h 2285"/>
                <a:gd name="T116" fmla="*/ 1546 w 3182"/>
                <a:gd name="T117" fmla="*/ 1248 h 2285"/>
                <a:gd name="T118" fmla="*/ 1601 w 3182"/>
                <a:gd name="T119" fmla="*/ 1083 h 2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182" h="2285">
                  <a:moveTo>
                    <a:pt x="391" y="87"/>
                  </a:moveTo>
                  <a:lnTo>
                    <a:pt x="291" y="193"/>
                  </a:lnTo>
                  <a:lnTo>
                    <a:pt x="155" y="347"/>
                  </a:lnTo>
                  <a:lnTo>
                    <a:pt x="0" y="518"/>
                  </a:lnTo>
                  <a:lnTo>
                    <a:pt x="5" y="1202"/>
                  </a:lnTo>
                  <a:lnTo>
                    <a:pt x="10" y="1887"/>
                  </a:lnTo>
                  <a:lnTo>
                    <a:pt x="65" y="1935"/>
                  </a:lnTo>
                  <a:lnTo>
                    <a:pt x="118" y="1983"/>
                  </a:lnTo>
                  <a:lnTo>
                    <a:pt x="633" y="1983"/>
                  </a:lnTo>
                  <a:lnTo>
                    <a:pt x="1146" y="1983"/>
                  </a:lnTo>
                  <a:lnTo>
                    <a:pt x="1178" y="2042"/>
                  </a:lnTo>
                  <a:lnTo>
                    <a:pt x="1191" y="2065"/>
                  </a:lnTo>
                  <a:lnTo>
                    <a:pt x="1208" y="2087"/>
                  </a:lnTo>
                  <a:lnTo>
                    <a:pt x="1220" y="2095"/>
                  </a:lnTo>
                  <a:lnTo>
                    <a:pt x="1241" y="2097"/>
                  </a:lnTo>
                  <a:lnTo>
                    <a:pt x="1280" y="2081"/>
                  </a:lnTo>
                  <a:lnTo>
                    <a:pt x="1308" y="2065"/>
                  </a:lnTo>
                  <a:lnTo>
                    <a:pt x="1328" y="2053"/>
                  </a:lnTo>
                  <a:lnTo>
                    <a:pt x="1355" y="2041"/>
                  </a:lnTo>
                  <a:lnTo>
                    <a:pt x="1375" y="2040"/>
                  </a:lnTo>
                  <a:lnTo>
                    <a:pt x="1397" y="2052"/>
                  </a:lnTo>
                  <a:lnTo>
                    <a:pt x="1413" y="2063"/>
                  </a:lnTo>
                  <a:lnTo>
                    <a:pt x="1456" y="2089"/>
                  </a:lnTo>
                  <a:lnTo>
                    <a:pt x="1488" y="2105"/>
                  </a:lnTo>
                  <a:lnTo>
                    <a:pt x="1495" y="2108"/>
                  </a:lnTo>
                  <a:lnTo>
                    <a:pt x="1507" y="2121"/>
                  </a:lnTo>
                  <a:lnTo>
                    <a:pt x="1518" y="2156"/>
                  </a:lnTo>
                  <a:lnTo>
                    <a:pt x="1521" y="2195"/>
                  </a:lnTo>
                  <a:lnTo>
                    <a:pt x="1526" y="2275"/>
                  </a:lnTo>
                  <a:lnTo>
                    <a:pt x="1698" y="2280"/>
                  </a:lnTo>
                  <a:lnTo>
                    <a:pt x="1868" y="2285"/>
                  </a:lnTo>
                  <a:lnTo>
                    <a:pt x="1868" y="2210"/>
                  </a:lnTo>
                  <a:lnTo>
                    <a:pt x="1868" y="2186"/>
                  </a:lnTo>
                  <a:lnTo>
                    <a:pt x="1873" y="2152"/>
                  </a:lnTo>
                  <a:lnTo>
                    <a:pt x="1888" y="2127"/>
                  </a:lnTo>
                  <a:lnTo>
                    <a:pt x="1919" y="2101"/>
                  </a:lnTo>
                  <a:lnTo>
                    <a:pt x="1943" y="2085"/>
                  </a:lnTo>
                  <a:lnTo>
                    <a:pt x="2020" y="2033"/>
                  </a:lnTo>
                  <a:lnTo>
                    <a:pt x="2085" y="2067"/>
                  </a:lnTo>
                  <a:lnTo>
                    <a:pt x="2112" y="2080"/>
                  </a:lnTo>
                  <a:lnTo>
                    <a:pt x="2157" y="2098"/>
                  </a:lnTo>
                  <a:lnTo>
                    <a:pt x="2166" y="2100"/>
                  </a:lnTo>
                  <a:lnTo>
                    <a:pt x="2171" y="2098"/>
                  </a:lnTo>
                  <a:lnTo>
                    <a:pt x="2188" y="2078"/>
                  </a:lnTo>
                  <a:lnTo>
                    <a:pt x="2227" y="2022"/>
                  </a:lnTo>
                  <a:lnTo>
                    <a:pt x="2287" y="1925"/>
                  </a:lnTo>
                  <a:lnTo>
                    <a:pt x="2330" y="1843"/>
                  </a:lnTo>
                  <a:lnTo>
                    <a:pt x="2335" y="1825"/>
                  </a:lnTo>
                  <a:lnTo>
                    <a:pt x="2331" y="1816"/>
                  </a:lnTo>
                  <a:lnTo>
                    <a:pt x="2295" y="1784"/>
                  </a:lnTo>
                  <a:lnTo>
                    <a:pt x="2268" y="1767"/>
                  </a:lnTo>
                  <a:lnTo>
                    <a:pt x="2247" y="1753"/>
                  </a:lnTo>
                  <a:lnTo>
                    <a:pt x="2219" y="1731"/>
                  </a:lnTo>
                  <a:lnTo>
                    <a:pt x="2206" y="1707"/>
                  </a:lnTo>
                  <a:lnTo>
                    <a:pt x="2201" y="1672"/>
                  </a:lnTo>
                  <a:lnTo>
                    <a:pt x="2201" y="1647"/>
                  </a:lnTo>
                  <a:lnTo>
                    <a:pt x="2201" y="1568"/>
                  </a:lnTo>
                  <a:lnTo>
                    <a:pt x="2296" y="1627"/>
                  </a:lnTo>
                  <a:lnTo>
                    <a:pt x="2342" y="1653"/>
                  </a:lnTo>
                  <a:lnTo>
                    <a:pt x="2424" y="1690"/>
                  </a:lnTo>
                  <a:lnTo>
                    <a:pt x="2504" y="1710"/>
                  </a:lnTo>
                  <a:lnTo>
                    <a:pt x="2592" y="1716"/>
                  </a:lnTo>
                  <a:lnTo>
                    <a:pt x="2643" y="1713"/>
                  </a:lnTo>
                  <a:lnTo>
                    <a:pt x="2694" y="1709"/>
                  </a:lnTo>
                  <a:lnTo>
                    <a:pt x="2788" y="1689"/>
                  </a:lnTo>
                  <a:lnTo>
                    <a:pt x="2871" y="1654"/>
                  </a:lnTo>
                  <a:lnTo>
                    <a:pt x="2948" y="1605"/>
                  </a:lnTo>
                  <a:lnTo>
                    <a:pt x="2985" y="1573"/>
                  </a:lnTo>
                  <a:lnTo>
                    <a:pt x="3008" y="1552"/>
                  </a:lnTo>
                  <a:lnTo>
                    <a:pt x="3049" y="1505"/>
                  </a:lnTo>
                  <a:lnTo>
                    <a:pt x="3085" y="1456"/>
                  </a:lnTo>
                  <a:lnTo>
                    <a:pt x="3116" y="1405"/>
                  </a:lnTo>
                  <a:lnTo>
                    <a:pt x="3140" y="1351"/>
                  </a:lnTo>
                  <a:lnTo>
                    <a:pt x="3159" y="1296"/>
                  </a:lnTo>
                  <a:lnTo>
                    <a:pt x="3173" y="1239"/>
                  </a:lnTo>
                  <a:lnTo>
                    <a:pt x="3181" y="1182"/>
                  </a:lnTo>
                  <a:lnTo>
                    <a:pt x="3182" y="1124"/>
                  </a:lnTo>
                  <a:lnTo>
                    <a:pt x="3179" y="1067"/>
                  </a:lnTo>
                  <a:lnTo>
                    <a:pt x="3169" y="1010"/>
                  </a:lnTo>
                  <a:lnTo>
                    <a:pt x="3154" y="954"/>
                  </a:lnTo>
                  <a:lnTo>
                    <a:pt x="3133" y="900"/>
                  </a:lnTo>
                  <a:lnTo>
                    <a:pt x="3106" y="847"/>
                  </a:lnTo>
                  <a:lnTo>
                    <a:pt x="3073" y="797"/>
                  </a:lnTo>
                  <a:lnTo>
                    <a:pt x="3035" y="749"/>
                  </a:lnTo>
                  <a:lnTo>
                    <a:pt x="3013" y="727"/>
                  </a:lnTo>
                  <a:lnTo>
                    <a:pt x="2979" y="694"/>
                  </a:lnTo>
                  <a:lnTo>
                    <a:pt x="2906" y="641"/>
                  </a:lnTo>
                  <a:lnTo>
                    <a:pt x="2830" y="600"/>
                  </a:lnTo>
                  <a:lnTo>
                    <a:pt x="2751" y="573"/>
                  </a:lnTo>
                  <a:lnTo>
                    <a:pt x="2671" y="557"/>
                  </a:lnTo>
                  <a:lnTo>
                    <a:pt x="2590" y="554"/>
                  </a:lnTo>
                  <a:lnTo>
                    <a:pt x="2510" y="561"/>
                  </a:lnTo>
                  <a:lnTo>
                    <a:pt x="2432" y="580"/>
                  </a:lnTo>
                  <a:lnTo>
                    <a:pt x="2358" y="609"/>
                  </a:lnTo>
                  <a:lnTo>
                    <a:pt x="2288" y="648"/>
                  </a:lnTo>
                  <a:lnTo>
                    <a:pt x="2223" y="696"/>
                  </a:lnTo>
                  <a:lnTo>
                    <a:pt x="2165" y="754"/>
                  </a:lnTo>
                  <a:lnTo>
                    <a:pt x="2116" y="820"/>
                  </a:lnTo>
                  <a:lnTo>
                    <a:pt x="2075" y="894"/>
                  </a:lnTo>
                  <a:lnTo>
                    <a:pt x="2044" y="975"/>
                  </a:lnTo>
                  <a:lnTo>
                    <a:pt x="2026" y="1064"/>
                  </a:lnTo>
                  <a:lnTo>
                    <a:pt x="2021" y="1112"/>
                  </a:lnTo>
                  <a:lnTo>
                    <a:pt x="2017" y="1161"/>
                  </a:lnTo>
                  <a:lnTo>
                    <a:pt x="2010" y="1212"/>
                  </a:lnTo>
                  <a:lnTo>
                    <a:pt x="2006" y="1229"/>
                  </a:lnTo>
                  <a:lnTo>
                    <a:pt x="2003" y="1230"/>
                  </a:lnTo>
                  <a:lnTo>
                    <a:pt x="1981" y="1218"/>
                  </a:lnTo>
                  <a:lnTo>
                    <a:pt x="1931" y="1193"/>
                  </a:lnTo>
                  <a:lnTo>
                    <a:pt x="1911" y="1183"/>
                  </a:lnTo>
                  <a:lnTo>
                    <a:pt x="1885" y="1164"/>
                  </a:lnTo>
                  <a:lnTo>
                    <a:pt x="1872" y="1141"/>
                  </a:lnTo>
                  <a:lnTo>
                    <a:pt x="1866" y="1104"/>
                  </a:lnTo>
                  <a:lnTo>
                    <a:pt x="1865" y="1077"/>
                  </a:lnTo>
                  <a:lnTo>
                    <a:pt x="1860" y="992"/>
                  </a:lnTo>
                  <a:lnTo>
                    <a:pt x="1798" y="987"/>
                  </a:lnTo>
                  <a:lnTo>
                    <a:pt x="1735" y="982"/>
                  </a:lnTo>
                  <a:lnTo>
                    <a:pt x="1735" y="540"/>
                  </a:lnTo>
                  <a:lnTo>
                    <a:pt x="1735" y="97"/>
                  </a:lnTo>
                  <a:lnTo>
                    <a:pt x="1686" y="48"/>
                  </a:lnTo>
                  <a:lnTo>
                    <a:pt x="1638" y="0"/>
                  </a:lnTo>
                  <a:lnTo>
                    <a:pt x="1056" y="0"/>
                  </a:lnTo>
                  <a:lnTo>
                    <a:pt x="475" y="0"/>
                  </a:lnTo>
                  <a:lnTo>
                    <a:pt x="391" y="87"/>
                  </a:lnTo>
                  <a:close/>
                  <a:moveTo>
                    <a:pt x="1620" y="100"/>
                  </a:moveTo>
                  <a:lnTo>
                    <a:pt x="1625" y="103"/>
                  </a:lnTo>
                  <a:lnTo>
                    <a:pt x="1634" y="112"/>
                  </a:lnTo>
                  <a:lnTo>
                    <a:pt x="1643" y="139"/>
                  </a:lnTo>
                  <a:lnTo>
                    <a:pt x="1651" y="291"/>
                  </a:lnTo>
                  <a:lnTo>
                    <a:pt x="1651" y="550"/>
                  </a:lnTo>
                  <a:lnTo>
                    <a:pt x="1651" y="983"/>
                  </a:lnTo>
                  <a:lnTo>
                    <a:pt x="1605" y="983"/>
                  </a:lnTo>
                  <a:lnTo>
                    <a:pt x="1582" y="984"/>
                  </a:lnTo>
                  <a:lnTo>
                    <a:pt x="1549" y="996"/>
                  </a:lnTo>
                  <a:lnTo>
                    <a:pt x="1528" y="1021"/>
                  </a:lnTo>
                  <a:lnTo>
                    <a:pt x="1519" y="1062"/>
                  </a:lnTo>
                  <a:lnTo>
                    <a:pt x="1518" y="1090"/>
                  </a:lnTo>
                  <a:lnTo>
                    <a:pt x="1517" y="1112"/>
                  </a:lnTo>
                  <a:lnTo>
                    <a:pt x="1512" y="1143"/>
                  </a:lnTo>
                  <a:lnTo>
                    <a:pt x="1497" y="1166"/>
                  </a:lnTo>
                  <a:lnTo>
                    <a:pt x="1466" y="1189"/>
                  </a:lnTo>
                  <a:lnTo>
                    <a:pt x="1441" y="1203"/>
                  </a:lnTo>
                  <a:lnTo>
                    <a:pt x="1368" y="1248"/>
                  </a:lnTo>
                  <a:lnTo>
                    <a:pt x="1313" y="1217"/>
                  </a:lnTo>
                  <a:lnTo>
                    <a:pt x="1291" y="1203"/>
                  </a:lnTo>
                  <a:lnTo>
                    <a:pt x="1247" y="1185"/>
                  </a:lnTo>
                  <a:lnTo>
                    <a:pt x="1233" y="1183"/>
                  </a:lnTo>
                  <a:lnTo>
                    <a:pt x="1227" y="1185"/>
                  </a:lnTo>
                  <a:lnTo>
                    <a:pt x="1208" y="1204"/>
                  </a:lnTo>
                  <a:lnTo>
                    <a:pt x="1169" y="1256"/>
                  </a:lnTo>
                  <a:lnTo>
                    <a:pt x="1112" y="1350"/>
                  </a:lnTo>
                  <a:lnTo>
                    <a:pt x="1081" y="1414"/>
                  </a:lnTo>
                  <a:lnTo>
                    <a:pt x="1069" y="1445"/>
                  </a:lnTo>
                  <a:lnTo>
                    <a:pt x="1068" y="1455"/>
                  </a:lnTo>
                  <a:lnTo>
                    <a:pt x="1069" y="1460"/>
                  </a:lnTo>
                  <a:lnTo>
                    <a:pt x="1078" y="1474"/>
                  </a:lnTo>
                  <a:lnTo>
                    <a:pt x="1103" y="1499"/>
                  </a:lnTo>
                  <a:lnTo>
                    <a:pt x="1126" y="1515"/>
                  </a:lnTo>
                  <a:lnTo>
                    <a:pt x="1145" y="1526"/>
                  </a:lnTo>
                  <a:lnTo>
                    <a:pt x="1169" y="1545"/>
                  </a:lnTo>
                  <a:lnTo>
                    <a:pt x="1181" y="1570"/>
                  </a:lnTo>
                  <a:lnTo>
                    <a:pt x="1185" y="1609"/>
                  </a:lnTo>
                  <a:lnTo>
                    <a:pt x="1185" y="1638"/>
                  </a:lnTo>
                  <a:lnTo>
                    <a:pt x="1185" y="1668"/>
                  </a:lnTo>
                  <a:lnTo>
                    <a:pt x="1181" y="1708"/>
                  </a:lnTo>
                  <a:lnTo>
                    <a:pt x="1168" y="1735"/>
                  </a:lnTo>
                  <a:lnTo>
                    <a:pt x="1140" y="1758"/>
                  </a:lnTo>
                  <a:lnTo>
                    <a:pt x="1118" y="1773"/>
                  </a:lnTo>
                  <a:lnTo>
                    <a:pt x="1098" y="1786"/>
                  </a:lnTo>
                  <a:lnTo>
                    <a:pt x="1073" y="1806"/>
                  </a:lnTo>
                  <a:lnTo>
                    <a:pt x="1062" y="1823"/>
                  </a:lnTo>
                  <a:lnTo>
                    <a:pt x="1063" y="1840"/>
                  </a:lnTo>
                  <a:lnTo>
                    <a:pt x="1068" y="1850"/>
                  </a:lnTo>
                  <a:lnTo>
                    <a:pt x="1081" y="1876"/>
                  </a:lnTo>
                  <a:lnTo>
                    <a:pt x="1085" y="1890"/>
                  </a:lnTo>
                  <a:lnTo>
                    <a:pt x="1077" y="1893"/>
                  </a:lnTo>
                  <a:lnTo>
                    <a:pt x="1002" y="1898"/>
                  </a:lnTo>
                  <a:lnTo>
                    <a:pt x="796" y="1901"/>
                  </a:lnTo>
                  <a:lnTo>
                    <a:pt x="446" y="1898"/>
                  </a:lnTo>
                  <a:lnTo>
                    <a:pt x="231" y="1892"/>
                  </a:lnTo>
                  <a:lnTo>
                    <a:pt x="146" y="1886"/>
                  </a:lnTo>
                  <a:lnTo>
                    <a:pt x="133" y="1883"/>
                  </a:lnTo>
                  <a:lnTo>
                    <a:pt x="128" y="1880"/>
                  </a:lnTo>
                  <a:lnTo>
                    <a:pt x="119" y="1870"/>
                  </a:lnTo>
                  <a:lnTo>
                    <a:pt x="110" y="1833"/>
                  </a:lnTo>
                  <a:lnTo>
                    <a:pt x="102" y="1604"/>
                  </a:lnTo>
                  <a:lnTo>
                    <a:pt x="101" y="1198"/>
                  </a:lnTo>
                  <a:lnTo>
                    <a:pt x="101" y="532"/>
                  </a:lnTo>
                  <a:lnTo>
                    <a:pt x="305" y="307"/>
                  </a:lnTo>
                  <a:lnTo>
                    <a:pt x="506" y="83"/>
                  </a:lnTo>
                  <a:lnTo>
                    <a:pt x="1046" y="83"/>
                  </a:lnTo>
                  <a:lnTo>
                    <a:pt x="1286" y="84"/>
                  </a:lnTo>
                  <a:lnTo>
                    <a:pt x="1521" y="90"/>
                  </a:lnTo>
                  <a:lnTo>
                    <a:pt x="1606" y="96"/>
                  </a:lnTo>
                  <a:lnTo>
                    <a:pt x="1620" y="100"/>
                  </a:lnTo>
                  <a:close/>
                  <a:moveTo>
                    <a:pt x="2838" y="705"/>
                  </a:moveTo>
                  <a:lnTo>
                    <a:pt x="2875" y="728"/>
                  </a:lnTo>
                  <a:lnTo>
                    <a:pt x="2939" y="780"/>
                  </a:lnTo>
                  <a:lnTo>
                    <a:pt x="2993" y="840"/>
                  </a:lnTo>
                  <a:lnTo>
                    <a:pt x="3036" y="907"/>
                  </a:lnTo>
                  <a:lnTo>
                    <a:pt x="3068" y="978"/>
                  </a:lnTo>
                  <a:lnTo>
                    <a:pt x="3087" y="1054"/>
                  </a:lnTo>
                  <a:lnTo>
                    <a:pt x="3093" y="1132"/>
                  </a:lnTo>
                  <a:lnTo>
                    <a:pt x="3087" y="1212"/>
                  </a:lnTo>
                  <a:lnTo>
                    <a:pt x="3078" y="1252"/>
                  </a:lnTo>
                  <a:lnTo>
                    <a:pt x="3070" y="1280"/>
                  </a:lnTo>
                  <a:lnTo>
                    <a:pt x="3050" y="1334"/>
                  </a:lnTo>
                  <a:lnTo>
                    <a:pt x="3024" y="1384"/>
                  </a:lnTo>
                  <a:lnTo>
                    <a:pt x="2994" y="1430"/>
                  </a:lnTo>
                  <a:lnTo>
                    <a:pt x="2960" y="1472"/>
                  </a:lnTo>
                  <a:lnTo>
                    <a:pt x="2922" y="1509"/>
                  </a:lnTo>
                  <a:lnTo>
                    <a:pt x="2881" y="1542"/>
                  </a:lnTo>
                  <a:lnTo>
                    <a:pt x="2836" y="1570"/>
                  </a:lnTo>
                  <a:lnTo>
                    <a:pt x="2789" y="1593"/>
                  </a:lnTo>
                  <a:lnTo>
                    <a:pt x="2740" y="1611"/>
                  </a:lnTo>
                  <a:lnTo>
                    <a:pt x="2690" y="1623"/>
                  </a:lnTo>
                  <a:lnTo>
                    <a:pt x="2638" y="1630"/>
                  </a:lnTo>
                  <a:lnTo>
                    <a:pt x="2585" y="1631"/>
                  </a:lnTo>
                  <a:lnTo>
                    <a:pt x="2531" y="1626"/>
                  </a:lnTo>
                  <a:lnTo>
                    <a:pt x="2478" y="1614"/>
                  </a:lnTo>
                  <a:lnTo>
                    <a:pt x="2424" y="1597"/>
                  </a:lnTo>
                  <a:lnTo>
                    <a:pt x="2398" y="1585"/>
                  </a:lnTo>
                  <a:lnTo>
                    <a:pt x="2357" y="1566"/>
                  </a:lnTo>
                  <a:lnTo>
                    <a:pt x="2306" y="1539"/>
                  </a:lnTo>
                  <a:lnTo>
                    <a:pt x="2291" y="1524"/>
                  </a:lnTo>
                  <a:lnTo>
                    <a:pt x="2289" y="1514"/>
                  </a:lnTo>
                  <a:lnTo>
                    <a:pt x="2296" y="1498"/>
                  </a:lnTo>
                  <a:lnTo>
                    <a:pt x="2308" y="1485"/>
                  </a:lnTo>
                  <a:lnTo>
                    <a:pt x="2319" y="1473"/>
                  </a:lnTo>
                  <a:lnTo>
                    <a:pt x="2328" y="1453"/>
                  </a:lnTo>
                  <a:lnTo>
                    <a:pt x="2320" y="1421"/>
                  </a:lnTo>
                  <a:lnTo>
                    <a:pt x="2290" y="1365"/>
                  </a:lnTo>
                  <a:lnTo>
                    <a:pt x="2265" y="1322"/>
                  </a:lnTo>
                  <a:lnTo>
                    <a:pt x="2243" y="1284"/>
                  </a:lnTo>
                  <a:lnTo>
                    <a:pt x="2209" y="1232"/>
                  </a:lnTo>
                  <a:lnTo>
                    <a:pt x="2182" y="1202"/>
                  </a:lnTo>
                  <a:lnTo>
                    <a:pt x="2157" y="1189"/>
                  </a:lnTo>
                  <a:lnTo>
                    <a:pt x="2143" y="1187"/>
                  </a:lnTo>
                  <a:lnTo>
                    <a:pt x="2128" y="1185"/>
                  </a:lnTo>
                  <a:lnTo>
                    <a:pt x="2109" y="1178"/>
                  </a:lnTo>
                  <a:lnTo>
                    <a:pt x="2102" y="1161"/>
                  </a:lnTo>
                  <a:lnTo>
                    <a:pt x="2103" y="1126"/>
                  </a:lnTo>
                  <a:lnTo>
                    <a:pt x="2106" y="1098"/>
                  </a:lnTo>
                  <a:lnTo>
                    <a:pt x="2112" y="1062"/>
                  </a:lnTo>
                  <a:lnTo>
                    <a:pt x="2130" y="992"/>
                  </a:lnTo>
                  <a:lnTo>
                    <a:pt x="2157" y="926"/>
                  </a:lnTo>
                  <a:lnTo>
                    <a:pt x="2192" y="865"/>
                  </a:lnTo>
                  <a:lnTo>
                    <a:pt x="2234" y="810"/>
                  </a:lnTo>
                  <a:lnTo>
                    <a:pt x="2283" y="761"/>
                  </a:lnTo>
                  <a:lnTo>
                    <a:pt x="2339" y="719"/>
                  </a:lnTo>
                  <a:lnTo>
                    <a:pt x="2400" y="685"/>
                  </a:lnTo>
                  <a:lnTo>
                    <a:pt x="2433" y="672"/>
                  </a:lnTo>
                  <a:lnTo>
                    <a:pt x="2466" y="663"/>
                  </a:lnTo>
                  <a:lnTo>
                    <a:pt x="2566" y="654"/>
                  </a:lnTo>
                  <a:lnTo>
                    <a:pt x="2628" y="655"/>
                  </a:lnTo>
                  <a:lnTo>
                    <a:pt x="2667" y="657"/>
                  </a:lnTo>
                  <a:lnTo>
                    <a:pt x="2727" y="663"/>
                  </a:lnTo>
                  <a:lnTo>
                    <a:pt x="2774" y="674"/>
                  </a:lnTo>
                  <a:lnTo>
                    <a:pt x="2816" y="692"/>
                  </a:lnTo>
                  <a:lnTo>
                    <a:pt x="2838" y="705"/>
                  </a:lnTo>
                  <a:close/>
                  <a:moveTo>
                    <a:pt x="1785" y="1152"/>
                  </a:moveTo>
                  <a:lnTo>
                    <a:pt x="1785" y="1173"/>
                  </a:lnTo>
                  <a:lnTo>
                    <a:pt x="1789" y="1202"/>
                  </a:lnTo>
                  <a:lnTo>
                    <a:pt x="1802" y="1220"/>
                  </a:lnTo>
                  <a:lnTo>
                    <a:pt x="1828" y="1235"/>
                  </a:lnTo>
                  <a:lnTo>
                    <a:pt x="1848" y="1243"/>
                  </a:lnTo>
                  <a:lnTo>
                    <a:pt x="1876" y="1256"/>
                  </a:lnTo>
                  <a:lnTo>
                    <a:pt x="1939" y="1293"/>
                  </a:lnTo>
                  <a:lnTo>
                    <a:pt x="1965" y="1312"/>
                  </a:lnTo>
                  <a:lnTo>
                    <a:pt x="2020" y="1353"/>
                  </a:lnTo>
                  <a:lnTo>
                    <a:pt x="2078" y="1318"/>
                  </a:lnTo>
                  <a:lnTo>
                    <a:pt x="2124" y="1291"/>
                  </a:lnTo>
                  <a:lnTo>
                    <a:pt x="2140" y="1283"/>
                  </a:lnTo>
                  <a:lnTo>
                    <a:pt x="2152" y="1301"/>
                  </a:lnTo>
                  <a:lnTo>
                    <a:pt x="2185" y="1360"/>
                  </a:lnTo>
                  <a:lnTo>
                    <a:pt x="2207" y="1402"/>
                  </a:lnTo>
                  <a:lnTo>
                    <a:pt x="2215" y="1433"/>
                  </a:lnTo>
                  <a:lnTo>
                    <a:pt x="2209" y="1445"/>
                  </a:lnTo>
                  <a:lnTo>
                    <a:pt x="2201" y="1450"/>
                  </a:lnTo>
                  <a:lnTo>
                    <a:pt x="2172" y="1467"/>
                  </a:lnTo>
                  <a:lnTo>
                    <a:pt x="2143" y="1490"/>
                  </a:lnTo>
                  <a:lnTo>
                    <a:pt x="2129" y="1506"/>
                  </a:lnTo>
                  <a:lnTo>
                    <a:pt x="2117" y="1535"/>
                  </a:lnTo>
                  <a:lnTo>
                    <a:pt x="2111" y="1597"/>
                  </a:lnTo>
                  <a:lnTo>
                    <a:pt x="2111" y="1643"/>
                  </a:lnTo>
                  <a:lnTo>
                    <a:pt x="2111" y="1688"/>
                  </a:lnTo>
                  <a:lnTo>
                    <a:pt x="2113" y="1744"/>
                  </a:lnTo>
                  <a:lnTo>
                    <a:pt x="2123" y="1774"/>
                  </a:lnTo>
                  <a:lnTo>
                    <a:pt x="2146" y="1794"/>
                  </a:lnTo>
                  <a:lnTo>
                    <a:pt x="2165" y="1805"/>
                  </a:lnTo>
                  <a:lnTo>
                    <a:pt x="2186" y="1818"/>
                  </a:lnTo>
                  <a:lnTo>
                    <a:pt x="2215" y="1843"/>
                  </a:lnTo>
                  <a:lnTo>
                    <a:pt x="2218" y="1850"/>
                  </a:lnTo>
                  <a:lnTo>
                    <a:pt x="2212" y="1869"/>
                  </a:lnTo>
                  <a:lnTo>
                    <a:pt x="2164" y="1961"/>
                  </a:lnTo>
                  <a:lnTo>
                    <a:pt x="2141" y="1997"/>
                  </a:lnTo>
                  <a:lnTo>
                    <a:pt x="2137" y="1997"/>
                  </a:lnTo>
                  <a:lnTo>
                    <a:pt x="2102" y="1979"/>
                  </a:lnTo>
                  <a:lnTo>
                    <a:pt x="2078" y="1965"/>
                  </a:lnTo>
                  <a:lnTo>
                    <a:pt x="2016" y="1928"/>
                  </a:lnTo>
                  <a:lnTo>
                    <a:pt x="1971" y="1962"/>
                  </a:lnTo>
                  <a:lnTo>
                    <a:pt x="1921" y="1996"/>
                  </a:lnTo>
                  <a:lnTo>
                    <a:pt x="1856" y="2032"/>
                  </a:lnTo>
                  <a:lnTo>
                    <a:pt x="1834" y="2043"/>
                  </a:lnTo>
                  <a:lnTo>
                    <a:pt x="1806" y="2062"/>
                  </a:lnTo>
                  <a:lnTo>
                    <a:pt x="1790" y="2084"/>
                  </a:lnTo>
                  <a:lnTo>
                    <a:pt x="1783" y="2115"/>
                  </a:lnTo>
                  <a:lnTo>
                    <a:pt x="1781" y="2137"/>
                  </a:lnTo>
                  <a:lnTo>
                    <a:pt x="1776" y="2208"/>
                  </a:lnTo>
                  <a:lnTo>
                    <a:pt x="1693" y="2208"/>
                  </a:lnTo>
                  <a:lnTo>
                    <a:pt x="1610" y="2208"/>
                  </a:lnTo>
                  <a:lnTo>
                    <a:pt x="1605" y="2130"/>
                  </a:lnTo>
                  <a:lnTo>
                    <a:pt x="1603" y="2106"/>
                  </a:lnTo>
                  <a:lnTo>
                    <a:pt x="1597" y="2073"/>
                  </a:lnTo>
                  <a:lnTo>
                    <a:pt x="1586" y="2054"/>
                  </a:lnTo>
                  <a:lnTo>
                    <a:pt x="1564" y="2041"/>
                  </a:lnTo>
                  <a:lnTo>
                    <a:pt x="1548" y="2035"/>
                  </a:lnTo>
                  <a:lnTo>
                    <a:pt x="1524" y="2025"/>
                  </a:lnTo>
                  <a:lnTo>
                    <a:pt x="1464" y="1991"/>
                  </a:lnTo>
                  <a:lnTo>
                    <a:pt x="1438" y="1972"/>
                  </a:lnTo>
                  <a:lnTo>
                    <a:pt x="1380" y="1927"/>
                  </a:lnTo>
                  <a:lnTo>
                    <a:pt x="1316" y="1963"/>
                  </a:lnTo>
                  <a:lnTo>
                    <a:pt x="1293" y="1977"/>
                  </a:lnTo>
                  <a:lnTo>
                    <a:pt x="1267" y="1987"/>
                  </a:lnTo>
                  <a:lnTo>
                    <a:pt x="1254" y="1987"/>
                  </a:lnTo>
                  <a:lnTo>
                    <a:pt x="1236" y="1976"/>
                  </a:lnTo>
                  <a:lnTo>
                    <a:pt x="1210" y="1936"/>
                  </a:lnTo>
                  <a:lnTo>
                    <a:pt x="1193" y="1902"/>
                  </a:lnTo>
                  <a:lnTo>
                    <a:pt x="1178" y="1871"/>
                  </a:lnTo>
                  <a:lnTo>
                    <a:pt x="1174" y="1846"/>
                  </a:lnTo>
                  <a:lnTo>
                    <a:pt x="1180" y="1836"/>
                  </a:lnTo>
                  <a:lnTo>
                    <a:pt x="1186" y="1832"/>
                  </a:lnTo>
                  <a:lnTo>
                    <a:pt x="1215" y="1815"/>
                  </a:lnTo>
                  <a:lnTo>
                    <a:pt x="1244" y="1793"/>
                  </a:lnTo>
                  <a:lnTo>
                    <a:pt x="1257" y="1777"/>
                  </a:lnTo>
                  <a:lnTo>
                    <a:pt x="1270" y="1747"/>
                  </a:lnTo>
                  <a:lnTo>
                    <a:pt x="1277" y="1684"/>
                  </a:lnTo>
                  <a:lnTo>
                    <a:pt x="1278" y="1637"/>
                  </a:lnTo>
                  <a:lnTo>
                    <a:pt x="1280" y="1502"/>
                  </a:lnTo>
                  <a:lnTo>
                    <a:pt x="1223" y="1472"/>
                  </a:lnTo>
                  <a:lnTo>
                    <a:pt x="1201" y="1460"/>
                  </a:lnTo>
                  <a:lnTo>
                    <a:pt x="1171" y="1441"/>
                  </a:lnTo>
                  <a:lnTo>
                    <a:pt x="1168" y="1437"/>
                  </a:lnTo>
                  <a:lnTo>
                    <a:pt x="1175" y="1418"/>
                  </a:lnTo>
                  <a:lnTo>
                    <a:pt x="1222" y="1330"/>
                  </a:lnTo>
                  <a:lnTo>
                    <a:pt x="1238" y="1305"/>
                  </a:lnTo>
                  <a:lnTo>
                    <a:pt x="1243" y="1299"/>
                  </a:lnTo>
                  <a:lnTo>
                    <a:pt x="1256" y="1294"/>
                  </a:lnTo>
                  <a:lnTo>
                    <a:pt x="1286" y="1301"/>
                  </a:lnTo>
                  <a:lnTo>
                    <a:pt x="1318" y="1317"/>
                  </a:lnTo>
                  <a:lnTo>
                    <a:pt x="1380" y="1348"/>
                  </a:lnTo>
                  <a:lnTo>
                    <a:pt x="1435" y="1308"/>
                  </a:lnTo>
                  <a:lnTo>
                    <a:pt x="1460" y="1291"/>
                  </a:lnTo>
                  <a:lnTo>
                    <a:pt x="1520" y="1259"/>
                  </a:lnTo>
                  <a:lnTo>
                    <a:pt x="1546" y="1248"/>
                  </a:lnTo>
                  <a:lnTo>
                    <a:pt x="1564" y="1242"/>
                  </a:lnTo>
                  <a:lnTo>
                    <a:pt x="1587" y="1230"/>
                  </a:lnTo>
                  <a:lnTo>
                    <a:pt x="1598" y="1212"/>
                  </a:lnTo>
                  <a:lnTo>
                    <a:pt x="1601" y="1180"/>
                  </a:lnTo>
                  <a:lnTo>
                    <a:pt x="1601" y="1157"/>
                  </a:lnTo>
                  <a:lnTo>
                    <a:pt x="1601" y="1083"/>
                  </a:lnTo>
                  <a:lnTo>
                    <a:pt x="1693" y="1083"/>
                  </a:lnTo>
                  <a:lnTo>
                    <a:pt x="1785" y="1083"/>
                  </a:lnTo>
                  <a:lnTo>
                    <a:pt x="1785" y="11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609">
              <a:extLst>
                <a:ext uri="{FF2B5EF4-FFF2-40B4-BE49-F238E27FC236}">
                  <a16:creationId xmlns:a16="http://schemas.microsoft.com/office/drawing/2014/main" id="{19DF128D-9A39-DA3D-3288-9E658068B436}"/>
                </a:ext>
              </a:extLst>
            </p:cNvPr>
            <p:cNvSpPr>
              <a:spLocks/>
            </p:cNvSpPr>
            <p:nvPr/>
          </p:nvSpPr>
          <p:spPr bwMode="auto">
            <a:xfrm>
              <a:off x="10874376" y="4970464"/>
              <a:ext cx="34925" cy="33338"/>
            </a:xfrm>
            <a:custGeom>
              <a:avLst/>
              <a:gdLst>
                <a:gd name="T0" fmla="*/ 0 w 84"/>
                <a:gd name="T1" fmla="*/ 42 h 83"/>
                <a:gd name="T2" fmla="*/ 1 w 84"/>
                <a:gd name="T3" fmla="*/ 53 h 83"/>
                <a:gd name="T4" fmla="*/ 5 w 84"/>
                <a:gd name="T5" fmla="*/ 70 h 83"/>
                <a:gd name="T6" fmla="*/ 14 w 84"/>
                <a:gd name="T7" fmla="*/ 79 h 83"/>
                <a:gd name="T8" fmla="*/ 30 w 84"/>
                <a:gd name="T9" fmla="*/ 83 h 83"/>
                <a:gd name="T10" fmla="*/ 42 w 84"/>
                <a:gd name="T11" fmla="*/ 83 h 83"/>
                <a:gd name="T12" fmla="*/ 54 w 84"/>
                <a:gd name="T13" fmla="*/ 83 h 83"/>
                <a:gd name="T14" fmla="*/ 70 w 84"/>
                <a:gd name="T15" fmla="*/ 79 h 83"/>
                <a:gd name="T16" fmla="*/ 80 w 84"/>
                <a:gd name="T17" fmla="*/ 70 h 83"/>
                <a:gd name="T18" fmla="*/ 83 w 84"/>
                <a:gd name="T19" fmla="*/ 53 h 83"/>
                <a:gd name="T20" fmla="*/ 84 w 84"/>
                <a:gd name="T21" fmla="*/ 42 h 83"/>
                <a:gd name="T22" fmla="*/ 83 w 84"/>
                <a:gd name="T23" fmla="*/ 30 h 83"/>
                <a:gd name="T24" fmla="*/ 80 w 84"/>
                <a:gd name="T25" fmla="*/ 14 h 83"/>
                <a:gd name="T26" fmla="*/ 70 w 84"/>
                <a:gd name="T27" fmla="*/ 4 h 83"/>
                <a:gd name="T28" fmla="*/ 54 w 84"/>
                <a:gd name="T29" fmla="*/ 0 h 83"/>
                <a:gd name="T30" fmla="*/ 42 w 84"/>
                <a:gd name="T31" fmla="*/ 0 h 83"/>
                <a:gd name="T32" fmla="*/ 30 w 84"/>
                <a:gd name="T33" fmla="*/ 0 h 83"/>
                <a:gd name="T34" fmla="*/ 14 w 84"/>
                <a:gd name="T35" fmla="*/ 4 h 83"/>
                <a:gd name="T36" fmla="*/ 5 w 84"/>
                <a:gd name="T37" fmla="*/ 14 h 83"/>
                <a:gd name="T38" fmla="*/ 1 w 84"/>
                <a:gd name="T39" fmla="*/ 30 h 83"/>
                <a:gd name="T40" fmla="*/ 0 w 84"/>
                <a:gd name="T41" fmla="*/ 42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 h="83">
                  <a:moveTo>
                    <a:pt x="0" y="42"/>
                  </a:moveTo>
                  <a:lnTo>
                    <a:pt x="1" y="53"/>
                  </a:lnTo>
                  <a:lnTo>
                    <a:pt x="5" y="70"/>
                  </a:lnTo>
                  <a:lnTo>
                    <a:pt x="14" y="79"/>
                  </a:lnTo>
                  <a:lnTo>
                    <a:pt x="30" y="83"/>
                  </a:lnTo>
                  <a:lnTo>
                    <a:pt x="42" y="83"/>
                  </a:lnTo>
                  <a:lnTo>
                    <a:pt x="54" y="83"/>
                  </a:lnTo>
                  <a:lnTo>
                    <a:pt x="70" y="79"/>
                  </a:lnTo>
                  <a:lnTo>
                    <a:pt x="80" y="70"/>
                  </a:lnTo>
                  <a:lnTo>
                    <a:pt x="83" y="53"/>
                  </a:lnTo>
                  <a:lnTo>
                    <a:pt x="84" y="42"/>
                  </a:lnTo>
                  <a:lnTo>
                    <a:pt x="83" y="30"/>
                  </a:lnTo>
                  <a:lnTo>
                    <a:pt x="80" y="14"/>
                  </a:lnTo>
                  <a:lnTo>
                    <a:pt x="70" y="4"/>
                  </a:lnTo>
                  <a:lnTo>
                    <a:pt x="54" y="0"/>
                  </a:lnTo>
                  <a:lnTo>
                    <a:pt x="42" y="0"/>
                  </a:lnTo>
                  <a:lnTo>
                    <a:pt x="30" y="0"/>
                  </a:lnTo>
                  <a:lnTo>
                    <a:pt x="14" y="4"/>
                  </a:lnTo>
                  <a:lnTo>
                    <a:pt x="5" y="14"/>
                  </a:lnTo>
                  <a:lnTo>
                    <a:pt x="1" y="3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610">
              <a:extLst>
                <a:ext uri="{FF2B5EF4-FFF2-40B4-BE49-F238E27FC236}">
                  <a16:creationId xmlns:a16="http://schemas.microsoft.com/office/drawing/2014/main" id="{9FF867A4-9877-C824-9790-CBC74985DEED}"/>
                </a:ext>
              </a:extLst>
            </p:cNvPr>
            <p:cNvSpPr>
              <a:spLocks noEditPoints="1"/>
            </p:cNvSpPr>
            <p:nvPr/>
          </p:nvSpPr>
          <p:spPr bwMode="auto">
            <a:xfrm>
              <a:off x="11099801" y="5018089"/>
              <a:ext cx="176213" cy="169863"/>
            </a:xfrm>
            <a:custGeom>
              <a:avLst/>
              <a:gdLst>
                <a:gd name="T0" fmla="*/ 19 w 433"/>
                <a:gd name="T1" fmla="*/ 20 h 416"/>
                <a:gd name="T2" fmla="*/ 15 w 433"/>
                <a:gd name="T3" fmla="*/ 27 h 416"/>
                <a:gd name="T4" fmla="*/ 7 w 433"/>
                <a:gd name="T5" fmla="*/ 61 h 416"/>
                <a:gd name="T6" fmla="*/ 0 w 433"/>
                <a:gd name="T7" fmla="*/ 142 h 416"/>
                <a:gd name="T8" fmla="*/ 0 w 433"/>
                <a:gd name="T9" fmla="*/ 274 h 416"/>
                <a:gd name="T10" fmla="*/ 7 w 433"/>
                <a:gd name="T11" fmla="*/ 355 h 416"/>
                <a:gd name="T12" fmla="*/ 15 w 433"/>
                <a:gd name="T13" fmla="*/ 389 h 416"/>
                <a:gd name="T14" fmla="*/ 19 w 433"/>
                <a:gd name="T15" fmla="*/ 396 h 416"/>
                <a:gd name="T16" fmla="*/ 27 w 433"/>
                <a:gd name="T17" fmla="*/ 401 h 416"/>
                <a:gd name="T18" fmla="*/ 62 w 433"/>
                <a:gd name="T19" fmla="*/ 409 h 416"/>
                <a:gd name="T20" fmla="*/ 147 w 433"/>
                <a:gd name="T21" fmla="*/ 416 h 416"/>
                <a:gd name="T22" fmla="*/ 285 w 433"/>
                <a:gd name="T23" fmla="*/ 416 h 416"/>
                <a:gd name="T24" fmla="*/ 370 w 433"/>
                <a:gd name="T25" fmla="*/ 409 h 416"/>
                <a:gd name="T26" fmla="*/ 405 w 433"/>
                <a:gd name="T27" fmla="*/ 401 h 416"/>
                <a:gd name="T28" fmla="*/ 413 w 433"/>
                <a:gd name="T29" fmla="*/ 396 h 416"/>
                <a:gd name="T30" fmla="*/ 417 w 433"/>
                <a:gd name="T31" fmla="*/ 390 h 416"/>
                <a:gd name="T32" fmla="*/ 425 w 433"/>
                <a:gd name="T33" fmla="*/ 360 h 416"/>
                <a:gd name="T34" fmla="*/ 432 w 433"/>
                <a:gd name="T35" fmla="*/ 284 h 416"/>
                <a:gd name="T36" fmla="*/ 433 w 433"/>
                <a:gd name="T37" fmla="*/ 208 h 416"/>
                <a:gd name="T38" fmla="*/ 432 w 433"/>
                <a:gd name="T39" fmla="*/ 132 h 416"/>
                <a:gd name="T40" fmla="*/ 425 w 433"/>
                <a:gd name="T41" fmla="*/ 56 h 416"/>
                <a:gd name="T42" fmla="*/ 417 w 433"/>
                <a:gd name="T43" fmla="*/ 26 h 416"/>
                <a:gd name="T44" fmla="*/ 413 w 433"/>
                <a:gd name="T45" fmla="*/ 20 h 416"/>
                <a:gd name="T46" fmla="*/ 406 w 433"/>
                <a:gd name="T47" fmla="*/ 15 h 416"/>
                <a:gd name="T48" fmla="*/ 376 w 433"/>
                <a:gd name="T49" fmla="*/ 7 h 416"/>
                <a:gd name="T50" fmla="*/ 296 w 433"/>
                <a:gd name="T51" fmla="*/ 1 h 416"/>
                <a:gd name="T52" fmla="*/ 216 w 433"/>
                <a:gd name="T53" fmla="*/ 0 h 416"/>
                <a:gd name="T54" fmla="*/ 136 w 433"/>
                <a:gd name="T55" fmla="*/ 1 h 416"/>
                <a:gd name="T56" fmla="*/ 56 w 433"/>
                <a:gd name="T57" fmla="*/ 7 h 416"/>
                <a:gd name="T58" fmla="*/ 26 w 433"/>
                <a:gd name="T59" fmla="*/ 15 h 416"/>
                <a:gd name="T60" fmla="*/ 19 w 433"/>
                <a:gd name="T61" fmla="*/ 20 h 416"/>
                <a:gd name="T62" fmla="*/ 333 w 433"/>
                <a:gd name="T63" fmla="*/ 200 h 416"/>
                <a:gd name="T64" fmla="*/ 333 w 433"/>
                <a:gd name="T65" fmla="*/ 316 h 416"/>
                <a:gd name="T66" fmla="*/ 216 w 433"/>
                <a:gd name="T67" fmla="*/ 316 h 416"/>
                <a:gd name="T68" fmla="*/ 99 w 433"/>
                <a:gd name="T69" fmla="*/ 316 h 416"/>
                <a:gd name="T70" fmla="*/ 99 w 433"/>
                <a:gd name="T71" fmla="*/ 200 h 416"/>
                <a:gd name="T72" fmla="*/ 99 w 433"/>
                <a:gd name="T73" fmla="*/ 83 h 416"/>
                <a:gd name="T74" fmla="*/ 216 w 433"/>
                <a:gd name="T75" fmla="*/ 83 h 416"/>
                <a:gd name="T76" fmla="*/ 333 w 433"/>
                <a:gd name="T77" fmla="*/ 83 h 416"/>
                <a:gd name="T78" fmla="*/ 333 w 433"/>
                <a:gd name="T79" fmla="*/ 200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33" h="416">
                  <a:moveTo>
                    <a:pt x="19" y="20"/>
                  </a:moveTo>
                  <a:lnTo>
                    <a:pt x="15" y="27"/>
                  </a:lnTo>
                  <a:lnTo>
                    <a:pt x="7" y="61"/>
                  </a:lnTo>
                  <a:lnTo>
                    <a:pt x="0" y="142"/>
                  </a:lnTo>
                  <a:lnTo>
                    <a:pt x="0" y="274"/>
                  </a:lnTo>
                  <a:lnTo>
                    <a:pt x="7" y="355"/>
                  </a:lnTo>
                  <a:lnTo>
                    <a:pt x="15" y="389"/>
                  </a:lnTo>
                  <a:lnTo>
                    <a:pt x="19" y="396"/>
                  </a:lnTo>
                  <a:lnTo>
                    <a:pt x="27" y="401"/>
                  </a:lnTo>
                  <a:lnTo>
                    <a:pt x="62" y="409"/>
                  </a:lnTo>
                  <a:lnTo>
                    <a:pt x="147" y="416"/>
                  </a:lnTo>
                  <a:lnTo>
                    <a:pt x="285" y="416"/>
                  </a:lnTo>
                  <a:lnTo>
                    <a:pt x="370" y="409"/>
                  </a:lnTo>
                  <a:lnTo>
                    <a:pt x="405" y="401"/>
                  </a:lnTo>
                  <a:lnTo>
                    <a:pt x="413" y="396"/>
                  </a:lnTo>
                  <a:lnTo>
                    <a:pt x="417" y="390"/>
                  </a:lnTo>
                  <a:lnTo>
                    <a:pt x="425" y="360"/>
                  </a:lnTo>
                  <a:lnTo>
                    <a:pt x="432" y="284"/>
                  </a:lnTo>
                  <a:lnTo>
                    <a:pt x="433" y="208"/>
                  </a:lnTo>
                  <a:lnTo>
                    <a:pt x="432" y="132"/>
                  </a:lnTo>
                  <a:lnTo>
                    <a:pt x="425" y="56"/>
                  </a:lnTo>
                  <a:lnTo>
                    <a:pt x="417" y="26"/>
                  </a:lnTo>
                  <a:lnTo>
                    <a:pt x="413" y="20"/>
                  </a:lnTo>
                  <a:lnTo>
                    <a:pt x="406" y="15"/>
                  </a:lnTo>
                  <a:lnTo>
                    <a:pt x="376" y="7"/>
                  </a:lnTo>
                  <a:lnTo>
                    <a:pt x="296" y="1"/>
                  </a:lnTo>
                  <a:lnTo>
                    <a:pt x="216" y="0"/>
                  </a:lnTo>
                  <a:lnTo>
                    <a:pt x="136" y="1"/>
                  </a:lnTo>
                  <a:lnTo>
                    <a:pt x="56" y="7"/>
                  </a:lnTo>
                  <a:lnTo>
                    <a:pt x="26" y="15"/>
                  </a:lnTo>
                  <a:lnTo>
                    <a:pt x="19" y="20"/>
                  </a:lnTo>
                  <a:close/>
                  <a:moveTo>
                    <a:pt x="333" y="200"/>
                  </a:moveTo>
                  <a:lnTo>
                    <a:pt x="333" y="316"/>
                  </a:lnTo>
                  <a:lnTo>
                    <a:pt x="216" y="316"/>
                  </a:lnTo>
                  <a:lnTo>
                    <a:pt x="99" y="316"/>
                  </a:lnTo>
                  <a:lnTo>
                    <a:pt x="99" y="200"/>
                  </a:lnTo>
                  <a:lnTo>
                    <a:pt x="99" y="83"/>
                  </a:lnTo>
                  <a:lnTo>
                    <a:pt x="216" y="83"/>
                  </a:lnTo>
                  <a:lnTo>
                    <a:pt x="333" y="83"/>
                  </a:lnTo>
                  <a:lnTo>
                    <a:pt x="333" y="2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4" name="Freeform 611">
              <a:extLst>
                <a:ext uri="{FF2B5EF4-FFF2-40B4-BE49-F238E27FC236}">
                  <a16:creationId xmlns:a16="http://schemas.microsoft.com/office/drawing/2014/main" id="{8CB313E8-AD09-FDAF-6537-6A6A7B32200B}"/>
                </a:ext>
              </a:extLst>
            </p:cNvPr>
            <p:cNvSpPr>
              <a:spLocks/>
            </p:cNvSpPr>
            <p:nvPr/>
          </p:nvSpPr>
          <p:spPr bwMode="auto">
            <a:xfrm>
              <a:off x="10874376" y="5038726"/>
              <a:ext cx="34925" cy="33338"/>
            </a:xfrm>
            <a:custGeom>
              <a:avLst/>
              <a:gdLst>
                <a:gd name="T0" fmla="*/ 0 w 84"/>
                <a:gd name="T1" fmla="*/ 41 h 83"/>
                <a:gd name="T2" fmla="*/ 1 w 84"/>
                <a:gd name="T3" fmla="*/ 53 h 83"/>
                <a:gd name="T4" fmla="*/ 5 w 84"/>
                <a:gd name="T5" fmla="*/ 69 h 83"/>
                <a:gd name="T6" fmla="*/ 14 w 84"/>
                <a:gd name="T7" fmla="*/ 79 h 83"/>
                <a:gd name="T8" fmla="*/ 30 w 84"/>
                <a:gd name="T9" fmla="*/ 83 h 83"/>
                <a:gd name="T10" fmla="*/ 42 w 84"/>
                <a:gd name="T11" fmla="*/ 83 h 83"/>
                <a:gd name="T12" fmla="*/ 54 w 84"/>
                <a:gd name="T13" fmla="*/ 83 h 83"/>
                <a:gd name="T14" fmla="*/ 70 w 84"/>
                <a:gd name="T15" fmla="*/ 79 h 83"/>
                <a:gd name="T16" fmla="*/ 80 w 84"/>
                <a:gd name="T17" fmla="*/ 69 h 83"/>
                <a:gd name="T18" fmla="*/ 83 w 84"/>
                <a:gd name="T19" fmla="*/ 53 h 83"/>
                <a:gd name="T20" fmla="*/ 84 w 84"/>
                <a:gd name="T21" fmla="*/ 41 h 83"/>
                <a:gd name="T22" fmla="*/ 83 w 84"/>
                <a:gd name="T23" fmla="*/ 30 h 83"/>
                <a:gd name="T24" fmla="*/ 80 w 84"/>
                <a:gd name="T25" fmla="*/ 13 h 83"/>
                <a:gd name="T26" fmla="*/ 70 w 84"/>
                <a:gd name="T27" fmla="*/ 4 h 83"/>
                <a:gd name="T28" fmla="*/ 54 w 84"/>
                <a:gd name="T29" fmla="*/ 0 h 83"/>
                <a:gd name="T30" fmla="*/ 42 w 84"/>
                <a:gd name="T31" fmla="*/ 0 h 83"/>
                <a:gd name="T32" fmla="*/ 30 w 84"/>
                <a:gd name="T33" fmla="*/ 0 h 83"/>
                <a:gd name="T34" fmla="*/ 14 w 84"/>
                <a:gd name="T35" fmla="*/ 4 h 83"/>
                <a:gd name="T36" fmla="*/ 5 w 84"/>
                <a:gd name="T37" fmla="*/ 13 h 83"/>
                <a:gd name="T38" fmla="*/ 1 w 84"/>
                <a:gd name="T39" fmla="*/ 30 h 83"/>
                <a:gd name="T40" fmla="*/ 0 w 84"/>
                <a:gd name="T41" fmla="*/ 4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 h="83">
                  <a:moveTo>
                    <a:pt x="0" y="41"/>
                  </a:moveTo>
                  <a:lnTo>
                    <a:pt x="1" y="53"/>
                  </a:lnTo>
                  <a:lnTo>
                    <a:pt x="5" y="69"/>
                  </a:lnTo>
                  <a:lnTo>
                    <a:pt x="14" y="79"/>
                  </a:lnTo>
                  <a:lnTo>
                    <a:pt x="30" y="83"/>
                  </a:lnTo>
                  <a:lnTo>
                    <a:pt x="42" y="83"/>
                  </a:lnTo>
                  <a:lnTo>
                    <a:pt x="54" y="83"/>
                  </a:lnTo>
                  <a:lnTo>
                    <a:pt x="70" y="79"/>
                  </a:lnTo>
                  <a:lnTo>
                    <a:pt x="80" y="69"/>
                  </a:lnTo>
                  <a:lnTo>
                    <a:pt x="83" y="53"/>
                  </a:lnTo>
                  <a:lnTo>
                    <a:pt x="84" y="41"/>
                  </a:lnTo>
                  <a:lnTo>
                    <a:pt x="83" y="30"/>
                  </a:lnTo>
                  <a:lnTo>
                    <a:pt x="80" y="13"/>
                  </a:lnTo>
                  <a:lnTo>
                    <a:pt x="70" y="4"/>
                  </a:lnTo>
                  <a:lnTo>
                    <a:pt x="54" y="0"/>
                  </a:lnTo>
                  <a:lnTo>
                    <a:pt x="42" y="0"/>
                  </a:lnTo>
                  <a:lnTo>
                    <a:pt x="30" y="0"/>
                  </a:lnTo>
                  <a:lnTo>
                    <a:pt x="14" y="4"/>
                  </a:lnTo>
                  <a:lnTo>
                    <a:pt x="5" y="13"/>
                  </a:lnTo>
                  <a:lnTo>
                    <a:pt x="1" y="30"/>
                  </a:lnTo>
                  <a:lnTo>
                    <a:pt x="0"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5" name="Freeform 612">
              <a:extLst>
                <a:ext uri="{FF2B5EF4-FFF2-40B4-BE49-F238E27FC236}">
                  <a16:creationId xmlns:a16="http://schemas.microsoft.com/office/drawing/2014/main" id="{81176531-EEC3-7EEC-BB30-E45937F890CE}"/>
                </a:ext>
              </a:extLst>
            </p:cNvPr>
            <p:cNvSpPr>
              <a:spLocks/>
            </p:cNvSpPr>
            <p:nvPr/>
          </p:nvSpPr>
          <p:spPr bwMode="auto">
            <a:xfrm>
              <a:off x="10733088" y="5106989"/>
              <a:ext cx="36513" cy="39688"/>
            </a:xfrm>
            <a:custGeom>
              <a:avLst/>
              <a:gdLst>
                <a:gd name="T0" fmla="*/ 5 w 90"/>
                <a:gd name="T1" fmla="*/ 21 h 95"/>
                <a:gd name="T2" fmla="*/ 0 w 90"/>
                <a:gd name="T3" fmla="*/ 37 h 95"/>
                <a:gd name="T4" fmla="*/ 1 w 90"/>
                <a:gd name="T5" fmla="*/ 65 h 95"/>
                <a:gd name="T6" fmla="*/ 15 w 90"/>
                <a:gd name="T7" fmla="*/ 86 h 95"/>
                <a:gd name="T8" fmla="*/ 37 w 90"/>
                <a:gd name="T9" fmla="*/ 95 h 95"/>
                <a:gd name="T10" fmla="*/ 52 w 90"/>
                <a:gd name="T11" fmla="*/ 94 h 95"/>
                <a:gd name="T12" fmla="*/ 62 w 90"/>
                <a:gd name="T13" fmla="*/ 92 h 95"/>
                <a:gd name="T14" fmla="*/ 76 w 90"/>
                <a:gd name="T15" fmla="*/ 86 h 95"/>
                <a:gd name="T16" fmla="*/ 86 w 90"/>
                <a:gd name="T17" fmla="*/ 75 h 95"/>
                <a:gd name="T18" fmla="*/ 90 w 90"/>
                <a:gd name="T19" fmla="*/ 58 h 95"/>
                <a:gd name="T20" fmla="*/ 90 w 90"/>
                <a:gd name="T21" fmla="*/ 47 h 95"/>
                <a:gd name="T22" fmla="*/ 90 w 90"/>
                <a:gd name="T23" fmla="*/ 37 h 95"/>
                <a:gd name="T24" fmla="*/ 86 w 90"/>
                <a:gd name="T25" fmla="*/ 20 h 95"/>
                <a:gd name="T26" fmla="*/ 76 w 90"/>
                <a:gd name="T27" fmla="*/ 9 h 95"/>
                <a:gd name="T28" fmla="*/ 62 w 90"/>
                <a:gd name="T29" fmla="*/ 2 h 95"/>
                <a:gd name="T30" fmla="*/ 52 w 90"/>
                <a:gd name="T31" fmla="*/ 1 h 95"/>
                <a:gd name="T32" fmla="*/ 36 w 90"/>
                <a:gd name="T33" fmla="*/ 0 h 95"/>
                <a:gd name="T34" fmla="*/ 16 w 90"/>
                <a:gd name="T35" fmla="*/ 7 h 95"/>
                <a:gd name="T36" fmla="*/ 7 w 90"/>
                <a:gd name="T37" fmla="*/ 15 h 95"/>
                <a:gd name="T38" fmla="*/ 5 w 90"/>
                <a:gd name="T39" fmla="*/ 2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 h="95">
                  <a:moveTo>
                    <a:pt x="5" y="21"/>
                  </a:moveTo>
                  <a:lnTo>
                    <a:pt x="0" y="37"/>
                  </a:lnTo>
                  <a:lnTo>
                    <a:pt x="1" y="65"/>
                  </a:lnTo>
                  <a:lnTo>
                    <a:pt x="15" y="86"/>
                  </a:lnTo>
                  <a:lnTo>
                    <a:pt x="37" y="95"/>
                  </a:lnTo>
                  <a:lnTo>
                    <a:pt x="52" y="94"/>
                  </a:lnTo>
                  <a:lnTo>
                    <a:pt x="62" y="92"/>
                  </a:lnTo>
                  <a:lnTo>
                    <a:pt x="76" y="86"/>
                  </a:lnTo>
                  <a:lnTo>
                    <a:pt x="86" y="75"/>
                  </a:lnTo>
                  <a:lnTo>
                    <a:pt x="90" y="58"/>
                  </a:lnTo>
                  <a:lnTo>
                    <a:pt x="90" y="47"/>
                  </a:lnTo>
                  <a:lnTo>
                    <a:pt x="90" y="37"/>
                  </a:lnTo>
                  <a:lnTo>
                    <a:pt x="86" y="20"/>
                  </a:lnTo>
                  <a:lnTo>
                    <a:pt x="76" y="9"/>
                  </a:lnTo>
                  <a:lnTo>
                    <a:pt x="62" y="2"/>
                  </a:lnTo>
                  <a:lnTo>
                    <a:pt x="52" y="1"/>
                  </a:lnTo>
                  <a:lnTo>
                    <a:pt x="36" y="0"/>
                  </a:lnTo>
                  <a:lnTo>
                    <a:pt x="16" y="7"/>
                  </a:lnTo>
                  <a:lnTo>
                    <a:pt x="7" y="15"/>
                  </a:lnTo>
                  <a:lnTo>
                    <a:pt x="5"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6" name="Freeform 613">
              <a:extLst>
                <a:ext uri="{FF2B5EF4-FFF2-40B4-BE49-F238E27FC236}">
                  <a16:creationId xmlns:a16="http://schemas.microsoft.com/office/drawing/2014/main" id="{C0B88E83-82A3-9502-3622-0F2AB304F5EC}"/>
                </a:ext>
              </a:extLst>
            </p:cNvPr>
            <p:cNvSpPr>
              <a:spLocks/>
            </p:cNvSpPr>
            <p:nvPr/>
          </p:nvSpPr>
          <p:spPr bwMode="auto">
            <a:xfrm>
              <a:off x="10807701" y="5106989"/>
              <a:ext cx="33338" cy="39688"/>
            </a:xfrm>
            <a:custGeom>
              <a:avLst/>
              <a:gdLst>
                <a:gd name="T0" fmla="*/ 0 w 81"/>
                <a:gd name="T1" fmla="*/ 47 h 98"/>
                <a:gd name="T2" fmla="*/ 0 w 81"/>
                <a:gd name="T3" fmla="*/ 62 h 98"/>
                <a:gd name="T4" fmla="*/ 3 w 81"/>
                <a:gd name="T5" fmla="*/ 83 h 98"/>
                <a:gd name="T6" fmla="*/ 13 w 81"/>
                <a:gd name="T7" fmla="*/ 94 h 98"/>
                <a:gd name="T8" fmla="*/ 30 w 81"/>
                <a:gd name="T9" fmla="*/ 98 h 98"/>
                <a:gd name="T10" fmla="*/ 43 w 81"/>
                <a:gd name="T11" fmla="*/ 98 h 98"/>
                <a:gd name="T12" fmla="*/ 56 w 81"/>
                <a:gd name="T13" fmla="*/ 98 h 98"/>
                <a:gd name="T14" fmla="*/ 72 w 81"/>
                <a:gd name="T15" fmla="*/ 94 h 98"/>
                <a:gd name="T16" fmla="*/ 80 w 81"/>
                <a:gd name="T17" fmla="*/ 84 h 98"/>
                <a:gd name="T18" fmla="*/ 81 w 81"/>
                <a:gd name="T19" fmla="*/ 66 h 98"/>
                <a:gd name="T20" fmla="*/ 80 w 81"/>
                <a:gd name="T21" fmla="*/ 52 h 98"/>
                <a:gd name="T22" fmla="*/ 78 w 81"/>
                <a:gd name="T23" fmla="*/ 40 h 98"/>
                <a:gd name="T24" fmla="*/ 72 w 81"/>
                <a:gd name="T25" fmla="*/ 23 h 98"/>
                <a:gd name="T26" fmla="*/ 62 w 81"/>
                <a:gd name="T27" fmla="*/ 10 h 98"/>
                <a:gd name="T28" fmla="*/ 48 w 81"/>
                <a:gd name="T29" fmla="*/ 3 h 98"/>
                <a:gd name="T30" fmla="*/ 38 w 81"/>
                <a:gd name="T31" fmla="*/ 2 h 98"/>
                <a:gd name="T32" fmla="*/ 26 w 81"/>
                <a:gd name="T33" fmla="*/ 0 h 98"/>
                <a:gd name="T34" fmla="*/ 11 w 81"/>
                <a:gd name="T35" fmla="*/ 2 h 98"/>
                <a:gd name="T36" fmla="*/ 3 w 81"/>
                <a:gd name="T37" fmla="*/ 12 h 98"/>
                <a:gd name="T38" fmla="*/ 0 w 81"/>
                <a:gd name="T39" fmla="*/ 32 h 98"/>
                <a:gd name="T40" fmla="*/ 0 w 81"/>
                <a:gd name="T41" fmla="*/ 47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1" h="98">
                  <a:moveTo>
                    <a:pt x="0" y="47"/>
                  </a:moveTo>
                  <a:lnTo>
                    <a:pt x="0" y="62"/>
                  </a:lnTo>
                  <a:lnTo>
                    <a:pt x="3" y="83"/>
                  </a:lnTo>
                  <a:lnTo>
                    <a:pt x="13" y="94"/>
                  </a:lnTo>
                  <a:lnTo>
                    <a:pt x="30" y="98"/>
                  </a:lnTo>
                  <a:lnTo>
                    <a:pt x="43" y="98"/>
                  </a:lnTo>
                  <a:lnTo>
                    <a:pt x="56" y="98"/>
                  </a:lnTo>
                  <a:lnTo>
                    <a:pt x="72" y="94"/>
                  </a:lnTo>
                  <a:lnTo>
                    <a:pt x="80" y="84"/>
                  </a:lnTo>
                  <a:lnTo>
                    <a:pt x="81" y="66"/>
                  </a:lnTo>
                  <a:lnTo>
                    <a:pt x="80" y="52"/>
                  </a:lnTo>
                  <a:lnTo>
                    <a:pt x="78" y="40"/>
                  </a:lnTo>
                  <a:lnTo>
                    <a:pt x="72" y="23"/>
                  </a:lnTo>
                  <a:lnTo>
                    <a:pt x="62" y="10"/>
                  </a:lnTo>
                  <a:lnTo>
                    <a:pt x="48" y="3"/>
                  </a:lnTo>
                  <a:lnTo>
                    <a:pt x="38" y="2"/>
                  </a:lnTo>
                  <a:lnTo>
                    <a:pt x="26" y="0"/>
                  </a:lnTo>
                  <a:lnTo>
                    <a:pt x="11" y="2"/>
                  </a:lnTo>
                  <a:lnTo>
                    <a:pt x="3" y="12"/>
                  </a:lnTo>
                  <a:lnTo>
                    <a:pt x="0" y="32"/>
                  </a:lnTo>
                  <a:lnTo>
                    <a:pt x="0" y="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7" name="Freeform 614">
              <a:extLst>
                <a:ext uri="{FF2B5EF4-FFF2-40B4-BE49-F238E27FC236}">
                  <a16:creationId xmlns:a16="http://schemas.microsoft.com/office/drawing/2014/main" id="{BD034C76-F23C-0D95-1221-2D7710ADD8C2}"/>
                </a:ext>
              </a:extLst>
            </p:cNvPr>
            <p:cNvSpPr>
              <a:spLocks/>
            </p:cNvSpPr>
            <p:nvPr/>
          </p:nvSpPr>
          <p:spPr bwMode="auto">
            <a:xfrm>
              <a:off x="10874376" y="5105401"/>
              <a:ext cx="34925" cy="41275"/>
            </a:xfrm>
            <a:custGeom>
              <a:avLst/>
              <a:gdLst>
                <a:gd name="T0" fmla="*/ 0 w 84"/>
                <a:gd name="T1" fmla="*/ 50 h 100"/>
                <a:gd name="T2" fmla="*/ 1 w 84"/>
                <a:gd name="T3" fmla="*/ 65 h 100"/>
                <a:gd name="T4" fmla="*/ 4 w 84"/>
                <a:gd name="T5" fmla="*/ 85 h 100"/>
                <a:gd name="T6" fmla="*/ 13 w 84"/>
                <a:gd name="T7" fmla="*/ 96 h 100"/>
                <a:gd name="T8" fmla="*/ 30 w 84"/>
                <a:gd name="T9" fmla="*/ 100 h 100"/>
                <a:gd name="T10" fmla="*/ 42 w 84"/>
                <a:gd name="T11" fmla="*/ 100 h 100"/>
                <a:gd name="T12" fmla="*/ 54 w 84"/>
                <a:gd name="T13" fmla="*/ 100 h 100"/>
                <a:gd name="T14" fmla="*/ 71 w 84"/>
                <a:gd name="T15" fmla="*/ 96 h 100"/>
                <a:gd name="T16" fmla="*/ 80 w 84"/>
                <a:gd name="T17" fmla="*/ 85 h 100"/>
                <a:gd name="T18" fmla="*/ 83 w 84"/>
                <a:gd name="T19" fmla="*/ 65 h 100"/>
                <a:gd name="T20" fmla="*/ 84 w 84"/>
                <a:gd name="T21" fmla="*/ 50 h 100"/>
                <a:gd name="T22" fmla="*/ 83 w 84"/>
                <a:gd name="T23" fmla="*/ 36 h 100"/>
                <a:gd name="T24" fmla="*/ 80 w 84"/>
                <a:gd name="T25" fmla="*/ 16 h 100"/>
                <a:gd name="T26" fmla="*/ 71 w 84"/>
                <a:gd name="T27" fmla="*/ 5 h 100"/>
                <a:gd name="T28" fmla="*/ 54 w 84"/>
                <a:gd name="T29" fmla="*/ 1 h 100"/>
                <a:gd name="T30" fmla="*/ 42 w 84"/>
                <a:gd name="T31" fmla="*/ 0 h 100"/>
                <a:gd name="T32" fmla="*/ 30 w 84"/>
                <a:gd name="T33" fmla="*/ 1 h 100"/>
                <a:gd name="T34" fmla="*/ 13 w 84"/>
                <a:gd name="T35" fmla="*/ 5 h 100"/>
                <a:gd name="T36" fmla="*/ 4 w 84"/>
                <a:gd name="T37" fmla="*/ 16 h 100"/>
                <a:gd name="T38" fmla="*/ 1 w 84"/>
                <a:gd name="T39" fmla="*/ 36 h 100"/>
                <a:gd name="T40" fmla="*/ 0 w 84"/>
                <a:gd name="T41" fmla="*/ 5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 h="100">
                  <a:moveTo>
                    <a:pt x="0" y="50"/>
                  </a:moveTo>
                  <a:lnTo>
                    <a:pt x="1" y="65"/>
                  </a:lnTo>
                  <a:lnTo>
                    <a:pt x="4" y="85"/>
                  </a:lnTo>
                  <a:lnTo>
                    <a:pt x="13" y="96"/>
                  </a:lnTo>
                  <a:lnTo>
                    <a:pt x="30" y="100"/>
                  </a:lnTo>
                  <a:lnTo>
                    <a:pt x="42" y="100"/>
                  </a:lnTo>
                  <a:lnTo>
                    <a:pt x="54" y="100"/>
                  </a:lnTo>
                  <a:lnTo>
                    <a:pt x="71" y="96"/>
                  </a:lnTo>
                  <a:lnTo>
                    <a:pt x="80" y="85"/>
                  </a:lnTo>
                  <a:lnTo>
                    <a:pt x="83" y="65"/>
                  </a:lnTo>
                  <a:lnTo>
                    <a:pt x="84" y="50"/>
                  </a:lnTo>
                  <a:lnTo>
                    <a:pt x="83" y="36"/>
                  </a:lnTo>
                  <a:lnTo>
                    <a:pt x="80" y="16"/>
                  </a:lnTo>
                  <a:lnTo>
                    <a:pt x="71" y="5"/>
                  </a:lnTo>
                  <a:lnTo>
                    <a:pt x="54" y="1"/>
                  </a:lnTo>
                  <a:lnTo>
                    <a:pt x="42" y="0"/>
                  </a:lnTo>
                  <a:lnTo>
                    <a:pt x="30" y="1"/>
                  </a:lnTo>
                  <a:lnTo>
                    <a:pt x="13" y="5"/>
                  </a:lnTo>
                  <a:lnTo>
                    <a:pt x="4" y="16"/>
                  </a:lnTo>
                  <a:lnTo>
                    <a:pt x="1" y="36"/>
                  </a:lnTo>
                  <a:lnTo>
                    <a:pt x="0"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8" name="Freeform 615">
              <a:extLst>
                <a:ext uri="{FF2B5EF4-FFF2-40B4-BE49-F238E27FC236}">
                  <a16:creationId xmlns:a16="http://schemas.microsoft.com/office/drawing/2014/main" id="{75DF6B32-4C52-B9E3-21BD-A98FE6E65B20}"/>
                </a:ext>
              </a:extLst>
            </p:cNvPr>
            <p:cNvSpPr>
              <a:spLocks/>
            </p:cNvSpPr>
            <p:nvPr/>
          </p:nvSpPr>
          <p:spPr bwMode="auto">
            <a:xfrm>
              <a:off x="10780713" y="5256214"/>
              <a:ext cx="247650" cy="31750"/>
            </a:xfrm>
            <a:custGeom>
              <a:avLst/>
              <a:gdLst>
                <a:gd name="T0" fmla="*/ 3 w 606"/>
                <a:gd name="T1" fmla="*/ 23 h 78"/>
                <a:gd name="T2" fmla="*/ 0 w 606"/>
                <a:gd name="T3" fmla="*/ 35 h 78"/>
                <a:gd name="T4" fmla="*/ 4 w 606"/>
                <a:gd name="T5" fmla="*/ 59 h 78"/>
                <a:gd name="T6" fmla="*/ 10 w 606"/>
                <a:gd name="T7" fmla="*/ 66 h 78"/>
                <a:gd name="T8" fmla="*/ 17 w 606"/>
                <a:gd name="T9" fmla="*/ 69 h 78"/>
                <a:gd name="T10" fmla="*/ 64 w 606"/>
                <a:gd name="T11" fmla="*/ 74 h 78"/>
                <a:gd name="T12" fmla="*/ 194 w 606"/>
                <a:gd name="T13" fmla="*/ 78 h 78"/>
                <a:gd name="T14" fmla="*/ 316 w 606"/>
                <a:gd name="T15" fmla="*/ 78 h 78"/>
                <a:gd name="T16" fmla="*/ 491 w 606"/>
                <a:gd name="T17" fmla="*/ 75 h 78"/>
                <a:gd name="T18" fmla="*/ 589 w 606"/>
                <a:gd name="T19" fmla="*/ 65 h 78"/>
                <a:gd name="T20" fmla="*/ 604 w 606"/>
                <a:gd name="T21" fmla="*/ 55 h 78"/>
                <a:gd name="T22" fmla="*/ 606 w 606"/>
                <a:gd name="T23" fmla="*/ 45 h 78"/>
                <a:gd name="T24" fmla="*/ 606 w 606"/>
                <a:gd name="T25" fmla="*/ 40 h 78"/>
                <a:gd name="T26" fmla="*/ 606 w 606"/>
                <a:gd name="T27" fmla="*/ 34 h 78"/>
                <a:gd name="T28" fmla="*/ 603 w 606"/>
                <a:gd name="T29" fmla="*/ 25 h 78"/>
                <a:gd name="T30" fmla="*/ 589 w 606"/>
                <a:gd name="T31" fmla="*/ 15 h 78"/>
                <a:gd name="T32" fmla="*/ 488 w 606"/>
                <a:gd name="T33" fmla="*/ 5 h 78"/>
                <a:gd name="T34" fmla="*/ 310 w 606"/>
                <a:gd name="T35" fmla="*/ 1 h 78"/>
                <a:gd name="T36" fmla="*/ 143 w 606"/>
                <a:gd name="T37" fmla="*/ 0 h 78"/>
                <a:gd name="T38" fmla="*/ 35 w 606"/>
                <a:gd name="T39" fmla="*/ 6 h 78"/>
                <a:gd name="T40" fmla="*/ 8 w 606"/>
                <a:gd name="T41" fmla="*/ 15 h 78"/>
                <a:gd name="T42" fmla="*/ 3 w 606"/>
                <a:gd name="T43" fmla="*/ 2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6" h="78">
                  <a:moveTo>
                    <a:pt x="3" y="23"/>
                  </a:moveTo>
                  <a:lnTo>
                    <a:pt x="0" y="35"/>
                  </a:lnTo>
                  <a:lnTo>
                    <a:pt x="4" y="59"/>
                  </a:lnTo>
                  <a:lnTo>
                    <a:pt x="10" y="66"/>
                  </a:lnTo>
                  <a:lnTo>
                    <a:pt x="17" y="69"/>
                  </a:lnTo>
                  <a:lnTo>
                    <a:pt x="64" y="74"/>
                  </a:lnTo>
                  <a:lnTo>
                    <a:pt x="194" y="78"/>
                  </a:lnTo>
                  <a:lnTo>
                    <a:pt x="316" y="78"/>
                  </a:lnTo>
                  <a:lnTo>
                    <a:pt x="491" y="75"/>
                  </a:lnTo>
                  <a:lnTo>
                    <a:pt x="589" y="65"/>
                  </a:lnTo>
                  <a:lnTo>
                    <a:pt x="604" y="55"/>
                  </a:lnTo>
                  <a:lnTo>
                    <a:pt x="606" y="45"/>
                  </a:lnTo>
                  <a:lnTo>
                    <a:pt x="606" y="40"/>
                  </a:lnTo>
                  <a:lnTo>
                    <a:pt x="606" y="34"/>
                  </a:lnTo>
                  <a:lnTo>
                    <a:pt x="603" y="25"/>
                  </a:lnTo>
                  <a:lnTo>
                    <a:pt x="589" y="15"/>
                  </a:lnTo>
                  <a:lnTo>
                    <a:pt x="488" y="5"/>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9" name="Freeform 616">
              <a:extLst>
                <a:ext uri="{FF2B5EF4-FFF2-40B4-BE49-F238E27FC236}">
                  <a16:creationId xmlns:a16="http://schemas.microsoft.com/office/drawing/2014/main" id="{6A130655-03B6-10FA-B267-D1C334C23BD5}"/>
                </a:ext>
              </a:extLst>
            </p:cNvPr>
            <p:cNvSpPr>
              <a:spLocks/>
            </p:cNvSpPr>
            <p:nvPr/>
          </p:nvSpPr>
          <p:spPr bwMode="auto">
            <a:xfrm>
              <a:off x="10780713" y="5359401"/>
              <a:ext cx="247650" cy="31750"/>
            </a:xfrm>
            <a:custGeom>
              <a:avLst/>
              <a:gdLst>
                <a:gd name="T0" fmla="*/ 3 w 606"/>
                <a:gd name="T1" fmla="*/ 23 h 78"/>
                <a:gd name="T2" fmla="*/ 0 w 606"/>
                <a:gd name="T3" fmla="*/ 35 h 78"/>
                <a:gd name="T4" fmla="*/ 4 w 606"/>
                <a:gd name="T5" fmla="*/ 59 h 78"/>
                <a:gd name="T6" fmla="*/ 10 w 606"/>
                <a:gd name="T7" fmla="*/ 66 h 78"/>
                <a:gd name="T8" fmla="*/ 17 w 606"/>
                <a:gd name="T9" fmla="*/ 69 h 78"/>
                <a:gd name="T10" fmla="*/ 64 w 606"/>
                <a:gd name="T11" fmla="*/ 74 h 78"/>
                <a:gd name="T12" fmla="*/ 194 w 606"/>
                <a:gd name="T13" fmla="*/ 78 h 78"/>
                <a:gd name="T14" fmla="*/ 316 w 606"/>
                <a:gd name="T15" fmla="*/ 78 h 78"/>
                <a:gd name="T16" fmla="*/ 491 w 606"/>
                <a:gd name="T17" fmla="*/ 75 h 78"/>
                <a:gd name="T18" fmla="*/ 589 w 606"/>
                <a:gd name="T19" fmla="*/ 65 h 78"/>
                <a:gd name="T20" fmla="*/ 604 w 606"/>
                <a:gd name="T21" fmla="*/ 55 h 78"/>
                <a:gd name="T22" fmla="*/ 606 w 606"/>
                <a:gd name="T23" fmla="*/ 45 h 78"/>
                <a:gd name="T24" fmla="*/ 606 w 606"/>
                <a:gd name="T25" fmla="*/ 40 h 78"/>
                <a:gd name="T26" fmla="*/ 606 w 606"/>
                <a:gd name="T27" fmla="*/ 34 h 78"/>
                <a:gd name="T28" fmla="*/ 603 w 606"/>
                <a:gd name="T29" fmla="*/ 25 h 78"/>
                <a:gd name="T30" fmla="*/ 589 w 606"/>
                <a:gd name="T31" fmla="*/ 15 h 78"/>
                <a:gd name="T32" fmla="*/ 488 w 606"/>
                <a:gd name="T33" fmla="*/ 5 h 78"/>
                <a:gd name="T34" fmla="*/ 310 w 606"/>
                <a:gd name="T35" fmla="*/ 1 h 78"/>
                <a:gd name="T36" fmla="*/ 143 w 606"/>
                <a:gd name="T37" fmla="*/ 0 h 78"/>
                <a:gd name="T38" fmla="*/ 35 w 606"/>
                <a:gd name="T39" fmla="*/ 6 h 78"/>
                <a:gd name="T40" fmla="*/ 8 w 606"/>
                <a:gd name="T41" fmla="*/ 15 h 78"/>
                <a:gd name="T42" fmla="*/ 3 w 606"/>
                <a:gd name="T43" fmla="*/ 2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6" h="78">
                  <a:moveTo>
                    <a:pt x="3" y="23"/>
                  </a:moveTo>
                  <a:lnTo>
                    <a:pt x="0" y="35"/>
                  </a:lnTo>
                  <a:lnTo>
                    <a:pt x="4" y="59"/>
                  </a:lnTo>
                  <a:lnTo>
                    <a:pt x="10" y="66"/>
                  </a:lnTo>
                  <a:lnTo>
                    <a:pt x="17" y="69"/>
                  </a:lnTo>
                  <a:lnTo>
                    <a:pt x="64" y="74"/>
                  </a:lnTo>
                  <a:lnTo>
                    <a:pt x="194" y="78"/>
                  </a:lnTo>
                  <a:lnTo>
                    <a:pt x="316" y="78"/>
                  </a:lnTo>
                  <a:lnTo>
                    <a:pt x="491" y="75"/>
                  </a:lnTo>
                  <a:lnTo>
                    <a:pt x="589" y="65"/>
                  </a:lnTo>
                  <a:lnTo>
                    <a:pt x="604" y="55"/>
                  </a:lnTo>
                  <a:lnTo>
                    <a:pt x="606" y="45"/>
                  </a:lnTo>
                  <a:lnTo>
                    <a:pt x="606" y="40"/>
                  </a:lnTo>
                  <a:lnTo>
                    <a:pt x="606" y="34"/>
                  </a:lnTo>
                  <a:lnTo>
                    <a:pt x="603" y="25"/>
                  </a:lnTo>
                  <a:lnTo>
                    <a:pt x="589" y="15"/>
                  </a:lnTo>
                  <a:lnTo>
                    <a:pt x="488" y="5"/>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0" name="Freeform 617">
              <a:extLst>
                <a:ext uri="{FF2B5EF4-FFF2-40B4-BE49-F238E27FC236}">
                  <a16:creationId xmlns:a16="http://schemas.microsoft.com/office/drawing/2014/main" id="{EE3464FA-B524-02B7-7875-AA5FC9668C37}"/>
                </a:ext>
              </a:extLst>
            </p:cNvPr>
            <p:cNvSpPr>
              <a:spLocks/>
            </p:cNvSpPr>
            <p:nvPr/>
          </p:nvSpPr>
          <p:spPr bwMode="auto">
            <a:xfrm>
              <a:off x="10780713" y="5461001"/>
              <a:ext cx="247650" cy="31750"/>
            </a:xfrm>
            <a:custGeom>
              <a:avLst/>
              <a:gdLst>
                <a:gd name="T0" fmla="*/ 3 w 606"/>
                <a:gd name="T1" fmla="*/ 23 h 78"/>
                <a:gd name="T2" fmla="*/ 0 w 606"/>
                <a:gd name="T3" fmla="*/ 35 h 78"/>
                <a:gd name="T4" fmla="*/ 4 w 606"/>
                <a:gd name="T5" fmla="*/ 59 h 78"/>
                <a:gd name="T6" fmla="*/ 10 w 606"/>
                <a:gd name="T7" fmla="*/ 66 h 78"/>
                <a:gd name="T8" fmla="*/ 17 w 606"/>
                <a:gd name="T9" fmla="*/ 69 h 78"/>
                <a:gd name="T10" fmla="*/ 64 w 606"/>
                <a:gd name="T11" fmla="*/ 74 h 78"/>
                <a:gd name="T12" fmla="*/ 194 w 606"/>
                <a:gd name="T13" fmla="*/ 78 h 78"/>
                <a:gd name="T14" fmla="*/ 316 w 606"/>
                <a:gd name="T15" fmla="*/ 78 h 78"/>
                <a:gd name="T16" fmla="*/ 491 w 606"/>
                <a:gd name="T17" fmla="*/ 75 h 78"/>
                <a:gd name="T18" fmla="*/ 589 w 606"/>
                <a:gd name="T19" fmla="*/ 65 h 78"/>
                <a:gd name="T20" fmla="*/ 604 w 606"/>
                <a:gd name="T21" fmla="*/ 55 h 78"/>
                <a:gd name="T22" fmla="*/ 606 w 606"/>
                <a:gd name="T23" fmla="*/ 45 h 78"/>
                <a:gd name="T24" fmla="*/ 606 w 606"/>
                <a:gd name="T25" fmla="*/ 40 h 78"/>
                <a:gd name="T26" fmla="*/ 606 w 606"/>
                <a:gd name="T27" fmla="*/ 34 h 78"/>
                <a:gd name="T28" fmla="*/ 603 w 606"/>
                <a:gd name="T29" fmla="*/ 25 h 78"/>
                <a:gd name="T30" fmla="*/ 589 w 606"/>
                <a:gd name="T31" fmla="*/ 15 h 78"/>
                <a:gd name="T32" fmla="*/ 488 w 606"/>
                <a:gd name="T33" fmla="*/ 5 h 78"/>
                <a:gd name="T34" fmla="*/ 310 w 606"/>
                <a:gd name="T35" fmla="*/ 1 h 78"/>
                <a:gd name="T36" fmla="*/ 143 w 606"/>
                <a:gd name="T37" fmla="*/ 0 h 78"/>
                <a:gd name="T38" fmla="*/ 35 w 606"/>
                <a:gd name="T39" fmla="*/ 6 h 78"/>
                <a:gd name="T40" fmla="*/ 8 w 606"/>
                <a:gd name="T41" fmla="*/ 15 h 78"/>
                <a:gd name="T42" fmla="*/ 3 w 606"/>
                <a:gd name="T43" fmla="*/ 2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6" h="78">
                  <a:moveTo>
                    <a:pt x="3" y="23"/>
                  </a:moveTo>
                  <a:lnTo>
                    <a:pt x="0" y="35"/>
                  </a:lnTo>
                  <a:lnTo>
                    <a:pt x="4" y="59"/>
                  </a:lnTo>
                  <a:lnTo>
                    <a:pt x="10" y="66"/>
                  </a:lnTo>
                  <a:lnTo>
                    <a:pt x="17" y="69"/>
                  </a:lnTo>
                  <a:lnTo>
                    <a:pt x="64" y="74"/>
                  </a:lnTo>
                  <a:lnTo>
                    <a:pt x="194" y="78"/>
                  </a:lnTo>
                  <a:lnTo>
                    <a:pt x="316" y="78"/>
                  </a:lnTo>
                  <a:lnTo>
                    <a:pt x="491" y="75"/>
                  </a:lnTo>
                  <a:lnTo>
                    <a:pt x="589" y="65"/>
                  </a:lnTo>
                  <a:lnTo>
                    <a:pt x="604" y="55"/>
                  </a:lnTo>
                  <a:lnTo>
                    <a:pt x="606" y="45"/>
                  </a:lnTo>
                  <a:lnTo>
                    <a:pt x="606" y="40"/>
                  </a:lnTo>
                  <a:lnTo>
                    <a:pt x="606" y="34"/>
                  </a:lnTo>
                  <a:lnTo>
                    <a:pt x="603" y="25"/>
                  </a:lnTo>
                  <a:lnTo>
                    <a:pt x="589" y="15"/>
                  </a:lnTo>
                  <a:lnTo>
                    <a:pt x="488" y="5"/>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1" name="Freeform 618">
              <a:extLst>
                <a:ext uri="{FF2B5EF4-FFF2-40B4-BE49-F238E27FC236}">
                  <a16:creationId xmlns:a16="http://schemas.microsoft.com/office/drawing/2014/main" id="{99812876-966D-61C0-1370-066DD7C03BAE}"/>
                </a:ext>
              </a:extLst>
            </p:cNvPr>
            <p:cNvSpPr>
              <a:spLocks/>
            </p:cNvSpPr>
            <p:nvPr/>
          </p:nvSpPr>
          <p:spPr bwMode="auto">
            <a:xfrm>
              <a:off x="10780713" y="5562601"/>
              <a:ext cx="250825" cy="34925"/>
            </a:xfrm>
            <a:custGeom>
              <a:avLst/>
              <a:gdLst>
                <a:gd name="T0" fmla="*/ 3 w 613"/>
                <a:gd name="T1" fmla="*/ 23 h 83"/>
                <a:gd name="T2" fmla="*/ 0 w 613"/>
                <a:gd name="T3" fmla="*/ 35 h 83"/>
                <a:gd name="T4" fmla="*/ 4 w 613"/>
                <a:gd name="T5" fmla="*/ 59 h 83"/>
                <a:gd name="T6" fmla="*/ 10 w 613"/>
                <a:gd name="T7" fmla="*/ 66 h 83"/>
                <a:gd name="T8" fmla="*/ 24 w 613"/>
                <a:gd name="T9" fmla="*/ 71 h 83"/>
                <a:gd name="T10" fmla="*/ 129 w 613"/>
                <a:gd name="T11" fmla="*/ 79 h 83"/>
                <a:gd name="T12" fmla="*/ 297 w 613"/>
                <a:gd name="T13" fmla="*/ 83 h 83"/>
                <a:gd name="T14" fmla="*/ 495 w 613"/>
                <a:gd name="T15" fmla="*/ 83 h 83"/>
                <a:gd name="T16" fmla="*/ 595 w 613"/>
                <a:gd name="T17" fmla="*/ 81 h 83"/>
                <a:gd name="T18" fmla="*/ 599 w 613"/>
                <a:gd name="T19" fmla="*/ 81 h 83"/>
                <a:gd name="T20" fmla="*/ 607 w 613"/>
                <a:gd name="T21" fmla="*/ 76 h 83"/>
                <a:gd name="T22" fmla="*/ 613 w 613"/>
                <a:gd name="T23" fmla="*/ 59 h 83"/>
                <a:gd name="T24" fmla="*/ 611 w 613"/>
                <a:gd name="T25" fmla="*/ 43 h 83"/>
                <a:gd name="T26" fmla="*/ 610 w 613"/>
                <a:gd name="T27" fmla="*/ 30 h 83"/>
                <a:gd name="T28" fmla="*/ 599 w 613"/>
                <a:gd name="T29" fmla="*/ 18 h 83"/>
                <a:gd name="T30" fmla="*/ 582 w 613"/>
                <a:gd name="T31" fmla="*/ 12 h 83"/>
                <a:gd name="T32" fmla="*/ 536 w 613"/>
                <a:gd name="T33" fmla="*/ 7 h 83"/>
                <a:gd name="T34" fmla="*/ 411 w 613"/>
                <a:gd name="T35" fmla="*/ 3 h 83"/>
                <a:gd name="T36" fmla="*/ 310 w 613"/>
                <a:gd name="T37" fmla="*/ 1 h 83"/>
                <a:gd name="T38" fmla="*/ 143 w 613"/>
                <a:gd name="T39" fmla="*/ 0 h 83"/>
                <a:gd name="T40" fmla="*/ 35 w 613"/>
                <a:gd name="T41" fmla="*/ 6 h 83"/>
                <a:gd name="T42" fmla="*/ 8 w 613"/>
                <a:gd name="T43" fmla="*/ 15 h 83"/>
                <a:gd name="T44" fmla="*/ 3 w 613"/>
                <a:gd name="T45" fmla="*/ 2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13" h="83">
                  <a:moveTo>
                    <a:pt x="3" y="23"/>
                  </a:moveTo>
                  <a:lnTo>
                    <a:pt x="0" y="35"/>
                  </a:lnTo>
                  <a:lnTo>
                    <a:pt x="4" y="59"/>
                  </a:lnTo>
                  <a:lnTo>
                    <a:pt x="10" y="66"/>
                  </a:lnTo>
                  <a:lnTo>
                    <a:pt x="24" y="71"/>
                  </a:lnTo>
                  <a:lnTo>
                    <a:pt x="129" y="79"/>
                  </a:lnTo>
                  <a:lnTo>
                    <a:pt x="297" y="83"/>
                  </a:lnTo>
                  <a:lnTo>
                    <a:pt x="495" y="83"/>
                  </a:lnTo>
                  <a:lnTo>
                    <a:pt x="595" y="81"/>
                  </a:lnTo>
                  <a:lnTo>
                    <a:pt x="599" y="81"/>
                  </a:lnTo>
                  <a:lnTo>
                    <a:pt x="607" y="76"/>
                  </a:lnTo>
                  <a:lnTo>
                    <a:pt x="613" y="59"/>
                  </a:lnTo>
                  <a:lnTo>
                    <a:pt x="611" y="43"/>
                  </a:lnTo>
                  <a:lnTo>
                    <a:pt x="610" y="30"/>
                  </a:lnTo>
                  <a:lnTo>
                    <a:pt x="599" y="18"/>
                  </a:lnTo>
                  <a:lnTo>
                    <a:pt x="582" y="12"/>
                  </a:lnTo>
                  <a:lnTo>
                    <a:pt x="536" y="7"/>
                  </a:lnTo>
                  <a:lnTo>
                    <a:pt x="411" y="3"/>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2" name="Freeform 619">
              <a:extLst>
                <a:ext uri="{FF2B5EF4-FFF2-40B4-BE49-F238E27FC236}">
                  <a16:creationId xmlns:a16="http://schemas.microsoft.com/office/drawing/2014/main" id="{99BA45C0-AA99-55F7-C026-069A24BDEA6D}"/>
                </a:ext>
              </a:extLst>
            </p:cNvPr>
            <p:cNvSpPr>
              <a:spLocks noEditPoints="1"/>
            </p:cNvSpPr>
            <p:nvPr/>
          </p:nvSpPr>
          <p:spPr bwMode="auto">
            <a:xfrm>
              <a:off x="11596688" y="5276851"/>
              <a:ext cx="266700" cy="195263"/>
            </a:xfrm>
            <a:custGeom>
              <a:avLst/>
              <a:gdLst>
                <a:gd name="T0" fmla="*/ 335 w 655"/>
                <a:gd name="T1" fmla="*/ 117 h 481"/>
                <a:gd name="T2" fmla="*/ 265 w 655"/>
                <a:gd name="T3" fmla="*/ 167 h 481"/>
                <a:gd name="T4" fmla="*/ 238 w 655"/>
                <a:gd name="T5" fmla="*/ 147 h 481"/>
                <a:gd name="T6" fmla="*/ 216 w 655"/>
                <a:gd name="T7" fmla="*/ 124 h 481"/>
                <a:gd name="T8" fmla="*/ 169 w 655"/>
                <a:gd name="T9" fmla="*/ 101 h 481"/>
                <a:gd name="T10" fmla="*/ 115 w 655"/>
                <a:gd name="T11" fmla="*/ 100 h 481"/>
                <a:gd name="T12" fmla="*/ 64 w 655"/>
                <a:gd name="T13" fmla="*/ 117 h 481"/>
                <a:gd name="T14" fmla="*/ 35 w 655"/>
                <a:gd name="T15" fmla="*/ 143 h 481"/>
                <a:gd name="T16" fmla="*/ 2 w 655"/>
                <a:gd name="T17" fmla="*/ 204 h 481"/>
                <a:gd name="T18" fmla="*/ 1 w 655"/>
                <a:gd name="T19" fmla="*/ 228 h 481"/>
                <a:gd name="T20" fmla="*/ 58 w 655"/>
                <a:gd name="T21" fmla="*/ 316 h 481"/>
                <a:gd name="T22" fmla="*/ 188 w 655"/>
                <a:gd name="T23" fmla="*/ 453 h 481"/>
                <a:gd name="T24" fmla="*/ 227 w 655"/>
                <a:gd name="T25" fmla="*/ 477 h 481"/>
                <a:gd name="T26" fmla="*/ 281 w 655"/>
                <a:gd name="T27" fmla="*/ 478 h 481"/>
                <a:gd name="T28" fmla="*/ 347 w 655"/>
                <a:gd name="T29" fmla="*/ 444 h 481"/>
                <a:gd name="T30" fmla="*/ 485 w 655"/>
                <a:gd name="T31" fmla="*/ 333 h 481"/>
                <a:gd name="T32" fmla="*/ 613 w 655"/>
                <a:gd name="T33" fmla="*/ 212 h 481"/>
                <a:gd name="T34" fmla="*/ 652 w 655"/>
                <a:gd name="T35" fmla="*/ 143 h 481"/>
                <a:gd name="T36" fmla="*/ 651 w 655"/>
                <a:gd name="T37" fmla="*/ 93 h 481"/>
                <a:gd name="T38" fmla="*/ 639 w 655"/>
                <a:gd name="T39" fmla="*/ 61 h 481"/>
                <a:gd name="T40" fmla="*/ 594 w 655"/>
                <a:gd name="T41" fmla="*/ 10 h 481"/>
                <a:gd name="T42" fmla="*/ 529 w 655"/>
                <a:gd name="T43" fmla="*/ 1 h 481"/>
                <a:gd name="T44" fmla="*/ 446 w 655"/>
                <a:gd name="T45" fmla="*/ 32 h 481"/>
                <a:gd name="T46" fmla="*/ 375 w 655"/>
                <a:gd name="T47" fmla="*/ 83 h 481"/>
                <a:gd name="T48" fmla="*/ 575 w 655"/>
                <a:gd name="T49" fmla="*/ 113 h 481"/>
                <a:gd name="T50" fmla="*/ 563 w 655"/>
                <a:gd name="T51" fmla="*/ 146 h 481"/>
                <a:gd name="T52" fmla="*/ 439 w 655"/>
                <a:gd name="T53" fmla="*/ 262 h 481"/>
                <a:gd name="T54" fmla="*/ 333 w 655"/>
                <a:gd name="T55" fmla="*/ 348 h 481"/>
                <a:gd name="T56" fmla="*/ 250 w 655"/>
                <a:gd name="T57" fmla="*/ 396 h 481"/>
                <a:gd name="T58" fmla="*/ 226 w 655"/>
                <a:gd name="T59" fmla="*/ 385 h 481"/>
                <a:gd name="T60" fmla="*/ 134 w 655"/>
                <a:gd name="T61" fmla="*/ 274 h 481"/>
                <a:gd name="T62" fmla="*/ 106 w 655"/>
                <a:gd name="T63" fmla="*/ 214 h 481"/>
                <a:gd name="T64" fmla="*/ 110 w 655"/>
                <a:gd name="T65" fmla="*/ 202 h 481"/>
                <a:gd name="T66" fmla="*/ 138 w 655"/>
                <a:gd name="T67" fmla="*/ 184 h 481"/>
                <a:gd name="T68" fmla="*/ 198 w 655"/>
                <a:gd name="T69" fmla="*/ 209 h 481"/>
                <a:gd name="T70" fmla="*/ 222 w 655"/>
                <a:gd name="T71" fmla="*/ 242 h 481"/>
                <a:gd name="T72" fmla="*/ 262 w 655"/>
                <a:gd name="T73" fmla="*/ 267 h 481"/>
                <a:gd name="T74" fmla="*/ 351 w 655"/>
                <a:gd name="T75" fmla="*/ 211 h 481"/>
                <a:gd name="T76" fmla="*/ 437 w 655"/>
                <a:gd name="T77" fmla="*/ 142 h 481"/>
                <a:gd name="T78" fmla="*/ 531 w 655"/>
                <a:gd name="T79" fmla="*/ 86 h 481"/>
                <a:gd name="T80" fmla="*/ 560 w 655"/>
                <a:gd name="T81" fmla="*/ 90 h 481"/>
                <a:gd name="T82" fmla="*/ 573 w 655"/>
                <a:gd name="T83" fmla="*/ 108 h 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55" h="481">
                  <a:moveTo>
                    <a:pt x="375" y="83"/>
                  </a:moveTo>
                  <a:lnTo>
                    <a:pt x="335" y="117"/>
                  </a:lnTo>
                  <a:lnTo>
                    <a:pt x="275" y="162"/>
                  </a:lnTo>
                  <a:lnTo>
                    <a:pt x="265" y="167"/>
                  </a:lnTo>
                  <a:lnTo>
                    <a:pt x="260" y="165"/>
                  </a:lnTo>
                  <a:lnTo>
                    <a:pt x="238" y="147"/>
                  </a:lnTo>
                  <a:lnTo>
                    <a:pt x="225" y="133"/>
                  </a:lnTo>
                  <a:lnTo>
                    <a:pt x="216" y="124"/>
                  </a:lnTo>
                  <a:lnTo>
                    <a:pt x="194" y="110"/>
                  </a:lnTo>
                  <a:lnTo>
                    <a:pt x="169" y="101"/>
                  </a:lnTo>
                  <a:lnTo>
                    <a:pt x="142" y="98"/>
                  </a:lnTo>
                  <a:lnTo>
                    <a:pt x="115" y="100"/>
                  </a:lnTo>
                  <a:lnTo>
                    <a:pt x="89" y="106"/>
                  </a:lnTo>
                  <a:lnTo>
                    <a:pt x="64" y="117"/>
                  </a:lnTo>
                  <a:lnTo>
                    <a:pt x="44" y="133"/>
                  </a:lnTo>
                  <a:lnTo>
                    <a:pt x="35" y="143"/>
                  </a:lnTo>
                  <a:lnTo>
                    <a:pt x="21" y="163"/>
                  </a:lnTo>
                  <a:lnTo>
                    <a:pt x="2" y="204"/>
                  </a:lnTo>
                  <a:lnTo>
                    <a:pt x="0" y="218"/>
                  </a:lnTo>
                  <a:lnTo>
                    <a:pt x="1" y="228"/>
                  </a:lnTo>
                  <a:lnTo>
                    <a:pt x="16" y="257"/>
                  </a:lnTo>
                  <a:lnTo>
                    <a:pt x="58" y="316"/>
                  </a:lnTo>
                  <a:lnTo>
                    <a:pt x="134" y="402"/>
                  </a:lnTo>
                  <a:lnTo>
                    <a:pt x="188" y="453"/>
                  </a:lnTo>
                  <a:lnTo>
                    <a:pt x="217" y="473"/>
                  </a:lnTo>
                  <a:lnTo>
                    <a:pt x="227" y="477"/>
                  </a:lnTo>
                  <a:lnTo>
                    <a:pt x="248" y="481"/>
                  </a:lnTo>
                  <a:lnTo>
                    <a:pt x="281" y="478"/>
                  </a:lnTo>
                  <a:lnTo>
                    <a:pt x="304" y="469"/>
                  </a:lnTo>
                  <a:lnTo>
                    <a:pt x="347" y="444"/>
                  </a:lnTo>
                  <a:lnTo>
                    <a:pt x="428" y="381"/>
                  </a:lnTo>
                  <a:lnTo>
                    <a:pt x="485" y="333"/>
                  </a:lnTo>
                  <a:lnTo>
                    <a:pt x="540" y="285"/>
                  </a:lnTo>
                  <a:lnTo>
                    <a:pt x="613" y="212"/>
                  </a:lnTo>
                  <a:lnTo>
                    <a:pt x="642" y="169"/>
                  </a:lnTo>
                  <a:lnTo>
                    <a:pt x="652" y="143"/>
                  </a:lnTo>
                  <a:lnTo>
                    <a:pt x="655" y="118"/>
                  </a:lnTo>
                  <a:lnTo>
                    <a:pt x="651" y="93"/>
                  </a:lnTo>
                  <a:lnTo>
                    <a:pt x="647" y="80"/>
                  </a:lnTo>
                  <a:lnTo>
                    <a:pt x="639" y="61"/>
                  </a:lnTo>
                  <a:lnTo>
                    <a:pt x="619" y="30"/>
                  </a:lnTo>
                  <a:lnTo>
                    <a:pt x="594" y="10"/>
                  </a:lnTo>
                  <a:lnTo>
                    <a:pt x="564" y="0"/>
                  </a:lnTo>
                  <a:lnTo>
                    <a:pt x="529" y="1"/>
                  </a:lnTo>
                  <a:lnTo>
                    <a:pt x="490" y="12"/>
                  </a:lnTo>
                  <a:lnTo>
                    <a:pt x="446" y="32"/>
                  </a:lnTo>
                  <a:lnTo>
                    <a:pt x="400" y="64"/>
                  </a:lnTo>
                  <a:lnTo>
                    <a:pt x="375" y="83"/>
                  </a:lnTo>
                  <a:close/>
                  <a:moveTo>
                    <a:pt x="573" y="108"/>
                  </a:moveTo>
                  <a:lnTo>
                    <a:pt x="575" y="113"/>
                  </a:lnTo>
                  <a:lnTo>
                    <a:pt x="574" y="125"/>
                  </a:lnTo>
                  <a:lnTo>
                    <a:pt x="563" y="146"/>
                  </a:lnTo>
                  <a:lnTo>
                    <a:pt x="520" y="191"/>
                  </a:lnTo>
                  <a:lnTo>
                    <a:pt x="439" y="262"/>
                  </a:lnTo>
                  <a:lnTo>
                    <a:pt x="380" y="312"/>
                  </a:lnTo>
                  <a:lnTo>
                    <a:pt x="333" y="348"/>
                  </a:lnTo>
                  <a:lnTo>
                    <a:pt x="275" y="385"/>
                  </a:lnTo>
                  <a:lnTo>
                    <a:pt x="250" y="396"/>
                  </a:lnTo>
                  <a:lnTo>
                    <a:pt x="243" y="395"/>
                  </a:lnTo>
                  <a:lnTo>
                    <a:pt x="226" y="385"/>
                  </a:lnTo>
                  <a:lnTo>
                    <a:pt x="180" y="336"/>
                  </a:lnTo>
                  <a:lnTo>
                    <a:pt x="134" y="274"/>
                  </a:lnTo>
                  <a:lnTo>
                    <a:pt x="112" y="234"/>
                  </a:lnTo>
                  <a:lnTo>
                    <a:pt x="106" y="214"/>
                  </a:lnTo>
                  <a:lnTo>
                    <a:pt x="107" y="208"/>
                  </a:lnTo>
                  <a:lnTo>
                    <a:pt x="110" y="202"/>
                  </a:lnTo>
                  <a:lnTo>
                    <a:pt x="119" y="191"/>
                  </a:lnTo>
                  <a:lnTo>
                    <a:pt x="138" y="184"/>
                  </a:lnTo>
                  <a:lnTo>
                    <a:pt x="168" y="188"/>
                  </a:lnTo>
                  <a:lnTo>
                    <a:pt x="198" y="209"/>
                  </a:lnTo>
                  <a:lnTo>
                    <a:pt x="210" y="225"/>
                  </a:lnTo>
                  <a:lnTo>
                    <a:pt x="222" y="242"/>
                  </a:lnTo>
                  <a:lnTo>
                    <a:pt x="250" y="264"/>
                  </a:lnTo>
                  <a:lnTo>
                    <a:pt x="262" y="267"/>
                  </a:lnTo>
                  <a:lnTo>
                    <a:pt x="278" y="261"/>
                  </a:lnTo>
                  <a:lnTo>
                    <a:pt x="351" y="211"/>
                  </a:lnTo>
                  <a:lnTo>
                    <a:pt x="397" y="175"/>
                  </a:lnTo>
                  <a:lnTo>
                    <a:pt x="437" y="142"/>
                  </a:lnTo>
                  <a:lnTo>
                    <a:pt x="498" y="100"/>
                  </a:lnTo>
                  <a:lnTo>
                    <a:pt x="531" y="86"/>
                  </a:lnTo>
                  <a:lnTo>
                    <a:pt x="547" y="85"/>
                  </a:lnTo>
                  <a:lnTo>
                    <a:pt x="560" y="90"/>
                  </a:lnTo>
                  <a:lnTo>
                    <a:pt x="570" y="100"/>
                  </a:lnTo>
                  <a:lnTo>
                    <a:pt x="573"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3" name="Freeform 620">
              <a:extLst>
                <a:ext uri="{FF2B5EF4-FFF2-40B4-BE49-F238E27FC236}">
                  <a16:creationId xmlns:a16="http://schemas.microsoft.com/office/drawing/2014/main" id="{77839DEE-DFC1-DC75-2E2B-8D7C7A11C1E7}"/>
                </a:ext>
              </a:extLst>
            </p:cNvPr>
            <p:cNvSpPr>
              <a:spLocks noEditPoints="1"/>
            </p:cNvSpPr>
            <p:nvPr/>
          </p:nvSpPr>
          <p:spPr bwMode="auto">
            <a:xfrm>
              <a:off x="11245851" y="5461001"/>
              <a:ext cx="234950" cy="234950"/>
            </a:xfrm>
            <a:custGeom>
              <a:avLst/>
              <a:gdLst>
                <a:gd name="T0" fmla="*/ 145 w 575"/>
                <a:gd name="T1" fmla="*/ 41 h 578"/>
                <a:gd name="T2" fmla="*/ 76 w 575"/>
                <a:gd name="T3" fmla="*/ 94 h 578"/>
                <a:gd name="T4" fmla="*/ 29 w 575"/>
                <a:gd name="T5" fmla="*/ 162 h 578"/>
                <a:gd name="T6" fmla="*/ 4 w 575"/>
                <a:gd name="T7" fmla="*/ 239 h 578"/>
                <a:gd name="T8" fmla="*/ 1 w 575"/>
                <a:gd name="T9" fmla="*/ 319 h 578"/>
                <a:gd name="T10" fmla="*/ 20 w 575"/>
                <a:gd name="T11" fmla="*/ 398 h 578"/>
                <a:gd name="T12" fmla="*/ 60 w 575"/>
                <a:gd name="T13" fmla="*/ 468 h 578"/>
                <a:gd name="T14" fmla="*/ 122 w 575"/>
                <a:gd name="T15" fmla="*/ 526 h 578"/>
                <a:gd name="T16" fmla="*/ 182 w 575"/>
                <a:gd name="T17" fmla="*/ 557 h 578"/>
                <a:gd name="T18" fmla="*/ 263 w 575"/>
                <a:gd name="T19" fmla="*/ 577 h 578"/>
                <a:gd name="T20" fmla="*/ 363 w 575"/>
                <a:gd name="T21" fmla="*/ 569 h 578"/>
                <a:gd name="T22" fmla="*/ 449 w 575"/>
                <a:gd name="T23" fmla="*/ 528 h 578"/>
                <a:gd name="T24" fmla="*/ 516 w 575"/>
                <a:gd name="T25" fmla="*/ 462 h 578"/>
                <a:gd name="T26" fmla="*/ 560 w 575"/>
                <a:gd name="T27" fmla="*/ 378 h 578"/>
                <a:gd name="T28" fmla="*/ 575 w 575"/>
                <a:gd name="T29" fmla="*/ 285 h 578"/>
                <a:gd name="T30" fmla="*/ 558 w 575"/>
                <a:gd name="T31" fmla="*/ 190 h 578"/>
                <a:gd name="T32" fmla="*/ 503 w 575"/>
                <a:gd name="T33" fmla="*/ 100 h 578"/>
                <a:gd name="T34" fmla="*/ 465 w 575"/>
                <a:gd name="T35" fmla="*/ 64 h 578"/>
                <a:gd name="T36" fmla="*/ 392 w 575"/>
                <a:gd name="T37" fmla="*/ 19 h 578"/>
                <a:gd name="T38" fmla="*/ 313 w 575"/>
                <a:gd name="T39" fmla="*/ 0 h 578"/>
                <a:gd name="T40" fmla="*/ 230 w 575"/>
                <a:gd name="T41" fmla="*/ 8 h 578"/>
                <a:gd name="T42" fmla="*/ 166 w 575"/>
                <a:gd name="T43" fmla="*/ 31 h 578"/>
                <a:gd name="T44" fmla="*/ 403 w 575"/>
                <a:gd name="T45" fmla="*/ 125 h 578"/>
                <a:gd name="T46" fmla="*/ 455 w 575"/>
                <a:gd name="T47" fmla="*/ 179 h 578"/>
                <a:gd name="T48" fmla="*/ 487 w 575"/>
                <a:gd name="T49" fmla="*/ 288 h 578"/>
                <a:gd name="T50" fmla="*/ 457 w 575"/>
                <a:gd name="T51" fmla="*/ 396 h 578"/>
                <a:gd name="T52" fmla="*/ 384 w 575"/>
                <a:gd name="T53" fmla="*/ 465 h 578"/>
                <a:gd name="T54" fmla="*/ 341 w 575"/>
                <a:gd name="T55" fmla="*/ 482 h 578"/>
                <a:gd name="T56" fmla="*/ 288 w 575"/>
                <a:gd name="T57" fmla="*/ 489 h 578"/>
                <a:gd name="T58" fmla="*/ 219 w 575"/>
                <a:gd name="T59" fmla="*/ 477 h 578"/>
                <a:gd name="T60" fmla="*/ 157 w 575"/>
                <a:gd name="T61" fmla="*/ 444 h 578"/>
                <a:gd name="T62" fmla="*/ 112 w 575"/>
                <a:gd name="T63" fmla="*/ 393 h 578"/>
                <a:gd name="T64" fmla="*/ 92 w 575"/>
                <a:gd name="T65" fmla="*/ 351 h 578"/>
                <a:gd name="T66" fmla="*/ 79 w 575"/>
                <a:gd name="T67" fmla="*/ 272 h 578"/>
                <a:gd name="T68" fmla="*/ 104 w 575"/>
                <a:gd name="T69" fmla="*/ 204 h 578"/>
                <a:gd name="T70" fmla="*/ 141 w 575"/>
                <a:gd name="T71" fmla="*/ 148 h 578"/>
                <a:gd name="T72" fmla="*/ 208 w 575"/>
                <a:gd name="T73" fmla="*/ 100 h 578"/>
                <a:gd name="T74" fmla="*/ 287 w 575"/>
                <a:gd name="T75" fmla="*/ 85 h 578"/>
                <a:gd name="T76" fmla="*/ 369 w 575"/>
                <a:gd name="T77" fmla="*/ 105 h 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75" h="578">
                  <a:moveTo>
                    <a:pt x="166" y="31"/>
                  </a:moveTo>
                  <a:lnTo>
                    <a:pt x="145" y="41"/>
                  </a:lnTo>
                  <a:lnTo>
                    <a:pt x="107" y="65"/>
                  </a:lnTo>
                  <a:lnTo>
                    <a:pt x="76" y="94"/>
                  </a:lnTo>
                  <a:lnTo>
                    <a:pt x="50" y="126"/>
                  </a:lnTo>
                  <a:lnTo>
                    <a:pt x="29" y="162"/>
                  </a:lnTo>
                  <a:lnTo>
                    <a:pt x="14" y="199"/>
                  </a:lnTo>
                  <a:lnTo>
                    <a:pt x="4" y="239"/>
                  </a:lnTo>
                  <a:lnTo>
                    <a:pt x="0" y="279"/>
                  </a:lnTo>
                  <a:lnTo>
                    <a:pt x="1" y="319"/>
                  </a:lnTo>
                  <a:lnTo>
                    <a:pt x="8" y="359"/>
                  </a:lnTo>
                  <a:lnTo>
                    <a:pt x="20" y="398"/>
                  </a:lnTo>
                  <a:lnTo>
                    <a:pt x="38" y="434"/>
                  </a:lnTo>
                  <a:lnTo>
                    <a:pt x="60" y="468"/>
                  </a:lnTo>
                  <a:lnTo>
                    <a:pt x="88" y="499"/>
                  </a:lnTo>
                  <a:lnTo>
                    <a:pt x="122" y="526"/>
                  </a:lnTo>
                  <a:lnTo>
                    <a:pt x="161" y="548"/>
                  </a:lnTo>
                  <a:lnTo>
                    <a:pt x="182" y="557"/>
                  </a:lnTo>
                  <a:lnTo>
                    <a:pt x="210" y="567"/>
                  </a:lnTo>
                  <a:lnTo>
                    <a:pt x="263" y="577"/>
                  </a:lnTo>
                  <a:lnTo>
                    <a:pt x="315" y="578"/>
                  </a:lnTo>
                  <a:lnTo>
                    <a:pt x="363" y="569"/>
                  </a:lnTo>
                  <a:lnTo>
                    <a:pt x="408" y="552"/>
                  </a:lnTo>
                  <a:lnTo>
                    <a:pt x="449" y="528"/>
                  </a:lnTo>
                  <a:lnTo>
                    <a:pt x="485" y="497"/>
                  </a:lnTo>
                  <a:lnTo>
                    <a:pt x="516" y="462"/>
                  </a:lnTo>
                  <a:lnTo>
                    <a:pt x="541" y="422"/>
                  </a:lnTo>
                  <a:lnTo>
                    <a:pt x="560" y="378"/>
                  </a:lnTo>
                  <a:lnTo>
                    <a:pt x="571" y="332"/>
                  </a:lnTo>
                  <a:lnTo>
                    <a:pt x="575" y="285"/>
                  </a:lnTo>
                  <a:lnTo>
                    <a:pt x="571" y="237"/>
                  </a:lnTo>
                  <a:lnTo>
                    <a:pt x="558" y="190"/>
                  </a:lnTo>
                  <a:lnTo>
                    <a:pt x="536" y="143"/>
                  </a:lnTo>
                  <a:lnTo>
                    <a:pt x="503" y="100"/>
                  </a:lnTo>
                  <a:lnTo>
                    <a:pt x="482" y="79"/>
                  </a:lnTo>
                  <a:lnTo>
                    <a:pt x="465" y="64"/>
                  </a:lnTo>
                  <a:lnTo>
                    <a:pt x="429" y="38"/>
                  </a:lnTo>
                  <a:lnTo>
                    <a:pt x="392" y="19"/>
                  </a:lnTo>
                  <a:lnTo>
                    <a:pt x="353" y="7"/>
                  </a:lnTo>
                  <a:lnTo>
                    <a:pt x="313" y="0"/>
                  </a:lnTo>
                  <a:lnTo>
                    <a:pt x="272" y="1"/>
                  </a:lnTo>
                  <a:lnTo>
                    <a:pt x="230" y="8"/>
                  </a:lnTo>
                  <a:lnTo>
                    <a:pt x="187" y="21"/>
                  </a:lnTo>
                  <a:lnTo>
                    <a:pt x="166" y="31"/>
                  </a:lnTo>
                  <a:close/>
                  <a:moveTo>
                    <a:pt x="389" y="116"/>
                  </a:moveTo>
                  <a:lnTo>
                    <a:pt x="403" y="125"/>
                  </a:lnTo>
                  <a:lnTo>
                    <a:pt x="427" y="145"/>
                  </a:lnTo>
                  <a:lnTo>
                    <a:pt x="455" y="179"/>
                  </a:lnTo>
                  <a:lnTo>
                    <a:pt x="479" y="232"/>
                  </a:lnTo>
                  <a:lnTo>
                    <a:pt x="487" y="288"/>
                  </a:lnTo>
                  <a:lnTo>
                    <a:pt x="479" y="344"/>
                  </a:lnTo>
                  <a:lnTo>
                    <a:pt x="457" y="396"/>
                  </a:lnTo>
                  <a:lnTo>
                    <a:pt x="421" y="440"/>
                  </a:lnTo>
                  <a:lnTo>
                    <a:pt x="384" y="465"/>
                  </a:lnTo>
                  <a:lnTo>
                    <a:pt x="356" y="478"/>
                  </a:lnTo>
                  <a:lnTo>
                    <a:pt x="341" y="482"/>
                  </a:lnTo>
                  <a:lnTo>
                    <a:pt x="323" y="486"/>
                  </a:lnTo>
                  <a:lnTo>
                    <a:pt x="288" y="489"/>
                  </a:lnTo>
                  <a:lnTo>
                    <a:pt x="253" y="486"/>
                  </a:lnTo>
                  <a:lnTo>
                    <a:pt x="219" y="477"/>
                  </a:lnTo>
                  <a:lnTo>
                    <a:pt x="186" y="463"/>
                  </a:lnTo>
                  <a:lnTo>
                    <a:pt x="157" y="444"/>
                  </a:lnTo>
                  <a:lnTo>
                    <a:pt x="132" y="420"/>
                  </a:lnTo>
                  <a:lnTo>
                    <a:pt x="112" y="393"/>
                  </a:lnTo>
                  <a:lnTo>
                    <a:pt x="104" y="377"/>
                  </a:lnTo>
                  <a:lnTo>
                    <a:pt x="92" y="351"/>
                  </a:lnTo>
                  <a:lnTo>
                    <a:pt x="79" y="309"/>
                  </a:lnTo>
                  <a:lnTo>
                    <a:pt x="79" y="272"/>
                  </a:lnTo>
                  <a:lnTo>
                    <a:pt x="92" y="230"/>
                  </a:lnTo>
                  <a:lnTo>
                    <a:pt x="104" y="204"/>
                  </a:lnTo>
                  <a:lnTo>
                    <a:pt x="115" y="183"/>
                  </a:lnTo>
                  <a:lnTo>
                    <a:pt x="141" y="148"/>
                  </a:lnTo>
                  <a:lnTo>
                    <a:pt x="172" y="120"/>
                  </a:lnTo>
                  <a:lnTo>
                    <a:pt x="208" y="100"/>
                  </a:lnTo>
                  <a:lnTo>
                    <a:pt x="247" y="88"/>
                  </a:lnTo>
                  <a:lnTo>
                    <a:pt x="287" y="85"/>
                  </a:lnTo>
                  <a:lnTo>
                    <a:pt x="328" y="90"/>
                  </a:lnTo>
                  <a:lnTo>
                    <a:pt x="369" y="105"/>
                  </a:lnTo>
                  <a:lnTo>
                    <a:pt x="389" y="1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4" name="Freeform 624">
              <a:extLst>
                <a:ext uri="{FF2B5EF4-FFF2-40B4-BE49-F238E27FC236}">
                  <a16:creationId xmlns:a16="http://schemas.microsoft.com/office/drawing/2014/main" id="{77D6CE29-1B5C-CF92-2901-5F5F3C6A0721}"/>
                </a:ext>
              </a:extLst>
            </p:cNvPr>
            <p:cNvSpPr>
              <a:spLocks noEditPoints="1"/>
            </p:cNvSpPr>
            <p:nvPr/>
          </p:nvSpPr>
          <p:spPr bwMode="auto">
            <a:xfrm>
              <a:off x="10656888" y="5753101"/>
              <a:ext cx="1219200" cy="474663"/>
            </a:xfrm>
            <a:custGeom>
              <a:avLst/>
              <a:gdLst>
                <a:gd name="T0" fmla="*/ 38 w 2983"/>
                <a:gd name="T1" fmla="*/ 54 h 1163"/>
                <a:gd name="T2" fmla="*/ 2 w 2983"/>
                <a:gd name="T3" fmla="*/ 189 h 1163"/>
                <a:gd name="T4" fmla="*/ 5 w 2983"/>
                <a:gd name="T5" fmla="*/ 877 h 1163"/>
                <a:gd name="T6" fmla="*/ 63 w 2983"/>
                <a:gd name="T7" fmla="*/ 1017 h 1163"/>
                <a:gd name="T8" fmla="*/ 243 w 2983"/>
                <a:gd name="T9" fmla="*/ 1032 h 1163"/>
                <a:gd name="T10" fmla="*/ 439 w 2983"/>
                <a:gd name="T11" fmla="*/ 1009 h 1163"/>
                <a:gd name="T12" fmla="*/ 483 w 2983"/>
                <a:gd name="T13" fmla="*/ 949 h 1163"/>
                <a:gd name="T14" fmla="*/ 565 w 2983"/>
                <a:gd name="T15" fmla="*/ 935 h 1163"/>
                <a:gd name="T16" fmla="*/ 1013 w 2983"/>
                <a:gd name="T17" fmla="*/ 1061 h 1163"/>
                <a:gd name="T18" fmla="*/ 1472 w 2983"/>
                <a:gd name="T19" fmla="*/ 1163 h 1163"/>
                <a:gd name="T20" fmla="*/ 1768 w 2983"/>
                <a:gd name="T21" fmla="*/ 1137 h 1163"/>
                <a:gd name="T22" fmla="*/ 2576 w 2983"/>
                <a:gd name="T23" fmla="*/ 634 h 1163"/>
                <a:gd name="T24" fmla="*/ 2955 w 2983"/>
                <a:gd name="T25" fmla="*/ 357 h 1163"/>
                <a:gd name="T26" fmla="*/ 2983 w 2983"/>
                <a:gd name="T27" fmla="*/ 252 h 1163"/>
                <a:gd name="T28" fmla="*/ 2942 w 2983"/>
                <a:gd name="T29" fmla="*/ 138 h 1163"/>
                <a:gd name="T30" fmla="*/ 2845 w 2983"/>
                <a:gd name="T31" fmla="*/ 67 h 1163"/>
                <a:gd name="T32" fmla="*/ 2672 w 2983"/>
                <a:gd name="T33" fmla="*/ 92 h 1163"/>
                <a:gd name="T34" fmla="*/ 1942 w 2983"/>
                <a:gd name="T35" fmla="*/ 464 h 1163"/>
                <a:gd name="T36" fmla="*/ 1869 w 2983"/>
                <a:gd name="T37" fmla="*/ 330 h 1163"/>
                <a:gd name="T38" fmla="*/ 1637 w 2983"/>
                <a:gd name="T39" fmla="*/ 299 h 1163"/>
                <a:gd name="T40" fmla="*/ 1330 w 2983"/>
                <a:gd name="T41" fmla="*/ 246 h 1163"/>
                <a:gd name="T42" fmla="*/ 1014 w 2983"/>
                <a:gd name="T43" fmla="*/ 119 h 1163"/>
                <a:gd name="T44" fmla="*/ 688 w 2983"/>
                <a:gd name="T45" fmla="*/ 66 h 1163"/>
                <a:gd name="T46" fmla="*/ 515 w 2983"/>
                <a:gd name="T47" fmla="*/ 92 h 1163"/>
                <a:gd name="T48" fmla="*/ 454 w 2983"/>
                <a:gd name="T49" fmla="*/ 53 h 1163"/>
                <a:gd name="T50" fmla="*/ 293 w 2983"/>
                <a:gd name="T51" fmla="*/ 2 h 1163"/>
                <a:gd name="T52" fmla="*/ 200 w 2983"/>
                <a:gd name="T53" fmla="*/ 175 h 1163"/>
                <a:gd name="T54" fmla="*/ 165 w 2983"/>
                <a:gd name="T55" fmla="*/ 247 h 1163"/>
                <a:gd name="T56" fmla="*/ 95 w 2983"/>
                <a:gd name="T57" fmla="*/ 227 h 1163"/>
                <a:gd name="T58" fmla="*/ 88 w 2983"/>
                <a:gd name="T59" fmla="*/ 132 h 1163"/>
                <a:gd name="T60" fmla="*/ 167 w 2983"/>
                <a:gd name="T61" fmla="*/ 99 h 1163"/>
                <a:gd name="T62" fmla="*/ 200 w 2983"/>
                <a:gd name="T63" fmla="*/ 175 h 1163"/>
                <a:gd name="T64" fmla="*/ 323 w 2983"/>
                <a:gd name="T65" fmla="*/ 249 h 1163"/>
                <a:gd name="T66" fmla="*/ 283 w 2983"/>
                <a:gd name="T67" fmla="*/ 172 h 1163"/>
                <a:gd name="T68" fmla="*/ 319 w 2983"/>
                <a:gd name="T69" fmla="*/ 100 h 1163"/>
                <a:gd name="T70" fmla="*/ 389 w 2983"/>
                <a:gd name="T71" fmla="*/ 125 h 1163"/>
                <a:gd name="T72" fmla="*/ 941 w 2983"/>
                <a:gd name="T73" fmla="*/ 187 h 1163"/>
                <a:gd name="T74" fmla="*/ 1375 w 2983"/>
                <a:gd name="T75" fmla="*/ 354 h 1163"/>
                <a:gd name="T76" fmla="*/ 1716 w 2983"/>
                <a:gd name="T77" fmla="*/ 383 h 1163"/>
                <a:gd name="T78" fmla="*/ 1836 w 2983"/>
                <a:gd name="T79" fmla="*/ 421 h 1163"/>
                <a:gd name="T80" fmla="*/ 1793 w 2983"/>
                <a:gd name="T81" fmla="*/ 547 h 1163"/>
                <a:gd name="T82" fmla="*/ 1690 w 2983"/>
                <a:gd name="T83" fmla="*/ 613 h 1163"/>
                <a:gd name="T84" fmla="*/ 1033 w 2983"/>
                <a:gd name="T85" fmla="*/ 632 h 1163"/>
                <a:gd name="T86" fmla="*/ 1480 w 2983"/>
                <a:gd name="T87" fmla="*/ 715 h 1163"/>
                <a:gd name="T88" fmla="*/ 1811 w 2983"/>
                <a:gd name="T89" fmla="*/ 653 h 1163"/>
                <a:gd name="T90" fmla="*/ 2152 w 2983"/>
                <a:gd name="T91" fmla="*/ 449 h 1163"/>
                <a:gd name="T92" fmla="*/ 2768 w 2983"/>
                <a:gd name="T93" fmla="*/ 154 h 1163"/>
                <a:gd name="T94" fmla="*/ 2881 w 2983"/>
                <a:gd name="T95" fmla="*/ 194 h 1163"/>
                <a:gd name="T96" fmla="*/ 2870 w 2983"/>
                <a:gd name="T97" fmla="*/ 320 h 1163"/>
                <a:gd name="T98" fmla="*/ 2484 w 2983"/>
                <a:gd name="T99" fmla="*/ 595 h 1163"/>
                <a:gd name="T100" fmla="*/ 1738 w 2983"/>
                <a:gd name="T101" fmla="*/ 1064 h 1163"/>
                <a:gd name="T102" fmla="*/ 1473 w 2983"/>
                <a:gd name="T103" fmla="*/ 1079 h 1163"/>
                <a:gd name="T104" fmla="*/ 915 w 2983"/>
                <a:gd name="T105" fmla="*/ 940 h 1163"/>
                <a:gd name="T106" fmla="*/ 558 w 2983"/>
                <a:gd name="T107" fmla="*/ 846 h 1163"/>
                <a:gd name="T108" fmla="*/ 490 w 2983"/>
                <a:gd name="T109" fmla="*/ 804 h 1163"/>
                <a:gd name="T110" fmla="*/ 483 w 2983"/>
                <a:gd name="T111" fmla="*/ 202 h 1163"/>
                <a:gd name="T112" fmla="*/ 746 w 2983"/>
                <a:gd name="T113" fmla="*/ 152 h 1163"/>
                <a:gd name="T114" fmla="*/ 392 w 2983"/>
                <a:gd name="T115" fmla="*/ 940 h 1163"/>
                <a:gd name="T116" fmla="*/ 83 w 2983"/>
                <a:gd name="T117" fmla="*/ 332 h 1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83" h="1163">
                  <a:moveTo>
                    <a:pt x="100" y="10"/>
                  </a:moveTo>
                  <a:lnTo>
                    <a:pt x="88" y="16"/>
                  </a:lnTo>
                  <a:lnTo>
                    <a:pt x="54" y="40"/>
                  </a:lnTo>
                  <a:lnTo>
                    <a:pt x="38" y="54"/>
                  </a:lnTo>
                  <a:lnTo>
                    <a:pt x="25" y="65"/>
                  </a:lnTo>
                  <a:lnTo>
                    <a:pt x="12" y="90"/>
                  </a:lnTo>
                  <a:lnTo>
                    <a:pt x="7" y="118"/>
                  </a:lnTo>
                  <a:lnTo>
                    <a:pt x="2" y="189"/>
                  </a:lnTo>
                  <a:lnTo>
                    <a:pt x="0" y="370"/>
                  </a:lnTo>
                  <a:lnTo>
                    <a:pt x="0" y="515"/>
                  </a:lnTo>
                  <a:lnTo>
                    <a:pt x="0" y="701"/>
                  </a:lnTo>
                  <a:lnTo>
                    <a:pt x="5" y="877"/>
                  </a:lnTo>
                  <a:lnTo>
                    <a:pt x="16" y="952"/>
                  </a:lnTo>
                  <a:lnTo>
                    <a:pt x="32" y="988"/>
                  </a:lnTo>
                  <a:lnTo>
                    <a:pt x="46" y="1005"/>
                  </a:lnTo>
                  <a:lnTo>
                    <a:pt x="63" y="1017"/>
                  </a:lnTo>
                  <a:lnTo>
                    <a:pt x="85" y="1025"/>
                  </a:lnTo>
                  <a:lnTo>
                    <a:pt x="125" y="1031"/>
                  </a:lnTo>
                  <a:lnTo>
                    <a:pt x="198" y="1032"/>
                  </a:lnTo>
                  <a:lnTo>
                    <a:pt x="243" y="1032"/>
                  </a:lnTo>
                  <a:lnTo>
                    <a:pt x="296" y="1032"/>
                  </a:lnTo>
                  <a:lnTo>
                    <a:pt x="369" y="1029"/>
                  </a:lnTo>
                  <a:lnTo>
                    <a:pt x="413" y="1022"/>
                  </a:lnTo>
                  <a:lnTo>
                    <a:pt x="439" y="1009"/>
                  </a:lnTo>
                  <a:lnTo>
                    <a:pt x="450" y="999"/>
                  </a:lnTo>
                  <a:lnTo>
                    <a:pt x="463" y="984"/>
                  </a:lnTo>
                  <a:lnTo>
                    <a:pt x="481" y="957"/>
                  </a:lnTo>
                  <a:lnTo>
                    <a:pt x="483" y="949"/>
                  </a:lnTo>
                  <a:lnTo>
                    <a:pt x="484" y="942"/>
                  </a:lnTo>
                  <a:lnTo>
                    <a:pt x="498" y="934"/>
                  </a:lnTo>
                  <a:lnTo>
                    <a:pt x="525" y="931"/>
                  </a:lnTo>
                  <a:lnTo>
                    <a:pt x="565" y="935"/>
                  </a:lnTo>
                  <a:lnTo>
                    <a:pt x="647" y="951"/>
                  </a:lnTo>
                  <a:lnTo>
                    <a:pt x="800" y="993"/>
                  </a:lnTo>
                  <a:lnTo>
                    <a:pt x="895" y="1024"/>
                  </a:lnTo>
                  <a:lnTo>
                    <a:pt x="1013" y="1061"/>
                  </a:lnTo>
                  <a:lnTo>
                    <a:pt x="1224" y="1124"/>
                  </a:lnTo>
                  <a:lnTo>
                    <a:pt x="1283" y="1139"/>
                  </a:lnTo>
                  <a:lnTo>
                    <a:pt x="1341" y="1151"/>
                  </a:lnTo>
                  <a:lnTo>
                    <a:pt x="1472" y="1163"/>
                  </a:lnTo>
                  <a:lnTo>
                    <a:pt x="1605" y="1163"/>
                  </a:lnTo>
                  <a:lnTo>
                    <a:pt x="1695" y="1153"/>
                  </a:lnTo>
                  <a:lnTo>
                    <a:pt x="1746" y="1143"/>
                  </a:lnTo>
                  <a:lnTo>
                    <a:pt x="1768" y="1137"/>
                  </a:lnTo>
                  <a:lnTo>
                    <a:pt x="1795" y="1126"/>
                  </a:lnTo>
                  <a:lnTo>
                    <a:pt x="1907" y="1062"/>
                  </a:lnTo>
                  <a:lnTo>
                    <a:pt x="2166" y="902"/>
                  </a:lnTo>
                  <a:lnTo>
                    <a:pt x="2576" y="634"/>
                  </a:lnTo>
                  <a:lnTo>
                    <a:pt x="2825" y="463"/>
                  </a:lnTo>
                  <a:lnTo>
                    <a:pt x="2926" y="387"/>
                  </a:lnTo>
                  <a:lnTo>
                    <a:pt x="2945" y="369"/>
                  </a:lnTo>
                  <a:lnTo>
                    <a:pt x="2955" y="357"/>
                  </a:lnTo>
                  <a:lnTo>
                    <a:pt x="2969" y="331"/>
                  </a:lnTo>
                  <a:lnTo>
                    <a:pt x="2978" y="303"/>
                  </a:lnTo>
                  <a:lnTo>
                    <a:pt x="2983" y="270"/>
                  </a:lnTo>
                  <a:lnTo>
                    <a:pt x="2983" y="252"/>
                  </a:lnTo>
                  <a:lnTo>
                    <a:pt x="2983" y="230"/>
                  </a:lnTo>
                  <a:lnTo>
                    <a:pt x="2978" y="196"/>
                  </a:lnTo>
                  <a:lnTo>
                    <a:pt x="2965" y="167"/>
                  </a:lnTo>
                  <a:lnTo>
                    <a:pt x="2942" y="138"/>
                  </a:lnTo>
                  <a:lnTo>
                    <a:pt x="2925" y="120"/>
                  </a:lnTo>
                  <a:lnTo>
                    <a:pt x="2905" y="101"/>
                  </a:lnTo>
                  <a:lnTo>
                    <a:pt x="2875" y="77"/>
                  </a:lnTo>
                  <a:lnTo>
                    <a:pt x="2845" y="67"/>
                  </a:lnTo>
                  <a:lnTo>
                    <a:pt x="2802" y="68"/>
                  </a:lnTo>
                  <a:lnTo>
                    <a:pt x="2770" y="70"/>
                  </a:lnTo>
                  <a:lnTo>
                    <a:pt x="2740" y="74"/>
                  </a:lnTo>
                  <a:lnTo>
                    <a:pt x="2672" y="92"/>
                  </a:lnTo>
                  <a:lnTo>
                    <a:pt x="2572" y="136"/>
                  </a:lnTo>
                  <a:lnTo>
                    <a:pt x="2418" y="213"/>
                  </a:lnTo>
                  <a:lnTo>
                    <a:pt x="2308" y="270"/>
                  </a:lnTo>
                  <a:lnTo>
                    <a:pt x="1942" y="464"/>
                  </a:lnTo>
                  <a:lnTo>
                    <a:pt x="1925" y="415"/>
                  </a:lnTo>
                  <a:lnTo>
                    <a:pt x="1913" y="381"/>
                  </a:lnTo>
                  <a:lnTo>
                    <a:pt x="1890" y="346"/>
                  </a:lnTo>
                  <a:lnTo>
                    <a:pt x="1869" y="330"/>
                  </a:lnTo>
                  <a:lnTo>
                    <a:pt x="1840" y="318"/>
                  </a:lnTo>
                  <a:lnTo>
                    <a:pt x="1800" y="310"/>
                  </a:lnTo>
                  <a:lnTo>
                    <a:pt x="1717" y="302"/>
                  </a:lnTo>
                  <a:lnTo>
                    <a:pt x="1637" y="299"/>
                  </a:lnTo>
                  <a:lnTo>
                    <a:pt x="1567" y="296"/>
                  </a:lnTo>
                  <a:lnTo>
                    <a:pt x="1471" y="288"/>
                  </a:lnTo>
                  <a:lnTo>
                    <a:pt x="1401" y="273"/>
                  </a:lnTo>
                  <a:lnTo>
                    <a:pt x="1330" y="246"/>
                  </a:lnTo>
                  <a:lnTo>
                    <a:pt x="1283" y="225"/>
                  </a:lnTo>
                  <a:lnTo>
                    <a:pt x="1224" y="199"/>
                  </a:lnTo>
                  <a:lnTo>
                    <a:pt x="1114" y="154"/>
                  </a:lnTo>
                  <a:lnTo>
                    <a:pt x="1014" y="119"/>
                  </a:lnTo>
                  <a:lnTo>
                    <a:pt x="923" y="93"/>
                  </a:lnTo>
                  <a:lnTo>
                    <a:pt x="840" y="76"/>
                  </a:lnTo>
                  <a:lnTo>
                    <a:pt x="762" y="67"/>
                  </a:lnTo>
                  <a:lnTo>
                    <a:pt x="688" y="66"/>
                  </a:lnTo>
                  <a:lnTo>
                    <a:pt x="618" y="73"/>
                  </a:lnTo>
                  <a:lnTo>
                    <a:pt x="583" y="80"/>
                  </a:lnTo>
                  <a:lnTo>
                    <a:pt x="554" y="87"/>
                  </a:lnTo>
                  <a:lnTo>
                    <a:pt x="515" y="92"/>
                  </a:lnTo>
                  <a:lnTo>
                    <a:pt x="492" y="90"/>
                  </a:lnTo>
                  <a:lnTo>
                    <a:pt x="475" y="77"/>
                  </a:lnTo>
                  <a:lnTo>
                    <a:pt x="467" y="67"/>
                  </a:lnTo>
                  <a:lnTo>
                    <a:pt x="454" y="53"/>
                  </a:lnTo>
                  <a:lnTo>
                    <a:pt x="415" y="25"/>
                  </a:lnTo>
                  <a:lnTo>
                    <a:pt x="395" y="17"/>
                  </a:lnTo>
                  <a:lnTo>
                    <a:pt x="372" y="11"/>
                  </a:lnTo>
                  <a:lnTo>
                    <a:pt x="293" y="2"/>
                  </a:lnTo>
                  <a:lnTo>
                    <a:pt x="200" y="0"/>
                  </a:lnTo>
                  <a:lnTo>
                    <a:pt x="122" y="5"/>
                  </a:lnTo>
                  <a:lnTo>
                    <a:pt x="100" y="10"/>
                  </a:lnTo>
                  <a:close/>
                  <a:moveTo>
                    <a:pt x="200" y="175"/>
                  </a:moveTo>
                  <a:lnTo>
                    <a:pt x="200" y="201"/>
                  </a:lnTo>
                  <a:lnTo>
                    <a:pt x="198" y="233"/>
                  </a:lnTo>
                  <a:lnTo>
                    <a:pt x="188" y="246"/>
                  </a:lnTo>
                  <a:lnTo>
                    <a:pt x="165" y="247"/>
                  </a:lnTo>
                  <a:lnTo>
                    <a:pt x="147" y="245"/>
                  </a:lnTo>
                  <a:lnTo>
                    <a:pt x="130" y="243"/>
                  </a:lnTo>
                  <a:lnTo>
                    <a:pt x="108" y="238"/>
                  </a:lnTo>
                  <a:lnTo>
                    <a:pt x="95" y="227"/>
                  </a:lnTo>
                  <a:lnTo>
                    <a:pt x="88" y="208"/>
                  </a:lnTo>
                  <a:lnTo>
                    <a:pt x="87" y="194"/>
                  </a:lnTo>
                  <a:lnTo>
                    <a:pt x="84" y="168"/>
                  </a:lnTo>
                  <a:lnTo>
                    <a:pt x="88" y="132"/>
                  </a:lnTo>
                  <a:lnTo>
                    <a:pt x="102" y="109"/>
                  </a:lnTo>
                  <a:lnTo>
                    <a:pt x="130" y="99"/>
                  </a:lnTo>
                  <a:lnTo>
                    <a:pt x="150" y="99"/>
                  </a:lnTo>
                  <a:lnTo>
                    <a:pt x="167" y="99"/>
                  </a:lnTo>
                  <a:lnTo>
                    <a:pt x="188" y="103"/>
                  </a:lnTo>
                  <a:lnTo>
                    <a:pt x="197" y="117"/>
                  </a:lnTo>
                  <a:lnTo>
                    <a:pt x="200" y="150"/>
                  </a:lnTo>
                  <a:lnTo>
                    <a:pt x="200" y="175"/>
                  </a:lnTo>
                  <a:close/>
                  <a:moveTo>
                    <a:pt x="397" y="177"/>
                  </a:moveTo>
                  <a:lnTo>
                    <a:pt x="402" y="249"/>
                  </a:lnTo>
                  <a:lnTo>
                    <a:pt x="343" y="249"/>
                  </a:lnTo>
                  <a:lnTo>
                    <a:pt x="323" y="249"/>
                  </a:lnTo>
                  <a:lnTo>
                    <a:pt x="297" y="245"/>
                  </a:lnTo>
                  <a:lnTo>
                    <a:pt x="286" y="231"/>
                  </a:lnTo>
                  <a:lnTo>
                    <a:pt x="283" y="198"/>
                  </a:lnTo>
                  <a:lnTo>
                    <a:pt x="283" y="172"/>
                  </a:lnTo>
                  <a:lnTo>
                    <a:pt x="283" y="146"/>
                  </a:lnTo>
                  <a:lnTo>
                    <a:pt x="286" y="115"/>
                  </a:lnTo>
                  <a:lnTo>
                    <a:pt x="296" y="102"/>
                  </a:lnTo>
                  <a:lnTo>
                    <a:pt x="319" y="100"/>
                  </a:lnTo>
                  <a:lnTo>
                    <a:pt x="338" y="102"/>
                  </a:lnTo>
                  <a:lnTo>
                    <a:pt x="356" y="104"/>
                  </a:lnTo>
                  <a:lnTo>
                    <a:pt x="378" y="110"/>
                  </a:lnTo>
                  <a:lnTo>
                    <a:pt x="389" y="125"/>
                  </a:lnTo>
                  <a:lnTo>
                    <a:pt x="395" y="155"/>
                  </a:lnTo>
                  <a:lnTo>
                    <a:pt x="397" y="177"/>
                  </a:lnTo>
                  <a:close/>
                  <a:moveTo>
                    <a:pt x="887" y="174"/>
                  </a:moveTo>
                  <a:lnTo>
                    <a:pt x="941" y="187"/>
                  </a:lnTo>
                  <a:lnTo>
                    <a:pt x="1096" y="240"/>
                  </a:lnTo>
                  <a:lnTo>
                    <a:pt x="1170" y="270"/>
                  </a:lnTo>
                  <a:lnTo>
                    <a:pt x="1256" y="307"/>
                  </a:lnTo>
                  <a:lnTo>
                    <a:pt x="1375" y="354"/>
                  </a:lnTo>
                  <a:lnTo>
                    <a:pt x="1465" y="375"/>
                  </a:lnTo>
                  <a:lnTo>
                    <a:pt x="1561" y="382"/>
                  </a:lnTo>
                  <a:lnTo>
                    <a:pt x="1627" y="382"/>
                  </a:lnTo>
                  <a:lnTo>
                    <a:pt x="1716" y="383"/>
                  </a:lnTo>
                  <a:lnTo>
                    <a:pt x="1789" y="391"/>
                  </a:lnTo>
                  <a:lnTo>
                    <a:pt x="1816" y="401"/>
                  </a:lnTo>
                  <a:lnTo>
                    <a:pt x="1825" y="409"/>
                  </a:lnTo>
                  <a:lnTo>
                    <a:pt x="1836" y="421"/>
                  </a:lnTo>
                  <a:lnTo>
                    <a:pt x="1843" y="451"/>
                  </a:lnTo>
                  <a:lnTo>
                    <a:pt x="1835" y="486"/>
                  </a:lnTo>
                  <a:lnTo>
                    <a:pt x="1811" y="525"/>
                  </a:lnTo>
                  <a:lnTo>
                    <a:pt x="1793" y="547"/>
                  </a:lnTo>
                  <a:lnTo>
                    <a:pt x="1781" y="561"/>
                  </a:lnTo>
                  <a:lnTo>
                    <a:pt x="1755" y="583"/>
                  </a:lnTo>
                  <a:lnTo>
                    <a:pt x="1726" y="600"/>
                  </a:lnTo>
                  <a:lnTo>
                    <a:pt x="1690" y="613"/>
                  </a:lnTo>
                  <a:lnTo>
                    <a:pt x="1615" y="625"/>
                  </a:lnTo>
                  <a:lnTo>
                    <a:pt x="1457" y="632"/>
                  </a:lnTo>
                  <a:lnTo>
                    <a:pt x="1342" y="632"/>
                  </a:lnTo>
                  <a:lnTo>
                    <a:pt x="1033" y="632"/>
                  </a:lnTo>
                  <a:lnTo>
                    <a:pt x="1033" y="674"/>
                  </a:lnTo>
                  <a:lnTo>
                    <a:pt x="1033" y="715"/>
                  </a:lnTo>
                  <a:lnTo>
                    <a:pt x="1358" y="715"/>
                  </a:lnTo>
                  <a:lnTo>
                    <a:pt x="1480" y="715"/>
                  </a:lnTo>
                  <a:lnTo>
                    <a:pt x="1644" y="709"/>
                  </a:lnTo>
                  <a:lnTo>
                    <a:pt x="1721" y="696"/>
                  </a:lnTo>
                  <a:lnTo>
                    <a:pt x="1760" y="683"/>
                  </a:lnTo>
                  <a:lnTo>
                    <a:pt x="1811" y="653"/>
                  </a:lnTo>
                  <a:lnTo>
                    <a:pt x="1847" y="624"/>
                  </a:lnTo>
                  <a:lnTo>
                    <a:pt x="1867" y="609"/>
                  </a:lnTo>
                  <a:lnTo>
                    <a:pt x="1954" y="557"/>
                  </a:lnTo>
                  <a:lnTo>
                    <a:pt x="2152" y="449"/>
                  </a:lnTo>
                  <a:lnTo>
                    <a:pt x="2469" y="287"/>
                  </a:lnTo>
                  <a:lnTo>
                    <a:pt x="2665" y="194"/>
                  </a:lnTo>
                  <a:lnTo>
                    <a:pt x="2749" y="159"/>
                  </a:lnTo>
                  <a:lnTo>
                    <a:pt x="2768" y="154"/>
                  </a:lnTo>
                  <a:lnTo>
                    <a:pt x="2790" y="152"/>
                  </a:lnTo>
                  <a:lnTo>
                    <a:pt x="2828" y="157"/>
                  </a:lnTo>
                  <a:lnTo>
                    <a:pt x="2859" y="172"/>
                  </a:lnTo>
                  <a:lnTo>
                    <a:pt x="2881" y="194"/>
                  </a:lnTo>
                  <a:lnTo>
                    <a:pt x="2894" y="222"/>
                  </a:lnTo>
                  <a:lnTo>
                    <a:pt x="2898" y="254"/>
                  </a:lnTo>
                  <a:lnTo>
                    <a:pt x="2890" y="287"/>
                  </a:lnTo>
                  <a:lnTo>
                    <a:pt x="2870" y="320"/>
                  </a:lnTo>
                  <a:lnTo>
                    <a:pt x="2855" y="335"/>
                  </a:lnTo>
                  <a:lnTo>
                    <a:pt x="2832" y="355"/>
                  </a:lnTo>
                  <a:lnTo>
                    <a:pt x="2727" y="430"/>
                  </a:lnTo>
                  <a:lnTo>
                    <a:pt x="2484" y="595"/>
                  </a:lnTo>
                  <a:lnTo>
                    <a:pt x="2094" y="850"/>
                  </a:lnTo>
                  <a:lnTo>
                    <a:pt x="1856" y="999"/>
                  </a:lnTo>
                  <a:lnTo>
                    <a:pt x="1758" y="1056"/>
                  </a:lnTo>
                  <a:lnTo>
                    <a:pt x="1738" y="1064"/>
                  </a:lnTo>
                  <a:lnTo>
                    <a:pt x="1706" y="1072"/>
                  </a:lnTo>
                  <a:lnTo>
                    <a:pt x="1637" y="1082"/>
                  </a:lnTo>
                  <a:lnTo>
                    <a:pt x="1560" y="1085"/>
                  </a:lnTo>
                  <a:lnTo>
                    <a:pt x="1473" y="1079"/>
                  </a:lnTo>
                  <a:lnTo>
                    <a:pt x="1375" y="1064"/>
                  </a:lnTo>
                  <a:lnTo>
                    <a:pt x="1264" y="1040"/>
                  </a:lnTo>
                  <a:lnTo>
                    <a:pt x="1071" y="989"/>
                  </a:lnTo>
                  <a:lnTo>
                    <a:pt x="915" y="940"/>
                  </a:lnTo>
                  <a:lnTo>
                    <a:pt x="800" y="904"/>
                  </a:lnTo>
                  <a:lnTo>
                    <a:pt x="626" y="854"/>
                  </a:lnTo>
                  <a:lnTo>
                    <a:pt x="595" y="849"/>
                  </a:lnTo>
                  <a:lnTo>
                    <a:pt x="558" y="846"/>
                  </a:lnTo>
                  <a:lnTo>
                    <a:pt x="522" y="839"/>
                  </a:lnTo>
                  <a:lnTo>
                    <a:pt x="508" y="835"/>
                  </a:lnTo>
                  <a:lnTo>
                    <a:pt x="496" y="822"/>
                  </a:lnTo>
                  <a:lnTo>
                    <a:pt x="490" y="804"/>
                  </a:lnTo>
                  <a:lnTo>
                    <a:pt x="485" y="754"/>
                  </a:lnTo>
                  <a:lnTo>
                    <a:pt x="483" y="622"/>
                  </a:lnTo>
                  <a:lnTo>
                    <a:pt x="483" y="515"/>
                  </a:lnTo>
                  <a:lnTo>
                    <a:pt x="483" y="202"/>
                  </a:lnTo>
                  <a:lnTo>
                    <a:pt x="538" y="184"/>
                  </a:lnTo>
                  <a:lnTo>
                    <a:pt x="583" y="170"/>
                  </a:lnTo>
                  <a:lnTo>
                    <a:pt x="665" y="155"/>
                  </a:lnTo>
                  <a:lnTo>
                    <a:pt x="746" y="152"/>
                  </a:lnTo>
                  <a:lnTo>
                    <a:pt x="835" y="163"/>
                  </a:lnTo>
                  <a:lnTo>
                    <a:pt x="887" y="174"/>
                  </a:lnTo>
                  <a:close/>
                  <a:moveTo>
                    <a:pt x="397" y="635"/>
                  </a:moveTo>
                  <a:lnTo>
                    <a:pt x="392" y="940"/>
                  </a:lnTo>
                  <a:lnTo>
                    <a:pt x="242" y="940"/>
                  </a:lnTo>
                  <a:lnTo>
                    <a:pt x="92" y="940"/>
                  </a:lnTo>
                  <a:lnTo>
                    <a:pt x="87" y="635"/>
                  </a:lnTo>
                  <a:lnTo>
                    <a:pt x="83" y="332"/>
                  </a:lnTo>
                  <a:lnTo>
                    <a:pt x="242" y="332"/>
                  </a:lnTo>
                  <a:lnTo>
                    <a:pt x="400" y="332"/>
                  </a:lnTo>
                  <a:lnTo>
                    <a:pt x="397" y="6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55" name="Graphic 4">
            <a:extLst>
              <a:ext uri="{FF2B5EF4-FFF2-40B4-BE49-F238E27FC236}">
                <a16:creationId xmlns:a16="http://schemas.microsoft.com/office/drawing/2014/main" id="{7F96D10C-248D-8058-F60D-9FBA4406753E}"/>
              </a:ext>
            </a:extLst>
          </p:cNvPr>
          <p:cNvGrpSpPr>
            <a:grpSpLocks noChangeAspect="1"/>
          </p:cNvGrpSpPr>
          <p:nvPr/>
        </p:nvGrpSpPr>
        <p:grpSpPr>
          <a:xfrm>
            <a:off x="9436191" y="4664481"/>
            <a:ext cx="480913" cy="480913"/>
            <a:chOff x="5056922" y="-47904"/>
            <a:chExt cx="888382" cy="888382"/>
          </a:xfrm>
          <a:solidFill>
            <a:schemeClr val="bg1"/>
          </a:solidFill>
        </p:grpSpPr>
        <p:sp>
          <p:nvSpPr>
            <p:cNvPr id="56" name="Freeform: Shape 55">
              <a:extLst>
                <a:ext uri="{FF2B5EF4-FFF2-40B4-BE49-F238E27FC236}">
                  <a16:creationId xmlns:a16="http://schemas.microsoft.com/office/drawing/2014/main" id="{E9AABEE6-6ADC-140B-2701-81311D1FF27C}"/>
                </a:ext>
              </a:extLst>
            </p:cNvPr>
            <p:cNvSpPr/>
            <p:nvPr/>
          </p:nvSpPr>
          <p:spPr>
            <a:xfrm>
              <a:off x="5271235" y="697602"/>
              <a:ext cx="85725" cy="85725"/>
            </a:xfrm>
            <a:custGeom>
              <a:avLst/>
              <a:gdLst>
                <a:gd name="csX0" fmla="*/ 42863 w 85725"/>
                <a:gd name="csY0" fmla="*/ 0 h 85725"/>
                <a:gd name="csX1" fmla="*/ 0 w 85725"/>
                <a:gd name="csY1" fmla="*/ 42863 h 85725"/>
                <a:gd name="csX2" fmla="*/ 42863 w 85725"/>
                <a:gd name="csY2" fmla="*/ 85725 h 85725"/>
                <a:gd name="csX3" fmla="*/ 85725 w 85725"/>
                <a:gd name="csY3" fmla="*/ 42863 h 85725"/>
                <a:gd name="csX4" fmla="*/ 42863 w 85725"/>
                <a:gd name="csY4" fmla="*/ 0 h 85725"/>
                <a:gd name="csX5" fmla="*/ 42863 w 85725"/>
                <a:gd name="csY5" fmla="*/ 57150 h 85725"/>
                <a:gd name="csX6" fmla="*/ 28575 w 85725"/>
                <a:gd name="csY6" fmla="*/ 42863 h 85725"/>
                <a:gd name="csX7" fmla="*/ 42863 w 85725"/>
                <a:gd name="csY7" fmla="*/ 28575 h 85725"/>
                <a:gd name="csX8" fmla="*/ 57150 w 85725"/>
                <a:gd name="csY8" fmla="*/ 42863 h 85725"/>
                <a:gd name="csX9" fmla="*/ 42863 w 85725"/>
                <a:gd name="csY9" fmla="*/ 57150 h 85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5725" h="85725">
                  <a:moveTo>
                    <a:pt x="42863" y="0"/>
                  </a:moveTo>
                  <a:cubicBezTo>
                    <a:pt x="19231" y="0"/>
                    <a:pt x="0" y="19231"/>
                    <a:pt x="0" y="42863"/>
                  </a:cubicBezTo>
                  <a:cubicBezTo>
                    <a:pt x="0" y="66494"/>
                    <a:pt x="19231" y="85725"/>
                    <a:pt x="42863" y="85725"/>
                  </a:cubicBezTo>
                  <a:cubicBezTo>
                    <a:pt x="66494" y="85725"/>
                    <a:pt x="85725" y="66494"/>
                    <a:pt x="85725" y="42863"/>
                  </a:cubicBezTo>
                  <a:cubicBezTo>
                    <a:pt x="85725" y="19231"/>
                    <a:pt x="66494" y="0"/>
                    <a:pt x="42863" y="0"/>
                  </a:cubicBezTo>
                  <a:close/>
                  <a:moveTo>
                    <a:pt x="42863" y="57150"/>
                  </a:moveTo>
                  <a:cubicBezTo>
                    <a:pt x="34976" y="57150"/>
                    <a:pt x="28575" y="50749"/>
                    <a:pt x="28575" y="42863"/>
                  </a:cubicBezTo>
                  <a:cubicBezTo>
                    <a:pt x="28575" y="34976"/>
                    <a:pt x="34976" y="28575"/>
                    <a:pt x="42863" y="28575"/>
                  </a:cubicBezTo>
                  <a:cubicBezTo>
                    <a:pt x="50749" y="28575"/>
                    <a:pt x="57150" y="34976"/>
                    <a:pt x="57150" y="42863"/>
                  </a:cubicBezTo>
                  <a:cubicBezTo>
                    <a:pt x="57150" y="50749"/>
                    <a:pt x="50749" y="57150"/>
                    <a:pt x="42863" y="57150"/>
                  </a:cubicBezTo>
                  <a:close/>
                </a:path>
              </a:pathLst>
            </a:custGeom>
            <a:grpFill/>
            <a:ln w="14288" cap="flat">
              <a:noFill/>
              <a:prstDash val="solid"/>
              <a:miter/>
            </a:ln>
          </p:spPr>
          <p:txBody>
            <a:bodyPr/>
            <a:lstStyle/>
            <a:p>
              <a:endParaRPr lang="en-GB"/>
            </a:p>
          </p:txBody>
        </p:sp>
        <p:sp>
          <p:nvSpPr>
            <p:cNvPr id="57" name="Freeform: Shape 56">
              <a:extLst>
                <a:ext uri="{FF2B5EF4-FFF2-40B4-BE49-F238E27FC236}">
                  <a16:creationId xmlns:a16="http://schemas.microsoft.com/office/drawing/2014/main" id="{40370615-A32F-C17D-E1C7-B4016C40F8DD}"/>
                </a:ext>
              </a:extLst>
            </p:cNvPr>
            <p:cNvSpPr/>
            <p:nvPr/>
          </p:nvSpPr>
          <p:spPr>
            <a:xfrm>
              <a:off x="5056922" y="-47904"/>
              <a:ext cx="888382" cy="888382"/>
            </a:xfrm>
            <a:custGeom>
              <a:avLst/>
              <a:gdLst>
                <a:gd name="csX0" fmla="*/ 507721 w 888382"/>
                <a:gd name="csY0" fmla="*/ 374032 h 888382"/>
                <a:gd name="csX1" fmla="*/ 514350 w 888382"/>
                <a:gd name="csY1" fmla="*/ 316882 h 888382"/>
                <a:gd name="csX2" fmla="*/ 501120 w 888382"/>
                <a:gd name="csY2" fmla="*/ 236015 h 888382"/>
                <a:gd name="csX3" fmla="*/ 514350 w 888382"/>
                <a:gd name="csY3" fmla="*/ 222785 h 888382"/>
                <a:gd name="csX4" fmla="*/ 628650 w 888382"/>
                <a:gd name="csY4" fmla="*/ 337085 h 888382"/>
                <a:gd name="csX5" fmla="*/ 785813 w 888382"/>
                <a:gd name="csY5" fmla="*/ 179922 h 888382"/>
                <a:gd name="csX6" fmla="*/ 853064 w 888382"/>
                <a:gd name="csY6" fmla="*/ 247174 h 888382"/>
                <a:gd name="csX7" fmla="*/ 888383 w 888382"/>
                <a:gd name="csY7" fmla="*/ 0 h 888382"/>
                <a:gd name="csX8" fmla="*/ 641209 w 888382"/>
                <a:gd name="csY8" fmla="*/ 35319 h 888382"/>
                <a:gd name="csX9" fmla="*/ 708460 w 888382"/>
                <a:gd name="csY9" fmla="*/ 102570 h 888382"/>
                <a:gd name="csX10" fmla="*/ 628650 w 888382"/>
                <a:gd name="csY10" fmla="*/ 182380 h 888382"/>
                <a:gd name="csX11" fmla="*/ 514350 w 888382"/>
                <a:gd name="csY11" fmla="*/ 68080 h 888382"/>
                <a:gd name="csX12" fmla="*/ 442898 w 888382"/>
                <a:gd name="csY12" fmla="*/ 139532 h 888382"/>
                <a:gd name="csX13" fmla="*/ 257175 w 888382"/>
                <a:gd name="csY13" fmla="*/ 59707 h 888382"/>
                <a:gd name="csX14" fmla="*/ 0 w 888382"/>
                <a:gd name="csY14" fmla="*/ 316882 h 888382"/>
                <a:gd name="csX15" fmla="*/ 182566 w 888382"/>
                <a:gd name="csY15" fmla="*/ 562942 h 888382"/>
                <a:gd name="csX16" fmla="*/ 187423 w 888382"/>
                <a:gd name="csY16" fmla="*/ 571086 h 888382"/>
                <a:gd name="csX17" fmla="*/ 200011 w 888382"/>
                <a:gd name="csY17" fmla="*/ 615048 h 888382"/>
                <a:gd name="csX18" fmla="*/ 159106 w 888382"/>
                <a:gd name="csY18" fmla="*/ 762967 h 888382"/>
                <a:gd name="csX19" fmla="*/ 157163 w 888382"/>
                <a:gd name="csY19" fmla="*/ 782569 h 888382"/>
                <a:gd name="csX20" fmla="*/ 157163 w 888382"/>
                <a:gd name="csY20" fmla="*/ 788370 h 888382"/>
                <a:gd name="csX21" fmla="*/ 257175 w 888382"/>
                <a:gd name="csY21" fmla="*/ 888382 h 888382"/>
                <a:gd name="csX22" fmla="*/ 800100 w 888382"/>
                <a:gd name="csY22" fmla="*/ 888382 h 888382"/>
                <a:gd name="csX23" fmla="*/ 800100 w 888382"/>
                <a:gd name="csY23" fmla="*/ 774082 h 888382"/>
                <a:gd name="csX24" fmla="*/ 849292 w 888382"/>
                <a:gd name="csY24" fmla="*/ 774082 h 888382"/>
                <a:gd name="csX25" fmla="*/ 814745 w 888382"/>
                <a:gd name="csY25" fmla="*/ 681957 h 888382"/>
                <a:gd name="csX26" fmla="*/ 885825 w 888382"/>
                <a:gd name="csY26" fmla="*/ 729334 h 888382"/>
                <a:gd name="csX27" fmla="*/ 885825 w 888382"/>
                <a:gd name="csY27" fmla="*/ 437826 h 888382"/>
                <a:gd name="csX28" fmla="*/ 790142 w 888382"/>
                <a:gd name="csY28" fmla="*/ 374032 h 888382"/>
                <a:gd name="csX29" fmla="*/ 771525 w 888382"/>
                <a:gd name="csY29" fmla="*/ 402607 h 888382"/>
                <a:gd name="csX30" fmla="*/ 771525 w 888382"/>
                <a:gd name="csY30" fmla="*/ 631207 h 888382"/>
                <a:gd name="csX31" fmla="*/ 742950 w 888382"/>
                <a:gd name="csY31" fmla="*/ 631207 h 888382"/>
                <a:gd name="csX32" fmla="*/ 742950 w 888382"/>
                <a:gd name="csY32" fmla="*/ 516907 h 888382"/>
                <a:gd name="csX33" fmla="*/ 628650 w 888382"/>
                <a:gd name="csY33" fmla="*/ 516907 h 888382"/>
                <a:gd name="csX34" fmla="*/ 628650 w 888382"/>
                <a:gd name="csY34" fmla="*/ 431182 h 888382"/>
                <a:gd name="csX35" fmla="*/ 487204 w 888382"/>
                <a:gd name="csY35" fmla="*/ 431182 h 888382"/>
                <a:gd name="csX36" fmla="*/ 499334 w 888382"/>
                <a:gd name="csY36" fmla="*/ 402607 h 888382"/>
                <a:gd name="csX37" fmla="*/ 314339 w 888382"/>
                <a:gd name="csY37" fmla="*/ 615048 h 888382"/>
                <a:gd name="csX38" fmla="*/ 326927 w 888382"/>
                <a:gd name="csY38" fmla="*/ 571100 h 888382"/>
                <a:gd name="csX39" fmla="*/ 331784 w 888382"/>
                <a:gd name="csY39" fmla="*/ 562942 h 888382"/>
                <a:gd name="csX40" fmla="*/ 342900 w 888382"/>
                <a:gd name="csY40" fmla="*/ 559056 h 888382"/>
                <a:gd name="csX41" fmla="*/ 342900 w 888382"/>
                <a:gd name="csY41" fmla="*/ 631207 h 888382"/>
                <a:gd name="csX42" fmla="*/ 318811 w 888382"/>
                <a:gd name="csY42" fmla="*/ 631207 h 888382"/>
                <a:gd name="csX43" fmla="*/ 371475 w 888382"/>
                <a:gd name="csY43" fmla="*/ 546911 h 888382"/>
                <a:gd name="csX44" fmla="*/ 470859 w 888382"/>
                <a:gd name="csY44" fmla="*/ 459757 h 888382"/>
                <a:gd name="csX45" fmla="*/ 600075 w 888382"/>
                <a:gd name="csY45" fmla="*/ 459757 h 888382"/>
                <a:gd name="csX46" fmla="*/ 600075 w 888382"/>
                <a:gd name="csY46" fmla="*/ 516907 h 888382"/>
                <a:gd name="csX47" fmla="*/ 514350 w 888382"/>
                <a:gd name="csY47" fmla="*/ 516907 h 888382"/>
                <a:gd name="csX48" fmla="*/ 514350 w 888382"/>
                <a:gd name="csY48" fmla="*/ 631207 h 888382"/>
                <a:gd name="csX49" fmla="*/ 371475 w 888382"/>
                <a:gd name="csY49" fmla="*/ 631207 h 888382"/>
                <a:gd name="csX50" fmla="*/ 542925 w 888382"/>
                <a:gd name="csY50" fmla="*/ 545482 h 888382"/>
                <a:gd name="csX51" fmla="*/ 714375 w 888382"/>
                <a:gd name="csY51" fmla="*/ 545482 h 888382"/>
                <a:gd name="csX52" fmla="*/ 714375 w 888382"/>
                <a:gd name="csY52" fmla="*/ 631207 h 888382"/>
                <a:gd name="csX53" fmla="*/ 542925 w 888382"/>
                <a:gd name="csY53" fmla="*/ 631207 h 888382"/>
                <a:gd name="csX54" fmla="*/ 628650 w 888382"/>
                <a:gd name="csY54" fmla="*/ 222785 h 888382"/>
                <a:gd name="csX55" fmla="*/ 748865 w 888382"/>
                <a:gd name="csY55" fmla="*/ 102570 h 888382"/>
                <a:gd name="csX56" fmla="*/ 701816 w 888382"/>
                <a:gd name="csY56" fmla="*/ 55521 h 888382"/>
                <a:gd name="csX57" fmla="*/ 854693 w 888382"/>
                <a:gd name="csY57" fmla="*/ 33690 h 888382"/>
                <a:gd name="csX58" fmla="*/ 832861 w 888382"/>
                <a:gd name="csY58" fmla="*/ 186566 h 888382"/>
                <a:gd name="csX59" fmla="*/ 785813 w 888382"/>
                <a:gd name="csY59" fmla="*/ 139517 h 888382"/>
                <a:gd name="csX60" fmla="*/ 628650 w 888382"/>
                <a:gd name="csY60" fmla="*/ 296680 h 888382"/>
                <a:gd name="csX61" fmla="*/ 514350 w 888382"/>
                <a:gd name="csY61" fmla="*/ 182380 h 888382"/>
                <a:gd name="csX62" fmla="*/ 214098 w 888382"/>
                <a:gd name="csY62" fmla="*/ 482632 h 888382"/>
                <a:gd name="csX63" fmla="*/ 162906 w 888382"/>
                <a:gd name="csY63" fmla="*/ 459929 h 888382"/>
                <a:gd name="csX64" fmla="*/ 514350 w 888382"/>
                <a:gd name="csY64" fmla="*/ 108485 h 888382"/>
                <a:gd name="csX65" fmla="*/ 428625 w 888382"/>
                <a:gd name="csY65" fmla="*/ 316882 h 888382"/>
                <a:gd name="csX66" fmla="*/ 257175 w 888382"/>
                <a:gd name="csY66" fmla="*/ 488332 h 888382"/>
                <a:gd name="csX67" fmla="*/ 249203 w 888382"/>
                <a:gd name="csY67" fmla="*/ 487932 h 888382"/>
                <a:gd name="csX68" fmla="*/ 428211 w 888382"/>
                <a:gd name="csY68" fmla="*/ 308924 h 888382"/>
                <a:gd name="csX69" fmla="*/ 428625 w 888382"/>
                <a:gd name="csY69" fmla="*/ 316882 h 888382"/>
                <a:gd name="csX70" fmla="*/ 85725 w 888382"/>
                <a:gd name="csY70" fmla="*/ 316882 h 888382"/>
                <a:gd name="csX71" fmla="*/ 257175 w 888382"/>
                <a:gd name="csY71" fmla="*/ 145432 h 888382"/>
                <a:gd name="csX72" fmla="*/ 382362 w 888382"/>
                <a:gd name="csY72" fmla="*/ 200068 h 888382"/>
                <a:gd name="csX73" fmla="*/ 140389 w 888382"/>
                <a:gd name="csY73" fmla="*/ 442041 h 888382"/>
                <a:gd name="csX74" fmla="*/ 85725 w 888382"/>
                <a:gd name="csY74" fmla="*/ 316882 h 888382"/>
                <a:gd name="csX75" fmla="*/ 28575 w 888382"/>
                <a:gd name="csY75" fmla="*/ 316882 h 888382"/>
                <a:gd name="csX76" fmla="*/ 257175 w 888382"/>
                <a:gd name="csY76" fmla="*/ 88282 h 888382"/>
                <a:gd name="csX77" fmla="*/ 422710 w 888382"/>
                <a:gd name="csY77" fmla="*/ 159720 h 888382"/>
                <a:gd name="csX78" fmla="*/ 402550 w 888382"/>
                <a:gd name="csY78" fmla="*/ 179880 h 888382"/>
                <a:gd name="csX79" fmla="*/ 257175 w 888382"/>
                <a:gd name="csY79" fmla="*/ 116857 h 888382"/>
                <a:gd name="csX80" fmla="*/ 57150 w 888382"/>
                <a:gd name="csY80" fmla="*/ 316882 h 888382"/>
                <a:gd name="csX81" fmla="*/ 257175 w 888382"/>
                <a:gd name="csY81" fmla="*/ 516907 h 888382"/>
                <a:gd name="csX82" fmla="*/ 457200 w 888382"/>
                <a:gd name="csY82" fmla="*/ 316882 h 888382"/>
                <a:gd name="csX83" fmla="*/ 454085 w 888382"/>
                <a:gd name="csY83" fmla="*/ 283050 h 888382"/>
                <a:gd name="csX84" fmla="*/ 478260 w 888382"/>
                <a:gd name="csY84" fmla="*/ 258875 h 888382"/>
                <a:gd name="csX85" fmla="*/ 485775 w 888382"/>
                <a:gd name="csY85" fmla="*/ 316882 h 888382"/>
                <a:gd name="csX86" fmla="*/ 257175 w 888382"/>
                <a:gd name="csY86" fmla="*/ 545482 h 888382"/>
                <a:gd name="csX87" fmla="*/ 28575 w 888382"/>
                <a:gd name="csY87" fmla="*/ 316882 h 888382"/>
                <a:gd name="csX88" fmla="*/ 257175 w 888382"/>
                <a:gd name="csY88" fmla="*/ 574057 h 888382"/>
                <a:gd name="csX89" fmla="*/ 295080 w 888382"/>
                <a:gd name="csY89" fmla="*/ 570943 h 888382"/>
                <a:gd name="csX90" fmla="*/ 286707 w 888382"/>
                <a:gd name="csY90" fmla="*/ 602632 h 888382"/>
                <a:gd name="csX91" fmla="*/ 227628 w 888382"/>
                <a:gd name="csY91" fmla="*/ 602632 h 888382"/>
                <a:gd name="csX92" fmla="*/ 219256 w 888382"/>
                <a:gd name="csY92" fmla="*/ 570943 h 888382"/>
                <a:gd name="csX93" fmla="*/ 257175 w 888382"/>
                <a:gd name="csY93" fmla="*/ 574057 h 888382"/>
                <a:gd name="csX94" fmla="*/ 185738 w 888382"/>
                <a:gd name="csY94" fmla="*/ 788370 h 888382"/>
                <a:gd name="csX95" fmla="*/ 185738 w 888382"/>
                <a:gd name="csY95" fmla="*/ 782569 h 888382"/>
                <a:gd name="csX96" fmla="*/ 186881 w 888382"/>
                <a:gd name="csY96" fmla="*/ 769568 h 888382"/>
                <a:gd name="csX97" fmla="*/ 225185 w 888382"/>
                <a:gd name="csY97" fmla="*/ 631207 h 888382"/>
                <a:gd name="csX98" fmla="*/ 289665 w 888382"/>
                <a:gd name="csY98" fmla="*/ 631207 h 888382"/>
                <a:gd name="csX99" fmla="*/ 327241 w 888382"/>
                <a:gd name="csY99" fmla="*/ 768539 h 888382"/>
                <a:gd name="csX100" fmla="*/ 328613 w 888382"/>
                <a:gd name="csY100" fmla="*/ 782569 h 888382"/>
                <a:gd name="csX101" fmla="*/ 328613 w 888382"/>
                <a:gd name="csY101" fmla="*/ 788370 h 888382"/>
                <a:gd name="csX102" fmla="*/ 257175 w 888382"/>
                <a:gd name="csY102" fmla="*/ 859807 h 888382"/>
                <a:gd name="csX103" fmla="*/ 185738 w 888382"/>
                <a:gd name="csY103" fmla="*/ 788370 h 888382"/>
                <a:gd name="csX104" fmla="*/ 771525 w 888382"/>
                <a:gd name="csY104" fmla="*/ 859807 h 888382"/>
                <a:gd name="csX105" fmla="*/ 327027 w 888382"/>
                <a:gd name="csY105" fmla="*/ 859807 h 888382"/>
                <a:gd name="csX106" fmla="*/ 357188 w 888382"/>
                <a:gd name="csY106" fmla="*/ 788370 h 888382"/>
                <a:gd name="csX107" fmla="*/ 357188 w 888382"/>
                <a:gd name="csY107" fmla="*/ 782569 h 888382"/>
                <a:gd name="csX108" fmla="*/ 356745 w 888382"/>
                <a:gd name="csY108" fmla="*/ 774082 h 888382"/>
                <a:gd name="csX109" fmla="*/ 771525 w 888382"/>
                <a:gd name="csY109" fmla="*/ 774082 h 888382"/>
                <a:gd name="csX110" fmla="*/ 350458 w 888382"/>
                <a:gd name="csY110" fmla="*/ 745507 h 888382"/>
                <a:gd name="csX111" fmla="*/ 326727 w 888382"/>
                <a:gd name="csY111" fmla="*/ 659782 h 888382"/>
                <a:gd name="csX112" fmla="*/ 775911 w 888382"/>
                <a:gd name="csY112" fmla="*/ 659782 h 888382"/>
                <a:gd name="csX113" fmla="*/ 808058 w 888382"/>
                <a:gd name="csY113" fmla="*/ 745507 h 888382"/>
                <a:gd name="csX114" fmla="*/ 857250 w 888382"/>
                <a:gd name="csY114" fmla="*/ 675956 h 888382"/>
                <a:gd name="csX115" fmla="*/ 800100 w 888382"/>
                <a:gd name="csY115" fmla="*/ 637851 h 888382"/>
                <a:gd name="csX116" fmla="*/ 800100 w 888382"/>
                <a:gd name="csY116" fmla="*/ 415009 h 888382"/>
                <a:gd name="csX117" fmla="*/ 857250 w 888382"/>
                <a:gd name="csY117" fmla="*/ 453114 h 8883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Lst>
              <a:rect l="l" t="t" r="r" b="b"/>
              <a:pathLst>
                <a:path w="888382" h="888382">
                  <a:moveTo>
                    <a:pt x="507721" y="374032"/>
                  </a:moveTo>
                  <a:cubicBezTo>
                    <a:pt x="511921" y="355616"/>
                    <a:pt x="514350" y="336542"/>
                    <a:pt x="514350" y="316882"/>
                  </a:cubicBezTo>
                  <a:cubicBezTo>
                    <a:pt x="514350" y="289165"/>
                    <a:pt x="509749" y="262033"/>
                    <a:pt x="501120" y="236015"/>
                  </a:cubicBezTo>
                  <a:lnTo>
                    <a:pt x="514350" y="222785"/>
                  </a:lnTo>
                  <a:lnTo>
                    <a:pt x="628650" y="337085"/>
                  </a:lnTo>
                  <a:lnTo>
                    <a:pt x="785813" y="179922"/>
                  </a:lnTo>
                  <a:lnTo>
                    <a:pt x="853064" y="247174"/>
                  </a:lnTo>
                  <a:lnTo>
                    <a:pt x="888383" y="0"/>
                  </a:lnTo>
                  <a:lnTo>
                    <a:pt x="641209" y="35319"/>
                  </a:lnTo>
                  <a:lnTo>
                    <a:pt x="708460" y="102570"/>
                  </a:lnTo>
                  <a:lnTo>
                    <a:pt x="628650" y="182380"/>
                  </a:lnTo>
                  <a:lnTo>
                    <a:pt x="514350" y="68080"/>
                  </a:lnTo>
                  <a:lnTo>
                    <a:pt x="442898" y="139532"/>
                  </a:lnTo>
                  <a:cubicBezTo>
                    <a:pt x="394449" y="88811"/>
                    <a:pt x="327770" y="59707"/>
                    <a:pt x="257175" y="59707"/>
                  </a:cubicBezTo>
                  <a:cubicBezTo>
                    <a:pt x="115372" y="59707"/>
                    <a:pt x="0" y="175079"/>
                    <a:pt x="0" y="316882"/>
                  </a:cubicBezTo>
                  <a:cubicBezTo>
                    <a:pt x="0" y="432740"/>
                    <a:pt x="77052" y="530866"/>
                    <a:pt x="182566" y="562942"/>
                  </a:cubicBezTo>
                  <a:lnTo>
                    <a:pt x="187423" y="571086"/>
                  </a:lnTo>
                  <a:cubicBezTo>
                    <a:pt x="195353" y="584430"/>
                    <a:pt x="199668" y="599575"/>
                    <a:pt x="200011" y="615048"/>
                  </a:cubicBezTo>
                  <a:lnTo>
                    <a:pt x="159106" y="762967"/>
                  </a:lnTo>
                  <a:cubicBezTo>
                    <a:pt x="157820" y="769425"/>
                    <a:pt x="157163" y="776011"/>
                    <a:pt x="157163" y="782569"/>
                  </a:cubicBezTo>
                  <a:lnTo>
                    <a:pt x="157163" y="788370"/>
                  </a:lnTo>
                  <a:cubicBezTo>
                    <a:pt x="157163" y="843505"/>
                    <a:pt x="202040" y="888382"/>
                    <a:pt x="257175" y="888382"/>
                  </a:cubicBezTo>
                  <a:lnTo>
                    <a:pt x="800100" y="888382"/>
                  </a:lnTo>
                  <a:lnTo>
                    <a:pt x="800100" y="774082"/>
                  </a:lnTo>
                  <a:lnTo>
                    <a:pt x="849292" y="774082"/>
                  </a:lnTo>
                  <a:lnTo>
                    <a:pt x="814745" y="681957"/>
                  </a:lnTo>
                  <a:lnTo>
                    <a:pt x="885825" y="729334"/>
                  </a:lnTo>
                  <a:lnTo>
                    <a:pt x="885825" y="437826"/>
                  </a:lnTo>
                  <a:lnTo>
                    <a:pt x="790142" y="374032"/>
                  </a:lnTo>
                  <a:close/>
                  <a:moveTo>
                    <a:pt x="771525" y="402607"/>
                  </a:moveTo>
                  <a:lnTo>
                    <a:pt x="771525" y="631207"/>
                  </a:lnTo>
                  <a:lnTo>
                    <a:pt x="742950" y="631207"/>
                  </a:lnTo>
                  <a:lnTo>
                    <a:pt x="742950" y="516907"/>
                  </a:lnTo>
                  <a:lnTo>
                    <a:pt x="628650" y="516907"/>
                  </a:lnTo>
                  <a:lnTo>
                    <a:pt x="628650" y="431182"/>
                  </a:lnTo>
                  <a:lnTo>
                    <a:pt x="487204" y="431182"/>
                  </a:lnTo>
                  <a:cubicBezTo>
                    <a:pt x="491804" y="421953"/>
                    <a:pt x="495848" y="412423"/>
                    <a:pt x="499334" y="402607"/>
                  </a:cubicBezTo>
                  <a:close/>
                  <a:moveTo>
                    <a:pt x="314339" y="615048"/>
                  </a:moveTo>
                  <a:cubicBezTo>
                    <a:pt x="314668" y="599575"/>
                    <a:pt x="318997" y="584416"/>
                    <a:pt x="326927" y="571100"/>
                  </a:cubicBezTo>
                  <a:lnTo>
                    <a:pt x="331784" y="562942"/>
                  </a:lnTo>
                  <a:cubicBezTo>
                    <a:pt x="335556" y="561799"/>
                    <a:pt x="339200" y="560370"/>
                    <a:pt x="342900" y="559056"/>
                  </a:cubicBezTo>
                  <a:lnTo>
                    <a:pt x="342900" y="631207"/>
                  </a:lnTo>
                  <a:lnTo>
                    <a:pt x="318811" y="631207"/>
                  </a:lnTo>
                  <a:close/>
                  <a:moveTo>
                    <a:pt x="371475" y="546911"/>
                  </a:moveTo>
                  <a:cubicBezTo>
                    <a:pt x="411666" y="526852"/>
                    <a:pt x="445999" y="496805"/>
                    <a:pt x="470859" y="459757"/>
                  </a:cubicBezTo>
                  <a:lnTo>
                    <a:pt x="600075" y="459757"/>
                  </a:lnTo>
                  <a:lnTo>
                    <a:pt x="600075" y="516907"/>
                  </a:lnTo>
                  <a:lnTo>
                    <a:pt x="514350" y="516907"/>
                  </a:lnTo>
                  <a:lnTo>
                    <a:pt x="514350" y="631207"/>
                  </a:lnTo>
                  <a:lnTo>
                    <a:pt x="371475" y="631207"/>
                  </a:lnTo>
                  <a:close/>
                  <a:moveTo>
                    <a:pt x="542925" y="545482"/>
                  </a:moveTo>
                  <a:lnTo>
                    <a:pt x="714375" y="545482"/>
                  </a:lnTo>
                  <a:lnTo>
                    <a:pt x="714375" y="631207"/>
                  </a:lnTo>
                  <a:lnTo>
                    <a:pt x="542925" y="631207"/>
                  </a:lnTo>
                  <a:close/>
                  <a:moveTo>
                    <a:pt x="628650" y="222785"/>
                  </a:moveTo>
                  <a:lnTo>
                    <a:pt x="748865" y="102570"/>
                  </a:lnTo>
                  <a:lnTo>
                    <a:pt x="701816" y="55521"/>
                  </a:lnTo>
                  <a:lnTo>
                    <a:pt x="854693" y="33690"/>
                  </a:lnTo>
                  <a:lnTo>
                    <a:pt x="832861" y="186566"/>
                  </a:lnTo>
                  <a:lnTo>
                    <a:pt x="785813" y="139517"/>
                  </a:lnTo>
                  <a:lnTo>
                    <a:pt x="628650" y="296680"/>
                  </a:lnTo>
                  <a:lnTo>
                    <a:pt x="514350" y="182380"/>
                  </a:lnTo>
                  <a:lnTo>
                    <a:pt x="214098" y="482632"/>
                  </a:lnTo>
                  <a:cubicBezTo>
                    <a:pt x="195667" y="477831"/>
                    <a:pt x="178394" y="470173"/>
                    <a:pt x="162906" y="459929"/>
                  </a:cubicBezTo>
                  <a:lnTo>
                    <a:pt x="514350" y="108485"/>
                  </a:lnTo>
                  <a:close/>
                  <a:moveTo>
                    <a:pt x="428625" y="316882"/>
                  </a:moveTo>
                  <a:cubicBezTo>
                    <a:pt x="428625" y="411423"/>
                    <a:pt x="351715" y="488332"/>
                    <a:pt x="257175" y="488332"/>
                  </a:cubicBezTo>
                  <a:cubicBezTo>
                    <a:pt x="254489" y="488332"/>
                    <a:pt x="251860" y="488047"/>
                    <a:pt x="249203" y="487932"/>
                  </a:cubicBezTo>
                  <a:lnTo>
                    <a:pt x="428211" y="308924"/>
                  </a:lnTo>
                  <a:cubicBezTo>
                    <a:pt x="428325" y="311582"/>
                    <a:pt x="428625" y="314225"/>
                    <a:pt x="428625" y="316882"/>
                  </a:cubicBezTo>
                  <a:close/>
                  <a:moveTo>
                    <a:pt x="85725" y="316882"/>
                  </a:moveTo>
                  <a:cubicBezTo>
                    <a:pt x="85725" y="222342"/>
                    <a:pt x="162635" y="145432"/>
                    <a:pt x="257175" y="145432"/>
                  </a:cubicBezTo>
                  <a:cubicBezTo>
                    <a:pt x="305110" y="145432"/>
                    <a:pt x="349958" y="165321"/>
                    <a:pt x="382362" y="200068"/>
                  </a:cubicBezTo>
                  <a:lnTo>
                    <a:pt x="140389" y="442041"/>
                  </a:lnTo>
                  <a:cubicBezTo>
                    <a:pt x="106842" y="410737"/>
                    <a:pt x="85725" y="366274"/>
                    <a:pt x="85725" y="316882"/>
                  </a:cubicBezTo>
                  <a:close/>
                  <a:moveTo>
                    <a:pt x="28575" y="316882"/>
                  </a:moveTo>
                  <a:cubicBezTo>
                    <a:pt x="28575" y="190838"/>
                    <a:pt x="131131" y="88282"/>
                    <a:pt x="257175" y="88282"/>
                  </a:cubicBezTo>
                  <a:cubicBezTo>
                    <a:pt x="320140" y="88282"/>
                    <a:pt x="379605" y="114329"/>
                    <a:pt x="422710" y="159720"/>
                  </a:cubicBezTo>
                  <a:lnTo>
                    <a:pt x="402550" y="179880"/>
                  </a:lnTo>
                  <a:cubicBezTo>
                    <a:pt x="364817" y="139760"/>
                    <a:pt x="312782" y="116857"/>
                    <a:pt x="257175" y="116857"/>
                  </a:cubicBezTo>
                  <a:cubicBezTo>
                    <a:pt x="146876" y="116857"/>
                    <a:pt x="57150" y="206583"/>
                    <a:pt x="57150" y="316882"/>
                  </a:cubicBezTo>
                  <a:cubicBezTo>
                    <a:pt x="57150" y="427182"/>
                    <a:pt x="146876" y="516907"/>
                    <a:pt x="257175" y="516907"/>
                  </a:cubicBezTo>
                  <a:cubicBezTo>
                    <a:pt x="367475" y="516907"/>
                    <a:pt x="457200" y="427182"/>
                    <a:pt x="457200" y="316882"/>
                  </a:cubicBezTo>
                  <a:cubicBezTo>
                    <a:pt x="457200" y="305495"/>
                    <a:pt x="455986" y="294180"/>
                    <a:pt x="454085" y="283050"/>
                  </a:cubicBezTo>
                  <a:lnTo>
                    <a:pt x="478260" y="258875"/>
                  </a:lnTo>
                  <a:cubicBezTo>
                    <a:pt x="483189" y="277720"/>
                    <a:pt x="485775" y="297123"/>
                    <a:pt x="485775" y="316882"/>
                  </a:cubicBezTo>
                  <a:cubicBezTo>
                    <a:pt x="485775" y="442927"/>
                    <a:pt x="383219" y="545482"/>
                    <a:pt x="257175" y="545482"/>
                  </a:cubicBezTo>
                  <a:cubicBezTo>
                    <a:pt x="131131" y="545482"/>
                    <a:pt x="28575" y="442927"/>
                    <a:pt x="28575" y="316882"/>
                  </a:cubicBezTo>
                  <a:close/>
                  <a:moveTo>
                    <a:pt x="257175" y="574057"/>
                  </a:moveTo>
                  <a:cubicBezTo>
                    <a:pt x="270091" y="574057"/>
                    <a:pt x="282678" y="572786"/>
                    <a:pt x="295080" y="570943"/>
                  </a:cubicBezTo>
                  <a:cubicBezTo>
                    <a:pt x="290808" y="581058"/>
                    <a:pt x="288036" y="591731"/>
                    <a:pt x="286707" y="602632"/>
                  </a:cubicBezTo>
                  <a:lnTo>
                    <a:pt x="227628" y="602632"/>
                  </a:lnTo>
                  <a:cubicBezTo>
                    <a:pt x="226300" y="591731"/>
                    <a:pt x="223528" y="581058"/>
                    <a:pt x="219256" y="570943"/>
                  </a:cubicBezTo>
                  <a:cubicBezTo>
                    <a:pt x="231672" y="572786"/>
                    <a:pt x="244259" y="574057"/>
                    <a:pt x="257175" y="574057"/>
                  </a:cubicBezTo>
                  <a:close/>
                  <a:moveTo>
                    <a:pt x="185738" y="788370"/>
                  </a:moveTo>
                  <a:lnTo>
                    <a:pt x="185738" y="782569"/>
                  </a:lnTo>
                  <a:cubicBezTo>
                    <a:pt x="185738" y="777883"/>
                    <a:pt x="186195" y="773168"/>
                    <a:pt x="186881" y="769568"/>
                  </a:cubicBezTo>
                  <a:lnTo>
                    <a:pt x="225185" y="631207"/>
                  </a:lnTo>
                  <a:lnTo>
                    <a:pt x="289665" y="631207"/>
                  </a:lnTo>
                  <a:lnTo>
                    <a:pt x="327241" y="768539"/>
                  </a:lnTo>
                  <a:cubicBezTo>
                    <a:pt x="328155" y="773168"/>
                    <a:pt x="328613" y="777883"/>
                    <a:pt x="328613" y="782569"/>
                  </a:cubicBezTo>
                  <a:lnTo>
                    <a:pt x="328613" y="788370"/>
                  </a:lnTo>
                  <a:cubicBezTo>
                    <a:pt x="328613" y="827761"/>
                    <a:pt x="296566" y="859807"/>
                    <a:pt x="257175" y="859807"/>
                  </a:cubicBezTo>
                  <a:cubicBezTo>
                    <a:pt x="217784" y="859807"/>
                    <a:pt x="185738" y="827761"/>
                    <a:pt x="185738" y="788370"/>
                  </a:cubicBezTo>
                  <a:close/>
                  <a:moveTo>
                    <a:pt x="771525" y="859807"/>
                  </a:moveTo>
                  <a:lnTo>
                    <a:pt x="327027" y="859807"/>
                  </a:lnTo>
                  <a:cubicBezTo>
                    <a:pt x="345615" y="841634"/>
                    <a:pt x="357188" y="816345"/>
                    <a:pt x="357188" y="788370"/>
                  </a:cubicBezTo>
                  <a:lnTo>
                    <a:pt x="357188" y="782569"/>
                  </a:lnTo>
                  <a:cubicBezTo>
                    <a:pt x="357188" y="779783"/>
                    <a:pt x="357002" y="776954"/>
                    <a:pt x="356745" y="774082"/>
                  </a:cubicBezTo>
                  <a:lnTo>
                    <a:pt x="771525" y="774082"/>
                  </a:lnTo>
                  <a:close/>
                  <a:moveTo>
                    <a:pt x="350458" y="745507"/>
                  </a:moveTo>
                  <a:lnTo>
                    <a:pt x="326727" y="659782"/>
                  </a:lnTo>
                  <a:lnTo>
                    <a:pt x="775911" y="659782"/>
                  </a:lnTo>
                  <a:lnTo>
                    <a:pt x="808058" y="745507"/>
                  </a:lnTo>
                  <a:close/>
                  <a:moveTo>
                    <a:pt x="857250" y="675956"/>
                  </a:moveTo>
                  <a:lnTo>
                    <a:pt x="800100" y="637851"/>
                  </a:lnTo>
                  <a:lnTo>
                    <a:pt x="800100" y="415009"/>
                  </a:lnTo>
                  <a:lnTo>
                    <a:pt x="857250" y="453114"/>
                  </a:lnTo>
                  <a:close/>
                </a:path>
              </a:pathLst>
            </a:custGeom>
            <a:grpFill/>
            <a:ln w="14288" cap="flat">
              <a:noFill/>
              <a:prstDash val="solid"/>
              <a:miter/>
            </a:ln>
          </p:spPr>
          <p:txBody>
            <a:bodyPr/>
            <a:lstStyle/>
            <a:p>
              <a:endParaRPr lang="en-GB"/>
            </a:p>
          </p:txBody>
        </p:sp>
      </p:grpSp>
      <p:sp>
        <p:nvSpPr>
          <p:cNvPr id="58" name="Graphic 16">
            <a:extLst>
              <a:ext uri="{FF2B5EF4-FFF2-40B4-BE49-F238E27FC236}">
                <a16:creationId xmlns:a16="http://schemas.microsoft.com/office/drawing/2014/main" id="{6777BB21-EF4E-9EC6-9B82-2FB961F69B1F}"/>
              </a:ext>
            </a:extLst>
          </p:cNvPr>
          <p:cNvSpPr>
            <a:spLocks noChangeAspect="1"/>
          </p:cNvSpPr>
          <p:nvPr/>
        </p:nvSpPr>
        <p:spPr>
          <a:xfrm>
            <a:off x="8296865" y="3223836"/>
            <a:ext cx="503557" cy="480913"/>
          </a:xfrm>
          <a:custGeom>
            <a:avLst/>
            <a:gdLst>
              <a:gd name="csX0" fmla="*/ 529197 w 900114"/>
              <a:gd name="csY0" fmla="*/ 753967 h 859639"/>
              <a:gd name="csX1" fmla="*/ 514455 w 900114"/>
              <a:gd name="csY1" fmla="*/ 753967 h 859639"/>
              <a:gd name="csX2" fmla="*/ 514455 w 900114"/>
              <a:gd name="csY2" fmla="*/ 516963 h 859639"/>
              <a:gd name="csX3" fmla="*/ 501954 w 900114"/>
              <a:gd name="csY3" fmla="*/ 504461 h 859639"/>
              <a:gd name="csX4" fmla="*/ 442191 w 900114"/>
              <a:gd name="csY4" fmla="*/ 504461 h 859639"/>
              <a:gd name="csX5" fmla="*/ 429689 w 900114"/>
              <a:gd name="csY5" fmla="*/ 516963 h 859639"/>
              <a:gd name="csX6" fmla="*/ 429689 w 900114"/>
              <a:gd name="csY6" fmla="*/ 753967 h 859639"/>
              <a:gd name="csX7" fmla="*/ 407235 w 900114"/>
              <a:gd name="csY7" fmla="*/ 753967 h 859639"/>
              <a:gd name="csX8" fmla="*/ 407235 w 900114"/>
              <a:gd name="csY8" fmla="*/ 634949 h 859639"/>
              <a:gd name="csX9" fmla="*/ 394733 w 900114"/>
              <a:gd name="csY9" fmla="*/ 622447 h 859639"/>
              <a:gd name="csX10" fmla="*/ 334970 w 900114"/>
              <a:gd name="csY10" fmla="*/ 622447 h 859639"/>
              <a:gd name="csX11" fmla="*/ 322469 w 900114"/>
              <a:gd name="csY11" fmla="*/ 634949 h 859639"/>
              <a:gd name="csX12" fmla="*/ 322469 w 900114"/>
              <a:gd name="csY12" fmla="*/ 753967 h 859639"/>
              <a:gd name="csX13" fmla="*/ 300016 w 900114"/>
              <a:gd name="csY13" fmla="*/ 753967 h 859639"/>
              <a:gd name="csX14" fmla="*/ 300016 w 900114"/>
              <a:gd name="csY14" fmla="*/ 569034 h 859639"/>
              <a:gd name="csX15" fmla="*/ 287515 w 900114"/>
              <a:gd name="csY15" fmla="*/ 556532 h 859639"/>
              <a:gd name="csX16" fmla="*/ 227752 w 900114"/>
              <a:gd name="csY16" fmla="*/ 556532 h 859639"/>
              <a:gd name="csX17" fmla="*/ 215250 w 900114"/>
              <a:gd name="csY17" fmla="*/ 569034 h 859639"/>
              <a:gd name="csX18" fmla="*/ 215250 w 900114"/>
              <a:gd name="csY18" fmla="*/ 753967 h 859639"/>
              <a:gd name="csX19" fmla="*/ 192796 w 900114"/>
              <a:gd name="csY19" fmla="*/ 753967 h 859639"/>
              <a:gd name="csX20" fmla="*/ 192796 w 900114"/>
              <a:gd name="csY20" fmla="*/ 672739 h 859639"/>
              <a:gd name="csX21" fmla="*/ 180294 w 900114"/>
              <a:gd name="csY21" fmla="*/ 660238 h 859639"/>
              <a:gd name="csX22" fmla="*/ 120533 w 900114"/>
              <a:gd name="csY22" fmla="*/ 660238 h 859639"/>
              <a:gd name="csX23" fmla="*/ 108031 w 900114"/>
              <a:gd name="csY23" fmla="*/ 672739 h 859639"/>
              <a:gd name="csX24" fmla="*/ 108031 w 900114"/>
              <a:gd name="csY24" fmla="*/ 753967 h 859639"/>
              <a:gd name="csX25" fmla="*/ 93288 w 900114"/>
              <a:gd name="csY25" fmla="*/ 753967 h 859639"/>
              <a:gd name="csX26" fmla="*/ 80787 w 900114"/>
              <a:gd name="csY26" fmla="*/ 766469 h 859639"/>
              <a:gd name="csX27" fmla="*/ 93288 w 900114"/>
              <a:gd name="csY27" fmla="*/ 778971 h 859639"/>
              <a:gd name="csX28" fmla="*/ 529197 w 900114"/>
              <a:gd name="csY28" fmla="*/ 778971 h 859639"/>
              <a:gd name="csX29" fmla="*/ 541698 w 900114"/>
              <a:gd name="csY29" fmla="*/ 766469 h 859639"/>
              <a:gd name="csX30" fmla="*/ 529197 w 900114"/>
              <a:gd name="csY30" fmla="*/ 753967 h 859639"/>
              <a:gd name="csX31" fmla="*/ 454693 w 900114"/>
              <a:gd name="csY31" fmla="*/ 529464 h 859639"/>
              <a:gd name="csX32" fmla="*/ 489452 w 900114"/>
              <a:gd name="csY32" fmla="*/ 529464 h 859639"/>
              <a:gd name="csX33" fmla="*/ 489452 w 900114"/>
              <a:gd name="csY33" fmla="*/ 753967 h 859639"/>
              <a:gd name="csX34" fmla="*/ 454693 w 900114"/>
              <a:gd name="csY34" fmla="*/ 753967 h 859639"/>
              <a:gd name="csX35" fmla="*/ 347472 w 900114"/>
              <a:gd name="csY35" fmla="*/ 647451 h 859639"/>
              <a:gd name="csX36" fmla="*/ 382232 w 900114"/>
              <a:gd name="csY36" fmla="*/ 647451 h 859639"/>
              <a:gd name="csX37" fmla="*/ 382232 w 900114"/>
              <a:gd name="csY37" fmla="*/ 753967 h 859639"/>
              <a:gd name="csX38" fmla="*/ 347472 w 900114"/>
              <a:gd name="csY38" fmla="*/ 753967 h 859639"/>
              <a:gd name="csX39" fmla="*/ 240253 w 900114"/>
              <a:gd name="csY39" fmla="*/ 581535 h 859639"/>
              <a:gd name="csX40" fmla="*/ 275013 w 900114"/>
              <a:gd name="csY40" fmla="*/ 581535 h 859639"/>
              <a:gd name="csX41" fmla="*/ 275013 w 900114"/>
              <a:gd name="csY41" fmla="*/ 753967 h 859639"/>
              <a:gd name="csX42" fmla="*/ 240253 w 900114"/>
              <a:gd name="csY42" fmla="*/ 753967 h 859639"/>
              <a:gd name="csX43" fmla="*/ 133034 w 900114"/>
              <a:gd name="csY43" fmla="*/ 685239 h 859639"/>
              <a:gd name="csX44" fmla="*/ 167792 w 900114"/>
              <a:gd name="csY44" fmla="*/ 685239 h 859639"/>
              <a:gd name="csX45" fmla="*/ 167792 w 900114"/>
              <a:gd name="csY45" fmla="*/ 753966 h 859639"/>
              <a:gd name="csX46" fmla="*/ 133034 w 900114"/>
              <a:gd name="csY46" fmla="*/ 753966 h 859639"/>
              <a:gd name="csX47" fmla="*/ 364853 w 900114"/>
              <a:gd name="csY47" fmla="*/ 518083 h 859639"/>
              <a:gd name="csX48" fmla="*/ 338519 w 900114"/>
              <a:gd name="csY48" fmla="*/ 527293 h 859639"/>
              <a:gd name="csX49" fmla="*/ 298116 w 900114"/>
              <a:gd name="csY49" fmla="*/ 499637 h 859639"/>
              <a:gd name="csX50" fmla="*/ 300016 w 900114"/>
              <a:gd name="csY50" fmla="*/ 487079 h 859639"/>
              <a:gd name="csX51" fmla="*/ 257634 w 900114"/>
              <a:gd name="csY51" fmla="*/ 444697 h 859639"/>
              <a:gd name="csX52" fmla="*/ 215252 w 900114"/>
              <a:gd name="csY52" fmla="*/ 487079 h 859639"/>
              <a:gd name="csX53" fmla="*/ 219599 w 900114"/>
              <a:gd name="csY53" fmla="*/ 505753 h 859639"/>
              <a:gd name="csX54" fmla="*/ 171293 w 900114"/>
              <a:gd name="csY54" fmla="*/ 551289 h 859639"/>
              <a:gd name="csX55" fmla="*/ 150415 w 900114"/>
              <a:gd name="csY55" fmla="*/ 545766 h 859639"/>
              <a:gd name="csX56" fmla="*/ 108033 w 900114"/>
              <a:gd name="csY56" fmla="*/ 588149 h 859639"/>
              <a:gd name="csX57" fmla="*/ 150415 w 900114"/>
              <a:gd name="csY57" fmla="*/ 630531 h 859639"/>
              <a:gd name="csX58" fmla="*/ 192796 w 900114"/>
              <a:gd name="csY58" fmla="*/ 588149 h 859639"/>
              <a:gd name="csX59" fmla="*/ 188449 w 900114"/>
              <a:gd name="csY59" fmla="*/ 569477 h 859639"/>
              <a:gd name="csX60" fmla="*/ 236756 w 900114"/>
              <a:gd name="csY60" fmla="*/ 523940 h 859639"/>
              <a:gd name="csX61" fmla="*/ 257634 w 900114"/>
              <a:gd name="csY61" fmla="*/ 529461 h 859639"/>
              <a:gd name="csX62" fmla="*/ 283966 w 900114"/>
              <a:gd name="csY62" fmla="*/ 520251 h 859639"/>
              <a:gd name="csX63" fmla="*/ 324369 w 900114"/>
              <a:gd name="csY63" fmla="*/ 547906 h 859639"/>
              <a:gd name="csX64" fmla="*/ 322469 w 900114"/>
              <a:gd name="csY64" fmla="*/ 560465 h 859639"/>
              <a:gd name="csX65" fmla="*/ 364851 w 900114"/>
              <a:gd name="csY65" fmla="*/ 602847 h 859639"/>
              <a:gd name="csX66" fmla="*/ 407233 w 900114"/>
              <a:gd name="csY66" fmla="*/ 560465 h 859639"/>
              <a:gd name="csX67" fmla="*/ 400664 w 900114"/>
              <a:gd name="csY67" fmla="*/ 537842 h 859639"/>
              <a:gd name="csX68" fmla="*/ 455244 w 900114"/>
              <a:gd name="csY68" fmla="*/ 474059 h 859639"/>
              <a:gd name="csX69" fmla="*/ 472072 w 900114"/>
              <a:gd name="csY69" fmla="*/ 477551 h 859639"/>
              <a:gd name="csX70" fmla="*/ 514454 w 900114"/>
              <a:gd name="csY70" fmla="*/ 435169 h 859639"/>
              <a:gd name="csX71" fmla="*/ 472072 w 900114"/>
              <a:gd name="csY71" fmla="*/ 392787 h 859639"/>
              <a:gd name="csX72" fmla="*/ 429688 w 900114"/>
              <a:gd name="csY72" fmla="*/ 435169 h 859639"/>
              <a:gd name="csX73" fmla="*/ 436258 w 900114"/>
              <a:gd name="csY73" fmla="*/ 457791 h 859639"/>
              <a:gd name="csX74" fmla="*/ 381678 w 900114"/>
              <a:gd name="csY74" fmla="*/ 521572 h 859639"/>
              <a:gd name="csX75" fmla="*/ 364851 w 900114"/>
              <a:gd name="csY75" fmla="*/ 518081 h 859639"/>
              <a:gd name="csX76" fmla="*/ 150415 w 900114"/>
              <a:gd name="csY76" fmla="*/ 605529 h 859639"/>
              <a:gd name="csX77" fmla="*/ 133036 w 900114"/>
              <a:gd name="csY77" fmla="*/ 588150 h 859639"/>
              <a:gd name="csX78" fmla="*/ 150415 w 900114"/>
              <a:gd name="csY78" fmla="*/ 570771 h 859639"/>
              <a:gd name="csX79" fmla="*/ 167792 w 900114"/>
              <a:gd name="csY79" fmla="*/ 588150 h 859639"/>
              <a:gd name="csX80" fmla="*/ 150415 w 900114"/>
              <a:gd name="csY80" fmla="*/ 605529 h 859639"/>
              <a:gd name="csX81" fmla="*/ 257634 w 900114"/>
              <a:gd name="csY81" fmla="*/ 504458 h 859639"/>
              <a:gd name="csX82" fmla="*/ 240255 w 900114"/>
              <a:gd name="csY82" fmla="*/ 487079 h 859639"/>
              <a:gd name="csX83" fmla="*/ 257634 w 900114"/>
              <a:gd name="csY83" fmla="*/ 469700 h 859639"/>
              <a:gd name="csX84" fmla="*/ 275013 w 900114"/>
              <a:gd name="csY84" fmla="*/ 487079 h 859639"/>
              <a:gd name="csX85" fmla="*/ 257634 w 900114"/>
              <a:gd name="csY85" fmla="*/ 504458 h 859639"/>
              <a:gd name="csX86" fmla="*/ 364853 w 900114"/>
              <a:gd name="csY86" fmla="*/ 577845 h 859639"/>
              <a:gd name="csX87" fmla="*/ 347474 w 900114"/>
              <a:gd name="csY87" fmla="*/ 560467 h 859639"/>
              <a:gd name="csX88" fmla="*/ 364853 w 900114"/>
              <a:gd name="csY88" fmla="*/ 543088 h 859639"/>
              <a:gd name="csX89" fmla="*/ 382232 w 900114"/>
              <a:gd name="csY89" fmla="*/ 560467 h 859639"/>
              <a:gd name="csX90" fmla="*/ 364853 w 900114"/>
              <a:gd name="csY90" fmla="*/ 577845 h 859639"/>
              <a:gd name="csX91" fmla="*/ 472073 w 900114"/>
              <a:gd name="csY91" fmla="*/ 417790 h 859639"/>
              <a:gd name="csX92" fmla="*/ 489452 w 900114"/>
              <a:gd name="csY92" fmla="*/ 435169 h 859639"/>
              <a:gd name="csX93" fmla="*/ 472073 w 900114"/>
              <a:gd name="csY93" fmla="*/ 452548 h 859639"/>
              <a:gd name="csX94" fmla="*/ 454693 w 900114"/>
              <a:gd name="csY94" fmla="*/ 435169 h 859639"/>
              <a:gd name="csX95" fmla="*/ 472073 w 900114"/>
              <a:gd name="csY95" fmla="*/ 417790 h 859639"/>
              <a:gd name="csX96" fmla="*/ 207437 w 900114"/>
              <a:gd name="csY96" fmla="*/ 399741 h 859639"/>
              <a:gd name="csX97" fmla="*/ 219938 w 900114"/>
              <a:gd name="csY97" fmla="*/ 387239 h 859639"/>
              <a:gd name="csX98" fmla="*/ 219938 w 900114"/>
              <a:gd name="csY98" fmla="*/ 280308 h 859639"/>
              <a:gd name="csX99" fmla="*/ 312557 w 900114"/>
              <a:gd name="csY99" fmla="*/ 226834 h 859639"/>
              <a:gd name="csX100" fmla="*/ 318383 w 900114"/>
              <a:gd name="csY100" fmla="*/ 219238 h 859639"/>
              <a:gd name="csX101" fmla="*/ 317127 w 900114"/>
              <a:gd name="csY101" fmla="*/ 209748 h 859639"/>
              <a:gd name="csX102" fmla="*/ 207437 w 900114"/>
              <a:gd name="csY102" fmla="*/ 146440 h 859639"/>
              <a:gd name="csX103" fmla="*/ 80787 w 900114"/>
              <a:gd name="csY103" fmla="*/ 273091 h 859639"/>
              <a:gd name="csX104" fmla="*/ 207437 w 900114"/>
              <a:gd name="csY104" fmla="*/ 399743 h 859639"/>
              <a:gd name="csX105" fmla="*/ 288547 w 900114"/>
              <a:gd name="csY105" fmla="*/ 211826 h 859639"/>
              <a:gd name="csX106" fmla="*/ 219938 w 900114"/>
              <a:gd name="csY106" fmla="*/ 251439 h 859639"/>
              <a:gd name="csX107" fmla="*/ 219938 w 900114"/>
              <a:gd name="csY107" fmla="*/ 172238 h 859639"/>
              <a:gd name="csX108" fmla="*/ 288547 w 900114"/>
              <a:gd name="csY108" fmla="*/ 211826 h 859639"/>
              <a:gd name="csX109" fmla="*/ 194935 w 900114"/>
              <a:gd name="csY109" fmla="*/ 172239 h 859639"/>
              <a:gd name="csX110" fmla="*/ 194935 w 900114"/>
              <a:gd name="csY110" fmla="*/ 373974 h 859639"/>
              <a:gd name="csX111" fmla="*/ 105790 w 900114"/>
              <a:gd name="csY111" fmla="*/ 273091 h 859639"/>
              <a:gd name="csX112" fmla="*/ 194935 w 900114"/>
              <a:gd name="csY112" fmla="*/ 172239 h 859639"/>
              <a:gd name="csX113" fmla="*/ 333751 w 900114"/>
              <a:gd name="csY113" fmla="*/ 233506 h 859639"/>
              <a:gd name="csX114" fmla="*/ 323589 w 900114"/>
              <a:gd name="csY114" fmla="*/ 234553 h 859639"/>
              <a:gd name="csX115" fmla="*/ 236356 w 900114"/>
              <a:gd name="csY115" fmla="*/ 284916 h 859639"/>
              <a:gd name="csX116" fmla="*/ 230106 w 900114"/>
              <a:gd name="csY116" fmla="*/ 295742 h 859639"/>
              <a:gd name="csX117" fmla="*/ 230106 w 900114"/>
              <a:gd name="csY117" fmla="*/ 396451 h 859639"/>
              <a:gd name="csX118" fmla="*/ 234278 w 900114"/>
              <a:gd name="csY118" fmla="*/ 405774 h 859639"/>
              <a:gd name="csX119" fmla="*/ 242607 w 900114"/>
              <a:gd name="csY119" fmla="*/ 408953 h 859639"/>
              <a:gd name="csX120" fmla="*/ 244009 w 900114"/>
              <a:gd name="csY120" fmla="*/ 408874 h 859639"/>
              <a:gd name="csX121" fmla="*/ 351317 w 900114"/>
              <a:gd name="csY121" fmla="*/ 288641 h 859639"/>
              <a:gd name="csX122" fmla="*/ 341302 w 900114"/>
              <a:gd name="csY122" fmla="*/ 240389 h 859639"/>
              <a:gd name="csX123" fmla="*/ 333751 w 900114"/>
              <a:gd name="csY123" fmla="*/ 233506 h 859639"/>
              <a:gd name="csX124" fmla="*/ 255109 w 900114"/>
              <a:gd name="csY124" fmla="*/ 381421 h 859639"/>
              <a:gd name="csX125" fmla="*/ 255109 w 900114"/>
              <a:gd name="csY125" fmla="*/ 302961 h 859639"/>
              <a:gd name="csX126" fmla="*/ 323055 w 900114"/>
              <a:gd name="csY126" fmla="*/ 263731 h 859639"/>
              <a:gd name="csX127" fmla="*/ 326314 w 900114"/>
              <a:gd name="csY127" fmla="*/ 288641 h 859639"/>
              <a:gd name="csX128" fmla="*/ 255109 w 900114"/>
              <a:gd name="csY128" fmla="*/ 381421 h 859639"/>
              <a:gd name="csX129" fmla="*/ 541700 w 900114"/>
              <a:gd name="csY129" fmla="*/ 279560 h 859639"/>
              <a:gd name="csX130" fmla="*/ 529198 w 900114"/>
              <a:gd name="csY130" fmla="*/ 292062 h 859639"/>
              <a:gd name="csX131" fmla="*/ 391226 w 900114"/>
              <a:gd name="csY131" fmla="*/ 292062 h 859639"/>
              <a:gd name="csX132" fmla="*/ 378724 w 900114"/>
              <a:gd name="csY132" fmla="*/ 279560 h 859639"/>
              <a:gd name="csX133" fmla="*/ 391226 w 900114"/>
              <a:gd name="csY133" fmla="*/ 267058 h 859639"/>
              <a:gd name="csX134" fmla="*/ 529198 w 900114"/>
              <a:gd name="csY134" fmla="*/ 267058 h 859639"/>
              <a:gd name="csX135" fmla="*/ 541700 w 900114"/>
              <a:gd name="csY135" fmla="*/ 279560 h 859639"/>
              <a:gd name="csX136" fmla="*/ 541700 w 900114"/>
              <a:gd name="csY136" fmla="*/ 167141 h 859639"/>
              <a:gd name="csX137" fmla="*/ 529198 w 900114"/>
              <a:gd name="csY137" fmla="*/ 179642 h 859639"/>
              <a:gd name="csX138" fmla="*/ 340978 w 900114"/>
              <a:gd name="csY138" fmla="*/ 179642 h 859639"/>
              <a:gd name="csX139" fmla="*/ 328477 w 900114"/>
              <a:gd name="csY139" fmla="*/ 167141 h 859639"/>
              <a:gd name="csX140" fmla="*/ 340978 w 900114"/>
              <a:gd name="csY140" fmla="*/ 154639 h 859639"/>
              <a:gd name="csX141" fmla="*/ 529198 w 900114"/>
              <a:gd name="csY141" fmla="*/ 154639 h 859639"/>
              <a:gd name="csX142" fmla="*/ 541700 w 900114"/>
              <a:gd name="csY142" fmla="*/ 167141 h 859639"/>
              <a:gd name="csX143" fmla="*/ 541700 w 900114"/>
              <a:gd name="csY143" fmla="*/ 335771 h 859639"/>
              <a:gd name="csX144" fmla="*/ 529198 w 900114"/>
              <a:gd name="csY144" fmla="*/ 348272 h 859639"/>
              <a:gd name="csX145" fmla="*/ 460213 w 900114"/>
              <a:gd name="csY145" fmla="*/ 348272 h 859639"/>
              <a:gd name="csX146" fmla="*/ 447711 w 900114"/>
              <a:gd name="csY146" fmla="*/ 335771 h 859639"/>
              <a:gd name="csX147" fmla="*/ 460213 w 900114"/>
              <a:gd name="csY147" fmla="*/ 323269 h 859639"/>
              <a:gd name="csX148" fmla="*/ 529198 w 900114"/>
              <a:gd name="csY148" fmla="*/ 323269 h 859639"/>
              <a:gd name="csX149" fmla="*/ 541700 w 900114"/>
              <a:gd name="csY149" fmla="*/ 335771 h 859639"/>
              <a:gd name="csX150" fmla="*/ 541700 w 900114"/>
              <a:gd name="csY150" fmla="*/ 223351 h 859639"/>
              <a:gd name="csX151" fmla="*/ 529198 w 900114"/>
              <a:gd name="csY151" fmla="*/ 235853 h 859639"/>
              <a:gd name="csX152" fmla="*/ 391226 w 900114"/>
              <a:gd name="csY152" fmla="*/ 235853 h 859639"/>
              <a:gd name="csX153" fmla="*/ 378724 w 900114"/>
              <a:gd name="csY153" fmla="*/ 223351 h 859639"/>
              <a:gd name="csX154" fmla="*/ 391226 w 900114"/>
              <a:gd name="csY154" fmla="*/ 210850 h 859639"/>
              <a:gd name="csX155" fmla="*/ 529198 w 900114"/>
              <a:gd name="csY155" fmla="*/ 210850 h 859639"/>
              <a:gd name="csX156" fmla="*/ 541700 w 900114"/>
              <a:gd name="csY156" fmla="*/ 223351 h 859639"/>
              <a:gd name="csX157" fmla="*/ 861052 w 900114"/>
              <a:gd name="csY157" fmla="*/ 27337 h 859639"/>
              <a:gd name="csX158" fmla="*/ 777703 w 900114"/>
              <a:gd name="csY158" fmla="*/ 0 h 859639"/>
              <a:gd name="csX159" fmla="*/ 694353 w 900114"/>
              <a:gd name="csY159" fmla="*/ 27337 h 859639"/>
              <a:gd name="csX160" fmla="*/ 692056 w 900114"/>
              <a:gd name="csY160" fmla="*/ 29272 h 859639"/>
              <a:gd name="csX161" fmla="*/ 651456 w 900114"/>
              <a:gd name="csY161" fmla="*/ 0 h 859639"/>
              <a:gd name="csX162" fmla="*/ 383021 w 900114"/>
              <a:gd name="csY162" fmla="*/ 0 h 859639"/>
              <a:gd name="csX163" fmla="*/ 114584 w 900114"/>
              <a:gd name="csY163" fmla="*/ 0 h 859639"/>
              <a:gd name="csX164" fmla="*/ 71777 w 900114"/>
              <a:gd name="csY164" fmla="*/ 42809 h 859639"/>
              <a:gd name="csX165" fmla="*/ 71777 w 900114"/>
              <a:gd name="csY165" fmla="*/ 71779 h 859639"/>
              <a:gd name="csX166" fmla="*/ 42809 w 900114"/>
              <a:gd name="csY166" fmla="*/ 71779 h 859639"/>
              <a:gd name="csX167" fmla="*/ 0 w 900114"/>
              <a:gd name="csY167" fmla="*/ 114586 h 859639"/>
              <a:gd name="csX168" fmla="*/ 0 w 900114"/>
              <a:gd name="csY168" fmla="*/ 816833 h 859639"/>
              <a:gd name="csX169" fmla="*/ 42809 w 900114"/>
              <a:gd name="csY169" fmla="*/ 859640 h 859639"/>
              <a:gd name="csX170" fmla="*/ 579680 w 900114"/>
              <a:gd name="csY170" fmla="*/ 859640 h 859639"/>
              <a:gd name="csX171" fmla="*/ 622487 w 900114"/>
              <a:gd name="csY171" fmla="*/ 816833 h 859639"/>
              <a:gd name="csX172" fmla="*/ 622487 w 900114"/>
              <a:gd name="csY172" fmla="*/ 787863 h 859639"/>
              <a:gd name="csX173" fmla="*/ 651456 w 900114"/>
              <a:gd name="csY173" fmla="*/ 787863 h 859639"/>
              <a:gd name="csX174" fmla="*/ 694265 w 900114"/>
              <a:gd name="csY174" fmla="*/ 745054 h 859639"/>
              <a:gd name="csX175" fmla="*/ 694265 w 900114"/>
              <a:gd name="csY175" fmla="*/ 711553 h 859639"/>
              <a:gd name="csX176" fmla="*/ 777704 w 900114"/>
              <a:gd name="csY176" fmla="*/ 711553 h 859639"/>
              <a:gd name="csX177" fmla="*/ 790206 w 900114"/>
              <a:gd name="csY177" fmla="*/ 699052 h 859639"/>
              <a:gd name="csX178" fmla="*/ 790206 w 900114"/>
              <a:gd name="csY178" fmla="*/ 412893 h 859639"/>
              <a:gd name="csX179" fmla="*/ 777704 w 900114"/>
              <a:gd name="csY179" fmla="*/ 400391 h 859639"/>
              <a:gd name="csX180" fmla="*/ 765203 w 900114"/>
              <a:gd name="csY180" fmla="*/ 412893 h 859639"/>
              <a:gd name="csX181" fmla="*/ 765203 w 900114"/>
              <a:gd name="csY181" fmla="*/ 686552 h 859639"/>
              <a:gd name="csX182" fmla="*/ 694265 w 900114"/>
              <a:gd name="csY182" fmla="*/ 686552 h 859639"/>
              <a:gd name="csX183" fmla="*/ 694265 w 900114"/>
              <a:gd name="csY183" fmla="*/ 207867 h 859639"/>
              <a:gd name="csX184" fmla="*/ 710248 w 900114"/>
              <a:gd name="csY184" fmla="*/ 250690 h 859639"/>
              <a:gd name="csX185" fmla="*/ 710248 w 900114"/>
              <a:gd name="csY185" fmla="*/ 254241 h 859639"/>
              <a:gd name="csX186" fmla="*/ 742093 w 900114"/>
              <a:gd name="csY186" fmla="*/ 286086 h 859639"/>
              <a:gd name="csX187" fmla="*/ 813316 w 900114"/>
              <a:gd name="csY187" fmla="*/ 286086 h 859639"/>
              <a:gd name="csX188" fmla="*/ 845159 w 900114"/>
              <a:gd name="csY188" fmla="*/ 254241 h 859639"/>
              <a:gd name="csX189" fmla="*/ 845159 w 900114"/>
              <a:gd name="csY189" fmla="*/ 250690 h 859639"/>
              <a:gd name="csX190" fmla="*/ 867260 w 900114"/>
              <a:gd name="csY190" fmla="*/ 199221 h 859639"/>
              <a:gd name="csX191" fmla="*/ 900114 w 900114"/>
              <a:gd name="csY191" fmla="*/ 110962 h 859639"/>
              <a:gd name="csX192" fmla="*/ 861054 w 900114"/>
              <a:gd name="csY192" fmla="*/ 27337 h 859639"/>
              <a:gd name="csX193" fmla="*/ 597484 w 900114"/>
              <a:gd name="csY193" fmla="*/ 816833 h 859639"/>
              <a:gd name="csX194" fmla="*/ 579680 w 900114"/>
              <a:gd name="csY194" fmla="*/ 834637 h 859639"/>
              <a:gd name="csX195" fmla="*/ 42809 w 900114"/>
              <a:gd name="csY195" fmla="*/ 834637 h 859639"/>
              <a:gd name="csX196" fmla="*/ 25003 w 900114"/>
              <a:gd name="csY196" fmla="*/ 816833 h 859639"/>
              <a:gd name="csX197" fmla="*/ 25003 w 900114"/>
              <a:gd name="csY197" fmla="*/ 114586 h 859639"/>
              <a:gd name="csX198" fmla="*/ 42809 w 900114"/>
              <a:gd name="csY198" fmla="*/ 96782 h 859639"/>
              <a:gd name="csX199" fmla="*/ 579678 w 900114"/>
              <a:gd name="csY199" fmla="*/ 96782 h 859639"/>
              <a:gd name="csX200" fmla="*/ 597484 w 900114"/>
              <a:gd name="csY200" fmla="*/ 114586 h 859639"/>
              <a:gd name="csX201" fmla="*/ 651456 w 900114"/>
              <a:gd name="csY201" fmla="*/ 762860 h 859639"/>
              <a:gd name="csX202" fmla="*/ 622487 w 900114"/>
              <a:gd name="csY202" fmla="*/ 762860 h 859639"/>
              <a:gd name="csX203" fmla="*/ 622487 w 900114"/>
              <a:gd name="csY203" fmla="*/ 114586 h 859639"/>
              <a:gd name="csX204" fmla="*/ 579678 w 900114"/>
              <a:gd name="csY204" fmla="*/ 71779 h 859639"/>
              <a:gd name="csX205" fmla="*/ 96780 w 900114"/>
              <a:gd name="csY205" fmla="*/ 71779 h 859639"/>
              <a:gd name="csX206" fmla="*/ 96780 w 900114"/>
              <a:gd name="csY206" fmla="*/ 42809 h 859639"/>
              <a:gd name="csX207" fmla="*/ 114584 w 900114"/>
              <a:gd name="csY207" fmla="*/ 25003 h 859639"/>
              <a:gd name="csX208" fmla="*/ 383021 w 900114"/>
              <a:gd name="csY208" fmla="*/ 25003 h 859639"/>
              <a:gd name="csX209" fmla="*/ 651456 w 900114"/>
              <a:gd name="csY209" fmla="*/ 25003 h 859639"/>
              <a:gd name="csX210" fmla="*/ 669260 w 900114"/>
              <a:gd name="csY210" fmla="*/ 42809 h 859639"/>
              <a:gd name="csX211" fmla="*/ 669260 w 900114"/>
              <a:gd name="csY211" fmla="*/ 56278 h 859639"/>
              <a:gd name="csX212" fmla="*/ 655294 w 900114"/>
              <a:gd name="csY212" fmla="*/ 110962 h 859639"/>
              <a:gd name="csX213" fmla="*/ 669260 w 900114"/>
              <a:gd name="csY213" fmla="*/ 169803 h 859639"/>
              <a:gd name="csX214" fmla="*/ 669260 w 900114"/>
              <a:gd name="csY214" fmla="*/ 697000 h 859639"/>
              <a:gd name="csX215" fmla="*/ 669078 w 900114"/>
              <a:gd name="csY215" fmla="*/ 699053 h 859639"/>
              <a:gd name="csX216" fmla="*/ 669262 w 900114"/>
              <a:gd name="csY216" fmla="*/ 701107 h 859639"/>
              <a:gd name="csX217" fmla="*/ 669262 w 900114"/>
              <a:gd name="csY217" fmla="*/ 745054 h 859639"/>
              <a:gd name="csX218" fmla="*/ 651456 w 900114"/>
              <a:gd name="csY218" fmla="*/ 762860 h 859639"/>
              <a:gd name="csX219" fmla="*/ 766444 w 900114"/>
              <a:gd name="csY219" fmla="*/ 160415 h 859639"/>
              <a:gd name="csX220" fmla="*/ 777703 w 900114"/>
              <a:gd name="csY220" fmla="*/ 149156 h 859639"/>
              <a:gd name="csX221" fmla="*/ 788961 w 900114"/>
              <a:gd name="csY221" fmla="*/ 160415 h 859639"/>
              <a:gd name="csX222" fmla="*/ 777703 w 900114"/>
              <a:gd name="csY222" fmla="*/ 171671 h 859639"/>
              <a:gd name="csX223" fmla="*/ 766444 w 900114"/>
              <a:gd name="csY223" fmla="*/ 160415 h 859639"/>
              <a:gd name="csX224" fmla="*/ 846938 w 900114"/>
              <a:gd name="csY224" fmla="*/ 184655 h 859639"/>
              <a:gd name="csX225" fmla="*/ 820154 w 900114"/>
              <a:gd name="csY225" fmla="*/ 250690 h 859639"/>
              <a:gd name="csX226" fmla="*/ 820154 w 900114"/>
              <a:gd name="csY226" fmla="*/ 254241 h 859639"/>
              <a:gd name="csX227" fmla="*/ 813314 w 900114"/>
              <a:gd name="csY227" fmla="*/ 261083 h 859639"/>
              <a:gd name="csX228" fmla="*/ 790204 w 900114"/>
              <a:gd name="csY228" fmla="*/ 261083 h 859639"/>
              <a:gd name="csX229" fmla="*/ 790204 w 900114"/>
              <a:gd name="csY229" fmla="*/ 194408 h 859639"/>
              <a:gd name="csX230" fmla="*/ 813964 w 900114"/>
              <a:gd name="csY230" fmla="*/ 160415 h 859639"/>
              <a:gd name="csX231" fmla="*/ 777703 w 900114"/>
              <a:gd name="csY231" fmla="*/ 124153 h 859639"/>
              <a:gd name="csX232" fmla="*/ 741441 w 900114"/>
              <a:gd name="csY232" fmla="*/ 160415 h 859639"/>
              <a:gd name="csX233" fmla="*/ 765201 w 900114"/>
              <a:gd name="csY233" fmla="*/ 194408 h 859639"/>
              <a:gd name="csX234" fmla="*/ 765201 w 900114"/>
              <a:gd name="csY234" fmla="*/ 261083 h 859639"/>
              <a:gd name="csX235" fmla="*/ 742093 w 900114"/>
              <a:gd name="csY235" fmla="*/ 261083 h 859639"/>
              <a:gd name="csX236" fmla="*/ 735251 w 900114"/>
              <a:gd name="csY236" fmla="*/ 254241 h 859639"/>
              <a:gd name="csX237" fmla="*/ 735251 w 900114"/>
              <a:gd name="csY237" fmla="*/ 250690 h 859639"/>
              <a:gd name="csX238" fmla="*/ 708467 w 900114"/>
              <a:gd name="csY238" fmla="*/ 184653 h 859639"/>
              <a:gd name="csX239" fmla="*/ 680298 w 900114"/>
              <a:gd name="csY239" fmla="*/ 110960 h 859639"/>
              <a:gd name="csX240" fmla="*/ 777704 w 900114"/>
              <a:gd name="csY240" fmla="*/ 25003 h 859639"/>
              <a:gd name="csX241" fmla="*/ 875111 w 900114"/>
              <a:gd name="csY241" fmla="*/ 110960 h 859639"/>
              <a:gd name="csX242" fmla="*/ 846942 w 900114"/>
              <a:gd name="csY242" fmla="*/ 184653 h 859639"/>
              <a:gd name="csX243" fmla="*/ 831047 w 900114"/>
              <a:gd name="csY243" fmla="*/ 343007 h 859639"/>
              <a:gd name="csX244" fmla="*/ 818545 w 900114"/>
              <a:gd name="csY244" fmla="*/ 355509 h 859639"/>
              <a:gd name="csX245" fmla="*/ 790204 w 900114"/>
              <a:gd name="csY245" fmla="*/ 355509 h 859639"/>
              <a:gd name="csX246" fmla="*/ 790204 w 900114"/>
              <a:gd name="csY246" fmla="*/ 361795 h 859639"/>
              <a:gd name="csX247" fmla="*/ 777703 w 900114"/>
              <a:gd name="csY247" fmla="*/ 374297 h 859639"/>
              <a:gd name="csX248" fmla="*/ 765201 w 900114"/>
              <a:gd name="csY248" fmla="*/ 361795 h 859639"/>
              <a:gd name="csX249" fmla="*/ 765201 w 900114"/>
              <a:gd name="csY249" fmla="*/ 355509 h 859639"/>
              <a:gd name="csX250" fmla="*/ 736862 w 900114"/>
              <a:gd name="csY250" fmla="*/ 355509 h 859639"/>
              <a:gd name="csX251" fmla="*/ 724360 w 900114"/>
              <a:gd name="csY251" fmla="*/ 343007 h 859639"/>
              <a:gd name="csX252" fmla="*/ 736862 w 900114"/>
              <a:gd name="csY252" fmla="*/ 330506 h 859639"/>
              <a:gd name="csX253" fmla="*/ 818545 w 900114"/>
              <a:gd name="csY253" fmla="*/ 330506 h 859639"/>
              <a:gd name="csX254" fmla="*/ 831047 w 900114"/>
              <a:gd name="csY254" fmla="*/ 343007 h 859639"/>
              <a:gd name="csX255" fmla="*/ 834433 w 900114"/>
              <a:gd name="csY255" fmla="*/ 308296 h 859639"/>
              <a:gd name="csX256" fmla="*/ 821931 w 900114"/>
              <a:gd name="csY256" fmla="*/ 320797 h 859639"/>
              <a:gd name="csX257" fmla="*/ 733476 w 900114"/>
              <a:gd name="csY257" fmla="*/ 320797 h 859639"/>
              <a:gd name="csX258" fmla="*/ 720974 w 900114"/>
              <a:gd name="csY258" fmla="*/ 308296 h 859639"/>
              <a:gd name="csX259" fmla="*/ 733476 w 900114"/>
              <a:gd name="csY259" fmla="*/ 295794 h 859639"/>
              <a:gd name="csX260" fmla="*/ 821931 w 900114"/>
              <a:gd name="csY260" fmla="*/ 295794 h 859639"/>
              <a:gd name="csX261" fmla="*/ 834433 w 900114"/>
              <a:gd name="csY261" fmla="*/ 308296 h 8596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Lst>
            <a:rect l="l" t="t" r="r" b="b"/>
            <a:pathLst>
              <a:path w="900114" h="859639">
                <a:moveTo>
                  <a:pt x="529197" y="753967"/>
                </a:moveTo>
                <a:lnTo>
                  <a:pt x="514455" y="753967"/>
                </a:lnTo>
                <a:lnTo>
                  <a:pt x="514455" y="516963"/>
                </a:lnTo>
                <a:cubicBezTo>
                  <a:pt x="514455" y="510058"/>
                  <a:pt x="508858" y="504461"/>
                  <a:pt x="501954" y="504461"/>
                </a:cubicBezTo>
                <a:lnTo>
                  <a:pt x="442191" y="504461"/>
                </a:lnTo>
                <a:cubicBezTo>
                  <a:pt x="435287" y="504461"/>
                  <a:pt x="429689" y="510058"/>
                  <a:pt x="429689" y="516963"/>
                </a:cubicBezTo>
                <a:lnTo>
                  <a:pt x="429689" y="753967"/>
                </a:lnTo>
                <a:lnTo>
                  <a:pt x="407235" y="753967"/>
                </a:lnTo>
                <a:lnTo>
                  <a:pt x="407235" y="634949"/>
                </a:lnTo>
                <a:cubicBezTo>
                  <a:pt x="407235" y="628045"/>
                  <a:pt x="401638" y="622447"/>
                  <a:pt x="394733" y="622447"/>
                </a:cubicBezTo>
                <a:lnTo>
                  <a:pt x="334970" y="622447"/>
                </a:lnTo>
                <a:cubicBezTo>
                  <a:pt x="328066" y="622447"/>
                  <a:pt x="322469" y="628045"/>
                  <a:pt x="322469" y="634949"/>
                </a:cubicBezTo>
                <a:lnTo>
                  <a:pt x="322469" y="753967"/>
                </a:lnTo>
                <a:lnTo>
                  <a:pt x="300016" y="753967"/>
                </a:lnTo>
                <a:lnTo>
                  <a:pt x="300016" y="569034"/>
                </a:lnTo>
                <a:cubicBezTo>
                  <a:pt x="300016" y="562129"/>
                  <a:pt x="294419" y="556532"/>
                  <a:pt x="287515" y="556532"/>
                </a:cubicBezTo>
                <a:lnTo>
                  <a:pt x="227752" y="556532"/>
                </a:lnTo>
                <a:cubicBezTo>
                  <a:pt x="220847" y="556532"/>
                  <a:pt x="215250" y="562129"/>
                  <a:pt x="215250" y="569034"/>
                </a:cubicBezTo>
                <a:lnTo>
                  <a:pt x="215250" y="753967"/>
                </a:lnTo>
                <a:lnTo>
                  <a:pt x="192796" y="753967"/>
                </a:lnTo>
                <a:lnTo>
                  <a:pt x="192796" y="672739"/>
                </a:lnTo>
                <a:cubicBezTo>
                  <a:pt x="192796" y="665835"/>
                  <a:pt x="187198" y="660238"/>
                  <a:pt x="180294" y="660238"/>
                </a:cubicBezTo>
                <a:lnTo>
                  <a:pt x="120533" y="660238"/>
                </a:lnTo>
                <a:cubicBezTo>
                  <a:pt x="113628" y="660238"/>
                  <a:pt x="108031" y="665835"/>
                  <a:pt x="108031" y="672739"/>
                </a:cubicBezTo>
                <a:lnTo>
                  <a:pt x="108031" y="753967"/>
                </a:lnTo>
                <a:lnTo>
                  <a:pt x="93288" y="753967"/>
                </a:lnTo>
                <a:cubicBezTo>
                  <a:pt x="86384" y="753967"/>
                  <a:pt x="80787" y="759565"/>
                  <a:pt x="80787" y="766469"/>
                </a:cubicBezTo>
                <a:cubicBezTo>
                  <a:pt x="80787" y="773373"/>
                  <a:pt x="86384" y="778971"/>
                  <a:pt x="93288" y="778971"/>
                </a:cubicBezTo>
                <a:lnTo>
                  <a:pt x="529197" y="778971"/>
                </a:lnTo>
                <a:cubicBezTo>
                  <a:pt x="536101" y="778971"/>
                  <a:pt x="541698" y="773373"/>
                  <a:pt x="541698" y="766469"/>
                </a:cubicBezTo>
                <a:cubicBezTo>
                  <a:pt x="541698" y="759565"/>
                  <a:pt x="536101" y="753967"/>
                  <a:pt x="529197" y="753967"/>
                </a:cubicBezTo>
                <a:close/>
                <a:moveTo>
                  <a:pt x="454693" y="529464"/>
                </a:moveTo>
                <a:lnTo>
                  <a:pt x="489452" y="529464"/>
                </a:lnTo>
                <a:lnTo>
                  <a:pt x="489452" y="753967"/>
                </a:lnTo>
                <a:lnTo>
                  <a:pt x="454693" y="753967"/>
                </a:lnTo>
                <a:close/>
                <a:moveTo>
                  <a:pt x="347472" y="647451"/>
                </a:moveTo>
                <a:lnTo>
                  <a:pt x="382232" y="647451"/>
                </a:lnTo>
                <a:lnTo>
                  <a:pt x="382232" y="753967"/>
                </a:lnTo>
                <a:lnTo>
                  <a:pt x="347472" y="753967"/>
                </a:lnTo>
                <a:close/>
                <a:moveTo>
                  <a:pt x="240253" y="581535"/>
                </a:moveTo>
                <a:lnTo>
                  <a:pt x="275013" y="581535"/>
                </a:lnTo>
                <a:lnTo>
                  <a:pt x="275013" y="753967"/>
                </a:lnTo>
                <a:lnTo>
                  <a:pt x="240253" y="753967"/>
                </a:lnTo>
                <a:close/>
                <a:moveTo>
                  <a:pt x="133034" y="685239"/>
                </a:moveTo>
                <a:lnTo>
                  <a:pt x="167792" y="685239"/>
                </a:lnTo>
                <a:lnTo>
                  <a:pt x="167792" y="753966"/>
                </a:lnTo>
                <a:lnTo>
                  <a:pt x="133034" y="753966"/>
                </a:lnTo>
                <a:close/>
                <a:moveTo>
                  <a:pt x="364853" y="518083"/>
                </a:moveTo>
                <a:cubicBezTo>
                  <a:pt x="354907" y="518083"/>
                  <a:pt x="345758" y="521535"/>
                  <a:pt x="338519" y="527293"/>
                </a:cubicBezTo>
                <a:lnTo>
                  <a:pt x="298116" y="499637"/>
                </a:lnTo>
                <a:cubicBezTo>
                  <a:pt x="299350" y="495667"/>
                  <a:pt x="300016" y="491449"/>
                  <a:pt x="300016" y="487079"/>
                </a:cubicBezTo>
                <a:cubicBezTo>
                  <a:pt x="300016" y="463710"/>
                  <a:pt x="281003" y="444697"/>
                  <a:pt x="257634" y="444697"/>
                </a:cubicBezTo>
                <a:cubicBezTo>
                  <a:pt x="234265" y="444697"/>
                  <a:pt x="215252" y="463710"/>
                  <a:pt x="215252" y="487079"/>
                </a:cubicBezTo>
                <a:cubicBezTo>
                  <a:pt x="215252" y="493778"/>
                  <a:pt x="216820" y="500114"/>
                  <a:pt x="219599" y="505753"/>
                </a:cubicBezTo>
                <a:lnTo>
                  <a:pt x="171293" y="551289"/>
                </a:lnTo>
                <a:cubicBezTo>
                  <a:pt x="165126" y="547781"/>
                  <a:pt x="158004" y="545766"/>
                  <a:pt x="150415" y="545766"/>
                </a:cubicBezTo>
                <a:cubicBezTo>
                  <a:pt x="127044" y="545766"/>
                  <a:pt x="108033" y="564780"/>
                  <a:pt x="108033" y="588149"/>
                </a:cubicBezTo>
                <a:cubicBezTo>
                  <a:pt x="108033" y="611518"/>
                  <a:pt x="127046" y="630531"/>
                  <a:pt x="150415" y="630531"/>
                </a:cubicBezTo>
                <a:cubicBezTo>
                  <a:pt x="173784" y="630531"/>
                  <a:pt x="192796" y="611518"/>
                  <a:pt x="192796" y="588149"/>
                </a:cubicBezTo>
                <a:cubicBezTo>
                  <a:pt x="192796" y="581450"/>
                  <a:pt x="191227" y="575113"/>
                  <a:pt x="188449" y="569477"/>
                </a:cubicBezTo>
                <a:lnTo>
                  <a:pt x="236756" y="523940"/>
                </a:lnTo>
                <a:cubicBezTo>
                  <a:pt x="242923" y="527448"/>
                  <a:pt x="250046" y="529461"/>
                  <a:pt x="257634" y="529461"/>
                </a:cubicBezTo>
                <a:cubicBezTo>
                  <a:pt x="267580" y="529461"/>
                  <a:pt x="276729" y="526009"/>
                  <a:pt x="283966" y="520251"/>
                </a:cubicBezTo>
                <a:lnTo>
                  <a:pt x="324369" y="547906"/>
                </a:lnTo>
                <a:cubicBezTo>
                  <a:pt x="323135" y="551876"/>
                  <a:pt x="322469" y="556095"/>
                  <a:pt x="322469" y="560465"/>
                </a:cubicBezTo>
                <a:cubicBezTo>
                  <a:pt x="322469" y="583836"/>
                  <a:pt x="341482" y="602847"/>
                  <a:pt x="364851" y="602847"/>
                </a:cubicBezTo>
                <a:cubicBezTo>
                  <a:pt x="388220" y="602847"/>
                  <a:pt x="407233" y="583834"/>
                  <a:pt x="407233" y="560465"/>
                </a:cubicBezTo>
                <a:cubicBezTo>
                  <a:pt x="407233" y="552149"/>
                  <a:pt x="404817" y="544393"/>
                  <a:pt x="400664" y="537842"/>
                </a:cubicBezTo>
                <a:lnTo>
                  <a:pt x="455244" y="474059"/>
                </a:lnTo>
                <a:cubicBezTo>
                  <a:pt x="460406" y="476301"/>
                  <a:pt x="466094" y="477551"/>
                  <a:pt x="472072" y="477551"/>
                </a:cubicBezTo>
                <a:cubicBezTo>
                  <a:pt x="495442" y="477551"/>
                  <a:pt x="514454" y="458538"/>
                  <a:pt x="514454" y="435169"/>
                </a:cubicBezTo>
                <a:cubicBezTo>
                  <a:pt x="514454" y="411800"/>
                  <a:pt x="495440" y="392787"/>
                  <a:pt x="472072" y="392787"/>
                </a:cubicBezTo>
                <a:cubicBezTo>
                  <a:pt x="448703" y="392787"/>
                  <a:pt x="429688" y="411800"/>
                  <a:pt x="429688" y="435169"/>
                </a:cubicBezTo>
                <a:cubicBezTo>
                  <a:pt x="429688" y="443484"/>
                  <a:pt x="432104" y="451240"/>
                  <a:pt x="436258" y="457791"/>
                </a:cubicBezTo>
                <a:lnTo>
                  <a:pt x="381678" y="521572"/>
                </a:lnTo>
                <a:cubicBezTo>
                  <a:pt x="376517" y="519331"/>
                  <a:pt x="370829" y="518081"/>
                  <a:pt x="364851" y="518081"/>
                </a:cubicBezTo>
                <a:close/>
                <a:moveTo>
                  <a:pt x="150415" y="605529"/>
                </a:moveTo>
                <a:cubicBezTo>
                  <a:pt x="140832" y="605529"/>
                  <a:pt x="133036" y="597734"/>
                  <a:pt x="133036" y="588150"/>
                </a:cubicBezTo>
                <a:cubicBezTo>
                  <a:pt x="133036" y="578567"/>
                  <a:pt x="140832" y="570771"/>
                  <a:pt x="150415" y="570771"/>
                </a:cubicBezTo>
                <a:cubicBezTo>
                  <a:pt x="159999" y="570771"/>
                  <a:pt x="167792" y="578567"/>
                  <a:pt x="167792" y="588150"/>
                </a:cubicBezTo>
                <a:cubicBezTo>
                  <a:pt x="167792" y="597734"/>
                  <a:pt x="159997" y="605529"/>
                  <a:pt x="150415" y="605529"/>
                </a:cubicBezTo>
                <a:close/>
                <a:moveTo>
                  <a:pt x="257634" y="504458"/>
                </a:moveTo>
                <a:cubicBezTo>
                  <a:pt x="248051" y="504458"/>
                  <a:pt x="240255" y="496662"/>
                  <a:pt x="240255" y="487079"/>
                </a:cubicBezTo>
                <a:cubicBezTo>
                  <a:pt x="240255" y="477495"/>
                  <a:pt x="248051" y="469700"/>
                  <a:pt x="257634" y="469700"/>
                </a:cubicBezTo>
                <a:cubicBezTo>
                  <a:pt x="267217" y="469700"/>
                  <a:pt x="275013" y="477495"/>
                  <a:pt x="275013" y="487079"/>
                </a:cubicBezTo>
                <a:cubicBezTo>
                  <a:pt x="275013" y="496662"/>
                  <a:pt x="267217" y="504458"/>
                  <a:pt x="257634" y="504458"/>
                </a:cubicBezTo>
                <a:close/>
                <a:moveTo>
                  <a:pt x="364853" y="577845"/>
                </a:moveTo>
                <a:cubicBezTo>
                  <a:pt x="355269" y="577845"/>
                  <a:pt x="347474" y="570050"/>
                  <a:pt x="347474" y="560467"/>
                </a:cubicBezTo>
                <a:cubicBezTo>
                  <a:pt x="347474" y="550883"/>
                  <a:pt x="355269" y="543088"/>
                  <a:pt x="364853" y="543088"/>
                </a:cubicBezTo>
                <a:cubicBezTo>
                  <a:pt x="374436" y="543088"/>
                  <a:pt x="382232" y="550883"/>
                  <a:pt x="382232" y="560467"/>
                </a:cubicBezTo>
                <a:cubicBezTo>
                  <a:pt x="382232" y="570050"/>
                  <a:pt x="374436" y="577845"/>
                  <a:pt x="364853" y="577845"/>
                </a:cubicBezTo>
                <a:close/>
                <a:moveTo>
                  <a:pt x="472073" y="417790"/>
                </a:moveTo>
                <a:cubicBezTo>
                  <a:pt x="481657" y="417790"/>
                  <a:pt x="489452" y="425585"/>
                  <a:pt x="489452" y="435169"/>
                </a:cubicBezTo>
                <a:cubicBezTo>
                  <a:pt x="489452" y="444752"/>
                  <a:pt x="481657" y="452548"/>
                  <a:pt x="472073" y="452548"/>
                </a:cubicBezTo>
                <a:cubicBezTo>
                  <a:pt x="462490" y="452548"/>
                  <a:pt x="454693" y="444752"/>
                  <a:pt x="454693" y="435169"/>
                </a:cubicBezTo>
                <a:cubicBezTo>
                  <a:pt x="454693" y="425585"/>
                  <a:pt x="462490" y="417790"/>
                  <a:pt x="472073" y="417790"/>
                </a:cubicBezTo>
                <a:close/>
                <a:moveTo>
                  <a:pt x="207437" y="399741"/>
                </a:moveTo>
                <a:cubicBezTo>
                  <a:pt x="214341" y="399741"/>
                  <a:pt x="219938" y="394144"/>
                  <a:pt x="219938" y="387239"/>
                </a:cubicBezTo>
                <a:lnTo>
                  <a:pt x="219938" y="280308"/>
                </a:lnTo>
                <a:lnTo>
                  <a:pt x="312557" y="226834"/>
                </a:lnTo>
                <a:cubicBezTo>
                  <a:pt x="315429" y="225175"/>
                  <a:pt x="317525" y="222442"/>
                  <a:pt x="318383" y="219238"/>
                </a:cubicBezTo>
                <a:cubicBezTo>
                  <a:pt x="319240" y="216034"/>
                  <a:pt x="318790" y="212619"/>
                  <a:pt x="317127" y="209748"/>
                </a:cubicBezTo>
                <a:cubicBezTo>
                  <a:pt x="294535" y="170698"/>
                  <a:pt x="252503" y="146440"/>
                  <a:pt x="207437" y="146440"/>
                </a:cubicBezTo>
                <a:cubicBezTo>
                  <a:pt x="137601" y="146440"/>
                  <a:pt x="80787" y="203256"/>
                  <a:pt x="80787" y="273091"/>
                </a:cubicBezTo>
                <a:cubicBezTo>
                  <a:pt x="80787" y="342927"/>
                  <a:pt x="137601" y="399743"/>
                  <a:pt x="207437" y="399743"/>
                </a:cubicBezTo>
                <a:close/>
                <a:moveTo>
                  <a:pt x="288547" y="211826"/>
                </a:moveTo>
                <a:lnTo>
                  <a:pt x="219938" y="251439"/>
                </a:lnTo>
                <a:lnTo>
                  <a:pt x="219938" y="172238"/>
                </a:lnTo>
                <a:cubicBezTo>
                  <a:pt x="247124" y="175636"/>
                  <a:pt x="271980" y="189967"/>
                  <a:pt x="288547" y="211826"/>
                </a:cubicBezTo>
                <a:close/>
                <a:moveTo>
                  <a:pt x="194935" y="172239"/>
                </a:moveTo>
                <a:lnTo>
                  <a:pt x="194935" y="373974"/>
                </a:lnTo>
                <a:cubicBezTo>
                  <a:pt x="144763" y="367794"/>
                  <a:pt x="105790" y="324908"/>
                  <a:pt x="105790" y="273091"/>
                </a:cubicBezTo>
                <a:cubicBezTo>
                  <a:pt x="105790" y="221274"/>
                  <a:pt x="144768" y="178424"/>
                  <a:pt x="194935" y="172239"/>
                </a:cubicBezTo>
                <a:close/>
                <a:moveTo>
                  <a:pt x="333751" y="233506"/>
                </a:moveTo>
                <a:cubicBezTo>
                  <a:pt x="330368" y="232392"/>
                  <a:pt x="326673" y="232770"/>
                  <a:pt x="323589" y="234553"/>
                </a:cubicBezTo>
                <a:lnTo>
                  <a:pt x="236356" y="284916"/>
                </a:lnTo>
                <a:cubicBezTo>
                  <a:pt x="232488" y="287148"/>
                  <a:pt x="230106" y="291276"/>
                  <a:pt x="230106" y="295742"/>
                </a:cubicBezTo>
                <a:lnTo>
                  <a:pt x="230106" y="396451"/>
                </a:lnTo>
                <a:cubicBezTo>
                  <a:pt x="230106" y="400011"/>
                  <a:pt x="231624" y="403402"/>
                  <a:pt x="234278" y="405774"/>
                </a:cubicBezTo>
                <a:cubicBezTo>
                  <a:pt x="236581" y="407831"/>
                  <a:pt x="239550" y="408953"/>
                  <a:pt x="242607" y="408953"/>
                </a:cubicBezTo>
                <a:cubicBezTo>
                  <a:pt x="243073" y="408953"/>
                  <a:pt x="243539" y="408926"/>
                  <a:pt x="244009" y="408874"/>
                </a:cubicBezTo>
                <a:cubicBezTo>
                  <a:pt x="305185" y="401970"/>
                  <a:pt x="351317" y="350281"/>
                  <a:pt x="351317" y="288641"/>
                </a:cubicBezTo>
                <a:cubicBezTo>
                  <a:pt x="351317" y="271888"/>
                  <a:pt x="347947" y="255653"/>
                  <a:pt x="341302" y="240389"/>
                </a:cubicBezTo>
                <a:cubicBezTo>
                  <a:pt x="339880" y="237124"/>
                  <a:pt x="337133" y="234620"/>
                  <a:pt x="333751" y="233506"/>
                </a:cubicBezTo>
                <a:close/>
                <a:moveTo>
                  <a:pt x="255109" y="381421"/>
                </a:moveTo>
                <a:lnTo>
                  <a:pt x="255109" y="302961"/>
                </a:lnTo>
                <a:lnTo>
                  <a:pt x="323055" y="263731"/>
                </a:lnTo>
                <a:cubicBezTo>
                  <a:pt x="325223" y="271800"/>
                  <a:pt x="326314" y="280133"/>
                  <a:pt x="326314" y="288641"/>
                </a:cubicBezTo>
                <a:cubicBezTo>
                  <a:pt x="326314" y="332752"/>
                  <a:pt x="296550" y="370437"/>
                  <a:pt x="255109" y="381421"/>
                </a:cubicBezTo>
                <a:close/>
                <a:moveTo>
                  <a:pt x="541700" y="279560"/>
                </a:moveTo>
                <a:cubicBezTo>
                  <a:pt x="541700" y="286464"/>
                  <a:pt x="536103" y="292062"/>
                  <a:pt x="529198" y="292062"/>
                </a:cubicBezTo>
                <a:lnTo>
                  <a:pt x="391226" y="292062"/>
                </a:lnTo>
                <a:cubicBezTo>
                  <a:pt x="384321" y="292062"/>
                  <a:pt x="378724" y="286464"/>
                  <a:pt x="378724" y="279560"/>
                </a:cubicBezTo>
                <a:cubicBezTo>
                  <a:pt x="378724" y="272656"/>
                  <a:pt x="384321" y="267058"/>
                  <a:pt x="391226" y="267058"/>
                </a:cubicBezTo>
                <a:lnTo>
                  <a:pt x="529198" y="267058"/>
                </a:lnTo>
                <a:cubicBezTo>
                  <a:pt x="536103" y="267058"/>
                  <a:pt x="541700" y="272656"/>
                  <a:pt x="541700" y="279560"/>
                </a:cubicBezTo>
                <a:close/>
                <a:moveTo>
                  <a:pt x="541700" y="167141"/>
                </a:moveTo>
                <a:cubicBezTo>
                  <a:pt x="541700" y="174045"/>
                  <a:pt x="536103" y="179642"/>
                  <a:pt x="529198" y="179642"/>
                </a:cubicBezTo>
                <a:lnTo>
                  <a:pt x="340978" y="179642"/>
                </a:lnTo>
                <a:cubicBezTo>
                  <a:pt x="334074" y="179642"/>
                  <a:pt x="328477" y="174045"/>
                  <a:pt x="328477" y="167141"/>
                </a:cubicBezTo>
                <a:cubicBezTo>
                  <a:pt x="328477" y="160236"/>
                  <a:pt x="334074" y="154639"/>
                  <a:pt x="340978" y="154639"/>
                </a:cubicBezTo>
                <a:lnTo>
                  <a:pt x="529198" y="154639"/>
                </a:lnTo>
                <a:cubicBezTo>
                  <a:pt x="536103" y="154639"/>
                  <a:pt x="541700" y="160236"/>
                  <a:pt x="541700" y="167141"/>
                </a:cubicBezTo>
                <a:close/>
                <a:moveTo>
                  <a:pt x="541700" y="335771"/>
                </a:moveTo>
                <a:cubicBezTo>
                  <a:pt x="541700" y="342675"/>
                  <a:pt x="536103" y="348272"/>
                  <a:pt x="529198" y="348272"/>
                </a:cubicBezTo>
                <a:lnTo>
                  <a:pt x="460213" y="348272"/>
                </a:lnTo>
                <a:cubicBezTo>
                  <a:pt x="453308" y="348272"/>
                  <a:pt x="447711" y="342675"/>
                  <a:pt x="447711" y="335771"/>
                </a:cubicBezTo>
                <a:cubicBezTo>
                  <a:pt x="447711" y="328866"/>
                  <a:pt x="453308" y="323269"/>
                  <a:pt x="460213" y="323269"/>
                </a:cubicBezTo>
                <a:lnTo>
                  <a:pt x="529198" y="323269"/>
                </a:lnTo>
                <a:cubicBezTo>
                  <a:pt x="536103" y="323269"/>
                  <a:pt x="541700" y="328866"/>
                  <a:pt x="541700" y="335771"/>
                </a:cubicBezTo>
                <a:close/>
                <a:moveTo>
                  <a:pt x="541700" y="223351"/>
                </a:moveTo>
                <a:cubicBezTo>
                  <a:pt x="541700" y="230256"/>
                  <a:pt x="536103" y="235853"/>
                  <a:pt x="529198" y="235853"/>
                </a:cubicBezTo>
                <a:lnTo>
                  <a:pt x="391226" y="235853"/>
                </a:lnTo>
                <a:cubicBezTo>
                  <a:pt x="384321" y="235853"/>
                  <a:pt x="378724" y="230256"/>
                  <a:pt x="378724" y="223351"/>
                </a:cubicBezTo>
                <a:cubicBezTo>
                  <a:pt x="378724" y="216447"/>
                  <a:pt x="384321" y="210850"/>
                  <a:pt x="391226" y="210850"/>
                </a:cubicBezTo>
                <a:lnTo>
                  <a:pt x="529198" y="210850"/>
                </a:lnTo>
                <a:cubicBezTo>
                  <a:pt x="536103" y="210850"/>
                  <a:pt x="541700" y="216447"/>
                  <a:pt x="541700" y="223351"/>
                </a:cubicBezTo>
                <a:close/>
                <a:moveTo>
                  <a:pt x="861052" y="27337"/>
                </a:moveTo>
                <a:cubicBezTo>
                  <a:pt x="838914" y="9708"/>
                  <a:pt x="809314" y="0"/>
                  <a:pt x="777703" y="0"/>
                </a:cubicBezTo>
                <a:cubicBezTo>
                  <a:pt x="746092" y="0"/>
                  <a:pt x="716491" y="9708"/>
                  <a:pt x="694353" y="27337"/>
                </a:cubicBezTo>
                <a:cubicBezTo>
                  <a:pt x="693563" y="27966"/>
                  <a:pt x="692822" y="28627"/>
                  <a:pt x="692056" y="29272"/>
                </a:cubicBezTo>
                <a:cubicBezTo>
                  <a:pt x="686377" y="12284"/>
                  <a:pt x="670328" y="0"/>
                  <a:pt x="651456" y="0"/>
                </a:cubicBezTo>
                <a:lnTo>
                  <a:pt x="383021" y="0"/>
                </a:lnTo>
                <a:cubicBezTo>
                  <a:pt x="383021" y="0"/>
                  <a:pt x="114584" y="0"/>
                  <a:pt x="114584" y="0"/>
                </a:cubicBezTo>
                <a:cubicBezTo>
                  <a:pt x="90979" y="0"/>
                  <a:pt x="71777" y="19204"/>
                  <a:pt x="71777" y="42809"/>
                </a:cubicBezTo>
                <a:lnTo>
                  <a:pt x="71777" y="71779"/>
                </a:lnTo>
                <a:lnTo>
                  <a:pt x="42809" y="71779"/>
                </a:lnTo>
                <a:cubicBezTo>
                  <a:pt x="19204" y="71779"/>
                  <a:pt x="0" y="90981"/>
                  <a:pt x="0" y="114586"/>
                </a:cubicBezTo>
                <a:lnTo>
                  <a:pt x="0" y="816833"/>
                </a:lnTo>
                <a:cubicBezTo>
                  <a:pt x="0" y="840435"/>
                  <a:pt x="19204" y="859640"/>
                  <a:pt x="42809" y="859640"/>
                </a:cubicBezTo>
                <a:lnTo>
                  <a:pt x="579680" y="859640"/>
                </a:lnTo>
                <a:cubicBezTo>
                  <a:pt x="603284" y="859640"/>
                  <a:pt x="622487" y="840435"/>
                  <a:pt x="622487" y="816833"/>
                </a:cubicBezTo>
                <a:lnTo>
                  <a:pt x="622487" y="787863"/>
                </a:lnTo>
                <a:lnTo>
                  <a:pt x="651456" y="787863"/>
                </a:lnTo>
                <a:cubicBezTo>
                  <a:pt x="675061" y="787863"/>
                  <a:pt x="694265" y="768659"/>
                  <a:pt x="694265" y="745054"/>
                </a:cubicBezTo>
                <a:lnTo>
                  <a:pt x="694265" y="711553"/>
                </a:lnTo>
                <a:lnTo>
                  <a:pt x="777704" y="711553"/>
                </a:lnTo>
                <a:cubicBezTo>
                  <a:pt x="784609" y="711553"/>
                  <a:pt x="790206" y="705956"/>
                  <a:pt x="790206" y="699052"/>
                </a:cubicBezTo>
                <a:lnTo>
                  <a:pt x="790206" y="412893"/>
                </a:lnTo>
                <a:cubicBezTo>
                  <a:pt x="790206" y="405988"/>
                  <a:pt x="784609" y="400391"/>
                  <a:pt x="777704" y="400391"/>
                </a:cubicBezTo>
                <a:cubicBezTo>
                  <a:pt x="770800" y="400391"/>
                  <a:pt x="765203" y="405988"/>
                  <a:pt x="765203" y="412893"/>
                </a:cubicBezTo>
                <a:lnTo>
                  <a:pt x="765203" y="686552"/>
                </a:lnTo>
                <a:lnTo>
                  <a:pt x="694265" y="686552"/>
                </a:lnTo>
                <a:lnTo>
                  <a:pt x="694265" y="207867"/>
                </a:lnTo>
                <a:cubicBezTo>
                  <a:pt x="703563" y="221349"/>
                  <a:pt x="710248" y="233615"/>
                  <a:pt x="710248" y="250690"/>
                </a:cubicBezTo>
                <a:lnTo>
                  <a:pt x="710248" y="254241"/>
                </a:lnTo>
                <a:cubicBezTo>
                  <a:pt x="710248" y="271800"/>
                  <a:pt x="724533" y="286086"/>
                  <a:pt x="742093" y="286086"/>
                </a:cubicBezTo>
                <a:lnTo>
                  <a:pt x="813316" y="286086"/>
                </a:lnTo>
                <a:cubicBezTo>
                  <a:pt x="830873" y="286086"/>
                  <a:pt x="845159" y="271800"/>
                  <a:pt x="845159" y="254241"/>
                </a:cubicBezTo>
                <a:lnTo>
                  <a:pt x="845159" y="250690"/>
                </a:lnTo>
                <a:cubicBezTo>
                  <a:pt x="845159" y="230056"/>
                  <a:pt x="854912" y="216448"/>
                  <a:pt x="867260" y="199221"/>
                </a:cubicBezTo>
                <a:cubicBezTo>
                  <a:pt x="882659" y="177738"/>
                  <a:pt x="900114" y="153389"/>
                  <a:pt x="900114" y="110962"/>
                </a:cubicBezTo>
                <a:cubicBezTo>
                  <a:pt x="900114" y="76602"/>
                  <a:pt x="886607" y="47686"/>
                  <a:pt x="861054" y="27337"/>
                </a:cubicBezTo>
                <a:close/>
                <a:moveTo>
                  <a:pt x="597484" y="816833"/>
                </a:moveTo>
                <a:cubicBezTo>
                  <a:pt x="597484" y="826650"/>
                  <a:pt x="589497" y="834637"/>
                  <a:pt x="579680" y="834637"/>
                </a:cubicBezTo>
                <a:lnTo>
                  <a:pt x="42809" y="834637"/>
                </a:lnTo>
                <a:cubicBezTo>
                  <a:pt x="32992" y="834637"/>
                  <a:pt x="25003" y="826650"/>
                  <a:pt x="25003" y="816833"/>
                </a:cubicBezTo>
                <a:lnTo>
                  <a:pt x="25003" y="114586"/>
                </a:lnTo>
                <a:cubicBezTo>
                  <a:pt x="25003" y="104768"/>
                  <a:pt x="32992" y="96782"/>
                  <a:pt x="42809" y="96782"/>
                </a:cubicBezTo>
                <a:lnTo>
                  <a:pt x="579678" y="96782"/>
                </a:lnTo>
                <a:cubicBezTo>
                  <a:pt x="589495" y="96782"/>
                  <a:pt x="597484" y="104768"/>
                  <a:pt x="597484" y="114586"/>
                </a:cubicBezTo>
                <a:close/>
                <a:moveTo>
                  <a:pt x="651456" y="762860"/>
                </a:moveTo>
                <a:lnTo>
                  <a:pt x="622487" y="762860"/>
                </a:lnTo>
                <a:lnTo>
                  <a:pt x="622487" y="114586"/>
                </a:lnTo>
                <a:cubicBezTo>
                  <a:pt x="622487" y="90981"/>
                  <a:pt x="603283" y="71779"/>
                  <a:pt x="579678" y="71779"/>
                </a:cubicBezTo>
                <a:lnTo>
                  <a:pt x="96780" y="71779"/>
                </a:lnTo>
                <a:lnTo>
                  <a:pt x="96780" y="42809"/>
                </a:lnTo>
                <a:cubicBezTo>
                  <a:pt x="96780" y="32990"/>
                  <a:pt x="104767" y="25003"/>
                  <a:pt x="114584" y="25003"/>
                </a:cubicBezTo>
                <a:lnTo>
                  <a:pt x="383021" y="25003"/>
                </a:lnTo>
                <a:cubicBezTo>
                  <a:pt x="383021" y="25003"/>
                  <a:pt x="651456" y="25003"/>
                  <a:pt x="651456" y="25003"/>
                </a:cubicBezTo>
                <a:cubicBezTo>
                  <a:pt x="661274" y="25003"/>
                  <a:pt x="669260" y="32990"/>
                  <a:pt x="669260" y="42809"/>
                </a:cubicBezTo>
                <a:lnTo>
                  <a:pt x="669260" y="56278"/>
                </a:lnTo>
                <a:cubicBezTo>
                  <a:pt x="660075" y="72168"/>
                  <a:pt x="655294" y="90599"/>
                  <a:pt x="655294" y="110962"/>
                </a:cubicBezTo>
                <a:cubicBezTo>
                  <a:pt x="655294" y="135729"/>
                  <a:pt x="661247" y="154330"/>
                  <a:pt x="669260" y="169803"/>
                </a:cubicBezTo>
                <a:lnTo>
                  <a:pt x="669260" y="697000"/>
                </a:lnTo>
                <a:cubicBezTo>
                  <a:pt x="669152" y="697669"/>
                  <a:pt x="669078" y="698353"/>
                  <a:pt x="669078" y="699053"/>
                </a:cubicBezTo>
                <a:cubicBezTo>
                  <a:pt x="669078" y="699754"/>
                  <a:pt x="669150" y="700438"/>
                  <a:pt x="669262" y="701107"/>
                </a:cubicBezTo>
                <a:lnTo>
                  <a:pt x="669262" y="745054"/>
                </a:lnTo>
                <a:cubicBezTo>
                  <a:pt x="669262" y="754871"/>
                  <a:pt x="661274" y="762860"/>
                  <a:pt x="651456" y="762860"/>
                </a:cubicBezTo>
                <a:close/>
                <a:moveTo>
                  <a:pt x="766444" y="160415"/>
                </a:moveTo>
                <a:cubicBezTo>
                  <a:pt x="766444" y="154207"/>
                  <a:pt x="771495" y="149156"/>
                  <a:pt x="777703" y="149156"/>
                </a:cubicBezTo>
                <a:cubicBezTo>
                  <a:pt x="783911" y="149156"/>
                  <a:pt x="788961" y="154207"/>
                  <a:pt x="788961" y="160415"/>
                </a:cubicBezTo>
                <a:cubicBezTo>
                  <a:pt x="788961" y="166623"/>
                  <a:pt x="783911" y="171671"/>
                  <a:pt x="777703" y="171671"/>
                </a:cubicBezTo>
                <a:cubicBezTo>
                  <a:pt x="771495" y="171671"/>
                  <a:pt x="766444" y="166621"/>
                  <a:pt x="766444" y="160415"/>
                </a:cubicBezTo>
                <a:close/>
                <a:moveTo>
                  <a:pt x="846938" y="184655"/>
                </a:moveTo>
                <a:cubicBezTo>
                  <a:pt x="833770" y="203025"/>
                  <a:pt x="820154" y="222019"/>
                  <a:pt x="820154" y="250690"/>
                </a:cubicBezTo>
                <a:lnTo>
                  <a:pt x="820154" y="254241"/>
                </a:lnTo>
                <a:cubicBezTo>
                  <a:pt x="820154" y="257950"/>
                  <a:pt x="817022" y="261083"/>
                  <a:pt x="813314" y="261083"/>
                </a:cubicBezTo>
                <a:lnTo>
                  <a:pt x="790204" y="261083"/>
                </a:lnTo>
                <a:lnTo>
                  <a:pt x="790204" y="194408"/>
                </a:lnTo>
                <a:cubicBezTo>
                  <a:pt x="804047" y="189299"/>
                  <a:pt x="813964" y="176011"/>
                  <a:pt x="813964" y="160415"/>
                </a:cubicBezTo>
                <a:cubicBezTo>
                  <a:pt x="813964" y="140421"/>
                  <a:pt x="797698" y="124153"/>
                  <a:pt x="777703" y="124153"/>
                </a:cubicBezTo>
                <a:cubicBezTo>
                  <a:pt x="757707" y="124153"/>
                  <a:pt x="741441" y="140419"/>
                  <a:pt x="741441" y="160415"/>
                </a:cubicBezTo>
                <a:cubicBezTo>
                  <a:pt x="741441" y="176011"/>
                  <a:pt x="751356" y="189299"/>
                  <a:pt x="765201" y="194408"/>
                </a:cubicBezTo>
                <a:lnTo>
                  <a:pt x="765201" y="261083"/>
                </a:lnTo>
                <a:lnTo>
                  <a:pt x="742093" y="261083"/>
                </a:lnTo>
                <a:cubicBezTo>
                  <a:pt x="738383" y="261083"/>
                  <a:pt x="735251" y="257950"/>
                  <a:pt x="735251" y="254241"/>
                </a:cubicBezTo>
                <a:lnTo>
                  <a:pt x="735251" y="250690"/>
                </a:lnTo>
                <a:cubicBezTo>
                  <a:pt x="735251" y="222019"/>
                  <a:pt x="721635" y="203024"/>
                  <a:pt x="708467" y="184653"/>
                </a:cubicBezTo>
                <a:cubicBezTo>
                  <a:pt x="693981" y="164442"/>
                  <a:pt x="680298" y="145352"/>
                  <a:pt x="680298" y="110960"/>
                </a:cubicBezTo>
                <a:cubicBezTo>
                  <a:pt x="680298" y="51901"/>
                  <a:pt x="730790" y="25003"/>
                  <a:pt x="777704" y="25003"/>
                </a:cubicBezTo>
                <a:cubicBezTo>
                  <a:pt x="824619" y="25003"/>
                  <a:pt x="875111" y="51903"/>
                  <a:pt x="875111" y="110960"/>
                </a:cubicBezTo>
                <a:cubicBezTo>
                  <a:pt x="875111" y="145352"/>
                  <a:pt x="861427" y="164442"/>
                  <a:pt x="846942" y="184653"/>
                </a:cubicBezTo>
                <a:close/>
                <a:moveTo>
                  <a:pt x="831047" y="343007"/>
                </a:moveTo>
                <a:cubicBezTo>
                  <a:pt x="831047" y="349912"/>
                  <a:pt x="825450" y="355509"/>
                  <a:pt x="818545" y="355509"/>
                </a:cubicBezTo>
                <a:lnTo>
                  <a:pt x="790204" y="355509"/>
                </a:lnTo>
                <a:lnTo>
                  <a:pt x="790204" y="361795"/>
                </a:lnTo>
                <a:cubicBezTo>
                  <a:pt x="790204" y="368700"/>
                  <a:pt x="784607" y="374297"/>
                  <a:pt x="777703" y="374297"/>
                </a:cubicBezTo>
                <a:cubicBezTo>
                  <a:pt x="770798" y="374297"/>
                  <a:pt x="765201" y="368700"/>
                  <a:pt x="765201" y="361795"/>
                </a:cubicBezTo>
                <a:lnTo>
                  <a:pt x="765201" y="355509"/>
                </a:lnTo>
                <a:lnTo>
                  <a:pt x="736862" y="355509"/>
                </a:lnTo>
                <a:cubicBezTo>
                  <a:pt x="729957" y="355509"/>
                  <a:pt x="724360" y="349912"/>
                  <a:pt x="724360" y="343007"/>
                </a:cubicBezTo>
                <a:cubicBezTo>
                  <a:pt x="724360" y="336103"/>
                  <a:pt x="729957" y="330506"/>
                  <a:pt x="736862" y="330506"/>
                </a:cubicBezTo>
                <a:lnTo>
                  <a:pt x="818545" y="330506"/>
                </a:lnTo>
                <a:cubicBezTo>
                  <a:pt x="825450" y="330506"/>
                  <a:pt x="831047" y="336103"/>
                  <a:pt x="831047" y="343007"/>
                </a:cubicBezTo>
                <a:close/>
                <a:moveTo>
                  <a:pt x="834433" y="308296"/>
                </a:moveTo>
                <a:cubicBezTo>
                  <a:pt x="834433" y="315200"/>
                  <a:pt x="828836" y="320797"/>
                  <a:pt x="821931" y="320797"/>
                </a:cubicBezTo>
                <a:lnTo>
                  <a:pt x="733476" y="320797"/>
                </a:lnTo>
                <a:cubicBezTo>
                  <a:pt x="726571" y="320797"/>
                  <a:pt x="720974" y="315200"/>
                  <a:pt x="720974" y="308296"/>
                </a:cubicBezTo>
                <a:cubicBezTo>
                  <a:pt x="720974" y="301391"/>
                  <a:pt x="726571" y="295794"/>
                  <a:pt x="733476" y="295794"/>
                </a:cubicBezTo>
                <a:lnTo>
                  <a:pt x="821931" y="295794"/>
                </a:lnTo>
                <a:cubicBezTo>
                  <a:pt x="828836" y="295794"/>
                  <a:pt x="834433" y="301391"/>
                  <a:pt x="834433" y="308296"/>
                </a:cubicBezTo>
                <a:close/>
              </a:path>
            </a:pathLst>
          </a:custGeom>
          <a:solidFill>
            <a:schemeClr val="bg1"/>
          </a:solidFill>
          <a:ln w="1786" cap="flat">
            <a:noFill/>
            <a:prstDash val="solid"/>
            <a:miter/>
          </a:ln>
        </p:spPr>
        <p:txBody>
          <a:bodyPr/>
          <a:lstStyle/>
          <a:p>
            <a:endParaRPr lang="en-GB"/>
          </a:p>
        </p:txBody>
      </p:sp>
      <p:sp>
        <p:nvSpPr>
          <p:cNvPr id="60" name="Graphic 22">
            <a:extLst>
              <a:ext uri="{FF2B5EF4-FFF2-40B4-BE49-F238E27FC236}">
                <a16:creationId xmlns:a16="http://schemas.microsoft.com/office/drawing/2014/main" id="{EA8D166D-ED06-FF62-AD4A-BD90491344DA}"/>
              </a:ext>
            </a:extLst>
          </p:cNvPr>
          <p:cNvSpPr>
            <a:spLocks noChangeAspect="1"/>
          </p:cNvSpPr>
          <p:nvPr/>
        </p:nvSpPr>
        <p:spPr>
          <a:xfrm>
            <a:off x="10624036" y="3183339"/>
            <a:ext cx="480924" cy="480913"/>
          </a:xfrm>
          <a:custGeom>
            <a:avLst/>
            <a:gdLst>
              <a:gd name="csX0" fmla="*/ 874252 w 882253"/>
              <a:gd name="csY0" fmla="*/ 375922 h 882235"/>
              <a:gd name="csX1" fmla="*/ 779848 w 882253"/>
              <a:gd name="csY1" fmla="*/ 339382 h 882235"/>
              <a:gd name="csX2" fmla="*/ 752558 w 882253"/>
              <a:gd name="csY2" fmla="*/ 273570 h 882235"/>
              <a:gd name="csX3" fmla="*/ 793492 w 882253"/>
              <a:gd name="csY3" fmla="*/ 180951 h 882235"/>
              <a:gd name="csX4" fmla="*/ 790902 w 882253"/>
              <a:gd name="csY4" fmla="*/ 167057 h 882235"/>
              <a:gd name="csX5" fmla="*/ 715179 w 882253"/>
              <a:gd name="csY5" fmla="*/ 91333 h 882235"/>
              <a:gd name="csX6" fmla="*/ 701284 w 882253"/>
              <a:gd name="csY6" fmla="*/ 88743 h 882235"/>
              <a:gd name="csX7" fmla="*/ 608665 w 882253"/>
              <a:gd name="csY7" fmla="*/ 129677 h 882235"/>
              <a:gd name="csX8" fmla="*/ 542871 w 882253"/>
              <a:gd name="csY8" fmla="*/ 102388 h 882235"/>
              <a:gd name="csX9" fmla="*/ 506331 w 882253"/>
              <a:gd name="csY9" fmla="*/ 7983 h 882235"/>
              <a:gd name="csX10" fmla="*/ 494669 w 882253"/>
              <a:gd name="csY10" fmla="*/ 0 h 882235"/>
              <a:gd name="csX11" fmla="*/ 387584 w 882253"/>
              <a:gd name="csY11" fmla="*/ 0 h 882235"/>
              <a:gd name="csX12" fmla="*/ 375922 w 882253"/>
              <a:gd name="csY12" fmla="*/ 7983 h 882235"/>
              <a:gd name="csX13" fmla="*/ 339382 w 882253"/>
              <a:gd name="csY13" fmla="*/ 102388 h 882235"/>
              <a:gd name="csX14" fmla="*/ 273588 w 882253"/>
              <a:gd name="csY14" fmla="*/ 129677 h 882235"/>
              <a:gd name="csX15" fmla="*/ 180951 w 882253"/>
              <a:gd name="csY15" fmla="*/ 88743 h 882235"/>
              <a:gd name="csX16" fmla="*/ 167057 w 882253"/>
              <a:gd name="csY16" fmla="*/ 91333 h 882235"/>
              <a:gd name="csX17" fmla="*/ 91333 w 882253"/>
              <a:gd name="csY17" fmla="*/ 167057 h 882235"/>
              <a:gd name="csX18" fmla="*/ 88743 w 882253"/>
              <a:gd name="csY18" fmla="*/ 180951 h 882235"/>
              <a:gd name="csX19" fmla="*/ 129677 w 882253"/>
              <a:gd name="csY19" fmla="*/ 273570 h 882235"/>
              <a:gd name="csX20" fmla="*/ 102388 w 882253"/>
              <a:gd name="csY20" fmla="*/ 339382 h 882235"/>
              <a:gd name="csX21" fmla="*/ 7983 w 882253"/>
              <a:gd name="csY21" fmla="*/ 375922 h 882235"/>
              <a:gd name="csX22" fmla="*/ 0 w 882253"/>
              <a:gd name="csY22" fmla="*/ 387584 h 882235"/>
              <a:gd name="csX23" fmla="*/ 0 w 882253"/>
              <a:gd name="csY23" fmla="*/ 494669 h 882235"/>
              <a:gd name="csX24" fmla="*/ 7983 w 882253"/>
              <a:gd name="csY24" fmla="*/ 506331 h 882235"/>
              <a:gd name="csX25" fmla="*/ 54810 w 882253"/>
              <a:gd name="csY25" fmla="*/ 524458 h 882235"/>
              <a:gd name="csX26" fmla="*/ 32397 w 882253"/>
              <a:gd name="csY26" fmla="*/ 588395 h 882235"/>
              <a:gd name="csX27" fmla="*/ 32397 w 882253"/>
              <a:gd name="csY27" fmla="*/ 678638 h 882235"/>
              <a:gd name="csX28" fmla="*/ 44898 w 882253"/>
              <a:gd name="csY28" fmla="*/ 691140 h 882235"/>
              <a:gd name="csX29" fmla="*/ 93226 w 882253"/>
              <a:gd name="csY29" fmla="*/ 691140 h 882235"/>
              <a:gd name="csX30" fmla="*/ 88743 w 882253"/>
              <a:gd name="csY30" fmla="*/ 701284 h 882235"/>
              <a:gd name="csX31" fmla="*/ 91333 w 882253"/>
              <a:gd name="csY31" fmla="*/ 715179 h 882235"/>
              <a:gd name="csX32" fmla="*/ 167057 w 882253"/>
              <a:gd name="csY32" fmla="*/ 790902 h 882235"/>
              <a:gd name="csX33" fmla="*/ 180951 w 882253"/>
              <a:gd name="csY33" fmla="*/ 793492 h 882235"/>
              <a:gd name="csX34" fmla="*/ 273570 w 882253"/>
              <a:gd name="csY34" fmla="*/ 752558 h 882235"/>
              <a:gd name="csX35" fmla="*/ 339382 w 882253"/>
              <a:gd name="csY35" fmla="*/ 779848 h 882235"/>
              <a:gd name="csX36" fmla="*/ 375922 w 882253"/>
              <a:gd name="csY36" fmla="*/ 874252 h 882235"/>
              <a:gd name="csX37" fmla="*/ 387584 w 882253"/>
              <a:gd name="csY37" fmla="*/ 882235 h 882235"/>
              <a:gd name="csX38" fmla="*/ 494669 w 882253"/>
              <a:gd name="csY38" fmla="*/ 882235 h 882235"/>
              <a:gd name="csX39" fmla="*/ 506331 w 882253"/>
              <a:gd name="csY39" fmla="*/ 874252 h 882235"/>
              <a:gd name="csX40" fmla="*/ 542871 w 882253"/>
              <a:gd name="csY40" fmla="*/ 779848 h 882235"/>
              <a:gd name="csX41" fmla="*/ 608665 w 882253"/>
              <a:gd name="csY41" fmla="*/ 752558 h 882235"/>
              <a:gd name="csX42" fmla="*/ 701302 w 882253"/>
              <a:gd name="csY42" fmla="*/ 793492 h 882235"/>
              <a:gd name="csX43" fmla="*/ 715197 w 882253"/>
              <a:gd name="csY43" fmla="*/ 790902 h 882235"/>
              <a:gd name="csX44" fmla="*/ 790920 w 882253"/>
              <a:gd name="csY44" fmla="*/ 715179 h 882235"/>
              <a:gd name="csX45" fmla="*/ 793510 w 882253"/>
              <a:gd name="csY45" fmla="*/ 701284 h 882235"/>
              <a:gd name="csX46" fmla="*/ 789027 w 882253"/>
              <a:gd name="csY46" fmla="*/ 691140 h 882235"/>
              <a:gd name="csX47" fmla="*/ 837355 w 882253"/>
              <a:gd name="csY47" fmla="*/ 691140 h 882235"/>
              <a:gd name="csX48" fmla="*/ 849856 w 882253"/>
              <a:gd name="csY48" fmla="*/ 678638 h 882235"/>
              <a:gd name="csX49" fmla="*/ 849856 w 882253"/>
              <a:gd name="csY49" fmla="*/ 588395 h 882235"/>
              <a:gd name="csX50" fmla="*/ 827443 w 882253"/>
              <a:gd name="csY50" fmla="*/ 524458 h 882235"/>
              <a:gd name="csX51" fmla="*/ 874270 w 882253"/>
              <a:gd name="csY51" fmla="*/ 506331 h 882235"/>
              <a:gd name="csX52" fmla="*/ 882253 w 882253"/>
              <a:gd name="csY52" fmla="*/ 494669 h 882235"/>
              <a:gd name="csX53" fmla="*/ 882253 w 882253"/>
              <a:gd name="csY53" fmla="*/ 387584 h 882235"/>
              <a:gd name="csX54" fmla="*/ 874270 w 882253"/>
              <a:gd name="csY54" fmla="*/ 375922 h 882235"/>
              <a:gd name="csX55" fmla="*/ 57400 w 882253"/>
              <a:gd name="csY55" fmla="*/ 588395 h 882235"/>
              <a:gd name="csX56" fmla="*/ 135142 w 882253"/>
              <a:gd name="csY56" fmla="*/ 510653 h 882235"/>
              <a:gd name="csX57" fmla="*/ 140089 w 882253"/>
              <a:gd name="csY57" fmla="*/ 510653 h 882235"/>
              <a:gd name="csX58" fmla="*/ 129088 w 882253"/>
              <a:gd name="csY58" fmla="*/ 602558 h 882235"/>
              <a:gd name="csX59" fmla="*/ 135249 w 882253"/>
              <a:gd name="csY59" fmla="*/ 614863 h 882235"/>
              <a:gd name="csX60" fmla="*/ 158966 w 882253"/>
              <a:gd name="csY60" fmla="*/ 628561 h 882235"/>
              <a:gd name="csX61" fmla="*/ 165217 w 882253"/>
              <a:gd name="csY61" fmla="*/ 630240 h 882235"/>
              <a:gd name="csX62" fmla="*/ 171468 w 882253"/>
              <a:gd name="csY62" fmla="*/ 628561 h 882235"/>
              <a:gd name="csX63" fmla="*/ 195185 w 882253"/>
              <a:gd name="csY63" fmla="*/ 614863 h 882235"/>
              <a:gd name="csX64" fmla="*/ 201347 w 882253"/>
              <a:gd name="csY64" fmla="*/ 602558 h 882235"/>
              <a:gd name="csX65" fmla="*/ 190345 w 882253"/>
              <a:gd name="csY65" fmla="*/ 510653 h 882235"/>
              <a:gd name="csX66" fmla="*/ 195292 w 882253"/>
              <a:gd name="csY66" fmla="*/ 510653 h 882235"/>
              <a:gd name="csX67" fmla="*/ 273034 w 882253"/>
              <a:gd name="csY67" fmla="*/ 588395 h 882235"/>
              <a:gd name="csX68" fmla="*/ 273034 w 882253"/>
              <a:gd name="csY68" fmla="*/ 666137 h 882235"/>
              <a:gd name="csX69" fmla="*/ 248120 w 882253"/>
              <a:gd name="csY69" fmla="*/ 666137 h 882235"/>
              <a:gd name="csX70" fmla="*/ 248120 w 882253"/>
              <a:gd name="csY70" fmla="*/ 592824 h 882235"/>
              <a:gd name="csX71" fmla="*/ 235619 w 882253"/>
              <a:gd name="csY71" fmla="*/ 580323 h 882235"/>
              <a:gd name="csX72" fmla="*/ 223117 w 882253"/>
              <a:gd name="csY72" fmla="*/ 592824 h 882235"/>
              <a:gd name="csX73" fmla="*/ 223117 w 882253"/>
              <a:gd name="csY73" fmla="*/ 666137 h 882235"/>
              <a:gd name="csX74" fmla="*/ 107299 w 882253"/>
              <a:gd name="csY74" fmla="*/ 666137 h 882235"/>
              <a:gd name="csX75" fmla="*/ 107299 w 882253"/>
              <a:gd name="csY75" fmla="*/ 592824 h 882235"/>
              <a:gd name="csX76" fmla="*/ 94798 w 882253"/>
              <a:gd name="csY76" fmla="*/ 580323 h 882235"/>
              <a:gd name="csX77" fmla="*/ 82296 w 882253"/>
              <a:gd name="csY77" fmla="*/ 592824 h 882235"/>
              <a:gd name="csX78" fmla="*/ 82296 w 882253"/>
              <a:gd name="csY78" fmla="*/ 666137 h 882235"/>
              <a:gd name="csX79" fmla="*/ 57382 w 882253"/>
              <a:gd name="csY79" fmla="*/ 666137 h 882235"/>
              <a:gd name="csX80" fmla="*/ 57382 w 882253"/>
              <a:gd name="csY80" fmla="*/ 588395 h 882235"/>
              <a:gd name="csX81" fmla="*/ 364349 w 882253"/>
              <a:gd name="csY81" fmla="*/ 195042 h 882235"/>
              <a:gd name="csX82" fmla="*/ 386888 w 882253"/>
              <a:gd name="csY82" fmla="*/ 238619 h 882235"/>
              <a:gd name="csX83" fmla="*/ 308253 w 882253"/>
              <a:gd name="csY83" fmla="*/ 338489 h 882235"/>
              <a:gd name="csX84" fmla="*/ 308253 w 882253"/>
              <a:gd name="csY84" fmla="*/ 428732 h 882235"/>
              <a:gd name="csX85" fmla="*/ 320754 w 882253"/>
              <a:gd name="csY85" fmla="*/ 441234 h 882235"/>
              <a:gd name="csX86" fmla="*/ 561427 w 882253"/>
              <a:gd name="csY86" fmla="*/ 441234 h 882235"/>
              <a:gd name="csX87" fmla="*/ 573929 w 882253"/>
              <a:gd name="csY87" fmla="*/ 428732 h 882235"/>
              <a:gd name="csX88" fmla="*/ 573929 w 882253"/>
              <a:gd name="csY88" fmla="*/ 338489 h 882235"/>
              <a:gd name="csX89" fmla="*/ 495294 w 882253"/>
              <a:gd name="csY89" fmla="*/ 238619 h 882235"/>
              <a:gd name="csX90" fmla="*/ 517833 w 882253"/>
              <a:gd name="csY90" fmla="*/ 195042 h 882235"/>
              <a:gd name="csX91" fmla="*/ 689229 w 882253"/>
              <a:gd name="csY91" fmla="*/ 360438 h 882235"/>
              <a:gd name="csX92" fmla="*/ 639294 w 882253"/>
              <a:gd name="csY92" fmla="*/ 432983 h 882235"/>
              <a:gd name="csX93" fmla="*/ 662761 w 882253"/>
              <a:gd name="csY93" fmla="*/ 488543 h 882235"/>
              <a:gd name="csX94" fmla="*/ 584127 w 882253"/>
              <a:gd name="csY94" fmla="*/ 588413 h 882235"/>
              <a:gd name="csX95" fmla="*/ 584127 w 882253"/>
              <a:gd name="csY95" fmla="*/ 666155 h 882235"/>
              <a:gd name="csX96" fmla="*/ 441073 w 882253"/>
              <a:gd name="csY96" fmla="*/ 708571 h 882235"/>
              <a:gd name="csX97" fmla="*/ 298019 w 882253"/>
              <a:gd name="csY97" fmla="*/ 666155 h 882235"/>
              <a:gd name="csX98" fmla="*/ 298019 w 882253"/>
              <a:gd name="csY98" fmla="*/ 588413 h 882235"/>
              <a:gd name="csX99" fmla="*/ 219385 w 882253"/>
              <a:gd name="csY99" fmla="*/ 488543 h 882235"/>
              <a:gd name="csX100" fmla="*/ 242852 w 882253"/>
              <a:gd name="csY100" fmla="*/ 432983 h 882235"/>
              <a:gd name="csX101" fmla="*/ 192917 w 882253"/>
              <a:gd name="csY101" fmla="*/ 360438 h 882235"/>
              <a:gd name="csX102" fmla="*/ 364313 w 882253"/>
              <a:gd name="csY102" fmla="*/ 195042 h 882235"/>
              <a:gd name="csX103" fmla="*/ 493776 w 882253"/>
              <a:gd name="csY103" fmla="*/ 183059 h 882235"/>
              <a:gd name="csX104" fmla="*/ 441091 w 882253"/>
              <a:gd name="csY104" fmla="*/ 235744 h 882235"/>
              <a:gd name="csX105" fmla="*/ 388406 w 882253"/>
              <a:gd name="csY105" fmla="*/ 183059 h 882235"/>
              <a:gd name="csX106" fmla="*/ 441091 w 882253"/>
              <a:gd name="csY106" fmla="*/ 130373 h 882235"/>
              <a:gd name="csX107" fmla="*/ 493776 w 882253"/>
              <a:gd name="csY107" fmla="*/ 183059 h 882235"/>
              <a:gd name="csX108" fmla="*/ 511510 w 882253"/>
              <a:gd name="csY108" fmla="*/ 330416 h 882235"/>
              <a:gd name="csX109" fmla="*/ 499009 w 882253"/>
              <a:gd name="csY109" fmla="*/ 342918 h 882235"/>
              <a:gd name="csX110" fmla="*/ 499009 w 882253"/>
              <a:gd name="csY110" fmla="*/ 416231 h 882235"/>
              <a:gd name="csX111" fmla="*/ 383191 w 882253"/>
              <a:gd name="csY111" fmla="*/ 416231 h 882235"/>
              <a:gd name="csX112" fmla="*/ 383191 w 882253"/>
              <a:gd name="csY112" fmla="*/ 342918 h 882235"/>
              <a:gd name="csX113" fmla="*/ 370689 w 882253"/>
              <a:gd name="csY113" fmla="*/ 330416 h 882235"/>
              <a:gd name="csX114" fmla="*/ 358188 w 882253"/>
              <a:gd name="csY114" fmla="*/ 342918 h 882235"/>
              <a:gd name="csX115" fmla="*/ 358188 w 882253"/>
              <a:gd name="csY115" fmla="*/ 416231 h 882235"/>
              <a:gd name="csX116" fmla="*/ 333274 w 882253"/>
              <a:gd name="csY116" fmla="*/ 416231 h 882235"/>
              <a:gd name="csX117" fmla="*/ 333274 w 882253"/>
              <a:gd name="csY117" fmla="*/ 338489 h 882235"/>
              <a:gd name="csX118" fmla="*/ 411016 w 882253"/>
              <a:gd name="csY118" fmla="*/ 260747 h 882235"/>
              <a:gd name="csX119" fmla="*/ 415963 w 882253"/>
              <a:gd name="csY119" fmla="*/ 260747 h 882235"/>
              <a:gd name="csX120" fmla="*/ 404961 w 882253"/>
              <a:gd name="csY120" fmla="*/ 352651 h 882235"/>
              <a:gd name="csX121" fmla="*/ 411123 w 882253"/>
              <a:gd name="csY121" fmla="*/ 364956 h 882235"/>
              <a:gd name="csX122" fmla="*/ 434840 w 882253"/>
              <a:gd name="csY122" fmla="*/ 378654 h 882235"/>
              <a:gd name="csX123" fmla="*/ 441091 w 882253"/>
              <a:gd name="csY123" fmla="*/ 380333 h 882235"/>
              <a:gd name="csX124" fmla="*/ 447342 w 882253"/>
              <a:gd name="csY124" fmla="*/ 378654 h 882235"/>
              <a:gd name="csX125" fmla="*/ 471059 w 882253"/>
              <a:gd name="csY125" fmla="*/ 364956 h 882235"/>
              <a:gd name="csX126" fmla="*/ 477220 w 882253"/>
              <a:gd name="csY126" fmla="*/ 352651 h 882235"/>
              <a:gd name="csX127" fmla="*/ 466219 w 882253"/>
              <a:gd name="csY127" fmla="*/ 260747 h 882235"/>
              <a:gd name="csX128" fmla="*/ 471166 w 882253"/>
              <a:gd name="csY128" fmla="*/ 260747 h 882235"/>
              <a:gd name="csX129" fmla="*/ 548908 w 882253"/>
              <a:gd name="csY129" fmla="*/ 338489 h 882235"/>
              <a:gd name="csX130" fmla="*/ 548908 w 882253"/>
              <a:gd name="csY130" fmla="*/ 416231 h 882235"/>
              <a:gd name="csX131" fmla="*/ 523994 w 882253"/>
              <a:gd name="csY131" fmla="*/ 416231 h 882235"/>
              <a:gd name="csX132" fmla="*/ 523994 w 882253"/>
              <a:gd name="csY132" fmla="*/ 342918 h 882235"/>
              <a:gd name="csX133" fmla="*/ 511493 w 882253"/>
              <a:gd name="csY133" fmla="*/ 330416 h 882235"/>
              <a:gd name="csX134" fmla="*/ 451431 w 882253"/>
              <a:gd name="csY134" fmla="*/ 347436 h 882235"/>
              <a:gd name="csX135" fmla="*/ 441091 w 882253"/>
              <a:gd name="csY135" fmla="*/ 353401 h 882235"/>
              <a:gd name="csX136" fmla="*/ 430768 w 882253"/>
              <a:gd name="csY136" fmla="*/ 347436 h 882235"/>
              <a:gd name="csX137" fmla="*/ 441109 w 882253"/>
              <a:gd name="csY137" fmla="*/ 261176 h 882235"/>
              <a:gd name="csX138" fmla="*/ 713875 w 882253"/>
              <a:gd name="csY138" fmla="*/ 536996 h 882235"/>
              <a:gd name="csX139" fmla="*/ 718322 w 882253"/>
              <a:gd name="csY139" fmla="*/ 522297 h 882235"/>
              <a:gd name="csX140" fmla="*/ 727305 w 882253"/>
              <a:gd name="csY140" fmla="*/ 597360 h 882235"/>
              <a:gd name="csX141" fmla="*/ 716983 w 882253"/>
              <a:gd name="csY141" fmla="*/ 603325 h 882235"/>
              <a:gd name="csX142" fmla="*/ 706642 w 882253"/>
              <a:gd name="csY142" fmla="*/ 597360 h 882235"/>
              <a:gd name="csX143" fmla="*/ 716983 w 882253"/>
              <a:gd name="csY143" fmla="*/ 485668 h 882235"/>
              <a:gd name="csX144" fmla="*/ 664297 w 882253"/>
              <a:gd name="csY144" fmla="*/ 432983 h 882235"/>
              <a:gd name="csX145" fmla="*/ 716983 w 882253"/>
              <a:gd name="csY145" fmla="*/ 380298 h 882235"/>
              <a:gd name="csX146" fmla="*/ 769668 w 882253"/>
              <a:gd name="csY146" fmla="*/ 432983 h 882235"/>
              <a:gd name="csX147" fmla="*/ 716983 w 882253"/>
              <a:gd name="csY147" fmla="*/ 485668 h 882235"/>
              <a:gd name="csX148" fmla="*/ 165217 w 882253"/>
              <a:gd name="csY148" fmla="*/ 511100 h 882235"/>
              <a:gd name="csX149" fmla="*/ 175540 w 882253"/>
              <a:gd name="csY149" fmla="*/ 597360 h 882235"/>
              <a:gd name="csX150" fmla="*/ 165217 w 882253"/>
              <a:gd name="csY150" fmla="*/ 603325 h 882235"/>
              <a:gd name="csX151" fmla="*/ 154877 w 882253"/>
              <a:gd name="csY151" fmla="*/ 597360 h 882235"/>
              <a:gd name="csX152" fmla="*/ 165217 w 882253"/>
              <a:gd name="csY152" fmla="*/ 380315 h 882235"/>
              <a:gd name="csX153" fmla="*/ 217902 w 882253"/>
              <a:gd name="csY153" fmla="*/ 433001 h 882235"/>
              <a:gd name="csX154" fmla="*/ 165217 w 882253"/>
              <a:gd name="csY154" fmla="*/ 485686 h 882235"/>
              <a:gd name="csX155" fmla="*/ 112532 w 882253"/>
              <a:gd name="csY155" fmla="*/ 433001 h 882235"/>
              <a:gd name="csX156" fmla="*/ 165217 w 882253"/>
              <a:gd name="csY156" fmla="*/ 380315 h 882235"/>
              <a:gd name="csX157" fmla="*/ 703534 w 882253"/>
              <a:gd name="csY157" fmla="*/ 767203 h 882235"/>
              <a:gd name="csX158" fmla="*/ 613077 w 882253"/>
              <a:gd name="csY158" fmla="*/ 727234 h 882235"/>
              <a:gd name="csX159" fmla="*/ 601897 w 882253"/>
              <a:gd name="csY159" fmla="*/ 727770 h 882235"/>
              <a:gd name="csX160" fmla="*/ 530031 w 882253"/>
              <a:gd name="csY160" fmla="*/ 757577 h 882235"/>
              <a:gd name="csX161" fmla="*/ 521744 w 882253"/>
              <a:gd name="csY161" fmla="*/ 765096 h 882235"/>
              <a:gd name="csX162" fmla="*/ 486061 w 882253"/>
              <a:gd name="csY162" fmla="*/ 857286 h 882235"/>
              <a:gd name="csX163" fmla="*/ 396103 w 882253"/>
              <a:gd name="csY163" fmla="*/ 857286 h 882235"/>
              <a:gd name="csX164" fmla="*/ 360438 w 882253"/>
              <a:gd name="csY164" fmla="*/ 765114 h 882235"/>
              <a:gd name="csX165" fmla="*/ 352151 w 882253"/>
              <a:gd name="csY165" fmla="*/ 757595 h 882235"/>
              <a:gd name="csX166" fmla="*/ 280267 w 882253"/>
              <a:gd name="csY166" fmla="*/ 727787 h 882235"/>
              <a:gd name="csX167" fmla="*/ 269087 w 882253"/>
              <a:gd name="csY167" fmla="*/ 727252 h 882235"/>
              <a:gd name="csX168" fmla="*/ 178647 w 882253"/>
              <a:gd name="csY168" fmla="*/ 767221 h 882235"/>
              <a:gd name="csX169" fmla="*/ 115032 w 882253"/>
              <a:gd name="csY169" fmla="*/ 703606 h 882235"/>
              <a:gd name="csX170" fmla="*/ 120515 w 882253"/>
              <a:gd name="csY170" fmla="*/ 691194 h 882235"/>
              <a:gd name="csX171" fmla="*/ 235565 w 882253"/>
              <a:gd name="csY171" fmla="*/ 691194 h 882235"/>
              <a:gd name="csX172" fmla="*/ 235601 w 882253"/>
              <a:gd name="csY172" fmla="*/ 691194 h 882235"/>
              <a:gd name="csX173" fmla="*/ 235637 w 882253"/>
              <a:gd name="csY173" fmla="*/ 691194 h 882235"/>
              <a:gd name="csX174" fmla="*/ 285518 w 882253"/>
              <a:gd name="csY174" fmla="*/ 691194 h 882235"/>
              <a:gd name="csX175" fmla="*/ 289608 w 882253"/>
              <a:gd name="csY175" fmla="*/ 690497 h 882235"/>
              <a:gd name="csX176" fmla="*/ 441055 w 882253"/>
              <a:gd name="csY176" fmla="*/ 733592 h 882235"/>
              <a:gd name="csX177" fmla="*/ 592503 w 882253"/>
              <a:gd name="csY177" fmla="*/ 690497 h 882235"/>
              <a:gd name="csX178" fmla="*/ 596592 w 882253"/>
              <a:gd name="csY178" fmla="*/ 691194 h 882235"/>
              <a:gd name="csX179" fmla="*/ 646474 w 882253"/>
              <a:gd name="csY179" fmla="*/ 691194 h 882235"/>
              <a:gd name="csX180" fmla="*/ 646509 w 882253"/>
              <a:gd name="csY180" fmla="*/ 691194 h 882235"/>
              <a:gd name="csX181" fmla="*/ 646545 w 882253"/>
              <a:gd name="csY181" fmla="*/ 691194 h 882235"/>
              <a:gd name="csX182" fmla="*/ 761595 w 882253"/>
              <a:gd name="csY182" fmla="*/ 691194 h 882235"/>
              <a:gd name="csX183" fmla="*/ 767078 w 882253"/>
              <a:gd name="csY183" fmla="*/ 703606 h 882235"/>
              <a:gd name="csX184" fmla="*/ 703463 w 882253"/>
              <a:gd name="csY184" fmla="*/ 767221 h 882235"/>
              <a:gd name="csX185" fmla="*/ 824817 w 882253"/>
              <a:gd name="csY185" fmla="*/ 666173 h 882235"/>
              <a:gd name="csX186" fmla="*/ 799904 w 882253"/>
              <a:gd name="csY186" fmla="*/ 666173 h 882235"/>
              <a:gd name="csX187" fmla="*/ 799904 w 882253"/>
              <a:gd name="csY187" fmla="*/ 592860 h 882235"/>
              <a:gd name="csX188" fmla="*/ 787402 w 882253"/>
              <a:gd name="csY188" fmla="*/ 580358 h 882235"/>
              <a:gd name="csX189" fmla="*/ 774900 w 882253"/>
              <a:gd name="csY189" fmla="*/ 592860 h 882235"/>
              <a:gd name="csX190" fmla="*/ 774900 w 882253"/>
              <a:gd name="csY190" fmla="*/ 666173 h 882235"/>
              <a:gd name="csX191" fmla="*/ 659082 w 882253"/>
              <a:gd name="csY191" fmla="*/ 666173 h 882235"/>
              <a:gd name="csX192" fmla="*/ 659082 w 882253"/>
              <a:gd name="csY192" fmla="*/ 592860 h 882235"/>
              <a:gd name="csX193" fmla="*/ 646581 w 882253"/>
              <a:gd name="csY193" fmla="*/ 580358 h 882235"/>
              <a:gd name="csX194" fmla="*/ 634079 w 882253"/>
              <a:gd name="csY194" fmla="*/ 592860 h 882235"/>
              <a:gd name="csX195" fmla="*/ 634079 w 882253"/>
              <a:gd name="csY195" fmla="*/ 666173 h 882235"/>
              <a:gd name="csX196" fmla="*/ 609165 w 882253"/>
              <a:gd name="csY196" fmla="*/ 666173 h 882235"/>
              <a:gd name="csX197" fmla="*/ 609165 w 882253"/>
              <a:gd name="csY197" fmla="*/ 588431 h 882235"/>
              <a:gd name="csX198" fmla="*/ 686907 w 882253"/>
              <a:gd name="csY198" fmla="*/ 510689 h 882235"/>
              <a:gd name="csX199" fmla="*/ 691854 w 882253"/>
              <a:gd name="csY199" fmla="*/ 510689 h 882235"/>
              <a:gd name="csX200" fmla="*/ 689211 w 882253"/>
              <a:gd name="csY200" fmla="*/ 532781 h 882235"/>
              <a:gd name="csX201" fmla="*/ 689211 w 882253"/>
              <a:gd name="csY201" fmla="*/ 532870 h 882235"/>
              <a:gd name="csX202" fmla="*/ 680853 w 882253"/>
              <a:gd name="csY202" fmla="*/ 602611 h 882235"/>
              <a:gd name="csX203" fmla="*/ 687014 w 882253"/>
              <a:gd name="csY203" fmla="*/ 614916 h 882235"/>
              <a:gd name="csX204" fmla="*/ 710732 w 882253"/>
              <a:gd name="csY204" fmla="*/ 628614 h 882235"/>
              <a:gd name="csX205" fmla="*/ 716983 w 882253"/>
              <a:gd name="csY205" fmla="*/ 630293 h 882235"/>
              <a:gd name="csX206" fmla="*/ 723233 w 882253"/>
              <a:gd name="csY206" fmla="*/ 628614 h 882235"/>
              <a:gd name="csX207" fmla="*/ 746951 w 882253"/>
              <a:gd name="csY207" fmla="*/ 614916 h 882235"/>
              <a:gd name="csX208" fmla="*/ 753112 w 882253"/>
              <a:gd name="csY208" fmla="*/ 602611 h 882235"/>
              <a:gd name="csX209" fmla="*/ 742111 w 882253"/>
              <a:gd name="csY209" fmla="*/ 510707 h 882235"/>
              <a:gd name="csX210" fmla="*/ 747058 w 882253"/>
              <a:gd name="csY210" fmla="*/ 510707 h 882235"/>
              <a:gd name="csX211" fmla="*/ 824800 w 882253"/>
              <a:gd name="csY211" fmla="*/ 588449 h 882235"/>
              <a:gd name="csX212" fmla="*/ 824800 w 882253"/>
              <a:gd name="csY212" fmla="*/ 666190 h 882235"/>
              <a:gd name="csX213" fmla="*/ 857232 w 882253"/>
              <a:gd name="csY213" fmla="*/ 486132 h 882235"/>
              <a:gd name="csX214" fmla="*/ 807494 w 882253"/>
              <a:gd name="csY214" fmla="*/ 505385 h 882235"/>
              <a:gd name="csX215" fmla="*/ 771204 w 882253"/>
              <a:gd name="csY215" fmla="*/ 488561 h 882235"/>
              <a:gd name="csX216" fmla="*/ 794671 w 882253"/>
              <a:gd name="csY216" fmla="*/ 433001 h 882235"/>
              <a:gd name="csX217" fmla="*/ 716983 w 882253"/>
              <a:gd name="csY217" fmla="*/ 355312 h 882235"/>
              <a:gd name="csX218" fmla="*/ 713946 w 882253"/>
              <a:gd name="csY218" fmla="*/ 355384 h 882235"/>
              <a:gd name="csX219" fmla="*/ 517458 w 882253"/>
              <a:gd name="csY219" fmla="*/ 168896 h 882235"/>
              <a:gd name="csX220" fmla="*/ 441091 w 882253"/>
              <a:gd name="csY220" fmla="*/ 105388 h 882235"/>
              <a:gd name="csX221" fmla="*/ 364724 w 882253"/>
              <a:gd name="csY221" fmla="*/ 168896 h 882235"/>
              <a:gd name="csX222" fmla="*/ 168235 w 882253"/>
              <a:gd name="csY222" fmla="*/ 355384 h 882235"/>
              <a:gd name="csX223" fmla="*/ 165199 w 882253"/>
              <a:gd name="csY223" fmla="*/ 355312 h 882235"/>
              <a:gd name="csX224" fmla="*/ 87511 w 882253"/>
              <a:gd name="csY224" fmla="*/ 433001 h 882235"/>
              <a:gd name="csX225" fmla="*/ 110978 w 882253"/>
              <a:gd name="csY225" fmla="*/ 488561 h 882235"/>
              <a:gd name="csX226" fmla="*/ 74688 w 882253"/>
              <a:gd name="csY226" fmla="*/ 505385 h 882235"/>
              <a:gd name="csX227" fmla="*/ 24950 w 882253"/>
              <a:gd name="csY227" fmla="*/ 486132 h 882235"/>
              <a:gd name="csX228" fmla="*/ 24950 w 882253"/>
              <a:gd name="csY228" fmla="*/ 396175 h 882235"/>
              <a:gd name="csX229" fmla="*/ 117122 w 882253"/>
              <a:gd name="csY229" fmla="*/ 360492 h 882235"/>
              <a:gd name="csX230" fmla="*/ 124641 w 882253"/>
              <a:gd name="csY230" fmla="*/ 352205 h 882235"/>
              <a:gd name="csX231" fmla="*/ 154448 w 882253"/>
              <a:gd name="csY231" fmla="*/ 280321 h 882235"/>
              <a:gd name="csX232" fmla="*/ 154984 w 882253"/>
              <a:gd name="csY232" fmla="*/ 269141 h 882235"/>
              <a:gd name="csX233" fmla="*/ 115014 w 882253"/>
              <a:gd name="csY233" fmla="*/ 178701 h 882235"/>
              <a:gd name="csX234" fmla="*/ 178629 w 882253"/>
              <a:gd name="csY234" fmla="*/ 115086 h 882235"/>
              <a:gd name="csX235" fmla="*/ 269087 w 882253"/>
              <a:gd name="csY235" fmla="*/ 155055 h 882235"/>
              <a:gd name="csX236" fmla="*/ 280267 w 882253"/>
              <a:gd name="csY236" fmla="*/ 154519 h 882235"/>
              <a:gd name="csX237" fmla="*/ 352133 w 882253"/>
              <a:gd name="csY237" fmla="*/ 124712 h 882235"/>
              <a:gd name="csX238" fmla="*/ 360420 w 882253"/>
              <a:gd name="csY238" fmla="*/ 117193 h 882235"/>
              <a:gd name="csX239" fmla="*/ 396103 w 882253"/>
              <a:gd name="csY239" fmla="*/ 25003 h 882235"/>
              <a:gd name="csX240" fmla="*/ 486061 w 882253"/>
              <a:gd name="csY240" fmla="*/ 25003 h 882235"/>
              <a:gd name="csX241" fmla="*/ 521744 w 882253"/>
              <a:gd name="csY241" fmla="*/ 117193 h 882235"/>
              <a:gd name="csX242" fmla="*/ 530031 w 882253"/>
              <a:gd name="csY242" fmla="*/ 124712 h 882235"/>
              <a:gd name="csX243" fmla="*/ 601897 w 882253"/>
              <a:gd name="csY243" fmla="*/ 154519 h 882235"/>
              <a:gd name="csX244" fmla="*/ 613077 w 882253"/>
              <a:gd name="csY244" fmla="*/ 155055 h 882235"/>
              <a:gd name="csX245" fmla="*/ 703534 w 882253"/>
              <a:gd name="csY245" fmla="*/ 115086 h 882235"/>
              <a:gd name="csX246" fmla="*/ 767149 w 882253"/>
              <a:gd name="csY246" fmla="*/ 178701 h 882235"/>
              <a:gd name="csX247" fmla="*/ 727180 w 882253"/>
              <a:gd name="csY247" fmla="*/ 269141 h 882235"/>
              <a:gd name="csX248" fmla="*/ 727716 w 882253"/>
              <a:gd name="csY248" fmla="*/ 280321 h 882235"/>
              <a:gd name="csX249" fmla="*/ 757523 w 882253"/>
              <a:gd name="csY249" fmla="*/ 352205 h 882235"/>
              <a:gd name="csX250" fmla="*/ 765042 w 882253"/>
              <a:gd name="csY250" fmla="*/ 360492 h 882235"/>
              <a:gd name="csX251" fmla="*/ 857214 w 882253"/>
              <a:gd name="csY251" fmla="*/ 396175 h 882235"/>
              <a:gd name="csX252" fmla="*/ 857214 w 882253"/>
              <a:gd name="csY252" fmla="*/ 486132 h 882235"/>
              <a:gd name="csX253" fmla="*/ 441109 w 882253"/>
              <a:gd name="csY253" fmla="*/ 624632 h 882235"/>
              <a:gd name="csX254" fmla="*/ 488418 w 882253"/>
              <a:gd name="csY254" fmla="*/ 577322 h 882235"/>
              <a:gd name="csX255" fmla="*/ 441109 w 882253"/>
              <a:gd name="csY255" fmla="*/ 530013 h 882235"/>
              <a:gd name="csX256" fmla="*/ 393799 w 882253"/>
              <a:gd name="csY256" fmla="*/ 577322 h 882235"/>
              <a:gd name="csX257" fmla="*/ 441109 w 882253"/>
              <a:gd name="csY257" fmla="*/ 624632 h 882235"/>
              <a:gd name="csX258" fmla="*/ 441109 w 882253"/>
              <a:gd name="csY258" fmla="*/ 555016 h 882235"/>
              <a:gd name="csX259" fmla="*/ 463415 w 882253"/>
              <a:gd name="csY259" fmla="*/ 577322 h 882235"/>
              <a:gd name="csX260" fmla="*/ 441109 w 882253"/>
              <a:gd name="csY260" fmla="*/ 599629 h 882235"/>
              <a:gd name="csX261" fmla="*/ 418802 w 882253"/>
              <a:gd name="csY261" fmla="*/ 577322 h 882235"/>
              <a:gd name="csX262" fmla="*/ 441109 w 882253"/>
              <a:gd name="csY262" fmla="*/ 555016 h 882235"/>
              <a:gd name="csX263" fmla="*/ 330702 w 882253"/>
              <a:gd name="csY263" fmla="*/ 602218 h 882235"/>
              <a:gd name="csX264" fmla="*/ 349865 w 882253"/>
              <a:gd name="csY264" fmla="*/ 609630 h 882235"/>
              <a:gd name="csX265" fmla="*/ 353741 w 882253"/>
              <a:gd name="csY265" fmla="*/ 618988 h 882235"/>
              <a:gd name="csX266" fmla="*/ 345436 w 882253"/>
              <a:gd name="csY266" fmla="*/ 637794 h 882235"/>
              <a:gd name="csX267" fmla="*/ 348026 w 882253"/>
              <a:gd name="csY267" fmla="*/ 651689 h 882235"/>
              <a:gd name="csX268" fmla="*/ 366742 w 882253"/>
              <a:gd name="csY268" fmla="*/ 670405 h 882235"/>
              <a:gd name="csX269" fmla="*/ 380637 w 882253"/>
              <a:gd name="csY269" fmla="*/ 672995 h 882235"/>
              <a:gd name="csX270" fmla="*/ 399443 w 882253"/>
              <a:gd name="csY270" fmla="*/ 664690 h 882235"/>
              <a:gd name="csX271" fmla="*/ 408819 w 882253"/>
              <a:gd name="csY271" fmla="*/ 668584 h 882235"/>
              <a:gd name="csX272" fmla="*/ 416231 w 882253"/>
              <a:gd name="csY272" fmla="*/ 687747 h 882235"/>
              <a:gd name="csX273" fmla="*/ 427893 w 882253"/>
              <a:gd name="csY273" fmla="*/ 695730 h 882235"/>
              <a:gd name="csX274" fmla="*/ 454343 w 882253"/>
              <a:gd name="csY274" fmla="*/ 695730 h 882235"/>
              <a:gd name="csX275" fmla="*/ 466005 w 882253"/>
              <a:gd name="csY275" fmla="*/ 687747 h 882235"/>
              <a:gd name="csX276" fmla="*/ 473416 w 882253"/>
              <a:gd name="csY276" fmla="*/ 668584 h 882235"/>
              <a:gd name="csX277" fmla="*/ 482775 w 882253"/>
              <a:gd name="csY277" fmla="*/ 664708 h 882235"/>
              <a:gd name="csX278" fmla="*/ 501581 w 882253"/>
              <a:gd name="csY278" fmla="*/ 673013 h 882235"/>
              <a:gd name="csX279" fmla="*/ 515475 w 882253"/>
              <a:gd name="csY279" fmla="*/ 670423 h 882235"/>
              <a:gd name="csX280" fmla="*/ 534192 w 882253"/>
              <a:gd name="csY280" fmla="*/ 651706 h 882235"/>
              <a:gd name="csX281" fmla="*/ 536781 w 882253"/>
              <a:gd name="csY281" fmla="*/ 637812 h 882235"/>
              <a:gd name="csX282" fmla="*/ 528477 w 882253"/>
              <a:gd name="csY282" fmla="*/ 619006 h 882235"/>
              <a:gd name="csX283" fmla="*/ 532352 w 882253"/>
              <a:gd name="csY283" fmla="*/ 609630 h 882235"/>
              <a:gd name="csX284" fmla="*/ 551515 w 882253"/>
              <a:gd name="csY284" fmla="*/ 602218 h 882235"/>
              <a:gd name="csX285" fmla="*/ 559499 w 882253"/>
              <a:gd name="csY285" fmla="*/ 590556 h 882235"/>
              <a:gd name="csX286" fmla="*/ 559499 w 882253"/>
              <a:gd name="csY286" fmla="*/ 564106 h 882235"/>
              <a:gd name="csX287" fmla="*/ 551515 w 882253"/>
              <a:gd name="csY287" fmla="*/ 552444 h 882235"/>
              <a:gd name="csX288" fmla="*/ 532352 w 882253"/>
              <a:gd name="csY288" fmla="*/ 545032 h 882235"/>
              <a:gd name="csX289" fmla="*/ 528459 w 882253"/>
              <a:gd name="csY289" fmla="*/ 535656 h 882235"/>
              <a:gd name="csX290" fmla="*/ 536764 w 882253"/>
              <a:gd name="csY290" fmla="*/ 516850 h 882235"/>
              <a:gd name="csX291" fmla="*/ 534174 w 882253"/>
              <a:gd name="csY291" fmla="*/ 502956 h 882235"/>
              <a:gd name="csX292" fmla="*/ 515457 w 882253"/>
              <a:gd name="csY292" fmla="*/ 484239 h 882235"/>
              <a:gd name="csX293" fmla="*/ 501563 w 882253"/>
              <a:gd name="csY293" fmla="*/ 481650 h 882235"/>
              <a:gd name="csX294" fmla="*/ 482757 w 882253"/>
              <a:gd name="csY294" fmla="*/ 489954 h 882235"/>
              <a:gd name="csX295" fmla="*/ 473398 w 882253"/>
              <a:gd name="csY295" fmla="*/ 486079 h 882235"/>
              <a:gd name="csX296" fmla="*/ 465987 w 882253"/>
              <a:gd name="csY296" fmla="*/ 466916 h 882235"/>
              <a:gd name="csX297" fmla="*/ 454325 w 882253"/>
              <a:gd name="csY297" fmla="*/ 458932 h 882235"/>
              <a:gd name="csX298" fmla="*/ 427875 w 882253"/>
              <a:gd name="csY298" fmla="*/ 458932 h 882235"/>
              <a:gd name="csX299" fmla="*/ 416213 w 882253"/>
              <a:gd name="csY299" fmla="*/ 466916 h 882235"/>
              <a:gd name="csX300" fmla="*/ 408801 w 882253"/>
              <a:gd name="csY300" fmla="*/ 486079 h 882235"/>
              <a:gd name="csX301" fmla="*/ 399443 w 882253"/>
              <a:gd name="csY301" fmla="*/ 489954 h 882235"/>
              <a:gd name="csX302" fmla="*/ 380637 w 882253"/>
              <a:gd name="csY302" fmla="*/ 481650 h 882235"/>
              <a:gd name="csX303" fmla="*/ 366742 w 882253"/>
              <a:gd name="csY303" fmla="*/ 484239 h 882235"/>
              <a:gd name="csX304" fmla="*/ 348026 w 882253"/>
              <a:gd name="csY304" fmla="*/ 502956 h 882235"/>
              <a:gd name="csX305" fmla="*/ 345436 w 882253"/>
              <a:gd name="csY305" fmla="*/ 516850 h 882235"/>
              <a:gd name="csX306" fmla="*/ 353741 w 882253"/>
              <a:gd name="csY306" fmla="*/ 535656 h 882235"/>
              <a:gd name="csX307" fmla="*/ 349865 w 882253"/>
              <a:gd name="csY307" fmla="*/ 545032 h 882235"/>
              <a:gd name="csX308" fmla="*/ 330702 w 882253"/>
              <a:gd name="csY308" fmla="*/ 552444 h 882235"/>
              <a:gd name="csX309" fmla="*/ 322719 w 882253"/>
              <a:gd name="csY309" fmla="*/ 564106 h 882235"/>
              <a:gd name="csX310" fmla="*/ 322719 w 882253"/>
              <a:gd name="csY310" fmla="*/ 590556 h 882235"/>
              <a:gd name="csX311" fmla="*/ 330702 w 882253"/>
              <a:gd name="csY311" fmla="*/ 602218 h 882235"/>
              <a:gd name="csX312" fmla="*/ 347722 w 882253"/>
              <a:gd name="csY312" fmla="*/ 572661 h 882235"/>
              <a:gd name="csX313" fmla="*/ 364474 w 882253"/>
              <a:gd name="csY313" fmla="*/ 566178 h 882235"/>
              <a:gd name="csX314" fmla="*/ 371993 w 882253"/>
              <a:gd name="csY314" fmla="*/ 557891 h 882235"/>
              <a:gd name="csX315" fmla="*/ 378494 w 882253"/>
              <a:gd name="csY315" fmla="*/ 542211 h 882235"/>
              <a:gd name="csX316" fmla="*/ 379030 w 882253"/>
              <a:gd name="csY316" fmla="*/ 531031 h 882235"/>
              <a:gd name="csX317" fmla="*/ 371761 w 882253"/>
              <a:gd name="csY317" fmla="*/ 514582 h 882235"/>
              <a:gd name="csX318" fmla="*/ 378351 w 882253"/>
              <a:gd name="csY318" fmla="*/ 507992 h 882235"/>
              <a:gd name="csX319" fmla="*/ 394799 w 882253"/>
              <a:gd name="csY319" fmla="*/ 515261 h 882235"/>
              <a:gd name="csX320" fmla="*/ 405979 w 882253"/>
              <a:gd name="csY320" fmla="*/ 514725 h 882235"/>
              <a:gd name="csX321" fmla="*/ 421660 w 882253"/>
              <a:gd name="csY321" fmla="*/ 508224 h 882235"/>
              <a:gd name="csX322" fmla="*/ 429947 w 882253"/>
              <a:gd name="csY322" fmla="*/ 500705 h 882235"/>
              <a:gd name="csX323" fmla="*/ 436430 w 882253"/>
              <a:gd name="csY323" fmla="*/ 483953 h 882235"/>
              <a:gd name="csX324" fmla="*/ 445752 w 882253"/>
              <a:gd name="csY324" fmla="*/ 483953 h 882235"/>
              <a:gd name="csX325" fmla="*/ 452235 w 882253"/>
              <a:gd name="csY325" fmla="*/ 500705 h 882235"/>
              <a:gd name="csX326" fmla="*/ 460522 w 882253"/>
              <a:gd name="csY326" fmla="*/ 508224 h 882235"/>
              <a:gd name="csX327" fmla="*/ 476202 w 882253"/>
              <a:gd name="csY327" fmla="*/ 514725 h 882235"/>
              <a:gd name="csX328" fmla="*/ 487382 w 882253"/>
              <a:gd name="csY328" fmla="*/ 515261 h 882235"/>
              <a:gd name="csX329" fmla="*/ 503831 w 882253"/>
              <a:gd name="csY329" fmla="*/ 507992 h 882235"/>
              <a:gd name="csX330" fmla="*/ 510421 w 882253"/>
              <a:gd name="csY330" fmla="*/ 514582 h 882235"/>
              <a:gd name="csX331" fmla="*/ 503152 w 882253"/>
              <a:gd name="csY331" fmla="*/ 531031 h 882235"/>
              <a:gd name="csX332" fmla="*/ 503688 w 882253"/>
              <a:gd name="csY332" fmla="*/ 542211 h 882235"/>
              <a:gd name="csX333" fmla="*/ 510189 w 882253"/>
              <a:gd name="csY333" fmla="*/ 557909 h 882235"/>
              <a:gd name="csX334" fmla="*/ 517708 w 882253"/>
              <a:gd name="csY334" fmla="*/ 566196 h 882235"/>
              <a:gd name="csX335" fmla="*/ 534460 w 882253"/>
              <a:gd name="csY335" fmla="*/ 572679 h 882235"/>
              <a:gd name="csX336" fmla="*/ 534460 w 882253"/>
              <a:gd name="csY336" fmla="*/ 582001 h 882235"/>
              <a:gd name="csX337" fmla="*/ 517708 w 882253"/>
              <a:gd name="csY337" fmla="*/ 588484 h 882235"/>
              <a:gd name="csX338" fmla="*/ 510189 w 882253"/>
              <a:gd name="csY338" fmla="*/ 596771 h 882235"/>
              <a:gd name="csX339" fmla="*/ 503688 w 882253"/>
              <a:gd name="csY339" fmla="*/ 612452 h 882235"/>
              <a:gd name="csX340" fmla="*/ 503152 w 882253"/>
              <a:gd name="csY340" fmla="*/ 623632 h 882235"/>
              <a:gd name="csX341" fmla="*/ 510421 w 882253"/>
              <a:gd name="csY341" fmla="*/ 640080 h 882235"/>
              <a:gd name="csX342" fmla="*/ 503831 w 882253"/>
              <a:gd name="csY342" fmla="*/ 646670 h 882235"/>
              <a:gd name="csX343" fmla="*/ 487382 w 882253"/>
              <a:gd name="csY343" fmla="*/ 639401 h 882235"/>
              <a:gd name="csX344" fmla="*/ 476202 w 882253"/>
              <a:gd name="csY344" fmla="*/ 639937 h 882235"/>
              <a:gd name="csX345" fmla="*/ 460522 w 882253"/>
              <a:gd name="csY345" fmla="*/ 646438 h 882235"/>
              <a:gd name="csX346" fmla="*/ 452235 w 882253"/>
              <a:gd name="csY346" fmla="*/ 653957 h 882235"/>
              <a:gd name="csX347" fmla="*/ 445752 w 882253"/>
              <a:gd name="csY347" fmla="*/ 670709 h 882235"/>
              <a:gd name="csX348" fmla="*/ 436430 w 882253"/>
              <a:gd name="csY348" fmla="*/ 670709 h 882235"/>
              <a:gd name="csX349" fmla="*/ 429947 w 882253"/>
              <a:gd name="csY349" fmla="*/ 653957 h 882235"/>
              <a:gd name="csX350" fmla="*/ 421660 w 882253"/>
              <a:gd name="csY350" fmla="*/ 646438 h 882235"/>
              <a:gd name="csX351" fmla="*/ 405979 w 882253"/>
              <a:gd name="csY351" fmla="*/ 639937 h 882235"/>
              <a:gd name="csX352" fmla="*/ 394799 w 882253"/>
              <a:gd name="csY352" fmla="*/ 639401 h 882235"/>
              <a:gd name="csX353" fmla="*/ 378351 w 882253"/>
              <a:gd name="csY353" fmla="*/ 646670 h 882235"/>
              <a:gd name="csX354" fmla="*/ 371761 w 882253"/>
              <a:gd name="csY354" fmla="*/ 640080 h 882235"/>
              <a:gd name="csX355" fmla="*/ 379030 w 882253"/>
              <a:gd name="csY355" fmla="*/ 623632 h 882235"/>
              <a:gd name="csX356" fmla="*/ 378494 w 882253"/>
              <a:gd name="csY356" fmla="*/ 612452 h 882235"/>
              <a:gd name="csX357" fmla="*/ 371993 w 882253"/>
              <a:gd name="csY357" fmla="*/ 596771 h 882235"/>
              <a:gd name="csX358" fmla="*/ 364474 w 882253"/>
              <a:gd name="csY358" fmla="*/ 588484 h 882235"/>
              <a:gd name="csX359" fmla="*/ 347722 w 882253"/>
              <a:gd name="csY359" fmla="*/ 582001 h 882235"/>
              <a:gd name="csX360" fmla="*/ 347722 w 882253"/>
              <a:gd name="csY360" fmla="*/ 572679 h 8822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Lst>
            <a:rect l="l" t="t" r="r" b="b"/>
            <a:pathLst>
              <a:path w="882253" h="882235">
                <a:moveTo>
                  <a:pt x="874252" y="375922"/>
                </a:moveTo>
                <a:lnTo>
                  <a:pt x="779848" y="339382"/>
                </a:lnTo>
                <a:cubicBezTo>
                  <a:pt x="773025" y="316629"/>
                  <a:pt x="763863" y="294555"/>
                  <a:pt x="752558" y="273570"/>
                </a:cubicBezTo>
                <a:lnTo>
                  <a:pt x="793492" y="180951"/>
                </a:lnTo>
                <a:cubicBezTo>
                  <a:pt x="795582" y="176236"/>
                  <a:pt x="794546" y="170718"/>
                  <a:pt x="790902" y="167057"/>
                </a:cubicBezTo>
                <a:lnTo>
                  <a:pt x="715179" y="91333"/>
                </a:lnTo>
                <a:cubicBezTo>
                  <a:pt x="711535" y="87690"/>
                  <a:pt x="705999" y="86654"/>
                  <a:pt x="701284" y="88743"/>
                </a:cubicBezTo>
                <a:lnTo>
                  <a:pt x="608665" y="129677"/>
                </a:lnTo>
                <a:cubicBezTo>
                  <a:pt x="587698" y="118372"/>
                  <a:pt x="565606" y="109210"/>
                  <a:pt x="542871" y="102388"/>
                </a:cubicBezTo>
                <a:lnTo>
                  <a:pt x="506331" y="7983"/>
                </a:lnTo>
                <a:cubicBezTo>
                  <a:pt x="504474" y="3161"/>
                  <a:pt x="499830" y="0"/>
                  <a:pt x="494669" y="0"/>
                </a:cubicBezTo>
                <a:lnTo>
                  <a:pt x="387584" y="0"/>
                </a:lnTo>
                <a:cubicBezTo>
                  <a:pt x="382423" y="0"/>
                  <a:pt x="377797" y="3179"/>
                  <a:pt x="375922" y="7983"/>
                </a:cubicBezTo>
                <a:lnTo>
                  <a:pt x="339382" y="102388"/>
                </a:lnTo>
                <a:cubicBezTo>
                  <a:pt x="316647" y="109210"/>
                  <a:pt x="294555" y="118372"/>
                  <a:pt x="273588" y="129677"/>
                </a:cubicBezTo>
                <a:lnTo>
                  <a:pt x="180951" y="88743"/>
                </a:lnTo>
                <a:cubicBezTo>
                  <a:pt x="176236" y="86654"/>
                  <a:pt x="170700" y="87690"/>
                  <a:pt x="167057" y="91333"/>
                </a:cubicBezTo>
                <a:lnTo>
                  <a:pt x="91333" y="167057"/>
                </a:lnTo>
                <a:cubicBezTo>
                  <a:pt x="87690" y="170700"/>
                  <a:pt x="86654" y="176218"/>
                  <a:pt x="88743" y="180951"/>
                </a:cubicBezTo>
                <a:lnTo>
                  <a:pt x="129677" y="273570"/>
                </a:lnTo>
                <a:cubicBezTo>
                  <a:pt x="118372" y="294537"/>
                  <a:pt x="109228" y="316611"/>
                  <a:pt x="102388" y="339382"/>
                </a:cubicBezTo>
                <a:lnTo>
                  <a:pt x="7983" y="375922"/>
                </a:lnTo>
                <a:cubicBezTo>
                  <a:pt x="3161" y="377779"/>
                  <a:pt x="0" y="382423"/>
                  <a:pt x="0" y="387584"/>
                </a:cubicBezTo>
                <a:lnTo>
                  <a:pt x="0" y="494669"/>
                </a:lnTo>
                <a:cubicBezTo>
                  <a:pt x="0" y="499830"/>
                  <a:pt x="3179" y="504456"/>
                  <a:pt x="7983" y="506331"/>
                </a:cubicBezTo>
                <a:lnTo>
                  <a:pt x="54810" y="524458"/>
                </a:lnTo>
                <a:cubicBezTo>
                  <a:pt x="40809" y="542014"/>
                  <a:pt x="32397" y="564249"/>
                  <a:pt x="32397" y="588395"/>
                </a:cubicBezTo>
                <a:lnTo>
                  <a:pt x="32397" y="678638"/>
                </a:lnTo>
                <a:cubicBezTo>
                  <a:pt x="32397" y="685550"/>
                  <a:pt x="37987" y="691140"/>
                  <a:pt x="44898" y="691140"/>
                </a:cubicBezTo>
                <a:lnTo>
                  <a:pt x="93226" y="691140"/>
                </a:lnTo>
                <a:lnTo>
                  <a:pt x="88743" y="701284"/>
                </a:lnTo>
                <a:cubicBezTo>
                  <a:pt x="86654" y="705999"/>
                  <a:pt x="87690" y="711518"/>
                  <a:pt x="91333" y="715179"/>
                </a:cubicBezTo>
                <a:lnTo>
                  <a:pt x="167057" y="790902"/>
                </a:lnTo>
                <a:cubicBezTo>
                  <a:pt x="170700" y="794546"/>
                  <a:pt x="176236" y="795582"/>
                  <a:pt x="180951" y="793492"/>
                </a:cubicBezTo>
                <a:lnTo>
                  <a:pt x="273570" y="752558"/>
                </a:lnTo>
                <a:cubicBezTo>
                  <a:pt x="294537" y="763863"/>
                  <a:pt x="316611" y="773007"/>
                  <a:pt x="339382" y="779848"/>
                </a:cubicBezTo>
                <a:lnTo>
                  <a:pt x="375922" y="874252"/>
                </a:lnTo>
                <a:cubicBezTo>
                  <a:pt x="377779" y="879074"/>
                  <a:pt x="382423" y="882235"/>
                  <a:pt x="387584" y="882235"/>
                </a:cubicBezTo>
                <a:lnTo>
                  <a:pt x="494669" y="882235"/>
                </a:lnTo>
                <a:cubicBezTo>
                  <a:pt x="499830" y="882235"/>
                  <a:pt x="504456" y="879056"/>
                  <a:pt x="506331" y="874252"/>
                </a:cubicBezTo>
                <a:lnTo>
                  <a:pt x="542871" y="779848"/>
                </a:lnTo>
                <a:cubicBezTo>
                  <a:pt x="565606" y="773025"/>
                  <a:pt x="587681" y="763863"/>
                  <a:pt x="608665" y="752558"/>
                </a:cubicBezTo>
                <a:lnTo>
                  <a:pt x="701302" y="793492"/>
                </a:lnTo>
                <a:cubicBezTo>
                  <a:pt x="706017" y="795582"/>
                  <a:pt x="711535" y="794546"/>
                  <a:pt x="715197" y="790902"/>
                </a:cubicBezTo>
                <a:lnTo>
                  <a:pt x="790920" y="715179"/>
                </a:lnTo>
                <a:cubicBezTo>
                  <a:pt x="794564" y="711535"/>
                  <a:pt x="795599" y="705999"/>
                  <a:pt x="793510" y="701284"/>
                </a:cubicBezTo>
                <a:lnTo>
                  <a:pt x="789027" y="691140"/>
                </a:lnTo>
                <a:lnTo>
                  <a:pt x="837355" y="691140"/>
                </a:lnTo>
                <a:cubicBezTo>
                  <a:pt x="844266" y="691140"/>
                  <a:pt x="849856" y="685550"/>
                  <a:pt x="849856" y="678638"/>
                </a:cubicBezTo>
                <a:lnTo>
                  <a:pt x="849856" y="588395"/>
                </a:lnTo>
                <a:cubicBezTo>
                  <a:pt x="849856" y="564231"/>
                  <a:pt x="841462" y="542014"/>
                  <a:pt x="827443" y="524458"/>
                </a:cubicBezTo>
                <a:lnTo>
                  <a:pt x="874270" y="506331"/>
                </a:lnTo>
                <a:cubicBezTo>
                  <a:pt x="879092" y="504474"/>
                  <a:pt x="882253" y="499830"/>
                  <a:pt x="882253" y="494669"/>
                </a:cubicBezTo>
                <a:lnTo>
                  <a:pt x="882253" y="387584"/>
                </a:lnTo>
                <a:cubicBezTo>
                  <a:pt x="882253" y="382423"/>
                  <a:pt x="879074" y="377797"/>
                  <a:pt x="874270" y="375922"/>
                </a:cubicBezTo>
                <a:close/>
                <a:moveTo>
                  <a:pt x="57400" y="588395"/>
                </a:moveTo>
                <a:cubicBezTo>
                  <a:pt x="57400" y="545532"/>
                  <a:pt x="92279" y="510653"/>
                  <a:pt x="135142" y="510653"/>
                </a:cubicBezTo>
                <a:lnTo>
                  <a:pt x="140089" y="510653"/>
                </a:lnTo>
                <a:lnTo>
                  <a:pt x="129088" y="602558"/>
                </a:lnTo>
                <a:cubicBezTo>
                  <a:pt x="128498" y="607522"/>
                  <a:pt x="130909" y="612362"/>
                  <a:pt x="135249" y="614863"/>
                </a:cubicBezTo>
                <a:lnTo>
                  <a:pt x="158966" y="628561"/>
                </a:lnTo>
                <a:cubicBezTo>
                  <a:pt x="160895" y="629686"/>
                  <a:pt x="163056" y="630240"/>
                  <a:pt x="165217" y="630240"/>
                </a:cubicBezTo>
                <a:cubicBezTo>
                  <a:pt x="167378" y="630240"/>
                  <a:pt x="169539" y="629686"/>
                  <a:pt x="171468" y="628561"/>
                </a:cubicBezTo>
                <a:lnTo>
                  <a:pt x="195185" y="614863"/>
                </a:lnTo>
                <a:cubicBezTo>
                  <a:pt x="199525" y="612362"/>
                  <a:pt x="201936" y="607522"/>
                  <a:pt x="201347" y="602558"/>
                </a:cubicBezTo>
                <a:lnTo>
                  <a:pt x="190345" y="510653"/>
                </a:lnTo>
                <a:lnTo>
                  <a:pt x="195292" y="510653"/>
                </a:lnTo>
                <a:cubicBezTo>
                  <a:pt x="238155" y="510653"/>
                  <a:pt x="273034" y="545532"/>
                  <a:pt x="273034" y="588395"/>
                </a:cubicBezTo>
                <a:lnTo>
                  <a:pt x="273034" y="666137"/>
                </a:lnTo>
                <a:lnTo>
                  <a:pt x="248120" y="666137"/>
                </a:lnTo>
                <a:lnTo>
                  <a:pt x="248120" y="592824"/>
                </a:lnTo>
                <a:cubicBezTo>
                  <a:pt x="248120" y="585913"/>
                  <a:pt x="242530" y="580323"/>
                  <a:pt x="235619" y="580323"/>
                </a:cubicBezTo>
                <a:cubicBezTo>
                  <a:pt x="228707" y="580323"/>
                  <a:pt x="223117" y="585913"/>
                  <a:pt x="223117" y="592824"/>
                </a:cubicBezTo>
                <a:lnTo>
                  <a:pt x="223117" y="666137"/>
                </a:lnTo>
                <a:lnTo>
                  <a:pt x="107299" y="666137"/>
                </a:lnTo>
                <a:lnTo>
                  <a:pt x="107299" y="592824"/>
                </a:lnTo>
                <a:cubicBezTo>
                  <a:pt x="107299" y="585913"/>
                  <a:pt x="101709" y="580323"/>
                  <a:pt x="94798" y="580323"/>
                </a:cubicBezTo>
                <a:cubicBezTo>
                  <a:pt x="87886" y="580323"/>
                  <a:pt x="82296" y="585913"/>
                  <a:pt x="82296" y="592824"/>
                </a:cubicBezTo>
                <a:lnTo>
                  <a:pt x="82296" y="666137"/>
                </a:lnTo>
                <a:lnTo>
                  <a:pt x="57382" y="666137"/>
                </a:lnTo>
                <a:lnTo>
                  <a:pt x="57382" y="588395"/>
                </a:lnTo>
                <a:close/>
                <a:moveTo>
                  <a:pt x="364349" y="195042"/>
                </a:moveTo>
                <a:cubicBezTo>
                  <a:pt x="366992" y="211991"/>
                  <a:pt x="375136" y="227153"/>
                  <a:pt x="386888" y="238619"/>
                </a:cubicBezTo>
                <a:cubicBezTo>
                  <a:pt x="341828" y="249495"/>
                  <a:pt x="308253" y="290143"/>
                  <a:pt x="308253" y="338489"/>
                </a:cubicBezTo>
                <a:lnTo>
                  <a:pt x="308253" y="428732"/>
                </a:lnTo>
                <a:cubicBezTo>
                  <a:pt x="308253" y="435644"/>
                  <a:pt x="313843" y="441234"/>
                  <a:pt x="320754" y="441234"/>
                </a:cubicBezTo>
                <a:lnTo>
                  <a:pt x="561427" y="441234"/>
                </a:lnTo>
                <a:cubicBezTo>
                  <a:pt x="568339" y="441234"/>
                  <a:pt x="573929" y="435644"/>
                  <a:pt x="573929" y="428732"/>
                </a:cubicBezTo>
                <a:lnTo>
                  <a:pt x="573929" y="338489"/>
                </a:lnTo>
                <a:cubicBezTo>
                  <a:pt x="573929" y="290143"/>
                  <a:pt x="540353" y="249513"/>
                  <a:pt x="495294" y="238619"/>
                </a:cubicBezTo>
                <a:cubicBezTo>
                  <a:pt x="507046" y="227153"/>
                  <a:pt x="515207" y="212009"/>
                  <a:pt x="517833" y="195042"/>
                </a:cubicBezTo>
                <a:cubicBezTo>
                  <a:pt x="597860" y="219474"/>
                  <a:pt x="661886" y="281214"/>
                  <a:pt x="689229" y="360438"/>
                </a:cubicBezTo>
                <a:cubicBezTo>
                  <a:pt x="660065" y="371636"/>
                  <a:pt x="639294" y="399925"/>
                  <a:pt x="639294" y="432983"/>
                </a:cubicBezTo>
                <a:cubicBezTo>
                  <a:pt x="639294" y="454735"/>
                  <a:pt x="648295" y="474434"/>
                  <a:pt x="662761" y="488543"/>
                </a:cubicBezTo>
                <a:cubicBezTo>
                  <a:pt x="617702" y="499420"/>
                  <a:pt x="584127" y="540068"/>
                  <a:pt x="584127" y="588413"/>
                </a:cubicBezTo>
                <a:lnTo>
                  <a:pt x="584127" y="666155"/>
                </a:lnTo>
                <a:cubicBezTo>
                  <a:pt x="541550" y="693908"/>
                  <a:pt x="492240" y="708571"/>
                  <a:pt x="441073" y="708571"/>
                </a:cubicBezTo>
                <a:cubicBezTo>
                  <a:pt x="389906" y="708571"/>
                  <a:pt x="340614" y="693908"/>
                  <a:pt x="298019" y="666155"/>
                </a:cubicBezTo>
                <a:lnTo>
                  <a:pt x="298019" y="588413"/>
                </a:lnTo>
                <a:cubicBezTo>
                  <a:pt x="298019" y="540068"/>
                  <a:pt x="264444" y="499437"/>
                  <a:pt x="219385" y="488543"/>
                </a:cubicBezTo>
                <a:cubicBezTo>
                  <a:pt x="233851" y="474434"/>
                  <a:pt x="242852" y="454735"/>
                  <a:pt x="242852" y="432983"/>
                </a:cubicBezTo>
                <a:cubicBezTo>
                  <a:pt x="242852" y="399925"/>
                  <a:pt x="222081" y="371636"/>
                  <a:pt x="192917" y="360438"/>
                </a:cubicBezTo>
                <a:cubicBezTo>
                  <a:pt x="220242" y="281214"/>
                  <a:pt x="284286" y="219492"/>
                  <a:pt x="364313" y="195042"/>
                </a:cubicBezTo>
                <a:close/>
                <a:moveTo>
                  <a:pt x="493776" y="183059"/>
                </a:moveTo>
                <a:cubicBezTo>
                  <a:pt x="493776" y="212098"/>
                  <a:pt x="470148" y="235744"/>
                  <a:pt x="441091" y="235744"/>
                </a:cubicBezTo>
                <a:cubicBezTo>
                  <a:pt x="412034" y="235744"/>
                  <a:pt x="388406" y="212116"/>
                  <a:pt x="388406" y="183059"/>
                </a:cubicBezTo>
                <a:cubicBezTo>
                  <a:pt x="388406" y="154001"/>
                  <a:pt x="412034" y="130373"/>
                  <a:pt x="441091" y="130373"/>
                </a:cubicBezTo>
                <a:cubicBezTo>
                  <a:pt x="470148" y="130373"/>
                  <a:pt x="493776" y="154001"/>
                  <a:pt x="493776" y="183059"/>
                </a:cubicBezTo>
                <a:close/>
                <a:moveTo>
                  <a:pt x="511510" y="330416"/>
                </a:moveTo>
                <a:cubicBezTo>
                  <a:pt x="504599" y="330416"/>
                  <a:pt x="499009" y="336006"/>
                  <a:pt x="499009" y="342918"/>
                </a:cubicBezTo>
                <a:lnTo>
                  <a:pt x="499009" y="416231"/>
                </a:lnTo>
                <a:lnTo>
                  <a:pt x="383191" y="416231"/>
                </a:lnTo>
                <a:lnTo>
                  <a:pt x="383191" y="342918"/>
                </a:lnTo>
                <a:cubicBezTo>
                  <a:pt x="383191" y="336006"/>
                  <a:pt x="377601" y="330416"/>
                  <a:pt x="370689" y="330416"/>
                </a:cubicBezTo>
                <a:cubicBezTo>
                  <a:pt x="363778" y="330416"/>
                  <a:pt x="358188" y="336006"/>
                  <a:pt x="358188" y="342918"/>
                </a:cubicBezTo>
                <a:lnTo>
                  <a:pt x="358188" y="416231"/>
                </a:lnTo>
                <a:lnTo>
                  <a:pt x="333274" y="416231"/>
                </a:lnTo>
                <a:lnTo>
                  <a:pt x="333274" y="338489"/>
                </a:lnTo>
                <a:cubicBezTo>
                  <a:pt x="333274" y="295626"/>
                  <a:pt x="368153" y="260747"/>
                  <a:pt x="411016" y="260747"/>
                </a:cubicBezTo>
                <a:lnTo>
                  <a:pt x="415963" y="260747"/>
                </a:lnTo>
                <a:lnTo>
                  <a:pt x="404961" y="352651"/>
                </a:lnTo>
                <a:cubicBezTo>
                  <a:pt x="404372" y="357616"/>
                  <a:pt x="406783" y="362456"/>
                  <a:pt x="411123" y="364956"/>
                </a:cubicBezTo>
                <a:lnTo>
                  <a:pt x="434840" y="378654"/>
                </a:lnTo>
                <a:cubicBezTo>
                  <a:pt x="436769" y="379762"/>
                  <a:pt x="438930" y="380333"/>
                  <a:pt x="441091" y="380333"/>
                </a:cubicBezTo>
                <a:cubicBezTo>
                  <a:pt x="443252" y="380333"/>
                  <a:pt x="445413" y="379780"/>
                  <a:pt x="447342" y="378654"/>
                </a:cubicBezTo>
                <a:lnTo>
                  <a:pt x="471059" y="364956"/>
                </a:lnTo>
                <a:cubicBezTo>
                  <a:pt x="475399" y="362456"/>
                  <a:pt x="477810" y="357616"/>
                  <a:pt x="477220" y="352651"/>
                </a:cubicBezTo>
                <a:lnTo>
                  <a:pt x="466219" y="260747"/>
                </a:lnTo>
                <a:lnTo>
                  <a:pt x="471166" y="260747"/>
                </a:lnTo>
                <a:cubicBezTo>
                  <a:pt x="514029" y="260747"/>
                  <a:pt x="548908" y="295626"/>
                  <a:pt x="548908" y="338489"/>
                </a:cubicBezTo>
                <a:lnTo>
                  <a:pt x="548908" y="416231"/>
                </a:lnTo>
                <a:lnTo>
                  <a:pt x="523994" y="416231"/>
                </a:lnTo>
                <a:lnTo>
                  <a:pt x="523994" y="342918"/>
                </a:lnTo>
                <a:cubicBezTo>
                  <a:pt x="523994" y="336006"/>
                  <a:pt x="518404" y="330416"/>
                  <a:pt x="511493" y="330416"/>
                </a:cubicBezTo>
                <a:close/>
                <a:moveTo>
                  <a:pt x="451431" y="347436"/>
                </a:moveTo>
                <a:lnTo>
                  <a:pt x="441091" y="353401"/>
                </a:lnTo>
                <a:lnTo>
                  <a:pt x="430768" y="347436"/>
                </a:lnTo>
                <a:lnTo>
                  <a:pt x="441109" y="261176"/>
                </a:lnTo>
                <a:close/>
                <a:moveTo>
                  <a:pt x="713875" y="536996"/>
                </a:moveTo>
                <a:cubicBezTo>
                  <a:pt x="715482" y="532156"/>
                  <a:pt x="716965" y="527245"/>
                  <a:pt x="718322" y="522297"/>
                </a:cubicBezTo>
                <a:lnTo>
                  <a:pt x="727305" y="597360"/>
                </a:lnTo>
                <a:lnTo>
                  <a:pt x="716983" y="603325"/>
                </a:lnTo>
                <a:lnTo>
                  <a:pt x="706642" y="597360"/>
                </a:lnTo>
                <a:close/>
                <a:moveTo>
                  <a:pt x="716983" y="485668"/>
                </a:moveTo>
                <a:cubicBezTo>
                  <a:pt x="687943" y="485668"/>
                  <a:pt x="664297" y="462040"/>
                  <a:pt x="664297" y="432983"/>
                </a:cubicBezTo>
                <a:cubicBezTo>
                  <a:pt x="664297" y="403925"/>
                  <a:pt x="687925" y="380298"/>
                  <a:pt x="716983" y="380298"/>
                </a:cubicBezTo>
                <a:cubicBezTo>
                  <a:pt x="746040" y="380298"/>
                  <a:pt x="769668" y="403925"/>
                  <a:pt x="769668" y="432983"/>
                </a:cubicBezTo>
                <a:cubicBezTo>
                  <a:pt x="769668" y="462040"/>
                  <a:pt x="746040" y="485668"/>
                  <a:pt x="716983" y="485668"/>
                </a:cubicBezTo>
                <a:close/>
                <a:moveTo>
                  <a:pt x="165217" y="511100"/>
                </a:moveTo>
                <a:lnTo>
                  <a:pt x="175540" y="597360"/>
                </a:lnTo>
                <a:lnTo>
                  <a:pt x="165217" y="603325"/>
                </a:lnTo>
                <a:lnTo>
                  <a:pt x="154877" y="597360"/>
                </a:lnTo>
                <a:close/>
                <a:moveTo>
                  <a:pt x="165217" y="380315"/>
                </a:moveTo>
                <a:cubicBezTo>
                  <a:pt x="194256" y="380315"/>
                  <a:pt x="217902" y="403943"/>
                  <a:pt x="217902" y="433001"/>
                </a:cubicBezTo>
                <a:cubicBezTo>
                  <a:pt x="217902" y="462058"/>
                  <a:pt x="194274" y="485686"/>
                  <a:pt x="165217" y="485686"/>
                </a:cubicBezTo>
                <a:cubicBezTo>
                  <a:pt x="136160" y="485686"/>
                  <a:pt x="112532" y="462058"/>
                  <a:pt x="112532" y="433001"/>
                </a:cubicBezTo>
                <a:cubicBezTo>
                  <a:pt x="112532" y="403943"/>
                  <a:pt x="136160" y="380315"/>
                  <a:pt x="165217" y="380315"/>
                </a:cubicBezTo>
                <a:close/>
                <a:moveTo>
                  <a:pt x="703534" y="767203"/>
                </a:moveTo>
                <a:lnTo>
                  <a:pt x="613077" y="727234"/>
                </a:lnTo>
                <a:cubicBezTo>
                  <a:pt x="609469" y="725644"/>
                  <a:pt x="605326" y="725841"/>
                  <a:pt x="601897" y="727770"/>
                </a:cubicBezTo>
                <a:cubicBezTo>
                  <a:pt x="579180" y="740539"/>
                  <a:pt x="554998" y="750576"/>
                  <a:pt x="530031" y="757577"/>
                </a:cubicBezTo>
                <a:cubicBezTo>
                  <a:pt x="526244" y="758648"/>
                  <a:pt x="523173" y="761434"/>
                  <a:pt x="521744" y="765096"/>
                </a:cubicBezTo>
                <a:lnTo>
                  <a:pt x="486061" y="857286"/>
                </a:lnTo>
                <a:lnTo>
                  <a:pt x="396103" y="857286"/>
                </a:lnTo>
                <a:lnTo>
                  <a:pt x="360438" y="765114"/>
                </a:lnTo>
                <a:cubicBezTo>
                  <a:pt x="359009" y="761434"/>
                  <a:pt x="355955" y="758648"/>
                  <a:pt x="352151" y="757595"/>
                </a:cubicBezTo>
                <a:cubicBezTo>
                  <a:pt x="327148" y="750576"/>
                  <a:pt x="302966" y="740557"/>
                  <a:pt x="280267" y="727787"/>
                </a:cubicBezTo>
                <a:cubicBezTo>
                  <a:pt x="276838" y="725859"/>
                  <a:pt x="272695" y="725662"/>
                  <a:pt x="269087" y="727252"/>
                </a:cubicBezTo>
                <a:lnTo>
                  <a:pt x="178647" y="767221"/>
                </a:lnTo>
                <a:lnTo>
                  <a:pt x="115032" y="703606"/>
                </a:lnTo>
                <a:lnTo>
                  <a:pt x="120515" y="691194"/>
                </a:lnTo>
                <a:lnTo>
                  <a:pt x="235565" y="691194"/>
                </a:lnTo>
                <a:cubicBezTo>
                  <a:pt x="235565" y="691194"/>
                  <a:pt x="235583" y="691194"/>
                  <a:pt x="235601" y="691194"/>
                </a:cubicBezTo>
                <a:cubicBezTo>
                  <a:pt x="235619" y="691194"/>
                  <a:pt x="235619" y="691194"/>
                  <a:pt x="235637" y="691194"/>
                </a:cubicBezTo>
                <a:lnTo>
                  <a:pt x="285518" y="691194"/>
                </a:lnTo>
                <a:cubicBezTo>
                  <a:pt x="286947" y="691194"/>
                  <a:pt x="288322" y="690944"/>
                  <a:pt x="289608" y="690497"/>
                </a:cubicBezTo>
                <a:cubicBezTo>
                  <a:pt x="335042" y="718733"/>
                  <a:pt x="387120" y="733592"/>
                  <a:pt x="441055" y="733592"/>
                </a:cubicBezTo>
                <a:cubicBezTo>
                  <a:pt x="494990" y="733592"/>
                  <a:pt x="547086" y="718715"/>
                  <a:pt x="592503" y="690497"/>
                </a:cubicBezTo>
                <a:cubicBezTo>
                  <a:pt x="593789" y="690944"/>
                  <a:pt x="595164" y="691194"/>
                  <a:pt x="596592" y="691194"/>
                </a:cubicBezTo>
                <a:lnTo>
                  <a:pt x="646474" y="691194"/>
                </a:lnTo>
                <a:cubicBezTo>
                  <a:pt x="646474" y="691194"/>
                  <a:pt x="646492" y="691194"/>
                  <a:pt x="646509" y="691194"/>
                </a:cubicBezTo>
                <a:cubicBezTo>
                  <a:pt x="646527" y="691194"/>
                  <a:pt x="646527" y="691194"/>
                  <a:pt x="646545" y="691194"/>
                </a:cubicBezTo>
                <a:lnTo>
                  <a:pt x="761595" y="691194"/>
                </a:lnTo>
                <a:lnTo>
                  <a:pt x="767078" y="703606"/>
                </a:lnTo>
                <a:lnTo>
                  <a:pt x="703463" y="767221"/>
                </a:lnTo>
                <a:close/>
                <a:moveTo>
                  <a:pt x="824817" y="666173"/>
                </a:moveTo>
                <a:lnTo>
                  <a:pt x="799904" y="666173"/>
                </a:lnTo>
                <a:lnTo>
                  <a:pt x="799904" y="592860"/>
                </a:lnTo>
                <a:cubicBezTo>
                  <a:pt x="799904" y="585948"/>
                  <a:pt x="794314" y="580358"/>
                  <a:pt x="787402" y="580358"/>
                </a:cubicBezTo>
                <a:cubicBezTo>
                  <a:pt x="780490" y="580358"/>
                  <a:pt x="774900" y="585948"/>
                  <a:pt x="774900" y="592860"/>
                </a:cubicBezTo>
                <a:lnTo>
                  <a:pt x="774900" y="666173"/>
                </a:lnTo>
                <a:lnTo>
                  <a:pt x="659082" y="666173"/>
                </a:lnTo>
                <a:lnTo>
                  <a:pt x="659082" y="592860"/>
                </a:lnTo>
                <a:cubicBezTo>
                  <a:pt x="659082" y="585948"/>
                  <a:pt x="653492" y="580358"/>
                  <a:pt x="646581" y="580358"/>
                </a:cubicBezTo>
                <a:cubicBezTo>
                  <a:pt x="639669" y="580358"/>
                  <a:pt x="634079" y="585948"/>
                  <a:pt x="634079" y="592860"/>
                </a:cubicBezTo>
                <a:lnTo>
                  <a:pt x="634079" y="666173"/>
                </a:lnTo>
                <a:lnTo>
                  <a:pt x="609165" y="666173"/>
                </a:lnTo>
                <a:lnTo>
                  <a:pt x="609165" y="588431"/>
                </a:lnTo>
                <a:cubicBezTo>
                  <a:pt x="609165" y="545568"/>
                  <a:pt x="644045" y="510689"/>
                  <a:pt x="686907" y="510689"/>
                </a:cubicBezTo>
                <a:lnTo>
                  <a:pt x="691854" y="510689"/>
                </a:lnTo>
                <a:lnTo>
                  <a:pt x="689211" y="532781"/>
                </a:lnTo>
                <a:cubicBezTo>
                  <a:pt x="689211" y="532781"/>
                  <a:pt x="689211" y="532834"/>
                  <a:pt x="689211" y="532870"/>
                </a:cubicBezTo>
                <a:lnTo>
                  <a:pt x="680853" y="602611"/>
                </a:lnTo>
                <a:cubicBezTo>
                  <a:pt x="680264" y="607576"/>
                  <a:pt x="682675" y="612416"/>
                  <a:pt x="687014" y="614916"/>
                </a:cubicBezTo>
                <a:lnTo>
                  <a:pt x="710732" y="628614"/>
                </a:lnTo>
                <a:cubicBezTo>
                  <a:pt x="712661" y="629739"/>
                  <a:pt x="714822" y="630293"/>
                  <a:pt x="716983" y="630293"/>
                </a:cubicBezTo>
                <a:cubicBezTo>
                  <a:pt x="719143" y="630293"/>
                  <a:pt x="721304" y="629739"/>
                  <a:pt x="723233" y="628614"/>
                </a:cubicBezTo>
                <a:lnTo>
                  <a:pt x="746951" y="614916"/>
                </a:lnTo>
                <a:cubicBezTo>
                  <a:pt x="751290" y="612416"/>
                  <a:pt x="753701" y="607576"/>
                  <a:pt x="753112" y="602611"/>
                </a:cubicBezTo>
                <a:lnTo>
                  <a:pt x="742111" y="510707"/>
                </a:lnTo>
                <a:lnTo>
                  <a:pt x="747058" y="510707"/>
                </a:lnTo>
                <a:cubicBezTo>
                  <a:pt x="789920" y="510707"/>
                  <a:pt x="824800" y="545586"/>
                  <a:pt x="824800" y="588449"/>
                </a:cubicBezTo>
                <a:lnTo>
                  <a:pt x="824800" y="666190"/>
                </a:lnTo>
                <a:close/>
                <a:moveTo>
                  <a:pt x="857232" y="486132"/>
                </a:moveTo>
                <a:lnTo>
                  <a:pt x="807494" y="505385"/>
                </a:lnTo>
                <a:cubicBezTo>
                  <a:pt x="796778" y="497562"/>
                  <a:pt x="784491" y="491776"/>
                  <a:pt x="771204" y="488561"/>
                </a:cubicBezTo>
                <a:cubicBezTo>
                  <a:pt x="785670" y="474452"/>
                  <a:pt x="794671" y="454753"/>
                  <a:pt x="794671" y="433001"/>
                </a:cubicBezTo>
                <a:cubicBezTo>
                  <a:pt x="794671" y="390174"/>
                  <a:pt x="759827" y="355312"/>
                  <a:pt x="716983" y="355312"/>
                </a:cubicBezTo>
                <a:cubicBezTo>
                  <a:pt x="715965" y="355312"/>
                  <a:pt x="714964" y="355348"/>
                  <a:pt x="713946" y="355384"/>
                </a:cubicBezTo>
                <a:cubicBezTo>
                  <a:pt x="683782" y="264587"/>
                  <a:pt x="609737" y="194274"/>
                  <a:pt x="517458" y="168896"/>
                </a:cubicBezTo>
                <a:cubicBezTo>
                  <a:pt x="510778" y="132802"/>
                  <a:pt x="479096" y="105388"/>
                  <a:pt x="441091" y="105388"/>
                </a:cubicBezTo>
                <a:cubicBezTo>
                  <a:pt x="403086" y="105388"/>
                  <a:pt x="371404" y="132820"/>
                  <a:pt x="364724" y="168896"/>
                </a:cubicBezTo>
                <a:cubicBezTo>
                  <a:pt x="272445" y="194274"/>
                  <a:pt x="198400" y="264587"/>
                  <a:pt x="168235" y="355384"/>
                </a:cubicBezTo>
                <a:cubicBezTo>
                  <a:pt x="167235" y="355348"/>
                  <a:pt x="166217" y="355312"/>
                  <a:pt x="165199" y="355312"/>
                </a:cubicBezTo>
                <a:cubicBezTo>
                  <a:pt x="122372" y="355312"/>
                  <a:pt x="87511" y="390156"/>
                  <a:pt x="87511" y="433001"/>
                </a:cubicBezTo>
                <a:cubicBezTo>
                  <a:pt x="87511" y="454753"/>
                  <a:pt x="96512" y="474452"/>
                  <a:pt x="110978" y="488561"/>
                </a:cubicBezTo>
                <a:cubicBezTo>
                  <a:pt x="97691" y="491776"/>
                  <a:pt x="85404" y="497562"/>
                  <a:pt x="74688" y="505385"/>
                </a:cubicBezTo>
                <a:lnTo>
                  <a:pt x="24950" y="486132"/>
                </a:lnTo>
                <a:lnTo>
                  <a:pt x="24950" y="396175"/>
                </a:lnTo>
                <a:lnTo>
                  <a:pt x="117122" y="360492"/>
                </a:lnTo>
                <a:cubicBezTo>
                  <a:pt x="120801" y="359063"/>
                  <a:pt x="123587" y="356009"/>
                  <a:pt x="124641" y="352205"/>
                </a:cubicBezTo>
                <a:cubicBezTo>
                  <a:pt x="131659" y="327202"/>
                  <a:pt x="141678" y="303020"/>
                  <a:pt x="154448" y="280321"/>
                </a:cubicBezTo>
                <a:cubicBezTo>
                  <a:pt x="156377" y="276892"/>
                  <a:pt x="156573" y="272748"/>
                  <a:pt x="154984" y="269141"/>
                </a:cubicBezTo>
                <a:lnTo>
                  <a:pt x="115014" y="178701"/>
                </a:lnTo>
                <a:lnTo>
                  <a:pt x="178629" y="115086"/>
                </a:lnTo>
                <a:lnTo>
                  <a:pt x="269087" y="155055"/>
                </a:lnTo>
                <a:cubicBezTo>
                  <a:pt x="272695" y="156645"/>
                  <a:pt x="276838" y="156448"/>
                  <a:pt x="280267" y="154519"/>
                </a:cubicBezTo>
                <a:cubicBezTo>
                  <a:pt x="302984" y="141750"/>
                  <a:pt x="327166" y="131713"/>
                  <a:pt x="352133" y="124712"/>
                </a:cubicBezTo>
                <a:cubicBezTo>
                  <a:pt x="355920" y="123640"/>
                  <a:pt x="358991" y="120854"/>
                  <a:pt x="360420" y="117193"/>
                </a:cubicBezTo>
                <a:lnTo>
                  <a:pt x="396103" y="25003"/>
                </a:lnTo>
                <a:lnTo>
                  <a:pt x="486061" y="25003"/>
                </a:lnTo>
                <a:lnTo>
                  <a:pt x="521744" y="117193"/>
                </a:lnTo>
                <a:cubicBezTo>
                  <a:pt x="523173" y="120872"/>
                  <a:pt x="526227" y="123658"/>
                  <a:pt x="530031" y="124712"/>
                </a:cubicBezTo>
                <a:cubicBezTo>
                  <a:pt x="555016" y="131731"/>
                  <a:pt x="579197" y="141750"/>
                  <a:pt x="601897" y="154519"/>
                </a:cubicBezTo>
                <a:cubicBezTo>
                  <a:pt x="605326" y="156448"/>
                  <a:pt x="609469" y="156645"/>
                  <a:pt x="613077" y="155055"/>
                </a:cubicBezTo>
                <a:lnTo>
                  <a:pt x="703534" y="115086"/>
                </a:lnTo>
                <a:lnTo>
                  <a:pt x="767149" y="178701"/>
                </a:lnTo>
                <a:lnTo>
                  <a:pt x="727180" y="269141"/>
                </a:lnTo>
                <a:cubicBezTo>
                  <a:pt x="725591" y="272748"/>
                  <a:pt x="725787" y="276892"/>
                  <a:pt x="727716" y="280321"/>
                </a:cubicBezTo>
                <a:cubicBezTo>
                  <a:pt x="740485" y="303038"/>
                  <a:pt x="750522" y="327219"/>
                  <a:pt x="757523" y="352205"/>
                </a:cubicBezTo>
                <a:cubicBezTo>
                  <a:pt x="758595" y="355991"/>
                  <a:pt x="761381" y="359063"/>
                  <a:pt x="765042" y="360492"/>
                </a:cubicBezTo>
                <a:lnTo>
                  <a:pt x="857214" y="396175"/>
                </a:lnTo>
                <a:lnTo>
                  <a:pt x="857214" y="486132"/>
                </a:lnTo>
                <a:close/>
                <a:moveTo>
                  <a:pt x="441109" y="624632"/>
                </a:moveTo>
                <a:cubicBezTo>
                  <a:pt x="467201" y="624632"/>
                  <a:pt x="488418" y="603415"/>
                  <a:pt x="488418" y="577322"/>
                </a:cubicBezTo>
                <a:cubicBezTo>
                  <a:pt x="488418" y="551230"/>
                  <a:pt x="467201" y="530013"/>
                  <a:pt x="441109" y="530013"/>
                </a:cubicBezTo>
                <a:cubicBezTo>
                  <a:pt x="415016" y="530013"/>
                  <a:pt x="393799" y="551230"/>
                  <a:pt x="393799" y="577322"/>
                </a:cubicBezTo>
                <a:cubicBezTo>
                  <a:pt x="393799" y="603415"/>
                  <a:pt x="415016" y="624632"/>
                  <a:pt x="441109" y="624632"/>
                </a:cubicBezTo>
                <a:close/>
                <a:moveTo>
                  <a:pt x="441109" y="555016"/>
                </a:moveTo>
                <a:cubicBezTo>
                  <a:pt x="453414" y="555016"/>
                  <a:pt x="463415" y="565017"/>
                  <a:pt x="463415" y="577322"/>
                </a:cubicBezTo>
                <a:cubicBezTo>
                  <a:pt x="463415" y="589627"/>
                  <a:pt x="453414" y="599629"/>
                  <a:pt x="441109" y="599629"/>
                </a:cubicBezTo>
                <a:cubicBezTo>
                  <a:pt x="428804" y="599629"/>
                  <a:pt x="418802" y="589627"/>
                  <a:pt x="418802" y="577322"/>
                </a:cubicBezTo>
                <a:cubicBezTo>
                  <a:pt x="418802" y="565017"/>
                  <a:pt x="428804" y="555016"/>
                  <a:pt x="441109" y="555016"/>
                </a:cubicBezTo>
                <a:close/>
                <a:moveTo>
                  <a:pt x="330702" y="602218"/>
                </a:moveTo>
                <a:lnTo>
                  <a:pt x="349865" y="609630"/>
                </a:lnTo>
                <a:cubicBezTo>
                  <a:pt x="350990" y="612809"/>
                  <a:pt x="352294" y="615934"/>
                  <a:pt x="353741" y="618988"/>
                </a:cubicBezTo>
                <a:lnTo>
                  <a:pt x="345436" y="637794"/>
                </a:lnTo>
                <a:cubicBezTo>
                  <a:pt x="343346" y="642509"/>
                  <a:pt x="344382" y="648027"/>
                  <a:pt x="348026" y="651689"/>
                </a:cubicBezTo>
                <a:lnTo>
                  <a:pt x="366742" y="670405"/>
                </a:lnTo>
                <a:cubicBezTo>
                  <a:pt x="370386" y="674049"/>
                  <a:pt x="375904" y="675084"/>
                  <a:pt x="380637" y="672995"/>
                </a:cubicBezTo>
                <a:lnTo>
                  <a:pt x="399443" y="664690"/>
                </a:lnTo>
                <a:cubicBezTo>
                  <a:pt x="402497" y="666155"/>
                  <a:pt x="405622" y="667441"/>
                  <a:pt x="408819" y="668584"/>
                </a:cubicBezTo>
                <a:lnTo>
                  <a:pt x="416231" y="687747"/>
                </a:lnTo>
                <a:cubicBezTo>
                  <a:pt x="418088" y="692569"/>
                  <a:pt x="422731" y="695730"/>
                  <a:pt x="427893" y="695730"/>
                </a:cubicBezTo>
                <a:lnTo>
                  <a:pt x="454343" y="695730"/>
                </a:lnTo>
                <a:cubicBezTo>
                  <a:pt x="459504" y="695730"/>
                  <a:pt x="464129" y="692551"/>
                  <a:pt x="466005" y="687747"/>
                </a:cubicBezTo>
                <a:lnTo>
                  <a:pt x="473416" y="668584"/>
                </a:lnTo>
                <a:cubicBezTo>
                  <a:pt x="476595" y="667458"/>
                  <a:pt x="479721" y="666155"/>
                  <a:pt x="482775" y="664708"/>
                </a:cubicBezTo>
                <a:lnTo>
                  <a:pt x="501581" y="673013"/>
                </a:lnTo>
                <a:cubicBezTo>
                  <a:pt x="506295" y="675102"/>
                  <a:pt x="511832" y="674066"/>
                  <a:pt x="515475" y="670423"/>
                </a:cubicBezTo>
                <a:lnTo>
                  <a:pt x="534192" y="651706"/>
                </a:lnTo>
                <a:cubicBezTo>
                  <a:pt x="537835" y="648063"/>
                  <a:pt x="538871" y="642545"/>
                  <a:pt x="536781" y="637812"/>
                </a:cubicBezTo>
                <a:lnTo>
                  <a:pt x="528477" y="619006"/>
                </a:lnTo>
                <a:cubicBezTo>
                  <a:pt x="529941" y="615952"/>
                  <a:pt x="531227" y="612827"/>
                  <a:pt x="532352" y="609630"/>
                </a:cubicBezTo>
                <a:lnTo>
                  <a:pt x="551515" y="602218"/>
                </a:lnTo>
                <a:cubicBezTo>
                  <a:pt x="556337" y="600361"/>
                  <a:pt x="559499" y="595717"/>
                  <a:pt x="559499" y="590556"/>
                </a:cubicBezTo>
                <a:lnTo>
                  <a:pt x="559499" y="564106"/>
                </a:lnTo>
                <a:cubicBezTo>
                  <a:pt x="559499" y="558945"/>
                  <a:pt x="556320" y="554319"/>
                  <a:pt x="551515" y="552444"/>
                </a:cubicBezTo>
                <a:lnTo>
                  <a:pt x="532352" y="545032"/>
                </a:lnTo>
                <a:cubicBezTo>
                  <a:pt x="531227" y="541853"/>
                  <a:pt x="529923" y="538710"/>
                  <a:pt x="528459" y="535656"/>
                </a:cubicBezTo>
                <a:lnTo>
                  <a:pt x="536764" y="516850"/>
                </a:lnTo>
                <a:cubicBezTo>
                  <a:pt x="538853" y="512135"/>
                  <a:pt x="537817" y="506599"/>
                  <a:pt x="534174" y="502956"/>
                </a:cubicBezTo>
                <a:lnTo>
                  <a:pt x="515457" y="484239"/>
                </a:lnTo>
                <a:cubicBezTo>
                  <a:pt x="511814" y="480596"/>
                  <a:pt x="506278" y="479560"/>
                  <a:pt x="501563" y="481650"/>
                </a:cubicBezTo>
                <a:lnTo>
                  <a:pt x="482757" y="489954"/>
                </a:lnTo>
                <a:cubicBezTo>
                  <a:pt x="479703" y="488490"/>
                  <a:pt x="476577" y="487204"/>
                  <a:pt x="473398" y="486079"/>
                </a:cubicBezTo>
                <a:lnTo>
                  <a:pt x="465987" y="466916"/>
                </a:lnTo>
                <a:cubicBezTo>
                  <a:pt x="464129" y="462093"/>
                  <a:pt x="459486" y="458932"/>
                  <a:pt x="454325" y="458932"/>
                </a:cubicBezTo>
                <a:lnTo>
                  <a:pt x="427875" y="458932"/>
                </a:lnTo>
                <a:cubicBezTo>
                  <a:pt x="422714" y="458932"/>
                  <a:pt x="418088" y="462111"/>
                  <a:pt x="416213" y="466916"/>
                </a:cubicBezTo>
                <a:lnTo>
                  <a:pt x="408801" y="486079"/>
                </a:lnTo>
                <a:cubicBezTo>
                  <a:pt x="405622" y="487204"/>
                  <a:pt x="402497" y="488507"/>
                  <a:pt x="399443" y="489954"/>
                </a:cubicBezTo>
                <a:lnTo>
                  <a:pt x="380637" y="481650"/>
                </a:lnTo>
                <a:cubicBezTo>
                  <a:pt x="375904" y="479560"/>
                  <a:pt x="370386" y="480596"/>
                  <a:pt x="366742" y="484239"/>
                </a:cubicBezTo>
                <a:lnTo>
                  <a:pt x="348026" y="502956"/>
                </a:lnTo>
                <a:cubicBezTo>
                  <a:pt x="344382" y="506599"/>
                  <a:pt x="343346" y="512118"/>
                  <a:pt x="345436" y="516850"/>
                </a:cubicBezTo>
                <a:lnTo>
                  <a:pt x="353741" y="535656"/>
                </a:lnTo>
                <a:cubicBezTo>
                  <a:pt x="352276" y="538710"/>
                  <a:pt x="350990" y="541836"/>
                  <a:pt x="349865" y="545032"/>
                </a:cubicBezTo>
                <a:lnTo>
                  <a:pt x="330702" y="552444"/>
                </a:lnTo>
                <a:cubicBezTo>
                  <a:pt x="325880" y="554301"/>
                  <a:pt x="322719" y="558945"/>
                  <a:pt x="322719" y="564106"/>
                </a:cubicBezTo>
                <a:lnTo>
                  <a:pt x="322719" y="590556"/>
                </a:lnTo>
                <a:cubicBezTo>
                  <a:pt x="322719" y="595717"/>
                  <a:pt x="325898" y="600343"/>
                  <a:pt x="330702" y="602218"/>
                </a:cubicBezTo>
                <a:close/>
                <a:moveTo>
                  <a:pt x="347722" y="572661"/>
                </a:moveTo>
                <a:lnTo>
                  <a:pt x="364474" y="566178"/>
                </a:lnTo>
                <a:cubicBezTo>
                  <a:pt x="368153" y="564749"/>
                  <a:pt x="370939" y="561695"/>
                  <a:pt x="371993" y="557891"/>
                </a:cubicBezTo>
                <a:cubicBezTo>
                  <a:pt x="373529" y="552444"/>
                  <a:pt x="375708" y="547158"/>
                  <a:pt x="378494" y="542211"/>
                </a:cubicBezTo>
                <a:cubicBezTo>
                  <a:pt x="380423" y="538782"/>
                  <a:pt x="380619" y="534638"/>
                  <a:pt x="379030" y="531031"/>
                </a:cubicBezTo>
                <a:lnTo>
                  <a:pt x="371761" y="514582"/>
                </a:lnTo>
                <a:lnTo>
                  <a:pt x="378351" y="507992"/>
                </a:lnTo>
                <a:lnTo>
                  <a:pt x="394799" y="515261"/>
                </a:lnTo>
                <a:cubicBezTo>
                  <a:pt x="398407" y="516850"/>
                  <a:pt x="402550" y="516654"/>
                  <a:pt x="405979" y="514725"/>
                </a:cubicBezTo>
                <a:cubicBezTo>
                  <a:pt x="410944" y="511939"/>
                  <a:pt x="416213" y="509742"/>
                  <a:pt x="421660" y="508224"/>
                </a:cubicBezTo>
                <a:cubicBezTo>
                  <a:pt x="425446" y="507171"/>
                  <a:pt x="428518" y="504367"/>
                  <a:pt x="429947" y="500705"/>
                </a:cubicBezTo>
                <a:lnTo>
                  <a:pt x="436430" y="483953"/>
                </a:lnTo>
                <a:lnTo>
                  <a:pt x="445752" y="483953"/>
                </a:lnTo>
                <a:lnTo>
                  <a:pt x="452235" y="500705"/>
                </a:lnTo>
                <a:cubicBezTo>
                  <a:pt x="453664" y="504385"/>
                  <a:pt x="456718" y="507171"/>
                  <a:pt x="460522" y="508224"/>
                </a:cubicBezTo>
                <a:cubicBezTo>
                  <a:pt x="465969" y="509760"/>
                  <a:pt x="471255" y="511939"/>
                  <a:pt x="476202" y="514725"/>
                </a:cubicBezTo>
                <a:cubicBezTo>
                  <a:pt x="479631" y="516654"/>
                  <a:pt x="483775" y="516850"/>
                  <a:pt x="487382" y="515261"/>
                </a:cubicBezTo>
                <a:lnTo>
                  <a:pt x="503831" y="507992"/>
                </a:lnTo>
                <a:lnTo>
                  <a:pt x="510421" y="514582"/>
                </a:lnTo>
                <a:lnTo>
                  <a:pt x="503152" y="531031"/>
                </a:lnTo>
                <a:cubicBezTo>
                  <a:pt x="501563" y="534638"/>
                  <a:pt x="501759" y="538782"/>
                  <a:pt x="503688" y="542211"/>
                </a:cubicBezTo>
                <a:cubicBezTo>
                  <a:pt x="506474" y="547176"/>
                  <a:pt x="508671" y="552462"/>
                  <a:pt x="510189" y="557909"/>
                </a:cubicBezTo>
                <a:cubicBezTo>
                  <a:pt x="511260" y="561695"/>
                  <a:pt x="514046" y="564767"/>
                  <a:pt x="517708" y="566196"/>
                </a:cubicBezTo>
                <a:lnTo>
                  <a:pt x="534460" y="572679"/>
                </a:lnTo>
                <a:lnTo>
                  <a:pt x="534460" y="582001"/>
                </a:lnTo>
                <a:lnTo>
                  <a:pt x="517708" y="588484"/>
                </a:lnTo>
                <a:cubicBezTo>
                  <a:pt x="514029" y="589913"/>
                  <a:pt x="511242" y="592967"/>
                  <a:pt x="510189" y="596771"/>
                </a:cubicBezTo>
                <a:cubicBezTo>
                  <a:pt x="508653" y="602236"/>
                  <a:pt x="506474" y="607505"/>
                  <a:pt x="503688" y="612452"/>
                </a:cubicBezTo>
                <a:cubicBezTo>
                  <a:pt x="501759" y="615881"/>
                  <a:pt x="501563" y="620024"/>
                  <a:pt x="503152" y="623632"/>
                </a:cubicBezTo>
                <a:lnTo>
                  <a:pt x="510421" y="640080"/>
                </a:lnTo>
                <a:lnTo>
                  <a:pt x="503831" y="646670"/>
                </a:lnTo>
                <a:lnTo>
                  <a:pt x="487382" y="639401"/>
                </a:lnTo>
                <a:cubicBezTo>
                  <a:pt x="483775" y="637812"/>
                  <a:pt x="479631" y="638008"/>
                  <a:pt x="476202" y="639937"/>
                </a:cubicBezTo>
                <a:cubicBezTo>
                  <a:pt x="471237" y="642723"/>
                  <a:pt x="465969" y="644920"/>
                  <a:pt x="460522" y="646438"/>
                </a:cubicBezTo>
                <a:cubicBezTo>
                  <a:pt x="456736" y="647492"/>
                  <a:pt x="453664" y="650296"/>
                  <a:pt x="452235" y="653957"/>
                </a:cubicBezTo>
                <a:lnTo>
                  <a:pt x="445752" y="670709"/>
                </a:lnTo>
                <a:lnTo>
                  <a:pt x="436430" y="670709"/>
                </a:lnTo>
                <a:lnTo>
                  <a:pt x="429947" y="653957"/>
                </a:lnTo>
                <a:cubicBezTo>
                  <a:pt x="428518" y="650278"/>
                  <a:pt x="425464" y="647492"/>
                  <a:pt x="421660" y="646438"/>
                </a:cubicBezTo>
                <a:cubicBezTo>
                  <a:pt x="416213" y="644902"/>
                  <a:pt x="410926" y="642723"/>
                  <a:pt x="405979" y="639937"/>
                </a:cubicBezTo>
                <a:cubicBezTo>
                  <a:pt x="402550" y="638008"/>
                  <a:pt x="398407" y="637812"/>
                  <a:pt x="394799" y="639401"/>
                </a:cubicBezTo>
                <a:lnTo>
                  <a:pt x="378351" y="646670"/>
                </a:lnTo>
                <a:lnTo>
                  <a:pt x="371761" y="640080"/>
                </a:lnTo>
                <a:lnTo>
                  <a:pt x="379030" y="623632"/>
                </a:lnTo>
                <a:cubicBezTo>
                  <a:pt x="380619" y="620024"/>
                  <a:pt x="380423" y="615881"/>
                  <a:pt x="378494" y="612452"/>
                </a:cubicBezTo>
                <a:cubicBezTo>
                  <a:pt x="375708" y="607487"/>
                  <a:pt x="373511" y="602218"/>
                  <a:pt x="371993" y="596771"/>
                </a:cubicBezTo>
                <a:cubicBezTo>
                  <a:pt x="370921" y="592985"/>
                  <a:pt x="368135" y="589913"/>
                  <a:pt x="364474" y="588484"/>
                </a:cubicBezTo>
                <a:lnTo>
                  <a:pt x="347722" y="582001"/>
                </a:lnTo>
                <a:lnTo>
                  <a:pt x="347722" y="572679"/>
                </a:lnTo>
                <a:close/>
              </a:path>
            </a:pathLst>
          </a:custGeom>
          <a:solidFill>
            <a:schemeClr val="bg1"/>
          </a:solidFill>
          <a:ln w="1786" cap="flat">
            <a:noFill/>
            <a:prstDash val="solid"/>
            <a:miter/>
          </a:ln>
        </p:spPr>
        <p:txBody>
          <a:bodyPr/>
          <a:lstStyle/>
          <a:p>
            <a:endParaRPr lang="en-GB"/>
          </a:p>
        </p:txBody>
      </p:sp>
      <p:sp>
        <p:nvSpPr>
          <p:cNvPr id="61" name="Freeform 7">
            <a:extLst>
              <a:ext uri="{FF2B5EF4-FFF2-40B4-BE49-F238E27FC236}">
                <a16:creationId xmlns:a16="http://schemas.microsoft.com/office/drawing/2014/main" id="{6A66D8DD-DBF3-991C-52DF-5B47A20C6479}"/>
              </a:ext>
            </a:extLst>
          </p:cNvPr>
          <p:cNvSpPr/>
          <p:nvPr/>
        </p:nvSpPr>
        <p:spPr>
          <a:xfrm>
            <a:off x="10060748" y="3894859"/>
            <a:ext cx="1332391" cy="1371664"/>
          </a:xfrm>
          <a:custGeom>
            <a:avLst/>
            <a:gdLst>
              <a:gd name="connsiteX0" fmla="*/ 382512 w 1238056"/>
              <a:gd name="connsiteY0" fmla="*/ 0 h 1274547"/>
              <a:gd name="connsiteX1" fmla="*/ 1238056 w 1238056"/>
              <a:gd name="connsiteY1" fmla="*/ 181852 h 1274547"/>
              <a:gd name="connsiteX2" fmla="*/ 1203112 w 1238056"/>
              <a:gd name="connsiteY2" fmla="*/ 317755 h 1274547"/>
              <a:gd name="connsiteX3" fmla="*/ 428855 w 1238056"/>
              <a:gd name="connsiteY3" fmla="*/ 1259611 h 1274547"/>
              <a:gd name="connsiteX4" fmla="*/ 397850 w 1238056"/>
              <a:gd name="connsiteY4" fmla="*/ 1274547 h 1274547"/>
              <a:gd name="connsiteX5" fmla="*/ 0 w 1238056"/>
              <a:gd name="connsiteY5" fmla="*/ 493722 h 1274547"/>
              <a:gd name="connsiteX6" fmla="*/ 73612 w 1238056"/>
              <a:gd name="connsiteY6" fmla="*/ 453767 h 1274547"/>
              <a:gd name="connsiteX7" fmla="*/ 343326 w 1238056"/>
              <a:gd name="connsiteY7" fmla="*/ 126236 h 1274547"/>
              <a:gd name="connsiteX8" fmla="*/ 382512 w 1238056"/>
              <a:gd name="connsiteY8" fmla="*/ 0 h 1274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8056" h="1274547">
                <a:moveTo>
                  <a:pt x="382512" y="0"/>
                </a:moveTo>
                <a:lnTo>
                  <a:pt x="1238056" y="181852"/>
                </a:lnTo>
                <a:lnTo>
                  <a:pt x="1203112" y="317755"/>
                </a:lnTo>
                <a:cubicBezTo>
                  <a:pt x="1077008" y="723192"/>
                  <a:pt x="795782" y="1060285"/>
                  <a:pt x="428855" y="1259611"/>
                </a:cubicBezTo>
                <a:lnTo>
                  <a:pt x="397850" y="1274547"/>
                </a:lnTo>
                <a:lnTo>
                  <a:pt x="0" y="493722"/>
                </a:lnTo>
                <a:lnTo>
                  <a:pt x="73612" y="453767"/>
                </a:lnTo>
                <a:cubicBezTo>
                  <a:pt x="192425" y="373499"/>
                  <a:pt x="286820" y="259831"/>
                  <a:pt x="343326" y="126236"/>
                </a:cubicBezTo>
                <a:lnTo>
                  <a:pt x="382512" y="0"/>
                </a:lnTo>
                <a:close/>
              </a:path>
            </a:pathLst>
          </a:custGeom>
          <a:gradFill>
            <a:gsLst>
              <a:gs pos="0">
                <a:schemeClr val="accent2"/>
              </a:gs>
              <a:gs pos="8000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2" name="Graphic 18">
            <a:extLst>
              <a:ext uri="{FF2B5EF4-FFF2-40B4-BE49-F238E27FC236}">
                <a16:creationId xmlns:a16="http://schemas.microsoft.com/office/drawing/2014/main" id="{9496B516-7987-086E-EF53-A461B112C47B}"/>
              </a:ext>
            </a:extLst>
          </p:cNvPr>
          <p:cNvSpPr>
            <a:spLocks noChangeAspect="1"/>
          </p:cNvSpPr>
          <p:nvPr/>
        </p:nvSpPr>
        <p:spPr>
          <a:xfrm>
            <a:off x="10424582" y="4232919"/>
            <a:ext cx="550312" cy="519024"/>
          </a:xfrm>
          <a:custGeom>
            <a:avLst/>
            <a:gdLst>
              <a:gd name="csX0" fmla="*/ 870956 w 910843"/>
              <a:gd name="csY0" fmla="*/ 0 h 859057"/>
              <a:gd name="csX1" fmla="*/ 365797 w 910843"/>
              <a:gd name="csY1" fmla="*/ 0 h 859057"/>
              <a:gd name="csX2" fmla="*/ 325910 w 910843"/>
              <a:gd name="csY2" fmla="*/ 39887 h 859057"/>
              <a:gd name="csX3" fmla="*/ 325910 w 910843"/>
              <a:gd name="csY3" fmla="*/ 419631 h 859057"/>
              <a:gd name="csX4" fmla="*/ 310574 w 910843"/>
              <a:gd name="csY4" fmla="*/ 407154 h 859057"/>
              <a:gd name="csX5" fmla="*/ 308009 w 910843"/>
              <a:gd name="csY5" fmla="*/ 393012 h 859057"/>
              <a:gd name="csX6" fmla="*/ 297681 w 910843"/>
              <a:gd name="csY6" fmla="*/ 375122 h 859057"/>
              <a:gd name="csX7" fmla="*/ 268547 w 910843"/>
              <a:gd name="csY7" fmla="*/ 367317 h 859057"/>
              <a:gd name="csX8" fmla="*/ 156606 w 910843"/>
              <a:gd name="csY8" fmla="*/ 431947 h 859057"/>
              <a:gd name="csX9" fmla="*/ 148800 w 910843"/>
              <a:gd name="csY9" fmla="*/ 461081 h 859057"/>
              <a:gd name="csX10" fmla="*/ 159128 w 910843"/>
              <a:gd name="csY10" fmla="*/ 478971 h 859057"/>
              <a:gd name="csX11" fmla="*/ 170090 w 910843"/>
              <a:gd name="csY11" fmla="*/ 488229 h 859057"/>
              <a:gd name="csX12" fmla="*/ 177568 w 910843"/>
              <a:gd name="csY12" fmla="*/ 524073 h 859057"/>
              <a:gd name="csX13" fmla="*/ 23117 w 910843"/>
              <a:gd name="csY13" fmla="*/ 613245 h 859057"/>
              <a:gd name="csX14" fmla="*/ 6188 w 910843"/>
              <a:gd name="csY14" fmla="*/ 676427 h 859057"/>
              <a:gd name="csX15" fmla="*/ 46321 w 910843"/>
              <a:gd name="csY15" fmla="*/ 699545 h 859057"/>
              <a:gd name="csX16" fmla="*/ 69371 w 910843"/>
              <a:gd name="csY16" fmla="*/ 693358 h 859057"/>
              <a:gd name="csX17" fmla="*/ 223297 w 910843"/>
              <a:gd name="csY17" fmla="*/ 604488 h 859057"/>
              <a:gd name="csX18" fmla="*/ 252440 w 910843"/>
              <a:gd name="csY18" fmla="*/ 630888 h 859057"/>
              <a:gd name="csX19" fmla="*/ 255004 w 910843"/>
              <a:gd name="csY19" fmla="*/ 645031 h 859057"/>
              <a:gd name="csX20" fmla="*/ 265333 w 910843"/>
              <a:gd name="csY20" fmla="*/ 662919 h 859057"/>
              <a:gd name="csX21" fmla="*/ 278286 w 910843"/>
              <a:gd name="csY21" fmla="*/ 672848 h 859057"/>
              <a:gd name="csX22" fmla="*/ 283853 w 910843"/>
              <a:gd name="csY22" fmla="*/ 673586 h 859057"/>
              <a:gd name="csX23" fmla="*/ 294468 w 910843"/>
              <a:gd name="csY23" fmla="*/ 670725 h 859057"/>
              <a:gd name="csX24" fmla="*/ 325912 w 910843"/>
              <a:gd name="csY24" fmla="*/ 652571 h 859057"/>
              <a:gd name="csX25" fmla="*/ 325912 w 910843"/>
              <a:gd name="csY25" fmla="*/ 697491 h 859057"/>
              <a:gd name="csX26" fmla="*/ 225679 w 910843"/>
              <a:gd name="csY26" fmla="*/ 697491 h 859057"/>
              <a:gd name="csX27" fmla="*/ 183540 w 910843"/>
              <a:gd name="csY27" fmla="*/ 739630 h 859057"/>
              <a:gd name="csX28" fmla="*/ 183540 w 910843"/>
              <a:gd name="csY28" fmla="*/ 759731 h 859057"/>
              <a:gd name="csX29" fmla="*/ 172226 w 910843"/>
              <a:gd name="csY29" fmla="*/ 759731 h 859057"/>
              <a:gd name="csX30" fmla="*/ 144014 w 910843"/>
              <a:gd name="csY30" fmla="*/ 787943 h 859057"/>
              <a:gd name="csX31" fmla="*/ 144014 w 910843"/>
              <a:gd name="csY31" fmla="*/ 830845 h 859057"/>
              <a:gd name="csX32" fmla="*/ 172226 w 910843"/>
              <a:gd name="csY32" fmla="*/ 859057 h 859057"/>
              <a:gd name="csX33" fmla="*/ 417855 w 910843"/>
              <a:gd name="csY33" fmla="*/ 859057 h 859057"/>
              <a:gd name="csX34" fmla="*/ 438074 w 910843"/>
              <a:gd name="csY34" fmla="*/ 850480 h 859057"/>
              <a:gd name="csX35" fmla="*/ 870956 w 910843"/>
              <a:gd name="csY35" fmla="*/ 850480 h 859057"/>
              <a:gd name="csX36" fmla="*/ 910844 w 910843"/>
              <a:gd name="csY36" fmla="*/ 810592 h 859057"/>
              <a:gd name="csX37" fmla="*/ 910844 w 910843"/>
              <a:gd name="csY37" fmla="*/ 39887 h 859057"/>
              <a:gd name="csX38" fmla="*/ 870956 w 910843"/>
              <a:gd name="csY38" fmla="*/ 0 h 859057"/>
              <a:gd name="csX39" fmla="*/ 276559 w 910843"/>
              <a:gd name="csY39" fmla="*/ 395685 h 859057"/>
              <a:gd name="csX40" fmla="*/ 279641 w 910843"/>
              <a:gd name="csY40" fmla="*/ 401022 h 859057"/>
              <a:gd name="csX41" fmla="*/ 180252 w 910843"/>
              <a:gd name="csY41" fmla="*/ 458404 h 859057"/>
              <a:gd name="csX42" fmla="*/ 177171 w 910843"/>
              <a:gd name="csY42" fmla="*/ 453067 h 859057"/>
              <a:gd name="csX43" fmla="*/ 55083 w 910843"/>
              <a:gd name="csY43" fmla="*/ 668609 h 859057"/>
              <a:gd name="csX44" fmla="*/ 30935 w 910843"/>
              <a:gd name="csY44" fmla="*/ 662138 h 859057"/>
              <a:gd name="csX45" fmla="*/ 37406 w 910843"/>
              <a:gd name="csY45" fmla="*/ 637989 h 859057"/>
              <a:gd name="csX46" fmla="*/ 188039 w 910843"/>
              <a:gd name="csY46" fmla="*/ 551021 h 859057"/>
              <a:gd name="csX47" fmla="*/ 196840 w 910843"/>
              <a:gd name="csY47" fmla="*/ 567903 h 859057"/>
              <a:gd name="csX48" fmla="*/ 205545 w 910843"/>
              <a:gd name="csY48" fmla="*/ 581739 h 859057"/>
              <a:gd name="csX49" fmla="*/ 221586 w 910843"/>
              <a:gd name="csY49" fmla="*/ 553614 h 859057"/>
              <a:gd name="csX50" fmla="*/ 198142 w 910843"/>
              <a:gd name="csY50" fmla="*/ 481071 h 859057"/>
              <a:gd name="csX51" fmla="*/ 290327 w 910843"/>
              <a:gd name="csY51" fmla="*/ 427848 h 859057"/>
              <a:gd name="csX52" fmla="*/ 341428 w 910843"/>
              <a:gd name="csY52" fmla="*/ 484423 h 859057"/>
              <a:gd name="csX53" fmla="*/ 364872 w 910843"/>
              <a:gd name="csY53" fmla="*/ 556968 h 859057"/>
              <a:gd name="csX54" fmla="*/ 272687 w 910843"/>
              <a:gd name="csY54" fmla="*/ 610191 h 859057"/>
              <a:gd name="csX55" fmla="*/ 221586 w 910843"/>
              <a:gd name="csY55" fmla="*/ 553614 h 859057"/>
              <a:gd name="csX56" fmla="*/ 286455 w 910843"/>
              <a:gd name="csY56" fmla="*/ 642354 h 859057"/>
              <a:gd name="csX57" fmla="*/ 283374 w 910843"/>
              <a:gd name="csY57" fmla="*/ 637017 h 859057"/>
              <a:gd name="csX58" fmla="*/ 382761 w 910843"/>
              <a:gd name="csY58" fmla="*/ 579635 h 859057"/>
              <a:gd name="csX59" fmla="*/ 385842 w 910843"/>
              <a:gd name="csY59" fmla="*/ 584971 h 859057"/>
              <a:gd name="csX60" fmla="*/ 212113 w 910843"/>
              <a:gd name="csY60" fmla="*/ 739628 h 859057"/>
              <a:gd name="csX61" fmla="*/ 225678 w 910843"/>
              <a:gd name="csY61" fmla="*/ 726064 h 859057"/>
              <a:gd name="csX62" fmla="*/ 364402 w 910843"/>
              <a:gd name="csY62" fmla="*/ 726064 h 859057"/>
              <a:gd name="csX63" fmla="*/ 377966 w 910843"/>
              <a:gd name="csY63" fmla="*/ 739628 h 859057"/>
              <a:gd name="csX64" fmla="*/ 377966 w 910843"/>
              <a:gd name="csY64" fmla="*/ 759729 h 859057"/>
              <a:gd name="csX65" fmla="*/ 212112 w 910843"/>
              <a:gd name="csY65" fmla="*/ 759729 h 859057"/>
              <a:gd name="csX66" fmla="*/ 212112 w 910843"/>
              <a:gd name="csY66" fmla="*/ 739628 h 859057"/>
              <a:gd name="csX67" fmla="*/ 417493 w 910843"/>
              <a:gd name="csY67" fmla="*/ 830482 h 859057"/>
              <a:gd name="csX68" fmla="*/ 172589 w 910843"/>
              <a:gd name="csY68" fmla="*/ 830482 h 859057"/>
              <a:gd name="csX69" fmla="*/ 172589 w 910843"/>
              <a:gd name="csY69" fmla="*/ 788304 h 859057"/>
              <a:gd name="csX70" fmla="*/ 417494 w 910843"/>
              <a:gd name="csY70" fmla="*/ 788304 h 859057"/>
              <a:gd name="csX71" fmla="*/ 417494 w 910843"/>
              <a:gd name="csY71" fmla="*/ 830482 h 859057"/>
              <a:gd name="csX72" fmla="*/ 882269 w 910843"/>
              <a:gd name="csY72" fmla="*/ 810592 h 859057"/>
              <a:gd name="csX73" fmla="*/ 870956 w 910843"/>
              <a:gd name="csY73" fmla="*/ 821905 h 859057"/>
              <a:gd name="csX74" fmla="*/ 446068 w 910843"/>
              <a:gd name="csY74" fmla="*/ 821905 h 859057"/>
              <a:gd name="csX75" fmla="*/ 446068 w 910843"/>
              <a:gd name="csY75" fmla="*/ 787943 h 859057"/>
              <a:gd name="csX76" fmla="*/ 417853 w 910843"/>
              <a:gd name="csY76" fmla="*/ 759731 h 859057"/>
              <a:gd name="csX77" fmla="*/ 406541 w 910843"/>
              <a:gd name="csY77" fmla="*/ 759731 h 859057"/>
              <a:gd name="csX78" fmla="*/ 406541 w 910843"/>
              <a:gd name="csY78" fmla="*/ 739630 h 859057"/>
              <a:gd name="csX79" fmla="*/ 364402 w 910843"/>
              <a:gd name="csY79" fmla="*/ 697491 h 859057"/>
              <a:gd name="csX80" fmla="*/ 354485 w 910843"/>
              <a:gd name="csY80" fmla="*/ 697491 h 859057"/>
              <a:gd name="csX81" fmla="*/ 354485 w 910843"/>
              <a:gd name="csY81" fmla="*/ 636074 h 859057"/>
              <a:gd name="csX82" fmla="*/ 406406 w 910843"/>
              <a:gd name="csY82" fmla="*/ 606097 h 859057"/>
              <a:gd name="csX83" fmla="*/ 414214 w 910843"/>
              <a:gd name="csY83" fmla="*/ 576963 h 859057"/>
              <a:gd name="csX84" fmla="*/ 403886 w 910843"/>
              <a:gd name="csY84" fmla="*/ 559075 h 859057"/>
              <a:gd name="csX85" fmla="*/ 392918 w 910843"/>
              <a:gd name="csY85" fmla="*/ 549783 h 859057"/>
              <a:gd name="csX86" fmla="*/ 366174 w 910843"/>
              <a:gd name="csY86" fmla="*/ 470139 h 859057"/>
              <a:gd name="csX87" fmla="*/ 354485 w 910843"/>
              <a:gd name="csY87" fmla="*/ 452014 h 859057"/>
              <a:gd name="csX88" fmla="*/ 354485 w 910843"/>
              <a:gd name="csY88" fmla="*/ 39887 h 859057"/>
              <a:gd name="csX89" fmla="*/ 365797 w 910843"/>
              <a:gd name="csY89" fmla="*/ 28575 h 859057"/>
              <a:gd name="csX90" fmla="*/ 870956 w 910843"/>
              <a:gd name="csY90" fmla="*/ 28575 h 859057"/>
              <a:gd name="csX91" fmla="*/ 882269 w 910843"/>
              <a:gd name="csY91" fmla="*/ 39887 h 859057"/>
              <a:gd name="csX92" fmla="*/ 840810 w 910843"/>
              <a:gd name="csY92" fmla="*/ 409882 h 859057"/>
              <a:gd name="csX93" fmla="*/ 826522 w 910843"/>
              <a:gd name="csY93" fmla="*/ 424169 h 859057"/>
              <a:gd name="csX94" fmla="*/ 654122 w 910843"/>
              <a:gd name="csY94" fmla="*/ 424169 h 859057"/>
              <a:gd name="csX95" fmla="*/ 639835 w 910843"/>
              <a:gd name="csY95" fmla="*/ 409882 h 859057"/>
              <a:gd name="csX96" fmla="*/ 654122 w 910843"/>
              <a:gd name="csY96" fmla="*/ 395594 h 859057"/>
              <a:gd name="csX97" fmla="*/ 826522 w 910843"/>
              <a:gd name="csY97" fmla="*/ 395594 h 859057"/>
              <a:gd name="csX98" fmla="*/ 840810 w 910843"/>
              <a:gd name="csY98" fmla="*/ 409882 h 859057"/>
              <a:gd name="csX99" fmla="*/ 840810 w 910843"/>
              <a:gd name="csY99" fmla="*/ 345382 h 859057"/>
              <a:gd name="csX100" fmla="*/ 826522 w 910843"/>
              <a:gd name="csY100" fmla="*/ 359670 h 859057"/>
              <a:gd name="csX101" fmla="*/ 654122 w 910843"/>
              <a:gd name="csY101" fmla="*/ 359670 h 859057"/>
              <a:gd name="csX102" fmla="*/ 639835 w 910843"/>
              <a:gd name="csY102" fmla="*/ 345382 h 859057"/>
              <a:gd name="csX103" fmla="*/ 654122 w 910843"/>
              <a:gd name="csY103" fmla="*/ 331095 h 859057"/>
              <a:gd name="csX104" fmla="*/ 826522 w 910843"/>
              <a:gd name="csY104" fmla="*/ 331095 h 859057"/>
              <a:gd name="csX105" fmla="*/ 840810 w 910843"/>
              <a:gd name="csY105" fmla="*/ 345382 h 859057"/>
              <a:gd name="csX106" fmla="*/ 674886 w 910843"/>
              <a:gd name="csY106" fmla="*/ 147234 h 859057"/>
              <a:gd name="csX107" fmla="*/ 608179 w 910843"/>
              <a:gd name="csY107" fmla="*/ 205995 h 859057"/>
              <a:gd name="csX108" fmla="*/ 598735 w 910843"/>
              <a:gd name="csY108" fmla="*/ 209562 h 859057"/>
              <a:gd name="csX109" fmla="*/ 597512 w 910843"/>
              <a:gd name="csY109" fmla="*/ 209510 h 859057"/>
              <a:gd name="csX110" fmla="*/ 587601 w 910843"/>
              <a:gd name="csY110" fmla="*/ 204229 h 859057"/>
              <a:gd name="csX111" fmla="*/ 560178 w 910843"/>
              <a:gd name="csY111" fmla="*/ 170130 h 859057"/>
              <a:gd name="csX112" fmla="*/ 562357 w 910843"/>
              <a:gd name="csY112" fmla="*/ 150042 h 859057"/>
              <a:gd name="csX113" fmla="*/ 582445 w 910843"/>
              <a:gd name="csY113" fmla="*/ 152221 h 859057"/>
              <a:gd name="csX114" fmla="*/ 600505 w 910843"/>
              <a:gd name="csY114" fmla="*/ 174675 h 859057"/>
              <a:gd name="csX115" fmla="*/ 655997 w 910843"/>
              <a:gd name="csY115" fmla="*/ 125793 h 859057"/>
              <a:gd name="csX116" fmla="*/ 676162 w 910843"/>
              <a:gd name="csY116" fmla="*/ 127069 h 859057"/>
              <a:gd name="csX117" fmla="*/ 674886 w 910843"/>
              <a:gd name="csY117" fmla="*/ 147234 h 859057"/>
              <a:gd name="csX118" fmla="*/ 731075 w 910843"/>
              <a:gd name="csY118" fmla="*/ 165894 h 859057"/>
              <a:gd name="csX119" fmla="*/ 618377 w 910843"/>
              <a:gd name="csY119" fmla="*/ 53196 h 859057"/>
              <a:gd name="csX120" fmla="*/ 505679 w 910843"/>
              <a:gd name="csY120" fmla="*/ 165894 h 859057"/>
              <a:gd name="csX121" fmla="*/ 618377 w 910843"/>
              <a:gd name="csY121" fmla="*/ 278592 h 859057"/>
              <a:gd name="csX122" fmla="*/ 731075 w 910843"/>
              <a:gd name="csY122" fmla="*/ 165894 h 859057"/>
              <a:gd name="csX123" fmla="*/ 618377 w 910843"/>
              <a:gd name="csY123" fmla="*/ 250017 h 859057"/>
              <a:gd name="csX124" fmla="*/ 534254 w 910843"/>
              <a:gd name="csY124" fmla="*/ 165894 h 859057"/>
              <a:gd name="csX125" fmla="*/ 618377 w 910843"/>
              <a:gd name="csY125" fmla="*/ 81771 h 859057"/>
              <a:gd name="csX126" fmla="*/ 702500 w 910843"/>
              <a:gd name="csY126" fmla="*/ 165894 h 859057"/>
              <a:gd name="csX127" fmla="*/ 618377 w 910843"/>
              <a:gd name="csY127" fmla="*/ 250017 h 859057"/>
              <a:gd name="csX128" fmla="*/ 589664 w 910843"/>
              <a:gd name="csY128" fmla="*/ 310250 h 859057"/>
              <a:gd name="csX129" fmla="*/ 483476 w 910843"/>
              <a:gd name="csY129" fmla="*/ 310250 h 859057"/>
              <a:gd name="csX130" fmla="*/ 469188 w 910843"/>
              <a:gd name="csY130" fmla="*/ 324537 h 859057"/>
              <a:gd name="csX131" fmla="*/ 469188 w 910843"/>
              <a:gd name="csY131" fmla="*/ 430725 h 859057"/>
              <a:gd name="csX132" fmla="*/ 483476 w 910843"/>
              <a:gd name="csY132" fmla="*/ 445013 h 859057"/>
              <a:gd name="csX133" fmla="*/ 589664 w 910843"/>
              <a:gd name="csY133" fmla="*/ 445013 h 859057"/>
              <a:gd name="csX134" fmla="*/ 603952 w 910843"/>
              <a:gd name="csY134" fmla="*/ 430725 h 859057"/>
              <a:gd name="csX135" fmla="*/ 603952 w 910843"/>
              <a:gd name="csY135" fmla="*/ 324537 h 859057"/>
              <a:gd name="csX136" fmla="*/ 589664 w 910843"/>
              <a:gd name="csY136" fmla="*/ 310250 h 859057"/>
              <a:gd name="csX137" fmla="*/ 575377 w 910843"/>
              <a:gd name="csY137" fmla="*/ 416438 h 859057"/>
              <a:gd name="csX138" fmla="*/ 497763 w 910843"/>
              <a:gd name="csY138" fmla="*/ 416438 h 859057"/>
              <a:gd name="csX139" fmla="*/ 497763 w 910843"/>
              <a:gd name="csY139" fmla="*/ 338825 h 859057"/>
              <a:gd name="csX140" fmla="*/ 575377 w 910843"/>
              <a:gd name="csY140" fmla="*/ 338825 h 859057"/>
              <a:gd name="csX141" fmla="*/ 589664 w 910843"/>
              <a:gd name="csY141" fmla="*/ 477483 h 859057"/>
              <a:gd name="csX142" fmla="*/ 483476 w 910843"/>
              <a:gd name="csY142" fmla="*/ 477483 h 859057"/>
              <a:gd name="csX143" fmla="*/ 469188 w 910843"/>
              <a:gd name="csY143" fmla="*/ 491770 h 859057"/>
              <a:gd name="csX144" fmla="*/ 469188 w 910843"/>
              <a:gd name="csY144" fmla="*/ 597959 h 859057"/>
              <a:gd name="csX145" fmla="*/ 483476 w 910843"/>
              <a:gd name="csY145" fmla="*/ 612246 h 859057"/>
              <a:gd name="csX146" fmla="*/ 589664 w 910843"/>
              <a:gd name="csY146" fmla="*/ 612246 h 859057"/>
              <a:gd name="csX147" fmla="*/ 603952 w 910843"/>
              <a:gd name="csY147" fmla="*/ 597959 h 859057"/>
              <a:gd name="csX148" fmla="*/ 603952 w 910843"/>
              <a:gd name="csY148" fmla="*/ 491770 h 859057"/>
              <a:gd name="csX149" fmla="*/ 589664 w 910843"/>
              <a:gd name="csY149" fmla="*/ 477483 h 859057"/>
              <a:gd name="csX150" fmla="*/ 575377 w 910843"/>
              <a:gd name="csY150" fmla="*/ 583669 h 859057"/>
              <a:gd name="csX151" fmla="*/ 497763 w 910843"/>
              <a:gd name="csY151" fmla="*/ 583669 h 859057"/>
              <a:gd name="csX152" fmla="*/ 497763 w 910843"/>
              <a:gd name="csY152" fmla="*/ 506056 h 859057"/>
              <a:gd name="csX153" fmla="*/ 575377 w 910843"/>
              <a:gd name="csY153" fmla="*/ 506056 h 859057"/>
              <a:gd name="csX154" fmla="*/ 589664 w 910843"/>
              <a:gd name="csY154" fmla="*/ 644713 h 859057"/>
              <a:gd name="csX155" fmla="*/ 483476 w 910843"/>
              <a:gd name="csY155" fmla="*/ 644713 h 859057"/>
              <a:gd name="csX156" fmla="*/ 469188 w 910843"/>
              <a:gd name="csY156" fmla="*/ 659000 h 859057"/>
              <a:gd name="csX157" fmla="*/ 469188 w 910843"/>
              <a:gd name="csY157" fmla="*/ 765189 h 859057"/>
              <a:gd name="csX158" fmla="*/ 483476 w 910843"/>
              <a:gd name="csY158" fmla="*/ 779476 h 859057"/>
              <a:gd name="csX159" fmla="*/ 589664 w 910843"/>
              <a:gd name="csY159" fmla="*/ 779476 h 859057"/>
              <a:gd name="csX160" fmla="*/ 603952 w 910843"/>
              <a:gd name="csY160" fmla="*/ 765189 h 859057"/>
              <a:gd name="csX161" fmla="*/ 603952 w 910843"/>
              <a:gd name="csY161" fmla="*/ 659000 h 859057"/>
              <a:gd name="csX162" fmla="*/ 589664 w 910843"/>
              <a:gd name="csY162" fmla="*/ 644713 h 859057"/>
              <a:gd name="csX163" fmla="*/ 575377 w 910843"/>
              <a:gd name="csY163" fmla="*/ 750901 h 859057"/>
              <a:gd name="csX164" fmla="*/ 497763 w 910843"/>
              <a:gd name="csY164" fmla="*/ 750901 h 859057"/>
              <a:gd name="csX165" fmla="*/ 497763 w 910843"/>
              <a:gd name="csY165" fmla="*/ 673288 h 859057"/>
              <a:gd name="csX166" fmla="*/ 575377 w 910843"/>
              <a:gd name="csY166" fmla="*/ 673288 h 859057"/>
              <a:gd name="csX167" fmla="*/ 840810 w 910843"/>
              <a:gd name="csY167" fmla="*/ 577113 h 859057"/>
              <a:gd name="csX168" fmla="*/ 826522 w 910843"/>
              <a:gd name="csY168" fmla="*/ 591401 h 859057"/>
              <a:gd name="csX169" fmla="*/ 654122 w 910843"/>
              <a:gd name="csY169" fmla="*/ 591401 h 859057"/>
              <a:gd name="csX170" fmla="*/ 639835 w 910843"/>
              <a:gd name="csY170" fmla="*/ 577113 h 859057"/>
              <a:gd name="csX171" fmla="*/ 654122 w 910843"/>
              <a:gd name="csY171" fmla="*/ 562826 h 859057"/>
              <a:gd name="csX172" fmla="*/ 826522 w 910843"/>
              <a:gd name="csY172" fmla="*/ 562826 h 859057"/>
              <a:gd name="csX173" fmla="*/ 840810 w 910843"/>
              <a:gd name="csY173" fmla="*/ 577113 h 859057"/>
              <a:gd name="csX174" fmla="*/ 840810 w 910843"/>
              <a:gd name="csY174" fmla="*/ 512614 h 859057"/>
              <a:gd name="csX175" fmla="*/ 826522 w 910843"/>
              <a:gd name="csY175" fmla="*/ 526902 h 859057"/>
              <a:gd name="csX176" fmla="*/ 654122 w 910843"/>
              <a:gd name="csY176" fmla="*/ 526902 h 859057"/>
              <a:gd name="csX177" fmla="*/ 639835 w 910843"/>
              <a:gd name="csY177" fmla="*/ 512614 h 859057"/>
              <a:gd name="csX178" fmla="*/ 654122 w 910843"/>
              <a:gd name="csY178" fmla="*/ 498327 h 859057"/>
              <a:gd name="csX179" fmla="*/ 826522 w 910843"/>
              <a:gd name="csY179" fmla="*/ 498327 h 859057"/>
              <a:gd name="csX180" fmla="*/ 840810 w 910843"/>
              <a:gd name="csY180" fmla="*/ 512614 h 859057"/>
              <a:gd name="csX181" fmla="*/ 840810 w 910843"/>
              <a:gd name="csY181" fmla="*/ 679846 h 859057"/>
              <a:gd name="csX182" fmla="*/ 826522 w 910843"/>
              <a:gd name="csY182" fmla="*/ 694133 h 859057"/>
              <a:gd name="csX183" fmla="*/ 654122 w 910843"/>
              <a:gd name="csY183" fmla="*/ 694133 h 859057"/>
              <a:gd name="csX184" fmla="*/ 639835 w 910843"/>
              <a:gd name="csY184" fmla="*/ 679846 h 859057"/>
              <a:gd name="csX185" fmla="*/ 654122 w 910843"/>
              <a:gd name="csY185" fmla="*/ 665558 h 859057"/>
              <a:gd name="csX186" fmla="*/ 826522 w 910843"/>
              <a:gd name="csY186" fmla="*/ 665558 h 859057"/>
              <a:gd name="csX187" fmla="*/ 840810 w 910843"/>
              <a:gd name="csY187" fmla="*/ 679846 h 859057"/>
              <a:gd name="csX188" fmla="*/ 840810 w 910843"/>
              <a:gd name="csY188" fmla="*/ 744345 h 859057"/>
              <a:gd name="csX189" fmla="*/ 826522 w 910843"/>
              <a:gd name="csY189" fmla="*/ 758632 h 859057"/>
              <a:gd name="csX190" fmla="*/ 654122 w 910843"/>
              <a:gd name="csY190" fmla="*/ 758632 h 859057"/>
              <a:gd name="csX191" fmla="*/ 639835 w 910843"/>
              <a:gd name="csY191" fmla="*/ 744345 h 859057"/>
              <a:gd name="csX192" fmla="*/ 654122 w 910843"/>
              <a:gd name="csY192" fmla="*/ 730057 h 859057"/>
              <a:gd name="csX193" fmla="*/ 826522 w 910843"/>
              <a:gd name="csY193" fmla="*/ 730057 h 859057"/>
              <a:gd name="csX194" fmla="*/ 840810 w 910843"/>
              <a:gd name="csY194" fmla="*/ 744345 h 8590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Lst>
            <a:rect l="l" t="t" r="r" b="b"/>
            <a:pathLst>
              <a:path w="910843" h="859057">
                <a:moveTo>
                  <a:pt x="870956" y="0"/>
                </a:moveTo>
                <a:lnTo>
                  <a:pt x="365797" y="0"/>
                </a:lnTo>
                <a:cubicBezTo>
                  <a:pt x="343803" y="0"/>
                  <a:pt x="325910" y="17893"/>
                  <a:pt x="325910" y="39887"/>
                </a:cubicBezTo>
                <a:lnTo>
                  <a:pt x="325910" y="419631"/>
                </a:lnTo>
                <a:cubicBezTo>
                  <a:pt x="320945" y="415105"/>
                  <a:pt x="315817" y="410944"/>
                  <a:pt x="310574" y="407154"/>
                </a:cubicBezTo>
                <a:cubicBezTo>
                  <a:pt x="311390" y="402284"/>
                  <a:pt x="310504" y="397332"/>
                  <a:pt x="308009" y="393012"/>
                </a:cubicBezTo>
                <a:lnTo>
                  <a:pt x="297681" y="375122"/>
                </a:lnTo>
                <a:cubicBezTo>
                  <a:pt x="291800" y="364940"/>
                  <a:pt x="278732" y="361440"/>
                  <a:pt x="268547" y="367317"/>
                </a:cubicBezTo>
                <a:lnTo>
                  <a:pt x="156606" y="431947"/>
                </a:lnTo>
                <a:cubicBezTo>
                  <a:pt x="146423" y="437828"/>
                  <a:pt x="142921" y="450897"/>
                  <a:pt x="148800" y="461081"/>
                </a:cubicBezTo>
                <a:lnTo>
                  <a:pt x="159128" y="478971"/>
                </a:lnTo>
                <a:cubicBezTo>
                  <a:pt x="161691" y="483410"/>
                  <a:pt x="165629" y="486552"/>
                  <a:pt x="170090" y="488229"/>
                </a:cubicBezTo>
                <a:cubicBezTo>
                  <a:pt x="171296" y="499986"/>
                  <a:pt x="173819" y="512039"/>
                  <a:pt x="177568" y="524073"/>
                </a:cubicBezTo>
                <a:lnTo>
                  <a:pt x="23117" y="613245"/>
                </a:lnTo>
                <a:cubicBezTo>
                  <a:pt x="1030" y="625996"/>
                  <a:pt x="-6564" y="654339"/>
                  <a:pt x="6188" y="676427"/>
                </a:cubicBezTo>
                <a:cubicBezTo>
                  <a:pt x="14746" y="691249"/>
                  <a:pt x="30325" y="699545"/>
                  <a:pt x="46321" y="699545"/>
                </a:cubicBezTo>
                <a:cubicBezTo>
                  <a:pt x="54163" y="699545"/>
                  <a:pt x="62105" y="697552"/>
                  <a:pt x="69371" y="693358"/>
                </a:cubicBezTo>
                <a:lnTo>
                  <a:pt x="223297" y="604488"/>
                </a:lnTo>
                <a:cubicBezTo>
                  <a:pt x="232357" y="614579"/>
                  <a:pt x="242172" y="623464"/>
                  <a:pt x="252440" y="630888"/>
                </a:cubicBezTo>
                <a:cubicBezTo>
                  <a:pt x="251624" y="635756"/>
                  <a:pt x="252509" y="640709"/>
                  <a:pt x="255004" y="645031"/>
                </a:cubicBezTo>
                <a:lnTo>
                  <a:pt x="265333" y="662919"/>
                </a:lnTo>
                <a:cubicBezTo>
                  <a:pt x="268178" y="667846"/>
                  <a:pt x="272778" y="671373"/>
                  <a:pt x="278286" y="672848"/>
                </a:cubicBezTo>
                <a:cubicBezTo>
                  <a:pt x="280127" y="673341"/>
                  <a:pt x="281997" y="673586"/>
                  <a:pt x="283853" y="673586"/>
                </a:cubicBezTo>
                <a:cubicBezTo>
                  <a:pt x="287546" y="673586"/>
                  <a:pt x="291188" y="672618"/>
                  <a:pt x="294468" y="670725"/>
                </a:cubicBezTo>
                <a:lnTo>
                  <a:pt x="325912" y="652571"/>
                </a:lnTo>
                <a:lnTo>
                  <a:pt x="325912" y="697491"/>
                </a:lnTo>
                <a:lnTo>
                  <a:pt x="225679" y="697491"/>
                </a:lnTo>
                <a:cubicBezTo>
                  <a:pt x="202444" y="697491"/>
                  <a:pt x="183540" y="716395"/>
                  <a:pt x="183540" y="739630"/>
                </a:cubicBezTo>
                <a:lnTo>
                  <a:pt x="183540" y="759731"/>
                </a:lnTo>
                <a:lnTo>
                  <a:pt x="172226" y="759731"/>
                </a:lnTo>
                <a:cubicBezTo>
                  <a:pt x="156671" y="759731"/>
                  <a:pt x="144014" y="772388"/>
                  <a:pt x="144014" y="787943"/>
                </a:cubicBezTo>
                <a:lnTo>
                  <a:pt x="144014" y="830845"/>
                </a:lnTo>
                <a:cubicBezTo>
                  <a:pt x="144014" y="846400"/>
                  <a:pt x="156671" y="859057"/>
                  <a:pt x="172226" y="859057"/>
                </a:cubicBezTo>
                <a:lnTo>
                  <a:pt x="417855" y="859057"/>
                </a:lnTo>
                <a:cubicBezTo>
                  <a:pt x="425781" y="859057"/>
                  <a:pt x="432943" y="855761"/>
                  <a:pt x="438074" y="850480"/>
                </a:cubicBezTo>
                <a:lnTo>
                  <a:pt x="870956" y="850480"/>
                </a:lnTo>
                <a:cubicBezTo>
                  <a:pt x="892950" y="850480"/>
                  <a:pt x="910844" y="832586"/>
                  <a:pt x="910844" y="810592"/>
                </a:cubicBezTo>
                <a:lnTo>
                  <a:pt x="910844" y="39887"/>
                </a:lnTo>
                <a:cubicBezTo>
                  <a:pt x="910844" y="17893"/>
                  <a:pt x="892950" y="0"/>
                  <a:pt x="870956" y="0"/>
                </a:cubicBezTo>
                <a:close/>
                <a:moveTo>
                  <a:pt x="276559" y="395685"/>
                </a:moveTo>
                <a:lnTo>
                  <a:pt x="279641" y="401022"/>
                </a:lnTo>
                <a:lnTo>
                  <a:pt x="180252" y="458404"/>
                </a:lnTo>
                <a:lnTo>
                  <a:pt x="177171" y="453067"/>
                </a:lnTo>
                <a:close/>
                <a:moveTo>
                  <a:pt x="55083" y="668609"/>
                </a:moveTo>
                <a:cubicBezTo>
                  <a:pt x="46641" y="673482"/>
                  <a:pt x="35809" y="670578"/>
                  <a:pt x="30935" y="662138"/>
                </a:cubicBezTo>
                <a:cubicBezTo>
                  <a:pt x="26062" y="653696"/>
                  <a:pt x="28964" y="642863"/>
                  <a:pt x="37406" y="637989"/>
                </a:cubicBezTo>
                <a:lnTo>
                  <a:pt x="188039" y="551021"/>
                </a:lnTo>
                <a:cubicBezTo>
                  <a:pt x="190711" y="556723"/>
                  <a:pt x="193641" y="562363"/>
                  <a:pt x="196840" y="567903"/>
                </a:cubicBezTo>
                <a:cubicBezTo>
                  <a:pt x="199583" y="572656"/>
                  <a:pt x="202501" y="577261"/>
                  <a:pt x="205545" y="581739"/>
                </a:cubicBezTo>
                <a:close/>
                <a:moveTo>
                  <a:pt x="221586" y="553614"/>
                </a:moveTo>
                <a:cubicBezTo>
                  <a:pt x="207940" y="529977"/>
                  <a:pt x="199765" y="504534"/>
                  <a:pt x="198142" y="481071"/>
                </a:cubicBezTo>
                <a:lnTo>
                  <a:pt x="290327" y="427848"/>
                </a:lnTo>
                <a:cubicBezTo>
                  <a:pt x="309835" y="440987"/>
                  <a:pt x="327780" y="460786"/>
                  <a:pt x="341428" y="484423"/>
                </a:cubicBezTo>
                <a:cubicBezTo>
                  <a:pt x="355074" y="508060"/>
                  <a:pt x="363248" y="533501"/>
                  <a:pt x="364872" y="556968"/>
                </a:cubicBezTo>
                <a:lnTo>
                  <a:pt x="272687" y="610191"/>
                </a:lnTo>
                <a:cubicBezTo>
                  <a:pt x="253179" y="597050"/>
                  <a:pt x="235232" y="577251"/>
                  <a:pt x="221586" y="553614"/>
                </a:cubicBezTo>
                <a:close/>
                <a:moveTo>
                  <a:pt x="286455" y="642354"/>
                </a:moveTo>
                <a:lnTo>
                  <a:pt x="283374" y="637017"/>
                </a:lnTo>
                <a:lnTo>
                  <a:pt x="382761" y="579635"/>
                </a:lnTo>
                <a:lnTo>
                  <a:pt x="385842" y="584971"/>
                </a:lnTo>
                <a:close/>
                <a:moveTo>
                  <a:pt x="212113" y="739628"/>
                </a:moveTo>
                <a:cubicBezTo>
                  <a:pt x="212113" y="732149"/>
                  <a:pt x="218198" y="726064"/>
                  <a:pt x="225678" y="726064"/>
                </a:cubicBezTo>
                <a:lnTo>
                  <a:pt x="364402" y="726064"/>
                </a:lnTo>
                <a:cubicBezTo>
                  <a:pt x="371882" y="726064"/>
                  <a:pt x="377966" y="732149"/>
                  <a:pt x="377966" y="739628"/>
                </a:cubicBezTo>
                <a:lnTo>
                  <a:pt x="377966" y="759729"/>
                </a:lnTo>
                <a:lnTo>
                  <a:pt x="212112" y="759729"/>
                </a:lnTo>
                <a:lnTo>
                  <a:pt x="212112" y="739628"/>
                </a:lnTo>
                <a:close/>
                <a:moveTo>
                  <a:pt x="417493" y="830482"/>
                </a:moveTo>
                <a:lnTo>
                  <a:pt x="172589" y="830482"/>
                </a:lnTo>
                <a:lnTo>
                  <a:pt x="172589" y="788304"/>
                </a:lnTo>
                <a:lnTo>
                  <a:pt x="417494" y="788304"/>
                </a:lnTo>
                <a:lnTo>
                  <a:pt x="417494" y="830482"/>
                </a:lnTo>
                <a:close/>
                <a:moveTo>
                  <a:pt x="882269" y="810592"/>
                </a:moveTo>
                <a:cubicBezTo>
                  <a:pt x="882269" y="816831"/>
                  <a:pt x="877195" y="821905"/>
                  <a:pt x="870956" y="821905"/>
                </a:cubicBezTo>
                <a:lnTo>
                  <a:pt x="446068" y="821905"/>
                </a:lnTo>
                <a:lnTo>
                  <a:pt x="446068" y="787943"/>
                </a:lnTo>
                <a:cubicBezTo>
                  <a:pt x="446068" y="772388"/>
                  <a:pt x="433411" y="759731"/>
                  <a:pt x="417853" y="759731"/>
                </a:cubicBezTo>
                <a:lnTo>
                  <a:pt x="406541" y="759731"/>
                </a:lnTo>
                <a:lnTo>
                  <a:pt x="406541" y="739630"/>
                </a:lnTo>
                <a:cubicBezTo>
                  <a:pt x="406541" y="716395"/>
                  <a:pt x="387637" y="697491"/>
                  <a:pt x="364402" y="697491"/>
                </a:cubicBezTo>
                <a:lnTo>
                  <a:pt x="354485" y="697491"/>
                </a:lnTo>
                <a:lnTo>
                  <a:pt x="354485" y="636074"/>
                </a:lnTo>
                <a:lnTo>
                  <a:pt x="406406" y="606097"/>
                </a:lnTo>
                <a:cubicBezTo>
                  <a:pt x="416591" y="600218"/>
                  <a:pt x="420093" y="587148"/>
                  <a:pt x="414214" y="576963"/>
                </a:cubicBezTo>
                <a:lnTo>
                  <a:pt x="403886" y="559075"/>
                </a:lnTo>
                <a:cubicBezTo>
                  <a:pt x="401391" y="554753"/>
                  <a:pt x="397544" y="551510"/>
                  <a:pt x="392918" y="549783"/>
                </a:cubicBezTo>
                <a:cubicBezTo>
                  <a:pt x="390220" y="523521"/>
                  <a:pt x="380968" y="495766"/>
                  <a:pt x="366174" y="470139"/>
                </a:cubicBezTo>
                <a:cubicBezTo>
                  <a:pt x="362546" y="463856"/>
                  <a:pt x="358628" y="457811"/>
                  <a:pt x="354485" y="452014"/>
                </a:cubicBezTo>
                <a:lnTo>
                  <a:pt x="354485" y="39887"/>
                </a:lnTo>
                <a:cubicBezTo>
                  <a:pt x="354485" y="33649"/>
                  <a:pt x="359559" y="28575"/>
                  <a:pt x="365797" y="28575"/>
                </a:cubicBezTo>
                <a:lnTo>
                  <a:pt x="870956" y="28575"/>
                </a:lnTo>
                <a:cubicBezTo>
                  <a:pt x="877195" y="28575"/>
                  <a:pt x="882269" y="33649"/>
                  <a:pt x="882269" y="39887"/>
                </a:cubicBezTo>
                <a:close/>
                <a:moveTo>
                  <a:pt x="840810" y="409882"/>
                </a:moveTo>
                <a:cubicBezTo>
                  <a:pt x="840810" y="417772"/>
                  <a:pt x="834413" y="424169"/>
                  <a:pt x="826522" y="424169"/>
                </a:cubicBezTo>
                <a:lnTo>
                  <a:pt x="654122" y="424169"/>
                </a:lnTo>
                <a:cubicBezTo>
                  <a:pt x="646232" y="424169"/>
                  <a:pt x="639835" y="417772"/>
                  <a:pt x="639835" y="409882"/>
                </a:cubicBezTo>
                <a:cubicBezTo>
                  <a:pt x="639835" y="401991"/>
                  <a:pt x="646232" y="395594"/>
                  <a:pt x="654122" y="395594"/>
                </a:cubicBezTo>
                <a:lnTo>
                  <a:pt x="826522" y="395594"/>
                </a:lnTo>
                <a:cubicBezTo>
                  <a:pt x="834413" y="395594"/>
                  <a:pt x="840810" y="401991"/>
                  <a:pt x="840810" y="409882"/>
                </a:cubicBezTo>
                <a:close/>
                <a:moveTo>
                  <a:pt x="840810" y="345382"/>
                </a:moveTo>
                <a:cubicBezTo>
                  <a:pt x="840810" y="353273"/>
                  <a:pt x="834413" y="359670"/>
                  <a:pt x="826522" y="359670"/>
                </a:cubicBezTo>
                <a:lnTo>
                  <a:pt x="654122" y="359670"/>
                </a:lnTo>
                <a:cubicBezTo>
                  <a:pt x="646232" y="359670"/>
                  <a:pt x="639835" y="353273"/>
                  <a:pt x="639835" y="345382"/>
                </a:cubicBezTo>
                <a:cubicBezTo>
                  <a:pt x="639835" y="337492"/>
                  <a:pt x="646232" y="331095"/>
                  <a:pt x="654122" y="331095"/>
                </a:cubicBezTo>
                <a:lnTo>
                  <a:pt x="826522" y="331095"/>
                </a:lnTo>
                <a:cubicBezTo>
                  <a:pt x="834413" y="331095"/>
                  <a:pt x="840810" y="337490"/>
                  <a:pt x="840810" y="345382"/>
                </a:cubicBezTo>
                <a:close/>
                <a:moveTo>
                  <a:pt x="674886" y="147234"/>
                </a:moveTo>
                <a:lnTo>
                  <a:pt x="608179" y="205995"/>
                </a:lnTo>
                <a:cubicBezTo>
                  <a:pt x="605559" y="208303"/>
                  <a:pt x="602198" y="209562"/>
                  <a:pt x="598735" y="209562"/>
                </a:cubicBezTo>
                <a:cubicBezTo>
                  <a:pt x="598328" y="209562"/>
                  <a:pt x="597921" y="209544"/>
                  <a:pt x="597512" y="209510"/>
                </a:cubicBezTo>
                <a:cubicBezTo>
                  <a:pt x="593625" y="209176"/>
                  <a:pt x="590045" y="207269"/>
                  <a:pt x="587601" y="204229"/>
                </a:cubicBezTo>
                <a:lnTo>
                  <a:pt x="560178" y="170130"/>
                </a:lnTo>
                <a:cubicBezTo>
                  <a:pt x="555233" y="163981"/>
                  <a:pt x="556208" y="154987"/>
                  <a:pt x="562357" y="150042"/>
                </a:cubicBezTo>
                <a:cubicBezTo>
                  <a:pt x="568504" y="145095"/>
                  <a:pt x="577498" y="146072"/>
                  <a:pt x="582445" y="152221"/>
                </a:cubicBezTo>
                <a:lnTo>
                  <a:pt x="600505" y="174675"/>
                </a:lnTo>
                <a:lnTo>
                  <a:pt x="655997" y="125793"/>
                </a:lnTo>
                <a:cubicBezTo>
                  <a:pt x="661918" y="120576"/>
                  <a:pt x="670947" y="121147"/>
                  <a:pt x="676162" y="127069"/>
                </a:cubicBezTo>
                <a:cubicBezTo>
                  <a:pt x="681377" y="132992"/>
                  <a:pt x="680806" y="142020"/>
                  <a:pt x="674886" y="147234"/>
                </a:cubicBezTo>
                <a:close/>
                <a:moveTo>
                  <a:pt x="731075" y="165894"/>
                </a:moveTo>
                <a:cubicBezTo>
                  <a:pt x="731075" y="103752"/>
                  <a:pt x="680518" y="53196"/>
                  <a:pt x="618377" y="53196"/>
                </a:cubicBezTo>
                <a:cubicBezTo>
                  <a:pt x="556235" y="53196"/>
                  <a:pt x="505679" y="103752"/>
                  <a:pt x="505679" y="165894"/>
                </a:cubicBezTo>
                <a:cubicBezTo>
                  <a:pt x="505679" y="228036"/>
                  <a:pt x="556235" y="278592"/>
                  <a:pt x="618377" y="278592"/>
                </a:cubicBezTo>
                <a:cubicBezTo>
                  <a:pt x="680518" y="278592"/>
                  <a:pt x="731075" y="228036"/>
                  <a:pt x="731075" y="165894"/>
                </a:cubicBezTo>
                <a:close/>
                <a:moveTo>
                  <a:pt x="618377" y="250017"/>
                </a:moveTo>
                <a:cubicBezTo>
                  <a:pt x="571990" y="250017"/>
                  <a:pt x="534254" y="212280"/>
                  <a:pt x="534254" y="165894"/>
                </a:cubicBezTo>
                <a:cubicBezTo>
                  <a:pt x="534254" y="119508"/>
                  <a:pt x="571990" y="81771"/>
                  <a:pt x="618377" y="81771"/>
                </a:cubicBezTo>
                <a:cubicBezTo>
                  <a:pt x="664763" y="81771"/>
                  <a:pt x="702500" y="119508"/>
                  <a:pt x="702500" y="165894"/>
                </a:cubicBezTo>
                <a:cubicBezTo>
                  <a:pt x="702500" y="212280"/>
                  <a:pt x="664763" y="250017"/>
                  <a:pt x="618377" y="250017"/>
                </a:cubicBezTo>
                <a:close/>
                <a:moveTo>
                  <a:pt x="589664" y="310250"/>
                </a:moveTo>
                <a:lnTo>
                  <a:pt x="483476" y="310250"/>
                </a:lnTo>
                <a:cubicBezTo>
                  <a:pt x="475586" y="310250"/>
                  <a:pt x="469188" y="316647"/>
                  <a:pt x="469188" y="324537"/>
                </a:cubicBezTo>
                <a:lnTo>
                  <a:pt x="469188" y="430725"/>
                </a:lnTo>
                <a:cubicBezTo>
                  <a:pt x="469188" y="438616"/>
                  <a:pt x="475586" y="445013"/>
                  <a:pt x="483476" y="445013"/>
                </a:cubicBezTo>
                <a:lnTo>
                  <a:pt x="589664" y="445013"/>
                </a:lnTo>
                <a:cubicBezTo>
                  <a:pt x="597554" y="445013"/>
                  <a:pt x="603952" y="438616"/>
                  <a:pt x="603952" y="430725"/>
                </a:cubicBezTo>
                <a:lnTo>
                  <a:pt x="603952" y="324537"/>
                </a:lnTo>
                <a:cubicBezTo>
                  <a:pt x="603952" y="316647"/>
                  <a:pt x="597554" y="310250"/>
                  <a:pt x="589664" y="310250"/>
                </a:cubicBezTo>
                <a:close/>
                <a:moveTo>
                  <a:pt x="575377" y="416438"/>
                </a:moveTo>
                <a:lnTo>
                  <a:pt x="497763" y="416438"/>
                </a:lnTo>
                <a:lnTo>
                  <a:pt x="497763" y="338825"/>
                </a:lnTo>
                <a:lnTo>
                  <a:pt x="575377" y="338825"/>
                </a:lnTo>
                <a:close/>
                <a:moveTo>
                  <a:pt x="589664" y="477483"/>
                </a:moveTo>
                <a:lnTo>
                  <a:pt x="483476" y="477483"/>
                </a:lnTo>
                <a:cubicBezTo>
                  <a:pt x="475586" y="477483"/>
                  <a:pt x="469188" y="483880"/>
                  <a:pt x="469188" y="491770"/>
                </a:cubicBezTo>
                <a:lnTo>
                  <a:pt x="469188" y="597959"/>
                </a:lnTo>
                <a:cubicBezTo>
                  <a:pt x="469188" y="605849"/>
                  <a:pt x="475586" y="612246"/>
                  <a:pt x="483476" y="612246"/>
                </a:cubicBezTo>
                <a:lnTo>
                  <a:pt x="589664" y="612246"/>
                </a:lnTo>
                <a:cubicBezTo>
                  <a:pt x="597554" y="612246"/>
                  <a:pt x="603952" y="605849"/>
                  <a:pt x="603952" y="597959"/>
                </a:cubicBezTo>
                <a:lnTo>
                  <a:pt x="603952" y="491770"/>
                </a:lnTo>
                <a:cubicBezTo>
                  <a:pt x="603952" y="483878"/>
                  <a:pt x="597554" y="477483"/>
                  <a:pt x="589664" y="477483"/>
                </a:cubicBezTo>
                <a:close/>
                <a:moveTo>
                  <a:pt x="575377" y="583669"/>
                </a:moveTo>
                <a:lnTo>
                  <a:pt x="497763" y="583669"/>
                </a:lnTo>
                <a:lnTo>
                  <a:pt x="497763" y="506056"/>
                </a:lnTo>
                <a:lnTo>
                  <a:pt x="575377" y="506056"/>
                </a:lnTo>
                <a:close/>
                <a:moveTo>
                  <a:pt x="589664" y="644713"/>
                </a:moveTo>
                <a:lnTo>
                  <a:pt x="483476" y="644713"/>
                </a:lnTo>
                <a:cubicBezTo>
                  <a:pt x="475586" y="644713"/>
                  <a:pt x="469188" y="651110"/>
                  <a:pt x="469188" y="659000"/>
                </a:cubicBezTo>
                <a:lnTo>
                  <a:pt x="469188" y="765189"/>
                </a:lnTo>
                <a:cubicBezTo>
                  <a:pt x="469188" y="773079"/>
                  <a:pt x="475586" y="779476"/>
                  <a:pt x="483476" y="779476"/>
                </a:cubicBezTo>
                <a:lnTo>
                  <a:pt x="589664" y="779476"/>
                </a:lnTo>
                <a:cubicBezTo>
                  <a:pt x="597554" y="779476"/>
                  <a:pt x="603952" y="773079"/>
                  <a:pt x="603952" y="765189"/>
                </a:cubicBezTo>
                <a:lnTo>
                  <a:pt x="603952" y="659000"/>
                </a:lnTo>
                <a:cubicBezTo>
                  <a:pt x="603952" y="651110"/>
                  <a:pt x="597554" y="644713"/>
                  <a:pt x="589664" y="644713"/>
                </a:cubicBezTo>
                <a:close/>
                <a:moveTo>
                  <a:pt x="575377" y="750901"/>
                </a:moveTo>
                <a:lnTo>
                  <a:pt x="497763" y="750901"/>
                </a:lnTo>
                <a:lnTo>
                  <a:pt x="497763" y="673288"/>
                </a:lnTo>
                <a:lnTo>
                  <a:pt x="575377" y="673288"/>
                </a:lnTo>
                <a:close/>
                <a:moveTo>
                  <a:pt x="840810" y="577113"/>
                </a:moveTo>
                <a:cubicBezTo>
                  <a:pt x="840810" y="585003"/>
                  <a:pt x="834413" y="591401"/>
                  <a:pt x="826522" y="591401"/>
                </a:cubicBezTo>
                <a:lnTo>
                  <a:pt x="654122" y="591401"/>
                </a:lnTo>
                <a:cubicBezTo>
                  <a:pt x="646232" y="591401"/>
                  <a:pt x="639835" y="585003"/>
                  <a:pt x="639835" y="577113"/>
                </a:cubicBezTo>
                <a:cubicBezTo>
                  <a:pt x="639835" y="569223"/>
                  <a:pt x="646232" y="562826"/>
                  <a:pt x="654122" y="562826"/>
                </a:cubicBezTo>
                <a:lnTo>
                  <a:pt x="826522" y="562826"/>
                </a:lnTo>
                <a:cubicBezTo>
                  <a:pt x="834413" y="562826"/>
                  <a:pt x="840810" y="569223"/>
                  <a:pt x="840810" y="577113"/>
                </a:cubicBezTo>
                <a:close/>
                <a:moveTo>
                  <a:pt x="840810" y="512614"/>
                </a:moveTo>
                <a:cubicBezTo>
                  <a:pt x="840810" y="520504"/>
                  <a:pt x="834413" y="526902"/>
                  <a:pt x="826522" y="526902"/>
                </a:cubicBezTo>
                <a:lnTo>
                  <a:pt x="654122" y="526902"/>
                </a:lnTo>
                <a:cubicBezTo>
                  <a:pt x="646232" y="526902"/>
                  <a:pt x="639835" y="520504"/>
                  <a:pt x="639835" y="512614"/>
                </a:cubicBezTo>
                <a:cubicBezTo>
                  <a:pt x="639835" y="504724"/>
                  <a:pt x="646232" y="498327"/>
                  <a:pt x="654122" y="498327"/>
                </a:cubicBezTo>
                <a:lnTo>
                  <a:pt x="826522" y="498327"/>
                </a:lnTo>
                <a:cubicBezTo>
                  <a:pt x="834413" y="498327"/>
                  <a:pt x="840810" y="504724"/>
                  <a:pt x="840810" y="512614"/>
                </a:cubicBezTo>
                <a:close/>
                <a:moveTo>
                  <a:pt x="840810" y="679846"/>
                </a:moveTo>
                <a:cubicBezTo>
                  <a:pt x="840810" y="687736"/>
                  <a:pt x="834413" y="694133"/>
                  <a:pt x="826522" y="694133"/>
                </a:cubicBezTo>
                <a:lnTo>
                  <a:pt x="654122" y="694133"/>
                </a:lnTo>
                <a:cubicBezTo>
                  <a:pt x="646232" y="694133"/>
                  <a:pt x="639835" y="687736"/>
                  <a:pt x="639835" y="679846"/>
                </a:cubicBezTo>
                <a:cubicBezTo>
                  <a:pt x="639835" y="671955"/>
                  <a:pt x="646232" y="665558"/>
                  <a:pt x="654122" y="665558"/>
                </a:cubicBezTo>
                <a:lnTo>
                  <a:pt x="826522" y="665558"/>
                </a:lnTo>
                <a:cubicBezTo>
                  <a:pt x="834413" y="665558"/>
                  <a:pt x="840810" y="671954"/>
                  <a:pt x="840810" y="679846"/>
                </a:cubicBezTo>
                <a:close/>
                <a:moveTo>
                  <a:pt x="840810" y="744345"/>
                </a:moveTo>
                <a:cubicBezTo>
                  <a:pt x="840810" y="752235"/>
                  <a:pt x="834413" y="758632"/>
                  <a:pt x="826522" y="758632"/>
                </a:cubicBezTo>
                <a:lnTo>
                  <a:pt x="654122" y="758632"/>
                </a:lnTo>
                <a:cubicBezTo>
                  <a:pt x="646232" y="758632"/>
                  <a:pt x="639835" y="752235"/>
                  <a:pt x="639835" y="744345"/>
                </a:cubicBezTo>
                <a:cubicBezTo>
                  <a:pt x="639835" y="736455"/>
                  <a:pt x="646232" y="730057"/>
                  <a:pt x="654122" y="730057"/>
                </a:cubicBezTo>
                <a:lnTo>
                  <a:pt x="826522" y="730057"/>
                </a:lnTo>
                <a:cubicBezTo>
                  <a:pt x="834413" y="730057"/>
                  <a:pt x="840810" y="736453"/>
                  <a:pt x="840810" y="744345"/>
                </a:cubicBezTo>
                <a:close/>
              </a:path>
            </a:pathLst>
          </a:custGeom>
          <a:solidFill>
            <a:schemeClr val="bg1"/>
          </a:solidFill>
          <a:ln w="1786" cap="flat">
            <a:noFill/>
            <a:prstDash val="solid"/>
            <a:miter/>
          </a:ln>
        </p:spPr>
        <p:txBody>
          <a:bodyPr/>
          <a:lstStyle/>
          <a:p>
            <a:endParaRPr lang="en-GB"/>
          </a:p>
        </p:txBody>
      </p:sp>
      <p:sp>
        <p:nvSpPr>
          <p:cNvPr id="13" name="Oval 12">
            <a:extLst>
              <a:ext uri="{FF2B5EF4-FFF2-40B4-BE49-F238E27FC236}">
                <a16:creationId xmlns:a16="http://schemas.microsoft.com/office/drawing/2014/main" id="{6B4C12E2-C0D2-C70E-D4C5-9CFDBF145941}"/>
              </a:ext>
            </a:extLst>
          </p:cNvPr>
          <p:cNvSpPr/>
          <p:nvPr/>
        </p:nvSpPr>
        <p:spPr>
          <a:xfrm>
            <a:off x="8869088" y="2895939"/>
            <a:ext cx="1645883" cy="164588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89654336-0487-F8E3-036F-A5F8F8B0AD05}"/>
              </a:ext>
            </a:extLst>
          </p:cNvPr>
          <p:cNvGrpSpPr>
            <a:grpSpLocks noChangeAspect="1"/>
          </p:cNvGrpSpPr>
          <p:nvPr/>
        </p:nvGrpSpPr>
        <p:grpSpPr>
          <a:xfrm>
            <a:off x="9445410" y="3285211"/>
            <a:ext cx="493241" cy="867338"/>
            <a:chOff x="5938838" y="327025"/>
            <a:chExt cx="985838" cy="1733550"/>
          </a:xfrm>
          <a:solidFill>
            <a:schemeClr val="tx1">
              <a:lumMod val="85000"/>
              <a:lumOff val="15000"/>
            </a:schemeClr>
          </a:solidFill>
        </p:grpSpPr>
        <p:sp>
          <p:nvSpPr>
            <p:cNvPr id="15" name="Freeform 35">
              <a:extLst>
                <a:ext uri="{FF2B5EF4-FFF2-40B4-BE49-F238E27FC236}">
                  <a16:creationId xmlns:a16="http://schemas.microsoft.com/office/drawing/2014/main" id="{CBB21CB4-FA4F-863F-D1AF-851FD6134D95}"/>
                </a:ext>
              </a:extLst>
            </p:cNvPr>
            <p:cNvSpPr>
              <a:spLocks noEditPoints="1"/>
            </p:cNvSpPr>
            <p:nvPr/>
          </p:nvSpPr>
          <p:spPr bwMode="auto">
            <a:xfrm>
              <a:off x="6089651" y="327025"/>
              <a:ext cx="679450" cy="687388"/>
            </a:xfrm>
            <a:custGeom>
              <a:avLst/>
              <a:gdLst>
                <a:gd name="T0" fmla="*/ 692 w 1783"/>
                <a:gd name="T1" fmla="*/ 98 h 1800"/>
                <a:gd name="T2" fmla="*/ 610 w 1783"/>
                <a:gd name="T3" fmla="*/ 228 h 1800"/>
                <a:gd name="T4" fmla="*/ 500 w 1783"/>
                <a:gd name="T5" fmla="*/ 206 h 1800"/>
                <a:gd name="T6" fmla="*/ 135 w 1783"/>
                <a:gd name="T7" fmla="*/ 390 h 1800"/>
                <a:gd name="T8" fmla="*/ 226 w 1783"/>
                <a:gd name="T9" fmla="*/ 581 h 1800"/>
                <a:gd name="T10" fmla="*/ 197 w 1783"/>
                <a:gd name="T11" fmla="*/ 655 h 1800"/>
                <a:gd name="T12" fmla="*/ 0 w 1783"/>
                <a:gd name="T13" fmla="*/ 722 h 1800"/>
                <a:gd name="T14" fmla="*/ 126 w 1783"/>
                <a:gd name="T15" fmla="*/ 1113 h 1800"/>
                <a:gd name="T16" fmla="*/ 227 w 1783"/>
                <a:gd name="T17" fmla="*/ 1188 h 1800"/>
                <a:gd name="T18" fmla="*/ 187 w 1783"/>
                <a:gd name="T19" fmla="*/ 1315 h 1800"/>
                <a:gd name="T20" fmla="*/ 377 w 1783"/>
                <a:gd name="T21" fmla="*/ 1643 h 1800"/>
                <a:gd name="T22" fmla="*/ 487 w 1783"/>
                <a:gd name="T23" fmla="*/ 1600 h 1800"/>
                <a:gd name="T24" fmla="*/ 600 w 1783"/>
                <a:gd name="T25" fmla="*/ 1567 h 1800"/>
                <a:gd name="T26" fmla="*/ 686 w 1783"/>
                <a:gd name="T27" fmla="*/ 1669 h 1800"/>
                <a:gd name="T28" fmla="*/ 716 w 1783"/>
                <a:gd name="T29" fmla="*/ 1785 h 1800"/>
                <a:gd name="T30" fmla="*/ 956 w 1783"/>
                <a:gd name="T31" fmla="*/ 1798 h 1800"/>
                <a:gd name="T32" fmla="*/ 1090 w 1783"/>
                <a:gd name="T33" fmla="*/ 1722 h 1800"/>
                <a:gd name="T34" fmla="*/ 1134 w 1783"/>
                <a:gd name="T35" fmla="*/ 1598 h 1800"/>
                <a:gd name="T36" fmla="*/ 1214 w 1783"/>
                <a:gd name="T37" fmla="*/ 1563 h 1800"/>
                <a:gd name="T38" fmla="*/ 1332 w 1783"/>
                <a:gd name="T39" fmla="*/ 1621 h 1800"/>
                <a:gd name="T40" fmla="*/ 1482 w 1783"/>
                <a:gd name="T41" fmla="*/ 1576 h 1800"/>
                <a:gd name="T42" fmla="*/ 1585 w 1783"/>
                <a:gd name="T43" fmla="*/ 1289 h 1800"/>
                <a:gd name="T44" fmla="*/ 1568 w 1783"/>
                <a:gd name="T45" fmla="*/ 1180 h 1800"/>
                <a:gd name="T46" fmla="*/ 1657 w 1783"/>
                <a:gd name="T47" fmla="*/ 1113 h 1800"/>
                <a:gd name="T48" fmla="*/ 1783 w 1783"/>
                <a:gd name="T49" fmla="*/ 722 h 1800"/>
                <a:gd name="T50" fmla="*/ 1591 w 1783"/>
                <a:gd name="T51" fmla="*/ 655 h 1800"/>
                <a:gd name="T52" fmla="*/ 1558 w 1783"/>
                <a:gd name="T53" fmla="*/ 578 h 1800"/>
                <a:gd name="T54" fmla="*/ 1655 w 1783"/>
                <a:gd name="T55" fmla="*/ 397 h 1800"/>
                <a:gd name="T56" fmla="*/ 1393 w 1783"/>
                <a:gd name="T57" fmla="*/ 150 h 1800"/>
                <a:gd name="T58" fmla="*/ 1276 w 1783"/>
                <a:gd name="T59" fmla="*/ 213 h 1800"/>
                <a:gd name="T60" fmla="*/ 1173 w 1783"/>
                <a:gd name="T61" fmla="*/ 225 h 1800"/>
                <a:gd name="T62" fmla="*/ 1108 w 1783"/>
                <a:gd name="T63" fmla="*/ 141 h 1800"/>
                <a:gd name="T64" fmla="*/ 1060 w 1783"/>
                <a:gd name="T65" fmla="*/ 13 h 1800"/>
                <a:gd name="T66" fmla="*/ 831 w 1783"/>
                <a:gd name="T67" fmla="*/ 1 h 1800"/>
                <a:gd name="T68" fmla="*/ 1144 w 1783"/>
                <a:gd name="T69" fmla="*/ 390 h 1800"/>
                <a:gd name="T70" fmla="*/ 1372 w 1783"/>
                <a:gd name="T71" fmla="*/ 604 h 1800"/>
                <a:gd name="T72" fmla="*/ 1449 w 1783"/>
                <a:gd name="T73" fmla="*/ 797 h 1800"/>
                <a:gd name="T74" fmla="*/ 1408 w 1783"/>
                <a:gd name="T75" fmla="*/ 1132 h 1800"/>
                <a:gd name="T76" fmla="*/ 1237 w 1783"/>
                <a:gd name="T77" fmla="*/ 1349 h 1800"/>
                <a:gd name="T78" fmla="*/ 1037 w 1783"/>
                <a:gd name="T79" fmla="*/ 1446 h 1800"/>
                <a:gd name="T80" fmla="*/ 778 w 1783"/>
                <a:gd name="T81" fmla="*/ 1454 h 1800"/>
                <a:gd name="T82" fmla="*/ 611 w 1783"/>
                <a:gd name="T83" fmla="*/ 1393 h 1800"/>
                <a:gd name="T84" fmla="*/ 398 w 1783"/>
                <a:gd name="T85" fmla="*/ 1170 h 1800"/>
                <a:gd name="T86" fmla="*/ 333 w 1783"/>
                <a:gd name="T87" fmla="*/ 900 h 1800"/>
                <a:gd name="T88" fmla="*/ 409 w 1783"/>
                <a:gd name="T89" fmla="*/ 606 h 1800"/>
                <a:gd name="T90" fmla="*/ 662 w 1783"/>
                <a:gd name="T91" fmla="*/ 382 h 1800"/>
                <a:gd name="T92" fmla="*/ 855 w 1783"/>
                <a:gd name="T93" fmla="*/ 338 h 1800"/>
                <a:gd name="T94" fmla="*/ 1122 w 1783"/>
                <a:gd name="T95" fmla="*/ 380 h 1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83" h="1800">
                  <a:moveTo>
                    <a:pt x="723" y="13"/>
                  </a:moveTo>
                  <a:lnTo>
                    <a:pt x="715" y="22"/>
                  </a:lnTo>
                  <a:lnTo>
                    <a:pt x="698" y="69"/>
                  </a:lnTo>
                  <a:lnTo>
                    <a:pt x="692" y="98"/>
                  </a:lnTo>
                  <a:lnTo>
                    <a:pt x="686" y="128"/>
                  </a:lnTo>
                  <a:lnTo>
                    <a:pt x="665" y="177"/>
                  </a:lnTo>
                  <a:lnTo>
                    <a:pt x="636" y="212"/>
                  </a:lnTo>
                  <a:lnTo>
                    <a:pt x="610" y="228"/>
                  </a:lnTo>
                  <a:lnTo>
                    <a:pt x="591" y="233"/>
                  </a:lnTo>
                  <a:lnTo>
                    <a:pt x="582" y="233"/>
                  </a:lnTo>
                  <a:lnTo>
                    <a:pt x="563" y="231"/>
                  </a:lnTo>
                  <a:lnTo>
                    <a:pt x="500" y="206"/>
                  </a:lnTo>
                  <a:lnTo>
                    <a:pt x="465" y="188"/>
                  </a:lnTo>
                  <a:lnTo>
                    <a:pt x="383" y="142"/>
                  </a:lnTo>
                  <a:lnTo>
                    <a:pt x="260" y="265"/>
                  </a:lnTo>
                  <a:lnTo>
                    <a:pt x="135" y="390"/>
                  </a:lnTo>
                  <a:lnTo>
                    <a:pt x="185" y="482"/>
                  </a:lnTo>
                  <a:lnTo>
                    <a:pt x="200" y="510"/>
                  </a:lnTo>
                  <a:lnTo>
                    <a:pt x="219" y="551"/>
                  </a:lnTo>
                  <a:lnTo>
                    <a:pt x="226" y="581"/>
                  </a:lnTo>
                  <a:lnTo>
                    <a:pt x="223" y="606"/>
                  </a:lnTo>
                  <a:lnTo>
                    <a:pt x="218" y="620"/>
                  </a:lnTo>
                  <a:lnTo>
                    <a:pt x="213" y="634"/>
                  </a:lnTo>
                  <a:lnTo>
                    <a:pt x="197" y="655"/>
                  </a:lnTo>
                  <a:lnTo>
                    <a:pt x="170" y="671"/>
                  </a:lnTo>
                  <a:lnTo>
                    <a:pt x="129" y="687"/>
                  </a:lnTo>
                  <a:lnTo>
                    <a:pt x="100" y="695"/>
                  </a:lnTo>
                  <a:lnTo>
                    <a:pt x="0" y="722"/>
                  </a:lnTo>
                  <a:lnTo>
                    <a:pt x="0" y="900"/>
                  </a:lnTo>
                  <a:lnTo>
                    <a:pt x="0" y="1078"/>
                  </a:lnTo>
                  <a:lnTo>
                    <a:pt x="100" y="1105"/>
                  </a:lnTo>
                  <a:lnTo>
                    <a:pt x="126" y="1113"/>
                  </a:lnTo>
                  <a:lnTo>
                    <a:pt x="167" y="1128"/>
                  </a:lnTo>
                  <a:lnTo>
                    <a:pt x="198" y="1145"/>
                  </a:lnTo>
                  <a:lnTo>
                    <a:pt x="218" y="1165"/>
                  </a:lnTo>
                  <a:lnTo>
                    <a:pt x="227" y="1188"/>
                  </a:lnTo>
                  <a:lnTo>
                    <a:pt x="227" y="1217"/>
                  </a:lnTo>
                  <a:lnTo>
                    <a:pt x="218" y="1250"/>
                  </a:lnTo>
                  <a:lnTo>
                    <a:pt x="199" y="1291"/>
                  </a:lnTo>
                  <a:lnTo>
                    <a:pt x="187" y="1315"/>
                  </a:lnTo>
                  <a:lnTo>
                    <a:pt x="135" y="1410"/>
                  </a:lnTo>
                  <a:lnTo>
                    <a:pt x="255" y="1530"/>
                  </a:lnTo>
                  <a:lnTo>
                    <a:pt x="304" y="1578"/>
                  </a:lnTo>
                  <a:lnTo>
                    <a:pt x="377" y="1643"/>
                  </a:lnTo>
                  <a:lnTo>
                    <a:pt x="390" y="1650"/>
                  </a:lnTo>
                  <a:lnTo>
                    <a:pt x="401" y="1647"/>
                  </a:lnTo>
                  <a:lnTo>
                    <a:pt x="453" y="1620"/>
                  </a:lnTo>
                  <a:lnTo>
                    <a:pt x="487" y="1600"/>
                  </a:lnTo>
                  <a:lnTo>
                    <a:pt x="513" y="1583"/>
                  </a:lnTo>
                  <a:lnTo>
                    <a:pt x="550" y="1564"/>
                  </a:lnTo>
                  <a:lnTo>
                    <a:pt x="575" y="1559"/>
                  </a:lnTo>
                  <a:lnTo>
                    <a:pt x="600" y="1567"/>
                  </a:lnTo>
                  <a:lnTo>
                    <a:pt x="617" y="1575"/>
                  </a:lnTo>
                  <a:lnTo>
                    <a:pt x="634" y="1585"/>
                  </a:lnTo>
                  <a:lnTo>
                    <a:pt x="664" y="1621"/>
                  </a:lnTo>
                  <a:lnTo>
                    <a:pt x="686" y="1669"/>
                  </a:lnTo>
                  <a:lnTo>
                    <a:pt x="699" y="1723"/>
                  </a:lnTo>
                  <a:lnTo>
                    <a:pt x="700" y="1752"/>
                  </a:lnTo>
                  <a:lnTo>
                    <a:pt x="701" y="1763"/>
                  </a:lnTo>
                  <a:lnTo>
                    <a:pt x="716" y="1785"/>
                  </a:lnTo>
                  <a:lnTo>
                    <a:pt x="727" y="1790"/>
                  </a:lnTo>
                  <a:lnTo>
                    <a:pt x="748" y="1795"/>
                  </a:lnTo>
                  <a:lnTo>
                    <a:pt x="842" y="1800"/>
                  </a:lnTo>
                  <a:lnTo>
                    <a:pt x="956" y="1798"/>
                  </a:lnTo>
                  <a:lnTo>
                    <a:pt x="1044" y="1792"/>
                  </a:lnTo>
                  <a:lnTo>
                    <a:pt x="1060" y="1787"/>
                  </a:lnTo>
                  <a:lnTo>
                    <a:pt x="1069" y="1777"/>
                  </a:lnTo>
                  <a:lnTo>
                    <a:pt x="1090" y="1722"/>
                  </a:lnTo>
                  <a:lnTo>
                    <a:pt x="1100" y="1685"/>
                  </a:lnTo>
                  <a:lnTo>
                    <a:pt x="1106" y="1659"/>
                  </a:lnTo>
                  <a:lnTo>
                    <a:pt x="1118" y="1622"/>
                  </a:lnTo>
                  <a:lnTo>
                    <a:pt x="1134" y="1598"/>
                  </a:lnTo>
                  <a:lnTo>
                    <a:pt x="1156" y="1582"/>
                  </a:lnTo>
                  <a:lnTo>
                    <a:pt x="1172" y="1575"/>
                  </a:lnTo>
                  <a:lnTo>
                    <a:pt x="1188" y="1568"/>
                  </a:lnTo>
                  <a:lnTo>
                    <a:pt x="1214" y="1563"/>
                  </a:lnTo>
                  <a:lnTo>
                    <a:pt x="1241" y="1568"/>
                  </a:lnTo>
                  <a:lnTo>
                    <a:pt x="1276" y="1587"/>
                  </a:lnTo>
                  <a:lnTo>
                    <a:pt x="1300" y="1602"/>
                  </a:lnTo>
                  <a:lnTo>
                    <a:pt x="1332" y="1621"/>
                  </a:lnTo>
                  <a:lnTo>
                    <a:pt x="1383" y="1647"/>
                  </a:lnTo>
                  <a:lnTo>
                    <a:pt x="1393" y="1650"/>
                  </a:lnTo>
                  <a:lnTo>
                    <a:pt x="1406" y="1643"/>
                  </a:lnTo>
                  <a:lnTo>
                    <a:pt x="1482" y="1576"/>
                  </a:lnTo>
                  <a:lnTo>
                    <a:pt x="1532" y="1527"/>
                  </a:lnTo>
                  <a:lnTo>
                    <a:pt x="1655" y="1403"/>
                  </a:lnTo>
                  <a:lnTo>
                    <a:pt x="1602" y="1317"/>
                  </a:lnTo>
                  <a:lnTo>
                    <a:pt x="1585" y="1289"/>
                  </a:lnTo>
                  <a:lnTo>
                    <a:pt x="1564" y="1250"/>
                  </a:lnTo>
                  <a:lnTo>
                    <a:pt x="1558" y="1222"/>
                  </a:lnTo>
                  <a:lnTo>
                    <a:pt x="1562" y="1196"/>
                  </a:lnTo>
                  <a:lnTo>
                    <a:pt x="1568" y="1180"/>
                  </a:lnTo>
                  <a:lnTo>
                    <a:pt x="1575" y="1166"/>
                  </a:lnTo>
                  <a:lnTo>
                    <a:pt x="1591" y="1145"/>
                  </a:lnTo>
                  <a:lnTo>
                    <a:pt x="1617" y="1128"/>
                  </a:lnTo>
                  <a:lnTo>
                    <a:pt x="1657" y="1113"/>
                  </a:lnTo>
                  <a:lnTo>
                    <a:pt x="1685" y="1105"/>
                  </a:lnTo>
                  <a:lnTo>
                    <a:pt x="1783" y="1078"/>
                  </a:lnTo>
                  <a:lnTo>
                    <a:pt x="1783" y="900"/>
                  </a:lnTo>
                  <a:lnTo>
                    <a:pt x="1783" y="722"/>
                  </a:lnTo>
                  <a:lnTo>
                    <a:pt x="1685" y="695"/>
                  </a:lnTo>
                  <a:lnTo>
                    <a:pt x="1657" y="687"/>
                  </a:lnTo>
                  <a:lnTo>
                    <a:pt x="1617" y="672"/>
                  </a:lnTo>
                  <a:lnTo>
                    <a:pt x="1591" y="655"/>
                  </a:lnTo>
                  <a:lnTo>
                    <a:pt x="1575" y="634"/>
                  </a:lnTo>
                  <a:lnTo>
                    <a:pt x="1568" y="620"/>
                  </a:lnTo>
                  <a:lnTo>
                    <a:pt x="1562" y="604"/>
                  </a:lnTo>
                  <a:lnTo>
                    <a:pt x="1558" y="578"/>
                  </a:lnTo>
                  <a:lnTo>
                    <a:pt x="1564" y="550"/>
                  </a:lnTo>
                  <a:lnTo>
                    <a:pt x="1585" y="511"/>
                  </a:lnTo>
                  <a:lnTo>
                    <a:pt x="1602" y="483"/>
                  </a:lnTo>
                  <a:lnTo>
                    <a:pt x="1655" y="397"/>
                  </a:lnTo>
                  <a:lnTo>
                    <a:pt x="1532" y="273"/>
                  </a:lnTo>
                  <a:lnTo>
                    <a:pt x="1482" y="224"/>
                  </a:lnTo>
                  <a:lnTo>
                    <a:pt x="1406" y="157"/>
                  </a:lnTo>
                  <a:lnTo>
                    <a:pt x="1393" y="150"/>
                  </a:lnTo>
                  <a:lnTo>
                    <a:pt x="1383" y="153"/>
                  </a:lnTo>
                  <a:lnTo>
                    <a:pt x="1332" y="179"/>
                  </a:lnTo>
                  <a:lnTo>
                    <a:pt x="1300" y="198"/>
                  </a:lnTo>
                  <a:lnTo>
                    <a:pt x="1276" y="213"/>
                  </a:lnTo>
                  <a:lnTo>
                    <a:pt x="1241" y="231"/>
                  </a:lnTo>
                  <a:lnTo>
                    <a:pt x="1215" y="236"/>
                  </a:lnTo>
                  <a:lnTo>
                    <a:pt x="1189" y="231"/>
                  </a:lnTo>
                  <a:lnTo>
                    <a:pt x="1173" y="225"/>
                  </a:lnTo>
                  <a:lnTo>
                    <a:pt x="1159" y="219"/>
                  </a:lnTo>
                  <a:lnTo>
                    <a:pt x="1138" y="203"/>
                  </a:lnTo>
                  <a:lnTo>
                    <a:pt x="1122" y="178"/>
                  </a:lnTo>
                  <a:lnTo>
                    <a:pt x="1108" y="141"/>
                  </a:lnTo>
                  <a:lnTo>
                    <a:pt x="1102" y="115"/>
                  </a:lnTo>
                  <a:lnTo>
                    <a:pt x="1091" y="78"/>
                  </a:lnTo>
                  <a:lnTo>
                    <a:pt x="1069" y="23"/>
                  </a:lnTo>
                  <a:lnTo>
                    <a:pt x="1060" y="13"/>
                  </a:lnTo>
                  <a:lnTo>
                    <a:pt x="1044" y="8"/>
                  </a:lnTo>
                  <a:lnTo>
                    <a:pt x="953" y="1"/>
                  </a:lnTo>
                  <a:lnTo>
                    <a:pt x="892" y="0"/>
                  </a:lnTo>
                  <a:lnTo>
                    <a:pt x="831" y="1"/>
                  </a:lnTo>
                  <a:lnTo>
                    <a:pt x="739" y="8"/>
                  </a:lnTo>
                  <a:lnTo>
                    <a:pt x="723" y="13"/>
                  </a:lnTo>
                  <a:close/>
                  <a:moveTo>
                    <a:pt x="1122" y="380"/>
                  </a:moveTo>
                  <a:lnTo>
                    <a:pt x="1144" y="390"/>
                  </a:lnTo>
                  <a:lnTo>
                    <a:pt x="1187" y="415"/>
                  </a:lnTo>
                  <a:lnTo>
                    <a:pt x="1250" y="462"/>
                  </a:lnTo>
                  <a:lnTo>
                    <a:pt x="1326" y="539"/>
                  </a:lnTo>
                  <a:lnTo>
                    <a:pt x="1372" y="604"/>
                  </a:lnTo>
                  <a:lnTo>
                    <a:pt x="1398" y="649"/>
                  </a:lnTo>
                  <a:lnTo>
                    <a:pt x="1408" y="672"/>
                  </a:lnTo>
                  <a:lnTo>
                    <a:pt x="1426" y="713"/>
                  </a:lnTo>
                  <a:lnTo>
                    <a:pt x="1449" y="797"/>
                  </a:lnTo>
                  <a:lnTo>
                    <a:pt x="1458" y="882"/>
                  </a:lnTo>
                  <a:lnTo>
                    <a:pt x="1454" y="968"/>
                  </a:lnTo>
                  <a:lnTo>
                    <a:pt x="1437" y="1052"/>
                  </a:lnTo>
                  <a:lnTo>
                    <a:pt x="1408" y="1132"/>
                  </a:lnTo>
                  <a:lnTo>
                    <a:pt x="1367" y="1208"/>
                  </a:lnTo>
                  <a:lnTo>
                    <a:pt x="1313" y="1277"/>
                  </a:lnTo>
                  <a:lnTo>
                    <a:pt x="1282" y="1308"/>
                  </a:lnTo>
                  <a:lnTo>
                    <a:pt x="1237" y="1349"/>
                  </a:lnTo>
                  <a:lnTo>
                    <a:pt x="1173" y="1394"/>
                  </a:lnTo>
                  <a:lnTo>
                    <a:pt x="1130" y="1417"/>
                  </a:lnTo>
                  <a:lnTo>
                    <a:pt x="1085" y="1434"/>
                  </a:lnTo>
                  <a:lnTo>
                    <a:pt x="1037" y="1446"/>
                  </a:lnTo>
                  <a:lnTo>
                    <a:pt x="956" y="1456"/>
                  </a:lnTo>
                  <a:lnTo>
                    <a:pt x="892" y="1457"/>
                  </a:lnTo>
                  <a:lnTo>
                    <a:pt x="845" y="1457"/>
                  </a:lnTo>
                  <a:lnTo>
                    <a:pt x="778" y="1454"/>
                  </a:lnTo>
                  <a:lnTo>
                    <a:pt x="726" y="1444"/>
                  </a:lnTo>
                  <a:lnTo>
                    <a:pt x="676" y="1426"/>
                  </a:lnTo>
                  <a:lnTo>
                    <a:pt x="647" y="1412"/>
                  </a:lnTo>
                  <a:lnTo>
                    <a:pt x="611" y="1393"/>
                  </a:lnTo>
                  <a:lnTo>
                    <a:pt x="546" y="1349"/>
                  </a:lnTo>
                  <a:lnTo>
                    <a:pt x="488" y="1296"/>
                  </a:lnTo>
                  <a:lnTo>
                    <a:pt x="439" y="1236"/>
                  </a:lnTo>
                  <a:lnTo>
                    <a:pt x="398" y="1170"/>
                  </a:lnTo>
                  <a:lnTo>
                    <a:pt x="367" y="1098"/>
                  </a:lnTo>
                  <a:lnTo>
                    <a:pt x="345" y="1022"/>
                  </a:lnTo>
                  <a:lnTo>
                    <a:pt x="334" y="941"/>
                  </a:lnTo>
                  <a:lnTo>
                    <a:pt x="333" y="900"/>
                  </a:lnTo>
                  <a:lnTo>
                    <a:pt x="334" y="854"/>
                  </a:lnTo>
                  <a:lnTo>
                    <a:pt x="347" y="765"/>
                  </a:lnTo>
                  <a:lnTo>
                    <a:pt x="372" y="682"/>
                  </a:lnTo>
                  <a:lnTo>
                    <a:pt x="409" y="606"/>
                  </a:lnTo>
                  <a:lnTo>
                    <a:pt x="456" y="538"/>
                  </a:lnTo>
                  <a:lnTo>
                    <a:pt x="515" y="477"/>
                  </a:lnTo>
                  <a:lnTo>
                    <a:pt x="584" y="425"/>
                  </a:lnTo>
                  <a:lnTo>
                    <a:pt x="662" y="382"/>
                  </a:lnTo>
                  <a:lnTo>
                    <a:pt x="705" y="365"/>
                  </a:lnTo>
                  <a:lnTo>
                    <a:pt x="727" y="358"/>
                  </a:lnTo>
                  <a:lnTo>
                    <a:pt x="775" y="346"/>
                  </a:lnTo>
                  <a:lnTo>
                    <a:pt x="855" y="338"/>
                  </a:lnTo>
                  <a:lnTo>
                    <a:pt x="969" y="342"/>
                  </a:lnTo>
                  <a:lnTo>
                    <a:pt x="1050" y="356"/>
                  </a:lnTo>
                  <a:lnTo>
                    <a:pt x="1100" y="371"/>
                  </a:lnTo>
                  <a:lnTo>
                    <a:pt x="1122" y="3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36">
              <a:extLst>
                <a:ext uri="{FF2B5EF4-FFF2-40B4-BE49-F238E27FC236}">
                  <a16:creationId xmlns:a16="http://schemas.microsoft.com/office/drawing/2014/main" id="{02EE8758-3630-2F37-6D30-F290A5BDD04F}"/>
                </a:ext>
              </a:extLst>
            </p:cNvPr>
            <p:cNvSpPr>
              <a:spLocks/>
            </p:cNvSpPr>
            <p:nvPr/>
          </p:nvSpPr>
          <p:spPr bwMode="auto">
            <a:xfrm>
              <a:off x="6276976" y="517525"/>
              <a:ext cx="307975" cy="306388"/>
            </a:xfrm>
            <a:custGeom>
              <a:avLst/>
              <a:gdLst>
                <a:gd name="T0" fmla="*/ 247 w 806"/>
                <a:gd name="T1" fmla="*/ 23 h 801"/>
                <a:gd name="T2" fmla="*/ 219 w 806"/>
                <a:gd name="T3" fmla="*/ 36 h 801"/>
                <a:gd name="T4" fmla="*/ 168 w 806"/>
                <a:gd name="T5" fmla="*/ 68 h 801"/>
                <a:gd name="T6" fmla="*/ 122 w 806"/>
                <a:gd name="T7" fmla="*/ 107 h 801"/>
                <a:gd name="T8" fmla="*/ 83 w 806"/>
                <a:gd name="T9" fmla="*/ 151 h 801"/>
                <a:gd name="T10" fmla="*/ 51 w 806"/>
                <a:gd name="T11" fmla="*/ 200 h 801"/>
                <a:gd name="T12" fmla="*/ 27 w 806"/>
                <a:gd name="T13" fmla="*/ 253 h 801"/>
                <a:gd name="T14" fmla="*/ 10 w 806"/>
                <a:gd name="T15" fmla="*/ 310 h 801"/>
                <a:gd name="T16" fmla="*/ 1 w 806"/>
                <a:gd name="T17" fmla="*/ 369 h 801"/>
                <a:gd name="T18" fmla="*/ 0 w 806"/>
                <a:gd name="T19" fmla="*/ 400 h 801"/>
                <a:gd name="T20" fmla="*/ 1 w 806"/>
                <a:gd name="T21" fmla="*/ 431 h 801"/>
                <a:gd name="T22" fmla="*/ 10 w 806"/>
                <a:gd name="T23" fmla="*/ 492 h 801"/>
                <a:gd name="T24" fmla="*/ 27 w 806"/>
                <a:gd name="T25" fmla="*/ 549 h 801"/>
                <a:gd name="T26" fmla="*/ 52 w 806"/>
                <a:gd name="T27" fmla="*/ 603 h 801"/>
                <a:gd name="T28" fmla="*/ 85 w 806"/>
                <a:gd name="T29" fmla="*/ 652 h 801"/>
                <a:gd name="T30" fmla="*/ 124 w 806"/>
                <a:gd name="T31" fmla="*/ 695 h 801"/>
                <a:gd name="T32" fmla="*/ 170 w 806"/>
                <a:gd name="T33" fmla="*/ 733 h 801"/>
                <a:gd name="T34" fmla="*/ 222 w 806"/>
                <a:gd name="T35" fmla="*/ 764 h 801"/>
                <a:gd name="T36" fmla="*/ 250 w 806"/>
                <a:gd name="T37" fmla="*/ 777 h 801"/>
                <a:gd name="T38" fmla="*/ 278 w 806"/>
                <a:gd name="T39" fmla="*/ 787 h 801"/>
                <a:gd name="T40" fmla="*/ 339 w 806"/>
                <a:gd name="T41" fmla="*/ 799 h 801"/>
                <a:gd name="T42" fmla="*/ 404 w 806"/>
                <a:gd name="T43" fmla="*/ 801 h 801"/>
                <a:gd name="T44" fmla="*/ 470 w 806"/>
                <a:gd name="T45" fmla="*/ 794 h 801"/>
                <a:gd name="T46" fmla="*/ 534 w 806"/>
                <a:gd name="T47" fmla="*/ 777 h 801"/>
                <a:gd name="T48" fmla="*/ 596 w 806"/>
                <a:gd name="T49" fmla="*/ 752 h 801"/>
                <a:gd name="T50" fmla="*/ 651 w 806"/>
                <a:gd name="T51" fmla="*/ 720 h 801"/>
                <a:gd name="T52" fmla="*/ 697 w 806"/>
                <a:gd name="T53" fmla="*/ 681 h 801"/>
                <a:gd name="T54" fmla="*/ 715 w 806"/>
                <a:gd name="T55" fmla="*/ 658 h 801"/>
                <a:gd name="T56" fmla="*/ 734 w 806"/>
                <a:gd name="T57" fmla="*/ 632 h 801"/>
                <a:gd name="T58" fmla="*/ 765 w 806"/>
                <a:gd name="T59" fmla="*/ 578 h 801"/>
                <a:gd name="T60" fmla="*/ 787 w 806"/>
                <a:gd name="T61" fmla="*/ 522 h 801"/>
                <a:gd name="T62" fmla="*/ 800 w 806"/>
                <a:gd name="T63" fmla="*/ 466 h 801"/>
                <a:gd name="T64" fmla="*/ 806 w 806"/>
                <a:gd name="T65" fmla="*/ 410 h 801"/>
                <a:gd name="T66" fmla="*/ 803 w 806"/>
                <a:gd name="T67" fmla="*/ 354 h 801"/>
                <a:gd name="T68" fmla="*/ 794 w 806"/>
                <a:gd name="T69" fmla="*/ 300 h 801"/>
                <a:gd name="T70" fmla="*/ 777 w 806"/>
                <a:gd name="T71" fmla="*/ 249 h 801"/>
                <a:gd name="T72" fmla="*/ 754 w 806"/>
                <a:gd name="T73" fmla="*/ 200 h 801"/>
                <a:gd name="T74" fmla="*/ 724 w 806"/>
                <a:gd name="T75" fmla="*/ 155 h 801"/>
                <a:gd name="T76" fmla="*/ 688 w 806"/>
                <a:gd name="T77" fmla="*/ 114 h 801"/>
                <a:gd name="T78" fmla="*/ 647 w 806"/>
                <a:gd name="T79" fmla="*/ 78 h 801"/>
                <a:gd name="T80" fmla="*/ 600 w 806"/>
                <a:gd name="T81" fmla="*/ 49 h 801"/>
                <a:gd name="T82" fmla="*/ 549 w 806"/>
                <a:gd name="T83" fmla="*/ 25 h 801"/>
                <a:gd name="T84" fmla="*/ 493 w 806"/>
                <a:gd name="T85" fmla="*/ 9 h 801"/>
                <a:gd name="T86" fmla="*/ 432 w 806"/>
                <a:gd name="T87" fmla="*/ 1 h 801"/>
                <a:gd name="T88" fmla="*/ 400 w 806"/>
                <a:gd name="T89" fmla="*/ 0 h 801"/>
                <a:gd name="T90" fmla="*/ 356 w 806"/>
                <a:gd name="T91" fmla="*/ 2 h 801"/>
                <a:gd name="T92" fmla="*/ 273 w 806"/>
                <a:gd name="T93" fmla="*/ 15 h 801"/>
                <a:gd name="T94" fmla="*/ 247 w 806"/>
                <a:gd name="T95" fmla="*/ 23 h 8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06" h="801">
                  <a:moveTo>
                    <a:pt x="247" y="23"/>
                  </a:moveTo>
                  <a:lnTo>
                    <a:pt x="219" y="36"/>
                  </a:lnTo>
                  <a:lnTo>
                    <a:pt x="168" y="68"/>
                  </a:lnTo>
                  <a:lnTo>
                    <a:pt x="122" y="107"/>
                  </a:lnTo>
                  <a:lnTo>
                    <a:pt x="83" y="151"/>
                  </a:lnTo>
                  <a:lnTo>
                    <a:pt x="51" y="200"/>
                  </a:lnTo>
                  <a:lnTo>
                    <a:pt x="27" y="253"/>
                  </a:lnTo>
                  <a:lnTo>
                    <a:pt x="10" y="310"/>
                  </a:lnTo>
                  <a:lnTo>
                    <a:pt x="1" y="369"/>
                  </a:lnTo>
                  <a:lnTo>
                    <a:pt x="0" y="400"/>
                  </a:lnTo>
                  <a:lnTo>
                    <a:pt x="1" y="431"/>
                  </a:lnTo>
                  <a:lnTo>
                    <a:pt x="10" y="492"/>
                  </a:lnTo>
                  <a:lnTo>
                    <a:pt x="27" y="549"/>
                  </a:lnTo>
                  <a:lnTo>
                    <a:pt x="52" y="603"/>
                  </a:lnTo>
                  <a:lnTo>
                    <a:pt x="85" y="652"/>
                  </a:lnTo>
                  <a:lnTo>
                    <a:pt x="124" y="695"/>
                  </a:lnTo>
                  <a:lnTo>
                    <a:pt x="170" y="733"/>
                  </a:lnTo>
                  <a:lnTo>
                    <a:pt x="222" y="764"/>
                  </a:lnTo>
                  <a:lnTo>
                    <a:pt x="250" y="777"/>
                  </a:lnTo>
                  <a:lnTo>
                    <a:pt x="278" y="787"/>
                  </a:lnTo>
                  <a:lnTo>
                    <a:pt x="339" y="799"/>
                  </a:lnTo>
                  <a:lnTo>
                    <a:pt x="404" y="801"/>
                  </a:lnTo>
                  <a:lnTo>
                    <a:pt x="470" y="794"/>
                  </a:lnTo>
                  <a:lnTo>
                    <a:pt x="534" y="777"/>
                  </a:lnTo>
                  <a:lnTo>
                    <a:pt x="596" y="752"/>
                  </a:lnTo>
                  <a:lnTo>
                    <a:pt x="651" y="720"/>
                  </a:lnTo>
                  <a:lnTo>
                    <a:pt x="697" y="681"/>
                  </a:lnTo>
                  <a:lnTo>
                    <a:pt x="715" y="658"/>
                  </a:lnTo>
                  <a:lnTo>
                    <a:pt x="734" y="632"/>
                  </a:lnTo>
                  <a:lnTo>
                    <a:pt x="765" y="578"/>
                  </a:lnTo>
                  <a:lnTo>
                    <a:pt x="787" y="522"/>
                  </a:lnTo>
                  <a:lnTo>
                    <a:pt x="800" y="466"/>
                  </a:lnTo>
                  <a:lnTo>
                    <a:pt x="806" y="410"/>
                  </a:lnTo>
                  <a:lnTo>
                    <a:pt x="803" y="354"/>
                  </a:lnTo>
                  <a:lnTo>
                    <a:pt x="794" y="300"/>
                  </a:lnTo>
                  <a:lnTo>
                    <a:pt x="777" y="249"/>
                  </a:lnTo>
                  <a:lnTo>
                    <a:pt x="754" y="200"/>
                  </a:lnTo>
                  <a:lnTo>
                    <a:pt x="724" y="155"/>
                  </a:lnTo>
                  <a:lnTo>
                    <a:pt x="688" y="114"/>
                  </a:lnTo>
                  <a:lnTo>
                    <a:pt x="647" y="78"/>
                  </a:lnTo>
                  <a:lnTo>
                    <a:pt x="600" y="49"/>
                  </a:lnTo>
                  <a:lnTo>
                    <a:pt x="549" y="25"/>
                  </a:lnTo>
                  <a:lnTo>
                    <a:pt x="493" y="9"/>
                  </a:lnTo>
                  <a:lnTo>
                    <a:pt x="432" y="1"/>
                  </a:lnTo>
                  <a:lnTo>
                    <a:pt x="400" y="0"/>
                  </a:lnTo>
                  <a:lnTo>
                    <a:pt x="356" y="2"/>
                  </a:lnTo>
                  <a:lnTo>
                    <a:pt x="273" y="15"/>
                  </a:lnTo>
                  <a:lnTo>
                    <a:pt x="24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56">
              <a:extLst>
                <a:ext uri="{FF2B5EF4-FFF2-40B4-BE49-F238E27FC236}">
                  <a16:creationId xmlns:a16="http://schemas.microsoft.com/office/drawing/2014/main" id="{254DE895-DC45-3A86-E272-6E442ADB81F8}"/>
                </a:ext>
              </a:extLst>
            </p:cNvPr>
            <p:cNvSpPr>
              <a:spLocks/>
            </p:cNvSpPr>
            <p:nvPr/>
          </p:nvSpPr>
          <p:spPr bwMode="auto">
            <a:xfrm>
              <a:off x="5938838" y="792163"/>
              <a:ext cx="985838" cy="903288"/>
            </a:xfrm>
            <a:custGeom>
              <a:avLst/>
              <a:gdLst>
                <a:gd name="T0" fmla="*/ 99 w 2580"/>
                <a:gd name="T1" fmla="*/ 209 h 2368"/>
                <a:gd name="T2" fmla="*/ 23 w 2580"/>
                <a:gd name="T3" fmla="*/ 431 h 2368"/>
                <a:gd name="T4" fmla="*/ 0 w 2580"/>
                <a:gd name="T5" fmla="*/ 775 h 2368"/>
                <a:gd name="T6" fmla="*/ 19 w 2580"/>
                <a:gd name="T7" fmla="*/ 1096 h 2368"/>
                <a:gd name="T8" fmla="*/ 161 w 2580"/>
                <a:gd name="T9" fmla="*/ 1445 h 2368"/>
                <a:gd name="T10" fmla="*/ 762 w 2580"/>
                <a:gd name="T11" fmla="*/ 2366 h 2368"/>
                <a:gd name="T12" fmla="*/ 955 w 2580"/>
                <a:gd name="T13" fmla="*/ 1878 h 2368"/>
                <a:gd name="T14" fmla="*/ 761 w 2580"/>
                <a:gd name="T15" fmla="*/ 1378 h 2368"/>
                <a:gd name="T16" fmla="*/ 624 w 2580"/>
                <a:gd name="T17" fmla="*/ 1336 h 2368"/>
                <a:gd name="T18" fmla="*/ 529 w 2580"/>
                <a:gd name="T19" fmla="*/ 1241 h 2368"/>
                <a:gd name="T20" fmla="*/ 488 w 2580"/>
                <a:gd name="T21" fmla="*/ 1146 h 2368"/>
                <a:gd name="T22" fmla="*/ 484 w 2580"/>
                <a:gd name="T23" fmla="*/ 1032 h 2368"/>
                <a:gd name="T24" fmla="*/ 517 w 2580"/>
                <a:gd name="T25" fmla="*/ 907 h 2368"/>
                <a:gd name="T26" fmla="*/ 595 w 2580"/>
                <a:gd name="T27" fmla="*/ 813 h 2368"/>
                <a:gd name="T28" fmla="*/ 768 w 2580"/>
                <a:gd name="T29" fmla="*/ 744 h 2368"/>
                <a:gd name="T30" fmla="*/ 955 w 2580"/>
                <a:gd name="T31" fmla="*/ 783 h 2368"/>
                <a:gd name="T32" fmla="*/ 1028 w 2580"/>
                <a:gd name="T33" fmla="*/ 839 h 2368"/>
                <a:gd name="T34" fmla="*/ 1099 w 2580"/>
                <a:gd name="T35" fmla="*/ 957 h 2368"/>
                <a:gd name="T36" fmla="*/ 1134 w 2580"/>
                <a:gd name="T37" fmla="*/ 1225 h 2368"/>
                <a:gd name="T38" fmla="*/ 1445 w 2580"/>
                <a:gd name="T39" fmla="*/ 1110 h 2368"/>
                <a:gd name="T40" fmla="*/ 1479 w 2580"/>
                <a:gd name="T41" fmla="*/ 924 h 2368"/>
                <a:gd name="T42" fmla="*/ 1556 w 2580"/>
                <a:gd name="T43" fmla="*/ 828 h 2368"/>
                <a:gd name="T44" fmla="*/ 1738 w 2580"/>
                <a:gd name="T45" fmla="*/ 747 h 2368"/>
                <a:gd name="T46" fmla="*/ 1855 w 2580"/>
                <a:gd name="T47" fmla="*/ 751 h 2368"/>
                <a:gd name="T48" fmla="*/ 1949 w 2580"/>
                <a:gd name="T49" fmla="*/ 795 h 2368"/>
                <a:gd name="T50" fmla="*/ 2050 w 2580"/>
                <a:gd name="T51" fmla="*/ 903 h 2368"/>
                <a:gd name="T52" fmla="*/ 2093 w 2580"/>
                <a:gd name="T53" fmla="*/ 1067 h 2368"/>
                <a:gd name="T54" fmla="*/ 2057 w 2580"/>
                <a:gd name="T55" fmla="*/ 1213 h 2368"/>
                <a:gd name="T56" fmla="*/ 1995 w 2580"/>
                <a:gd name="T57" fmla="*/ 1300 h 2368"/>
                <a:gd name="T58" fmla="*/ 1885 w 2580"/>
                <a:gd name="T59" fmla="*/ 1361 h 2368"/>
                <a:gd name="T60" fmla="*/ 1617 w 2580"/>
                <a:gd name="T61" fmla="*/ 1391 h 2368"/>
                <a:gd name="T62" fmla="*/ 1712 w 2580"/>
                <a:gd name="T63" fmla="*/ 2363 h 2368"/>
                <a:gd name="T64" fmla="*/ 2187 w 2580"/>
                <a:gd name="T65" fmla="*/ 1798 h 2368"/>
                <a:gd name="T66" fmla="*/ 2479 w 2580"/>
                <a:gd name="T67" fmla="*/ 1312 h 2368"/>
                <a:gd name="T68" fmla="*/ 2574 w 2580"/>
                <a:gd name="T69" fmla="*/ 972 h 2368"/>
                <a:gd name="T70" fmla="*/ 2580 w 2580"/>
                <a:gd name="T71" fmla="*/ 684 h 2368"/>
                <a:gd name="T72" fmla="*/ 2529 w 2580"/>
                <a:gd name="T73" fmla="*/ 364 h 2368"/>
                <a:gd name="T74" fmla="*/ 2428 w 2580"/>
                <a:gd name="T75" fmla="*/ 125 h 2368"/>
                <a:gd name="T76" fmla="*/ 2357 w 2580"/>
                <a:gd name="T77" fmla="*/ 15 h 2368"/>
                <a:gd name="T78" fmla="*/ 2274 w 2580"/>
                <a:gd name="T79" fmla="*/ 8 h 2368"/>
                <a:gd name="T80" fmla="*/ 2174 w 2580"/>
                <a:gd name="T81" fmla="*/ 33 h 2368"/>
                <a:gd name="T82" fmla="*/ 2183 w 2580"/>
                <a:gd name="T83" fmla="*/ 105 h 2368"/>
                <a:gd name="T84" fmla="*/ 2235 w 2580"/>
                <a:gd name="T85" fmla="*/ 202 h 2368"/>
                <a:gd name="T86" fmla="*/ 2103 w 2580"/>
                <a:gd name="T87" fmla="*/ 363 h 2368"/>
                <a:gd name="T88" fmla="*/ 1857 w 2580"/>
                <a:gd name="T89" fmla="*/ 598 h 2368"/>
                <a:gd name="T90" fmla="*/ 1795 w 2580"/>
                <a:gd name="T91" fmla="*/ 631 h 2368"/>
                <a:gd name="T92" fmla="*/ 1694 w 2580"/>
                <a:gd name="T93" fmla="*/ 573 h 2368"/>
                <a:gd name="T94" fmla="*/ 1635 w 2580"/>
                <a:gd name="T95" fmla="*/ 581 h 2368"/>
                <a:gd name="T96" fmla="*/ 1287 w 2580"/>
                <a:gd name="T97" fmla="*/ 730 h 2368"/>
                <a:gd name="T98" fmla="*/ 948 w 2580"/>
                <a:gd name="T99" fmla="*/ 621 h 2368"/>
                <a:gd name="T100" fmla="*/ 919 w 2580"/>
                <a:gd name="T101" fmla="*/ 560 h 2368"/>
                <a:gd name="T102" fmla="*/ 852 w 2580"/>
                <a:gd name="T103" fmla="*/ 590 h 2368"/>
                <a:gd name="T104" fmla="*/ 762 w 2580"/>
                <a:gd name="T105" fmla="*/ 633 h 2368"/>
                <a:gd name="T106" fmla="*/ 535 w 2580"/>
                <a:gd name="T107" fmla="*/ 423 h 2368"/>
                <a:gd name="T108" fmla="*/ 384 w 2580"/>
                <a:gd name="T109" fmla="*/ 111 h 2368"/>
                <a:gd name="T110" fmla="*/ 408 w 2580"/>
                <a:gd name="T111" fmla="*/ 48 h 2368"/>
                <a:gd name="T112" fmla="*/ 325 w 2580"/>
                <a:gd name="T113" fmla="*/ 11 h 2368"/>
                <a:gd name="T114" fmla="*/ 241 w 2580"/>
                <a:gd name="T115" fmla="*/ 1 h 2368"/>
                <a:gd name="T116" fmla="*/ 165 w 2580"/>
                <a:gd name="T117" fmla="*/ 86 h 2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580" h="2368">
                  <a:moveTo>
                    <a:pt x="165" y="86"/>
                  </a:moveTo>
                  <a:lnTo>
                    <a:pt x="141" y="130"/>
                  </a:lnTo>
                  <a:lnTo>
                    <a:pt x="99" y="209"/>
                  </a:lnTo>
                  <a:lnTo>
                    <a:pt x="66" y="283"/>
                  </a:lnTo>
                  <a:lnTo>
                    <a:pt x="41" y="356"/>
                  </a:lnTo>
                  <a:lnTo>
                    <a:pt x="23" y="431"/>
                  </a:lnTo>
                  <a:lnTo>
                    <a:pt x="11" y="513"/>
                  </a:lnTo>
                  <a:lnTo>
                    <a:pt x="1" y="655"/>
                  </a:lnTo>
                  <a:lnTo>
                    <a:pt x="0" y="775"/>
                  </a:lnTo>
                  <a:lnTo>
                    <a:pt x="1" y="852"/>
                  </a:lnTo>
                  <a:lnTo>
                    <a:pt x="5" y="983"/>
                  </a:lnTo>
                  <a:lnTo>
                    <a:pt x="19" y="1096"/>
                  </a:lnTo>
                  <a:lnTo>
                    <a:pt x="46" y="1203"/>
                  </a:lnTo>
                  <a:lnTo>
                    <a:pt x="92" y="1316"/>
                  </a:lnTo>
                  <a:lnTo>
                    <a:pt x="161" y="1445"/>
                  </a:lnTo>
                  <a:lnTo>
                    <a:pt x="313" y="1690"/>
                  </a:lnTo>
                  <a:lnTo>
                    <a:pt x="465" y="1920"/>
                  </a:lnTo>
                  <a:lnTo>
                    <a:pt x="762" y="2366"/>
                  </a:lnTo>
                  <a:lnTo>
                    <a:pt x="860" y="2366"/>
                  </a:lnTo>
                  <a:lnTo>
                    <a:pt x="959" y="2366"/>
                  </a:lnTo>
                  <a:lnTo>
                    <a:pt x="955" y="1878"/>
                  </a:lnTo>
                  <a:lnTo>
                    <a:pt x="950" y="1391"/>
                  </a:lnTo>
                  <a:lnTo>
                    <a:pt x="817" y="1383"/>
                  </a:lnTo>
                  <a:lnTo>
                    <a:pt x="761" y="1378"/>
                  </a:lnTo>
                  <a:lnTo>
                    <a:pt x="694" y="1365"/>
                  </a:lnTo>
                  <a:lnTo>
                    <a:pt x="657" y="1352"/>
                  </a:lnTo>
                  <a:lnTo>
                    <a:pt x="624" y="1336"/>
                  </a:lnTo>
                  <a:lnTo>
                    <a:pt x="594" y="1316"/>
                  </a:lnTo>
                  <a:lnTo>
                    <a:pt x="554" y="1276"/>
                  </a:lnTo>
                  <a:lnTo>
                    <a:pt x="529" y="1241"/>
                  </a:lnTo>
                  <a:lnTo>
                    <a:pt x="515" y="1221"/>
                  </a:lnTo>
                  <a:lnTo>
                    <a:pt x="497" y="1185"/>
                  </a:lnTo>
                  <a:lnTo>
                    <a:pt x="488" y="1146"/>
                  </a:lnTo>
                  <a:lnTo>
                    <a:pt x="484" y="1097"/>
                  </a:lnTo>
                  <a:lnTo>
                    <a:pt x="484" y="1065"/>
                  </a:lnTo>
                  <a:lnTo>
                    <a:pt x="484" y="1032"/>
                  </a:lnTo>
                  <a:lnTo>
                    <a:pt x="488" y="983"/>
                  </a:lnTo>
                  <a:lnTo>
                    <a:pt x="498" y="944"/>
                  </a:lnTo>
                  <a:lnTo>
                    <a:pt x="517" y="907"/>
                  </a:lnTo>
                  <a:lnTo>
                    <a:pt x="530" y="886"/>
                  </a:lnTo>
                  <a:lnTo>
                    <a:pt x="550" y="859"/>
                  </a:lnTo>
                  <a:lnTo>
                    <a:pt x="595" y="813"/>
                  </a:lnTo>
                  <a:lnTo>
                    <a:pt x="648" y="779"/>
                  </a:lnTo>
                  <a:lnTo>
                    <a:pt x="706" y="756"/>
                  </a:lnTo>
                  <a:lnTo>
                    <a:pt x="768" y="744"/>
                  </a:lnTo>
                  <a:lnTo>
                    <a:pt x="831" y="745"/>
                  </a:lnTo>
                  <a:lnTo>
                    <a:pt x="894" y="757"/>
                  </a:lnTo>
                  <a:lnTo>
                    <a:pt x="955" y="783"/>
                  </a:lnTo>
                  <a:lnTo>
                    <a:pt x="984" y="801"/>
                  </a:lnTo>
                  <a:lnTo>
                    <a:pt x="1000" y="813"/>
                  </a:lnTo>
                  <a:lnTo>
                    <a:pt x="1028" y="839"/>
                  </a:lnTo>
                  <a:lnTo>
                    <a:pt x="1053" y="868"/>
                  </a:lnTo>
                  <a:lnTo>
                    <a:pt x="1074" y="901"/>
                  </a:lnTo>
                  <a:lnTo>
                    <a:pt x="1099" y="957"/>
                  </a:lnTo>
                  <a:lnTo>
                    <a:pt x="1120" y="1047"/>
                  </a:lnTo>
                  <a:lnTo>
                    <a:pt x="1125" y="1100"/>
                  </a:lnTo>
                  <a:lnTo>
                    <a:pt x="1134" y="1225"/>
                  </a:lnTo>
                  <a:lnTo>
                    <a:pt x="1284" y="1225"/>
                  </a:lnTo>
                  <a:lnTo>
                    <a:pt x="1434" y="1225"/>
                  </a:lnTo>
                  <a:lnTo>
                    <a:pt x="1445" y="1110"/>
                  </a:lnTo>
                  <a:lnTo>
                    <a:pt x="1451" y="1053"/>
                  </a:lnTo>
                  <a:lnTo>
                    <a:pt x="1462" y="975"/>
                  </a:lnTo>
                  <a:lnTo>
                    <a:pt x="1479" y="924"/>
                  </a:lnTo>
                  <a:lnTo>
                    <a:pt x="1508" y="882"/>
                  </a:lnTo>
                  <a:lnTo>
                    <a:pt x="1529" y="858"/>
                  </a:lnTo>
                  <a:lnTo>
                    <a:pt x="1556" y="828"/>
                  </a:lnTo>
                  <a:lnTo>
                    <a:pt x="1610" y="785"/>
                  </a:lnTo>
                  <a:lnTo>
                    <a:pt x="1668" y="759"/>
                  </a:lnTo>
                  <a:lnTo>
                    <a:pt x="1738" y="747"/>
                  </a:lnTo>
                  <a:lnTo>
                    <a:pt x="1780" y="746"/>
                  </a:lnTo>
                  <a:lnTo>
                    <a:pt x="1810" y="747"/>
                  </a:lnTo>
                  <a:lnTo>
                    <a:pt x="1855" y="751"/>
                  </a:lnTo>
                  <a:lnTo>
                    <a:pt x="1892" y="761"/>
                  </a:lnTo>
                  <a:lnTo>
                    <a:pt x="1928" y="781"/>
                  </a:lnTo>
                  <a:lnTo>
                    <a:pt x="1949" y="795"/>
                  </a:lnTo>
                  <a:lnTo>
                    <a:pt x="1974" y="813"/>
                  </a:lnTo>
                  <a:lnTo>
                    <a:pt x="2017" y="856"/>
                  </a:lnTo>
                  <a:lnTo>
                    <a:pt x="2050" y="903"/>
                  </a:lnTo>
                  <a:lnTo>
                    <a:pt x="2074" y="955"/>
                  </a:lnTo>
                  <a:lnTo>
                    <a:pt x="2088" y="1010"/>
                  </a:lnTo>
                  <a:lnTo>
                    <a:pt x="2093" y="1067"/>
                  </a:lnTo>
                  <a:lnTo>
                    <a:pt x="2087" y="1126"/>
                  </a:lnTo>
                  <a:lnTo>
                    <a:pt x="2070" y="1184"/>
                  </a:lnTo>
                  <a:lnTo>
                    <a:pt x="2057" y="1213"/>
                  </a:lnTo>
                  <a:lnTo>
                    <a:pt x="2046" y="1233"/>
                  </a:lnTo>
                  <a:lnTo>
                    <a:pt x="2023" y="1269"/>
                  </a:lnTo>
                  <a:lnTo>
                    <a:pt x="1995" y="1300"/>
                  </a:lnTo>
                  <a:lnTo>
                    <a:pt x="1964" y="1325"/>
                  </a:lnTo>
                  <a:lnTo>
                    <a:pt x="1927" y="1345"/>
                  </a:lnTo>
                  <a:lnTo>
                    <a:pt x="1885" y="1361"/>
                  </a:lnTo>
                  <a:lnTo>
                    <a:pt x="1811" y="1378"/>
                  </a:lnTo>
                  <a:lnTo>
                    <a:pt x="1752" y="1383"/>
                  </a:lnTo>
                  <a:lnTo>
                    <a:pt x="1617" y="1391"/>
                  </a:lnTo>
                  <a:lnTo>
                    <a:pt x="1617" y="1875"/>
                  </a:lnTo>
                  <a:lnTo>
                    <a:pt x="1617" y="2358"/>
                  </a:lnTo>
                  <a:lnTo>
                    <a:pt x="1712" y="2363"/>
                  </a:lnTo>
                  <a:lnTo>
                    <a:pt x="1809" y="2368"/>
                  </a:lnTo>
                  <a:lnTo>
                    <a:pt x="2110" y="1913"/>
                  </a:lnTo>
                  <a:lnTo>
                    <a:pt x="2187" y="1798"/>
                  </a:lnTo>
                  <a:lnTo>
                    <a:pt x="2313" y="1604"/>
                  </a:lnTo>
                  <a:lnTo>
                    <a:pt x="2409" y="1445"/>
                  </a:lnTo>
                  <a:lnTo>
                    <a:pt x="2479" y="1312"/>
                  </a:lnTo>
                  <a:lnTo>
                    <a:pt x="2527" y="1195"/>
                  </a:lnTo>
                  <a:lnTo>
                    <a:pt x="2558" y="1085"/>
                  </a:lnTo>
                  <a:lnTo>
                    <a:pt x="2574" y="972"/>
                  </a:lnTo>
                  <a:lnTo>
                    <a:pt x="2580" y="846"/>
                  </a:lnTo>
                  <a:lnTo>
                    <a:pt x="2580" y="775"/>
                  </a:lnTo>
                  <a:lnTo>
                    <a:pt x="2580" y="684"/>
                  </a:lnTo>
                  <a:lnTo>
                    <a:pt x="2568" y="531"/>
                  </a:lnTo>
                  <a:lnTo>
                    <a:pt x="2548" y="430"/>
                  </a:lnTo>
                  <a:lnTo>
                    <a:pt x="2529" y="364"/>
                  </a:lnTo>
                  <a:lnTo>
                    <a:pt x="2492" y="264"/>
                  </a:lnTo>
                  <a:lnTo>
                    <a:pt x="2459" y="191"/>
                  </a:lnTo>
                  <a:lnTo>
                    <a:pt x="2428" y="125"/>
                  </a:lnTo>
                  <a:lnTo>
                    <a:pt x="2394" y="61"/>
                  </a:lnTo>
                  <a:lnTo>
                    <a:pt x="2375" y="32"/>
                  </a:lnTo>
                  <a:lnTo>
                    <a:pt x="2357" y="15"/>
                  </a:lnTo>
                  <a:lnTo>
                    <a:pt x="2338" y="6"/>
                  </a:lnTo>
                  <a:lnTo>
                    <a:pt x="2305" y="4"/>
                  </a:lnTo>
                  <a:lnTo>
                    <a:pt x="2274" y="8"/>
                  </a:lnTo>
                  <a:lnTo>
                    <a:pt x="2242" y="14"/>
                  </a:lnTo>
                  <a:lnTo>
                    <a:pt x="2188" y="27"/>
                  </a:lnTo>
                  <a:lnTo>
                    <a:pt x="2174" y="33"/>
                  </a:lnTo>
                  <a:lnTo>
                    <a:pt x="2166" y="38"/>
                  </a:lnTo>
                  <a:lnTo>
                    <a:pt x="2161" y="54"/>
                  </a:lnTo>
                  <a:lnTo>
                    <a:pt x="2183" y="105"/>
                  </a:lnTo>
                  <a:lnTo>
                    <a:pt x="2232" y="186"/>
                  </a:lnTo>
                  <a:lnTo>
                    <a:pt x="2234" y="191"/>
                  </a:lnTo>
                  <a:lnTo>
                    <a:pt x="2235" y="202"/>
                  </a:lnTo>
                  <a:lnTo>
                    <a:pt x="2226" y="225"/>
                  </a:lnTo>
                  <a:lnTo>
                    <a:pt x="2185" y="277"/>
                  </a:lnTo>
                  <a:lnTo>
                    <a:pt x="2103" y="363"/>
                  </a:lnTo>
                  <a:lnTo>
                    <a:pt x="2042" y="425"/>
                  </a:lnTo>
                  <a:lnTo>
                    <a:pt x="1957" y="508"/>
                  </a:lnTo>
                  <a:lnTo>
                    <a:pt x="1857" y="598"/>
                  </a:lnTo>
                  <a:lnTo>
                    <a:pt x="1817" y="630"/>
                  </a:lnTo>
                  <a:lnTo>
                    <a:pt x="1809" y="633"/>
                  </a:lnTo>
                  <a:lnTo>
                    <a:pt x="1795" y="631"/>
                  </a:lnTo>
                  <a:lnTo>
                    <a:pt x="1746" y="607"/>
                  </a:lnTo>
                  <a:lnTo>
                    <a:pt x="1720" y="590"/>
                  </a:lnTo>
                  <a:lnTo>
                    <a:pt x="1694" y="573"/>
                  </a:lnTo>
                  <a:lnTo>
                    <a:pt x="1654" y="555"/>
                  </a:lnTo>
                  <a:lnTo>
                    <a:pt x="1647" y="556"/>
                  </a:lnTo>
                  <a:lnTo>
                    <a:pt x="1635" y="581"/>
                  </a:lnTo>
                  <a:lnTo>
                    <a:pt x="1617" y="645"/>
                  </a:lnTo>
                  <a:lnTo>
                    <a:pt x="1597" y="725"/>
                  </a:lnTo>
                  <a:lnTo>
                    <a:pt x="1287" y="730"/>
                  </a:lnTo>
                  <a:lnTo>
                    <a:pt x="977" y="733"/>
                  </a:lnTo>
                  <a:lnTo>
                    <a:pt x="959" y="663"/>
                  </a:lnTo>
                  <a:lnTo>
                    <a:pt x="948" y="621"/>
                  </a:lnTo>
                  <a:lnTo>
                    <a:pt x="936" y="582"/>
                  </a:lnTo>
                  <a:lnTo>
                    <a:pt x="928" y="567"/>
                  </a:lnTo>
                  <a:lnTo>
                    <a:pt x="919" y="560"/>
                  </a:lnTo>
                  <a:lnTo>
                    <a:pt x="906" y="561"/>
                  </a:lnTo>
                  <a:lnTo>
                    <a:pt x="879" y="574"/>
                  </a:lnTo>
                  <a:lnTo>
                    <a:pt x="852" y="590"/>
                  </a:lnTo>
                  <a:lnTo>
                    <a:pt x="821" y="607"/>
                  </a:lnTo>
                  <a:lnTo>
                    <a:pt x="772" y="631"/>
                  </a:lnTo>
                  <a:lnTo>
                    <a:pt x="762" y="633"/>
                  </a:lnTo>
                  <a:lnTo>
                    <a:pt x="744" y="621"/>
                  </a:lnTo>
                  <a:lnTo>
                    <a:pt x="620" y="507"/>
                  </a:lnTo>
                  <a:lnTo>
                    <a:pt x="535" y="423"/>
                  </a:lnTo>
                  <a:lnTo>
                    <a:pt x="324" y="213"/>
                  </a:lnTo>
                  <a:lnTo>
                    <a:pt x="367" y="141"/>
                  </a:lnTo>
                  <a:lnTo>
                    <a:pt x="384" y="111"/>
                  </a:lnTo>
                  <a:lnTo>
                    <a:pt x="406" y="63"/>
                  </a:lnTo>
                  <a:lnTo>
                    <a:pt x="409" y="51"/>
                  </a:lnTo>
                  <a:lnTo>
                    <a:pt x="408" y="48"/>
                  </a:lnTo>
                  <a:lnTo>
                    <a:pt x="399" y="40"/>
                  </a:lnTo>
                  <a:lnTo>
                    <a:pt x="374" y="27"/>
                  </a:lnTo>
                  <a:lnTo>
                    <a:pt x="325" y="11"/>
                  </a:lnTo>
                  <a:lnTo>
                    <a:pt x="272" y="1"/>
                  </a:lnTo>
                  <a:lnTo>
                    <a:pt x="250" y="0"/>
                  </a:lnTo>
                  <a:lnTo>
                    <a:pt x="241" y="1"/>
                  </a:lnTo>
                  <a:lnTo>
                    <a:pt x="222" y="11"/>
                  </a:lnTo>
                  <a:lnTo>
                    <a:pt x="191" y="46"/>
                  </a:lnTo>
                  <a:lnTo>
                    <a:pt x="165" y="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72">
              <a:extLst>
                <a:ext uri="{FF2B5EF4-FFF2-40B4-BE49-F238E27FC236}">
                  <a16:creationId xmlns:a16="http://schemas.microsoft.com/office/drawing/2014/main" id="{6B10A49D-32E8-50E3-9047-49F4783987F0}"/>
                </a:ext>
              </a:extLst>
            </p:cNvPr>
            <p:cNvSpPr>
              <a:spLocks/>
            </p:cNvSpPr>
            <p:nvPr/>
          </p:nvSpPr>
          <p:spPr bwMode="auto">
            <a:xfrm>
              <a:off x="6184901" y="1135063"/>
              <a:ext cx="120650" cy="127000"/>
            </a:xfrm>
            <a:custGeom>
              <a:avLst/>
              <a:gdLst>
                <a:gd name="T0" fmla="*/ 52 w 316"/>
                <a:gd name="T1" fmla="*/ 47 h 332"/>
                <a:gd name="T2" fmla="*/ 37 w 316"/>
                <a:gd name="T3" fmla="*/ 61 h 332"/>
                <a:gd name="T4" fmla="*/ 17 w 316"/>
                <a:gd name="T5" fmla="*/ 86 h 332"/>
                <a:gd name="T6" fmla="*/ 5 w 316"/>
                <a:gd name="T7" fmla="*/ 112 h 332"/>
                <a:gd name="T8" fmla="*/ 0 w 316"/>
                <a:gd name="T9" fmla="*/ 144 h 332"/>
                <a:gd name="T10" fmla="*/ 0 w 316"/>
                <a:gd name="T11" fmla="*/ 164 h 332"/>
                <a:gd name="T12" fmla="*/ 0 w 316"/>
                <a:gd name="T13" fmla="*/ 181 h 332"/>
                <a:gd name="T14" fmla="*/ 5 w 316"/>
                <a:gd name="T15" fmla="*/ 211 h 332"/>
                <a:gd name="T16" fmla="*/ 15 w 316"/>
                <a:gd name="T17" fmla="*/ 239 h 332"/>
                <a:gd name="T18" fmla="*/ 29 w 316"/>
                <a:gd name="T19" fmla="*/ 262 h 332"/>
                <a:gd name="T20" fmla="*/ 49 w 316"/>
                <a:gd name="T21" fmla="*/ 282 h 332"/>
                <a:gd name="T22" fmla="*/ 73 w 316"/>
                <a:gd name="T23" fmla="*/ 299 h 332"/>
                <a:gd name="T24" fmla="*/ 101 w 316"/>
                <a:gd name="T25" fmla="*/ 311 h 332"/>
                <a:gd name="T26" fmla="*/ 135 w 316"/>
                <a:gd name="T27" fmla="*/ 321 h 332"/>
                <a:gd name="T28" fmla="*/ 153 w 316"/>
                <a:gd name="T29" fmla="*/ 324 h 332"/>
                <a:gd name="T30" fmla="*/ 200 w 316"/>
                <a:gd name="T31" fmla="*/ 330 h 332"/>
                <a:gd name="T32" fmla="*/ 249 w 316"/>
                <a:gd name="T33" fmla="*/ 332 h 332"/>
                <a:gd name="T34" fmla="*/ 272 w 316"/>
                <a:gd name="T35" fmla="*/ 329 h 332"/>
                <a:gd name="T36" fmla="*/ 289 w 316"/>
                <a:gd name="T37" fmla="*/ 321 h 332"/>
                <a:gd name="T38" fmla="*/ 301 w 316"/>
                <a:gd name="T39" fmla="*/ 308 h 332"/>
                <a:gd name="T40" fmla="*/ 311 w 316"/>
                <a:gd name="T41" fmla="*/ 278 h 332"/>
                <a:gd name="T42" fmla="*/ 313 w 316"/>
                <a:gd name="T43" fmla="*/ 249 h 332"/>
                <a:gd name="T44" fmla="*/ 316 w 316"/>
                <a:gd name="T45" fmla="*/ 204 h 332"/>
                <a:gd name="T46" fmla="*/ 312 w 316"/>
                <a:gd name="T47" fmla="*/ 134 h 332"/>
                <a:gd name="T48" fmla="*/ 301 w 316"/>
                <a:gd name="T49" fmla="*/ 95 h 332"/>
                <a:gd name="T50" fmla="*/ 289 w 316"/>
                <a:gd name="T51" fmla="*/ 73 h 332"/>
                <a:gd name="T52" fmla="*/ 266 w 316"/>
                <a:gd name="T53" fmla="*/ 46 h 332"/>
                <a:gd name="T54" fmla="*/ 245 w 316"/>
                <a:gd name="T55" fmla="*/ 32 h 332"/>
                <a:gd name="T56" fmla="*/ 217 w 316"/>
                <a:gd name="T57" fmla="*/ 16 h 332"/>
                <a:gd name="T58" fmla="*/ 179 w 316"/>
                <a:gd name="T59" fmla="*/ 3 h 332"/>
                <a:gd name="T60" fmla="*/ 155 w 316"/>
                <a:gd name="T61" fmla="*/ 0 h 332"/>
                <a:gd name="T62" fmla="*/ 132 w 316"/>
                <a:gd name="T63" fmla="*/ 2 h 332"/>
                <a:gd name="T64" fmla="*/ 109 w 316"/>
                <a:gd name="T65" fmla="*/ 9 h 332"/>
                <a:gd name="T66" fmla="*/ 75 w 316"/>
                <a:gd name="T67" fmla="*/ 27 h 332"/>
                <a:gd name="T68" fmla="*/ 52 w 316"/>
                <a:gd name="T69" fmla="*/ 47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16" h="332">
                  <a:moveTo>
                    <a:pt x="52" y="47"/>
                  </a:moveTo>
                  <a:lnTo>
                    <a:pt x="37" y="61"/>
                  </a:lnTo>
                  <a:lnTo>
                    <a:pt x="17" y="86"/>
                  </a:lnTo>
                  <a:lnTo>
                    <a:pt x="5" y="112"/>
                  </a:lnTo>
                  <a:lnTo>
                    <a:pt x="0" y="144"/>
                  </a:lnTo>
                  <a:lnTo>
                    <a:pt x="0" y="164"/>
                  </a:lnTo>
                  <a:lnTo>
                    <a:pt x="0" y="181"/>
                  </a:lnTo>
                  <a:lnTo>
                    <a:pt x="5" y="211"/>
                  </a:lnTo>
                  <a:lnTo>
                    <a:pt x="15" y="239"/>
                  </a:lnTo>
                  <a:lnTo>
                    <a:pt x="29" y="262"/>
                  </a:lnTo>
                  <a:lnTo>
                    <a:pt x="49" y="282"/>
                  </a:lnTo>
                  <a:lnTo>
                    <a:pt x="73" y="299"/>
                  </a:lnTo>
                  <a:lnTo>
                    <a:pt x="101" y="311"/>
                  </a:lnTo>
                  <a:lnTo>
                    <a:pt x="135" y="321"/>
                  </a:lnTo>
                  <a:lnTo>
                    <a:pt x="153" y="324"/>
                  </a:lnTo>
                  <a:lnTo>
                    <a:pt x="200" y="330"/>
                  </a:lnTo>
                  <a:lnTo>
                    <a:pt x="249" y="332"/>
                  </a:lnTo>
                  <a:lnTo>
                    <a:pt x="272" y="329"/>
                  </a:lnTo>
                  <a:lnTo>
                    <a:pt x="289" y="321"/>
                  </a:lnTo>
                  <a:lnTo>
                    <a:pt x="301" y="308"/>
                  </a:lnTo>
                  <a:lnTo>
                    <a:pt x="311" y="278"/>
                  </a:lnTo>
                  <a:lnTo>
                    <a:pt x="313" y="249"/>
                  </a:lnTo>
                  <a:lnTo>
                    <a:pt x="316" y="204"/>
                  </a:lnTo>
                  <a:lnTo>
                    <a:pt x="312" y="134"/>
                  </a:lnTo>
                  <a:lnTo>
                    <a:pt x="301" y="95"/>
                  </a:lnTo>
                  <a:lnTo>
                    <a:pt x="289" y="73"/>
                  </a:lnTo>
                  <a:lnTo>
                    <a:pt x="266" y="46"/>
                  </a:lnTo>
                  <a:lnTo>
                    <a:pt x="245" y="32"/>
                  </a:lnTo>
                  <a:lnTo>
                    <a:pt x="217" y="16"/>
                  </a:lnTo>
                  <a:lnTo>
                    <a:pt x="179" y="3"/>
                  </a:lnTo>
                  <a:lnTo>
                    <a:pt x="155" y="0"/>
                  </a:lnTo>
                  <a:lnTo>
                    <a:pt x="132" y="2"/>
                  </a:lnTo>
                  <a:lnTo>
                    <a:pt x="109" y="9"/>
                  </a:lnTo>
                  <a:lnTo>
                    <a:pt x="75" y="27"/>
                  </a:lnTo>
                  <a:lnTo>
                    <a:pt x="52" y="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73">
              <a:extLst>
                <a:ext uri="{FF2B5EF4-FFF2-40B4-BE49-F238E27FC236}">
                  <a16:creationId xmlns:a16="http://schemas.microsoft.com/office/drawing/2014/main" id="{5575E8D5-D505-8E1F-7C5D-890648C22349}"/>
                </a:ext>
              </a:extLst>
            </p:cNvPr>
            <p:cNvSpPr>
              <a:spLocks/>
            </p:cNvSpPr>
            <p:nvPr/>
          </p:nvSpPr>
          <p:spPr bwMode="auto">
            <a:xfrm>
              <a:off x="6553201" y="1135063"/>
              <a:ext cx="123825" cy="127000"/>
            </a:xfrm>
            <a:custGeom>
              <a:avLst/>
              <a:gdLst>
                <a:gd name="T0" fmla="*/ 55 w 322"/>
                <a:gd name="T1" fmla="*/ 56 h 331"/>
                <a:gd name="T2" fmla="*/ 36 w 322"/>
                <a:gd name="T3" fmla="*/ 76 h 331"/>
                <a:gd name="T4" fmla="*/ 12 w 322"/>
                <a:gd name="T5" fmla="*/ 106 h 331"/>
                <a:gd name="T6" fmla="*/ 2 w 322"/>
                <a:gd name="T7" fmla="*/ 138 h 331"/>
                <a:gd name="T8" fmla="*/ 0 w 322"/>
                <a:gd name="T9" fmla="*/ 185 h 331"/>
                <a:gd name="T10" fmla="*/ 2 w 322"/>
                <a:gd name="T11" fmla="*/ 220 h 331"/>
                <a:gd name="T12" fmla="*/ 7 w 322"/>
                <a:gd name="T13" fmla="*/ 325 h 331"/>
                <a:gd name="T14" fmla="*/ 85 w 322"/>
                <a:gd name="T15" fmla="*/ 330 h 331"/>
                <a:gd name="T16" fmla="*/ 125 w 322"/>
                <a:gd name="T17" fmla="*/ 331 h 331"/>
                <a:gd name="T18" fmla="*/ 195 w 322"/>
                <a:gd name="T19" fmla="*/ 320 h 331"/>
                <a:gd name="T20" fmla="*/ 239 w 322"/>
                <a:gd name="T21" fmla="*/ 301 h 331"/>
                <a:gd name="T22" fmla="*/ 263 w 322"/>
                <a:gd name="T23" fmla="*/ 285 h 331"/>
                <a:gd name="T24" fmla="*/ 284 w 322"/>
                <a:gd name="T25" fmla="*/ 265 h 331"/>
                <a:gd name="T26" fmla="*/ 300 w 322"/>
                <a:gd name="T27" fmla="*/ 242 h 331"/>
                <a:gd name="T28" fmla="*/ 305 w 322"/>
                <a:gd name="T29" fmla="*/ 230 h 331"/>
                <a:gd name="T30" fmla="*/ 316 w 322"/>
                <a:gd name="T31" fmla="*/ 202 h 331"/>
                <a:gd name="T32" fmla="*/ 322 w 322"/>
                <a:gd name="T33" fmla="*/ 151 h 331"/>
                <a:gd name="T34" fmla="*/ 311 w 322"/>
                <a:gd name="T35" fmla="*/ 103 h 331"/>
                <a:gd name="T36" fmla="*/ 283 w 322"/>
                <a:gd name="T37" fmla="*/ 61 h 331"/>
                <a:gd name="T38" fmla="*/ 262 w 322"/>
                <a:gd name="T39" fmla="*/ 41 h 331"/>
                <a:gd name="T40" fmla="*/ 249 w 322"/>
                <a:gd name="T41" fmla="*/ 31 h 331"/>
                <a:gd name="T42" fmla="*/ 222 w 322"/>
                <a:gd name="T43" fmla="*/ 14 h 331"/>
                <a:gd name="T44" fmla="*/ 196 w 322"/>
                <a:gd name="T45" fmla="*/ 4 h 331"/>
                <a:gd name="T46" fmla="*/ 171 w 322"/>
                <a:gd name="T47" fmla="*/ 0 h 331"/>
                <a:gd name="T48" fmla="*/ 145 w 322"/>
                <a:gd name="T49" fmla="*/ 2 h 331"/>
                <a:gd name="T50" fmla="*/ 120 w 322"/>
                <a:gd name="T51" fmla="*/ 9 h 331"/>
                <a:gd name="T52" fmla="*/ 81 w 322"/>
                <a:gd name="T53" fmla="*/ 32 h 331"/>
                <a:gd name="T54" fmla="*/ 55 w 322"/>
                <a:gd name="T55" fmla="*/ 56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22" h="331">
                  <a:moveTo>
                    <a:pt x="55" y="56"/>
                  </a:moveTo>
                  <a:lnTo>
                    <a:pt x="36" y="76"/>
                  </a:lnTo>
                  <a:lnTo>
                    <a:pt x="12" y="106"/>
                  </a:lnTo>
                  <a:lnTo>
                    <a:pt x="2" y="138"/>
                  </a:lnTo>
                  <a:lnTo>
                    <a:pt x="0" y="185"/>
                  </a:lnTo>
                  <a:lnTo>
                    <a:pt x="2" y="220"/>
                  </a:lnTo>
                  <a:lnTo>
                    <a:pt x="7" y="325"/>
                  </a:lnTo>
                  <a:lnTo>
                    <a:pt x="85" y="330"/>
                  </a:lnTo>
                  <a:lnTo>
                    <a:pt x="125" y="331"/>
                  </a:lnTo>
                  <a:lnTo>
                    <a:pt x="195" y="320"/>
                  </a:lnTo>
                  <a:lnTo>
                    <a:pt x="239" y="301"/>
                  </a:lnTo>
                  <a:lnTo>
                    <a:pt x="263" y="285"/>
                  </a:lnTo>
                  <a:lnTo>
                    <a:pt x="284" y="265"/>
                  </a:lnTo>
                  <a:lnTo>
                    <a:pt x="300" y="242"/>
                  </a:lnTo>
                  <a:lnTo>
                    <a:pt x="305" y="230"/>
                  </a:lnTo>
                  <a:lnTo>
                    <a:pt x="316" y="202"/>
                  </a:lnTo>
                  <a:lnTo>
                    <a:pt x="322" y="151"/>
                  </a:lnTo>
                  <a:lnTo>
                    <a:pt x="311" y="103"/>
                  </a:lnTo>
                  <a:lnTo>
                    <a:pt x="283" y="61"/>
                  </a:lnTo>
                  <a:lnTo>
                    <a:pt x="262" y="41"/>
                  </a:lnTo>
                  <a:lnTo>
                    <a:pt x="249" y="31"/>
                  </a:lnTo>
                  <a:lnTo>
                    <a:pt x="222" y="14"/>
                  </a:lnTo>
                  <a:lnTo>
                    <a:pt x="196" y="4"/>
                  </a:lnTo>
                  <a:lnTo>
                    <a:pt x="171" y="0"/>
                  </a:lnTo>
                  <a:lnTo>
                    <a:pt x="145" y="2"/>
                  </a:lnTo>
                  <a:lnTo>
                    <a:pt x="120" y="9"/>
                  </a:lnTo>
                  <a:lnTo>
                    <a:pt x="81" y="32"/>
                  </a:lnTo>
                  <a:lnTo>
                    <a:pt x="55"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77">
              <a:extLst>
                <a:ext uri="{FF2B5EF4-FFF2-40B4-BE49-F238E27FC236}">
                  <a16:creationId xmlns:a16="http://schemas.microsoft.com/office/drawing/2014/main" id="{97DF428F-437D-CC45-21AC-A61F2A50BB9E}"/>
                </a:ext>
              </a:extLst>
            </p:cNvPr>
            <p:cNvSpPr>
              <a:spLocks/>
            </p:cNvSpPr>
            <p:nvPr/>
          </p:nvSpPr>
          <p:spPr bwMode="auto">
            <a:xfrm>
              <a:off x="6369051" y="1320800"/>
              <a:ext cx="120650" cy="374650"/>
            </a:xfrm>
            <a:custGeom>
              <a:avLst/>
              <a:gdLst>
                <a:gd name="T0" fmla="*/ 12 w 317"/>
                <a:gd name="T1" fmla="*/ 7 h 980"/>
                <a:gd name="T2" fmla="*/ 7 w 317"/>
                <a:gd name="T3" fmla="*/ 39 h 980"/>
                <a:gd name="T4" fmla="*/ 1 w 317"/>
                <a:gd name="T5" fmla="*/ 307 h 980"/>
                <a:gd name="T6" fmla="*/ 0 w 317"/>
                <a:gd name="T7" fmla="*/ 500 h 980"/>
                <a:gd name="T8" fmla="*/ 0 w 317"/>
                <a:gd name="T9" fmla="*/ 980 h 980"/>
                <a:gd name="T10" fmla="*/ 159 w 317"/>
                <a:gd name="T11" fmla="*/ 980 h 980"/>
                <a:gd name="T12" fmla="*/ 317 w 317"/>
                <a:gd name="T13" fmla="*/ 980 h 980"/>
                <a:gd name="T14" fmla="*/ 314 w 317"/>
                <a:gd name="T15" fmla="*/ 492 h 980"/>
                <a:gd name="T16" fmla="*/ 309 w 317"/>
                <a:gd name="T17" fmla="*/ 5 h 980"/>
                <a:gd name="T18" fmla="*/ 167 w 317"/>
                <a:gd name="T19" fmla="*/ 0 h 980"/>
                <a:gd name="T20" fmla="*/ 109 w 317"/>
                <a:gd name="T21" fmla="*/ 0 h 980"/>
                <a:gd name="T22" fmla="*/ 25 w 317"/>
                <a:gd name="T23" fmla="*/ 3 h 980"/>
                <a:gd name="T24" fmla="*/ 12 w 317"/>
                <a:gd name="T25" fmla="*/ 7 h 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7" h="980">
                  <a:moveTo>
                    <a:pt x="12" y="7"/>
                  </a:moveTo>
                  <a:lnTo>
                    <a:pt x="7" y="39"/>
                  </a:lnTo>
                  <a:lnTo>
                    <a:pt x="1" y="307"/>
                  </a:lnTo>
                  <a:lnTo>
                    <a:pt x="0" y="500"/>
                  </a:lnTo>
                  <a:lnTo>
                    <a:pt x="0" y="980"/>
                  </a:lnTo>
                  <a:lnTo>
                    <a:pt x="159" y="980"/>
                  </a:lnTo>
                  <a:lnTo>
                    <a:pt x="317" y="980"/>
                  </a:lnTo>
                  <a:lnTo>
                    <a:pt x="314" y="492"/>
                  </a:lnTo>
                  <a:lnTo>
                    <a:pt x="309" y="5"/>
                  </a:lnTo>
                  <a:lnTo>
                    <a:pt x="167" y="0"/>
                  </a:lnTo>
                  <a:lnTo>
                    <a:pt x="109" y="0"/>
                  </a:lnTo>
                  <a:lnTo>
                    <a:pt x="25" y="3"/>
                  </a:lnTo>
                  <a:lnTo>
                    <a:pt x="1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83">
              <a:extLst>
                <a:ext uri="{FF2B5EF4-FFF2-40B4-BE49-F238E27FC236}">
                  <a16:creationId xmlns:a16="http://schemas.microsoft.com/office/drawing/2014/main" id="{D554B4D7-89F8-F091-D3F3-E90CCA325437}"/>
                </a:ext>
              </a:extLst>
            </p:cNvPr>
            <p:cNvSpPr>
              <a:spLocks/>
            </p:cNvSpPr>
            <p:nvPr/>
          </p:nvSpPr>
          <p:spPr bwMode="auto">
            <a:xfrm>
              <a:off x="6242051" y="1755775"/>
              <a:ext cx="374650" cy="61913"/>
            </a:xfrm>
            <a:custGeom>
              <a:avLst/>
              <a:gdLst>
                <a:gd name="T0" fmla="*/ 15 w 983"/>
                <a:gd name="T1" fmla="*/ 12 h 160"/>
                <a:gd name="T2" fmla="*/ 9 w 983"/>
                <a:gd name="T3" fmla="*/ 22 h 160"/>
                <a:gd name="T4" fmla="*/ 1 w 983"/>
                <a:gd name="T5" fmla="*/ 59 h 160"/>
                <a:gd name="T6" fmla="*/ 0 w 983"/>
                <a:gd name="T7" fmla="*/ 80 h 160"/>
                <a:gd name="T8" fmla="*/ 1 w 983"/>
                <a:gd name="T9" fmla="*/ 101 h 160"/>
                <a:gd name="T10" fmla="*/ 9 w 983"/>
                <a:gd name="T11" fmla="*/ 138 h 160"/>
                <a:gd name="T12" fmla="*/ 15 w 983"/>
                <a:gd name="T13" fmla="*/ 147 h 160"/>
                <a:gd name="T14" fmla="*/ 25 w 983"/>
                <a:gd name="T15" fmla="*/ 150 h 160"/>
                <a:gd name="T16" fmla="*/ 97 w 983"/>
                <a:gd name="T17" fmla="*/ 156 h 160"/>
                <a:gd name="T18" fmla="*/ 304 w 983"/>
                <a:gd name="T19" fmla="*/ 160 h 160"/>
                <a:gd name="T20" fmla="*/ 507 w 983"/>
                <a:gd name="T21" fmla="*/ 158 h 160"/>
                <a:gd name="T22" fmla="*/ 983 w 983"/>
                <a:gd name="T23" fmla="*/ 153 h 160"/>
                <a:gd name="T24" fmla="*/ 983 w 983"/>
                <a:gd name="T25" fmla="*/ 80 h 160"/>
                <a:gd name="T26" fmla="*/ 983 w 983"/>
                <a:gd name="T27" fmla="*/ 7 h 160"/>
                <a:gd name="T28" fmla="*/ 507 w 983"/>
                <a:gd name="T29" fmla="*/ 2 h 160"/>
                <a:gd name="T30" fmla="*/ 304 w 983"/>
                <a:gd name="T31" fmla="*/ 0 h 160"/>
                <a:gd name="T32" fmla="*/ 97 w 983"/>
                <a:gd name="T33" fmla="*/ 4 h 160"/>
                <a:gd name="T34" fmla="*/ 25 w 983"/>
                <a:gd name="T35" fmla="*/ 9 h 160"/>
                <a:gd name="T36" fmla="*/ 15 w 983"/>
                <a:gd name="T37" fmla="*/ 12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83" h="160">
                  <a:moveTo>
                    <a:pt x="15" y="12"/>
                  </a:moveTo>
                  <a:lnTo>
                    <a:pt x="9" y="22"/>
                  </a:lnTo>
                  <a:lnTo>
                    <a:pt x="1" y="59"/>
                  </a:lnTo>
                  <a:lnTo>
                    <a:pt x="0" y="80"/>
                  </a:lnTo>
                  <a:lnTo>
                    <a:pt x="1" y="101"/>
                  </a:lnTo>
                  <a:lnTo>
                    <a:pt x="9" y="138"/>
                  </a:lnTo>
                  <a:lnTo>
                    <a:pt x="15" y="147"/>
                  </a:lnTo>
                  <a:lnTo>
                    <a:pt x="25" y="150"/>
                  </a:lnTo>
                  <a:lnTo>
                    <a:pt x="97" y="156"/>
                  </a:lnTo>
                  <a:lnTo>
                    <a:pt x="304" y="160"/>
                  </a:lnTo>
                  <a:lnTo>
                    <a:pt x="507" y="158"/>
                  </a:lnTo>
                  <a:lnTo>
                    <a:pt x="983" y="153"/>
                  </a:lnTo>
                  <a:lnTo>
                    <a:pt x="983" y="80"/>
                  </a:lnTo>
                  <a:lnTo>
                    <a:pt x="983" y="7"/>
                  </a:lnTo>
                  <a:lnTo>
                    <a:pt x="507" y="2"/>
                  </a:lnTo>
                  <a:lnTo>
                    <a:pt x="304" y="0"/>
                  </a:lnTo>
                  <a:lnTo>
                    <a:pt x="97" y="4"/>
                  </a:lnTo>
                  <a:lnTo>
                    <a:pt x="25" y="9"/>
                  </a:lnTo>
                  <a:lnTo>
                    <a:pt x="15"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6">
              <a:extLst>
                <a:ext uri="{FF2B5EF4-FFF2-40B4-BE49-F238E27FC236}">
                  <a16:creationId xmlns:a16="http://schemas.microsoft.com/office/drawing/2014/main" id="{717EA5BD-1462-0D0D-DCD8-E39D6906F2A8}"/>
                </a:ext>
              </a:extLst>
            </p:cNvPr>
            <p:cNvSpPr>
              <a:spLocks/>
            </p:cNvSpPr>
            <p:nvPr/>
          </p:nvSpPr>
          <p:spPr bwMode="auto">
            <a:xfrm>
              <a:off x="6245226" y="1879600"/>
              <a:ext cx="368300" cy="180975"/>
            </a:xfrm>
            <a:custGeom>
              <a:avLst/>
              <a:gdLst>
                <a:gd name="T0" fmla="*/ 4 w 966"/>
                <a:gd name="T1" fmla="*/ 6 h 474"/>
                <a:gd name="T2" fmla="*/ 2 w 966"/>
                <a:gd name="T3" fmla="*/ 10 h 474"/>
                <a:gd name="T4" fmla="*/ 0 w 966"/>
                <a:gd name="T5" fmla="*/ 26 h 474"/>
                <a:gd name="T6" fmla="*/ 4 w 966"/>
                <a:gd name="T7" fmla="*/ 64 h 474"/>
                <a:gd name="T8" fmla="*/ 20 w 966"/>
                <a:gd name="T9" fmla="*/ 131 h 474"/>
                <a:gd name="T10" fmla="*/ 43 w 966"/>
                <a:gd name="T11" fmla="*/ 200 h 474"/>
                <a:gd name="T12" fmla="*/ 56 w 966"/>
                <a:gd name="T13" fmla="*/ 228 h 474"/>
                <a:gd name="T14" fmla="*/ 72 w 966"/>
                <a:gd name="T15" fmla="*/ 255 h 474"/>
                <a:gd name="T16" fmla="*/ 119 w 966"/>
                <a:gd name="T17" fmla="*/ 315 h 474"/>
                <a:gd name="T18" fmla="*/ 180 w 966"/>
                <a:gd name="T19" fmla="*/ 373 h 474"/>
                <a:gd name="T20" fmla="*/ 245 w 966"/>
                <a:gd name="T21" fmla="*/ 424 h 474"/>
                <a:gd name="T22" fmla="*/ 278 w 966"/>
                <a:gd name="T23" fmla="*/ 443 h 474"/>
                <a:gd name="T24" fmla="*/ 295 w 966"/>
                <a:gd name="T25" fmla="*/ 451 h 474"/>
                <a:gd name="T26" fmla="*/ 339 w 966"/>
                <a:gd name="T27" fmla="*/ 463 h 474"/>
                <a:gd name="T28" fmla="*/ 423 w 966"/>
                <a:gd name="T29" fmla="*/ 474 h 474"/>
                <a:gd name="T30" fmla="*/ 549 w 966"/>
                <a:gd name="T31" fmla="*/ 472 h 474"/>
                <a:gd name="T32" fmla="*/ 635 w 966"/>
                <a:gd name="T33" fmla="*/ 459 h 474"/>
                <a:gd name="T34" fmla="*/ 681 w 966"/>
                <a:gd name="T35" fmla="*/ 445 h 474"/>
                <a:gd name="T36" fmla="*/ 699 w 966"/>
                <a:gd name="T37" fmla="*/ 436 h 474"/>
                <a:gd name="T38" fmla="*/ 726 w 966"/>
                <a:gd name="T39" fmla="*/ 421 h 474"/>
                <a:gd name="T40" fmla="*/ 776 w 966"/>
                <a:gd name="T41" fmla="*/ 386 h 474"/>
                <a:gd name="T42" fmla="*/ 822 w 966"/>
                <a:gd name="T43" fmla="*/ 345 h 474"/>
                <a:gd name="T44" fmla="*/ 863 w 966"/>
                <a:gd name="T45" fmla="*/ 300 h 474"/>
                <a:gd name="T46" fmla="*/ 898 w 966"/>
                <a:gd name="T47" fmla="*/ 251 h 474"/>
                <a:gd name="T48" fmla="*/ 927 w 966"/>
                <a:gd name="T49" fmla="*/ 200 h 474"/>
                <a:gd name="T50" fmla="*/ 948 w 966"/>
                <a:gd name="T51" fmla="*/ 148 h 474"/>
                <a:gd name="T52" fmla="*/ 960 w 966"/>
                <a:gd name="T53" fmla="*/ 96 h 474"/>
                <a:gd name="T54" fmla="*/ 963 w 966"/>
                <a:gd name="T55" fmla="*/ 71 h 474"/>
                <a:gd name="T56" fmla="*/ 966 w 966"/>
                <a:gd name="T57" fmla="*/ 6 h 474"/>
                <a:gd name="T58" fmla="*/ 489 w 966"/>
                <a:gd name="T59" fmla="*/ 1 h 474"/>
                <a:gd name="T60" fmla="*/ 299 w 966"/>
                <a:gd name="T61" fmla="*/ 0 h 474"/>
                <a:gd name="T62" fmla="*/ 35 w 966"/>
                <a:gd name="T63" fmla="*/ 3 h 474"/>
                <a:gd name="T64" fmla="*/ 4 w 966"/>
                <a:gd name="T65" fmla="*/ 6 h 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66" h="474">
                  <a:moveTo>
                    <a:pt x="4" y="6"/>
                  </a:moveTo>
                  <a:lnTo>
                    <a:pt x="2" y="10"/>
                  </a:lnTo>
                  <a:lnTo>
                    <a:pt x="0" y="26"/>
                  </a:lnTo>
                  <a:lnTo>
                    <a:pt x="4" y="64"/>
                  </a:lnTo>
                  <a:lnTo>
                    <a:pt x="20" y="131"/>
                  </a:lnTo>
                  <a:lnTo>
                    <a:pt x="43" y="200"/>
                  </a:lnTo>
                  <a:lnTo>
                    <a:pt x="56" y="228"/>
                  </a:lnTo>
                  <a:lnTo>
                    <a:pt x="72" y="255"/>
                  </a:lnTo>
                  <a:lnTo>
                    <a:pt x="119" y="315"/>
                  </a:lnTo>
                  <a:lnTo>
                    <a:pt x="180" y="373"/>
                  </a:lnTo>
                  <a:lnTo>
                    <a:pt x="245" y="424"/>
                  </a:lnTo>
                  <a:lnTo>
                    <a:pt x="278" y="443"/>
                  </a:lnTo>
                  <a:lnTo>
                    <a:pt x="295" y="451"/>
                  </a:lnTo>
                  <a:lnTo>
                    <a:pt x="339" y="463"/>
                  </a:lnTo>
                  <a:lnTo>
                    <a:pt x="423" y="474"/>
                  </a:lnTo>
                  <a:lnTo>
                    <a:pt x="549" y="472"/>
                  </a:lnTo>
                  <a:lnTo>
                    <a:pt x="635" y="459"/>
                  </a:lnTo>
                  <a:lnTo>
                    <a:pt x="681" y="445"/>
                  </a:lnTo>
                  <a:lnTo>
                    <a:pt x="699" y="436"/>
                  </a:lnTo>
                  <a:lnTo>
                    <a:pt x="726" y="421"/>
                  </a:lnTo>
                  <a:lnTo>
                    <a:pt x="776" y="386"/>
                  </a:lnTo>
                  <a:lnTo>
                    <a:pt x="822" y="345"/>
                  </a:lnTo>
                  <a:lnTo>
                    <a:pt x="863" y="300"/>
                  </a:lnTo>
                  <a:lnTo>
                    <a:pt x="898" y="251"/>
                  </a:lnTo>
                  <a:lnTo>
                    <a:pt x="927" y="200"/>
                  </a:lnTo>
                  <a:lnTo>
                    <a:pt x="948" y="148"/>
                  </a:lnTo>
                  <a:lnTo>
                    <a:pt x="960" y="96"/>
                  </a:lnTo>
                  <a:lnTo>
                    <a:pt x="963" y="71"/>
                  </a:lnTo>
                  <a:lnTo>
                    <a:pt x="966" y="6"/>
                  </a:lnTo>
                  <a:lnTo>
                    <a:pt x="489" y="1"/>
                  </a:lnTo>
                  <a:lnTo>
                    <a:pt x="299" y="0"/>
                  </a:lnTo>
                  <a:lnTo>
                    <a:pt x="35" y="3"/>
                  </a:lnTo>
                  <a:lnTo>
                    <a:pt x="4"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0" name="Slide Number Placeholder 9">
            <a:extLst>
              <a:ext uri="{FF2B5EF4-FFF2-40B4-BE49-F238E27FC236}">
                <a16:creationId xmlns:a16="http://schemas.microsoft.com/office/drawing/2014/main" id="{A4E2DDB4-5C7F-45BC-596C-551D03418445}"/>
              </a:ext>
            </a:extLst>
          </p:cNvPr>
          <p:cNvSpPr>
            <a:spLocks noGrp="1"/>
          </p:cNvSpPr>
          <p:nvPr>
            <p:ph type="sldNum" sz="quarter" idx="12"/>
          </p:nvPr>
        </p:nvSpPr>
        <p:spPr/>
        <p:txBody>
          <a:bodyPr/>
          <a:lstStyle/>
          <a:p>
            <a:fld id="{0BE4EC83-A869-464E-AE9F-881796FB085E}" type="slidenum">
              <a:rPr lang="en-US" smtClean="0"/>
              <a:t>65</a:t>
            </a:fld>
            <a:endParaRPr lang="en-US"/>
          </a:p>
        </p:txBody>
      </p:sp>
    </p:spTree>
    <p:extLst>
      <p:ext uri="{BB962C8B-B14F-4D97-AF65-F5344CB8AC3E}">
        <p14:creationId xmlns:p14="http://schemas.microsoft.com/office/powerpoint/2010/main" val="35162420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3ED91-6E7C-3768-4BCF-3985E24A642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2454CC0-8FB9-484E-9A65-8A3B59040971}"/>
              </a:ext>
            </a:extLst>
          </p:cNvPr>
          <p:cNvSpPr>
            <a:spLocks noGrp="1"/>
          </p:cNvSpPr>
          <p:nvPr>
            <p:ph type="title"/>
          </p:nvPr>
        </p:nvSpPr>
        <p:spPr/>
        <p:txBody>
          <a:bodyPr/>
          <a:lstStyle/>
          <a:p>
            <a:r>
              <a:rPr lang="ar-EG" dirty="0"/>
              <a:t>التشغيل لممارسة البنية المؤسسية</a:t>
            </a:r>
            <a:endParaRPr lang="en-GB" dirty="0"/>
          </a:p>
        </p:txBody>
      </p:sp>
      <p:sp>
        <p:nvSpPr>
          <p:cNvPr id="82" name="Rectangle 81">
            <a:extLst>
              <a:ext uri="{FF2B5EF4-FFF2-40B4-BE49-F238E27FC236}">
                <a16:creationId xmlns:a16="http://schemas.microsoft.com/office/drawing/2014/main" id="{A5034A40-313D-239C-D65C-084CC4E75A0C}"/>
              </a:ext>
            </a:extLst>
          </p:cNvPr>
          <p:cNvSpPr/>
          <p:nvPr/>
        </p:nvSpPr>
        <p:spPr>
          <a:xfrm>
            <a:off x="3155979" y="1747921"/>
            <a:ext cx="3866730" cy="523220"/>
          </a:xfrm>
          <a:prstGeom prst="rect">
            <a:avLst/>
          </a:prstGeom>
        </p:spPr>
        <p:txBody>
          <a:bodyPr wrap="square">
            <a:spAutoFit/>
          </a:bodyPr>
          <a:lstStyle/>
          <a:p>
            <a:pPr lvl="0" algn="r" rtl="1"/>
            <a:r>
              <a:rPr lang="ar-SY" sz="2800" b="1" dirty="0">
                <a:solidFill>
                  <a:schemeClr val="accent1"/>
                </a:solidFill>
              </a:rPr>
              <a:t>4.دراسات الجدوى والأثر</a:t>
            </a:r>
          </a:p>
        </p:txBody>
      </p:sp>
      <p:sp>
        <p:nvSpPr>
          <p:cNvPr id="227" name="Rectangle: Rounded Corners 226">
            <a:extLst>
              <a:ext uri="{FF2B5EF4-FFF2-40B4-BE49-F238E27FC236}">
                <a16:creationId xmlns:a16="http://schemas.microsoft.com/office/drawing/2014/main" id="{732B7B64-D431-942F-07D6-2CC6DC0B74CB}"/>
              </a:ext>
            </a:extLst>
          </p:cNvPr>
          <p:cNvSpPr/>
          <p:nvPr/>
        </p:nvSpPr>
        <p:spPr>
          <a:xfrm>
            <a:off x="987194" y="3666541"/>
            <a:ext cx="5920133" cy="1496569"/>
          </a:xfrm>
          <a:prstGeom prst="roundRect">
            <a:avLst>
              <a:gd name="adj" fmla="val 10821"/>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endParaRPr lang="en-GB"/>
          </a:p>
        </p:txBody>
      </p:sp>
      <p:sp>
        <p:nvSpPr>
          <p:cNvPr id="216" name="TextBox 215">
            <a:extLst>
              <a:ext uri="{FF2B5EF4-FFF2-40B4-BE49-F238E27FC236}">
                <a16:creationId xmlns:a16="http://schemas.microsoft.com/office/drawing/2014/main" id="{B93CD183-1C72-168F-0768-D41F86342A04}"/>
              </a:ext>
            </a:extLst>
          </p:cNvPr>
          <p:cNvSpPr txBox="1"/>
          <p:nvPr/>
        </p:nvSpPr>
        <p:spPr>
          <a:xfrm>
            <a:off x="4195790" y="3805983"/>
            <a:ext cx="2605069" cy="369332"/>
          </a:xfrm>
          <a:prstGeom prst="rect">
            <a:avLst/>
          </a:prstGeom>
          <a:noFill/>
        </p:spPr>
        <p:txBody>
          <a:bodyPr wrap="square">
            <a:spAutoFit/>
          </a:bodyPr>
          <a:lstStyle/>
          <a:p>
            <a:pPr algn="r" rtl="1"/>
            <a:r>
              <a:rPr lang="ar-EG" b="1" dirty="0"/>
              <a:t>التقارير الدورية</a:t>
            </a:r>
          </a:p>
        </p:txBody>
      </p:sp>
      <p:sp>
        <p:nvSpPr>
          <p:cNvPr id="9" name="TextBox 8">
            <a:extLst>
              <a:ext uri="{FF2B5EF4-FFF2-40B4-BE49-F238E27FC236}">
                <a16:creationId xmlns:a16="http://schemas.microsoft.com/office/drawing/2014/main" id="{CB8BBEE6-770C-EA68-232E-469A38DA2A2C}"/>
              </a:ext>
            </a:extLst>
          </p:cNvPr>
          <p:cNvSpPr txBox="1"/>
          <p:nvPr/>
        </p:nvSpPr>
        <p:spPr>
          <a:xfrm>
            <a:off x="988754" y="4149343"/>
            <a:ext cx="5812105" cy="369332"/>
          </a:xfrm>
          <a:prstGeom prst="rect">
            <a:avLst/>
          </a:prstGeom>
          <a:noFill/>
        </p:spPr>
        <p:txBody>
          <a:bodyPr wrap="square">
            <a:spAutoFit/>
          </a:bodyPr>
          <a:lstStyle/>
          <a:p>
            <a:pPr algn="r" rtl="1"/>
            <a:r>
              <a:rPr lang="ar-EG" dirty="0"/>
              <a:t>رفع تقارير دورية عن:</a:t>
            </a:r>
          </a:p>
        </p:txBody>
      </p:sp>
      <p:cxnSp>
        <p:nvCxnSpPr>
          <p:cNvPr id="24" name="Straight Connector 23">
            <a:extLst>
              <a:ext uri="{FF2B5EF4-FFF2-40B4-BE49-F238E27FC236}">
                <a16:creationId xmlns:a16="http://schemas.microsoft.com/office/drawing/2014/main" id="{E81B5327-9144-69E7-BAEB-9B94F546AFAB}"/>
              </a:ext>
            </a:extLst>
          </p:cNvPr>
          <p:cNvCxnSpPr/>
          <p:nvPr/>
        </p:nvCxnSpPr>
        <p:spPr>
          <a:xfrm>
            <a:off x="6907327" y="3848832"/>
            <a:ext cx="0" cy="274320"/>
          </a:xfrm>
          <a:prstGeom prst="line">
            <a:avLst/>
          </a:prstGeom>
          <a:ln w="25400">
            <a:gradFill>
              <a:gsLst>
                <a:gs pos="9000">
                  <a:schemeClr val="accent1"/>
                </a:gs>
                <a:gs pos="100000">
                  <a:schemeClr val="accent2"/>
                </a:gs>
              </a:gsLst>
              <a:lin ang="7200000" scaled="0"/>
            </a:gra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A5B19372-BDC7-90FB-AABC-FD0ADADA6F36}"/>
              </a:ext>
            </a:extLst>
          </p:cNvPr>
          <p:cNvSpPr txBox="1"/>
          <p:nvPr/>
        </p:nvSpPr>
        <p:spPr>
          <a:xfrm>
            <a:off x="988754" y="4516779"/>
            <a:ext cx="5812105" cy="646331"/>
          </a:xfrm>
          <a:prstGeom prst="rect">
            <a:avLst/>
          </a:prstGeom>
          <a:noFill/>
        </p:spPr>
        <p:txBody>
          <a:bodyPr wrap="square" numCol="2" spcCol="274320" rtlCol="1">
            <a:noAutofit/>
          </a:bodyPr>
          <a:lstStyle/>
          <a:p>
            <a:pPr marL="285750" indent="-285750" algn="r" rtl="1">
              <a:buFont typeface="Arial" panose="020B0604020202020204" pitchFamily="34" charset="0"/>
              <a:buChar char="•"/>
            </a:pPr>
            <a:r>
              <a:rPr lang="ar-EG" sz="1600" dirty="0"/>
              <a:t>مستوى التقدم</a:t>
            </a:r>
          </a:p>
          <a:p>
            <a:pPr marL="285750" indent="-285750" algn="r" rtl="1">
              <a:buFont typeface="Arial" panose="020B0604020202020204" pitchFamily="34" charset="0"/>
              <a:buChar char="•"/>
            </a:pPr>
            <a:r>
              <a:rPr lang="ar-EG" sz="1600" dirty="0"/>
              <a:t>المخاطر المعمارية</a:t>
            </a:r>
          </a:p>
          <a:p>
            <a:pPr marL="285750" indent="-285750" algn="r" rtl="1">
              <a:buFont typeface="Arial" panose="020B0604020202020204" pitchFamily="34" charset="0"/>
              <a:buChar char="•"/>
            </a:pPr>
            <a:r>
              <a:rPr lang="ar-EG" sz="1600" dirty="0"/>
              <a:t>القيمة المتحققة</a:t>
            </a:r>
          </a:p>
          <a:p>
            <a:pPr marL="285750" indent="-285750" algn="r" rtl="1">
              <a:buFont typeface="Arial" panose="020B0604020202020204" pitchFamily="34" charset="0"/>
              <a:buChar char="•"/>
            </a:pPr>
            <a:endParaRPr lang="ar-EG" sz="1600" dirty="0"/>
          </a:p>
        </p:txBody>
      </p:sp>
      <p:sp>
        <p:nvSpPr>
          <p:cNvPr id="7" name="Rectangle: Rounded Corners 6">
            <a:extLst>
              <a:ext uri="{FF2B5EF4-FFF2-40B4-BE49-F238E27FC236}">
                <a16:creationId xmlns:a16="http://schemas.microsoft.com/office/drawing/2014/main" id="{FFBEA799-7CEC-6B30-FF8D-7A14527535BC}"/>
              </a:ext>
            </a:extLst>
          </p:cNvPr>
          <p:cNvSpPr/>
          <p:nvPr/>
        </p:nvSpPr>
        <p:spPr>
          <a:xfrm>
            <a:off x="4193171" y="2424510"/>
            <a:ext cx="2714156" cy="1129132"/>
          </a:xfrm>
          <a:prstGeom prst="roundRect">
            <a:avLst>
              <a:gd name="adj" fmla="val 10821"/>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endParaRPr lang="en-GB"/>
          </a:p>
        </p:txBody>
      </p:sp>
      <p:sp>
        <p:nvSpPr>
          <p:cNvPr id="8" name="TextBox 7">
            <a:extLst>
              <a:ext uri="{FF2B5EF4-FFF2-40B4-BE49-F238E27FC236}">
                <a16:creationId xmlns:a16="http://schemas.microsoft.com/office/drawing/2014/main" id="{C1610505-C24A-7B77-F535-038DDD8495A7}"/>
              </a:ext>
            </a:extLst>
          </p:cNvPr>
          <p:cNvSpPr txBox="1"/>
          <p:nvPr/>
        </p:nvSpPr>
        <p:spPr>
          <a:xfrm>
            <a:off x="4195790" y="2563951"/>
            <a:ext cx="2605069" cy="369332"/>
          </a:xfrm>
          <a:prstGeom prst="rect">
            <a:avLst/>
          </a:prstGeom>
          <a:noFill/>
        </p:spPr>
        <p:txBody>
          <a:bodyPr wrap="square">
            <a:spAutoFit/>
          </a:bodyPr>
          <a:lstStyle/>
          <a:p>
            <a:pPr algn="r" rtl="1"/>
            <a:r>
              <a:rPr lang="ar-EG" b="1" dirty="0"/>
              <a:t>دعم القرارات</a:t>
            </a:r>
          </a:p>
        </p:txBody>
      </p:sp>
      <p:sp>
        <p:nvSpPr>
          <p:cNvPr id="10" name="Rectangle: Rounded Corners 9">
            <a:extLst>
              <a:ext uri="{FF2B5EF4-FFF2-40B4-BE49-F238E27FC236}">
                <a16:creationId xmlns:a16="http://schemas.microsoft.com/office/drawing/2014/main" id="{17893AB7-3EAD-D092-5352-14CCF7349FC2}"/>
              </a:ext>
            </a:extLst>
          </p:cNvPr>
          <p:cNvSpPr/>
          <p:nvPr/>
        </p:nvSpPr>
        <p:spPr>
          <a:xfrm>
            <a:off x="990316" y="2424510"/>
            <a:ext cx="2714156" cy="1129132"/>
          </a:xfrm>
          <a:prstGeom prst="roundRect">
            <a:avLst>
              <a:gd name="adj" fmla="val 10821"/>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endParaRPr lang="en-GB"/>
          </a:p>
        </p:txBody>
      </p:sp>
      <p:sp>
        <p:nvSpPr>
          <p:cNvPr id="11" name="TextBox 10">
            <a:extLst>
              <a:ext uri="{FF2B5EF4-FFF2-40B4-BE49-F238E27FC236}">
                <a16:creationId xmlns:a16="http://schemas.microsoft.com/office/drawing/2014/main" id="{E1BA24FD-980A-B130-D617-C068D340687B}"/>
              </a:ext>
            </a:extLst>
          </p:cNvPr>
          <p:cNvSpPr txBox="1"/>
          <p:nvPr/>
        </p:nvSpPr>
        <p:spPr>
          <a:xfrm>
            <a:off x="992935" y="2563951"/>
            <a:ext cx="2605069" cy="369332"/>
          </a:xfrm>
          <a:prstGeom prst="rect">
            <a:avLst/>
          </a:prstGeom>
          <a:noFill/>
        </p:spPr>
        <p:txBody>
          <a:bodyPr wrap="square">
            <a:spAutoFit/>
          </a:bodyPr>
          <a:lstStyle/>
          <a:p>
            <a:pPr algn="r" rtl="1"/>
            <a:r>
              <a:rPr lang="ar-EG" b="1" dirty="0"/>
              <a:t>تقييم الأثر</a:t>
            </a:r>
          </a:p>
        </p:txBody>
      </p:sp>
      <p:sp>
        <p:nvSpPr>
          <p:cNvPr id="12" name="TextBox 11">
            <a:extLst>
              <a:ext uri="{FF2B5EF4-FFF2-40B4-BE49-F238E27FC236}">
                <a16:creationId xmlns:a16="http://schemas.microsoft.com/office/drawing/2014/main" id="{F842B47D-B06E-D238-78F4-44210BEB372F}"/>
              </a:ext>
            </a:extLst>
          </p:cNvPr>
          <p:cNvSpPr txBox="1"/>
          <p:nvPr/>
        </p:nvSpPr>
        <p:spPr>
          <a:xfrm>
            <a:off x="4195790" y="2907311"/>
            <a:ext cx="2605069" cy="646331"/>
          </a:xfrm>
          <a:prstGeom prst="rect">
            <a:avLst/>
          </a:prstGeom>
          <a:noFill/>
        </p:spPr>
        <p:txBody>
          <a:bodyPr wrap="square">
            <a:spAutoFit/>
          </a:bodyPr>
          <a:lstStyle/>
          <a:p>
            <a:pPr algn="r" rtl="1"/>
            <a:r>
              <a:rPr lang="ar-EG" dirty="0"/>
              <a:t>دعم قرارات الاستثمار التقني من منظور معماري محايد.</a:t>
            </a:r>
          </a:p>
        </p:txBody>
      </p:sp>
      <p:sp>
        <p:nvSpPr>
          <p:cNvPr id="13" name="TextBox 12">
            <a:extLst>
              <a:ext uri="{FF2B5EF4-FFF2-40B4-BE49-F238E27FC236}">
                <a16:creationId xmlns:a16="http://schemas.microsoft.com/office/drawing/2014/main" id="{1D21658D-F070-4EDC-18CA-A70369667EC3}"/>
              </a:ext>
            </a:extLst>
          </p:cNvPr>
          <p:cNvSpPr txBox="1"/>
          <p:nvPr/>
        </p:nvSpPr>
        <p:spPr>
          <a:xfrm>
            <a:off x="992935" y="2907311"/>
            <a:ext cx="2605069" cy="369332"/>
          </a:xfrm>
          <a:prstGeom prst="rect">
            <a:avLst/>
          </a:prstGeom>
          <a:noFill/>
        </p:spPr>
        <p:txBody>
          <a:bodyPr wrap="square">
            <a:spAutoFit/>
          </a:bodyPr>
          <a:lstStyle/>
          <a:p>
            <a:pPr algn="r" rtl="1"/>
            <a:r>
              <a:rPr lang="ar-EG" dirty="0"/>
              <a:t>تقييم الأثر المعماري للتغييرات التقنية.</a:t>
            </a:r>
          </a:p>
        </p:txBody>
      </p:sp>
      <p:cxnSp>
        <p:nvCxnSpPr>
          <p:cNvPr id="14" name="Straight Connector 13">
            <a:extLst>
              <a:ext uri="{FF2B5EF4-FFF2-40B4-BE49-F238E27FC236}">
                <a16:creationId xmlns:a16="http://schemas.microsoft.com/office/drawing/2014/main" id="{B414F525-F044-2548-A527-1CE56BEE08A7}"/>
              </a:ext>
            </a:extLst>
          </p:cNvPr>
          <p:cNvCxnSpPr/>
          <p:nvPr/>
        </p:nvCxnSpPr>
        <p:spPr>
          <a:xfrm>
            <a:off x="6907327" y="2606800"/>
            <a:ext cx="0" cy="274320"/>
          </a:xfrm>
          <a:prstGeom prst="line">
            <a:avLst/>
          </a:prstGeom>
          <a:ln w="25400">
            <a:gradFill>
              <a:gsLst>
                <a:gs pos="9000">
                  <a:schemeClr val="accent1"/>
                </a:gs>
                <a:gs pos="100000">
                  <a:schemeClr val="accent2"/>
                </a:gs>
              </a:gsLst>
              <a:lin ang="7200000" scaled="0"/>
            </a:gra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283F645-545C-0058-FA10-07327D38CD26}"/>
              </a:ext>
            </a:extLst>
          </p:cNvPr>
          <p:cNvCxnSpPr/>
          <p:nvPr/>
        </p:nvCxnSpPr>
        <p:spPr>
          <a:xfrm>
            <a:off x="3704472" y="2606800"/>
            <a:ext cx="0" cy="274320"/>
          </a:xfrm>
          <a:prstGeom prst="line">
            <a:avLst/>
          </a:prstGeom>
          <a:ln w="25400">
            <a:gradFill>
              <a:gsLst>
                <a:gs pos="9000">
                  <a:schemeClr val="accent1"/>
                </a:gs>
                <a:gs pos="100000">
                  <a:schemeClr val="accent2"/>
                </a:gs>
              </a:gsLst>
              <a:lin ang="7200000" scaled="0"/>
            </a:gradFill>
          </a:ln>
        </p:spPr>
        <p:style>
          <a:lnRef idx="1">
            <a:schemeClr val="accent1"/>
          </a:lnRef>
          <a:fillRef idx="0">
            <a:schemeClr val="accent1"/>
          </a:fillRef>
          <a:effectRef idx="0">
            <a:schemeClr val="accent1"/>
          </a:effectRef>
          <a:fontRef idx="minor">
            <a:schemeClr val="tx1"/>
          </a:fontRef>
        </p:style>
      </p:cxnSp>
      <p:sp>
        <p:nvSpPr>
          <p:cNvPr id="4" name="Freeform 3">
            <a:extLst>
              <a:ext uri="{FF2B5EF4-FFF2-40B4-BE49-F238E27FC236}">
                <a16:creationId xmlns:a16="http://schemas.microsoft.com/office/drawing/2014/main" id="{C37DC35D-E89F-574C-9487-689690D36B36}"/>
              </a:ext>
            </a:extLst>
          </p:cNvPr>
          <p:cNvSpPr/>
          <p:nvPr/>
        </p:nvSpPr>
        <p:spPr>
          <a:xfrm>
            <a:off x="8412142" y="2105425"/>
            <a:ext cx="1270772" cy="1158457"/>
          </a:xfrm>
          <a:custGeom>
            <a:avLst/>
            <a:gdLst>
              <a:gd name="connsiteX0" fmla="*/ 1274371 w 1274371"/>
              <a:gd name="connsiteY0" fmla="*/ 0 h 1161738"/>
              <a:gd name="connsiteX1" fmla="*/ 1274371 w 1274371"/>
              <a:gd name="connsiteY1" fmla="*/ 874048 h 1161738"/>
              <a:gd name="connsiteX2" fmla="*/ 1207399 w 1274371"/>
              <a:gd name="connsiteY2" fmla="*/ 877429 h 1161738"/>
              <a:gd name="connsiteX3" fmla="*/ 757115 w 1274371"/>
              <a:gd name="connsiteY3" fmla="*/ 1091627 h 1161738"/>
              <a:gd name="connsiteX4" fmla="*/ 699269 w 1274371"/>
              <a:gd name="connsiteY4" fmla="*/ 1161738 h 1161738"/>
              <a:gd name="connsiteX5" fmla="*/ 0 w 1274371"/>
              <a:gd name="connsiteY5" fmla="*/ 634801 h 1161738"/>
              <a:gd name="connsiteX6" fmla="*/ 34610 w 1274371"/>
              <a:gd name="connsiteY6" fmla="*/ 588517 h 1161738"/>
              <a:gd name="connsiteX7" fmla="*/ 1118033 w 1274371"/>
              <a:gd name="connsiteY7" fmla="*/ 7894 h 1161738"/>
              <a:gd name="connsiteX8" fmla="*/ 1274371 w 1274371"/>
              <a:gd name="connsiteY8" fmla="*/ 0 h 1161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74371" h="1161738">
                <a:moveTo>
                  <a:pt x="1274371" y="0"/>
                </a:moveTo>
                <a:lnTo>
                  <a:pt x="1274371" y="874048"/>
                </a:lnTo>
                <a:lnTo>
                  <a:pt x="1207399" y="877429"/>
                </a:lnTo>
                <a:cubicBezTo>
                  <a:pt x="1032218" y="895220"/>
                  <a:pt x="874993" y="973750"/>
                  <a:pt x="757115" y="1091627"/>
                </a:cubicBezTo>
                <a:lnTo>
                  <a:pt x="699269" y="1161738"/>
                </a:lnTo>
                <a:lnTo>
                  <a:pt x="0" y="634801"/>
                </a:lnTo>
                <a:lnTo>
                  <a:pt x="34610" y="588517"/>
                </a:lnTo>
                <a:cubicBezTo>
                  <a:pt x="298481" y="268780"/>
                  <a:pt x="682763" y="52098"/>
                  <a:pt x="1118033" y="7894"/>
                </a:cubicBezTo>
                <a:lnTo>
                  <a:pt x="1274371"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Freeform 4">
            <a:extLst>
              <a:ext uri="{FF2B5EF4-FFF2-40B4-BE49-F238E27FC236}">
                <a16:creationId xmlns:a16="http://schemas.microsoft.com/office/drawing/2014/main" id="{BD37FF6D-8483-5F27-F662-A99D4B4F4990}"/>
              </a:ext>
            </a:extLst>
          </p:cNvPr>
          <p:cNvSpPr/>
          <p:nvPr/>
        </p:nvSpPr>
        <p:spPr>
          <a:xfrm>
            <a:off x="9701149" y="2105425"/>
            <a:ext cx="1245511" cy="1149451"/>
          </a:xfrm>
          <a:custGeom>
            <a:avLst/>
            <a:gdLst>
              <a:gd name="connsiteX0" fmla="*/ 0 w 1249038"/>
              <a:gd name="connsiteY0" fmla="*/ 0 h 1152706"/>
              <a:gd name="connsiteX1" fmla="*/ 156336 w 1249038"/>
              <a:gd name="connsiteY1" fmla="*/ 7894 h 1152706"/>
              <a:gd name="connsiteX2" fmla="*/ 1239759 w 1249038"/>
              <a:gd name="connsiteY2" fmla="*/ 588517 h 1152706"/>
              <a:gd name="connsiteX3" fmla="*/ 1249038 w 1249038"/>
              <a:gd name="connsiteY3" fmla="*/ 600926 h 1152706"/>
              <a:gd name="connsiteX4" fmla="*/ 567648 w 1249038"/>
              <a:gd name="connsiteY4" fmla="*/ 1152706 h 1152706"/>
              <a:gd name="connsiteX5" fmla="*/ 517254 w 1249038"/>
              <a:gd name="connsiteY5" fmla="*/ 1091627 h 1152706"/>
              <a:gd name="connsiteX6" fmla="*/ 66970 w 1249038"/>
              <a:gd name="connsiteY6" fmla="*/ 877429 h 1152706"/>
              <a:gd name="connsiteX7" fmla="*/ 0 w 1249038"/>
              <a:gd name="connsiteY7" fmla="*/ 874048 h 1152706"/>
              <a:gd name="connsiteX8" fmla="*/ 0 w 1249038"/>
              <a:gd name="connsiteY8" fmla="*/ 0 h 1152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9038" h="1152706">
                <a:moveTo>
                  <a:pt x="0" y="0"/>
                </a:moveTo>
                <a:lnTo>
                  <a:pt x="156336" y="7894"/>
                </a:lnTo>
                <a:cubicBezTo>
                  <a:pt x="591607" y="52098"/>
                  <a:pt x="975888" y="268780"/>
                  <a:pt x="1239759" y="588517"/>
                </a:cubicBezTo>
                <a:lnTo>
                  <a:pt x="1249038" y="600926"/>
                </a:lnTo>
                <a:lnTo>
                  <a:pt x="567648" y="1152706"/>
                </a:lnTo>
                <a:lnTo>
                  <a:pt x="517254" y="1091627"/>
                </a:lnTo>
                <a:cubicBezTo>
                  <a:pt x="399376" y="973750"/>
                  <a:pt x="242151" y="895220"/>
                  <a:pt x="66970" y="877429"/>
                </a:cubicBezTo>
                <a:lnTo>
                  <a:pt x="0" y="874048"/>
                </a:lnTo>
                <a:lnTo>
                  <a:pt x="0"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5">
            <a:extLst>
              <a:ext uri="{FF2B5EF4-FFF2-40B4-BE49-F238E27FC236}">
                <a16:creationId xmlns:a16="http://schemas.microsoft.com/office/drawing/2014/main" id="{7D468AD7-3A5A-5BB8-9D08-CF4974444C29}"/>
              </a:ext>
            </a:extLst>
          </p:cNvPr>
          <p:cNvSpPr/>
          <p:nvPr/>
        </p:nvSpPr>
        <p:spPr>
          <a:xfrm>
            <a:off x="10278800" y="2719270"/>
            <a:ext cx="1027147" cy="1326344"/>
          </a:xfrm>
          <a:custGeom>
            <a:avLst/>
            <a:gdLst>
              <a:gd name="connsiteX0" fmla="*/ 680711 w 1030056"/>
              <a:gd name="connsiteY0" fmla="*/ 0 h 1330101"/>
              <a:gd name="connsiteX1" fmla="*/ 753644 w 1030056"/>
              <a:gd name="connsiteY1" fmla="*/ 97531 h 1330101"/>
              <a:gd name="connsiteX2" fmla="*/ 1030056 w 1030056"/>
              <a:gd name="connsiteY2" fmla="*/ 1002443 h 1330101"/>
              <a:gd name="connsiteX3" fmla="*/ 997174 w 1030056"/>
              <a:gd name="connsiteY3" fmla="*/ 1328625 h 1330101"/>
              <a:gd name="connsiteX4" fmla="*/ 996795 w 1030056"/>
              <a:gd name="connsiteY4" fmla="*/ 1330101 h 1330101"/>
              <a:gd name="connsiteX5" fmla="*/ 141520 w 1030056"/>
              <a:gd name="connsiteY5" fmla="*/ 1148307 h 1330101"/>
              <a:gd name="connsiteX6" fmla="*/ 152165 w 1030056"/>
              <a:gd name="connsiteY6" fmla="*/ 1078558 h 1330101"/>
              <a:gd name="connsiteX7" fmla="*/ 156008 w 1030056"/>
              <a:gd name="connsiteY7" fmla="*/ 1002443 h 1330101"/>
              <a:gd name="connsiteX8" fmla="*/ 28869 w 1030056"/>
              <a:gd name="connsiteY8" fmla="*/ 586219 h 1330101"/>
              <a:gd name="connsiteX9" fmla="*/ 0 w 1030056"/>
              <a:gd name="connsiteY9" fmla="*/ 551230 h 1330101"/>
              <a:gd name="connsiteX10" fmla="*/ 680711 w 1030056"/>
              <a:gd name="connsiteY10" fmla="*/ 0 h 1330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30056" h="1330101">
                <a:moveTo>
                  <a:pt x="680711" y="0"/>
                </a:moveTo>
                <a:lnTo>
                  <a:pt x="753644" y="97531"/>
                </a:lnTo>
                <a:cubicBezTo>
                  <a:pt x="928156" y="355844"/>
                  <a:pt x="1030056" y="667243"/>
                  <a:pt x="1030056" y="1002443"/>
                </a:cubicBezTo>
                <a:cubicBezTo>
                  <a:pt x="1030056" y="1114176"/>
                  <a:pt x="1018734" y="1223265"/>
                  <a:pt x="997174" y="1328625"/>
                </a:cubicBezTo>
                <a:lnTo>
                  <a:pt x="996795" y="1330101"/>
                </a:lnTo>
                <a:lnTo>
                  <a:pt x="141520" y="1148307"/>
                </a:lnTo>
                <a:lnTo>
                  <a:pt x="152165" y="1078558"/>
                </a:lnTo>
                <a:cubicBezTo>
                  <a:pt x="154706" y="1053532"/>
                  <a:pt x="156008" y="1028140"/>
                  <a:pt x="156008" y="1002443"/>
                </a:cubicBezTo>
                <a:cubicBezTo>
                  <a:pt x="156008" y="848265"/>
                  <a:pt x="109138" y="705033"/>
                  <a:pt x="28869" y="586219"/>
                </a:cubicBezTo>
                <a:lnTo>
                  <a:pt x="0" y="551230"/>
                </a:lnTo>
                <a:lnTo>
                  <a:pt x="680711"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Freeform 6">
            <a:extLst>
              <a:ext uri="{FF2B5EF4-FFF2-40B4-BE49-F238E27FC236}">
                <a16:creationId xmlns:a16="http://schemas.microsoft.com/office/drawing/2014/main" id="{B5125673-D7F5-996D-AA07-4A22B3DC7319}"/>
              </a:ext>
            </a:extLst>
          </p:cNvPr>
          <p:cNvSpPr/>
          <p:nvPr/>
        </p:nvSpPr>
        <p:spPr>
          <a:xfrm>
            <a:off x="8078115" y="2753037"/>
            <a:ext cx="1019704" cy="1344007"/>
          </a:xfrm>
          <a:custGeom>
            <a:avLst/>
            <a:gdLst>
              <a:gd name="connsiteX0" fmla="*/ 324022 w 1022593"/>
              <a:gd name="connsiteY0" fmla="*/ 0 h 1347814"/>
              <a:gd name="connsiteX1" fmla="*/ 1022593 w 1022593"/>
              <a:gd name="connsiteY1" fmla="*/ 526412 h 1347814"/>
              <a:gd name="connsiteX2" fmla="*/ 1001187 w 1022593"/>
              <a:gd name="connsiteY2" fmla="*/ 552356 h 1347814"/>
              <a:gd name="connsiteX3" fmla="*/ 874048 w 1022593"/>
              <a:gd name="connsiteY3" fmla="*/ 968580 h 1347814"/>
              <a:gd name="connsiteX4" fmla="*/ 889172 w 1022593"/>
              <a:gd name="connsiteY4" fmla="*/ 1118611 h 1347814"/>
              <a:gd name="connsiteX5" fmla="*/ 894677 w 1022593"/>
              <a:gd name="connsiteY5" fmla="*/ 1136346 h 1347814"/>
              <a:gd name="connsiteX6" fmla="*/ 46523 w 1022593"/>
              <a:gd name="connsiteY6" fmla="*/ 1347814 h 1347814"/>
              <a:gd name="connsiteX7" fmla="*/ 32882 w 1022593"/>
              <a:gd name="connsiteY7" fmla="*/ 1294762 h 1347814"/>
              <a:gd name="connsiteX8" fmla="*/ 0 w 1022593"/>
              <a:gd name="connsiteY8" fmla="*/ 968580 h 1347814"/>
              <a:gd name="connsiteX9" fmla="*/ 276412 w 1022593"/>
              <a:gd name="connsiteY9" fmla="*/ 63668 h 1347814"/>
              <a:gd name="connsiteX10" fmla="*/ 324022 w 1022593"/>
              <a:gd name="connsiteY10" fmla="*/ 0 h 13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2593" h="1347814">
                <a:moveTo>
                  <a:pt x="324022" y="0"/>
                </a:moveTo>
                <a:lnTo>
                  <a:pt x="1022593" y="526412"/>
                </a:lnTo>
                <a:lnTo>
                  <a:pt x="1001187" y="552356"/>
                </a:lnTo>
                <a:cubicBezTo>
                  <a:pt x="920918" y="671170"/>
                  <a:pt x="874048" y="814402"/>
                  <a:pt x="874048" y="968580"/>
                </a:cubicBezTo>
                <a:cubicBezTo>
                  <a:pt x="874048" y="1019973"/>
                  <a:pt x="879256" y="1070150"/>
                  <a:pt x="889172" y="1118611"/>
                </a:cubicBezTo>
                <a:lnTo>
                  <a:pt x="894677" y="1136346"/>
                </a:lnTo>
                <a:lnTo>
                  <a:pt x="46523" y="1347814"/>
                </a:lnTo>
                <a:lnTo>
                  <a:pt x="32882" y="1294762"/>
                </a:lnTo>
                <a:cubicBezTo>
                  <a:pt x="11322" y="1189402"/>
                  <a:pt x="0" y="1080313"/>
                  <a:pt x="0" y="968580"/>
                </a:cubicBezTo>
                <a:cubicBezTo>
                  <a:pt x="0" y="633380"/>
                  <a:pt x="101900" y="321981"/>
                  <a:pt x="276412" y="63668"/>
                </a:cubicBezTo>
                <a:lnTo>
                  <a:pt x="324022"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Freeform 7">
            <a:extLst>
              <a:ext uri="{FF2B5EF4-FFF2-40B4-BE49-F238E27FC236}">
                <a16:creationId xmlns:a16="http://schemas.microsoft.com/office/drawing/2014/main" id="{C85EF547-19CE-8EDE-577E-954D1AD0F2C9}"/>
              </a:ext>
            </a:extLst>
          </p:cNvPr>
          <p:cNvSpPr/>
          <p:nvPr/>
        </p:nvSpPr>
        <p:spPr>
          <a:xfrm>
            <a:off x="10033674" y="3881954"/>
            <a:ext cx="1234558" cy="1270947"/>
          </a:xfrm>
          <a:custGeom>
            <a:avLst/>
            <a:gdLst>
              <a:gd name="connsiteX0" fmla="*/ 382512 w 1238056"/>
              <a:gd name="connsiteY0" fmla="*/ 0 h 1274547"/>
              <a:gd name="connsiteX1" fmla="*/ 1238056 w 1238056"/>
              <a:gd name="connsiteY1" fmla="*/ 181852 h 1274547"/>
              <a:gd name="connsiteX2" fmla="*/ 1203112 w 1238056"/>
              <a:gd name="connsiteY2" fmla="*/ 317755 h 1274547"/>
              <a:gd name="connsiteX3" fmla="*/ 428855 w 1238056"/>
              <a:gd name="connsiteY3" fmla="*/ 1259611 h 1274547"/>
              <a:gd name="connsiteX4" fmla="*/ 397850 w 1238056"/>
              <a:gd name="connsiteY4" fmla="*/ 1274547 h 1274547"/>
              <a:gd name="connsiteX5" fmla="*/ 0 w 1238056"/>
              <a:gd name="connsiteY5" fmla="*/ 493722 h 1274547"/>
              <a:gd name="connsiteX6" fmla="*/ 73612 w 1238056"/>
              <a:gd name="connsiteY6" fmla="*/ 453767 h 1274547"/>
              <a:gd name="connsiteX7" fmla="*/ 343326 w 1238056"/>
              <a:gd name="connsiteY7" fmla="*/ 126236 h 1274547"/>
              <a:gd name="connsiteX8" fmla="*/ 382512 w 1238056"/>
              <a:gd name="connsiteY8" fmla="*/ 0 h 1274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8056" h="1274547">
                <a:moveTo>
                  <a:pt x="382512" y="0"/>
                </a:moveTo>
                <a:lnTo>
                  <a:pt x="1238056" y="181852"/>
                </a:lnTo>
                <a:lnTo>
                  <a:pt x="1203112" y="317755"/>
                </a:lnTo>
                <a:cubicBezTo>
                  <a:pt x="1077008" y="723192"/>
                  <a:pt x="795782" y="1060285"/>
                  <a:pt x="428855" y="1259611"/>
                </a:cubicBezTo>
                <a:lnTo>
                  <a:pt x="397850" y="1274547"/>
                </a:lnTo>
                <a:lnTo>
                  <a:pt x="0" y="493722"/>
                </a:lnTo>
                <a:lnTo>
                  <a:pt x="73612" y="453767"/>
                </a:lnTo>
                <a:cubicBezTo>
                  <a:pt x="192425" y="373499"/>
                  <a:pt x="286820" y="259831"/>
                  <a:pt x="343326" y="126236"/>
                </a:cubicBezTo>
                <a:lnTo>
                  <a:pt x="382512"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Freeform 8">
            <a:extLst>
              <a:ext uri="{FF2B5EF4-FFF2-40B4-BE49-F238E27FC236}">
                <a16:creationId xmlns:a16="http://schemas.microsoft.com/office/drawing/2014/main" id="{355AB1D5-C95D-1A9B-2588-063C37243E67}"/>
              </a:ext>
            </a:extLst>
          </p:cNvPr>
          <p:cNvSpPr/>
          <p:nvPr/>
        </p:nvSpPr>
        <p:spPr>
          <a:xfrm>
            <a:off x="8129045" y="3903617"/>
            <a:ext cx="1245311" cy="1274335"/>
          </a:xfrm>
          <a:custGeom>
            <a:avLst/>
            <a:gdLst>
              <a:gd name="connsiteX0" fmla="*/ 849030 w 1248838"/>
              <a:gd name="connsiteY0" fmla="*/ 0 h 1277945"/>
              <a:gd name="connsiteX1" fmla="*/ 881472 w 1248838"/>
              <a:gd name="connsiteY1" fmla="*/ 104510 h 1277945"/>
              <a:gd name="connsiteX2" fmla="*/ 1151186 w 1248838"/>
              <a:gd name="connsiteY2" fmla="*/ 432041 h 1277945"/>
              <a:gd name="connsiteX3" fmla="*/ 1248838 w 1248838"/>
              <a:gd name="connsiteY3" fmla="*/ 485045 h 1277945"/>
              <a:gd name="connsiteX4" fmla="*/ 879102 w 1248838"/>
              <a:gd name="connsiteY4" fmla="*/ 1277945 h 1277945"/>
              <a:gd name="connsiteX5" fmla="*/ 795943 w 1248838"/>
              <a:gd name="connsiteY5" fmla="*/ 1237885 h 1277945"/>
              <a:gd name="connsiteX6" fmla="*/ 21686 w 1248838"/>
              <a:gd name="connsiteY6" fmla="*/ 296029 h 1277945"/>
              <a:gd name="connsiteX7" fmla="*/ 0 w 1248838"/>
              <a:gd name="connsiteY7" fmla="*/ 211687 h 1277945"/>
              <a:gd name="connsiteX8" fmla="*/ 849030 w 1248838"/>
              <a:gd name="connsiteY8" fmla="*/ 0 h 1277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838" h="1277945">
                <a:moveTo>
                  <a:pt x="849030" y="0"/>
                </a:moveTo>
                <a:lnTo>
                  <a:pt x="881472" y="104510"/>
                </a:lnTo>
                <a:cubicBezTo>
                  <a:pt x="937978" y="238105"/>
                  <a:pt x="1032373" y="351773"/>
                  <a:pt x="1151186" y="432041"/>
                </a:cubicBezTo>
                <a:lnTo>
                  <a:pt x="1248838" y="485045"/>
                </a:lnTo>
                <a:lnTo>
                  <a:pt x="879102" y="1277945"/>
                </a:lnTo>
                <a:lnTo>
                  <a:pt x="795943" y="1237885"/>
                </a:lnTo>
                <a:cubicBezTo>
                  <a:pt x="429017" y="1038559"/>
                  <a:pt x="147790" y="701466"/>
                  <a:pt x="21686" y="296029"/>
                </a:cubicBezTo>
                <a:lnTo>
                  <a:pt x="0" y="211687"/>
                </a:lnTo>
                <a:lnTo>
                  <a:pt x="849030"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2" name="Graphic 180">
            <a:extLst>
              <a:ext uri="{FF2B5EF4-FFF2-40B4-BE49-F238E27FC236}">
                <a16:creationId xmlns:a16="http://schemas.microsoft.com/office/drawing/2014/main" id="{496FFAF8-2791-99DB-D9A2-96FED27A1B9C}"/>
              </a:ext>
            </a:extLst>
          </p:cNvPr>
          <p:cNvSpPr>
            <a:spLocks noChangeAspect="1"/>
          </p:cNvSpPr>
          <p:nvPr/>
        </p:nvSpPr>
        <p:spPr>
          <a:xfrm>
            <a:off x="8930807" y="2372365"/>
            <a:ext cx="480908" cy="480913"/>
          </a:xfrm>
          <a:custGeom>
            <a:avLst/>
            <a:gdLst>
              <a:gd name="connsiteX0" fmla="*/ 296483 w 822962"/>
              <a:gd name="connsiteY0" fmla="*/ 246901 h 822973"/>
              <a:gd name="connsiteX1" fmla="*/ 289935 w 822962"/>
              <a:gd name="connsiteY1" fmla="*/ 243115 h 822973"/>
              <a:gd name="connsiteX2" fmla="*/ 289057 w 822962"/>
              <a:gd name="connsiteY2" fmla="*/ 242559 h 822973"/>
              <a:gd name="connsiteX3" fmla="*/ 275394 w 822962"/>
              <a:gd name="connsiteY3" fmla="*/ 224143 h 822973"/>
              <a:gd name="connsiteX4" fmla="*/ 278522 w 822962"/>
              <a:gd name="connsiteY4" fmla="*/ 200470 h 822973"/>
              <a:gd name="connsiteX5" fmla="*/ 302653 w 822962"/>
              <a:gd name="connsiteY5" fmla="*/ 158673 h 822973"/>
              <a:gd name="connsiteX6" fmla="*/ 321480 w 822962"/>
              <a:gd name="connsiteY6" fmla="*/ 144326 h 822973"/>
              <a:gd name="connsiteX7" fmla="*/ 345016 w 822962"/>
              <a:gd name="connsiteY7" fmla="*/ 147380 h 822973"/>
              <a:gd name="connsiteX8" fmla="*/ 345189 w 822962"/>
              <a:gd name="connsiteY8" fmla="*/ 147473 h 822973"/>
              <a:gd name="connsiteX9" fmla="*/ 345189 w 822962"/>
              <a:gd name="connsiteY9" fmla="*/ 147454 h 822973"/>
              <a:gd name="connsiteX10" fmla="*/ 351716 w 822962"/>
              <a:gd name="connsiteY10" fmla="*/ 151222 h 822973"/>
              <a:gd name="connsiteX11" fmla="*/ 353985 w 822962"/>
              <a:gd name="connsiteY11" fmla="*/ 149887 h 822973"/>
              <a:gd name="connsiteX12" fmla="*/ 356226 w 822962"/>
              <a:gd name="connsiteY12" fmla="*/ 148616 h 822973"/>
              <a:gd name="connsiteX13" fmla="*/ 356226 w 822962"/>
              <a:gd name="connsiteY13" fmla="*/ 141043 h 822973"/>
              <a:gd name="connsiteX14" fmla="*/ 365396 w 822962"/>
              <a:gd name="connsiteY14" fmla="*/ 118942 h 822973"/>
              <a:gd name="connsiteX15" fmla="*/ 387497 w 822962"/>
              <a:gd name="connsiteY15" fmla="*/ 109771 h 822973"/>
              <a:gd name="connsiteX16" fmla="*/ 435468 w 822962"/>
              <a:gd name="connsiteY16" fmla="*/ 109771 h 822973"/>
              <a:gd name="connsiteX17" fmla="*/ 457578 w 822962"/>
              <a:gd name="connsiteY17" fmla="*/ 118942 h 822973"/>
              <a:gd name="connsiteX18" fmla="*/ 466748 w 822962"/>
              <a:gd name="connsiteY18" fmla="*/ 141043 h 822973"/>
              <a:gd name="connsiteX19" fmla="*/ 466748 w 822962"/>
              <a:gd name="connsiteY19" fmla="*/ 148642 h 822973"/>
              <a:gd name="connsiteX20" fmla="*/ 468969 w 822962"/>
              <a:gd name="connsiteY20" fmla="*/ 149895 h 822973"/>
              <a:gd name="connsiteX21" fmla="*/ 469005 w 822962"/>
              <a:gd name="connsiteY21" fmla="*/ 149913 h 822973"/>
              <a:gd name="connsiteX22" fmla="*/ 469023 w 822962"/>
              <a:gd name="connsiteY22" fmla="*/ 149895 h 822973"/>
              <a:gd name="connsiteX23" fmla="*/ 471264 w 822962"/>
              <a:gd name="connsiteY23" fmla="*/ 151220 h 822973"/>
              <a:gd name="connsiteX24" fmla="*/ 477800 w 822962"/>
              <a:gd name="connsiteY24" fmla="*/ 147443 h 822973"/>
              <a:gd name="connsiteX25" fmla="*/ 501502 w 822962"/>
              <a:gd name="connsiteY25" fmla="*/ 144323 h 822973"/>
              <a:gd name="connsiteX26" fmla="*/ 520475 w 822962"/>
              <a:gd name="connsiteY26" fmla="*/ 158861 h 822973"/>
              <a:gd name="connsiteX27" fmla="*/ 520859 w 822962"/>
              <a:gd name="connsiteY27" fmla="*/ 159584 h 822973"/>
              <a:gd name="connsiteX28" fmla="*/ 544460 w 822962"/>
              <a:gd name="connsiteY28" fmla="*/ 200467 h 822973"/>
              <a:gd name="connsiteX29" fmla="*/ 547589 w 822962"/>
              <a:gd name="connsiteY29" fmla="*/ 224131 h 822973"/>
              <a:gd name="connsiteX30" fmla="*/ 533039 w 822962"/>
              <a:gd name="connsiteY30" fmla="*/ 243103 h 822973"/>
              <a:gd name="connsiteX31" fmla="*/ 526482 w 822962"/>
              <a:gd name="connsiteY31" fmla="*/ 246898 h 822973"/>
              <a:gd name="connsiteX32" fmla="*/ 526508 w 822962"/>
              <a:gd name="connsiteY32" fmla="*/ 249523 h 822973"/>
              <a:gd name="connsiteX33" fmla="*/ 526482 w 822962"/>
              <a:gd name="connsiteY33" fmla="*/ 252139 h 822973"/>
              <a:gd name="connsiteX34" fmla="*/ 533039 w 822962"/>
              <a:gd name="connsiteY34" fmla="*/ 255917 h 822973"/>
              <a:gd name="connsiteX35" fmla="*/ 547589 w 822962"/>
              <a:gd name="connsiteY35" fmla="*/ 274889 h 822973"/>
              <a:gd name="connsiteX36" fmla="*/ 544460 w 822962"/>
              <a:gd name="connsiteY36" fmla="*/ 298553 h 822973"/>
              <a:gd name="connsiteX37" fmla="*/ 520457 w 822962"/>
              <a:gd name="connsiteY37" fmla="*/ 340138 h 822973"/>
              <a:gd name="connsiteX38" fmla="*/ 520484 w 822962"/>
              <a:gd name="connsiteY38" fmla="*/ 340138 h 822973"/>
              <a:gd name="connsiteX39" fmla="*/ 501512 w 822962"/>
              <a:gd name="connsiteY39" fmla="*/ 354688 h 822973"/>
              <a:gd name="connsiteX40" fmla="*/ 477985 w 822962"/>
              <a:gd name="connsiteY40" fmla="*/ 351643 h 822973"/>
              <a:gd name="connsiteX41" fmla="*/ 477804 w 822962"/>
              <a:gd name="connsiteY41" fmla="*/ 351551 h 822973"/>
              <a:gd name="connsiteX42" fmla="*/ 477804 w 822962"/>
              <a:gd name="connsiteY42" fmla="*/ 351569 h 822973"/>
              <a:gd name="connsiteX43" fmla="*/ 471267 w 822962"/>
              <a:gd name="connsiteY43" fmla="*/ 347800 h 822973"/>
              <a:gd name="connsiteX44" fmla="*/ 468999 w 822962"/>
              <a:gd name="connsiteY44" fmla="*/ 349146 h 822973"/>
              <a:gd name="connsiteX45" fmla="*/ 466758 w 822962"/>
              <a:gd name="connsiteY45" fmla="*/ 350408 h 822973"/>
              <a:gd name="connsiteX46" fmla="*/ 466758 w 822962"/>
              <a:gd name="connsiteY46" fmla="*/ 357980 h 822973"/>
              <a:gd name="connsiteX47" fmla="*/ 457587 w 822962"/>
              <a:gd name="connsiteY47" fmla="*/ 380091 h 822973"/>
              <a:gd name="connsiteX48" fmla="*/ 435477 w 822962"/>
              <a:gd name="connsiteY48" fmla="*/ 389261 h 822973"/>
              <a:gd name="connsiteX49" fmla="*/ 387507 w 822962"/>
              <a:gd name="connsiteY49" fmla="*/ 389261 h 822973"/>
              <a:gd name="connsiteX50" fmla="*/ 365405 w 822962"/>
              <a:gd name="connsiteY50" fmla="*/ 380091 h 822973"/>
              <a:gd name="connsiteX51" fmla="*/ 356235 w 822962"/>
              <a:gd name="connsiteY51" fmla="*/ 357980 h 822973"/>
              <a:gd name="connsiteX52" fmla="*/ 356235 w 822962"/>
              <a:gd name="connsiteY52" fmla="*/ 350390 h 822973"/>
              <a:gd name="connsiteX53" fmla="*/ 354023 w 822962"/>
              <a:gd name="connsiteY53" fmla="*/ 349137 h 822973"/>
              <a:gd name="connsiteX54" fmla="*/ 353988 w 822962"/>
              <a:gd name="connsiteY54" fmla="*/ 349119 h 822973"/>
              <a:gd name="connsiteX55" fmla="*/ 353969 w 822962"/>
              <a:gd name="connsiteY55" fmla="*/ 349137 h 822973"/>
              <a:gd name="connsiteX56" fmla="*/ 351728 w 822962"/>
              <a:gd name="connsiteY56" fmla="*/ 347812 h 822973"/>
              <a:gd name="connsiteX57" fmla="*/ 345201 w 822962"/>
              <a:gd name="connsiteY57" fmla="*/ 351572 h 822973"/>
              <a:gd name="connsiteX58" fmla="*/ 344269 w 822962"/>
              <a:gd name="connsiteY58" fmla="*/ 352066 h 822973"/>
              <a:gd name="connsiteX59" fmla="*/ 321484 w 822962"/>
              <a:gd name="connsiteY59" fmla="*/ 354700 h 822973"/>
              <a:gd name="connsiteX60" fmla="*/ 302511 w 822962"/>
              <a:gd name="connsiteY60" fmla="*/ 340163 h 822973"/>
              <a:gd name="connsiteX61" fmla="*/ 302137 w 822962"/>
              <a:gd name="connsiteY61" fmla="*/ 339448 h 822973"/>
              <a:gd name="connsiteX62" fmla="*/ 278527 w 822962"/>
              <a:gd name="connsiteY62" fmla="*/ 298565 h 822973"/>
              <a:gd name="connsiteX63" fmla="*/ 275398 w 822962"/>
              <a:gd name="connsiteY63" fmla="*/ 274901 h 822973"/>
              <a:gd name="connsiteX64" fmla="*/ 289935 w 822962"/>
              <a:gd name="connsiteY64" fmla="*/ 255929 h 822973"/>
              <a:gd name="connsiteX65" fmla="*/ 296493 w 822962"/>
              <a:gd name="connsiteY65" fmla="*/ 252143 h 822973"/>
              <a:gd name="connsiteX66" fmla="*/ 296467 w 822962"/>
              <a:gd name="connsiteY66" fmla="*/ 249517 h 822973"/>
              <a:gd name="connsiteX67" fmla="*/ 296484 w 822962"/>
              <a:gd name="connsiteY67" fmla="*/ 246901 h 822973"/>
              <a:gd name="connsiteX68" fmla="*/ 118069 w 822962"/>
              <a:gd name="connsiteY68" fmla="*/ 116203 h 822973"/>
              <a:gd name="connsiteX69" fmla="*/ 117759 w 822962"/>
              <a:gd name="connsiteY69" fmla="*/ 116751 h 822973"/>
              <a:gd name="connsiteX70" fmla="*/ 117694 w 822962"/>
              <a:gd name="connsiteY70" fmla="*/ 116861 h 822973"/>
              <a:gd name="connsiteX71" fmla="*/ 116158 w 822962"/>
              <a:gd name="connsiteY71" fmla="*/ 129544 h 822973"/>
              <a:gd name="connsiteX72" fmla="*/ 124185 w 822962"/>
              <a:gd name="connsiteY72" fmla="*/ 140317 h 822973"/>
              <a:gd name="connsiteX73" fmla="*/ 124203 w 822962"/>
              <a:gd name="connsiteY73" fmla="*/ 140317 h 822973"/>
              <a:gd name="connsiteX74" fmla="*/ 137526 w 822962"/>
              <a:gd name="connsiteY74" fmla="*/ 142228 h 822973"/>
              <a:gd name="connsiteX75" fmla="*/ 148299 w 822962"/>
              <a:gd name="connsiteY75" fmla="*/ 134200 h 822973"/>
              <a:gd name="connsiteX76" fmla="*/ 148299 w 822962"/>
              <a:gd name="connsiteY76" fmla="*/ 134183 h 822973"/>
              <a:gd name="connsiteX77" fmla="*/ 150209 w 822962"/>
              <a:gd name="connsiteY77" fmla="*/ 120860 h 822973"/>
              <a:gd name="connsiteX78" fmla="*/ 142181 w 822962"/>
              <a:gd name="connsiteY78" fmla="*/ 110079 h 822973"/>
              <a:gd name="connsiteX79" fmla="*/ 141634 w 822962"/>
              <a:gd name="connsiteY79" fmla="*/ 109769 h 822973"/>
              <a:gd name="connsiteX80" fmla="*/ 141634 w 822962"/>
              <a:gd name="connsiteY80" fmla="*/ 109787 h 822973"/>
              <a:gd name="connsiteX81" fmla="*/ 141524 w 822962"/>
              <a:gd name="connsiteY81" fmla="*/ 109712 h 822973"/>
              <a:gd name="connsiteX82" fmla="*/ 128840 w 822962"/>
              <a:gd name="connsiteY82" fmla="*/ 108177 h 822973"/>
              <a:gd name="connsiteX83" fmla="*/ 118068 w 822962"/>
              <a:gd name="connsiteY83" fmla="*/ 116205 h 822973"/>
              <a:gd name="connsiteX84" fmla="*/ 91241 w 822962"/>
              <a:gd name="connsiteY84" fmla="*/ 135762 h 822973"/>
              <a:gd name="connsiteX85" fmla="*/ 95429 w 822962"/>
              <a:gd name="connsiteY85" fmla="*/ 104124 h 822973"/>
              <a:gd name="connsiteX86" fmla="*/ 96361 w 822962"/>
              <a:gd name="connsiteY86" fmla="*/ 102487 h 822973"/>
              <a:gd name="connsiteX87" fmla="*/ 96387 w 822962"/>
              <a:gd name="connsiteY87" fmla="*/ 102505 h 822973"/>
              <a:gd name="connsiteX88" fmla="*/ 122611 w 822962"/>
              <a:gd name="connsiteY88" fmla="*/ 83255 h 822973"/>
              <a:gd name="connsiteX89" fmla="*/ 154240 w 822962"/>
              <a:gd name="connsiteY89" fmla="*/ 87452 h 822973"/>
              <a:gd name="connsiteX90" fmla="*/ 155886 w 822962"/>
              <a:gd name="connsiteY90" fmla="*/ 88375 h 822973"/>
              <a:gd name="connsiteX91" fmla="*/ 155868 w 822962"/>
              <a:gd name="connsiteY91" fmla="*/ 88402 h 822973"/>
              <a:gd name="connsiteX92" fmla="*/ 175106 w 822962"/>
              <a:gd name="connsiteY92" fmla="*/ 114616 h 822973"/>
              <a:gd name="connsiteX93" fmla="*/ 170287 w 822962"/>
              <a:gd name="connsiteY93" fmla="*/ 147343 h 822973"/>
              <a:gd name="connsiteX94" fmla="*/ 143733 w 822962"/>
              <a:gd name="connsiteY94" fmla="*/ 167122 h 822973"/>
              <a:gd name="connsiteX95" fmla="*/ 111014 w 822962"/>
              <a:gd name="connsiteY95" fmla="*/ 162294 h 822973"/>
              <a:gd name="connsiteX96" fmla="*/ 91226 w 822962"/>
              <a:gd name="connsiteY96" fmla="*/ 135749 h 822973"/>
              <a:gd name="connsiteX97" fmla="*/ 110068 w 822962"/>
              <a:gd name="connsiteY97" fmla="*/ 679785 h 822973"/>
              <a:gd name="connsiteX98" fmla="*/ 109758 w 822962"/>
              <a:gd name="connsiteY98" fmla="*/ 680332 h 822973"/>
              <a:gd name="connsiteX99" fmla="*/ 109776 w 822962"/>
              <a:gd name="connsiteY99" fmla="*/ 680332 h 822973"/>
              <a:gd name="connsiteX100" fmla="*/ 109702 w 822962"/>
              <a:gd name="connsiteY100" fmla="*/ 680442 h 822973"/>
              <a:gd name="connsiteX101" fmla="*/ 108166 w 822962"/>
              <a:gd name="connsiteY101" fmla="*/ 693126 h 822973"/>
              <a:gd name="connsiteX102" fmla="*/ 116202 w 822962"/>
              <a:gd name="connsiteY102" fmla="*/ 703898 h 822973"/>
              <a:gd name="connsiteX103" fmla="*/ 129525 w 822962"/>
              <a:gd name="connsiteY103" fmla="*/ 705809 h 822973"/>
              <a:gd name="connsiteX104" fmla="*/ 140298 w 822962"/>
              <a:gd name="connsiteY104" fmla="*/ 697781 h 822973"/>
              <a:gd name="connsiteX105" fmla="*/ 140298 w 822962"/>
              <a:gd name="connsiteY105" fmla="*/ 697764 h 822973"/>
              <a:gd name="connsiteX106" fmla="*/ 142209 w 822962"/>
              <a:gd name="connsiteY106" fmla="*/ 684441 h 822973"/>
              <a:gd name="connsiteX107" fmla="*/ 134181 w 822962"/>
              <a:gd name="connsiteY107" fmla="*/ 673660 h 822973"/>
              <a:gd name="connsiteX108" fmla="*/ 133633 w 822962"/>
              <a:gd name="connsiteY108" fmla="*/ 673350 h 822973"/>
              <a:gd name="connsiteX109" fmla="*/ 133633 w 822962"/>
              <a:gd name="connsiteY109" fmla="*/ 673368 h 822973"/>
              <a:gd name="connsiteX110" fmla="*/ 133523 w 822962"/>
              <a:gd name="connsiteY110" fmla="*/ 673294 h 822973"/>
              <a:gd name="connsiteX111" fmla="*/ 120848 w 822962"/>
              <a:gd name="connsiteY111" fmla="*/ 671758 h 822973"/>
              <a:gd name="connsiteX112" fmla="*/ 110068 w 822962"/>
              <a:gd name="connsiteY112" fmla="*/ 679786 h 822973"/>
              <a:gd name="connsiteX113" fmla="*/ 83249 w 822962"/>
              <a:gd name="connsiteY113" fmla="*/ 699344 h 822973"/>
              <a:gd name="connsiteX114" fmla="*/ 87437 w 822962"/>
              <a:gd name="connsiteY114" fmla="*/ 667705 h 822973"/>
              <a:gd name="connsiteX115" fmla="*/ 88369 w 822962"/>
              <a:gd name="connsiteY115" fmla="*/ 666077 h 822973"/>
              <a:gd name="connsiteX116" fmla="*/ 88396 w 822962"/>
              <a:gd name="connsiteY116" fmla="*/ 666077 h 822973"/>
              <a:gd name="connsiteX117" fmla="*/ 114619 w 822962"/>
              <a:gd name="connsiteY117" fmla="*/ 646839 h 822973"/>
              <a:gd name="connsiteX118" fmla="*/ 146257 w 822962"/>
              <a:gd name="connsiteY118" fmla="*/ 651036 h 822973"/>
              <a:gd name="connsiteX119" fmla="*/ 147894 w 822962"/>
              <a:gd name="connsiteY119" fmla="*/ 651959 h 822973"/>
              <a:gd name="connsiteX120" fmla="*/ 147877 w 822962"/>
              <a:gd name="connsiteY120" fmla="*/ 651986 h 822973"/>
              <a:gd name="connsiteX121" fmla="*/ 167126 w 822962"/>
              <a:gd name="connsiteY121" fmla="*/ 678209 h 822973"/>
              <a:gd name="connsiteX122" fmla="*/ 162307 w 822962"/>
              <a:gd name="connsiteY122" fmla="*/ 710928 h 822973"/>
              <a:gd name="connsiteX123" fmla="*/ 135762 w 822962"/>
              <a:gd name="connsiteY123" fmla="*/ 730710 h 822973"/>
              <a:gd name="connsiteX124" fmla="*/ 103035 w 822962"/>
              <a:gd name="connsiteY124" fmla="*/ 725887 h 822973"/>
              <a:gd name="connsiteX125" fmla="*/ 83247 w 822962"/>
              <a:gd name="connsiteY125" fmla="*/ 699344 h 822973"/>
              <a:gd name="connsiteX126" fmla="*/ 673883 w 822962"/>
              <a:gd name="connsiteY126" fmla="*/ 687997 h 822973"/>
              <a:gd name="connsiteX127" fmla="*/ 673517 w 822962"/>
              <a:gd name="connsiteY127" fmla="*/ 688544 h 822973"/>
              <a:gd name="connsiteX128" fmla="*/ 673591 w 822962"/>
              <a:gd name="connsiteY128" fmla="*/ 688544 h 822973"/>
              <a:gd name="connsiteX129" fmla="*/ 673517 w 822962"/>
              <a:gd name="connsiteY129" fmla="*/ 688654 h 822973"/>
              <a:gd name="connsiteX130" fmla="*/ 671915 w 822962"/>
              <a:gd name="connsiteY130" fmla="*/ 701338 h 822973"/>
              <a:gd name="connsiteX131" fmla="*/ 679982 w 822962"/>
              <a:gd name="connsiteY131" fmla="*/ 712110 h 822973"/>
              <a:gd name="connsiteX132" fmla="*/ 693278 w 822962"/>
              <a:gd name="connsiteY132" fmla="*/ 714021 h 822973"/>
              <a:gd name="connsiteX133" fmla="*/ 704104 w 822962"/>
              <a:gd name="connsiteY133" fmla="*/ 705993 h 822973"/>
              <a:gd name="connsiteX134" fmla="*/ 705997 w 822962"/>
              <a:gd name="connsiteY134" fmla="*/ 692662 h 822973"/>
              <a:gd name="connsiteX135" fmla="*/ 698005 w 822962"/>
              <a:gd name="connsiteY135" fmla="*/ 681881 h 822973"/>
              <a:gd name="connsiteX136" fmla="*/ 697428 w 822962"/>
              <a:gd name="connsiteY136" fmla="*/ 681571 h 822973"/>
              <a:gd name="connsiteX137" fmla="*/ 697428 w 822962"/>
              <a:gd name="connsiteY137" fmla="*/ 681589 h 822973"/>
              <a:gd name="connsiteX138" fmla="*/ 697353 w 822962"/>
              <a:gd name="connsiteY138" fmla="*/ 681515 h 822973"/>
              <a:gd name="connsiteX139" fmla="*/ 684643 w 822962"/>
              <a:gd name="connsiteY139" fmla="*/ 679988 h 822973"/>
              <a:gd name="connsiteX140" fmla="*/ 673889 w 822962"/>
              <a:gd name="connsiteY140" fmla="*/ 688016 h 822973"/>
              <a:gd name="connsiteX141" fmla="*/ 647007 w 822962"/>
              <a:gd name="connsiteY141" fmla="*/ 707556 h 822973"/>
              <a:gd name="connsiteX142" fmla="*/ 651222 w 822962"/>
              <a:gd name="connsiteY142" fmla="*/ 675926 h 822973"/>
              <a:gd name="connsiteX143" fmla="*/ 652163 w 822962"/>
              <a:gd name="connsiteY143" fmla="*/ 674290 h 822973"/>
              <a:gd name="connsiteX144" fmla="*/ 678377 w 822962"/>
              <a:gd name="connsiteY144" fmla="*/ 655061 h 822973"/>
              <a:gd name="connsiteX145" fmla="*/ 710042 w 822962"/>
              <a:gd name="connsiteY145" fmla="*/ 659258 h 822973"/>
              <a:gd name="connsiteX146" fmla="*/ 711643 w 822962"/>
              <a:gd name="connsiteY146" fmla="*/ 660190 h 822973"/>
              <a:gd name="connsiteX147" fmla="*/ 711643 w 822962"/>
              <a:gd name="connsiteY147" fmla="*/ 660208 h 822973"/>
              <a:gd name="connsiteX148" fmla="*/ 730892 w 822962"/>
              <a:gd name="connsiteY148" fmla="*/ 686431 h 822973"/>
              <a:gd name="connsiteX149" fmla="*/ 726099 w 822962"/>
              <a:gd name="connsiteY149" fmla="*/ 719151 h 822973"/>
              <a:gd name="connsiteX150" fmla="*/ 699520 w 822962"/>
              <a:gd name="connsiteY150" fmla="*/ 738940 h 822973"/>
              <a:gd name="connsiteX151" fmla="*/ 666840 w 822962"/>
              <a:gd name="connsiteY151" fmla="*/ 734132 h 822973"/>
              <a:gd name="connsiteX152" fmla="*/ 666840 w 822962"/>
              <a:gd name="connsiteY152" fmla="*/ 734109 h 822973"/>
              <a:gd name="connsiteX153" fmla="*/ 647007 w 822962"/>
              <a:gd name="connsiteY153" fmla="*/ 707566 h 822973"/>
              <a:gd name="connsiteX154" fmla="*/ 681875 w 822962"/>
              <a:gd name="connsiteY154" fmla="*/ 123993 h 822973"/>
              <a:gd name="connsiteX155" fmla="*/ 681509 w 822962"/>
              <a:gd name="connsiteY155" fmla="*/ 124532 h 822973"/>
              <a:gd name="connsiteX156" fmla="*/ 681583 w 822962"/>
              <a:gd name="connsiteY156" fmla="*/ 124532 h 822973"/>
              <a:gd name="connsiteX157" fmla="*/ 681509 w 822962"/>
              <a:gd name="connsiteY157" fmla="*/ 124651 h 822973"/>
              <a:gd name="connsiteX158" fmla="*/ 679982 w 822962"/>
              <a:gd name="connsiteY158" fmla="*/ 137325 h 822973"/>
              <a:gd name="connsiteX159" fmla="*/ 687974 w 822962"/>
              <a:gd name="connsiteY159" fmla="*/ 148106 h 822973"/>
              <a:gd name="connsiteX160" fmla="*/ 701342 w 822962"/>
              <a:gd name="connsiteY160" fmla="*/ 150017 h 822973"/>
              <a:gd name="connsiteX161" fmla="*/ 712096 w 822962"/>
              <a:gd name="connsiteY161" fmla="*/ 141989 h 822973"/>
              <a:gd name="connsiteX162" fmla="*/ 713988 w 822962"/>
              <a:gd name="connsiteY162" fmla="*/ 128657 h 822973"/>
              <a:gd name="connsiteX163" fmla="*/ 705997 w 822962"/>
              <a:gd name="connsiteY163" fmla="*/ 117877 h 822973"/>
              <a:gd name="connsiteX164" fmla="*/ 705411 w 822962"/>
              <a:gd name="connsiteY164" fmla="*/ 117567 h 822973"/>
              <a:gd name="connsiteX165" fmla="*/ 705336 w 822962"/>
              <a:gd name="connsiteY165" fmla="*/ 117514 h 822973"/>
              <a:gd name="connsiteX166" fmla="*/ 692626 w 822962"/>
              <a:gd name="connsiteY166" fmla="*/ 115968 h 822973"/>
              <a:gd name="connsiteX167" fmla="*/ 681872 w 822962"/>
              <a:gd name="connsiteY167" fmla="*/ 124005 h 822973"/>
              <a:gd name="connsiteX168" fmla="*/ 654999 w 822962"/>
              <a:gd name="connsiteY168" fmla="*/ 143552 h 822973"/>
              <a:gd name="connsiteX169" fmla="*/ 659214 w 822962"/>
              <a:gd name="connsiteY169" fmla="*/ 111914 h 822973"/>
              <a:gd name="connsiteX170" fmla="*/ 660155 w 822962"/>
              <a:gd name="connsiteY170" fmla="*/ 110285 h 822973"/>
              <a:gd name="connsiteX171" fmla="*/ 686369 w 822962"/>
              <a:gd name="connsiteY171" fmla="*/ 91048 h 822973"/>
              <a:gd name="connsiteX172" fmla="*/ 718037 w 822962"/>
              <a:gd name="connsiteY172" fmla="*/ 95236 h 822973"/>
              <a:gd name="connsiteX173" fmla="*/ 719637 w 822962"/>
              <a:gd name="connsiteY173" fmla="*/ 96168 h 822973"/>
              <a:gd name="connsiteX174" fmla="*/ 719637 w 822962"/>
              <a:gd name="connsiteY174" fmla="*/ 96195 h 822973"/>
              <a:gd name="connsiteX175" fmla="*/ 738885 w 822962"/>
              <a:gd name="connsiteY175" fmla="*/ 122409 h 822973"/>
              <a:gd name="connsiteX176" fmla="*/ 734092 w 822962"/>
              <a:gd name="connsiteY176" fmla="*/ 155128 h 822973"/>
              <a:gd name="connsiteX177" fmla="*/ 734092 w 822962"/>
              <a:gd name="connsiteY177" fmla="*/ 155146 h 822973"/>
              <a:gd name="connsiteX178" fmla="*/ 707511 w 822962"/>
              <a:gd name="connsiteY178" fmla="*/ 174925 h 822973"/>
              <a:gd name="connsiteX179" fmla="*/ 674823 w 822962"/>
              <a:gd name="connsiteY179" fmla="*/ 170106 h 822973"/>
              <a:gd name="connsiteX180" fmla="*/ 654991 w 822962"/>
              <a:gd name="connsiteY180" fmla="*/ 143551 h 822973"/>
              <a:gd name="connsiteX181" fmla="*/ 248594 w 822962"/>
              <a:gd name="connsiteY181" fmla="*/ 719014 h 822973"/>
              <a:gd name="connsiteX182" fmla="*/ 180442 w 822962"/>
              <a:gd name="connsiteY182" fmla="*/ 725361 h 822973"/>
              <a:gd name="connsiteX183" fmla="*/ 168839 w 822962"/>
              <a:gd name="connsiteY183" fmla="*/ 739283 h 822973"/>
              <a:gd name="connsiteX184" fmla="*/ 169890 w 822962"/>
              <a:gd name="connsiteY184" fmla="*/ 743344 h 822973"/>
              <a:gd name="connsiteX185" fmla="*/ 197375 w 822962"/>
              <a:gd name="connsiteY185" fmla="*/ 804960 h 822973"/>
              <a:gd name="connsiteX186" fmla="*/ 214309 w 822962"/>
              <a:gd name="connsiteY186" fmla="*/ 811444 h 822973"/>
              <a:gd name="connsiteX187" fmla="*/ 220783 w 822962"/>
              <a:gd name="connsiteY187" fmla="*/ 794505 h 822973"/>
              <a:gd name="connsiteX188" fmla="*/ 210195 w 822962"/>
              <a:gd name="connsiteY188" fmla="*/ 770769 h 822973"/>
              <a:gd name="connsiteX189" fmla="*/ 418175 w 822962"/>
              <a:gd name="connsiteY189" fmla="*/ 822897 h 822973"/>
              <a:gd name="connsiteX190" fmla="*/ 635048 w 822962"/>
              <a:gd name="connsiteY190" fmla="*/ 756451 h 822973"/>
              <a:gd name="connsiteX191" fmla="*/ 638826 w 822962"/>
              <a:gd name="connsiteY191" fmla="*/ 738719 h 822973"/>
              <a:gd name="connsiteX192" fmla="*/ 621085 w 822962"/>
              <a:gd name="connsiteY192" fmla="*/ 734947 h 822973"/>
              <a:gd name="connsiteX193" fmla="*/ 417784 w 822962"/>
              <a:gd name="connsiteY193" fmla="*/ 797286 h 822973"/>
              <a:gd name="connsiteX194" fmla="*/ 220830 w 822962"/>
              <a:gd name="connsiteY194" fmla="*/ 747345 h 822973"/>
              <a:gd name="connsiteX195" fmla="*/ 250896 w 822962"/>
              <a:gd name="connsiteY195" fmla="*/ 744541 h 822973"/>
              <a:gd name="connsiteX196" fmla="*/ 262499 w 822962"/>
              <a:gd name="connsiteY196" fmla="*/ 730627 h 822973"/>
              <a:gd name="connsiteX197" fmla="*/ 248580 w 822962"/>
              <a:gd name="connsiteY197" fmla="*/ 719021 h 822973"/>
              <a:gd name="connsiteX198" fmla="*/ 602650 w 822962"/>
              <a:gd name="connsiteY198" fmla="*/ 28223 h 822973"/>
              <a:gd name="connsiteX199" fmla="*/ 613404 w 822962"/>
              <a:gd name="connsiteY199" fmla="*/ 53471 h 822973"/>
              <a:gd name="connsiteX200" fmla="*/ 403457 w 822962"/>
              <a:gd name="connsiteY200" fmla="*/ 71 h 822973"/>
              <a:gd name="connsiteX201" fmla="*/ 186790 w 822962"/>
              <a:gd name="connsiteY201" fmla="*/ 66201 h 822973"/>
              <a:gd name="connsiteX202" fmla="*/ 183022 w 822962"/>
              <a:gd name="connsiteY202" fmla="*/ 83942 h 822973"/>
              <a:gd name="connsiteX203" fmla="*/ 200762 w 822962"/>
              <a:gd name="connsiteY203" fmla="*/ 87710 h 822973"/>
              <a:gd name="connsiteX204" fmla="*/ 403858 w 822962"/>
              <a:gd name="connsiteY204" fmla="*/ 25696 h 822973"/>
              <a:gd name="connsiteX205" fmla="*/ 601666 w 822962"/>
              <a:gd name="connsiteY205" fmla="*/ 76289 h 822973"/>
              <a:gd name="connsiteX206" fmla="*/ 573037 w 822962"/>
              <a:gd name="connsiteY206" fmla="*/ 78465 h 822973"/>
              <a:gd name="connsiteX207" fmla="*/ 561188 w 822962"/>
              <a:gd name="connsiteY207" fmla="*/ 92226 h 822973"/>
              <a:gd name="connsiteX208" fmla="*/ 574949 w 822962"/>
              <a:gd name="connsiteY208" fmla="*/ 104076 h 822973"/>
              <a:gd name="connsiteX209" fmla="*/ 642213 w 822962"/>
              <a:gd name="connsiteY209" fmla="*/ 98983 h 822973"/>
              <a:gd name="connsiteX210" fmla="*/ 642213 w 822962"/>
              <a:gd name="connsiteY210" fmla="*/ 98965 h 822973"/>
              <a:gd name="connsiteX211" fmla="*/ 642358 w 822962"/>
              <a:gd name="connsiteY211" fmla="*/ 98947 h 822973"/>
              <a:gd name="connsiteX212" fmla="*/ 646282 w 822962"/>
              <a:gd name="connsiteY212" fmla="*/ 97968 h 822973"/>
              <a:gd name="connsiteX213" fmla="*/ 653038 w 822962"/>
              <a:gd name="connsiteY213" fmla="*/ 81144 h 822973"/>
              <a:gd name="connsiteX214" fmla="*/ 626264 w 822962"/>
              <a:gd name="connsiteY214" fmla="*/ 18169 h 822973"/>
              <a:gd name="connsiteX215" fmla="*/ 609428 w 822962"/>
              <a:gd name="connsiteY215" fmla="*/ 11394 h 822973"/>
              <a:gd name="connsiteX216" fmla="*/ 602644 w 822962"/>
              <a:gd name="connsiteY216" fmla="*/ 28218 h 822973"/>
              <a:gd name="connsiteX217" fmla="*/ 28223 w 822962"/>
              <a:gd name="connsiteY217" fmla="*/ 219295 h 822973"/>
              <a:gd name="connsiteX218" fmla="*/ 53471 w 822962"/>
              <a:gd name="connsiteY218" fmla="*/ 208541 h 822973"/>
              <a:gd name="connsiteX219" fmla="*/ 59 w 822962"/>
              <a:gd name="connsiteY219" fmla="*/ 417893 h 822973"/>
              <a:gd name="connsiteX220" fmla="*/ 65493 w 822962"/>
              <a:gd name="connsiteY220" fmla="*/ 634103 h 822973"/>
              <a:gd name="connsiteX221" fmla="*/ 83233 w 822962"/>
              <a:gd name="connsiteY221" fmla="*/ 637969 h 822973"/>
              <a:gd name="connsiteX222" fmla="*/ 87099 w 822962"/>
              <a:gd name="connsiteY222" fmla="*/ 620229 h 822973"/>
              <a:gd name="connsiteX223" fmla="*/ 25687 w 822962"/>
              <a:gd name="connsiteY223" fmla="*/ 417491 h 822973"/>
              <a:gd name="connsiteX224" fmla="*/ 76288 w 822962"/>
              <a:gd name="connsiteY224" fmla="*/ 220286 h 822973"/>
              <a:gd name="connsiteX225" fmla="*/ 78464 w 822962"/>
              <a:gd name="connsiteY225" fmla="*/ 248905 h 822973"/>
              <a:gd name="connsiteX226" fmla="*/ 92225 w 822962"/>
              <a:gd name="connsiteY226" fmla="*/ 260755 h 822973"/>
              <a:gd name="connsiteX227" fmla="*/ 104075 w 822962"/>
              <a:gd name="connsiteY227" fmla="*/ 246994 h 822973"/>
              <a:gd name="connsiteX228" fmla="*/ 98982 w 822962"/>
              <a:gd name="connsiteY228" fmla="*/ 179721 h 822973"/>
              <a:gd name="connsiteX229" fmla="*/ 98964 w 822962"/>
              <a:gd name="connsiteY229" fmla="*/ 179721 h 822973"/>
              <a:gd name="connsiteX230" fmla="*/ 98964 w 822962"/>
              <a:gd name="connsiteY230" fmla="*/ 179593 h 822973"/>
              <a:gd name="connsiteX231" fmla="*/ 98964 w 822962"/>
              <a:gd name="connsiteY231" fmla="*/ 179585 h 822973"/>
              <a:gd name="connsiteX232" fmla="*/ 97976 w 822962"/>
              <a:gd name="connsiteY232" fmla="*/ 175661 h 822973"/>
              <a:gd name="connsiteX233" fmla="*/ 81153 w 822962"/>
              <a:gd name="connsiteY233" fmla="*/ 168878 h 822973"/>
              <a:gd name="connsiteX234" fmla="*/ 18177 w 822962"/>
              <a:gd name="connsiteY234" fmla="*/ 195688 h 822973"/>
              <a:gd name="connsiteX235" fmla="*/ 11394 w 822962"/>
              <a:gd name="connsiteY235" fmla="*/ 212524 h 822973"/>
              <a:gd name="connsiteX236" fmla="*/ 28217 w 822962"/>
              <a:gd name="connsiteY236" fmla="*/ 219298 h 822973"/>
              <a:gd name="connsiteX237" fmla="*/ 718989 w 822962"/>
              <a:gd name="connsiteY237" fmla="*/ 573366 h 822973"/>
              <a:gd name="connsiteX238" fmla="*/ 725314 w 822962"/>
              <a:gd name="connsiteY238" fmla="*/ 641508 h 822973"/>
              <a:gd name="connsiteX239" fmla="*/ 739259 w 822962"/>
              <a:gd name="connsiteY239" fmla="*/ 653102 h 822973"/>
              <a:gd name="connsiteX240" fmla="*/ 743328 w 822962"/>
              <a:gd name="connsiteY240" fmla="*/ 652052 h 822973"/>
              <a:gd name="connsiteX241" fmla="*/ 804920 w 822962"/>
              <a:gd name="connsiteY241" fmla="*/ 624566 h 822973"/>
              <a:gd name="connsiteX242" fmla="*/ 811382 w 822962"/>
              <a:gd name="connsiteY242" fmla="*/ 607632 h 822973"/>
              <a:gd name="connsiteX243" fmla="*/ 794458 w 822962"/>
              <a:gd name="connsiteY243" fmla="*/ 601149 h 822973"/>
              <a:gd name="connsiteX244" fmla="*/ 771141 w 822962"/>
              <a:gd name="connsiteY244" fmla="*/ 611547 h 822973"/>
              <a:gd name="connsiteX245" fmla="*/ 822858 w 822962"/>
              <a:gd name="connsiteY245" fmla="*/ 403094 h 822973"/>
              <a:gd name="connsiteX246" fmla="*/ 755169 w 822962"/>
              <a:gd name="connsiteY246" fmla="*/ 185459 h 822973"/>
              <a:gd name="connsiteX247" fmla="*/ 737445 w 822962"/>
              <a:gd name="connsiteY247" fmla="*/ 181792 h 822973"/>
              <a:gd name="connsiteX248" fmla="*/ 733810 w 822962"/>
              <a:gd name="connsiteY248" fmla="*/ 199524 h 822973"/>
              <a:gd name="connsiteX249" fmla="*/ 797300 w 822962"/>
              <a:gd name="connsiteY249" fmla="*/ 403588 h 822973"/>
              <a:gd name="connsiteX250" fmla="*/ 747328 w 822962"/>
              <a:gd name="connsiteY250" fmla="*/ 601609 h 822973"/>
              <a:gd name="connsiteX251" fmla="*/ 744494 w 822962"/>
              <a:gd name="connsiteY251" fmla="*/ 571039 h 822973"/>
              <a:gd name="connsiteX252" fmla="*/ 730625 w 822962"/>
              <a:gd name="connsiteY252" fmla="*/ 559446 h 822973"/>
              <a:gd name="connsiteX253" fmla="*/ 718997 w 822962"/>
              <a:gd name="connsiteY253" fmla="*/ 573364 h 822973"/>
              <a:gd name="connsiteX254" fmla="*/ 579150 w 822962"/>
              <a:gd name="connsiteY254" fmla="*/ 481415 h 822973"/>
              <a:gd name="connsiteX255" fmla="*/ 558073 w 822962"/>
              <a:gd name="connsiteY255" fmla="*/ 472682 h 822973"/>
              <a:gd name="connsiteX256" fmla="*/ 536996 w 822962"/>
              <a:gd name="connsiteY256" fmla="*/ 481415 h 822973"/>
              <a:gd name="connsiteX257" fmla="*/ 528262 w 822962"/>
              <a:gd name="connsiteY257" fmla="*/ 502492 h 822973"/>
              <a:gd name="connsiteX258" fmla="*/ 536996 w 822962"/>
              <a:gd name="connsiteY258" fmla="*/ 523569 h 822973"/>
              <a:gd name="connsiteX259" fmla="*/ 558073 w 822962"/>
              <a:gd name="connsiteY259" fmla="*/ 532293 h 822973"/>
              <a:gd name="connsiteX260" fmla="*/ 579150 w 822962"/>
              <a:gd name="connsiteY260" fmla="*/ 523569 h 822973"/>
              <a:gd name="connsiteX261" fmla="*/ 587883 w 822962"/>
              <a:gd name="connsiteY261" fmla="*/ 502492 h 822973"/>
              <a:gd name="connsiteX262" fmla="*/ 579150 w 822962"/>
              <a:gd name="connsiteY262" fmla="*/ 481415 h 822973"/>
              <a:gd name="connsiteX263" fmla="*/ 558073 w 822962"/>
              <a:gd name="connsiteY263" fmla="*/ 446961 h 822973"/>
              <a:gd name="connsiteX264" fmla="*/ 597336 w 822962"/>
              <a:gd name="connsiteY264" fmla="*/ 463229 h 822973"/>
              <a:gd name="connsiteX265" fmla="*/ 613603 w 822962"/>
              <a:gd name="connsiteY265" fmla="*/ 502492 h 822973"/>
              <a:gd name="connsiteX266" fmla="*/ 597336 w 822962"/>
              <a:gd name="connsiteY266" fmla="*/ 541747 h 822973"/>
              <a:gd name="connsiteX267" fmla="*/ 558073 w 822962"/>
              <a:gd name="connsiteY267" fmla="*/ 558015 h 822973"/>
              <a:gd name="connsiteX268" fmla="*/ 518809 w 822962"/>
              <a:gd name="connsiteY268" fmla="*/ 541747 h 822973"/>
              <a:gd name="connsiteX269" fmla="*/ 502542 w 822962"/>
              <a:gd name="connsiteY269" fmla="*/ 502492 h 822973"/>
              <a:gd name="connsiteX270" fmla="*/ 518809 w 822962"/>
              <a:gd name="connsiteY270" fmla="*/ 463229 h 822973"/>
              <a:gd name="connsiteX271" fmla="*/ 558073 w 822962"/>
              <a:gd name="connsiteY271" fmla="*/ 446961 h 822973"/>
              <a:gd name="connsiteX272" fmla="*/ 286000 w 822962"/>
              <a:gd name="connsiteY272" fmla="*/ 481415 h 822973"/>
              <a:gd name="connsiteX273" fmla="*/ 264924 w 822962"/>
              <a:gd name="connsiteY273" fmla="*/ 472682 h 822973"/>
              <a:gd name="connsiteX274" fmla="*/ 243847 w 822962"/>
              <a:gd name="connsiteY274" fmla="*/ 481415 h 822973"/>
              <a:gd name="connsiteX275" fmla="*/ 235113 w 822962"/>
              <a:gd name="connsiteY275" fmla="*/ 502492 h 822973"/>
              <a:gd name="connsiteX276" fmla="*/ 243847 w 822962"/>
              <a:gd name="connsiteY276" fmla="*/ 523569 h 822973"/>
              <a:gd name="connsiteX277" fmla="*/ 264924 w 822962"/>
              <a:gd name="connsiteY277" fmla="*/ 532293 h 822973"/>
              <a:gd name="connsiteX278" fmla="*/ 286000 w 822962"/>
              <a:gd name="connsiteY278" fmla="*/ 523569 h 822973"/>
              <a:gd name="connsiteX279" fmla="*/ 294725 w 822962"/>
              <a:gd name="connsiteY279" fmla="*/ 502492 h 822973"/>
              <a:gd name="connsiteX280" fmla="*/ 286000 w 822962"/>
              <a:gd name="connsiteY280" fmla="*/ 481415 h 822973"/>
              <a:gd name="connsiteX281" fmla="*/ 264924 w 822962"/>
              <a:gd name="connsiteY281" fmla="*/ 446961 h 822973"/>
              <a:gd name="connsiteX282" fmla="*/ 304187 w 822962"/>
              <a:gd name="connsiteY282" fmla="*/ 463229 h 822973"/>
              <a:gd name="connsiteX283" fmla="*/ 320454 w 822962"/>
              <a:gd name="connsiteY283" fmla="*/ 502492 h 822973"/>
              <a:gd name="connsiteX284" fmla="*/ 304187 w 822962"/>
              <a:gd name="connsiteY284" fmla="*/ 541747 h 822973"/>
              <a:gd name="connsiteX285" fmla="*/ 264924 w 822962"/>
              <a:gd name="connsiteY285" fmla="*/ 558015 h 822973"/>
              <a:gd name="connsiteX286" fmla="*/ 225660 w 822962"/>
              <a:gd name="connsiteY286" fmla="*/ 541747 h 822973"/>
              <a:gd name="connsiteX287" fmla="*/ 209393 w 822962"/>
              <a:gd name="connsiteY287" fmla="*/ 502492 h 822973"/>
              <a:gd name="connsiteX288" fmla="*/ 225660 w 822962"/>
              <a:gd name="connsiteY288" fmla="*/ 463229 h 822973"/>
              <a:gd name="connsiteX289" fmla="*/ 264924 w 822962"/>
              <a:gd name="connsiteY289" fmla="*/ 446961 h 822973"/>
              <a:gd name="connsiteX290" fmla="*/ 432571 w 822962"/>
              <a:gd name="connsiteY290" fmla="*/ 228443 h 822973"/>
              <a:gd name="connsiteX291" fmla="*/ 411494 w 822962"/>
              <a:gd name="connsiteY291" fmla="*/ 219709 h 822973"/>
              <a:gd name="connsiteX292" fmla="*/ 390417 w 822962"/>
              <a:gd name="connsiteY292" fmla="*/ 228443 h 822973"/>
              <a:gd name="connsiteX293" fmla="*/ 381693 w 822962"/>
              <a:gd name="connsiteY293" fmla="*/ 249510 h 822973"/>
              <a:gd name="connsiteX294" fmla="*/ 390417 w 822962"/>
              <a:gd name="connsiteY294" fmla="*/ 270587 h 822973"/>
              <a:gd name="connsiteX295" fmla="*/ 411494 w 822962"/>
              <a:gd name="connsiteY295" fmla="*/ 279321 h 822973"/>
              <a:gd name="connsiteX296" fmla="*/ 432571 w 822962"/>
              <a:gd name="connsiteY296" fmla="*/ 270587 h 822973"/>
              <a:gd name="connsiteX297" fmla="*/ 441304 w 822962"/>
              <a:gd name="connsiteY297" fmla="*/ 249510 h 822973"/>
              <a:gd name="connsiteX298" fmla="*/ 432571 w 822962"/>
              <a:gd name="connsiteY298" fmla="*/ 228443 h 822973"/>
              <a:gd name="connsiteX299" fmla="*/ 450758 w 822962"/>
              <a:gd name="connsiteY299" fmla="*/ 210256 h 822973"/>
              <a:gd name="connsiteX300" fmla="*/ 411494 w 822962"/>
              <a:gd name="connsiteY300" fmla="*/ 193989 h 822973"/>
              <a:gd name="connsiteX301" fmla="*/ 372239 w 822962"/>
              <a:gd name="connsiteY301" fmla="*/ 210256 h 822973"/>
              <a:gd name="connsiteX302" fmla="*/ 355972 w 822962"/>
              <a:gd name="connsiteY302" fmla="*/ 249511 h 822973"/>
              <a:gd name="connsiteX303" fmla="*/ 372239 w 822962"/>
              <a:gd name="connsiteY303" fmla="*/ 288775 h 822973"/>
              <a:gd name="connsiteX304" fmla="*/ 411494 w 822962"/>
              <a:gd name="connsiteY304" fmla="*/ 305042 h 822973"/>
              <a:gd name="connsiteX305" fmla="*/ 450758 w 822962"/>
              <a:gd name="connsiteY305" fmla="*/ 288775 h 822973"/>
              <a:gd name="connsiteX306" fmla="*/ 467025 w 822962"/>
              <a:gd name="connsiteY306" fmla="*/ 249511 h 822973"/>
              <a:gd name="connsiteX307" fmla="*/ 450758 w 822962"/>
              <a:gd name="connsiteY307" fmla="*/ 210256 h 822973"/>
              <a:gd name="connsiteX308" fmla="*/ 443066 w 822962"/>
              <a:gd name="connsiteY308" fmla="*/ 499862 h 822973"/>
              <a:gd name="connsiteX309" fmla="*/ 443040 w 822962"/>
              <a:gd name="connsiteY309" fmla="*/ 502469 h 822973"/>
              <a:gd name="connsiteX310" fmla="*/ 443075 w 822962"/>
              <a:gd name="connsiteY310" fmla="*/ 505104 h 822973"/>
              <a:gd name="connsiteX311" fmla="*/ 436518 w 822962"/>
              <a:gd name="connsiteY311" fmla="*/ 508890 h 822973"/>
              <a:gd name="connsiteX312" fmla="*/ 436536 w 822962"/>
              <a:gd name="connsiteY312" fmla="*/ 508907 h 822973"/>
              <a:gd name="connsiteX313" fmla="*/ 421969 w 822962"/>
              <a:gd name="connsiteY313" fmla="*/ 527853 h 822973"/>
              <a:gd name="connsiteX314" fmla="*/ 425106 w 822962"/>
              <a:gd name="connsiteY314" fmla="*/ 551525 h 822973"/>
              <a:gd name="connsiteX315" fmla="*/ 448505 w 822962"/>
              <a:gd name="connsiteY315" fmla="*/ 592052 h 822973"/>
              <a:gd name="connsiteX316" fmla="*/ 449493 w 822962"/>
              <a:gd name="connsiteY316" fmla="*/ 593835 h 822973"/>
              <a:gd name="connsiteX317" fmla="*/ 449493 w 822962"/>
              <a:gd name="connsiteY317" fmla="*/ 593816 h 822973"/>
              <a:gd name="connsiteX318" fmla="*/ 468064 w 822962"/>
              <a:gd name="connsiteY318" fmla="*/ 607670 h 822973"/>
              <a:gd name="connsiteX319" fmla="*/ 490394 w 822962"/>
              <a:gd name="connsiteY319" fmla="*/ 605265 h 822973"/>
              <a:gd name="connsiteX320" fmla="*/ 492486 w 822962"/>
              <a:gd name="connsiteY320" fmla="*/ 604131 h 822973"/>
              <a:gd name="connsiteX321" fmla="*/ 498329 w 822962"/>
              <a:gd name="connsiteY321" fmla="*/ 600747 h 822973"/>
              <a:gd name="connsiteX322" fmla="*/ 499857 w 822962"/>
              <a:gd name="connsiteY322" fmla="*/ 601660 h 822973"/>
              <a:gd name="connsiteX323" fmla="*/ 500541 w 822962"/>
              <a:gd name="connsiteY323" fmla="*/ 602089 h 822973"/>
              <a:gd name="connsiteX324" fmla="*/ 502818 w 822962"/>
              <a:gd name="connsiteY324" fmla="*/ 603369 h 822973"/>
              <a:gd name="connsiteX325" fmla="*/ 502818 w 822962"/>
              <a:gd name="connsiteY325" fmla="*/ 610942 h 822973"/>
              <a:gd name="connsiteX326" fmla="*/ 511989 w 822962"/>
              <a:gd name="connsiteY326" fmla="*/ 633042 h 822973"/>
              <a:gd name="connsiteX327" fmla="*/ 534089 w 822962"/>
              <a:gd name="connsiteY327" fmla="*/ 642213 h 822973"/>
              <a:gd name="connsiteX328" fmla="*/ 582060 w 822962"/>
              <a:gd name="connsiteY328" fmla="*/ 642213 h 822973"/>
              <a:gd name="connsiteX329" fmla="*/ 604161 w 822962"/>
              <a:gd name="connsiteY329" fmla="*/ 633042 h 822973"/>
              <a:gd name="connsiteX330" fmla="*/ 613331 w 822962"/>
              <a:gd name="connsiteY330" fmla="*/ 610942 h 822973"/>
              <a:gd name="connsiteX331" fmla="*/ 613331 w 822962"/>
              <a:gd name="connsiteY331" fmla="*/ 603369 h 822973"/>
              <a:gd name="connsiteX332" fmla="*/ 615564 w 822962"/>
              <a:gd name="connsiteY332" fmla="*/ 602098 h 822973"/>
              <a:gd name="connsiteX333" fmla="*/ 617842 w 822962"/>
              <a:gd name="connsiteY333" fmla="*/ 600761 h 822973"/>
              <a:gd name="connsiteX334" fmla="*/ 624369 w 822962"/>
              <a:gd name="connsiteY334" fmla="*/ 604529 h 822973"/>
              <a:gd name="connsiteX335" fmla="*/ 624369 w 822962"/>
              <a:gd name="connsiteY335" fmla="*/ 604512 h 822973"/>
              <a:gd name="connsiteX336" fmla="*/ 624562 w 822962"/>
              <a:gd name="connsiteY336" fmla="*/ 604613 h 822973"/>
              <a:gd name="connsiteX337" fmla="*/ 648098 w 822962"/>
              <a:gd name="connsiteY337" fmla="*/ 607658 h 822973"/>
              <a:gd name="connsiteX338" fmla="*/ 667053 w 822962"/>
              <a:gd name="connsiteY338" fmla="*/ 593121 h 822973"/>
              <a:gd name="connsiteX339" fmla="*/ 667053 w 822962"/>
              <a:gd name="connsiteY339" fmla="*/ 593102 h 822973"/>
              <a:gd name="connsiteX340" fmla="*/ 691020 w 822962"/>
              <a:gd name="connsiteY340" fmla="*/ 551517 h 822973"/>
              <a:gd name="connsiteX341" fmla="*/ 694148 w 822962"/>
              <a:gd name="connsiteY341" fmla="*/ 527845 h 822973"/>
              <a:gd name="connsiteX342" fmla="*/ 680498 w 822962"/>
              <a:gd name="connsiteY342" fmla="*/ 509429 h 822973"/>
              <a:gd name="connsiteX343" fmla="*/ 679629 w 822962"/>
              <a:gd name="connsiteY343" fmla="*/ 508872 h 822973"/>
              <a:gd name="connsiteX344" fmla="*/ 673093 w 822962"/>
              <a:gd name="connsiteY344" fmla="*/ 505086 h 822973"/>
              <a:gd name="connsiteX345" fmla="*/ 673093 w 822962"/>
              <a:gd name="connsiteY345" fmla="*/ 499838 h 822973"/>
              <a:gd name="connsiteX346" fmla="*/ 679629 w 822962"/>
              <a:gd name="connsiteY346" fmla="*/ 496053 h 822973"/>
              <a:gd name="connsiteX347" fmla="*/ 694157 w 822962"/>
              <a:gd name="connsiteY347" fmla="*/ 477080 h 822973"/>
              <a:gd name="connsiteX348" fmla="*/ 691029 w 822962"/>
              <a:gd name="connsiteY348" fmla="*/ 453416 h 822973"/>
              <a:gd name="connsiteX349" fmla="*/ 667419 w 822962"/>
              <a:gd name="connsiteY349" fmla="*/ 412542 h 822973"/>
              <a:gd name="connsiteX350" fmla="*/ 667053 w 822962"/>
              <a:gd name="connsiteY350" fmla="*/ 411827 h 822973"/>
              <a:gd name="connsiteX351" fmla="*/ 648098 w 822962"/>
              <a:gd name="connsiteY351" fmla="*/ 397290 h 822973"/>
              <a:gd name="connsiteX352" fmla="*/ 625304 w 822962"/>
              <a:gd name="connsiteY352" fmla="*/ 399924 h 822973"/>
              <a:gd name="connsiteX353" fmla="*/ 624372 w 822962"/>
              <a:gd name="connsiteY353" fmla="*/ 400419 h 822973"/>
              <a:gd name="connsiteX354" fmla="*/ 617853 w 822962"/>
              <a:gd name="connsiteY354" fmla="*/ 404177 h 822973"/>
              <a:gd name="connsiteX355" fmla="*/ 615612 w 822962"/>
              <a:gd name="connsiteY355" fmla="*/ 402853 h 822973"/>
              <a:gd name="connsiteX356" fmla="*/ 615594 w 822962"/>
              <a:gd name="connsiteY356" fmla="*/ 402880 h 822973"/>
              <a:gd name="connsiteX357" fmla="*/ 615559 w 822962"/>
              <a:gd name="connsiteY357" fmla="*/ 402853 h 822973"/>
              <a:gd name="connsiteX358" fmla="*/ 613338 w 822962"/>
              <a:gd name="connsiteY358" fmla="*/ 401600 h 822973"/>
              <a:gd name="connsiteX359" fmla="*/ 613338 w 822962"/>
              <a:gd name="connsiteY359" fmla="*/ 394009 h 822973"/>
              <a:gd name="connsiteX360" fmla="*/ 604167 w 822962"/>
              <a:gd name="connsiteY360" fmla="*/ 371899 h 822973"/>
              <a:gd name="connsiteX361" fmla="*/ 582066 w 822962"/>
              <a:gd name="connsiteY361" fmla="*/ 362738 h 822973"/>
              <a:gd name="connsiteX362" fmla="*/ 534096 w 822962"/>
              <a:gd name="connsiteY362" fmla="*/ 362738 h 822973"/>
              <a:gd name="connsiteX363" fmla="*/ 511995 w 822962"/>
              <a:gd name="connsiteY363" fmla="*/ 371899 h 822973"/>
              <a:gd name="connsiteX364" fmla="*/ 502825 w 822962"/>
              <a:gd name="connsiteY364" fmla="*/ 394009 h 822973"/>
              <a:gd name="connsiteX365" fmla="*/ 502825 w 822962"/>
              <a:gd name="connsiteY365" fmla="*/ 401573 h 822973"/>
              <a:gd name="connsiteX366" fmla="*/ 500583 w 822962"/>
              <a:gd name="connsiteY366" fmla="*/ 402836 h 822973"/>
              <a:gd name="connsiteX367" fmla="*/ 498315 w 822962"/>
              <a:gd name="connsiteY367" fmla="*/ 404181 h 822973"/>
              <a:gd name="connsiteX368" fmla="*/ 491787 w 822962"/>
              <a:gd name="connsiteY368" fmla="*/ 400412 h 822973"/>
              <a:gd name="connsiteX369" fmla="*/ 491787 w 822962"/>
              <a:gd name="connsiteY369" fmla="*/ 400439 h 822973"/>
              <a:gd name="connsiteX370" fmla="*/ 491606 w 822962"/>
              <a:gd name="connsiteY370" fmla="*/ 400338 h 822973"/>
              <a:gd name="connsiteX371" fmla="*/ 468079 w 822962"/>
              <a:gd name="connsiteY371" fmla="*/ 397284 h 822973"/>
              <a:gd name="connsiteX372" fmla="*/ 449107 w 822962"/>
              <a:gd name="connsiteY372" fmla="*/ 411821 h 822973"/>
              <a:gd name="connsiteX373" fmla="*/ 449124 w 822962"/>
              <a:gd name="connsiteY373" fmla="*/ 411821 h 822973"/>
              <a:gd name="connsiteX374" fmla="*/ 425112 w 822962"/>
              <a:gd name="connsiteY374" fmla="*/ 453419 h 822973"/>
              <a:gd name="connsiteX375" fmla="*/ 421975 w 822962"/>
              <a:gd name="connsiteY375" fmla="*/ 477083 h 822973"/>
              <a:gd name="connsiteX376" fmla="*/ 436524 w 822962"/>
              <a:gd name="connsiteY376" fmla="*/ 496055 h 822973"/>
              <a:gd name="connsiteX377" fmla="*/ 443082 w 822962"/>
              <a:gd name="connsiteY377" fmla="*/ 499841 h 822973"/>
              <a:gd name="connsiteX378" fmla="*/ 449368 w 822962"/>
              <a:gd name="connsiteY378" fmla="*/ 473874 h 822973"/>
              <a:gd name="connsiteX379" fmla="*/ 462735 w 822962"/>
              <a:gd name="connsiteY379" fmla="*/ 481592 h 822973"/>
              <a:gd name="connsiteX380" fmla="*/ 469073 w 822962"/>
              <a:gd name="connsiteY380" fmla="*/ 493900 h 822973"/>
              <a:gd name="connsiteX381" fmla="*/ 468662 w 822962"/>
              <a:gd name="connsiteY381" fmla="*/ 502466 h 822973"/>
              <a:gd name="connsiteX382" fmla="*/ 469037 w 822962"/>
              <a:gd name="connsiteY382" fmla="*/ 510431 h 822973"/>
              <a:gd name="connsiteX383" fmla="*/ 462765 w 822962"/>
              <a:gd name="connsiteY383" fmla="*/ 523362 h 822973"/>
              <a:gd name="connsiteX384" fmla="*/ 449380 w 822962"/>
              <a:gd name="connsiteY384" fmla="*/ 531089 h 822973"/>
              <a:gd name="connsiteX385" fmla="*/ 449380 w 822962"/>
              <a:gd name="connsiteY385" fmla="*/ 531072 h 822973"/>
              <a:gd name="connsiteX386" fmla="*/ 449335 w 822962"/>
              <a:gd name="connsiteY386" fmla="*/ 531089 h 822973"/>
              <a:gd name="connsiteX387" fmla="*/ 446793 w 822962"/>
              <a:gd name="connsiteY387" fmla="*/ 534492 h 822973"/>
              <a:gd name="connsiteX388" fmla="*/ 447314 w 822962"/>
              <a:gd name="connsiteY388" fmla="*/ 538772 h 822973"/>
              <a:gd name="connsiteX389" fmla="*/ 470686 w 822962"/>
              <a:gd name="connsiteY389" fmla="*/ 579262 h 822973"/>
              <a:gd name="connsiteX390" fmla="*/ 470897 w 822962"/>
              <a:gd name="connsiteY390" fmla="*/ 579563 h 822973"/>
              <a:gd name="connsiteX391" fmla="*/ 470871 w 822962"/>
              <a:gd name="connsiteY391" fmla="*/ 579581 h 822973"/>
              <a:gd name="connsiteX392" fmla="*/ 470888 w 822962"/>
              <a:gd name="connsiteY392" fmla="*/ 579607 h 822973"/>
              <a:gd name="connsiteX393" fmla="*/ 471299 w 822962"/>
              <a:gd name="connsiteY393" fmla="*/ 580265 h 822973"/>
              <a:gd name="connsiteX394" fmla="*/ 474701 w 822962"/>
              <a:gd name="connsiteY394" fmla="*/ 582852 h 822973"/>
              <a:gd name="connsiteX395" fmla="*/ 478589 w 822962"/>
              <a:gd name="connsiteY395" fmla="*/ 582543 h 822973"/>
              <a:gd name="connsiteX396" fmla="*/ 478928 w 822962"/>
              <a:gd name="connsiteY396" fmla="*/ 582340 h 822973"/>
              <a:gd name="connsiteX397" fmla="*/ 492305 w 822962"/>
              <a:gd name="connsiteY397" fmla="*/ 574613 h 822973"/>
              <a:gd name="connsiteX398" fmla="*/ 506167 w 822962"/>
              <a:gd name="connsiteY398" fmla="*/ 575262 h 822973"/>
              <a:gd name="connsiteX399" fmla="*/ 512733 w 822962"/>
              <a:gd name="connsiteY399" fmla="*/ 579542 h 822973"/>
              <a:gd name="connsiteX400" fmla="*/ 513400 w 822962"/>
              <a:gd name="connsiteY400" fmla="*/ 579899 h 822973"/>
              <a:gd name="connsiteX401" fmla="*/ 520046 w 822962"/>
              <a:gd name="connsiteY401" fmla="*/ 583393 h 822973"/>
              <a:gd name="connsiteX402" fmla="*/ 528533 w 822962"/>
              <a:gd name="connsiteY402" fmla="*/ 595490 h 822973"/>
              <a:gd name="connsiteX403" fmla="*/ 528533 w 822962"/>
              <a:gd name="connsiteY403" fmla="*/ 610944 h 822973"/>
              <a:gd name="connsiteX404" fmla="*/ 530170 w 822962"/>
              <a:gd name="connsiteY404" fmla="*/ 614867 h 822973"/>
              <a:gd name="connsiteX405" fmla="*/ 534084 w 822962"/>
              <a:gd name="connsiteY405" fmla="*/ 616504 h 822973"/>
              <a:gd name="connsiteX406" fmla="*/ 582054 w 822962"/>
              <a:gd name="connsiteY406" fmla="*/ 616504 h 822973"/>
              <a:gd name="connsiteX407" fmla="*/ 585977 w 822962"/>
              <a:gd name="connsiteY407" fmla="*/ 614867 h 822973"/>
              <a:gd name="connsiteX408" fmla="*/ 587615 w 822962"/>
              <a:gd name="connsiteY408" fmla="*/ 610944 h 822973"/>
              <a:gd name="connsiteX409" fmla="*/ 587615 w 822962"/>
              <a:gd name="connsiteY409" fmla="*/ 595635 h 822973"/>
              <a:gd name="connsiteX410" fmla="*/ 595157 w 822962"/>
              <a:gd name="connsiteY410" fmla="*/ 583785 h 822973"/>
              <a:gd name="connsiteX411" fmla="*/ 602819 w 822962"/>
              <a:gd name="connsiteY411" fmla="*/ 579898 h 822973"/>
              <a:gd name="connsiteX412" fmla="*/ 609641 w 822962"/>
              <a:gd name="connsiteY412" fmla="*/ 575520 h 822973"/>
              <a:gd name="connsiteX413" fmla="*/ 623860 w 822962"/>
              <a:gd name="connsiteY413" fmla="*/ 574615 h 822973"/>
              <a:gd name="connsiteX414" fmla="*/ 637228 w 822962"/>
              <a:gd name="connsiteY414" fmla="*/ 582333 h 822973"/>
              <a:gd name="connsiteX415" fmla="*/ 637228 w 822962"/>
              <a:gd name="connsiteY415" fmla="*/ 582351 h 822973"/>
              <a:gd name="connsiteX416" fmla="*/ 641478 w 822962"/>
              <a:gd name="connsiteY416" fmla="*/ 582845 h 822973"/>
              <a:gd name="connsiteX417" fmla="*/ 644824 w 822962"/>
              <a:gd name="connsiteY417" fmla="*/ 580259 h 822973"/>
              <a:gd name="connsiteX418" fmla="*/ 644899 w 822962"/>
              <a:gd name="connsiteY418" fmla="*/ 580276 h 822973"/>
              <a:gd name="connsiteX419" fmla="*/ 668866 w 822962"/>
              <a:gd name="connsiteY419" fmla="*/ 538763 h 822973"/>
              <a:gd name="connsiteX420" fmla="*/ 669378 w 822962"/>
              <a:gd name="connsiteY420" fmla="*/ 534483 h 822973"/>
              <a:gd name="connsiteX421" fmla="*/ 667202 w 822962"/>
              <a:gd name="connsiteY421" fmla="*/ 531310 h 822973"/>
              <a:gd name="connsiteX422" fmla="*/ 666764 w 822962"/>
              <a:gd name="connsiteY422" fmla="*/ 531080 h 822973"/>
              <a:gd name="connsiteX423" fmla="*/ 653396 w 822962"/>
              <a:gd name="connsiteY423" fmla="*/ 523362 h 822973"/>
              <a:gd name="connsiteX424" fmla="*/ 647077 w 822962"/>
              <a:gd name="connsiteY424" fmla="*/ 511054 h 822973"/>
              <a:gd name="connsiteX425" fmla="*/ 647515 w 822962"/>
              <a:gd name="connsiteY425" fmla="*/ 502488 h 822973"/>
              <a:gd name="connsiteX426" fmla="*/ 647077 w 822962"/>
              <a:gd name="connsiteY426" fmla="*/ 494513 h 822973"/>
              <a:gd name="connsiteX427" fmla="*/ 653396 w 822962"/>
              <a:gd name="connsiteY427" fmla="*/ 481592 h 822973"/>
              <a:gd name="connsiteX428" fmla="*/ 666764 w 822962"/>
              <a:gd name="connsiteY428" fmla="*/ 473865 h 822973"/>
              <a:gd name="connsiteX429" fmla="*/ 669380 w 822962"/>
              <a:gd name="connsiteY429" fmla="*/ 470462 h 822973"/>
              <a:gd name="connsiteX430" fmla="*/ 668869 w 822962"/>
              <a:gd name="connsiteY430" fmla="*/ 466182 h 822973"/>
              <a:gd name="connsiteX431" fmla="*/ 645259 w 822962"/>
              <a:gd name="connsiteY431" fmla="*/ 425335 h 822973"/>
              <a:gd name="connsiteX432" fmla="*/ 644830 w 822962"/>
              <a:gd name="connsiteY432" fmla="*/ 424686 h 822973"/>
              <a:gd name="connsiteX433" fmla="*/ 641484 w 822962"/>
              <a:gd name="connsiteY433" fmla="*/ 422091 h 822973"/>
              <a:gd name="connsiteX434" fmla="*/ 637561 w 822962"/>
              <a:gd name="connsiteY434" fmla="*/ 422412 h 822973"/>
              <a:gd name="connsiteX435" fmla="*/ 637222 w 822962"/>
              <a:gd name="connsiteY435" fmla="*/ 422615 h 822973"/>
              <a:gd name="connsiteX436" fmla="*/ 623837 w 822962"/>
              <a:gd name="connsiteY436" fmla="*/ 430342 h 822973"/>
              <a:gd name="connsiteX437" fmla="*/ 609975 w 822962"/>
              <a:gd name="connsiteY437" fmla="*/ 429684 h 822973"/>
              <a:gd name="connsiteX438" fmla="*/ 602743 w 822962"/>
              <a:gd name="connsiteY438" fmla="*/ 425038 h 822973"/>
              <a:gd name="connsiteX439" fmla="*/ 602760 w 822962"/>
              <a:gd name="connsiteY439" fmla="*/ 425011 h 822973"/>
              <a:gd name="connsiteX440" fmla="*/ 596105 w 822962"/>
              <a:gd name="connsiteY440" fmla="*/ 421537 h 822973"/>
              <a:gd name="connsiteX441" fmla="*/ 587610 w 822962"/>
              <a:gd name="connsiteY441" fmla="*/ 409441 h 822973"/>
              <a:gd name="connsiteX442" fmla="*/ 587610 w 822962"/>
              <a:gd name="connsiteY442" fmla="*/ 393986 h 822973"/>
              <a:gd name="connsiteX443" fmla="*/ 585972 w 822962"/>
              <a:gd name="connsiteY443" fmla="*/ 390064 h 822973"/>
              <a:gd name="connsiteX444" fmla="*/ 582050 w 822962"/>
              <a:gd name="connsiteY444" fmla="*/ 388435 h 822973"/>
              <a:gd name="connsiteX445" fmla="*/ 534079 w 822962"/>
              <a:gd name="connsiteY445" fmla="*/ 388435 h 822973"/>
              <a:gd name="connsiteX446" fmla="*/ 530165 w 822962"/>
              <a:gd name="connsiteY446" fmla="*/ 390064 h 822973"/>
              <a:gd name="connsiteX447" fmla="*/ 528528 w 822962"/>
              <a:gd name="connsiteY447" fmla="*/ 393986 h 822973"/>
              <a:gd name="connsiteX448" fmla="*/ 528528 w 822962"/>
              <a:gd name="connsiteY448" fmla="*/ 409295 h 822973"/>
              <a:gd name="connsiteX449" fmla="*/ 520994 w 822962"/>
              <a:gd name="connsiteY449" fmla="*/ 421145 h 822973"/>
              <a:gd name="connsiteX450" fmla="*/ 513332 w 822962"/>
              <a:gd name="connsiteY450" fmla="*/ 425023 h 822973"/>
              <a:gd name="connsiteX451" fmla="*/ 506501 w 822962"/>
              <a:gd name="connsiteY451" fmla="*/ 429402 h 822973"/>
              <a:gd name="connsiteX452" fmla="*/ 492282 w 822962"/>
              <a:gd name="connsiteY452" fmla="*/ 430306 h 822973"/>
              <a:gd name="connsiteX453" fmla="*/ 478914 w 822962"/>
              <a:gd name="connsiteY453" fmla="*/ 422588 h 822973"/>
              <a:gd name="connsiteX454" fmla="*/ 478914 w 822962"/>
              <a:gd name="connsiteY454" fmla="*/ 422561 h 822973"/>
              <a:gd name="connsiteX455" fmla="*/ 474691 w 822962"/>
              <a:gd name="connsiteY455" fmla="*/ 422059 h 822973"/>
              <a:gd name="connsiteX456" fmla="*/ 471288 w 822962"/>
              <a:gd name="connsiteY456" fmla="*/ 424654 h 822973"/>
              <a:gd name="connsiteX457" fmla="*/ 471271 w 822962"/>
              <a:gd name="connsiteY457" fmla="*/ 424654 h 822973"/>
              <a:gd name="connsiteX458" fmla="*/ 447304 w 822962"/>
              <a:gd name="connsiteY458" fmla="*/ 466150 h 822973"/>
              <a:gd name="connsiteX459" fmla="*/ 446782 w 822962"/>
              <a:gd name="connsiteY459" fmla="*/ 470430 h 822973"/>
              <a:gd name="connsiteX460" fmla="*/ 449369 w 822962"/>
              <a:gd name="connsiteY460" fmla="*/ 473833 h 822973"/>
              <a:gd name="connsiteX461" fmla="*/ 149910 w 822962"/>
              <a:gd name="connsiteY461" fmla="*/ 499862 h 822973"/>
              <a:gd name="connsiteX462" fmla="*/ 149882 w 822962"/>
              <a:gd name="connsiteY462" fmla="*/ 502469 h 822973"/>
              <a:gd name="connsiteX463" fmla="*/ 149910 w 822962"/>
              <a:gd name="connsiteY463" fmla="*/ 505104 h 822973"/>
              <a:gd name="connsiteX464" fmla="*/ 143352 w 822962"/>
              <a:gd name="connsiteY464" fmla="*/ 508890 h 822973"/>
              <a:gd name="connsiteX465" fmla="*/ 128814 w 822962"/>
              <a:gd name="connsiteY465" fmla="*/ 527862 h 822973"/>
              <a:gd name="connsiteX466" fmla="*/ 131943 w 822962"/>
              <a:gd name="connsiteY466" fmla="*/ 551535 h 822973"/>
              <a:gd name="connsiteX467" fmla="*/ 155544 w 822962"/>
              <a:gd name="connsiteY467" fmla="*/ 592409 h 822973"/>
              <a:gd name="connsiteX468" fmla="*/ 155928 w 822962"/>
              <a:gd name="connsiteY468" fmla="*/ 593132 h 822973"/>
              <a:gd name="connsiteX469" fmla="*/ 174900 w 822962"/>
              <a:gd name="connsiteY469" fmla="*/ 607670 h 822973"/>
              <a:gd name="connsiteX470" fmla="*/ 197685 w 822962"/>
              <a:gd name="connsiteY470" fmla="*/ 605026 h 822973"/>
              <a:gd name="connsiteX471" fmla="*/ 198626 w 822962"/>
              <a:gd name="connsiteY471" fmla="*/ 604541 h 822973"/>
              <a:gd name="connsiteX472" fmla="*/ 205163 w 822962"/>
              <a:gd name="connsiteY472" fmla="*/ 600755 h 822973"/>
              <a:gd name="connsiteX473" fmla="*/ 206690 w 822962"/>
              <a:gd name="connsiteY473" fmla="*/ 601669 h 822973"/>
              <a:gd name="connsiteX474" fmla="*/ 207383 w 822962"/>
              <a:gd name="connsiteY474" fmla="*/ 602097 h 822973"/>
              <a:gd name="connsiteX475" fmla="*/ 209696 w 822962"/>
              <a:gd name="connsiteY475" fmla="*/ 603404 h 822973"/>
              <a:gd name="connsiteX476" fmla="*/ 209696 w 822962"/>
              <a:gd name="connsiteY476" fmla="*/ 610947 h 822973"/>
              <a:gd name="connsiteX477" fmla="*/ 209652 w 822962"/>
              <a:gd name="connsiteY477" fmla="*/ 610947 h 822973"/>
              <a:gd name="connsiteX478" fmla="*/ 218823 w 822962"/>
              <a:gd name="connsiteY478" fmla="*/ 633047 h 822973"/>
              <a:gd name="connsiteX479" fmla="*/ 240933 w 822962"/>
              <a:gd name="connsiteY479" fmla="*/ 642219 h 822973"/>
              <a:gd name="connsiteX480" fmla="*/ 288903 w 822962"/>
              <a:gd name="connsiteY480" fmla="*/ 642219 h 822973"/>
              <a:gd name="connsiteX481" fmla="*/ 311004 w 822962"/>
              <a:gd name="connsiteY481" fmla="*/ 633047 h 822973"/>
              <a:gd name="connsiteX482" fmla="*/ 320165 w 822962"/>
              <a:gd name="connsiteY482" fmla="*/ 610947 h 822973"/>
              <a:gd name="connsiteX483" fmla="*/ 320121 w 822962"/>
              <a:gd name="connsiteY483" fmla="*/ 610947 h 822973"/>
              <a:gd name="connsiteX484" fmla="*/ 320121 w 822962"/>
              <a:gd name="connsiteY484" fmla="*/ 603404 h 822973"/>
              <a:gd name="connsiteX485" fmla="*/ 322407 w 822962"/>
              <a:gd name="connsiteY485" fmla="*/ 602106 h 822973"/>
              <a:gd name="connsiteX486" fmla="*/ 324675 w 822962"/>
              <a:gd name="connsiteY486" fmla="*/ 600770 h 822973"/>
              <a:gd name="connsiteX487" fmla="*/ 331202 w 822962"/>
              <a:gd name="connsiteY487" fmla="*/ 604538 h 822973"/>
              <a:gd name="connsiteX488" fmla="*/ 331202 w 822962"/>
              <a:gd name="connsiteY488" fmla="*/ 604520 h 822973"/>
              <a:gd name="connsiteX489" fmla="*/ 331256 w 822962"/>
              <a:gd name="connsiteY489" fmla="*/ 604538 h 822973"/>
              <a:gd name="connsiteX490" fmla="*/ 354920 w 822962"/>
              <a:gd name="connsiteY490" fmla="*/ 607667 h 822973"/>
              <a:gd name="connsiteX491" fmla="*/ 373318 w 822962"/>
              <a:gd name="connsiteY491" fmla="*/ 594079 h 822973"/>
              <a:gd name="connsiteX492" fmla="*/ 373491 w 822962"/>
              <a:gd name="connsiteY492" fmla="*/ 593822 h 822973"/>
              <a:gd name="connsiteX493" fmla="*/ 373473 w 822962"/>
              <a:gd name="connsiteY493" fmla="*/ 593822 h 822973"/>
              <a:gd name="connsiteX494" fmla="*/ 373883 w 822962"/>
              <a:gd name="connsiteY494" fmla="*/ 593129 h 822973"/>
              <a:gd name="connsiteX495" fmla="*/ 373866 w 822962"/>
              <a:gd name="connsiteY495" fmla="*/ 593111 h 822973"/>
              <a:gd name="connsiteX496" fmla="*/ 397869 w 822962"/>
              <a:gd name="connsiteY496" fmla="*/ 551525 h 822973"/>
              <a:gd name="connsiteX497" fmla="*/ 400998 w 822962"/>
              <a:gd name="connsiteY497" fmla="*/ 527853 h 822973"/>
              <a:gd name="connsiteX498" fmla="*/ 387335 w 822962"/>
              <a:gd name="connsiteY498" fmla="*/ 509437 h 822973"/>
              <a:gd name="connsiteX499" fmla="*/ 386456 w 822962"/>
              <a:gd name="connsiteY499" fmla="*/ 508881 h 822973"/>
              <a:gd name="connsiteX500" fmla="*/ 379899 w 822962"/>
              <a:gd name="connsiteY500" fmla="*/ 505094 h 822973"/>
              <a:gd name="connsiteX501" fmla="*/ 379917 w 822962"/>
              <a:gd name="connsiteY501" fmla="*/ 502478 h 822973"/>
              <a:gd name="connsiteX502" fmla="*/ 379890 w 822962"/>
              <a:gd name="connsiteY502" fmla="*/ 499853 h 822973"/>
              <a:gd name="connsiteX503" fmla="*/ 386448 w 822962"/>
              <a:gd name="connsiteY503" fmla="*/ 496066 h 822973"/>
              <a:gd name="connsiteX504" fmla="*/ 386430 w 822962"/>
              <a:gd name="connsiteY504" fmla="*/ 496049 h 822973"/>
              <a:gd name="connsiteX505" fmla="*/ 400988 w 822962"/>
              <a:gd name="connsiteY505" fmla="*/ 477094 h 822973"/>
              <a:gd name="connsiteX506" fmla="*/ 397860 w 822962"/>
              <a:gd name="connsiteY506" fmla="*/ 453430 h 822973"/>
              <a:gd name="connsiteX507" fmla="*/ 374077 w 822962"/>
              <a:gd name="connsiteY507" fmla="*/ 412217 h 822973"/>
              <a:gd name="connsiteX508" fmla="*/ 373592 w 822962"/>
              <a:gd name="connsiteY508" fmla="*/ 411404 h 822973"/>
              <a:gd name="connsiteX509" fmla="*/ 354910 w 822962"/>
              <a:gd name="connsiteY509" fmla="*/ 397287 h 822973"/>
              <a:gd name="connsiteX510" fmla="*/ 332116 w 822962"/>
              <a:gd name="connsiteY510" fmla="*/ 399929 h 822973"/>
              <a:gd name="connsiteX511" fmla="*/ 331193 w 822962"/>
              <a:gd name="connsiteY511" fmla="*/ 400415 h 822973"/>
              <a:gd name="connsiteX512" fmla="*/ 324657 w 822962"/>
              <a:gd name="connsiteY512" fmla="*/ 404192 h 822973"/>
              <a:gd name="connsiteX513" fmla="*/ 323130 w 822962"/>
              <a:gd name="connsiteY513" fmla="*/ 403287 h 822973"/>
              <a:gd name="connsiteX514" fmla="*/ 322436 w 822962"/>
              <a:gd name="connsiteY514" fmla="*/ 402849 h 822973"/>
              <a:gd name="connsiteX515" fmla="*/ 320114 w 822962"/>
              <a:gd name="connsiteY515" fmla="*/ 401552 h 822973"/>
              <a:gd name="connsiteX516" fmla="*/ 320114 w 822962"/>
              <a:gd name="connsiteY516" fmla="*/ 394018 h 822973"/>
              <a:gd name="connsiteX517" fmla="*/ 320159 w 822962"/>
              <a:gd name="connsiteY517" fmla="*/ 394018 h 822973"/>
              <a:gd name="connsiteX518" fmla="*/ 310998 w 822962"/>
              <a:gd name="connsiteY518" fmla="*/ 371908 h 822973"/>
              <a:gd name="connsiteX519" fmla="*/ 288896 w 822962"/>
              <a:gd name="connsiteY519" fmla="*/ 362747 h 822973"/>
              <a:gd name="connsiteX520" fmla="*/ 240927 w 822962"/>
              <a:gd name="connsiteY520" fmla="*/ 362747 h 822973"/>
              <a:gd name="connsiteX521" fmla="*/ 218816 w 822962"/>
              <a:gd name="connsiteY521" fmla="*/ 371908 h 822973"/>
              <a:gd name="connsiteX522" fmla="*/ 209645 w 822962"/>
              <a:gd name="connsiteY522" fmla="*/ 394018 h 822973"/>
              <a:gd name="connsiteX523" fmla="*/ 209645 w 822962"/>
              <a:gd name="connsiteY523" fmla="*/ 401581 h 822973"/>
              <a:gd name="connsiteX524" fmla="*/ 207404 w 822962"/>
              <a:gd name="connsiteY524" fmla="*/ 402844 h 822973"/>
              <a:gd name="connsiteX525" fmla="*/ 205135 w 822962"/>
              <a:gd name="connsiteY525" fmla="*/ 404189 h 822973"/>
              <a:gd name="connsiteX526" fmla="*/ 198608 w 822962"/>
              <a:gd name="connsiteY526" fmla="*/ 400421 h 822973"/>
              <a:gd name="connsiteX527" fmla="*/ 198608 w 822962"/>
              <a:gd name="connsiteY527" fmla="*/ 400447 h 822973"/>
              <a:gd name="connsiteX528" fmla="*/ 198555 w 822962"/>
              <a:gd name="connsiteY528" fmla="*/ 400421 h 822973"/>
              <a:gd name="connsiteX529" fmla="*/ 174891 w 822962"/>
              <a:gd name="connsiteY529" fmla="*/ 397292 h 822973"/>
              <a:gd name="connsiteX530" fmla="*/ 156502 w 822962"/>
              <a:gd name="connsiteY530" fmla="*/ 410871 h 822973"/>
              <a:gd name="connsiteX531" fmla="*/ 156319 w 822962"/>
              <a:gd name="connsiteY531" fmla="*/ 411127 h 822973"/>
              <a:gd name="connsiteX532" fmla="*/ 156319 w 822962"/>
              <a:gd name="connsiteY532" fmla="*/ 411145 h 822973"/>
              <a:gd name="connsiteX533" fmla="*/ 155918 w 822962"/>
              <a:gd name="connsiteY533" fmla="*/ 411829 h 822973"/>
              <a:gd name="connsiteX534" fmla="*/ 155945 w 822962"/>
              <a:gd name="connsiteY534" fmla="*/ 411829 h 822973"/>
              <a:gd name="connsiteX535" fmla="*/ 131932 w 822962"/>
              <a:gd name="connsiteY535" fmla="*/ 453427 h 822973"/>
              <a:gd name="connsiteX536" fmla="*/ 128804 w 822962"/>
              <a:gd name="connsiteY536" fmla="*/ 477091 h 822973"/>
              <a:gd name="connsiteX537" fmla="*/ 143342 w 822962"/>
              <a:gd name="connsiteY537" fmla="*/ 496063 h 822973"/>
              <a:gd name="connsiteX538" fmla="*/ 149899 w 822962"/>
              <a:gd name="connsiteY538" fmla="*/ 499850 h 822973"/>
              <a:gd name="connsiteX539" fmla="*/ 156220 w 822962"/>
              <a:gd name="connsiteY539" fmla="*/ 473874 h 822973"/>
              <a:gd name="connsiteX540" fmla="*/ 169578 w 822962"/>
              <a:gd name="connsiteY540" fmla="*/ 481592 h 822973"/>
              <a:gd name="connsiteX541" fmla="*/ 175915 w 822962"/>
              <a:gd name="connsiteY541" fmla="*/ 493900 h 822973"/>
              <a:gd name="connsiteX542" fmla="*/ 175504 w 822962"/>
              <a:gd name="connsiteY542" fmla="*/ 502466 h 822973"/>
              <a:gd name="connsiteX543" fmla="*/ 175879 w 822962"/>
              <a:gd name="connsiteY543" fmla="*/ 510441 h 822973"/>
              <a:gd name="connsiteX544" fmla="*/ 169608 w 822962"/>
              <a:gd name="connsiteY544" fmla="*/ 523362 h 822973"/>
              <a:gd name="connsiteX545" fmla="*/ 156231 w 822962"/>
              <a:gd name="connsiteY545" fmla="*/ 531089 h 822973"/>
              <a:gd name="connsiteX546" fmla="*/ 153636 w 822962"/>
              <a:gd name="connsiteY546" fmla="*/ 534492 h 822973"/>
              <a:gd name="connsiteX547" fmla="*/ 154156 w 822962"/>
              <a:gd name="connsiteY547" fmla="*/ 538772 h 822973"/>
              <a:gd name="connsiteX548" fmla="*/ 177731 w 822962"/>
              <a:gd name="connsiteY548" fmla="*/ 579610 h 822973"/>
              <a:gd name="connsiteX549" fmla="*/ 178142 w 822962"/>
              <a:gd name="connsiteY549" fmla="*/ 580268 h 822973"/>
              <a:gd name="connsiteX550" fmla="*/ 181544 w 822962"/>
              <a:gd name="connsiteY550" fmla="*/ 582855 h 822973"/>
              <a:gd name="connsiteX551" fmla="*/ 185440 w 822962"/>
              <a:gd name="connsiteY551" fmla="*/ 582533 h 822973"/>
              <a:gd name="connsiteX552" fmla="*/ 185771 w 822962"/>
              <a:gd name="connsiteY552" fmla="*/ 582340 h 822973"/>
              <a:gd name="connsiteX553" fmla="*/ 199148 w 822962"/>
              <a:gd name="connsiteY553" fmla="*/ 574613 h 822973"/>
              <a:gd name="connsiteX554" fmla="*/ 213009 w 822962"/>
              <a:gd name="connsiteY554" fmla="*/ 575262 h 822973"/>
              <a:gd name="connsiteX555" fmla="*/ 219575 w 822962"/>
              <a:gd name="connsiteY555" fmla="*/ 579542 h 822973"/>
              <a:gd name="connsiteX556" fmla="*/ 220242 w 822962"/>
              <a:gd name="connsiteY556" fmla="*/ 579899 h 822973"/>
              <a:gd name="connsiteX557" fmla="*/ 227842 w 822962"/>
              <a:gd name="connsiteY557" fmla="*/ 583831 h 822973"/>
              <a:gd name="connsiteX558" fmla="*/ 235331 w 822962"/>
              <a:gd name="connsiteY558" fmla="*/ 595491 h 822973"/>
              <a:gd name="connsiteX559" fmla="*/ 235331 w 822962"/>
              <a:gd name="connsiteY559" fmla="*/ 610945 h 822973"/>
              <a:gd name="connsiteX560" fmla="*/ 235375 w 822962"/>
              <a:gd name="connsiteY560" fmla="*/ 610945 h 822973"/>
              <a:gd name="connsiteX561" fmla="*/ 237021 w 822962"/>
              <a:gd name="connsiteY561" fmla="*/ 614867 h 822973"/>
              <a:gd name="connsiteX562" fmla="*/ 240944 w 822962"/>
              <a:gd name="connsiteY562" fmla="*/ 616505 h 822973"/>
              <a:gd name="connsiteX563" fmla="*/ 288914 w 822962"/>
              <a:gd name="connsiteY563" fmla="*/ 616505 h 822973"/>
              <a:gd name="connsiteX564" fmla="*/ 292829 w 822962"/>
              <a:gd name="connsiteY564" fmla="*/ 614867 h 822973"/>
              <a:gd name="connsiteX565" fmla="*/ 294466 w 822962"/>
              <a:gd name="connsiteY565" fmla="*/ 610945 h 822973"/>
              <a:gd name="connsiteX566" fmla="*/ 294519 w 822962"/>
              <a:gd name="connsiteY566" fmla="*/ 610945 h 822973"/>
              <a:gd name="connsiteX567" fmla="*/ 294519 w 822962"/>
              <a:gd name="connsiteY567" fmla="*/ 596634 h 822973"/>
              <a:gd name="connsiteX568" fmla="*/ 302009 w 822962"/>
              <a:gd name="connsiteY568" fmla="*/ 583787 h 822973"/>
              <a:gd name="connsiteX569" fmla="*/ 309670 w 822962"/>
              <a:gd name="connsiteY569" fmla="*/ 579899 h 822973"/>
              <a:gd name="connsiteX570" fmla="*/ 316493 w 822962"/>
              <a:gd name="connsiteY570" fmla="*/ 575521 h 822973"/>
              <a:gd name="connsiteX571" fmla="*/ 330721 w 822962"/>
              <a:gd name="connsiteY571" fmla="*/ 574616 h 822973"/>
              <a:gd name="connsiteX572" fmla="*/ 343303 w 822962"/>
              <a:gd name="connsiteY572" fmla="*/ 581876 h 822973"/>
              <a:gd name="connsiteX573" fmla="*/ 344618 w 822962"/>
              <a:gd name="connsiteY573" fmla="*/ 582626 h 822973"/>
              <a:gd name="connsiteX574" fmla="*/ 348312 w 822962"/>
              <a:gd name="connsiteY574" fmla="*/ 582855 h 822973"/>
              <a:gd name="connsiteX575" fmla="*/ 351440 w 822962"/>
              <a:gd name="connsiteY575" fmla="*/ 580679 h 822973"/>
              <a:gd name="connsiteX576" fmla="*/ 352107 w 822962"/>
              <a:gd name="connsiteY576" fmla="*/ 579563 h 822973"/>
              <a:gd name="connsiteX577" fmla="*/ 352125 w 822962"/>
              <a:gd name="connsiteY577" fmla="*/ 579581 h 822973"/>
              <a:gd name="connsiteX578" fmla="*/ 375691 w 822962"/>
              <a:gd name="connsiteY578" fmla="*/ 538781 h 822973"/>
              <a:gd name="connsiteX579" fmla="*/ 376212 w 822962"/>
              <a:gd name="connsiteY579" fmla="*/ 534501 h 822973"/>
              <a:gd name="connsiteX580" fmla="*/ 374018 w 822962"/>
              <a:gd name="connsiteY580" fmla="*/ 531328 h 822973"/>
              <a:gd name="connsiteX581" fmla="*/ 373616 w 822962"/>
              <a:gd name="connsiteY581" fmla="*/ 531098 h 822973"/>
              <a:gd name="connsiteX582" fmla="*/ 360257 w 822962"/>
              <a:gd name="connsiteY582" fmla="*/ 523380 h 822973"/>
              <a:gd name="connsiteX583" fmla="*/ 353911 w 822962"/>
              <a:gd name="connsiteY583" fmla="*/ 511072 h 822973"/>
              <a:gd name="connsiteX584" fmla="*/ 354322 w 822962"/>
              <a:gd name="connsiteY584" fmla="*/ 502494 h 822973"/>
              <a:gd name="connsiteX585" fmla="*/ 353956 w 822962"/>
              <a:gd name="connsiteY585" fmla="*/ 494529 h 822973"/>
              <a:gd name="connsiteX586" fmla="*/ 360228 w 822962"/>
              <a:gd name="connsiteY586" fmla="*/ 481607 h 822973"/>
              <a:gd name="connsiteX587" fmla="*/ 373613 w 822962"/>
              <a:gd name="connsiteY587" fmla="*/ 473880 h 822973"/>
              <a:gd name="connsiteX588" fmla="*/ 373631 w 822962"/>
              <a:gd name="connsiteY588" fmla="*/ 473897 h 822973"/>
              <a:gd name="connsiteX589" fmla="*/ 373667 w 822962"/>
              <a:gd name="connsiteY589" fmla="*/ 473880 h 822973"/>
              <a:gd name="connsiteX590" fmla="*/ 376208 w 822962"/>
              <a:gd name="connsiteY590" fmla="*/ 470478 h 822973"/>
              <a:gd name="connsiteX591" fmla="*/ 375688 w 822962"/>
              <a:gd name="connsiteY591" fmla="*/ 466197 h 822973"/>
              <a:gd name="connsiteX592" fmla="*/ 351702 w 822962"/>
              <a:gd name="connsiteY592" fmla="*/ 424648 h 822973"/>
              <a:gd name="connsiteX593" fmla="*/ 348300 w 822962"/>
              <a:gd name="connsiteY593" fmla="*/ 422106 h 822973"/>
              <a:gd name="connsiteX594" fmla="*/ 344412 w 822962"/>
              <a:gd name="connsiteY594" fmla="*/ 422427 h 822973"/>
              <a:gd name="connsiteX595" fmla="*/ 344073 w 822962"/>
              <a:gd name="connsiteY595" fmla="*/ 422630 h 822973"/>
              <a:gd name="connsiteX596" fmla="*/ 330696 w 822962"/>
              <a:gd name="connsiteY596" fmla="*/ 430357 h 822973"/>
              <a:gd name="connsiteX597" fmla="*/ 316835 w 822962"/>
              <a:gd name="connsiteY597" fmla="*/ 429699 h 822973"/>
              <a:gd name="connsiteX598" fmla="*/ 310269 w 822962"/>
              <a:gd name="connsiteY598" fmla="*/ 425419 h 822973"/>
              <a:gd name="connsiteX599" fmla="*/ 309602 w 822962"/>
              <a:gd name="connsiteY599" fmla="*/ 425053 h 822973"/>
              <a:gd name="connsiteX600" fmla="*/ 302002 w 822962"/>
              <a:gd name="connsiteY600" fmla="*/ 421121 h 822973"/>
              <a:gd name="connsiteX601" fmla="*/ 294514 w 822962"/>
              <a:gd name="connsiteY601" fmla="*/ 409470 h 822973"/>
              <a:gd name="connsiteX602" fmla="*/ 294514 w 822962"/>
              <a:gd name="connsiteY602" fmla="*/ 394016 h 822973"/>
              <a:gd name="connsiteX603" fmla="*/ 294460 w 822962"/>
              <a:gd name="connsiteY603" fmla="*/ 394016 h 822973"/>
              <a:gd name="connsiteX604" fmla="*/ 292823 w 822962"/>
              <a:gd name="connsiteY604" fmla="*/ 390093 h 822973"/>
              <a:gd name="connsiteX605" fmla="*/ 288909 w 822962"/>
              <a:gd name="connsiteY605" fmla="*/ 388465 h 822973"/>
              <a:gd name="connsiteX606" fmla="*/ 240939 w 822962"/>
              <a:gd name="connsiteY606" fmla="*/ 388465 h 822973"/>
              <a:gd name="connsiteX607" fmla="*/ 237015 w 822962"/>
              <a:gd name="connsiteY607" fmla="*/ 390093 h 822973"/>
              <a:gd name="connsiteX608" fmla="*/ 235379 w 822962"/>
              <a:gd name="connsiteY608" fmla="*/ 394016 h 822973"/>
              <a:gd name="connsiteX609" fmla="*/ 235379 w 822962"/>
              <a:gd name="connsiteY609" fmla="*/ 409325 h 822973"/>
              <a:gd name="connsiteX610" fmla="*/ 227836 w 822962"/>
              <a:gd name="connsiteY610" fmla="*/ 421175 h 822973"/>
              <a:gd name="connsiteX611" fmla="*/ 220174 w 822962"/>
              <a:gd name="connsiteY611" fmla="*/ 425053 h 822973"/>
              <a:gd name="connsiteX612" fmla="*/ 213351 w 822962"/>
              <a:gd name="connsiteY612" fmla="*/ 429432 h 822973"/>
              <a:gd name="connsiteX613" fmla="*/ 199123 w 822962"/>
              <a:gd name="connsiteY613" fmla="*/ 430337 h 822973"/>
              <a:gd name="connsiteX614" fmla="*/ 186541 w 822962"/>
              <a:gd name="connsiteY614" fmla="*/ 423068 h 822973"/>
              <a:gd name="connsiteX615" fmla="*/ 185226 w 822962"/>
              <a:gd name="connsiteY615" fmla="*/ 422327 h 822973"/>
              <a:gd name="connsiteX616" fmla="*/ 181532 w 822962"/>
              <a:gd name="connsiteY616" fmla="*/ 422089 h 822973"/>
              <a:gd name="connsiteX617" fmla="*/ 178404 w 822962"/>
              <a:gd name="connsiteY617" fmla="*/ 424265 h 822973"/>
              <a:gd name="connsiteX618" fmla="*/ 177737 w 822962"/>
              <a:gd name="connsiteY618" fmla="*/ 425390 h 822973"/>
              <a:gd name="connsiteX619" fmla="*/ 177710 w 822962"/>
              <a:gd name="connsiteY619" fmla="*/ 425372 h 822973"/>
              <a:gd name="connsiteX620" fmla="*/ 154144 w 822962"/>
              <a:gd name="connsiteY620" fmla="*/ 466181 h 822973"/>
              <a:gd name="connsiteX621" fmla="*/ 153624 w 822962"/>
              <a:gd name="connsiteY621" fmla="*/ 470461 h 822973"/>
              <a:gd name="connsiteX622" fmla="*/ 156219 w 822962"/>
              <a:gd name="connsiteY622" fmla="*/ 473863 h 822973"/>
              <a:gd name="connsiteX623" fmla="*/ 302798 w 822962"/>
              <a:gd name="connsiteY623" fmla="*/ 220897 h 822973"/>
              <a:gd name="connsiteX624" fmla="*/ 316166 w 822962"/>
              <a:gd name="connsiteY624" fmla="*/ 228616 h 822973"/>
              <a:gd name="connsiteX625" fmla="*/ 322512 w 822962"/>
              <a:gd name="connsiteY625" fmla="*/ 240924 h 822973"/>
              <a:gd name="connsiteX626" fmla="*/ 322101 w 822962"/>
              <a:gd name="connsiteY626" fmla="*/ 249502 h 822973"/>
              <a:gd name="connsiteX627" fmla="*/ 322467 w 822962"/>
              <a:gd name="connsiteY627" fmla="*/ 257467 h 822973"/>
              <a:gd name="connsiteX628" fmla="*/ 316195 w 822962"/>
              <a:gd name="connsiteY628" fmla="*/ 270389 h 822973"/>
              <a:gd name="connsiteX629" fmla="*/ 302819 w 822962"/>
              <a:gd name="connsiteY629" fmla="*/ 278124 h 822973"/>
              <a:gd name="connsiteX630" fmla="*/ 300232 w 822962"/>
              <a:gd name="connsiteY630" fmla="*/ 281518 h 822973"/>
              <a:gd name="connsiteX631" fmla="*/ 300744 w 822962"/>
              <a:gd name="connsiteY631" fmla="*/ 285807 h 822973"/>
              <a:gd name="connsiteX632" fmla="*/ 324318 w 822962"/>
              <a:gd name="connsiteY632" fmla="*/ 326645 h 822973"/>
              <a:gd name="connsiteX633" fmla="*/ 324729 w 822962"/>
              <a:gd name="connsiteY633" fmla="*/ 327303 h 822973"/>
              <a:gd name="connsiteX634" fmla="*/ 328131 w 822962"/>
              <a:gd name="connsiteY634" fmla="*/ 329890 h 822973"/>
              <a:gd name="connsiteX635" fmla="*/ 332019 w 822962"/>
              <a:gd name="connsiteY635" fmla="*/ 329569 h 822973"/>
              <a:gd name="connsiteX636" fmla="*/ 332358 w 822962"/>
              <a:gd name="connsiteY636" fmla="*/ 329366 h 822973"/>
              <a:gd name="connsiteX637" fmla="*/ 345735 w 822962"/>
              <a:gd name="connsiteY637" fmla="*/ 321638 h 822973"/>
              <a:gd name="connsiteX638" fmla="*/ 359597 w 822962"/>
              <a:gd name="connsiteY638" fmla="*/ 322297 h 822973"/>
              <a:gd name="connsiteX639" fmla="*/ 366830 w 822962"/>
              <a:gd name="connsiteY639" fmla="*/ 326943 h 822973"/>
              <a:gd name="connsiteX640" fmla="*/ 366830 w 822962"/>
              <a:gd name="connsiteY640" fmla="*/ 326961 h 822973"/>
              <a:gd name="connsiteX641" fmla="*/ 373467 w 822962"/>
              <a:gd name="connsiteY641" fmla="*/ 330434 h 822973"/>
              <a:gd name="connsiteX642" fmla="*/ 381962 w 822962"/>
              <a:gd name="connsiteY642" fmla="*/ 342531 h 822973"/>
              <a:gd name="connsiteX643" fmla="*/ 381962 w 822962"/>
              <a:gd name="connsiteY643" fmla="*/ 357977 h 822973"/>
              <a:gd name="connsiteX644" fmla="*/ 383599 w 822962"/>
              <a:gd name="connsiteY644" fmla="*/ 361900 h 822973"/>
              <a:gd name="connsiteX645" fmla="*/ 387513 w 822962"/>
              <a:gd name="connsiteY645" fmla="*/ 363537 h 822973"/>
              <a:gd name="connsiteX646" fmla="*/ 435484 w 822962"/>
              <a:gd name="connsiteY646" fmla="*/ 363537 h 822973"/>
              <a:gd name="connsiteX647" fmla="*/ 439406 w 822962"/>
              <a:gd name="connsiteY647" fmla="*/ 361900 h 822973"/>
              <a:gd name="connsiteX648" fmla="*/ 441044 w 822962"/>
              <a:gd name="connsiteY648" fmla="*/ 357977 h 822973"/>
              <a:gd name="connsiteX649" fmla="*/ 441044 w 822962"/>
              <a:gd name="connsiteY649" fmla="*/ 342680 h 822973"/>
              <a:gd name="connsiteX650" fmla="*/ 448586 w 822962"/>
              <a:gd name="connsiteY650" fmla="*/ 330822 h 822973"/>
              <a:gd name="connsiteX651" fmla="*/ 456248 w 822962"/>
              <a:gd name="connsiteY651" fmla="*/ 326943 h 822973"/>
              <a:gd name="connsiteX652" fmla="*/ 463070 w 822962"/>
              <a:gd name="connsiteY652" fmla="*/ 322565 h 822973"/>
              <a:gd name="connsiteX653" fmla="*/ 477298 w 822962"/>
              <a:gd name="connsiteY653" fmla="*/ 321660 h 822973"/>
              <a:gd name="connsiteX654" fmla="*/ 490666 w 822962"/>
              <a:gd name="connsiteY654" fmla="*/ 329379 h 822973"/>
              <a:gd name="connsiteX655" fmla="*/ 490666 w 822962"/>
              <a:gd name="connsiteY655" fmla="*/ 329405 h 822973"/>
              <a:gd name="connsiteX656" fmla="*/ 494890 w 822962"/>
              <a:gd name="connsiteY656" fmla="*/ 329908 h 822973"/>
              <a:gd name="connsiteX657" fmla="*/ 498292 w 822962"/>
              <a:gd name="connsiteY657" fmla="*/ 327322 h 822973"/>
              <a:gd name="connsiteX658" fmla="*/ 498319 w 822962"/>
              <a:gd name="connsiteY658" fmla="*/ 327322 h 822973"/>
              <a:gd name="connsiteX659" fmla="*/ 522286 w 822962"/>
              <a:gd name="connsiteY659" fmla="*/ 285826 h 822973"/>
              <a:gd name="connsiteX660" fmla="*/ 522798 w 822962"/>
              <a:gd name="connsiteY660" fmla="*/ 281537 h 822973"/>
              <a:gd name="connsiteX661" fmla="*/ 520212 w 822962"/>
              <a:gd name="connsiteY661" fmla="*/ 278143 h 822973"/>
              <a:gd name="connsiteX662" fmla="*/ 506844 w 822962"/>
              <a:gd name="connsiteY662" fmla="*/ 270425 h 822973"/>
              <a:gd name="connsiteX663" fmla="*/ 500506 w 822962"/>
              <a:gd name="connsiteY663" fmla="*/ 258117 h 822973"/>
              <a:gd name="connsiteX664" fmla="*/ 500917 w 822962"/>
              <a:gd name="connsiteY664" fmla="*/ 249551 h 822973"/>
              <a:gd name="connsiteX665" fmla="*/ 500551 w 822962"/>
              <a:gd name="connsiteY665" fmla="*/ 241586 h 822973"/>
              <a:gd name="connsiteX666" fmla="*/ 506823 w 822962"/>
              <a:gd name="connsiteY666" fmla="*/ 228655 h 822973"/>
              <a:gd name="connsiteX667" fmla="*/ 520200 w 822962"/>
              <a:gd name="connsiteY667" fmla="*/ 220928 h 822973"/>
              <a:gd name="connsiteX668" fmla="*/ 522787 w 822962"/>
              <a:gd name="connsiteY668" fmla="*/ 217526 h 822973"/>
              <a:gd name="connsiteX669" fmla="*/ 522275 w 822962"/>
              <a:gd name="connsiteY669" fmla="*/ 213245 h 822973"/>
              <a:gd name="connsiteX670" fmla="*/ 498691 w 822962"/>
              <a:gd name="connsiteY670" fmla="*/ 172407 h 822973"/>
              <a:gd name="connsiteX671" fmla="*/ 498290 w 822962"/>
              <a:gd name="connsiteY671" fmla="*/ 171748 h 822973"/>
              <a:gd name="connsiteX672" fmla="*/ 494888 w 822962"/>
              <a:gd name="connsiteY672" fmla="*/ 169162 h 822973"/>
              <a:gd name="connsiteX673" fmla="*/ 490664 w 822962"/>
              <a:gd name="connsiteY673" fmla="*/ 169683 h 822973"/>
              <a:gd name="connsiteX674" fmla="*/ 477278 w 822962"/>
              <a:gd name="connsiteY674" fmla="*/ 177411 h 822973"/>
              <a:gd name="connsiteX675" fmla="*/ 463417 w 822962"/>
              <a:gd name="connsiteY675" fmla="*/ 176762 h 822973"/>
              <a:gd name="connsiteX676" fmla="*/ 456192 w 822962"/>
              <a:gd name="connsiteY676" fmla="*/ 172115 h 822973"/>
              <a:gd name="connsiteX677" fmla="*/ 456211 w 822962"/>
              <a:gd name="connsiteY677" fmla="*/ 172097 h 822973"/>
              <a:gd name="connsiteX678" fmla="*/ 449555 w 822962"/>
              <a:gd name="connsiteY678" fmla="*/ 168623 h 822973"/>
              <a:gd name="connsiteX679" fmla="*/ 441051 w 822962"/>
              <a:gd name="connsiteY679" fmla="*/ 156527 h 822973"/>
              <a:gd name="connsiteX680" fmla="*/ 441051 w 822962"/>
              <a:gd name="connsiteY680" fmla="*/ 141073 h 822973"/>
              <a:gd name="connsiteX681" fmla="*/ 439414 w 822962"/>
              <a:gd name="connsiteY681" fmla="*/ 137159 h 822973"/>
              <a:gd name="connsiteX682" fmla="*/ 435491 w 822962"/>
              <a:gd name="connsiteY682" fmla="*/ 135512 h 822973"/>
              <a:gd name="connsiteX683" fmla="*/ 387521 w 822962"/>
              <a:gd name="connsiteY683" fmla="*/ 135512 h 822973"/>
              <a:gd name="connsiteX684" fmla="*/ 383607 w 822962"/>
              <a:gd name="connsiteY684" fmla="*/ 137159 h 822973"/>
              <a:gd name="connsiteX685" fmla="*/ 381969 w 822962"/>
              <a:gd name="connsiteY685" fmla="*/ 141073 h 822973"/>
              <a:gd name="connsiteX686" fmla="*/ 381969 w 822962"/>
              <a:gd name="connsiteY686" fmla="*/ 156381 h 822973"/>
              <a:gd name="connsiteX687" fmla="*/ 374436 w 822962"/>
              <a:gd name="connsiteY687" fmla="*/ 168239 h 822973"/>
              <a:gd name="connsiteX688" fmla="*/ 366774 w 822962"/>
              <a:gd name="connsiteY688" fmla="*/ 172118 h 822973"/>
              <a:gd name="connsiteX689" fmla="*/ 359943 w 822962"/>
              <a:gd name="connsiteY689" fmla="*/ 176496 h 822973"/>
              <a:gd name="connsiteX690" fmla="*/ 345724 w 822962"/>
              <a:gd name="connsiteY690" fmla="*/ 177410 h 822973"/>
              <a:gd name="connsiteX691" fmla="*/ 332356 w 822962"/>
              <a:gd name="connsiteY691" fmla="*/ 169692 h 822973"/>
              <a:gd name="connsiteX692" fmla="*/ 332356 w 822962"/>
              <a:gd name="connsiteY692" fmla="*/ 169674 h 822973"/>
              <a:gd name="connsiteX693" fmla="*/ 328132 w 822962"/>
              <a:gd name="connsiteY693" fmla="*/ 169171 h 822973"/>
              <a:gd name="connsiteX694" fmla="*/ 324730 w 822962"/>
              <a:gd name="connsiteY694" fmla="*/ 171704 h 822973"/>
              <a:gd name="connsiteX695" fmla="*/ 300744 w 822962"/>
              <a:gd name="connsiteY695" fmla="*/ 213254 h 822973"/>
              <a:gd name="connsiteX696" fmla="*/ 300232 w 822962"/>
              <a:gd name="connsiteY696" fmla="*/ 217534 h 822973"/>
              <a:gd name="connsiteX697" fmla="*/ 302418 w 822962"/>
              <a:gd name="connsiteY697" fmla="*/ 220716 h 822973"/>
              <a:gd name="connsiteX698" fmla="*/ 302819 w 822962"/>
              <a:gd name="connsiteY698" fmla="*/ 220936 h 822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Lst>
            <a:rect l="l" t="t" r="r" b="b"/>
            <a:pathLst>
              <a:path w="822962" h="822973">
                <a:moveTo>
                  <a:pt x="296483" y="246901"/>
                </a:moveTo>
                <a:lnTo>
                  <a:pt x="289935" y="243115"/>
                </a:lnTo>
                <a:cubicBezTo>
                  <a:pt x="289634" y="242943"/>
                  <a:pt x="289340" y="242749"/>
                  <a:pt x="289057" y="242559"/>
                </a:cubicBezTo>
                <a:cubicBezTo>
                  <a:pt x="282071" y="238198"/>
                  <a:pt x="277371" y="231522"/>
                  <a:pt x="275394" y="224143"/>
                </a:cubicBezTo>
                <a:cubicBezTo>
                  <a:pt x="273328" y="216451"/>
                  <a:pt x="274215" y="207947"/>
                  <a:pt x="278522" y="200470"/>
                </a:cubicBezTo>
                <a:lnTo>
                  <a:pt x="302653" y="158673"/>
                </a:lnTo>
                <a:cubicBezTo>
                  <a:pt x="306997" y="151303"/>
                  <a:pt x="313872" y="146365"/>
                  <a:pt x="321480" y="144326"/>
                </a:cubicBezTo>
                <a:cubicBezTo>
                  <a:pt x="329115" y="142278"/>
                  <a:pt x="337565" y="143138"/>
                  <a:pt x="345016" y="147380"/>
                </a:cubicBezTo>
                <a:lnTo>
                  <a:pt x="345189" y="147473"/>
                </a:lnTo>
                <a:lnTo>
                  <a:pt x="345189" y="147454"/>
                </a:lnTo>
                <a:lnTo>
                  <a:pt x="351716" y="151222"/>
                </a:lnTo>
                <a:cubicBezTo>
                  <a:pt x="352467" y="150774"/>
                  <a:pt x="353217" y="150327"/>
                  <a:pt x="353985" y="149887"/>
                </a:cubicBezTo>
                <a:cubicBezTo>
                  <a:pt x="354744" y="149448"/>
                  <a:pt x="355493" y="149017"/>
                  <a:pt x="356226" y="148616"/>
                </a:cubicBezTo>
                <a:lnTo>
                  <a:pt x="356226" y="141043"/>
                </a:lnTo>
                <a:cubicBezTo>
                  <a:pt x="356226" y="132420"/>
                  <a:pt x="359747" y="124613"/>
                  <a:pt x="365396" y="118942"/>
                </a:cubicBezTo>
                <a:cubicBezTo>
                  <a:pt x="371058" y="113280"/>
                  <a:pt x="378875" y="109771"/>
                  <a:pt x="387497" y="109771"/>
                </a:cubicBezTo>
                <a:lnTo>
                  <a:pt x="435468" y="109771"/>
                </a:lnTo>
                <a:cubicBezTo>
                  <a:pt x="444099" y="109771"/>
                  <a:pt x="451907" y="113292"/>
                  <a:pt x="457578" y="118942"/>
                </a:cubicBezTo>
                <a:cubicBezTo>
                  <a:pt x="463239" y="124612"/>
                  <a:pt x="466748" y="132420"/>
                  <a:pt x="466748" y="141043"/>
                </a:cubicBezTo>
                <a:lnTo>
                  <a:pt x="466748" y="148642"/>
                </a:lnTo>
                <a:cubicBezTo>
                  <a:pt x="467499" y="149044"/>
                  <a:pt x="468240" y="149464"/>
                  <a:pt x="468969" y="149895"/>
                </a:cubicBezTo>
                <a:lnTo>
                  <a:pt x="469005" y="149913"/>
                </a:lnTo>
                <a:lnTo>
                  <a:pt x="469023" y="149895"/>
                </a:lnTo>
                <a:cubicBezTo>
                  <a:pt x="469773" y="150333"/>
                  <a:pt x="470523" y="150774"/>
                  <a:pt x="471264" y="151220"/>
                </a:cubicBezTo>
                <a:lnTo>
                  <a:pt x="477800" y="147443"/>
                </a:lnTo>
                <a:cubicBezTo>
                  <a:pt x="485281" y="143126"/>
                  <a:pt x="493793" y="142257"/>
                  <a:pt x="501502" y="144323"/>
                </a:cubicBezTo>
                <a:cubicBezTo>
                  <a:pt x="509221" y="146389"/>
                  <a:pt x="516168" y="151411"/>
                  <a:pt x="520475" y="158861"/>
                </a:cubicBezTo>
                <a:cubicBezTo>
                  <a:pt x="520603" y="159098"/>
                  <a:pt x="520740" y="159337"/>
                  <a:pt x="520859" y="159584"/>
                </a:cubicBezTo>
                <a:lnTo>
                  <a:pt x="544460" y="200467"/>
                </a:lnTo>
                <a:cubicBezTo>
                  <a:pt x="548776" y="207938"/>
                  <a:pt x="549655" y="216442"/>
                  <a:pt x="547589" y="224131"/>
                </a:cubicBezTo>
                <a:cubicBezTo>
                  <a:pt x="545523" y="231849"/>
                  <a:pt x="540511" y="238796"/>
                  <a:pt x="533039" y="243103"/>
                </a:cubicBezTo>
                <a:lnTo>
                  <a:pt x="526482" y="246898"/>
                </a:lnTo>
                <a:cubicBezTo>
                  <a:pt x="526508" y="247767"/>
                  <a:pt x="526508" y="248645"/>
                  <a:pt x="526508" y="249523"/>
                </a:cubicBezTo>
                <a:cubicBezTo>
                  <a:pt x="526508" y="250392"/>
                  <a:pt x="526508" y="251271"/>
                  <a:pt x="526482" y="252139"/>
                </a:cubicBezTo>
                <a:lnTo>
                  <a:pt x="533039" y="255917"/>
                </a:lnTo>
                <a:cubicBezTo>
                  <a:pt x="540510" y="260224"/>
                  <a:pt x="545520" y="267165"/>
                  <a:pt x="547589" y="274889"/>
                </a:cubicBezTo>
                <a:cubicBezTo>
                  <a:pt x="549646" y="282581"/>
                  <a:pt x="548768" y="291084"/>
                  <a:pt x="544460" y="298553"/>
                </a:cubicBezTo>
                <a:lnTo>
                  <a:pt x="520457" y="340138"/>
                </a:lnTo>
                <a:lnTo>
                  <a:pt x="520484" y="340138"/>
                </a:lnTo>
                <a:cubicBezTo>
                  <a:pt x="516177" y="347600"/>
                  <a:pt x="509227" y="352619"/>
                  <a:pt x="501512" y="354688"/>
                </a:cubicBezTo>
                <a:cubicBezTo>
                  <a:pt x="493868" y="356745"/>
                  <a:pt x="485427" y="355885"/>
                  <a:pt x="477985" y="351643"/>
                </a:cubicBezTo>
                <a:lnTo>
                  <a:pt x="477804" y="351551"/>
                </a:lnTo>
                <a:lnTo>
                  <a:pt x="477804" y="351569"/>
                </a:lnTo>
                <a:lnTo>
                  <a:pt x="471267" y="347800"/>
                </a:lnTo>
                <a:cubicBezTo>
                  <a:pt x="470517" y="348259"/>
                  <a:pt x="469767" y="348696"/>
                  <a:pt x="468999" y="349146"/>
                </a:cubicBezTo>
                <a:cubicBezTo>
                  <a:pt x="468240" y="349583"/>
                  <a:pt x="467499" y="350006"/>
                  <a:pt x="466758" y="350408"/>
                </a:cubicBezTo>
                <a:lnTo>
                  <a:pt x="466758" y="357980"/>
                </a:lnTo>
                <a:cubicBezTo>
                  <a:pt x="466758" y="366603"/>
                  <a:pt x="463245" y="374432"/>
                  <a:pt x="457587" y="380091"/>
                </a:cubicBezTo>
                <a:cubicBezTo>
                  <a:pt x="451917" y="385752"/>
                  <a:pt x="444100" y="389261"/>
                  <a:pt x="435477" y="389261"/>
                </a:cubicBezTo>
                <a:lnTo>
                  <a:pt x="387507" y="389261"/>
                </a:lnTo>
                <a:cubicBezTo>
                  <a:pt x="378884" y="389261"/>
                  <a:pt x="371055" y="385740"/>
                  <a:pt x="365405" y="380091"/>
                </a:cubicBezTo>
                <a:cubicBezTo>
                  <a:pt x="359744" y="374420"/>
                  <a:pt x="356235" y="366604"/>
                  <a:pt x="356235" y="357980"/>
                </a:cubicBezTo>
                <a:lnTo>
                  <a:pt x="356235" y="350390"/>
                </a:lnTo>
                <a:cubicBezTo>
                  <a:pt x="355493" y="349988"/>
                  <a:pt x="354753" y="349569"/>
                  <a:pt x="354023" y="349137"/>
                </a:cubicBezTo>
                <a:lnTo>
                  <a:pt x="353988" y="349119"/>
                </a:lnTo>
                <a:lnTo>
                  <a:pt x="353969" y="349137"/>
                </a:lnTo>
                <a:cubicBezTo>
                  <a:pt x="353210" y="348699"/>
                  <a:pt x="352470" y="348259"/>
                  <a:pt x="351728" y="347812"/>
                </a:cubicBezTo>
                <a:lnTo>
                  <a:pt x="345201" y="351572"/>
                </a:lnTo>
                <a:cubicBezTo>
                  <a:pt x="344900" y="351753"/>
                  <a:pt x="344588" y="351911"/>
                  <a:pt x="344269" y="352066"/>
                </a:cubicBezTo>
                <a:cubicBezTo>
                  <a:pt x="337018" y="355954"/>
                  <a:pt x="328880" y="356683"/>
                  <a:pt x="321484" y="354700"/>
                </a:cubicBezTo>
                <a:cubicBezTo>
                  <a:pt x="313765" y="352634"/>
                  <a:pt x="306818" y="347613"/>
                  <a:pt x="302511" y="340163"/>
                </a:cubicBezTo>
                <a:cubicBezTo>
                  <a:pt x="302383" y="339924"/>
                  <a:pt x="302255" y="339686"/>
                  <a:pt x="302137" y="339448"/>
                </a:cubicBezTo>
                <a:lnTo>
                  <a:pt x="278527" y="298565"/>
                </a:lnTo>
                <a:cubicBezTo>
                  <a:pt x="274211" y="291094"/>
                  <a:pt x="273332" y="282590"/>
                  <a:pt x="275398" y="274901"/>
                </a:cubicBezTo>
                <a:cubicBezTo>
                  <a:pt x="277464" y="267174"/>
                  <a:pt x="282485" y="260236"/>
                  <a:pt x="289935" y="255929"/>
                </a:cubicBezTo>
                <a:lnTo>
                  <a:pt x="296493" y="252143"/>
                </a:lnTo>
                <a:cubicBezTo>
                  <a:pt x="296475" y="251274"/>
                  <a:pt x="296467" y="250387"/>
                  <a:pt x="296467" y="249517"/>
                </a:cubicBezTo>
                <a:cubicBezTo>
                  <a:pt x="296467" y="248649"/>
                  <a:pt x="296467" y="247770"/>
                  <a:pt x="296484" y="246901"/>
                </a:cubicBezTo>
                <a:close/>
                <a:moveTo>
                  <a:pt x="118069" y="116203"/>
                </a:moveTo>
                <a:lnTo>
                  <a:pt x="117759" y="116751"/>
                </a:lnTo>
                <a:lnTo>
                  <a:pt x="117694" y="116861"/>
                </a:lnTo>
                <a:cubicBezTo>
                  <a:pt x="115545" y="120847"/>
                  <a:pt x="115098" y="125374"/>
                  <a:pt x="116158" y="129544"/>
                </a:cubicBezTo>
                <a:cubicBezTo>
                  <a:pt x="117265" y="133896"/>
                  <a:pt x="120016" y="137828"/>
                  <a:pt x="124185" y="140317"/>
                </a:cubicBezTo>
                <a:lnTo>
                  <a:pt x="124203" y="140317"/>
                </a:lnTo>
                <a:cubicBezTo>
                  <a:pt x="128346" y="142785"/>
                  <a:pt x="133127" y="143335"/>
                  <a:pt x="137526" y="142228"/>
                </a:cubicBezTo>
                <a:cubicBezTo>
                  <a:pt x="141878" y="141121"/>
                  <a:pt x="145810" y="138361"/>
                  <a:pt x="148299" y="134200"/>
                </a:cubicBezTo>
                <a:lnTo>
                  <a:pt x="148299" y="134183"/>
                </a:lnTo>
                <a:cubicBezTo>
                  <a:pt x="150778" y="130039"/>
                  <a:pt x="151317" y="125259"/>
                  <a:pt x="150209" y="120860"/>
                </a:cubicBezTo>
                <a:cubicBezTo>
                  <a:pt x="149102" y="116499"/>
                  <a:pt x="146352" y="112567"/>
                  <a:pt x="142181" y="110079"/>
                </a:cubicBezTo>
                <a:lnTo>
                  <a:pt x="141634" y="109769"/>
                </a:lnTo>
                <a:lnTo>
                  <a:pt x="141634" y="109787"/>
                </a:lnTo>
                <a:cubicBezTo>
                  <a:pt x="141634" y="109787"/>
                  <a:pt x="141524" y="109712"/>
                  <a:pt x="141524" y="109712"/>
                </a:cubicBezTo>
                <a:cubicBezTo>
                  <a:pt x="137529" y="107564"/>
                  <a:pt x="133011" y="107126"/>
                  <a:pt x="128840" y="108177"/>
                </a:cubicBezTo>
                <a:cubicBezTo>
                  <a:pt x="124488" y="109275"/>
                  <a:pt x="120557" y="112043"/>
                  <a:pt x="118068" y="116205"/>
                </a:cubicBezTo>
                <a:close/>
                <a:moveTo>
                  <a:pt x="91241" y="135762"/>
                </a:moveTo>
                <a:cubicBezTo>
                  <a:pt x="88633" y="125449"/>
                  <a:pt x="89842" y="114137"/>
                  <a:pt x="95429" y="104124"/>
                </a:cubicBezTo>
                <a:cubicBezTo>
                  <a:pt x="95694" y="103568"/>
                  <a:pt x="96006" y="103017"/>
                  <a:pt x="96361" y="102487"/>
                </a:cubicBezTo>
                <a:lnTo>
                  <a:pt x="96387" y="102505"/>
                </a:lnTo>
                <a:cubicBezTo>
                  <a:pt x="102522" y="92548"/>
                  <a:pt x="112068" y="85916"/>
                  <a:pt x="122611" y="83255"/>
                </a:cubicBezTo>
                <a:cubicBezTo>
                  <a:pt x="132925" y="80647"/>
                  <a:pt x="144236" y="81856"/>
                  <a:pt x="154240" y="87452"/>
                </a:cubicBezTo>
                <a:cubicBezTo>
                  <a:pt x="154796" y="87708"/>
                  <a:pt x="155347" y="88030"/>
                  <a:pt x="155886" y="88375"/>
                </a:cubicBezTo>
                <a:lnTo>
                  <a:pt x="155868" y="88402"/>
                </a:lnTo>
                <a:cubicBezTo>
                  <a:pt x="165825" y="94536"/>
                  <a:pt x="172448" y="104082"/>
                  <a:pt x="175106" y="114616"/>
                </a:cubicBezTo>
                <a:cubicBezTo>
                  <a:pt x="177812" y="125305"/>
                  <a:pt x="176421" y="137056"/>
                  <a:pt x="170287" y="147343"/>
                </a:cubicBezTo>
                <a:cubicBezTo>
                  <a:pt x="164160" y="157603"/>
                  <a:pt x="154466" y="164413"/>
                  <a:pt x="143733" y="167122"/>
                </a:cubicBezTo>
                <a:cubicBezTo>
                  <a:pt x="133053" y="169819"/>
                  <a:pt x="121293" y="168438"/>
                  <a:pt x="111014" y="162294"/>
                </a:cubicBezTo>
                <a:cubicBezTo>
                  <a:pt x="100745" y="156178"/>
                  <a:pt x="93935" y="146486"/>
                  <a:pt x="91226" y="135749"/>
                </a:cubicBezTo>
                <a:close/>
                <a:moveTo>
                  <a:pt x="110068" y="679785"/>
                </a:moveTo>
                <a:lnTo>
                  <a:pt x="109758" y="680332"/>
                </a:lnTo>
                <a:lnTo>
                  <a:pt x="109776" y="680332"/>
                </a:lnTo>
                <a:lnTo>
                  <a:pt x="109702" y="680442"/>
                </a:lnTo>
                <a:cubicBezTo>
                  <a:pt x="107552" y="684428"/>
                  <a:pt x="107115" y="688955"/>
                  <a:pt x="108166" y="693126"/>
                </a:cubicBezTo>
                <a:cubicBezTo>
                  <a:pt x="109273" y="697477"/>
                  <a:pt x="112032" y="701409"/>
                  <a:pt x="116202" y="703898"/>
                </a:cubicBezTo>
                <a:cubicBezTo>
                  <a:pt x="120345" y="706366"/>
                  <a:pt x="125126" y="706916"/>
                  <a:pt x="129525" y="705809"/>
                </a:cubicBezTo>
                <a:cubicBezTo>
                  <a:pt x="133886" y="704702"/>
                  <a:pt x="137818" y="701952"/>
                  <a:pt x="140298" y="697781"/>
                </a:cubicBezTo>
                <a:lnTo>
                  <a:pt x="140298" y="697764"/>
                </a:lnTo>
                <a:cubicBezTo>
                  <a:pt x="142777" y="693620"/>
                  <a:pt x="143325" y="688840"/>
                  <a:pt x="142209" y="684441"/>
                </a:cubicBezTo>
                <a:cubicBezTo>
                  <a:pt x="141110" y="680080"/>
                  <a:pt x="138351" y="676148"/>
                  <a:pt x="134181" y="673660"/>
                </a:cubicBezTo>
                <a:lnTo>
                  <a:pt x="133633" y="673350"/>
                </a:lnTo>
                <a:lnTo>
                  <a:pt x="133633" y="673368"/>
                </a:lnTo>
                <a:lnTo>
                  <a:pt x="133523" y="673294"/>
                </a:lnTo>
                <a:cubicBezTo>
                  <a:pt x="129537" y="671145"/>
                  <a:pt x="125010" y="670708"/>
                  <a:pt x="120848" y="671758"/>
                </a:cubicBezTo>
                <a:cubicBezTo>
                  <a:pt x="116488" y="672866"/>
                  <a:pt x="112556" y="675625"/>
                  <a:pt x="110068" y="679786"/>
                </a:cubicBezTo>
                <a:close/>
                <a:moveTo>
                  <a:pt x="83249" y="699344"/>
                </a:moveTo>
                <a:cubicBezTo>
                  <a:pt x="80641" y="689030"/>
                  <a:pt x="81850" y="677719"/>
                  <a:pt x="87437" y="667705"/>
                </a:cubicBezTo>
                <a:cubicBezTo>
                  <a:pt x="87702" y="667157"/>
                  <a:pt x="88024" y="666598"/>
                  <a:pt x="88369" y="666077"/>
                </a:cubicBezTo>
                <a:lnTo>
                  <a:pt x="88396" y="666077"/>
                </a:lnTo>
                <a:cubicBezTo>
                  <a:pt x="94530" y="656129"/>
                  <a:pt x="104076" y="649509"/>
                  <a:pt x="114619" y="646839"/>
                </a:cubicBezTo>
                <a:cubicBezTo>
                  <a:pt x="124933" y="644232"/>
                  <a:pt x="136244" y="645440"/>
                  <a:pt x="146257" y="651036"/>
                </a:cubicBezTo>
                <a:cubicBezTo>
                  <a:pt x="146814" y="651302"/>
                  <a:pt x="147364" y="651614"/>
                  <a:pt x="147894" y="651959"/>
                </a:cubicBezTo>
                <a:lnTo>
                  <a:pt x="147877" y="651986"/>
                </a:lnTo>
                <a:cubicBezTo>
                  <a:pt x="157842" y="658121"/>
                  <a:pt x="164456" y="667666"/>
                  <a:pt x="167126" y="678209"/>
                </a:cubicBezTo>
                <a:cubicBezTo>
                  <a:pt x="169823" y="688890"/>
                  <a:pt x="168433" y="700650"/>
                  <a:pt x="162307" y="710928"/>
                </a:cubicBezTo>
                <a:cubicBezTo>
                  <a:pt x="156182" y="721185"/>
                  <a:pt x="146487" y="727998"/>
                  <a:pt x="135762" y="730710"/>
                </a:cubicBezTo>
                <a:cubicBezTo>
                  <a:pt x="125074" y="733416"/>
                  <a:pt x="113313" y="732021"/>
                  <a:pt x="103035" y="725887"/>
                </a:cubicBezTo>
                <a:cubicBezTo>
                  <a:pt x="92775" y="719768"/>
                  <a:pt x="85956" y="710080"/>
                  <a:pt x="83247" y="699344"/>
                </a:cubicBezTo>
                <a:close/>
                <a:moveTo>
                  <a:pt x="673883" y="687997"/>
                </a:moveTo>
                <a:lnTo>
                  <a:pt x="673517" y="688544"/>
                </a:lnTo>
                <a:lnTo>
                  <a:pt x="673591" y="688544"/>
                </a:lnTo>
                <a:lnTo>
                  <a:pt x="673517" y="688654"/>
                </a:lnTo>
                <a:cubicBezTo>
                  <a:pt x="671341" y="692640"/>
                  <a:pt x="670900" y="697167"/>
                  <a:pt x="671915" y="701338"/>
                </a:cubicBezTo>
                <a:cubicBezTo>
                  <a:pt x="673076" y="705699"/>
                  <a:pt x="675838" y="709621"/>
                  <a:pt x="679982" y="712110"/>
                </a:cubicBezTo>
                <a:cubicBezTo>
                  <a:pt x="684125" y="714578"/>
                  <a:pt x="688915" y="715128"/>
                  <a:pt x="693278" y="714021"/>
                </a:cubicBezTo>
                <a:cubicBezTo>
                  <a:pt x="697639" y="712923"/>
                  <a:pt x="701636" y="710155"/>
                  <a:pt x="704104" y="705993"/>
                </a:cubicBezTo>
                <a:cubicBezTo>
                  <a:pt x="706571" y="701841"/>
                  <a:pt x="707083" y="697061"/>
                  <a:pt x="705997" y="692662"/>
                </a:cubicBezTo>
                <a:cubicBezTo>
                  <a:pt x="704908" y="688301"/>
                  <a:pt x="702148" y="684369"/>
                  <a:pt x="698005" y="681881"/>
                </a:cubicBezTo>
                <a:lnTo>
                  <a:pt x="697428" y="681571"/>
                </a:lnTo>
                <a:lnTo>
                  <a:pt x="697428" y="681589"/>
                </a:lnTo>
                <a:lnTo>
                  <a:pt x="697353" y="681515"/>
                </a:lnTo>
                <a:cubicBezTo>
                  <a:pt x="693359" y="679365"/>
                  <a:pt x="688787" y="678928"/>
                  <a:pt x="684643" y="679988"/>
                </a:cubicBezTo>
                <a:cubicBezTo>
                  <a:pt x="680282" y="681095"/>
                  <a:pt x="676369" y="683845"/>
                  <a:pt x="673889" y="688016"/>
                </a:cubicBezTo>
                <a:close/>
                <a:moveTo>
                  <a:pt x="647007" y="707556"/>
                </a:moveTo>
                <a:cubicBezTo>
                  <a:pt x="644390" y="697242"/>
                  <a:pt x="645626" y="685931"/>
                  <a:pt x="651222" y="675926"/>
                </a:cubicBezTo>
                <a:cubicBezTo>
                  <a:pt x="651514" y="675370"/>
                  <a:pt x="651799" y="674819"/>
                  <a:pt x="652163" y="674290"/>
                </a:cubicBezTo>
                <a:cubicBezTo>
                  <a:pt x="658336" y="664351"/>
                  <a:pt x="667855" y="657722"/>
                  <a:pt x="678377" y="655061"/>
                </a:cubicBezTo>
                <a:cubicBezTo>
                  <a:pt x="688691" y="652465"/>
                  <a:pt x="700019" y="653671"/>
                  <a:pt x="710042" y="659258"/>
                </a:cubicBezTo>
                <a:cubicBezTo>
                  <a:pt x="710554" y="659523"/>
                  <a:pt x="711131" y="659835"/>
                  <a:pt x="711643" y="660190"/>
                </a:cubicBezTo>
                <a:lnTo>
                  <a:pt x="711643" y="660208"/>
                </a:lnTo>
                <a:cubicBezTo>
                  <a:pt x="721588" y="666342"/>
                  <a:pt x="728202" y="675888"/>
                  <a:pt x="730892" y="686431"/>
                </a:cubicBezTo>
                <a:cubicBezTo>
                  <a:pt x="733582" y="697112"/>
                  <a:pt x="732203" y="708872"/>
                  <a:pt x="726099" y="719151"/>
                </a:cubicBezTo>
                <a:cubicBezTo>
                  <a:pt x="719927" y="729423"/>
                  <a:pt x="710262" y="736227"/>
                  <a:pt x="699520" y="738940"/>
                </a:cubicBezTo>
                <a:cubicBezTo>
                  <a:pt x="688839" y="741645"/>
                  <a:pt x="677079" y="740251"/>
                  <a:pt x="666840" y="734132"/>
                </a:cubicBezTo>
                <a:lnTo>
                  <a:pt x="666840" y="734109"/>
                </a:lnTo>
                <a:cubicBezTo>
                  <a:pt x="656526" y="727990"/>
                  <a:pt x="649769" y="718305"/>
                  <a:pt x="647007" y="707566"/>
                </a:cubicBezTo>
                <a:close/>
                <a:moveTo>
                  <a:pt x="681875" y="123993"/>
                </a:moveTo>
                <a:lnTo>
                  <a:pt x="681509" y="124532"/>
                </a:lnTo>
                <a:lnTo>
                  <a:pt x="681583" y="124532"/>
                </a:lnTo>
                <a:lnTo>
                  <a:pt x="681509" y="124651"/>
                </a:lnTo>
                <a:cubicBezTo>
                  <a:pt x="679333" y="128637"/>
                  <a:pt x="678892" y="133164"/>
                  <a:pt x="679982" y="137325"/>
                </a:cubicBezTo>
                <a:cubicBezTo>
                  <a:pt x="681071" y="141677"/>
                  <a:pt x="683830" y="145618"/>
                  <a:pt x="687974" y="148106"/>
                </a:cubicBezTo>
                <a:cubicBezTo>
                  <a:pt x="692117" y="150574"/>
                  <a:pt x="696907" y="151124"/>
                  <a:pt x="701342" y="150017"/>
                </a:cubicBezTo>
                <a:cubicBezTo>
                  <a:pt x="705702" y="148910"/>
                  <a:pt x="709616" y="146138"/>
                  <a:pt x="712096" y="141989"/>
                </a:cubicBezTo>
                <a:cubicBezTo>
                  <a:pt x="714563" y="137846"/>
                  <a:pt x="715141" y="133056"/>
                  <a:pt x="713988" y="128657"/>
                </a:cubicBezTo>
                <a:cubicBezTo>
                  <a:pt x="712899" y="124306"/>
                  <a:pt x="710140" y="120364"/>
                  <a:pt x="705997" y="117877"/>
                </a:cubicBezTo>
                <a:lnTo>
                  <a:pt x="705411" y="117567"/>
                </a:lnTo>
                <a:lnTo>
                  <a:pt x="705336" y="117514"/>
                </a:lnTo>
                <a:cubicBezTo>
                  <a:pt x="701342" y="115364"/>
                  <a:pt x="696770" y="114918"/>
                  <a:pt x="692626" y="115968"/>
                </a:cubicBezTo>
                <a:cubicBezTo>
                  <a:pt x="688265" y="117076"/>
                  <a:pt x="684351" y="119835"/>
                  <a:pt x="681872" y="124005"/>
                </a:cubicBezTo>
                <a:close/>
                <a:moveTo>
                  <a:pt x="654999" y="143552"/>
                </a:moveTo>
                <a:cubicBezTo>
                  <a:pt x="652457" y="133238"/>
                  <a:pt x="653618" y="121927"/>
                  <a:pt x="659214" y="111914"/>
                </a:cubicBezTo>
                <a:cubicBezTo>
                  <a:pt x="659505" y="111358"/>
                  <a:pt x="659791" y="110807"/>
                  <a:pt x="660155" y="110285"/>
                </a:cubicBezTo>
                <a:cubicBezTo>
                  <a:pt x="666328" y="100338"/>
                  <a:pt x="675847" y="93718"/>
                  <a:pt x="686369" y="91048"/>
                </a:cubicBezTo>
                <a:cubicBezTo>
                  <a:pt x="696683" y="88440"/>
                  <a:pt x="708011" y="89649"/>
                  <a:pt x="718037" y="95236"/>
                </a:cubicBezTo>
                <a:cubicBezTo>
                  <a:pt x="718624" y="95501"/>
                  <a:pt x="719127" y="95823"/>
                  <a:pt x="719637" y="96168"/>
                </a:cubicBezTo>
                <a:lnTo>
                  <a:pt x="719637" y="96195"/>
                </a:lnTo>
                <a:cubicBezTo>
                  <a:pt x="729581" y="102320"/>
                  <a:pt x="736272" y="111875"/>
                  <a:pt x="738885" y="122409"/>
                </a:cubicBezTo>
                <a:cubicBezTo>
                  <a:pt x="741575" y="133097"/>
                  <a:pt x="740188" y="144849"/>
                  <a:pt x="734092" y="155128"/>
                </a:cubicBezTo>
                <a:lnTo>
                  <a:pt x="734092" y="155146"/>
                </a:lnTo>
                <a:cubicBezTo>
                  <a:pt x="727996" y="165406"/>
                  <a:pt x="718258" y="172208"/>
                  <a:pt x="707511" y="174925"/>
                </a:cubicBezTo>
                <a:cubicBezTo>
                  <a:pt x="696831" y="177630"/>
                  <a:pt x="685062" y="176231"/>
                  <a:pt x="674823" y="170106"/>
                </a:cubicBezTo>
                <a:cubicBezTo>
                  <a:pt x="664581" y="163989"/>
                  <a:pt x="657753" y="154285"/>
                  <a:pt x="654991" y="143551"/>
                </a:cubicBezTo>
                <a:close/>
                <a:moveTo>
                  <a:pt x="248594" y="719014"/>
                </a:moveTo>
                <a:lnTo>
                  <a:pt x="180442" y="725361"/>
                </a:lnTo>
                <a:cubicBezTo>
                  <a:pt x="173391" y="726001"/>
                  <a:pt x="168208" y="732234"/>
                  <a:pt x="168839" y="739283"/>
                </a:cubicBezTo>
                <a:cubicBezTo>
                  <a:pt x="168967" y="740723"/>
                  <a:pt x="169333" y="742095"/>
                  <a:pt x="169890" y="743344"/>
                </a:cubicBezTo>
                <a:lnTo>
                  <a:pt x="197375" y="804960"/>
                </a:lnTo>
                <a:cubicBezTo>
                  <a:pt x="200266" y="811421"/>
                  <a:pt x="207844" y="814325"/>
                  <a:pt x="214309" y="811444"/>
                </a:cubicBezTo>
                <a:cubicBezTo>
                  <a:pt x="220774" y="808564"/>
                  <a:pt x="223673" y="800975"/>
                  <a:pt x="220783" y="794505"/>
                </a:cubicBezTo>
                <a:lnTo>
                  <a:pt x="210195" y="770769"/>
                </a:lnTo>
                <a:cubicBezTo>
                  <a:pt x="275912" y="807482"/>
                  <a:pt x="347637" y="824254"/>
                  <a:pt x="418175" y="822897"/>
                </a:cubicBezTo>
                <a:cubicBezTo>
                  <a:pt x="494939" y="821419"/>
                  <a:pt x="570316" y="798483"/>
                  <a:pt x="635048" y="756451"/>
                </a:cubicBezTo>
                <a:cubicBezTo>
                  <a:pt x="640974" y="752603"/>
                  <a:pt x="642639" y="744655"/>
                  <a:pt x="638826" y="738719"/>
                </a:cubicBezTo>
                <a:cubicBezTo>
                  <a:pt x="634968" y="732776"/>
                  <a:pt x="627030" y="731091"/>
                  <a:pt x="621085" y="734947"/>
                </a:cubicBezTo>
                <a:cubicBezTo>
                  <a:pt x="560369" y="774381"/>
                  <a:pt x="489717" y="795892"/>
                  <a:pt x="417784" y="797286"/>
                </a:cubicBezTo>
                <a:cubicBezTo>
                  <a:pt x="350934" y="798574"/>
                  <a:pt x="282978" y="782504"/>
                  <a:pt x="220830" y="747345"/>
                </a:cubicBezTo>
                <a:lnTo>
                  <a:pt x="250896" y="744541"/>
                </a:lnTo>
                <a:cubicBezTo>
                  <a:pt x="257947" y="743901"/>
                  <a:pt x="263138" y="737675"/>
                  <a:pt x="262499" y="730627"/>
                </a:cubicBezTo>
                <a:cubicBezTo>
                  <a:pt x="261859" y="723586"/>
                  <a:pt x="255623" y="718381"/>
                  <a:pt x="248580" y="719021"/>
                </a:cubicBezTo>
                <a:close/>
                <a:moveTo>
                  <a:pt x="602650" y="28223"/>
                </a:moveTo>
                <a:lnTo>
                  <a:pt x="613404" y="53471"/>
                </a:lnTo>
                <a:cubicBezTo>
                  <a:pt x="547155" y="15925"/>
                  <a:pt x="474720" y="-1256"/>
                  <a:pt x="403457" y="71"/>
                </a:cubicBezTo>
                <a:cubicBezTo>
                  <a:pt x="326793" y="1497"/>
                  <a:pt x="251507" y="24321"/>
                  <a:pt x="186790" y="66201"/>
                </a:cubicBezTo>
                <a:cubicBezTo>
                  <a:pt x="180855" y="70060"/>
                  <a:pt x="179164" y="77997"/>
                  <a:pt x="183022" y="83942"/>
                </a:cubicBezTo>
                <a:cubicBezTo>
                  <a:pt x="186889" y="89877"/>
                  <a:pt x="194827" y="91559"/>
                  <a:pt x="200762" y="87710"/>
                </a:cubicBezTo>
                <a:cubicBezTo>
                  <a:pt x="261443" y="48428"/>
                  <a:pt x="332017" y="27030"/>
                  <a:pt x="403858" y="25696"/>
                </a:cubicBezTo>
                <a:cubicBezTo>
                  <a:pt x="471022" y="24452"/>
                  <a:pt x="539296" y="40728"/>
                  <a:pt x="601666" y="76289"/>
                </a:cubicBezTo>
                <a:lnTo>
                  <a:pt x="573037" y="78465"/>
                </a:lnTo>
                <a:cubicBezTo>
                  <a:pt x="565959" y="78986"/>
                  <a:pt x="560667" y="85159"/>
                  <a:pt x="561188" y="92226"/>
                </a:cubicBezTo>
                <a:cubicBezTo>
                  <a:pt x="561717" y="99304"/>
                  <a:pt x="567882" y="104606"/>
                  <a:pt x="574949" y="104076"/>
                </a:cubicBezTo>
                <a:lnTo>
                  <a:pt x="642213" y="98983"/>
                </a:lnTo>
                <a:lnTo>
                  <a:pt x="642213" y="98965"/>
                </a:lnTo>
                <a:lnTo>
                  <a:pt x="642358" y="98947"/>
                </a:lnTo>
                <a:cubicBezTo>
                  <a:pt x="643665" y="98828"/>
                  <a:pt x="645046" y="98510"/>
                  <a:pt x="646282" y="97968"/>
                </a:cubicBezTo>
                <a:cubicBezTo>
                  <a:pt x="652818" y="95196"/>
                  <a:pt x="655862" y="87663"/>
                  <a:pt x="653038" y="81144"/>
                </a:cubicBezTo>
                <a:lnTo>
                  <a:pt x="626264" y="18169"/>
                </a:lnTo>
                <a:cubicBezTo>
                  <a:pt x="623483" y="11650"/>
                  <a:pt x="615959" y="8614"/>
                  <a:pt x="609428" y="11394"/>
                </a:cubicBezTo>
                <a:cubicBezTo>
                  <a:pt x="602919" y="14174"/>
                  <a:pt x="599874" y="21699"/>
                  <a:pt x="602644" y="28218"/>
                </a:cubicBezTo>
                <a:close/>
                <a:moveTo>
                  <a:pt x="28223" y="219295"/>
                </a:moveTo>
                <a:lnTo>
                  <a:pt x="53471" y="208541"/>
                </a:lnTo>
                <a:cubicBezTo>
                  <a:pt x="16044" y="274597"/>
                  <a:pt x="-1146" y="346813"/>
                  <a:pt x="59" y="417893"/>
                </a:cubicBezTo>
                <a:cubicBezTo>
                  <a:pt x="1366" y="494367"/>
                  <a:pt x="23943" y="569485"/>
                  <a:pt x="65493" y="634103"/>
                </a:cubicBezTo>
                <a:cubicBezTo>
                  <a:pt x="69323" y="640064"/>
                  <a:pt x="77271" y="641803"/>
                  <a:pt x="83233" y="637969"/>
                </a:cubicBezTo>
                <a:cubicBezTo>
                  <a:pt x="89195" y="634138"/>
                  <a:pt x="90933" y="626191"/>
                  <a:pt x="87099" y="620229"/>
                </a:cubicBezTo>
                <a:cubicBezTo>
                  <a:pt x="48092" y="559575"/>
                  <a:pt x="26905" y="489142"/>
                  <a:pt x="25687" y="417491"/>
                </a:cubicBezTo>
                <a:cubicBezTo>
                  <a:pt x="24544" y="350521"/>
                  <a:pt x="40828" y="282465"/>
                  <a:pt x="76288" y="220286"/>
                </a:cubicBezTo>
                <a:lnTo>
                  <a:pt x="78464" y="248905"/>
                </a:lnTo>
                <a:cubicBezTo>
                  <a:pt x="78994" y="255984"/>
                  <a:pt x="85159" y="261285"/>
                  <a:pt x="92225" y="260755"/>
                </a:cubicBezTo>
                <a:cubicBezTo>
                  <a:pt x="99304" y="260226"/>
                  <a:pt x="104605" y="254070"/>
                  <a:pt x="104075" y="246994"/>
                </a:cubicBezTo>
                <a:lnTo>
                  <a:pt x="98982" y="179721"/>
                </a:lnTo>
                <a:lnTo>
                  <a:pt x="98964" y="179721"/>
                </a:lnTo>
                <a:lnTo>
                  <a:pt x="98964" y="179593"/>
                </a:lnTo>
                <a:lnTo>
                  <a:pt x="98964" y="179585"/>
                </a:lnTo>
                <a:cubicBezTo>
                  <a:pt x="98845" y="178260"/>
                  <a:pt x="98515" y="176941"/>
                  <a:pt x="97976" y="175661"/>
                </a:cubicBezTo>
                <a:cubicBezTo>
                  <a:pt x="95205" y="169142"/>
                  <a:pt x="87672" y="166107"/>
                  <a:pt x="81153" y="168878"/>
                </a:cubicBezTo>
                <a:lnTo>
                  <a:pt x="18177" y="195688"/>
                </a:lnTo>
                <a:cubicBezTo>
                  <a:pt x="11658" y="198460"/>
                  <a:pt x="8622" y="205993"/>
                  <a:pt x="11394" y="212524"/>
                </a:cubicBezTo>
                <a:cubicBezTo>
                  <a:pt x="14174" y="219034"/>
                  <a:pt x="21707" y="222078"/>
                  <a:pt x="28217" y="219298"/>
                </a:cubicBezTo>
                <a:close/>
                <a:moveTo>
                  <a:pt x="718989" y="573366"/>
                </a:moveTo>
                <a:lnTo>
                  <a:pt x="725314" y="641508"/>
                </a:lnTo>
                <a:cubicBezTo>
                  <a:pt x="725962" y="648548"/>
                  <a:pt x="732203" y="653742"/>
                  <a:pt x="739259" y="653102"/>
                </a:cubicBezTo>
                <a:cubicBezTo>
                  <a:pt x="740706" y="652974"/>
                  <a:pt x="742093" y="652609"/>
                  <a:pt x="743328" y="652052"/>
                </a:cubicBezTo>
                <a:lnTo>
                  <a:pt x="804920" y="624566"/>
                </a:lnTo>
                <a:cubicBezTo>
                  <a:pt x="811382" y="621685"/>
                  <a:pt x="814293" y="614098"/>
                  <a:pt x="811382" y="607632"/>
                </a:cubicBezTo>
                <a:cubicBezTo>
                  <a:pt x="808547" y="601167"/>
                  <a:pt x="800927" y="598268"/>
                  <a:pt x="794458" y="601149"/>
                </a:cubicBezTo>
                <a:lnTo>
                  <a:pt x="771141" y="611547"/>
                </a:lnTo>
                <a:cubicBezTo>
                  <a:pt x="807816" y="545663"/>
                  <a:pt x="824458" y="473762"/>
                  <a:pt x="822858" y="403094"/>
                </a:cubicBezTo>
                <a:cubicBezTo>
                  <a:pt x="821189" y="325979"/>
                  <a:pt x="797795" y="250305"/>
                  <a:pt x="755169" y="185459"/>
                </a:cubicBezTo>
                <a:cubicBezTo>
                  <a:pt x="751313" y="179542"/>
                  <a:pt x="743396" y="177908"/>
                  <a:pt x="737445" y="181792"/>
                </a:cubicBezTo>
                <a:cubicBezTo>
                  <a:pt x="731562" y="185679"/>
                  <a:pt x="729894" y="193616"/>
                  <a:pt x="733810" y="199524"/>
                </a:cubicBezTo>
                <a:cubicBezTo>
                  <a:pt x="773762" y="260332"/>
                  <a:pt x="795700" y="331289"/>
                  <a:pt x="797300" y="403588"/>
                </a:cubicBezTo>
                <a:cubicBezTo>
                  <a:pt x="798748" y="470778"/>
                  <a:pt x="782693" y="539132"/>
                  <a:pt x="747328" y="601609"/>
                </a:cubicBezTo>
                <a:lnTo>
                  <a:pt x="744494" y="571039"/>
                </a:lnTo>
                <a:cubicBezTo>
                  <a:pt x="743907" y="563999"/>
                  <a:pt x="737666" y="558806"/>
                  <a:pt x="730625" y="559446"/>
                </a:cubicBezTo>
                <a:cubicBezTo>
                  <a:pt x="723569" y="560086"/>
                  <a:pt x="718342" y="566313"/>
                  <a:pt x="718997" y="573364"/>
                </a:cubicBezTo>
                <a:close/>
                <a:moveTo>
                  <a:pt x="579150" y="481415"/>
                </a:moveTo>
                <a:cubicBezTo>
                  <a:pt x="573333" y="475591"/>
                  <a:pt x="565699" y="472682"/>
                  <a:pt x="558073" y="472682"/>
                </a:cubicBezTo>
                <a:cubicBezTo>
                  <a:pt x="550446" y="472682"/>
                  <a:pt x="542812" y="475599"/>
                  <a:pt x="536996" y="481415"/>
                </a:cubicBezTo>
                <a:cubicBezTo>
                  <a:pt x="531179" y="487232"/>
                  <a:pt x="528262" y="494866"/>
                  <a:pt x="528262" y="502492"/>
                </a:cubicBezTo>
                <a:cubicBezTo>
                  <a:pt x="528262" y="510118"/>
                  <a:pt x="531179" y="517744"/>
                  <a:pt x="536996" y="523569"/>
                </a:cubicBezTo>
                <a:cubicBezTo>
                  <a:pt x="542812" y="529386"/>
                  <a:pt x="550446" y="532293"/>
                  <a:pt x="558073" y="532293"/>
                </a:cubicBezTo>
                <a:cubicBezTo>
                  <a:pt x="565699" y="532293"/>
                  <a:pt x="573333" y="529386"/>
                  <a:pt x="579150" y="523569"/>
                </a:cubicBezTo>
                <a:cubicBezTo>
                  <a:pt x="584966" y="517744"/>
                  <a:pt x="587883" y="510118"/>
                  <a:pt x="587883" y="502492"/>
                </a:cubicBezTo>
                <a:cubicBezTo>
                  <a:pt x="587883" y="494866"/>
                  <a:pt x="584966" y="487232"/>
                  <a:pt x="579150" y="481415"/>
                </a:cubicBezTo>
                <a:close/>
                <a:moveTo>
                  <a:pt x="558073" y="446961"/>
                </a:moveTo>
                <a:cubicBezTo>
                  <a:pt x="572292" y="446961"/>
                  <a:pt x="586493" y="452385"/>
                  <a:pt x="597336" y="463229"/>
                </a:cubicBezTo>
                <a:cubicBezTo>
                  <a:pt x="608179" y="474072"/>
                  <a:pt x="613603" y="488282"/>
                  <a:pt x="613603" y="502492"/>
                </a:cubicBezTo>
                <a:cubicBezTo>
                  <a:pt x="613603" y="516702"/>
                  <a:pt x="608171" y="530903"/>
                  <a:pt x="597336" y="541747"/>
                </a:cubicBezTo>
                <a:cubicBezTo>
                  <a:pt x="586493" y="552591"/>
                  <a:pt x="572282" y="558015"/>
                  <a:pt x="558073" y="558015"/>
                </a:cubicBezTo>
                <a:cubicBezTo>
                  <a:pt x="543863" y="558015"/>
                  <a:pt x="529652" y="552591"/>
                  <a:pt x="518809" y="541747"/>
                </a:cubicBezTo>
                <a:cubicBezTo>
                  <a:pt x="507974" y="530904"/>
                  <a:pt x="502542" y="516703"/>
                  <a:pt x="502542" y="502492"/>
                </a:cubicBezTo>
                <a:cubicBezTo>
                  <a:pt x="502542" y="488282"/>
                  <a:pt x="507965" y="474072"/>
                  <a:pt x="518809" y="463229"/>
                </a:cubicBezTo>
                <a:cubicBezTo>
                  <a:pt x="529652" y="452385"/>
                  <a:pt x="543872" y="446961"/>
                  <a:pt x="558073" y="446961"/>
                </a:cubicBezTo>
                <a:close/>
                <a:moveTo>
                  <a:pt x="286000" y="481415"/>
                </a:moveTo>
                <a:cubicBezTo>
                  <a:pt x="280176" y="475591"/>
                  <a:pt x="272550" y="472682"/>
                  <a:pt x="264924" y="472682"/>
                </a:cubicBezTo>
                <a:cubicBezTo>
                  <a:pt x="257297" y="472682"/>
                  <a:pt x="249663" y="475599"/>
                  <a:pt x="243847" y="481415"/>
                </a:cubicBezTo>
                <a:cubicBezTo>
                  <a:pt x="238021" y="487232"/>
                  <a:pt x="235113" y="494866"/>
                  <a:pt x="235113" y="502492"/>
                </a:cubicBezTo>
                <a:cubicBezTo>
                  <a:pt x="235113" y="510118"/>
                  <a:pt x="238021" y="517744"/>
                  <a:pt x="243847" y="523569"/>
                </a:cubicBezTo>
                <a:cubicBezTo>
                  <a:pt x="249663" y="529386"/>
                  <a:pt x="257289" y="532293"/>
                  <a:pt x="264924" y="532293"/>
                </a:cubicBezTo>
                <a:cubicBezTo>
                  <a:pt x="272559" y="532293"/>
                  <a:pt x="280176" y="529386"/>
                  <a:pt x="286000" y="523569"/>
                </a:cubicBezTo>
                <a:cubicBezTo>
                  <a:pt x="291817" y="517744"/>
                  <a:pt x="294725" y="510118"/>
                  <a:pt x="294725" y="502492"/>
                </a:cubicBezTo>
                <a:cubicBezTo>
                  <a:pt x="294725" y="494866"/>
                  <a:pt x="291817" y="487232"/>
                  <a:pt x="286000" y="481415"/>
                </a:cubicBezTo>
                <a:close/>
                <a:moveTo>
                  <a:pt x="264924" y="446961"/>
                </a:moveTo>
                <a:cubicBezTo>
                  <a:pt x="279133" y="446961"/>
                  <a:pt x="293344" y="452385"/>
                  <a:pt x="304187" y="463229"/>
                </a:cubicBezTo>
                <a:cubicBezTo>
                  <a:pt x="315030" y="474072"/>
                  <a:pt x="320454" y="488282"/>
                  <a:pt x="320454" y="502492"/>
                </a:cubicBezTo>
                <a:cubicBezTo>
                  <a:pt x="320454" y="516702"/>
                  <a:pt x="315031" y="530903"/>
                  <a:pt x="304187" y="541747"/>
                </a:cubicBezTo>
                <a:cubicBezTo>
                  <a:pt x="293344" y="552591"/>
                  <a:pt x="279133" y="558015"/>
                  <a:pt x="264924" y="558015"/>
                </a:cubicBezTo>
                <a:cubicBezTo>
                  <a:pt x="250714" y="558015"/>
                  <a:pt x="236503" y="552591"/>
                  <a:pt x="225660" y="541747"/>
                </a:cubicBezTo>
                <a:cubicBezTo>
                  <a:pt x="214817" y="530903"/>
                  <a:pt x="209393" y="516703"/>
                  <a:pt x="209393" y="502492"/>
                </a:cubicBezTo>
                <a:cubicBezTo>
                  <a:pt x="209393" y="488282"/>
                  <a:pt x="214808" y="474072"/>
                  <a:pt x="225660" y="463229"/>
                </a:cubicBezTo>
                <a:cubicBezTo>
                  <a:pt x="236503" y="452385"/>
                  <a:pt x="250714" y="446961"/>
                  <a:pt x="264924" y="446961"/>
                </a:cubicBezTo>
                <a:close/>
                <a:moveTo>
                  <a:pt x="432571" y="228443"/>
                </a:moveTo>
                <a:cubicBezTo>
                  <a:pt x="426755" y="222618"/>
                  <a:pt x="419129" y="219709"/>
                  <a:pt x="411494" y="219709"/>
                </a:cubicBezTo>
                <a:cubicBezTo>
                  <a:pt x="403860" y="219709"/>
                  <a:pt x="396234" y="222617"/>
                  <a:pt x="390417" y="228443"/>
                </a:cubicBezTo>
                <a:cubicBezTo>
                  <a:pt x="384601" y="234259"/>
                  <a:pt x="381693" y="241885"/>
                  <a:pt x="381693" y="249510"/>
                </a:cubicBezTo>
                <a:cubicBezTo>
                  <a:pt x="381693" y="257137"/>
                  <a:pt x="384601" y="264771"/>
                  <a:pt x="390417" y="270587"/>
                </a:cubicBezTo>
                <a:cubicBezTo>
                  <a:pt x="396234" y="276412"/>
                  <a:pt x="403868" y="279321"/>
                  <a:pt x="411494" y="279321"/>
                </a:cubicBezTo>
                <a:cubicBezTo>
                  <a:pt x="419120" y="279321"/>
                  <a:pt x="426755" y="276413"/>
                  <a:pt x="432571" y="270587"/>
                </a:cubicBezTo>
                <a:cubicBezTo>
                  <a:pt x="438387" y="264771"/>
                  <a:pt x="441304" y="257145"/>
                  <a:pt x="441304" y="249510"/>
                </a:cubicBezTo>
                <a:cubicBezTo>
                  <a:pt x="441304" y="241875"/>
                  <a:pt x="438387" y="234258"/>
                  <a:pt x="432571" y="228443"/>
                </a:cubicBezTo>
                <a:close/>
                <a:moveTo>
                  <a:pt x="450758" y="210256"/>
                </a:moveTo>
                <a:cubicBezTo>
                  <a:pt x="439915" y="199413"/>
                  <a:pt x="425704" y="193989"/>
                  <a:pt x="411494" y="193989"/>
                </a:cubicBezTo>
                <a:cubicBezTo>
                  <a:pt x="397284" y="193989"/>
                  <a:pt x="383074" y="199412"/>
                  <a:pt x="372239" y="210256"/>
                </a:cubicBezTo>
                <a:cubicBezTo>
                  <a:pt x="361396" y="221099"/>
                  <a:pt x="355972" y="235310"/>
                  <a:pt x="355972" y="249511"/>
                </a:cubicBezTo>
                <a:cubicBezTo>
                  <a:pt x="355972" y="263713"/>
                  <a:pt x="361404" y="277932"/>
                  <a:pt x="372239" y="288775"/>
                </a:cubicBezTo>
                <a:cubicBezTo>
                  <a:pt x="383074" y="299618"/>
                  <a:pt x="397293" y="305042"/>
                  <a:pt x="411494" y="305042"/>
                </a:cubicBezTo>
                <a:cubicBezTo>
                  <a:pt x="425696" y="305042"/>
                  <a:pt x="439915" y="299619"/>
                  <a:pt x="450758" y="288775"/>
                </a:cubicBezTo>
                <a:cubicBezTo>
                  <a:pt x="461601" y="277932"/>
                  <a:pt x="467025" y="263721"/>
                  <a:pt x="467025" y="249511"/>
                </a:cubicBezTo>
                <a:cubicBezTo>
                  <a:pt x="467025" y="235301"/>
                  <a:pt x="461602" y="221100"/>
                  <a:pt x="450758" y="210256"/>
                </a:cubicBezTo>
                <a:close/>
                <a:moveTo>
                  <a:pt x="443066" y="499862"/>
                </a:moveTo>
                <a:cubicBezTo>
                  <a:pt x="443040" y="500722"/>
                  <a:pt x="443040" y="501600"/>
                  <a:pt x="443040" y="502469"/>
                </a:cubicBezTo>
                <a:cubicBezTo>
                  <a:pt x="443040" y="503356"/>
                  <a:pt x="443057" y="504226"/>
                  <a:pt x="443075" y="505104"/>
                </a:cubicBezTo>
                <a:lnTo>
                  <a:pt x="436518" y="508890"/>
                </a:lnTo>
                <a:lnTo>
                  <a:pt x="436536" y="508907"/>
                </a:lnTo>
                <a:cubicBezTo>
                  <a:pt x="429055" y="513233"/>
                  <a:pt x="424038" y="520174"/>
                  <a:pt x="421969" y="527853"/>
                </a:cubicBezTo>
                <a:cubicBezTo>
                  <a:pt x="419911" y="535545"/>
                  <a:pt x="420790" y="544049"/>
                  <a:pt x="425106" y="551525"/>
                </a:cubicBezTo>
                <a:lnTo>
                  <a:pt x="448505" y="592052"/>
                </a:lnTo>
                <a:cubicBezTo>
                  <a:pt x="448778" y="592665"/>
                  <a:pt x="449109" y="593248"/>
                  <a:pt x="449493" y="593835"/>
                </a:cubicBezTo>
                <a:lnTo>
                  <a:pt x="449493" y="593816"/>
                </a:lnTo>
                <a:cubicBezTo>
                  <a:pt x="453836" y="600904"/>
                  <a:pt x="460584" y="605657"/>
                  <a:pt x="468064" y="607670"/>
                </a:cubicBezTo>
                <a:cubicBezTo>
                  <a:pt x="475296" y="609608"/>
                  <a:pt x="483253" y="608941"/>
                  <a:pt x="490394" y="605265"/>
                </a:cubicBezTo>
                <a:cubicBezTo>
                  <a:pt x="491117" y="604964"/>
                  <a:pt x="491811" y="604580"/>
                  <a:pt x="492486" y="604131"/>
                </a:cubicBezTo>
                <a:lnTo>
                  <a:pt x="498329" y="600747"/>
                </a:lnTo>
                <a:lnTo>
                  <a:pt x="499857" y="601660"/>
                </a:lnTo>
                <a:cubicBezTo>
                  <a:pt x="500086" y="601815"/>
                  <a:pt x="500306" y="601952"/>
                  <a:pt x="500541" y="602089"/>
                </a:cubicBezTo>
                <a:cubicBezTo>
                  <a:pt x="501291" y="602527"/>
                  <a:pt x="502041" y="602949"/>
                  <a:pt x="502818" y="603369"/>
                </a:cubicBezTo>
                <a:lnTo>
                  <a:pt x="502818" y="610942"/>
                </a:lnTo>
                <a:cubicBezTo>
                  <a:pt x="502818" y="619564"/>
                  <a:pt x="506330" y="627380"/>
                  <a:pt x="511989" y="633042"/>
                </a:cubicBezTo>
                <a:cubicBezTo>
                  <a:pt x="517650" y="638713"/>
                  <a:pt x="525467" y="642213"/>
                  <a:pt x="534089" y="642213"/>
                </a:cubicBezTo>
                <a:lnTo>
                  <a:pt x="582060" y="642213"/>
                </a:lnTo>
                <a:cubicBezTo>
                  <a:pt x="590682" y="642213"/>
                  <a:pt x="598512" y="638701"/>
                  <a:pt x="604161" y="633042"/>
                </a:cubicBezTo>
                <a:cubicBezTo>
                  <a:pt x="609831" y="627381"/>
                  <a:pt x="613331" y="619564"/>
                  <a:pt x="613331" y="610942"/>
                </a:cubicBezTo>
                <a:lnTo>
                  <a:pt x="613331" y="603369"/>
                </a:lnTo>
                <a:cubicBezTo>
                  <a:pt x="614064" y="602958"/>
                  <a:pt x="614814" y="602535"/>
                  <a:pt x="615564" y="602098"/>
                </a:cubicBezTo>
                <a:cubicBezTo>
                  <a:pt x="616332" y="601660"/>
                  <a:pt x="617091" y="601211"/>
                  <a:pt x="617842" y="600761"/>
                </a:cubicBezTo>
                <a:lnTo>
                  <a:pt x="624369" y="604529"/>
                </a:lnTo>
                <a:lnTo>
                  <a:pt x="624369" y="604512"/>
                </a:lnTo>
                <a:lnTo>
                  <a:pt x="624562" y="604613"/>
                </a:lnTo>
                <a:cubicBezTo>
                  <a:pt x="631998" y="608854"/>
                  <a:pt x="640446" y="609706"/>
                  <a:pt x="648098" y="607658"/>
                </a:cubicBezTo>
                <a:cubicBezTo>
                  <a:pt x="655798" y="605592"/>
                  <a:pt x="662776" y="600571"/>
                  <a:pt x="667053" y="593121"/>
                </a:cubicBezTo>
                <a:lnTo>
                  <a:pt x="667053" y="593102"/>
                </a:lnTo>
                <a:lnTo>
                  <a:pt x="691020" y="551517"/>
                </a:lnTo>
                <a:cubicBezTo>
                  <a:pt x="695381" y="544046"/>
                  <a:pt x="696250" y="535533"/>
                  <a:pt x="694148" y="527845"/>
                </a:cubicBezTo>
                <a:cubicBezTo>
                  <a:pt x="692184" y="520466"/>
                  <a:pt x="687463" y="513790"/>
                  <a:pt x="680498" y="509429"/>
                </a:cubicBezTo>
                <a:cubicBezTo>
                  <a:pt x="680207" y="509227"/>
                  <a:pt x="679921" y="509045"/>
                  <a:pt x="679629" y="508872"/>
                </a:cubicBezTo>
                <a:lnTo>
                  <a:pt x="673093" y="505086"/>
                </a:lnTo>
                <a:lnTo>
                  <a:pt x="673093" y="499838"/>
                </a:lnTo>
                <a:lnTo>
                  <a:pt x="679629" y="496053"/>
                </a:lnTo>
                <a:cubicBezTo>
                  <a:pt x="687109" y="491745"/>
                  <a:pt x="692119" y="484804"/>
                  <a:pt x="694157" y="477080"/>
                </a:cubicBezTo>
                <a:cubicBezTo>
                  <a:pt x="696261" y="469389"/>
                  <a:pt x="695393" y="460885"/>
                  <a:pt x="691029" y="453416"/>
                </a:cubicBezTo>
                <a:lnTo>
                  <a:pt x="667419" y="412542"/>
                </a:lnTo>
                <a:cubicBezTo>
                  <a:pt x="667345" y="412303"/>
                  <a:pt x="667199" y="412066"/>
                  <a:pt x="667053" y="411827"/>
                </a:cubicBezTo>
                <a:cubicBezTo>
                  <a:pt x="662764" y="404365"/>
                  <a:pt x="655796" y="399356"/>
                  <a:pt x="648098" y="397290"/>
                </a:cubicBezTo>
                <a:cubicBezTo>
                  <a:pt x="640692" y="395305"/>
                  <a:pt x="632555" y="396037"/>
                  <a:pt x="625304" y="399924"/>
                </a:cubicBezTo>
                <a:cubicBezTo>
                  <a:pt x="624982" y="400079"/>
                  <a:pt x="624673" y="400233"/>
                  <a:pt x="624372" y="400419"/>
                </a:cubicBezTo>
                <a:lnTo>
                  <a:pt x="617853" y="404177"/>
                </a:lnTo>
                <a:cubicBezTo>
                  <a:pt x="617103" y="403728"/>
                  <a:pt x="616353" y="403281"/>
                  <a:pt x="615612" y="402853"/>
                </a:cubicBezTo>
                <a:lnTo>
                  <a:pt x="615594" y="402880"/>
                </a:lnTo>
                <a:lnTo>
                  <a:pt x="615559" y="402853"/>
                </a:lnTo>
                <a:cubicBezTo>
                  <a:pt x="614817" y="402424"/>
                  <a:pt x="614076" y="402010"/>
                  <a:pt x="613338" y="401600"/>
                </a:cubicBezTo>
                <a:lnTo>
                  <a:pt x="613338" y="394009"/>
                </a:lnTo>
                <a:cubicBezTo>
                  <a:pt x="613338" y="385387"/>
                  <a:pt x="609825" y="377559"/>
                  <a:pt x="604167" y="371899"/>
                </a:cubicBezTo>
                <a:cubicBezTo>
                  <a:pt x="598506" y="366238"/>
                  <a:pt x="590689" y="362738"/>
                  <a:pt x="582066" y="362738"/>
                </a:cubicBezTo>
                <a:lnTo>
                  <a:pt x="534096" y="362738"/>
                </a:lnTo>
                <a:cubicBezTo>
                  <a:pt x="525473" y="362738"/>
                  <a:pt x="517645" y="366250"/>
                  <a:pt x="511995" y="371899"/>
                </a:cubicBezTo>
                <a:cubicBezTo>
                  <a:pt x="506324" y="377570"/>
                  <a:pt x="502825" y="385387"/>
                  <a:pt x="502825" y="394009"/>
                </a:cubicBezTo>
                <a:lnTo>
                  <a:pt x="502825" y="401573"/>
                </a:lnTo>
                <a:cubicBezTo>
                  <a:pt x="502092" y="401984"/>
                  <a:pt x="501342" y="402407"/>
                  <a:pt x="500583" y="402836"/>
                </a:cubicBezTo>
                <a:cubicBezTo>
                  <a:pt x="499815" y="403284"/>
                  <a:pt x="499056" y="403723"/>
                  <a:pt x="498315" y="404181"/>
                </a:cubicBezTo>
                <a:lnTo>
                  <a:pt x="491787" y="400412"/>
                </a:lnTo>
                <a:lnTo>
                  <a:pt x="491787" y="400439"/>
                </a:lnTo>
                <a:lnTo>
                  <a:pt x="491606" y="400338"/>
                </a:lnTo>
                <a:cubicBezTo>
                  <a:pt x="484170" y="396087"/>
                  <a:pt x="475722" y="395236"/>
                  <a:pt x="468079" y="397284"/>
                </a:cubicBezTo>
                <a:cubicBezTo>
                  <a:pt x="460361" y="399349"/>
                  <a:pt x="453413" y="404371"/>
                  <a:pt x="449107" y="411821"/>
                </a:cubicBezTo>
                <a:lnTo>
                  <a:pt x="449124" y="411821"/>
                </a:lnTo>
                <a:lnTo>
                  <a:pt x="425112" y="453419"/>
                </a:lnTo>
                <a:cubicBezTo>
                  <a:pt x="420796" y="460890"/>
                  <a:pt x="419918" y="469394"/>
                  <a:pt x="421975" y="477083"/>
                </a:cubicBezTo>
                <a:cubicBezTo>
                  <a:pt x="424050" y="484810"/>
                  <a:pt x="429062" y="491748"/>
                  <a:pt x="436524" y="496055"/>
                </a:cubicBezTo>
                <a:lnTo>
                  <a:pt x="443082" y="499841"/>
                </a:lnTo>
                <a:close/>
                <a:moveTo>
                  <a:pt x="449368" y="473874"/>
                </a:moveTo>
                <a:lnTo>
                  <a:pt x="462735" y="481592"/>
                </a:lnTo>
                <a:cubicBezTo>
                  <a:pt x="466932" y="484033"/>
                  <a:pt x="469558" y="488751"/>
                  <a:pt x="469073" y="493900"/>
                </a:cubicBezTo>
                <a:cubicBezTo>
                  <a:pt x="468799" y="496808"/>
                  <a:pt x="468662" y="499668"/>
                  <a:pt x="468662" y="502466"/>
                </a:cubicBezTo>
                <a:cubicBezTo>
                  <a:pt x="468662" y="505083"/>
                  <a:pt x="468790" y="507744"/>
                  <a:pt x="469037" y="510431"/>
                </a:cubicBezTo>
                <a:cubicBezTo>
                  <a:pt x="469751" y="515462"/>
                  <a:pt x="467427" y="520665"/>
                  <a:pt x="462765" y="523362"/>
                </a:cubicBezTo>
                <a:lnTo>
                  <a:pt x="449380" y="531089"/>
                </a:lnTo>
                <a:lnTo>
                  <a:pt x="449380" y="531072"/>
                </a:lnTo>
                <a:lnTo>
                  <a:pt x="449335" y="531089"/>
                </a:lnTo>
                <a:cubicBezTo>
                  <a:pt x="448047" y="531831"/>
                  <a:pt x="447168" y="533074"/>
                  <a:pt x="446793" y="534492"/>
                </a:cubicBezTo>
                <a:cubicBezTo>
                  <a:pt x="446418" y="535917"/>
                  <a:pt x="446555" y="537454"/>
                  <a:pt x="447314" y="538772"/>
                </a:cubicBezTo>
                <a:lnTo>
                  <a:pt x="470686" y="579262"/>
                </a:lnTo>
                <a:lnTo>
                  <a:pt x="470897" y="579563"/>
                </a:lnTo>
                <a:lnTo>
                  <a:pt x="470871" y="579581"/>
                </a:lnTo>
                <a:lnTo>
                  <a:pt x="470888" y="579607"/>
                </a:lnTo>
                <a:cubicBezTo>
                  <a:pt x="471035" y="579828"/>
                  <a:pt x="471171" y="580045"/>
                  <a:pt x="471299" y="580265"/>
                </a:cubicBezTo>
                <a:cubicBezTo>
                  <a:pt x="472067" y="581581"/>
                  <a:pt x="473302" y="582477"/>
                  <a:pt x="474701" y="582852"/>
                </a:cubicBezTo>
                <a:cubicBezTo>
                  <a:pt x="475991" y="583191"/>
                  <a:pt x="477362" y="583117"/>
                  <a:pt x="478589" y="582543"/>
                </a:cubicBezTo>
                <a:lnTo>
                  <a:pt x="478928" y="582340"/>
                </a:lnTo>
                <a:lnTo>
                  <a:pt x="492305" y="574613"/>
                </a:lnTo>
                <a:cubicBezTo>
                  <a:pt x="496529" y="572181"/>
                  <a:pt x="501943" y="572252"/>
                  <a:pt x="506167" y="575262"/>
                </a:cubicBezTo>
                <a:cubicBezTo>
                  <a:pt x="508387" y="576833"/>
                  <a:pt x="510584" y="578271"/>
                  <a:pt x="512733" y="579542"/>
                </a:cubicBezTo>
                <a:cubicBezTo>
                  <a:pt x="512962" y="579652"/>
                  <a:pt x="513182" y="579780"/>
                  <a:pt x="513400" y="579899"/>
                </a:cubicBezTo>
                <a:cubicBezTo>
                  <a:pt x="515641" y="581188"/>
                  <a:pt x="517862" y="582357"/>
                  <a:pt x="520046" y="583393"/>
                </a:cubicBezTo>
                <a:cubicBezTo>
                  <a:pt x="524993" y="585185"/>
                  <a:pt x="528533" y="589930"/>
                  <a:pt x="528533" y="595490"/>
                </a:cubicBezTo>
                <a:lnTo>
                  <a:pt x="528533" y="610944"/>
                </a:lnTo>
                <a:cubicBezTo>
                  <a:pt x="528533" y="612463"/>
                  <a:pt x="529155" y="613862"/>
                  <a:pt x="530170" y="614867"/>
                </a:cubicBezTo>
                <a:cubicBezTo>
                  <a:pt x="531176" y="615873"/>
                  <a:pt x="532566" y="616504"/>
                  <a:pt x="534084" y="616504"/>
                </a:cubicBezTo>
                <a:lnTo>
                  <a:pt x="582054" y="616504"/>
                </a:lnTo>
                <a:cubicBezTo>
                  <a:pt x="583572" y="616504"/>
                  <a:pt x="584971" y="615873"/>
                  <a:pt x="585977" y="614867"/>
                </a:cubicBezTo>
                <a:cubicBezTo>
                  <a:pt x="586984" y="613862"/>
                  <a:pt x="587615" y="612463"/>
                  <a:pt x="587615" y="610944"/>
                </a:cubicBezTo>
                <a:lnTo>
                  <a:pt x="587615" y="595635"/>
                </a:lnTo>
                <a:cubicBezTo>
                  <a:pt x="587560" y="590698"/>
                  <a:pt x="590368" y="585953"/>
                  <a:pt x="595157" y="583785"/>
                </a:cubicBezTo>
                <a:cubicBezTo>
                  <a:pt x="598092" y="582440"/>
                  <a:pt x="600652" y="581151"/>
                  <a:pt x="602819" y="579898"/>
                </a:cubicBezTo>
                <a:cubicBezTo>
                  <a:pt x="605039" y="578618"/>
                  <a:pt x="607317" y="577154"/>
                  <a:pt x="609641" y="575520"/>
                </a:cubicBezTo>
                <a:cubicBezTo>
                  <a:pt x="613648" y="572466"/>
                  <a:pt x="619244" y="571927"/>
                  <a:pt x="623860" y="574615"/>
                </a:cubicBezTo>
                <a:lnTo>
                  <a:pt x="637228" y="582333"/>
                </a:lnTo>
                <a:lnTo>
                  <a:pt x="637228" y="582351"/>
                </a:lnTo>
                <a:cubicBezTo>
                  <a:pt x="638517" y="583084"/>
                  <a:pt x="640035" y="583220"/>
                  <a:pt x="641478" y="582845"/>
                </a:cubicBezTo>
                <a:cubicBezTo>
                  <a:pt x="642860" y="582479"/>
                  <a:pt x="644095" y="581583"/>
                  <a:pt x="644824" y="580259"/>
                </a:cubicBezTo>
                <a:lnTo>
                  <a:pt x="644899" y="580276"/>
                </a:lnTo>
                <a:lnTo>
                  <a:pt x="668866" y="538763"/>
                </a:lnTo>
                <a:cubicBezTo>
                  <a:pt x="669598" y="537447"/>
                  <a:pt x="669735" y="535911"/>
                  <a:pt x="669378" y="534483"/>
                </a:cubicBezTo>
                <a:cubicBezTo>
                  <a:pt x="669011" y="533202"/>
                  <a:pt x="668288" y="532059"/>
                  <a:pt x="667202" y="531310"/>
                </a:cubicBezTo>
                <a:lnTo>
                  <a:pt x="666764" y="531080"/>
                </a:lnTo>
                <a:lnTo>
                  <a:pt x="653396" y="523362"/>
                </a:lnTo>
                <a:cubicBezTo>
                  <a:pt x="649182" y="520921"/>
                  <a:pt x="646565" y="516203"/>
                  <a:pt x="647077" y="511054"/>
                </a:cubicBezTo>
                <a:cubicBezTo>
                  <a:pt x="647369" y="508146"/>
                  <a:pt x="647515" y="505286"/>
                  <a:pt x="647515" y="502488"/>
                </a:cubicBezTo>
                <a:cubicBezTo>
                  <a:pt x="647515" y="499871"/>
                  <a:pt x="647369" y="497210"/>
                  <a:pt x="647077" y="494513"/>
                </a:cubicBezTo>
                <a:cubicBezTo>
                  <a:pt x="646420" y="489474"/>
                  <a:pt x="648750" y="484292"/>
                  <a:pt x="653396" y="481592"/>
                </a:cubicBezTo>
                <a:lnTo>
                  <a:pt x="666764" y="473865"/>
                </a:lnTo>
                <a:cubicBezTo>
                  <a:pt x="668071" y="473097"/>
                  <a:pt x="669014" y="471852"/>
                  <a:pt x="669380" y="470462"/>
                </a:cubicBezTo>
                <a:cubicBezTo>
                  <a:pt x="669747" y="469027"/>
                  <a:pt x="669600" y="467500"/>
                  <a:pt x="668869" y="466182"/>
                </a:cubicBezTo>
                <a:lnTo>
                  <a:pt x="645259" y="425335"/>
                </a:lnTo>
                <a:cubicBezTo>
                  <a:pt x="645113" y="425124"/>
                  <a:pt x="644967" y="424898"/>
                  <a:pt x="644830" y="424686"/>
                </a:cubicBezTo>
                <a:cubicBezTo>
                  <a:pt x="644098" y="423371"/>
                  <a:pt x="642866" y="422475"/>
                  <a:pt x="641484" y="422091"/>
                </a:cubicBezTo>
                <a:cubicBezTo>
                  <a:pt x="640169" y="421751"/>
                  <a:pt x="638787" y="421826"/>
                  <a:pt x="637561" y="422412"/>
                </a:cubicBezTo>
                <a:lnTo>
                  <a:pt x="637222" y="422615"/>
                </a:lnTo>
                <a:lnTo>
                  <a:pt x="623837" y="430342"/>
                </a:lnTo>
                <a:cubicBezTo>
                  <a:pt x="619622" y="432774"/>
                  <a:pt x="614199" y="432694"/>
                  <a:pt x="609975" y="429684"/>
                </a:cubicBezTo>
                <a:cubicBezTo>
                  <a:pt x="607680" y="428047"/>
                  <a:pt x="605266" y="426503"/>
                  <a:pt x="602743" y="425038"/>
                </a:cubicBezTo>
                <a:lnTo>
                  <a:pt x="602760" y="425011"/>
                </a:lnTo>
                <a:cubicBezTo>
                  <a:pt x="600620" y="423784"/>
                  <a:pt x="598408" y="422624"/>
                  <a:pt x="596105" y="421537"/>
                </a:cubicBezTo>
                <a:cubicBezTo>
                  <a:pt x="591157" y="419754"/>
                  <a:pt x="587610" y="415010"/>
                  <a:pt x="587610" y="409441"/>
                </a:cubicBezTo>
                <a:lnTo>
                  <a:pt x="587610" y="393986"/>
                </a:lnTo>
                <a:cubicBezTo>
                  <a:pt x="587610" y="392459"/>
                  <a:pt x="586987" y="391070"/>
                  <a:pt x="585972" y="390064"/>
                </a:cubicBezTo>
                <a:cubicBezTo>
                  <a:pt x="584957" y="389057"/>
                  <a:pt x="583577" y="388435"/>
                  <a:pt x="582050" y="388435"/>
                </a:cubicBezTo>
                <a:lnTo>
                  <a:pt x="534079" y="388435"/>
                </a:lnTo>
                <a:cubicBezTo>
                  <a:pt x="532562" y="388435"/>
                  <a:pt x="531171" y="389057"/>
                  <a:pt x="530165" y="390064"/>
                </a:cubicBezTo>
                <a:cubicBezTo>
                  <a:pt x="529150" y="391079"/>
                  <a:pt x="528528" y="392459"/>
                  <a:pt x="528528" y="393986"/>
                </a:cubicBezTo>
                <a:lnTo>
                  <a:pt x="528528" y="409295"/>
                </a:lnTo>
                <a:cubicBezTo>
                  <a:pt x="528582" y="414224"/>
                  <a:pt x="525774" y="418969"/>
                  <a:pt x="520994" y="421145"/>
                </a:cubicBezTo>
                <a:cubicBezTo>
                  <a:pt x="518051" y="422481"/>
                  <a:pt x="515500" y="423779"/>
                  <a:pt x="513332" y="425023"/>
                </a:cubicBezTo>
                <a:cubicBezTo>
                  <a:pt x="511100" y="426312"/>
                  <a:pt x="508826" y="427767"/>
                  <a:pt x="506501" y="429402"/>
                </a:cubicBezTo>
                <a:cubicBezTo>
                  <a:pt x="502507" y="432456"/>
                  <a:pt x="496898" y="432986"/>
                  <a:pt x="492282" y="430306"/>
                </a:cubicBezTo>
                <a:lnTo>
                  <a:pt x="478914" y="422588"/>
                </a:lnTo>
                <a:lnTo>
                  <a:pt x="478914" y="422561"/>
                </a:lnTo>
                <a:cubicBezTo>
                  <a:pt x="477626" y="421821"/>
                  <a:pt x="476099" y="421684"/>
                  <a:pt x="474691" y="422059"/>
                </a:cubicBezTo>
                <a:cubicBezTo>
                  <a:pt x="473301" y="422433"/>
                  <a:pt x="472056" y="423330"/>
                  <a:pt x="471288" y="424654"/>
                </a:cubicBezTo>
                <a:lnTo>
                  <a:pt x="471271" y="424654"/>
                </a:lnTo>
                <a:cubicBezTo>
                  <a:pt x="471271" y="424654"/>
                  <a:pt x="447304" y="466150"/>
                  <a:pt x="447304" y="466150"/>
                </a:cubicBezTo>
                <a:cubicBezTo>
                  <a:pt x="446545" y="467457"/>
                  <a:pt x="446408" y="468993"/>
                  <a:pt x="446782" y="470430"/>
                </a:cubicBezTo>
                <a:cubicBezTo>
                  <a:pt x="447149" y="471821"/>
                  <a:pt x="448045" y="473056"/>
                  <a:pt x="449369" y="473833"/>
                </a:cubicBezTo>
                <a:close/>
                <a:moveTo>
                  <a:pt x="149910" y="499862"/>
                </a:moveTo>
                <a:cubicBezTo>
                  <a:pt x="149891" y="500722"/>
                  <a:pt x="149882" y="501600"/>
                  <a:pt x="149882" y="502469"/>
                </a:cubicBezTo>
                <a:cubicBezTo>
                  <a:pt x="149882" y="503356"/>
                  <a:pt x="149882" y="504226"/>
                  <a:pt x="149910" y="505104"/>
                </a:cubicBezTo>
                <a:lnTo>
                  <a:pt x="143352" y="508890"/>
                </a:lnTo>
                <a:cubicBezTo>
                  <a:pt x="135890" y="513197"/>
                  <a:pt x="130880" y="520147"/>
                  <a:pt x="128814" y="527862"/>
                </a:cubicBezTo>
                <a:cubicBezTo>
                  <a:pt x="126749" y="535554"/>
                  <a:pt x="127636" y="544058"/>
                  <a:pt x="131943" y="551535"/>
                </a:cubicBezTo>
                <a:lnTo>
                  <a:pt x="155544" y="592409"/>
                </a:lnTo>
                <a:cubicBezTo>
                  <a:pt x="155672" y="592647"/>
                  <a:pt x="155800" y="592885"/>
                  <a:pt x="155928" y="593132"/>
                </a:cubicBezTo>
                <a:cubicBezTo>
                  <a:pt x="160235" y="600594"/>
                  <a:pt x="167185" y="605604"/>
                  <a:pt x="174900" y="607670"/>
                </a:cubicBezTo>
                <a:cubicBezTo>
                  <a:pt x="182297" y="609655"/>
                  <a:pt x="190426" y="608914"/>
                  <a:pt x="197685" y="605026"/>
                </a:cubicBezTo>
                <a:cubicBezTo>
                  <a:pt x="197996" y="604881"/>
                  <a:pt x="198308" y="604717"/>
                  <a:pt x="198626" y="604541"/>
                </a:cubicBezTo>
                <a:lnTo>
                  <a:pt x="205163" y="600755"/>
                </a:lnTo>
                <a:lnTo>
                  <a:pt x="206690" y="601669"/>
                </a:lnTo>
                <a:cubicBezTo>
                  <a:pt x="206919" y="601823"/>
                  <a:pt x="207148" y="601961"/>
                  <a:pt x="207383" y="602097"/>
                </a:cubicBezTo>
                <a:cubicBezTo>
                  <a:pt x="208142" y="602547"/>
                  <a:pt x="208920" y="602976"/>
                  <a:pt x="209696" y="603404"/>
                </a:cubicBezTo>
                <a:lnTo>
                  <a:pt x="209696" y="610947"/>
                </a:lnTo>
                <a:lnTo>
                  <a:pt x="209652" y="610947"/>
                </a:lnTo>
                <a:cubicBezTo>
                  <a:pt x="209652" y="619570"/>
                  <a:pt x="213164" y="627386"/>
                  <a:pt x="218823" y="633047"/>
                </a:cubicBezTo>
                <a:cubicBezTo>
                  <a:pt x="224483" y="638709"/>
                  <a:pt x="232309" y="642219"/>
                  <a:pt x="240933" y="642219"/>
                </a:cubicBezTo>
                <a:lnTo>
                  <a:pt x="288903" y="642219"/>
                </a:lnTo>
                <a:cubicBezTo>
                  <a:pt x="297526" y="642219"/>
                  <a:pt x="305342" y="638706"/>
                  <a:pt x="311004" y="633047"/>
                </a:cubicBezTo>
                <a:cubicBezTo>
                  <a:pt x="316665" y="627386"/>
                  <a:pt x="320165" y="619570"/>
                  <a:pt x="320165" y="610947"/>
                </a:cubicBezTo>
                <a:lnTo>
                  <a:pt x="320121" y="610947"/>
                </a:lnTo>
                <a:lnTo>
                  <a:pt x="320121" y="603404"/>
                </a:lnTo>
                <a:cubicBezTo>
                  <a:pt x="320870" y="602984"/>
                  <a:pt x="321629" y="602553"/>
                  <a:pt x="322407" y="602106"/>
                </a:cubicBezTo>
                <a:cubicBezTo>
                  <a:pt x="323165" y="601669"/>
                  <a:pt x="323934" y="601219"/>
                  <a:pt x="324675" y="600770"/>
                </a:cubicBezTo>
                <a:lnTo>
                  <a:pt x="331202" y="604538"/>
                </a:lnTo>
                <a:lnTo>
                  <a:pt x="331202" y="604520"/>
                </a:lnTo>
                <a:lnTo>
                  <a:pt x="331256" y="604538"/>
                </a:lnTo>
                <a:cubicBezTo>
                  <a:pt x="338727" y="608854"/>
                  <a:pt x="347231" y="609732"/>
                  <a:pt x="354920" y="607667"/>
                </a:cubicBezTo>
                <a:cubicBezTo>
                  <a:pt x="362308" y="605681"/>
                  <a:pt x="368984" y="601020"/>
                  <a:pt x="373318" y="594079"/>
                </a:cubicBezTo>
                <a:lnTo>
                  <a:pt x="373491" y="593822"/>
                </a:lnTo>
                <a:lnTo>
                  <a:pt x="373473" y="593822"/>
                </a:lnTo>
                <a:cubicBezTo>
                  <a:pt x="373473" y="593822"/>
                  <a:pt x="373883" y="593129"/>
                  <a:pt x="373883" y="593129"/>
                </a:cubicBezTo>
                <a:lnTo>
                  <a:pt x="373866" y="593111"/>
                </a:lnTo>
                <a:lnTo>
                  <a:pt x="397869" y="551525"/>
                </a:lnTo>
                <a:cubicBezTo>
                  <a:pt x="402185" y="544055"/>
                  <a:pt x="403063" y="535541"/>
                  <a:pt x="400998" y="527853"/>
                </a:cubicBezTo>
                <a:cubicBezTo>
                  <a:pt x="399021" y="520475"/>
                  <a:pt x="394321" y="513798"/>
                  <a:pt x="387335" y="509437"/>
                </a:cubicBezTo>
                <a:cubicBezTo>
                  <a:pt x="387052" y="509235"/>
                  <a:pt x="386757" y="509053"/>
                  <a:pt x="386456" y="508881"/>
                </a:cubicBezTo>
                <a:lnTo>
                  <a:pt x="379899" y="505094"/>
                </a:lnTo>
                <a:cubicBezTo>
                  <a:pt x="379917" y="504226"/>
                  <a:pt x="379917" y="503347"/>
                  <a:pt x="379917" y="502478"/>
                </a:cubicBezTo>
                <a:cubicBezTo>
                  <a:pt x="379917" y="501600"/>
                  <a:pt x="379917" y="500722"/>
                  <a:pt x="379890" y="499853"/>
                </a:cubicBezTo>
                <a:lnTo>
                  <a:pt x="386448" y="496066"/>
                </a:lnTo>
                <a:lnTo>
                  <a:pt x="386430" y="496049"/>
                </a:lnTo>
                <a:cubicBezTo>
                  <a:pt x="393910" y="491714"/>
                  <a:pt x="398920" y="484783"/>
                  <a:pt x="400988" y="477094"/>
                </a:cubicBezTo>
                <a:cubicBezTo>
                  <a:pt x="403054" y="469402"/>
                  <a:pt x="402176" y="460898"/>
                  <a:pt x="397860" y="453430"/>
                </a:cubicBezTo>
                <a:lnTo>
                  <a:pt x="374077" y="412217"/>
                </a:lnTo>
                <a:cubicBezTo>
                  <a:pt x="373922" y="411943"/>
                  <a:pt x="373767" y="411669"/>
                  <a:pt x="373592" y="411404"/>
                </a:cubicBezTo>
                <a:cubicBezTo>
                  <a:pt x="369249" y="404162"/>
                  <a:pt x="362444" y="399308"/>
                  <a:pt x="354910" y="397287"/>
                </a:cubicBezTo>
                <a:cubicBezTo>
                  <a:pt x="347514" y="395301"/>
                  <a:pt x="339376" y="396033"/>
                  <a:pt x="332116" y="399929"/>
                </a:cubicBezTo>
                <a:cubicBezTo>
                  <a:pt x="331807" y="400076"/>
                  <a:pt x="331503" y="400239"/>
                  <a:pt x="331193" y="400415"/>
                </a:cubicBezTo>
                <a:lnTo>
                  <a:pt x="324657" y="404192"/>
                </a:lnTo>
                <a:lnTo>
                  <a:pt x="323130" y="403287"/>
                </a:lnTo>
                <a:cubicBezTo>
                  <a:pt x="322900" y="403132"/>
                  <a:pt x="322671" y="402986"/>
                  <a:pt x="322436" y="402849"/>
                </a:cubicBezTo>
                <a:cubicBezTo>
                  <a:pt x="321677" y="402412"/>
                  <a:pt x="320900" y="401981"/>
                  <a:pt x="320114" y="401552"/>
                </a:cubicBezTo>
                <a:lnTo>
                  <a:pt x="320114" y="394018"/>
                </a:lnTo>
                <a:lnTo>
                  <a:pt x="320159" y="394018"/>
                </a:lnTo>
                <a:cubicBezTo>
                  <a:pt x="320159" y="385396"/>
                  <a:pt x="316647" y="377567"/>
                  <a:pt x="310998" y="371908"/>
                </a:cubicBezTo>
                <a:cubicBezTo>
                  <a:pt x="305336" y="366247"/>
                  <a:pt x="297519" y="362747"/>
                  <a:pt x="288896" y="362747"/>
                </a:cubicBezTo>
                <a:lnTo>
                  <a:pt x="240927" y="362747"/>
                </a:lnTo>
                <a:cubicBezTo>
                  <a:pt x="232304" y="362747"/>
                  <a:pt x="224474" y="366259"/>
                  <a:pt x="218816" y="371908"/>
                </a:cubicBezTo>
                <a:cubicBezTo>
                  <a:pt x="213155" y="377578"/>
                  <a:pt x="209645" y="385395"/>
                  <a:pt x="209645" y="394018"/>
                </a:cubicBezTo>
                <a:lnTo>
                  <a:pt x="209645" y="401581"/>
                </a:lnTo>
                <a:cubicBezTo>
                  <a:pt x="208913" y="401992"/>
                  <a:pt x="208172" y="402415"/>
                  <a:pt x="207404" y="402844"/>
                </a:cubicBezTo>
                <a:cubicBezTo>
                  <a:pt x="206645" y="403293"/>
                  <a:pt x="205877" y="403731"/>
                  <a:pt x="205135" y="404189"/>
                </a:cubicBezTo>
                <a:lnTo>
                  <a:pt x="198608" y="400421"/>
                </a:lnTo>
                <a:lnTo>
                  <a:pt x="198608" y="400447"/>
                </a:lnTo>
                <a:lnTo>
                  <a:pt x="198555" y="400421"/>
                </a:lnTo>
                <a:cubicBezTo>
                  <a:pt x="191093" y="396105"/>
                  <a:pt x="182580" y="395226"/>
                  <a:pt x="174891" y="397292"/>
                </a:cubicBezTo>
                <a:cubicBezTo>
                  <a:pt x="167503" y="399269"/>
                  <a:pt x="160827" y="403948"/>
                  <a:pt x="156502" y="410871"/>
                </a:cubicBezTo>
                <a:lnTo>
                  <a:pt x="156319" y="411127"/>
                </a:lnTo>
                <a:lnTo>
                  <a:pt x="156319" y="411145"/>
                </a:lnTo>
                <a:cubicBezTo>
                  <a:pt x="156319" y="411145"/>
                  <a:pt x="155918" y="411829"/>
                  <a:pt x="155918" y="411829"/>
                </a:cubicBezTo>
                <a:lnTo>
                  <a:pt x="155945" y="411829"/>
                </a:lnTo>
                <a:lnTo>
                  <a:pt x="131932" y="453427"/>
                </a:lnTo>
                <a:cubicBezTo>
                  <a:pt x="127616" y="460898"/>
                  <a:pt x="126739" y="469402"/>
                  <a:pt x="128804" y="477091"/>
                </a:cubicBezTo>
                <a:cubicBezTo>
                  <a:pt x="130870" y="484818"/>
                  <a:pt x="135892" y="491756"/>
                  <a:pt x="143342" y="496063"/>
                </a:cubicBezTo>
                <a:lnTo>
                  <a:pt x="149899" y="499850"/>
                </a:lnTo>
                <a:close/>
                <a:moveTo>
                  <a:pt x="156220" y="473874"/>
                </a:moveTo>
                <a:lnTo>
                  <a:pt x="169578" y="481592"/>
                </a:lnTo>
                <a:cubicBezTo>
                  <a:pt x="173766" y="484033"/>
                  <a:pt x="176400" y="488751"/>
                  <a:pt x="175915" y="493900"/>
                </a:cubicBezTo>
                <a:cubicBezTo>
                  <a:pt x="175642" y="496808"/>
                  <a:pt x="175504" y="499668"/>
                  <a:pt x="175504" y="502466"/>
                </a:cubicBezTo>
                <a:cubicBezTo>
                  <a:pt x="175504" y="505083"/>
                  <a:pt x="175632" y="507744"/>
                  <a:pt x="175879" y="510441"/>
                </a:cubicBezTo>
                <a:cubicBezTo>
                  <a:pt x="176594" y="515471"/>
                  <a:pt x="174269" y="520662"/>
                  <a:pt x="169608" y="523362"/>
                </a:cubicBezTo>
                <a:lnTo>
                  <a:pt x="156231" y="531089"/>
                </a:lnTo>
                <a:cubicBezTo>
                  <a:pt x="154906" y="531848"/>
                  <a:pt x="154019" y="533102"/>
                  <a:pt x="153636" y="534492"/>
                </a:cubicBezTo>
                <a:cubicBezTo>
                  <a:pt x="153260" y="535917"/>
                  <a:pt x="153397" y="537454"/>
                  <a:pt x="154156" y="538772"/>
                </a:cubicBezTo>
                <a:lnTo>
                  <a:pt x="177731" y="579610"/>
                </a:lnTo>
                <a:cubicBezTo>
                  <a:pt x="177877" y="579831"/>
                  <a:pt x="178005" y="580048"/>
                  <a:pt x="178142" y="580268"/>
                </a:cubicBezTo>
                <a:cubicBezTo>
                  <a:pt x="178901" y="581584"/>
                  <a:pt x="180154" y="582480"/>
                  <a:pt x="181544" y="582855"/>
                </a:cubicBezTo>
                <a:cubicBezTo>
                  <a:pt x="182833" y="583194"/>
                  <a:pt x="184205" y="583119"/>
                  <a:pt x="185440" y="582533"/>
                </a:cubicBezTo>
                <a:lnTo>
                  <a:pt x="185771" y="582340"/>
                </a:lnTo>
                <a:lnTo>
                  <a:pt x="199148" y="574613"/>
                </a:lnTo>
                <a:cubicBezTo>
                  <a:pt x="203362" y="572181"/>
                  <a:pt x="208795" y="572252"/>
                  <a:pt x="213009" y="575262"/>
                </a:cubicBezTo>
                <a:cubicBezTo>
                  <a:pt x="215242" y="576833"/>
                  <a:pt x="217427" y="578271"/>
                  <a:pt x="219575" y="579542"/>
                </a:cubicBezTo>
                <a:cubicBezTo>
                  <a:pt x="219805" y="579652"/>
                  <a:pt x="220025" y="579780"/>
                  <a:pt x="220242" y="579899"/>
                </a:cubicBezTo>
                <a:cubicBezTo>
                  <a:pt x="222811" y="581381"/>
                  <a:pt x="225344" y="582697"/>
                  <a:pt x="227842" y="583831"/>
                </a:cubicBezTo>
                <a:cubicBezTo>
                  <a:pt x="232259" y="585852"/>
                  <a:pt x="235331" y="590314"/>
                  <a:pt x="235331" y="595491"/>
                </a:cubicBezTo>
                <a:lnTo>
                  <a:pt x="235331" y="610945"/>
                </a:lnTo>
                <a:lnTo>
                  <a:pt x="235375" y="610945"/>
                </a:lnTo>
                <a:cubicBezTo>
                  <a:pt x="235375" y="612463"/>
                  <a:pt x="236006" y="613862"/>
                  <a:pt x="237021" y="614867"/>
                </a:cubicBezTo>
                <a:cubicBezTo>
                  <a:pt x="238036" y="615873"/>
                  <a:pt x="239417" y="616505"/>
                  <a:pt x="240944" y="616505"/>
                </a:cubicBezTo>
                <a:lnTo>
                  <a:pt x="288914" y="616505"/>
                </a:lnTo>
                <a:cubicBezTo>
                  <a:pt x="290432" y="616505"/>
                  <a:pt x="291822" y="615873"/>
                  <a:pt x="292829" y="614867"/>
                </a:cubicBezTo>
                <a:cubicBezTo>
                  <a:pt x="293835" y="613862"/>
                  <a:pt x="294466" y="612463"/>
                  <a:pt x="294466" y="610945"/>
                </a:cubicBezTo>
                <a:lnTo>
                  <a:pt x="294519" y="610945"/>
                </a:lnTo>
                <a:lnTo>
                  <a:pt x="294519" y="596634"/>
                </a:lnTo>
                <a:cubicBezTo>
                  <a:pt x="294043" y="591347"/>
                  <a:pt x="296906" y="586100"/>
                  <a:pt x="302009" y="583787"/>
                </a:cubicBezTo>
                <a:cubicBezTo>
                  <a:pt x="304952" y="582441"/>
                  <a:pt x="307512" y="581153"/>
                  <a:pt x="309670" y="579899"/>
                </a:cubicBezTo>
                <a:cubicBezTo>
                  <a:pt x="311902" y="578619"/>
                  <a:pt x="314168" y="577155"/>
                  <a:pt x="316493" y="575521"/>
                </a:cubicBezTo>
                <a:cubicBezTo>
                  <a:pt x="320498" y="572467"/>
                  <a:pt x="326095" y="571928"/>
                  <a:pt x="330721" y="574616"/>
                </a:cubicBezTo>
                <a:lnTo>
                  <a:pt x="343303" y="581876"/>
                </a:lnTo>
                <a:cubicBezTo>
                  <a:pt x="343752" y="582096"/>
                  <a:pt x="344190" y="582352"/>
                  <a:pt x="344618" y="582626"/>
                </a:cubicBezTo>
                <a:cubicBezTo>
                  <a:pt x="345797" y="583120"/>
                  <a:pt x="347098" y="583174"/>
                  <a:pt x="348312" y="582855"/>
                </a:cubicBezTo>
                <a:cubicBezTo>
                  <a:pt x="349547" y="582524"/>
                  <a:pt x="350673" y="581778"/>
                  <a:pt x="351440" y="580679"/>
                </a:cubicBezTo>
                <a:cubicBezTo>
                  <a:pt x="351643" y="580304"/>
                  <a:pt x="351860" y="579920"/>
                  <a:pt x="352107" y="579563"/>
                </a:cubicBezTo>
                <a:lnTo>
                  <a:pt x="352125" y="579581"/>
                </a:lnTo>
                <a:lnTo>
                  <a:pt x="375691" y="538781"/>
                </a:lnTo>
                <a:cubicBezTo>
                  <a:pt x="376450" y="537466"/>
                  <a:pt x="376587" y="535930"/>
                  <a:pt x="376212" y="534501"/>
                </a:cubicBezTo>
                <a:cubicBezTo>
                  <a:pt x="375863" y="533221"/>
                  <a:pt x="375104" y="532078"/>
                  <a:pt x="374018" y="531328"/>
                </a:cubicBezTo>
                <a:lnTo>
                  <a:pt x="373616" y="531098"/>
                </a:lnTo>
                <a:lnTo>
                  <a:pt x="360257" y="523380"/>
                </a:lnTo>
                <a:cubicBezTo>
                  <a:pt x="356060" y="520939"/>
                  <a:pt x="353435" y="516222"/>
                  <a:pt x="353911" y="511072"/>
                </a:cubicBezTo>
                <a:cubicBezTo>
                  <a:pt x="354194" y="508165"/>
                  <a:pt x="354322" y="505304"/>
                  <a:pt x="354322" y="502494"/>
                </a:cubicBezTo>
                <a:cubicBezTo>
                  <a:pt x="354322" y="499886"/>
                  <a:pt x="354194" y="497216"/>
                  <a:pt x="353956" y="494529"/>
                </a:cubicBezTo>
                <a:cubicBezTo>
                  <a:pt x="353233" y="489498"/>
                  <a:pt x="355566" y="484307"/>
                  <a:pt x="360228" y="481607"/>
                </a:cubicBezTo>
                <a:lnTo>
                  <a:pt x="373613" y="473880"/>
                </a:lnTo>
                <a:lnTo>
                  <a:pt x="373631" y="473897"/>
                </a:lnTo>
                <a:lnTo>
                  <a:pt x="373667" y="473880"/>
                </a:lnTo>
                <a:cubicBezTo>
                  <a:pt x="374956" y="473138"/>
                  <a:pt x="375825" y="471886"/>
                  <a:pt x="376208" y="470478"/>
                </a:cubicBezTo>
                <a:cubicBezTo>
                  <a:pt x="376584" y="469043"/>
                  <a:pt x="376447" y="467507"/>
                  <a:pt x="375688" y="466197"/>
                </a:cubicBezTo>
                <a:lnTo>
                  <a:pt x="351702" y="424648"/>
                </a:lnTo>
                <a:cubicBezTo>
                  <a:pt x="350961" y="423359"/>
                  <a:pt x="349708" y="422481"/>
                  <a:pt x="348300" y="422106"/>
                </a:cubicBezTo>
                <a:cubicBezTo>
                  <a:pt x="347012" y="421767"/>
                  <a:pt x="345630" y="421841"/>
                  <a:pt x="344412" y="422427"/>
                </a:cubicBezTo>
                <a:lnTo>
                  <a:pt x="344073" y="422630"/>
                </a:lnTo>
                <a:lnTo>
                  <a:pt x="330696" y="430357"/>
                </a:lnTo>
                <a:cubicBezTo>
                  <a:pt x="326473" y="432789"/>
                  <a:pt x="321059" y="432709"/>
                  <a:pt x="316835" y="429699"/>
                </a:cubicBezTo>
                <a:cubicBezTo>
                  <a:pt x="314614" y="428119"/>
                  <a:pt x="312417" y="426681"/>
                  <a:pt x="310269" y="425419"/>
                </a:cubicBezTo>
                <a:cubicBezTo>
                  <a:pt x="310048" y="425300"/>
                  <a:pt x="309819" y="425190"/>
                  <a:pt x="309602" y="425053"/>
                </a:cubicBezTo>
                <a:cubicBezTo>
                  <a:pt x="307033" y="423570"/>
                  <a:pt x="304491" y="422255"/>
                  <a:pt x="302002" y="421121"/>
                </a:cubicBezTo>
                <a:cubicBezTo>
                  <a:pt x="297585" y="419100"/>
                  <a:pt x="294514" y="414638"/>
                  <a:pt x="294514" y="409470"/>
                </a:cubicBezTo>
                <a:lnTo>
                  <a:pt x="294514" y="394016"/>
                </a:lnTo>
                <a:lnTo>
                  <a:pt x="294460" y="394016"/>
                </a:lnTo>
                <a:cubicBezTo>
                  <a:pt x="294460" y="392490"/>
                  <a:pt x="293838" y="391099"/>
                  <a:pt x="292823" y="390093"/>
                </a:cubicBezTo>
                <a:cubicBezTo>
                  <a:pt x="291808" y="389088"/>
                  <a:pt x="290427" y="388465"/>
                  <a:pt x="288909" y="388465"/>
                </a:cubicBezTo>
                <a:lnTo>
                  <a:pt x="240939" y="388465"/>
                </a:lnTo>
                <a:cubicBezTo>
                  <a:pt x="239412" y="388465"/>
                  <a:pt x="238022" y="389088"/>
                  <a:pt x="237015" y="390093"/>
                </a:cubicBezTo>
                <a:cubicBezTo>
                  <a:pt x="236009" y="391108"/>
                  <a:pt x="235379" y="392490"/>
                  <a:pt x="235379" y="394016"/>
                </a:cubicBezTo>
                <a:lnTo>
                  <a:pt x="235379" y="409325"/>
                </a:lnTo>
                <a:cubicBezTo>
                  <a:pt x="235432" y="414254"/>
                  <a:pt x="232625" y="418998"/>
                  <a:pt x="227836" y="421175"/>
                </a:cubicBezTo>
                <a:cubicBezTo>
                  <a:pt x="224901" y="422511"/>
                  <a:pt x="222341" y="423809"/>
                  <a:pt x="220174" y="425053"/>
                </a:cubicBezTo>
                <a:cubicBezTo>
                  <a:pt x="217953" y="426343"/>
                  <a:pt x="215667" y="427798"/>
                  <a:pt x="213351" y="429432"/>
                </a:cubicBezTo>
                <a:cubicBezTo>
                  <a:pt x="209346" y="432486"/>
                  <a:pt x="203749" y="433015"/>
                  <a:pt x="199123" y="430337"/>
                </a:cubicBezTo>
                <a:lnTo>
                  <a:pt x="186541" y="423068"/>
                </a:lnTo>
                <a:cubicBezTo>
                  <a:pt x="186092" y="422848"/>
                  <a:pt x="185654" y="422600"/>
                  <a:pt x="185226" y="422327"/>
                </a:cubicBezTo>
                <a:cubicBezTo>
                  <a:pt x="184056" y="421824"/>
                  <a:pt x="182746" y="421771"/>
                  <a:pt x="181532" y="422089"/>
                </a:cubicBezTo>
                <a:cubicBezTo>
                  <a:pt x="180297" y="422428"/>
                  <a:pt x="179171" y="423166"/>
                  <a:pt x="178404" y="424265"/>
                </a:cubicBezTo>
                <a:cubicBezTo>
                  <a:pt x="178201" y="424649"/>
                  <a:pt x="177975" y="425023"/>
                  <a:pt x="177737" y="425390"/>
                </a:cubicBezTo>
                <a:lnTo>
                  <a:pt x="177710" y="425372"/>
                </a:lnTo>
                <a:lnTo>
                  <a:pt x="154144" y="466181"/>
                </a:lnTo>
                <a:cubicBezTo>
                  <a:pt x="153385" y="467497"/>
                  <a:pt x="153249" y="469024"/>
                  <a:pt x="153624" y="470461"/>
                </a:cubicBezTo>
                <a:cubicBezTo>
                  <a:pt x="153998" y="471851"/>
                  <a:pt x="154895" y="473087"/>
                  <a:pt x="156219" y="473863"/>
                </a:cubicBezTo>
                <a:close/>
                <a:moveTo>
                  <a:pt x="302798" y="220897"/>
                </a:moveTo>
                <a:lnTo>
                  <a:pt x="316166" y="228616"/>
                </a:lnTo>
                <a:cubicBezTo>
                  <a:pt x="320362" y="231056"/>
                  <a:pt x="322988" y="235775"/>
                  <a:pt x="322512" y="240924"/>
                </a:cubicBezTo>
                <a:cubicBezTo>
                  <a:pt x="322229" y="243831"/>
                  <a:pt x="322092" y="246692"/>
                  <a:pt x="322101" y="249502"/>
                </a:cubicBezTo>
                <a:cubicBezTo>
                  <a:pt x="322101" y="252119"/>
                  <a:pt x="322229" y="254780"/>
                  <a:pt x="322467" y="257467"/>
                </a:cubicBezTo>
                <a:cubicBezTo>
                  <a:pt x="323190" y="262498"/>
                  <a:pt x="320866" y="267701"/>
                  <a:pt x="316195" y="270389"/>
                </a:cubicBezTo>
                <a:lnTo>
                  <a:pt x="302819" y="278124"/>
                </a:lnTo>
                <a:cubicBezTo>
                  <a:pt x="301493" y="278892"/>
                  <a:pt x="300606" y="280128"/>
                  <a:pt x="300232" y="281518"/>
                </a:cubicBezTo>
                <a:cubicBezTo>
                  <a:pt x="299848" y="282943"/>
                  <a:pt x="299994" y="284488"/>
                  <a:pt x="300744" y="285807"/>
                </a:cubicBezTo>
                <a:lnTo>
                  <a:pt x="324318" y="326645"/>
                </a:lnTo>
                <a:cubicBezTo>
                  <a:pt x="324456" y="326866"/>
                  <a:pt x="324592" y="327083"/>
                  <a:pt x="324729" y="327303"/>
                </a:cubicBezTo>
                <a:cubicBezTo>
                  <a:pt x="325488" y="328619"/>
                  <a:pt x="326742" y="329515"/>
                  <a:pt x="328131" y="329890"/>
                </a:cubicBezTo>
                <a:cubicBezTo>
                  <a:pt x="329420" y="330229"/>
                  <a:pt x="330792" y="330154"/>
                  <a:pt x="332019" y="329569"/>
                </a:cubicBezTo>
                <a:lnTo>
                  <a:pt x="332358" y="329366"/>
                </a:lnTo>
                <a:lnTo>
                  <a:pt x="345735" y="321638"/>
                </a:lnTo>
                <a:cubicBezTo>
                  <a:pt x="349950" y="319207"/>
                  <a:pt x="355382" y="319287"/>
                  <a:pt x="359597" y="322297"/>
                </a:cubicBezTo>
                <a:cubicBezTo>
                  <a:pt x="361892" y="323934"/>
                  <a:pt x="364306" y="325478"/>
                  <a:pt x="366830" y="326943"/>
                </a:cubicBezTo>
                <a:lnTo>
                  <a:pt x="366830" y="326961"/>
                </a:lnTo>
                <a:cubicBezTo>
                  <a:pt x="368952" y="328187"/>
                  <a:pt x="371172" y="329348"/>
                  <a:pt x="373467" y="330434"/>
                </a:cubicBezTo>
                <a:cubicBezTo>
                  <a:pt x="378423" y="332217"/>
                  <a:pt x="381962" y="336962"/>
                  <a:pt x="381962" y="342531"/>
                </a:cubicBezTo>
                <a:lnTo>
                  <a:pt x="381962" y="357977"/>
                </a:lnTo>
                <a:cubicBezTo>
                  <a:pt x="381962" y="359504"/>
                  <a:pt x="382593" y="360894"/>
                  <a:pt x="383599" y="361900"/>
                </a:cubicBezTo>
                <a:cubicBezTo>
                  <a:pt x="384614" y="362906"/>
                  <a:pt x="385995" y="363537"/>
                  <a:pt x="387513" y="363537"/>
                </a:cubicBezTo>
                <a:lnTo>
                  <a:pt x="435484" y="363537"/>
                </a:lnTo>
                <a:cubicBezTo>
                  <a:pt x="437011" y="363537"/>
                  <a:pt x="438400" y="362906"/>
                  <a:pt x="439406" y="361900"/>
                </a:cubicBezTo>
                <a:cubicBezTo>
                  <a:pt x="440413" y="360894"/>
                  <a:pt x="441044" y="359504"/>
                  <a:pt x="441044" y="357977"/>
                </a:cubicBezTo>
                <a:lnTo>
                  <a:pt x="441044" y="342680"/>
                </a:lnTo>
                <a:cubicBezTo>
                  <a:pt x="440999" y="337742"/>
                  <a:pt x="443797" y="332998"/>
                  <a:pt x="448586" y="330822"/>
                </a:cubicBezTo>
                <a:cubicBezTo>
                  <a:pt x="451531" y="329485"/>
                  <a:pt x="454081" y="328188"/>
                  <a:pt x="456248" y="326943"/>
                </a:cubicBezTo>
                <a:cubicBezTo>
                  <a:pt x="458481" y="325655"/>
                  <a:pt x="460746" y="324199"/>
                  <a:pt x="463070" y="322565"/>
                </a:cubicBezTo>
                <a:cubicBezTo>
                  <a:pt x="467077" y="319512"/>
                  <a:pt x="472673" y="318981"/>
                  <a:pt x="477298" y="321660"/>
                </a:cubicBezTo>
                <a:lnTo>
                  <a:pt x="490666" y="329379"/>
                </a:lnTo>
                <a:lnTo>
                  <a:pt x="490666" y="329405"/>
                </a:lnTo>
                <a:cubicBezTo>
                  <a:pt x="491955" y="330147"/>
                  <a:pt x="493482" y="330283"/>
                  <a:pt x="494890" y="329908"/>
                </a:cubicBezTo>
                <a:cubicBezTo>
                  <a:pt x="496280" y="329543"/>
                  <a:pt x="497516" y="328637"/>
                  <a:pt x="498292" y="327322"/>
                </a:cubicBezTo>
                <a:lnTo>
                  <a:pt x="498319" y="327322"/>
                </a:lnTo>
                <a:cubicBezTo>
                  <a:pt x="498319" y="327322"/>
                  <a:pt x="522286" y="285826"/>
                  <a:pt x="522286" y="285826"/>
                </a:cubicBezTo>
                <a:cubicBezTo>
                  <a:pt x="523045" y="284510"/>
                  <a:pt x="523182" y="282975"/>
                  <a:pt x="522798" y="281537"/>
                </a:cubicBezTo>
                <a:cubicBezTo>
                  <a:pt x="522432" y="280147"/>
                  <a:pt x="521536" y="278902"/>
                  <a:pt x="520212" y="278143"/>
                </a:cubicBezTo>
                <a:lnTo>
                  <a:pt x="506844" y="270425"/>
                </a:lnTo>
                <a:cubicBezTo>
                  <a:pt x="502647" y="267984"/>
                  <a:pt x="500013" y="263266"/>
                  <a:pt x="500506" y="258117"/>
                </a:cubicBezTo>
                <a:cubicBezTo>
                  <a:pt x="500781" y="255209"/>
                  <a:pt x="500917" y="252348"/>
                  <a:pt x="500917" y="249551"/>
                </a:cubicBezTo>
                <a:cubicBezTo>
                  <a:pt x="500917" y="246934"/>
                  <a:pt x="500789" y="244273"/>
                  <a:pt x="500551" y="241586"/>
                </a:cubicBezTo>
                <a:cubicBezTo>
                  <a:pt x="499828" y="236546"/>
                  <a:pt x="502152" y="231352"/>
                  <a:pt x="506823" y="228655"/>
                </a:cubicBezTo>
                <a:lnTo>
                  <a:pt x="520200" y="220928"/>
                </a:lnTo>
                <a:cubicBezTo>
                  <a:pt x="521525" y="220169"/>
                  <a:pt x="522412" y="218925"/>
                  <a:pt x="522787" y="217526"/>
                </a:cubicBezTo>
                <a:cubicBezTo>
                  <a:pt x="523171" y="216109"/>
                  <a:pt x="523024" y="214564"/>
                  <a:pt x="522275" y="213245"/>
                </a:cubicBezTo>
                <a:lnTo>
                  <a:pt x="498691" y="172407"/>
                </a:lnTo>
                <a:cubicBezTo>
                  <a:pt x="498546" y="172187"/>
                  <a:pt x="498409" y="171969"/>
                  <a:pt x="498290" y="171748"/>
                </a:cubicBezTo>
                <a:cubicBezTo>
                  <a:pt x="497522" y="170433"/>
                  <a:pt x="496277" y="169537"/>
                  <a:pt x="494888" y="169162"/>
                </a:cubicBezTo>
                <a:cubicBezTo>
                  <a:pt x="493488" y="168787"/>
                  <a:pt x="491961" y="168924"/>
                  <a:pt x="490664" y="169683"/>
                </a:cubicBezTo>
                <a:lnTo>
                  <a:pt x="477278" y="177411"/>
                </a:lnTo>
                <a:cubicBezTo>
                  <a:pt x="473064" y="179852"/>
                  <a:pt x="467641" y="179771"/>
                  <a:pt x="463417" y="176762"/>
                </a:cubicBezTo>
                <a:cubicBezTo>
                  <a:pt x="461131" y="175133"/>
                  <a:pt x="458708" y="173579"/>
                  <a:pt x="456192" y="172115"/>
                </a:cubicBezTo>
                <a:lnTo>
                  <a:pt x="456211" y="172097"/>
                </a:lnTo>
                <a:cubicBezTo>
                  <a:pt x="454061" y="170871"/>
                  <a:pt x="451850" y="169710"/>
                  <a:pt x="449555" y="168623"/>
                </a:cubicBezTo>
                <a:cubicBezTo>
                  <a:pt x="444599" y="166840"/>
                  <a:pt x="441051" y="162096"/>
                  <a:pt x="441051" y="156527"/>
                </a:cubicBezTo>
                <a:lnTo>
                  <a:pt x="441051" y="141073"/>
                </a:lnTo>
                <a:cubicBezTo>
                  <a:pt x="441051" y="139555"/>
                  <a:pt x="440429" y="138165"/>
                  <a:pt x="439414" y="137159"/>
                </a:cubicBezTo>
                <a:cubicBezTo>
                  <a:pt x="438408" y="136152"/>
                  <a:pt x="437017" y="135512"/>
                  <a:pt x="435491" y="135512"/>
                </a:cubicBezTo>
                <a:lnTo>
                  <a:pt x="387521" y="135512"/>
                </a:lnTo>
                <a:cubicBezTo>
                  <a:pt x="386002" y="135512"/>
                  <a:pt x="384612" y="136143"/>
                  <a:pt x="383607" y="137159"/>
                </a:cubicBezTo>
                <a:cubicBezTo>
                  <a:pt x="382601" y="138165"/>
                  <a:pt x="381969" y="139555"/>
                  <a:pt x="381969" y="141073"/>
                </a:cubicBezTo>
                <a:lnTo>
                  <a:pt x="381969" y="156381"/>
                </a:lnTo>
                <a:cubicBezTo>
                  <a:pt x="382023" y="161320"/>
                  <a:pt x="379225" y="166064"/>
                  <a:pt x="374436" y="168239"/>
                </a:cubicBezTo>
                <a:cubicBezTo>
                  <a:pt x="371492" y="169576"/>
                  <a:pt x="368941" y="170874"/>
                  <a:pt x="366774" y="172118"/>
                </a:cubicBezTo>
                <a:cubicBezTo>
                  <a:pt x="364541" y="173398"/>
                  <a:pt x="362268" y="174863"/>
                  <a:pt x="359943" y="176496"/>
                </a:cubicBezTo>
                <a:cubicBezTo>
                  <a:pt x="355948" y="179560"/>
                  <a:pt x="350340" y="180089"/>
                  <a:pt x="345724" y="177410"/>
                </a:cubicBezTo>
                <a:lnTo>
                  <a:pt x="332356" y="169692"/>
                </a:lnTo>
                <a:lnTo>
                  <a:pt x="332356" y="169674"/>
                </a:lnTo>
                <a:cubicBezTo>
                  <a:pt x="331058" y="168933"/>
                  <a:pt x="329540" y="168796"/>
                  <a:pt x="328132" y="169171"/>
                </a:cubicBezTo>
                <a:cubicBezTo>
                  <a:pt x="326724" y="169546"/>
                  <a:pt x="325471" y="170424"/>
                  <a:pt x="324730" y="171704"/>
                </a:cubicBezTo>
                <a:lnTo>
                  <a:pt x="300744" y="213254"/>
                </a:lnTo>
                <a:cubicBezTo>
                  <a:pt x="299985" y="214570"/>
                  <a:pt x="299848" y="216105"/>
                  <a:pt x="300232" y="217534"/>
                </a:cubicBezTo>
                <a:cubicBezTo>
                  <a:pt x="300563" y="218814"/>
                  <a:pt x="301322" y="219957"/>
                  <a:pt x="302418" y="220716"/>
                </a:cubicBezTo>
                <a:lnTo>
                  <a:pt x="302819" y="220936"/>
                </a:lnTo>
                <a:close/>
              </a:path>
            </a:pathLst>
          </a:custGeom>
          <a:solidFill>
            <a:schemeClr val="bg1"/>
          </a:solidFill>
          <a:ln w="762" cap="flat">
            <a:noFill/>
            <a:prstDash val="solid"/>
            <a:miter/>
          </a:ln>
        </p:spPr>
        <p:txBody>
          <a:bodyPr rtlCol="0" anchor="ctr"/>
          <a:lstStyle/>
          <a:p>
            <a:endParaRPr lang="en-GB"/>
          </a:p>
        </p:txBody>
      </p:sp>
      <p:grpSp>
        <p:nvGrpSpPr>
          <p:cNvPr id="33" name="Group 32">
            <a:extLst>
              <a:ext uri="{FF2B5EF4-FFF2-40B4-BE49-F238E27FC236}">
                <a16:creationId xmlns:a16="http://schemas.microsoft.com/office/drawing/2014/main" id="{50A64EC5-1716-B09A-C14F-897512781A3E}"/>
              </a:ext>
            </a:extLst>
          </p:cNvPr>
          <p:cNvGrpSpPr>
            <a:grpSpLocks noChangeAspect="1"/>
          </p:cNvGrpSpPr>
          <p:nvPr/>
        </p:nvGrpSpPr>
        <p:grpSpPr>
          <a:xfrm>
            <a:off x="8542444" y="4222947"/>
            <a:ext cx="412211" cy="480913"/>
            <a:chOff x="10645776" y="334963"/>
            <a:chExt cx="1228725" cy="1433513"/>
          </a:xfrm>
          <a:solidFill>
            <a:schemeClr val="bg1"/>
          </a:solidFill>
        </p:grpSpPr>
        <p:sp>
          <p:nvSpPr>
            <p:cNvPr id="34" name="Freeform 20">
              <a:extLst>
                <a:ext uri="{FF2B5EF4-FFF2-40B4-BE49-F238E27FC236}">
                  <a16:creationId xmlns:a16="http://schemas.microsoft.com/office/drawing/2014/main" id="{246023EE-A86D-2479-6247-D4F6D330462C}"/>
                </a:ext>
              </a:extLst>
            </p:cNvPr>
            <p:cNvSpPr>
              <a:spLocks noEditPoints="1"/>
            </p:cNvSpPr>
            <p:nvPr/>
          </p:nvSpPr>
          <p:spPr bwMode="auto">
            <a:xfrm>
              <a:off x="10645776" y="334963"/>
              <a:ext cx="1228725" cy="1433513"/>
            </a:xfrm>
            <a:custGeom>
              <a:avLst/>
              <a:gdLst>
                <a:gd name="T0" fmla="*/ 838 w 2963"/>
                <a:gd name="T1" fmla="*/ 153 h 3465"/>
                <a:gd name="T2" fmla="*/ 277 w 2963"/>
                <a:gd name="T3" fmla="*/ 259 h 3465"/>
                <a:gd name="T4" fmla="*/ 0 w 2963"/>
                <a:gd name="T5" fmla="*/ 1299 h 3465"/>
                <a:gd name="T6" fmla="*/ 195 w 2963"/>
                <a:gd name="T7" fmla="*/ 3419 h 3465"/>
                <a:gd name="T8" fmla="*/ 2341 w 2963"/>
                <a:gd name="T9" fmla="*/ 3456 h 3465"/>
                <a:gd name="T10" fmla="*/ 2673 w 2963"/>
                <a:gd name="T11" fmla="*/ 3146 h 3465"/>
                <a:gd name="T12" fmla="*/ 2837 w 2963"/>
                <a:gd name="T13" fmla="*/ 2817 h 3465"/>
                <a:gd name="T14" fmla="*/ 2878 w 2963"/>
                <a:gd name="T15" fmla="*/ 2614 h 3465"/>
                <a:gd name="T16" fmla="*/ 2937 w 2963"/>
                <a:gd name="T17" fmla="*/ 2344 h 3465"/>
                <a:gd name="T18" fmla="*/ 2890 w 2963"/>
                <a:gd name="T19" fmla="*/ 2183 h 3465"/>
                <a:gd name="T20" fmla="*/ 2681 w 2963"/>
                <a:gd name="T21" fmla="*/ 1283 h 3465"/>
                <a:gd name="T22" fmla="*/ 2389 w 2963"/>
                <a:gd name="T23" fmla="*/ 258 h 3465"/>
                <a:gd name="T24" fmla="*/ 1790 w 2963"/>
                <a:gd name="T25" fmla="*/ 151 h 3465"/>
                <a:gd name="T26" fmla="*/ 1380 w 2963"/>
                <a:gd name="T27" fmla="*/ 0 h 3465"/>
                <a:gd name="T28" fmla="*/ 1614 w 2963"/>
                <a:gd name="T29" fmla="*/ 229 h 3465"/>
                <a:gd name="T30" fmla="*/ 1336 w 2963"/>
                <a:gd name="T31" fmla="*/ 548 h 3465"/>
                <a:gd name="T32" fmla="*/ 1134 w 2963"/>
                <a:gd name="T33" fmla="*/ 162 h 3465"/>
                <a:gd name="T34" fmla="*/ 731 w 2963"/>
                <a:gd name="T35" fmla="*/ 445 h 3465"/>
                <a:gd name="T36" fmla="*/ 441 w 2963"/>
                <a:gd name="T37" fmla="*/ 3026 h 3465"/>
                <a:gd name="T38" fmla="*/ 2449 w 2963"/>
                <a:gd name="T39" fmla="*/ 3183 h 3465"/>
                <a:gd name="T40" fmla="*/ 2545 w 2963"/>
                <a:gd name="T41" fmla="*/ 2984 h 3465"/>
                <a:gd name="T42" fmla="*/ 2586 w 2963"/>
                <a:gd name="T43" fmla="*/ 3165 h 3465"/>
                <a:gd name="T44" fmla="*/ 223 w 2963"/>
                <a:gd name="T45" fmla="*/ 3343 h 3465"/>
                <a:gd name="T46" fmla="*/ 143 w 2963"/>
                <a:gd name="T47" fmla="*/ 432 h 3465"/>
                <a:gd name="T48" fmla="*/ 2448 w 2963"/>
                <a:gd name="T49" fmla="*/ 356 h 3465"/>
                <a:gd name="T50" fmla="*/ 2575 w 2963"/>
                <a:gd name="T51" fmla="*/ 2015 h 3465"/>
                <a:gd name="T52" fmla="*/ 2400 w 2963"/>
                <a:gd name="T53" fmla="*/ 480 h 3465"/>
                <a:gd name="T54" fmla="*/ 2390 w 2963"/>
                <a:gd name="T55" fmla="*/ 340 h 3465"/>
                <a:gd name="T56" fmla="*/ 2251 w 2963"/>
                <a:gd name="T57" fmla="*/ 532 h 3465"/>
                <a:gd name="T58" fmla="*/ 2353 w 2963"/>
                <a:gd name="T59" fmla="*/ 1951 h 3465"/>
                <a:gd name="T60" fmla="*/ 2218 w 2963"/>
                <a:gd name="T61" fmla="*/ 2053 h 3465"/>
                <a:gd name="T62" fmla="*/ 523 w 2963"/>
                <a:gd name="T63" fmla="*/ 2198 h 3465"/>
                <a:gd name="T64" fmla="*/ 2015 w 2963"/>
                <a:gd name="T65" fmla="*/ 2256 h 3465"/>
                <a:gd name="T66" fmla="*/ 1915 w 2963"/>
                <a:gd name="T67" fmla="*/ 2390 h 3465"/>
                <a:gd name="T68" fmla="*/ 894 w 2963"/>
                <a:gd name="T69" fmla="*/ 2489 h 3465"/>
                <a:gd name="T70" fmla="*/ 1954 w 2963"/>
                <a:gd name="T71" fmla="*/ 2607 h 3465"/>
                <a:gd name="T72" fmla="*/ 1523 w 2963"/>
                <a:gd name="T73" fmla="*/ 2698 h 3465"/>
                <a:gd name="T74" fmla="*/ 2176 w 2963"/>
                <a:gd name="T75" fmla="*/ 2911 h 3465"/>
                <a:gd name="T76" fmla="*/ 2316 w 2963"/>
                <a:gd name="T77" fmla="*/ 2982 h 3465"/>
                <a:gd name="T78" fmla="*/ 2396 w 2963"/>
                <a:gd name="T79" fmla="*/ 3120 h 3465"/>
                <a:gd name="T80" fmla="*/ 717 w 2963"/>
                <a:gd name="T81" fmla="*/ 2943 h 3465"/>
                <a:gd name="T82" fmla="*/ 436 w 2963"/>
                <a:gd name="T83" fmla="*/ 2715 h 3465"/>
                <a:gd name="T84" fmla="*/ 424 w 2963"/>
                <a:gd name="T85" fmla="*/ 532 h 3465"/>
                <a:gd name="T86" fmla="*/ 2605 w 2963"/>
                <a:gd name="T87" fmla="*/ 2150 h 3465"/>
                <a:gd name="T88" fmla="*/ 2775 w 2963"/>
                <a:gd name="T89" fmla="*/ 2188 h 3465"/>
                <a:gd name="T90" fmla="*/ 2791 w 2963"/>
                <a:gd name="T91" fmla="*/ 2374 h 3465"/>
                <a:gd name="T92" fmla="*/ 2878 w 2963"/>
                <a:gd name="T93" fmla="*/ 2513 h 3465"/>
                <a:gd name="T94" fmla="*/ 2756 w 2963"/>
                <a:gd name="T95" fmla="*/ 2670 h 3465"/>
                <a:gd name="T96" fmla="*/ 2702 w 2963"/>
                <a:gd name="T97" fmla="*/ 2819 h 3465"/>
                <a:gd name="T98" fmla="*/ 2508 w 2963"/>
                <a:gd name="T99" fmla="*/ 2856 h 3465"/>
                <a:gd name="T100" fmla="*/ 2368 w 2963"/>
                <a:gd name="T101" fmla="*/ 2876 h 3465"/>
                <a:gd name="T102" fmla="*/ 2210 w 2963"/>
                <a:gd name="T103" fmla="*/ 2796 h 3465"/>
                <a:gd name="T104" fmla="*/ 2093 w 2963"/>
                <a:gd name="T105" fmla="*/ 2724 h 3465"/>
                <a:gd name="T106" fmla="*/ 2045 w 2963"/>
                <a:gd name="T107" fmla="*/ 2543 h 3465"/>
                <a:gd name="T108" fmla="*/ 2015 w 2963"/>
                <a:gd name="T109" fmla="*/ 2408 h 3465"/>
                <a:gd name="T110" fmla="*/ 2112 w 2963"/>
                <a:gd name="T111" fmla="*/ 2251 h 3465"/>
                <a:gd name="T112" fmla="*/ 2190 w 2963"/>
                <a:gd name="T113" fmla="*/ 2130 h 3465"/>
                <a:gd name="T114" fmla="*/ 2361 w 2963"/>
                <a:gd name="T115" fmla="*/ 2070 h 3465"/>
                <a:gd name="T116" fmla="*/ 2501 w 2963"/>
                <a:gd name="T117" fmla="*/ 2065 h 3465"/>
                <a:gd name="T118" fmla="*/ 345 w 2963"/>
                <a:gd name="T119" fmla="*/ 2798 h 3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963" h="3465">
                  <a:moveTo>
                    <a:pt x="1185" y="23"/>
                  </a:moveTo>
                  <a:lnTo>
                    <a:pt x="1160" y="36"/>
                  </a:lnTo>
                  <a:lnTo>
                    <a:pt x="1106" y="76"/>
                  </a:lnTo>
                  <a:lnTo>
                    <a:pt x="1085" y="96"/>
                  </a:lnTo>
                  <a:lnTo>
                    <a:pt x="1069" y="113"/>
                  </a:lnTo>
                  <a:lnTo>
                    <a:pt x="1042" y="134"/>
                  </a:lnTo>
                  <a:lnTo>
                    <a:pt x="1003" y="145"/>
                  </a:lnTo>
                  <a:lnTo>
                    <a:pt x="939" y="150"/>
                  </a:lnTo>
                  <a:lnTo>
                    <a:pt x="890" y="151"/>
                  </a:lnTo>
                  <a:lnTo>
                    <a:pt x="838" y="153"/>
                  </a:lnTo>
                  <a:lnTo>
                    <a:pt x="775" y="157"/>
                  </a:lnTo>
                  <a:lnTo>
                    <a:pt x="751" y="164"/>
                  </a:lnTo>
                  <a:lnTo>
                    <a:pt x="742" y="171"/>
                  </a:lnTo>
                  <a:lnTo>
                    <a:pt x="736" y="186"/>
                  </a:lnTo>
                  <a:lnTo>
                    <a:pt x="735" y="201"/>
                  </a:lnTo>
                  <a:lnTo>
                    <a:pt x="730" y="248"/>
                  </a:lnTo>
                  <a:lnTo>
                    <a:pt x="505" y="248"/>
                  </a:lnTo>
                  <a:lnTo>
                    <a:pt x="436" y="248"/>
                  </a:lnTo>
                  <a:lnTo>
                    <a:pt x="340" y="251"/>
                  </a:lnTo>
                  <a:lnTo>
                    <a:pt x="277" y="259"/>
                  </a:lnTo>
                  <a:lnTo>
                    <a:pt x="229" y="274"/>
                  </a:lnTo>
                  <a:lnTo>
                    <a:pt x="205" y="285"/>
                  </a:lnTo>
                  <a:lnTo>
                    <a:pt x="172" y="301"/>
                  </a:lnTo>
                  <a:lnTo>
                    <a:pt x="113" y="350"/>
                  </a:lnTo>
                  <a:lnTo>
                    <a:pt x="62" y="411"/>
                  </a:lnTo>
                  <a:lnTo>
                    <a:pt x="26" y="480"/>
                  </a:lnTo>
                  <a:lnTo>
                    <a:pt x="15" y="516"/>
                  </a:lnTo>
                  <a:lnTo>
                    <a:pt x="11" y="546"/>
                  </a:lnTo>
                  <a:lnTo>
                    <a:pt x="4" y="738"/>
                  </a:lnTo>
                  <a:lnTo>
                    <a:pt x="0" y="1299"/>
                  </a:lnTo>
                  <a:lnTo>
                    <a:pt x="1" y="1893"/>
                  </a:lnTo>
                  <a:lnTo>
                    <a:pt x="5" y="2651"/>
                  </a:lnTo>
                  <a:lnTo>
                    <a:pt x="14" y="3125"/>
                  </a:lnTo>
                  <a:lnTo>
                    <a:pt x="23" y="3217"/>
                  </a:lnTo>
                  <a:lnTo>
                    <a:pt x="30" y="3247"/>
                  </a:lnTo>
                  <a:lnTo>
                    <a:pt x="35" y="3256"/>
                  </a:lnTo>
                  <a:lnTo>
                    <a:pt x="51" y="3284"/>
                  </a:lnTo>
                  <a:lnTo>
                    <a:pt x="92" y="3336"/>
                  </a:lnTo>
                  <a:lnTo>
                    <a:pt x="141" y="3382"/>
                  </a:lnTo>
                  <a:lnTo>
                    <a:pt x="195" y="3419"/>
                  </a:lnTo>
                  <a:lnTo>
                    <a:pt x="223" y="3433"/>
                  </a:lnTo>
                  <a:lnTo>
                    <a:pt x="235" y="3438"/>
                  </a:lnTo>
                  <a:lnTo>
                    <a:pt x="264" y="3447"/>
                  </a:lnTo>
                  <a:lnTo>
                    <a:pt x="339" y="3456"/>
                  </a:lnTo>
                  <a:lnTo>
                    <a:pt x="562" y="3462"/>
                  </a:lnTo>
                  <a:lnTo>
                    <a:pt x="999" y="3465"/>
                  </a:lnTo>
                  <a:lnTo>
                    <a:pt x="1340" y="3465"/>
                  </a:lnTo>
                  <a:lnTo>
                    <a:pt x="1680" y="3465"/>
                  </a:lnTo>
                  <a:lnTo>
                    <a:pt x="2118" y="3462"/>
                  </a:lnTo>
                  <a:lnTo>
                    <a:pt x="2341" y="3456"/>
                  </a:lnTo>
                  <a:lnTo>
                    <a:pt x="2415" y="3447"/>
                  </a:lnTo>
                  <a:lnTo>
                    <a:pt x="2445" y="3438"/>
                  </a:lnTo>
                  <a:lnTo>
                    <a:pt x="2456" y="3433"/>
                  </a:lnTo>
                  <a:lnTo>
                    <a:pt x="2484" y="3419"/>
                  </a:lnTo>
                  <a:lnTo>
                    <a:pt x="2534" y="3388"/>
                  </a:lnTo>
                  <a:lnTo>
                    <a:pt x="2576" y="3351"/>
                  </a:lnTo>
                  <a:lnTo>
                    <a:pt x="2611" y="3309"/>
                  </a:lnTo>
                  <a:lnTo>
                    <a:pt x="2639" y="3261"/>
                  </a:lnTo>
                  <a:lnTo>
                    <a:pt x="2660" y="3207"/>
                  </a:lnTo>
                  <a:lnTo>
                    <a:pt x="2673" y="3146"/>
                  </a:lnTo>
                  <a:lnTo>
                    <a:pt x="2680" y="3079"/>
                  </a:lnTo>
                  <a:lnTo>
                    <a:pt x="2681" y="3043"/>
                  </a:lnTo>
                  <a:lnTo>
                    <a:pt x="2682" y="2971"/>
                  </a:lnTo>
                  <a:lnTo>
                    <a:pt x="2690" y="2925"/>
                  </a:lnTo>
                  <a:lnTo>
                    <a:pt x="2702" y="2915"/>
                  </a:lnTo>
                  <a:lnTo>
                    <a:pt x="2711" y="2915"/>
                  </a:lnTo>
                  <a:lnTo>
                    <a:pt x="2718" y="2914"/>
                  </a:lnTo>
                  <a:lnTo>
                    <a:pt x="2739" y="2903"/>
                  </a:lnTo>
                  <a:lnTo>
                    <a:pt x="2780" y="2872"/>
                  </a:lnTo>
                  <a:lnTo>
                    <a:pt x="2837" y="2817"/>
                  </a:lnTo>
                  <a:lnTo>
                    <a:pt x="2869" y="2778"/>
                  </a:lnTo>
                  <a:lnTo>
                    <a:pt x="2880" y="2758"/>
                  </a:lnTo>
                  <a:lnTo>
                    <a:pt x="2881" y="2751"/>
                  </a:lnTo>
                  <a:lnTo>
                    <a:pt x="2880" y="2741"/>
                  </a:lnTo>
                  <a:lnTo>
                    <a:pt x="2866" y="2706"/>
                  </a:lnTo>
                  <a:lnTo>
                    <a:pt x="2855" y="2688"/>
                  </a:lnTo>
                  <a:lnTo>
                    <a:pt x="2844" y="2672"/>
                  </a:lnTo>
                  <a:lnTo>
                    <a:pt x="2836" y="2647"/>
                  </a:lnTo>
                  <a:lnTo>
                    <a:pt x="2846" y="2630"/>
                  </a:lnTo>
                  <a:lnTo>
                    <a:pt x="2878" y="2614"/>
                  </a:lnTo>
                  <a:lnTo>
                    <a:pt x="2903" y="2605"/>
                  </a:lnTo>
                  <a:lnTo>
                    <a:pt x="2921" y="2599"/>
                  </a:lnTo>
                  <a:lnTo>
                    <a:pt x="2943" y="2586"/>
                  </a:lnTo>
                  <a:lnTo>
                    <a:pt x="2955" y="2562"/>
                  </a:lnTo>
                  <a:lnTo>
                    <a:pt x="2960" y="2518"/>
                  </a:lnTo>
                  <a:lnTo>
                    <a:pt x="2961" y="2483"/>
                  </a:lnTo>
                  <a:lnTo>
                    <a:pt x="2963" y="2444"/>
                  </a:lnTo>
                  <a:lnTo>
                    <a:pt x="2958" y="2386"/>
                  </a:lnTo>
                  <a:lnTo>
                    <a:pt x="2947" y="2357"/>
                  </a:lnTo>
                  <a:lnTo>
                    <a:pt x="2937" y="2344"/>
                  </a:lnTo>
                  <a:lnTo>
                    <a:pt x="2924" y="2336"/>
                  </a:lnTo>
                  <a:lnTo>
                    <a:pt x="2907" y="2332"/>
                  </a:lnTo>
                  <a:lnTo>
                    <a:pt x="2898" y="2331"/>
                  </a:lnTo>
                  <a:lnTo>
                    <a:pt x="2879" y="2330"/>
                  </a:lnTo>
                  <a:lnTo>
                    <a:pt x="2858" y="2320"/>
                  </a:lnTo>
                  <a:lnTo>
                    <a:pt x="2849" y="2310"/>
                  </a:lnTo>
                  <a:lnTo>
                    <a:pt x="2843" y="2291"/>
                  </a:lnTo>
                  <a:lnTo>
                    <a:pt x="2849" y="2255"/>
                  </a:lnTo>
                  <a:lnTo>
                    <a:pt x="2860" y="2235"/>
                  </a:lnTo>
                  <a:lnTo>
                    <a:pt x="2890" y="2183"/>
                  </a:lnTo>
                  <a:lnTo>
                    <a:pt x="2806" y="2098"/>
                  </a:lnTo>
                  <a:lnTo>
                    <a:pt x="2772" y="2065"/>
                  </a:lnTo>
                  <a:lnTo>
                    <a:pt x="2729" y="2032"/>
                  </a:lnTo>
                  <a:lnTo>
                    <a:pt x="2708" y="2022"/>
                  </a:lnTo>
                  <a:lnTo>
                    <a:pt x="2703" y="2023"/>
                  </a:lnTo>
                  <a:lnTo>
                    <a:pt x="2700" y="2023"/>
                  </a:lnTo>
                  <a:lnTo>
                    <a:pt x="2695" y="2009"/>
                  </a:lnTo>
                  <a:lnTo>
                    <a:pt x="2689" y="1953"/>
                  </a:lnTo>
                  <a:lnTo>
                    <a:pt x="2682" y="1674"/>
                  </a:lnTo>
                  <a:lnTo>
                    <a:pt x="2681" y="1283"/>
                  </a:lnTo>
                  <a:lnTo>
                    <a:pt x="2681" y="538"/>
                  </a:lnTo>
                  <a:lnTo>
                    <a:pt x="2636" y="446"/>
                  </a:lnTo>
                  <a:lnTo>
                    <a:pt x="2625" y="425"/>
                  </a:lnTo>
                  <a:lnTo>
                    <a:pt x="2598" y="385"/>
                  </a:lnTo>
                  <a:lnTo>
                    <a:pt x="2568" y="350"/>
                  </a:lnTo>
                  <a:lnTo>
                    <a:pt x="2535" y="319"/>
                  </a:lnTo>
                  <a:lnTo>
                    <a:pt x="2518" y="306"/>
                  </a:lnTo>
                  <a:lnTo>
                    <a:pt x="2493" y="289"/>
                  </a:lnTo>
                  <a:lnTo>
                    <a:pt x="2450" y="268"/>
                  </a:lnTo>
                  <a:lnTo>
                    <a:pt x="2389" y="258"/>
                  </a:lnTo>
                  <a:lnTo>
                    <a:pt x="2282" y="253"/>
                  </a:lnTo>
                  <a:lnTo>
                    <a:pt x="2198" y="251"/>
                  </a:lnTo>
                  <a:lnTo>
                    <a:pt x="1950" y="246"/>
                  </a:lnTo>
                  <a:lnTo>
                    <a:pt x="1945" y="201"/>
                  </a:lnTo>
                  <a:lnTo>
                    <a:pt x="1943" y="186"/>
                  </a:lnTo>
                  <a:lnTo>
                    <a:pt x="1937" y="171"/>
                  </a:lnTo>
                  <a:lnTo>
                    <a:pt x="1928" y="164"/>
                  </a:lnTo>
                  <a:lnTo>
                    <a:pt x="1904" y="157"/>
                  </a:lnTo>
                  <a:lnTo>
                    <a:pt x="1841" y="153"/>
                  </a:lnTo>
                  <a:lnTo>
                    <a:pt x="1790" y="151"/>
                  </a:lnTo>
                  <a:lnTo>
                    <a:pt x="1741" y="150"/>
                  </a:lnTo>
                  <a:lnTo>
                    <a:pt x="1676" y="145"/>
                  </a:lnTo>
                  <a:lnTo>
                    <a:pt x="1638" y="134"/>
                  </a:lnTo>
                  <a:lnTo>
                    <a:pt x="1610" y="113"/>
                  </a:lnTo>
                  <a:lnTo>
                    <a:pt x="1595" y="96"/>
                  </a:lnTo>
                  <a:lnTo>
                    <a:pt x="1573" y="76"/>
                  </a:lnTo>
                  <a:lnTo>
                    <a:pt x="1516" y="36"/>
                  </a:lnTo>
                  <a:lnTo>
                    <a:pt x="1490" y="23"/>
                  </a:lnTo>
                  <a:lnTo>
                    <a:pt x="1459" y="12"/>
                  </a:lnTo>
                  <a:lnTo>
                    <a:pt x="1380" y="0"/>
                  </a:lnTo>
                  <a:lnTo>
                    <a:pt x="1293" y="0"/>
                  </a:lnTo>
                  <a:lnTo>
                    <a:pt x="1214" y="12"/>
                  </a:lnTo>
                  <a:lnTo>
                    <a:pt x="1185" y="23"/>
                  </a:lnTo>
                  <a:close/>
                  <a:moveTo>
                    <a:pt x="1483" y="106"/>
                  </a:moveTo>
                  <a:lnTo>
                    <a:pt x="1504" y="120"/>
                  </a:lnTo>
                  <a:lnTo>
                    <a:pt x="1544" y="161"/>
                  </a:lnTo>
                  <a:lnTo>
                    <a:pt x="1556" y="181"/>
                  </a:lnTo>
                  <a:lnTo>
                    <a:pt x="1565" y="199"/>
                  </a:lnTo>
                  <a:lnTo>
                    <a:pt x="1583" y="220"/>
                  </a:lnTo>
                  <a:lnTo>
                    <a:pt x="1614" y="229"/>
                  </a:lnTo>
                  <a:lnTo>
                    <a:pt x="1675" y="231"/>
                  </a:lnTo>
                  <a:lnTo>
                    <a:pt x="1723" y="231"/>
                  </a:lnTo>
                  <a:lnTo>
                    <a:pt x="1863" y="231"/>
                  </a:lnTo>
                  <a:lnTo>
                    <a:pt x="1868" y="383"/>
                  </a:lnTo>
                  <a:lnTo>
                    <a:pt x="1870" y="444"/>
                  </a:lnTo>
                  <a:lnTo>
                    <a:pt x="1869" y="530"/>
                  </a:lnTo>
                  <a:lnTo>
                    <a:pt x="1866" y="541"/>
                  </a:lnTo>
                  <a:lnTo>
                    <a:pt x="1834" y="544"/>
                  </a:lnTo>
                  <a:lnTo>
                    <a:pt x="1546" y="548"/>
                  </a:lnTo>
                  <a:lnTo>
                    <a:pt x="1336" y="548"/>
                  </a:lnTo>
                  <a:lnTo>
                    <a:pt x="815" y="548"/>
                  </a:lnTo>
                  <a:lnTo>
                    <a:pt x="815" y="390"/>
                  </a:lnTo>
                  <a:lnTo>
                    <a:pt x="815" y="231"/>
                  </a:lnTo>
                  <a:lnTo>
                    <a:pt x="956" y="231"/>
                  </a:lnTo>
                  <a:lnTo>
                    <a:pt x="1005" y="231"/>
                  </a:lnTo>
                  <a:lnTo>
                    <a:pt x="1065" y="229"/>
                  </a:lnTo>
                  <a:lnTo>
                    <a:pt x="1097" y="220"/>
                  </a:lnTo>
                  <a:lnTo>
                    <a:pt x="1114" y="199"/>
                  </a:lnTo>
                  <a:lnTo>
                    <a:pt x="1123" y="181"/>
                  </a:lnTo>
                  <a:lnTo>
                    <a:pt x="1134" y="162"/>
                  </a:lnTo>
                  <a:lnTo>
                    <a:pt x="1165" y="129"/>
                  </a:lnTo>
                  <a:lnTo>
                    <a:pt x="1204" y="103"/>
                  </a:lnTo>
                  <a:lnTo>
                    <a:pt x="1249" y="84"/>
                  </a:lnTo>
                  <a:lnTo>
                    <a:pt x="1299" y="74"/>
                  </a:lnTo>
                  <a:lnTo>
                    <a:pt x="1351" y="72"/>
                  </a:lnTo>
                  <a:lnTo>
                    <a:pt x="1405" y="78"/>
                  </a:lnTo>
                  <a:lnTo>
                    <a:pt x="1458" y="94"/>
                  </a:lnTo>
                  <a:lnTo>
                    <a:pt x="1483" y="106"/>
                  </a:lnTo>
                  <a:close/>
                  <a:moveTo>
                    <a:pt x="731" y="388"/>
                  </a:moveTo>
                  <a:lnTo>
                    <a:pt x="731" y="445"/>
                  </a:lnTo>
                  <a:lnTo>
                    <a:pt x="513" y="451"/>
                  </a:lnTo>
                  <a:lnTo>
                    <a:pt x="439" y="453"/>
                  </a:lnTo>
                  <a:lnTo>
                    <a:pt x="345" y="457"/>
                  </a:lnTo>
                  <a:lnTo>
                    <a:pt x="296" y="467"/>
                  </a:lnTo>
                  <a:lnTo>
                    <a:pt x="269" y="487"/>
                  </a:lnTo>
                  <a:lnTo>
                    <a:pt x="255" y="503"/>
                  </a:lnTo>
                  <a:lnTo>
                    <a:pt x="215" y="550"/>
                  </a:lnTo>
                  <a:lnTo>
                    <a:pt x="215" y="1670"/>
                  </a:lnTo>
                  <a:lnTo>
                    <a:pt x="215" y="2790"/>
                  </a:lnTo>
                  <a:lnTo>
                    <a:pt x="441" y="3026"/>
                  </a:lnTo>
                  <a:lnTo>
                    <a:pt x="668" y="3265"/>
                  </a:lnTo>
                  <a:lnTo>
                    <a:pt x="1503" y="3265"/>
                  </a:lnTo>
                  <a:lnTo>
                    <a:pt x="1781" y="3265"/>
                  </a:lnTo>
                  <a:lnTo>
                    <a:pt x="2133" y="3263"/>
                  </a:lnTo>
                  <a:lnTo>
                    <a:pt x="2306" y="3256"/>
                  </a:lnTo>
                  <a:lnTo>
                    <a:pt x="2362" y="3246"/>
                  </a:lnTo>
                  <a:lnTo>
                    <a:pt x="2385" y="3237"/>
                  </a:lnTo>
                  <a:lnTo>
                    <a:pt x="2395" y="3231"/>
                  </a:lnTo>
                  <a:lnTo>
                    <a:pt x="2416" y="3217"/>
                  </a:lnTo>
                  <a:lnTo>
                    <a:pt x="2449" y="3183"/>
                  </a:lnTo>
                  <a:lnTo>
                    <a:pt x="2470" y="3140"/>
                  </a:lnTo>
                  <a:lnTo>
                    <a:pt x="2481" y="3087"/>
                  </a:lnTo>
                  <a:lnTo>
                    <a:pt x="2481" y="3056"/>
                  </a:lnTo>
                  <a:lnTo>
                    <a:pt x="2482" y="3041"/>
                  </a:lnTo>
                  <a:lnTo>
                    <a:pt x="2485" y="3018"/>
                  </a:lnTo>
                  <a:lnTo>
                    <a:pt x="2493" y="3004"/>
                  </a:lnTo>
                  <a:lnTo>
                    <a:pt x="2509" y="2997"/>
                  </a:lnTo>
                  <a:lnTo>
                    <a:pt x="2520" y="2995"/>
                  </a:lnTo>
                  <a:lnTo>
                    <a:pt x="2529" y="2993"/>
                  </a:lnTo>
                  <a:lnTo>
                    <a:pt x="2545" y="2984"/>
                  </a:lnTo>
                  <a:lnTo>
                    <a:pt x="2559" y="2968"/>
                  </a:lnTo>
                  <a:lnTo>
                    <a:pt x="2571" y="2946"/>
                  </a:lnTo>
                  <a:lnTo>
                    <a:pt x="2576" y="2931"/>
                  </a:lnTo>
                  <a:lnTo>
                    <a:pt x="2583" y="2913"/>
                  </a:lnTo>
                  <a:lnTo>
                    <a:pt x="2589" y="2901"/>
                  </a:lnTo>
                  <a:lnTo>
                    <a:pt x="2592" y="2901"/>
                  </a:lnTo>
                  <a:lnTo>
                    <a:pt x="2596" y="2936"/>
                  </a:lnTo>
                  <a:lnTo>
                    <a:pt x="2596" y="3023"/>
                  </a:lnTo>
                  <a:lnTo>
                    <a:pt x="2596" y="3087"/>
                  </a:lnTo>
                  <a:lnTo>
                    <a:pt x="2586" y="3165"/>
                  </a:lnTo>
                  <a:lnTo>
                    <a:pt x="2574" y="3209"/>
                  </a:lnTo>
                  <a:lnTo>
                    <a:pt x="2558" y="3246"/>
                  </a:lnTo>
                  <a:lnTo>
                    <a:pt x="2536" y="3279"/>
                  </a:lnTo>
                  <a:lnTo>
                    <a:pt x="2509" y="3307"/>
                  </a:lnTo>
                  <a:lnTo>
                    <a:pt x="2475" y="3332"/>
                  </a:lnTo>
                  <a:lnTo>
                    <a:pt x="2456" y="3343"/>
                  </a:lnTo>
                  <a:lnTo>
                    <a:pt x="2390" y="3381"/>
                  </a:lnTo>
                  <a:lnTo>
                    <a:pt x="1340" y="3381"/>
                  </a:lnTo>
                  <a:lnTo>
                    <a:pt x="290" y="3381"/>
                  </a:lnTo>
                  <a:lnTo>
                    <a:pt x="223" y="3343"/>
                  </a:lnTo>
                  <a:lnTo>
                    <a:pt x="209" y="3335"/>
                  </a:lnTo>
                  <a:lnTo>
                    <a:pt x="179" y="3311"/>
                  </a:lnTo>
                  <a:lnTo>
                    <a:pt x="151" y="3283"/>
                  </a:lnTo>
                  <a:lnTo>
                    <a:pt x="128" y="3254"/>
                  </a:lnTo>
                  <a:lnTo>
                    <a:pt x="120" y="3240"/>
                  </a:lnTo>
                  <a:lnTo>
                    <a:pt x="81" y="3173"/>
                  </a:lnTo>
                  <a:lnTo>
                    <a:pt x="86" y="1840"/>
                  </a:lnTo>
                  <a:lnTo>
                    <a:pt x="90" y="506"/>
                  </a:lnTo>
                  <a:lnTo>
                    <a:pt x="130" y="451"/>
                  </a:lnTo>
                  <a:lnTo>
                    <a:pt x="143" y="432"/>
                  </a:lnTo>
                  <a:lnTo>
                    <a:pt x="170" y="400"/>
                  </a:lnTo>
                  <a:lnTo>
                    <a:pt x="198" y="376"/>
                  </a:lnTo>
                  <a:lnTo>
                    <a:pt x="229" y="358"/>
                  </a:lnTo>
                  <a:lnTo>
                    <a:pt x="268" y="346"/>
                  </a:lnTo>
                  <a:lnTo>
                    <a:pt x="317" y="338"/>
                  </a:lnTo>
                  <a:lnTo>
                    <a:pt x="413" y="332"/>
                  </a:lnTo>
                  <a:lnTo>
                    <a:pt x="503" y="331"/>
                  </a:lnTo>
                  <a:lnTo>
                    <a:pt x="731" y="331"/>
                  </a:lnTo>
                  <a:lnTo>
                    <a:pt x="731" y="388"/>
                  </a:lnTo>
                  <a:close/>
                  <a:moveTo>
                    <a:pt x="2448" y="356"/>
                  </a:moveTo>
                  <a:lnTo>
                    <a:pt x="2470" y="370"/>
                  </a:lnTo>
                  <a:lnTo>
                    <a:pt x="2522" y="417"/>
                  </a:lnTo>
                  <a:lnTo>
                    <a:pt x="2543" y="443"/>
                  </a:lnTo>
                  <a:lnTo>
                    <a:pt x="2590" y="503"/>
                  </a:lnTo>
                  <a:lnTo>
                    <a:pt x="2593" y="1288"/>
                  </a:lnTo>
                  <a:lnTo>
                    <a:pt x="2594" y="1711"/>
                  </a:lnTo>
                  <a:lnTo>
                    <a:pt x="2589" y="1983"/>
                  </a:lnTo>
                  <a:lnTo>
                    <a:pt x="2583" y="2022"/>
                  </a:lnTo>
                  <a:lnTo>
                    <a:pt x="2578" y="2022"/>
                  </a:lnTo>
                  <a:lnTo>
                    <a:pt x="2575" y="2015"/>
                  </a:lnTo>
                  <a:lnTo>
                    <a:pt x="2569" y="2001"/>
                  </a:lnTo>
                  <a:lnTo>
                    <a:pt x="2557" y="1978"/>
                  </a:lnTo>
                  <a:lnTo>
                    <a:pt x="2543" y="1962"/>
                  </a:lnTo>
                  <a:lnTo>
                    <a:pt x="2527" y="1953"/>
                  </a:lnTo>
                  <a:lnTo>
                    <a:pt x="2518" y="1951"/>
                  </a:lnTo>
                  <a:lnTo>
                    <a:pt x="2483" y="1946"/>
                  </a:lnTo>
                  <a:lnTo>
                    <a:pt x="2478" y="1246"/>
                  </a:lnTo>
                  <a:lnTo>
                    <a:pt x="2473" y="545"/>
                  </a:lnTo>
                  <a:lnTo>
                    <a:pt x="2418" y="496"/>
                  </a:lnTo>
                  <a:lnTo>
                    <a:pt x="2400" y="480"/>
                  </a:lnTo>
                  <a:lnTo>
                    <a:pt x="2367" y="459"/>
                  </a:lnTo>
                  <a:lnTo>
                    <a:pt x="2318" y="450"/>
                  </a:lnTo>
                  <a:lnTo>
                    <a:pt x="2227" y="448"/>
                  </a:lnTo>
                  <a:lnTo>
                    <a:pt x="2156" y="448"/>
                  </a:lnTo>
                  <a:lnTo>
                    <a:pt x="1948" y="448"/>
                  </a:lnTo>
                  <a:lnTo>
                    <a:pt x="1948" y="390"/>
                  </a:lnTo>
                  <a:lnTo>
                    <a:pt x="1948" y="331"/>
                  </a:lnTo>
                  <a:lnTo>
                    <a:pt x="2173" y="331"/>
                  </a:lnTo>
                  <a:lnTo>
                    <a:pt x="2287" y="332"/>
                  </a:lnTo>
                  <a:lnTo>
                    <a:pt x="2390" y="340"/>
                  </a:lnTo>
                  <a:lnTo>
                    <a:pt x="2433" y="350"/>
                  </a:lnTo>
                  <a:lnTo>
                    <a:pt x="2448" y="356"/>
                  </a:lnTo>
                  <a:close/>
                  <a:moveTo>
                    <a:pt x="731" y="573"/>
                  </a:moveTo>
                  <a:lnTo>
                    <a:pt x="731" y="615"/>
                  </a:lnTo>
                  <a:lnTo>
                    <a:pt x="1340" y="615"/>
                  </a:lnTo>
                  <a:lnTo>
                    <a:pt x="1948" y="615"/>
                  </a:lnTo>
                  <a:lnTo>
                    <a:pt x="1948" y="573"/>
                  </a:lnTo>
                  <a:lnTo>
                    <a:pt x="1948" y="531"/>
                  </a:lnTo>
                  <a:lnTo>
                    <a:pt x="2146" y="531"/>
                  </a:lnTo>
                  <a:lnTo>
                    <a:pt x="2251" y="532"/>
                  </a:lnTo>
                  <a:lnTo>
                    <a:pt x="2334" y="540"/>
                  </a:lnTo>
                  <a:lnTo>
                    <a:pt x="2363" y="550"/>
                  </a:lnTo>
                  <a:lnTo>
                    <a:pt x="2371" y="558"/>
                  </a:lnTo>
                  <a:lnTo>
                    <a:pt x="2376" y="563"/>
                  </a:lnTo>
                  <a:lnTo>
                    <a:pt x="2383" y="580"/>
                  </a:lnTo>
                  <a:lnTo>
                    <a:pt x="2390" y="630"/>
                  </a:lnTo>
                  <a:lnTo>
                    <a:pt x="2398" y="881"/>
                  </a:lnTo>
                  <a:lnTo>
                    <a:pt x="2398" y="1265"/>
                  </a:lnTo>
                  <a:lnTo>
                    <a:pt x="2398" y="1946"/>
                  </a:lnTo>
                  <a:lnTo>
                    <a:pt x="2353" y="1951"/>
                  </a:lnTo>
                  <a:lnTo>
                    <a:pt x="2340" y="1953"/>
                  </a:lnTo>
                  <a:lnTo>
                    <a:pt x="2321" y="1959"/>
                  </a:lnTo>
                  <a:lnTo>
                    <a:pt x="2309" y="1971"/>
                  </a:lnTo>
                  <a:lnTo>
                    <a:pt x="2303" y="1990"/>
                  </a:lnTo>
                  <a:lnTo>
                    <a:pt x="2301" y="2003"/>
                  </a:lnTo>
                  <a:lnTo>
                    <a:pt x="2298" y="2024"/>
                  </a:lnTo>
                  <a:lnTo>
                    <a:pt x="2286" y="2046"/>
                  </a:lnTo>
                  <a:lnTo>
                    <a:pt x="2275" y="2055"/>
                  </a:lnTo>
                  <a:lnTo>
                    <a:pt x="2255" y="2061"/>
                  </a:lnTo>
                  <a:lnTo>
                    <a:pt x="2218" y="2053"/>
                  </a:lnTo>
                  <a:lnTo>
                    <a:pt x="2196" y="2041"/>
                  </a:lnTo>
                  <a:lnTo>
                    <a:pt x="2148" y="2013"/>
                  </a:lnTo>
                  <a:lnTo>
                    <a:pt x="2068" y="2088"/>
                  </a:lnTo>
                  <a:lnTo>
                    <a:pt x="1986" y="2165"/>
                  </a:lnTo>
                  <a:lnTo>
                    <a:pt x="1255" y="2168"/>
                  </a:lnTo>
                  <a:lnTo>
                    <a:pt x="845" y="2172"/>
                  </a:lnTo>
                  <a:lnTo>
                    <a:pt x="583" y="2180"/>
                  </a:lnTo>
                  <a:lnTo>
                    <a:pt x="535" y="2188"/>
                  </a:lnTo>
                  <a:lnTo>
                    <a:pt x="524" y="2194"/>
                  </a:lnTo>
                  <a:lnTo>
                    <a:pt x="523" y="2198"/>
                  </a:lnTo>
                  <a:lnTo>
                    <a:pt x="524" y="2202"/>
                  </a:lnTo>
                  <a:lnTo>
                    <a:pt x="535" y="2208"/>
                  </a:lnTo>
                  <a:lnTo>
                    <a:pt x="583" y="2216"/>
                  </a:lnTo>
                  <a:lnTo>
                    <a:pt x="846" y="2224"/>
                  </a:lnTo>
                  <a:lnTo>
                    <a:pt x="1258" y="2228"/>
                  </a:lnTo>
                  <a:lnTo>
                    <a:pt x="1663" y="2231"/>
                  </a:lnTo>
                  <a:lnTo>
                    <a:pt x="1937" y="2239"/>
                  </a:lnTo>
                  <a:lnTo>
                    <a:pt x="1993" y="2246"/>
                  </a:lnTo>
                  <a:lnTo>
                    <a:pt x="2011" y="2252"/>
                  </a:lnTo>
                  <a:lnTo>
                    <a:pt x="2015" y="2256"/>
                  </a:lnTo>
                  <a:lnTo>
                    <a:pt x="2024" y="2270"/>
                  </a:lnTo>
                  <a:lnTo>
                    <a:pt x="2029" y="2295"/>
                  </a:lnTo>
                  <a:lnTo>
                    <a:pt x="2016" y="2316"/>
                  </a:lnTo>
                  <a:lnTo>
                    <a:pt x="1987" y="2331"/>
                  </a:lnTo>
                  <a:lnTo>
                    <a:pt x="1966" y="2336"/>
                  </a:lnTo>
                  <a:lnTo>
                    <a:pt x="1952" y="2340"/>
                  </a:lnTo>
                  <a:lnTo>
                    <a:pt x="1931" y="2348"/>
                  </a:lnTo>
                  <a:lnTo>
                    <a:pt x="1920" y="2360"/>
                  </a:lnTo>
                  <a:lnTo>
                    <a:pt x="1915" y="2378"/>
                  </a:lnTo>
                  <a:lnTo>
                    <a:pt x="1915" y="2390"/>
                  </a:lnTo>
                  <a:lnTo>
                    <a:pt x="1915" y="2431"/>
                  </a:lnTo>
                  <a:lnTo>
                    <a:pt x="1403" y="2435"/>
                  </a:lnTo>
                  <a:lnTo>
                    <a:pt x="1089" y="2438"/>
                  </a:lnTo>
                  <a:lnTo>
                    <a:pt x="936" y="2445"/>
                  </a:lnTo>
                  <a:lnTo>
                    <a:pt x="907" y="2450"/>
                  </a:lnTo>
                  <a:lnTo>
                    <a:pt x="894" y="2457"/>
                  </a:lnTo>
                  <a:lnTo>
                    <a:pt x="890" y="2467"/>
                  </a:lnTo>
                  <a:lnTo>
                    <a:pt x="890" y="2473"/>
                  </a:lnTo>
                  <a:lnTo>
                    <a:pt x="890" y="2479"/>
                  </a:lnTo>
                  <a:lnTo>
                    <a:pt x="894" y="2489"/>
                  </a:lnTo>
                  <a:lnTo>
                    <a:pt x="907" y="2496"/>
                  </a:lnTo>
                  <a:lnTo>
                    <a:pt x="936" y="2501"/>
                  </a:lnTo>
                  <a:lnTo>
                    <a:pt x="1089" y="2508"/>
                  </a:lnTo>
                  <a:lnTo>
                    <a:pt x="1403" y="2511"/>
                  </a:lnTo>
                  <a:lnTo>
                    <a:pt x="1915" y="2515"/>
                  </a:lnTo>
                  <a:lnTo>
                    <a:pt x="1915" y="2556"/>
                  </a:lnTo>
                  <a:lnTo>
                    <a:pt x="1915" y="2568"/>
                  </a:lnTo>
                  <a:lnTo>
                    <a:pt x="1920" y="2585"/>
                  </a:lnTo>
                  <a:lnTo>
                    <a:pt x="1933" y="2597"/>
                  </a:lnTo>
                  <a:lnTo>
                    <a:pt x="1954" y="2607"/>
                  </a:lnTo>
                  <a:lnTo>
                    <a:pt x="1970" y="2611"/>
                  </a:lnTo>
                  <a:lnTo>
                    <a:pt x="1995" y="2619"/>
                  </a:lnTo>
                  <a:lnTo>
                    <a:pt x="2016" y="2636"/>
                  </a:lnTo>
                  <a:lnTo>
                    <a:pt x="2022" y="2650"/>
                  </a:lnTo>
                  <a:lnTo>
                    <a:pt x="2023" y="2658"/>
                  </a:lnTo>
                  <a:lnTo>
                    <a:pt x="2023" y="2663"/>
                  </a:lnTo>
                  <a:lnTo>
                    <a:pt x="2018" y="2672"/>
                  </a:lnTo>
                  <a:lnTo>
                    <a:pt x="1994" y="2682"/>
                  </a:lnTo>
                  <a:lnTo>
                    <a:pt x="1826" y="2693"/>
                  </a:lnTo>
                  <a:lnTo>
                    <a:pt x="1523" y="2698"/>
                  </a:lnTo>
                  <a:lnTo>
                    <a:pt x="1023" y="2706"/>
                  </a:lnTo>
                  <a:lnTo>
                    <a:pt x="1018" y="2743"/>
                  </a:lnTo>
                  <a:lnTo>
                    <a:pt x="1013" y="2781"/>
                  </a:lnTo>
                  <a:lnTo>
                    <a:pt x="1510" y="2781"/>
                  </a:lnTo>
                  <a:lnTo>
                    <a:pt x="2008" y="2781"/>
                  </a:lnTo>
                  <a:lnTo>
                    <a:pt x="2073" y="2848"/>
                  </a:lnTo>
                  <a:lnTo>
                    <a:pt x="2098" y="2873"/>
                  </a:lnTo>
                  <a:lnTo>
                    <a:pt x="2137" y="2904"/>
                  </a:lnTo>
                  <a:lnTo>
                    <a:pt x="2161" y="2912"/>
                  </a:lnTo>
                  <a:lnTo>
                    <a:pt x="2176" y="2911"/>
                  </a:lnTo>
                  <a:lnTo>
                    <a:pt x="2201" y="2902"/>
                  </a:lnTo>
                  <a:lnTo>
                    <a:pt x="2221" y="2890"/>
                  </a:lnTo>
                  <a:lnTo>
                    <a:pt x="2237" y="2880"/>
                  </a:lnTo>
                  <a:lnTo>
                    <a:pt x="2257" y="2875"/>
                  </a:lnTo>
                  <a:lnTo>
                    <a:pt x="2268" y="2877"/>
                  </a:lnTo>
                  <a:lnTo>
                    <a:pt x="2282" y="2889"/>
                  </a:lnTo>
                  <a:lnTo>
                    <a:pt x="2298" y="2925"/>
                  </a:lnTo>
                  <a:lnTo>
                    <a:pt x="2305" y="2951"/>
                  </a:lnTo>
                  <a:lnTo>
                    <a:pt x="2308" y="2964"/>
                  </a:lnTo>
                  <a:lnTo>
                    <a:pt x="2316" y="2982"/>
                  </a:lnTo>
                  <a:lnTo>
                    <a:pt x="2328" y="2993"/>
                  </a:lnTo>
                  <a:lnTo>
                    <a:pt x="2345" y="2998"/>
                  </a:lnTo>
                  <a:lnTo>
                    <a:pt x="2356" y="2998"/>
                  </a:lnTo>
                  <a:lnTo>
                    <a:pt x="2369" y="2998"/>
                  </a:lnTo>
                  <a:lnTo>
                    <a:pt x="2386" y="3003"/>
                  </a:lnTo>
                  <a:lnTo>
                    <a:pt x="2395" y="3016"/>
                  </a:lnTo>
                  <a:lnTo>
                    <a:pt x="2398" y="3042"/>
                  </a:lnTo>
                  <a:lnTo>
                    <a:pt x="2398" y="3061"/>
                  </a:lnTo>
                  <a:lnTo>
                    <a:pt x="2398" y="3084"/>
                  </a:lnTo>
                  <a:lnTo>
                    <a:pt x="2396" y="3120"/>
                  </a:lnTo>
                  <a:lnTo>
                    <a:pt x="2385" y="3140"/>
                  </a:lnTo>
                  <a:lnTo>
                    <a:pt x="2372" y="3151"/>
                  </a:lnTo>
                  <a:lnTo>
                    <a:pt x="2339" y="3163"/>
                  </a:lnTo>
                  <a:lnTo>
                    <a:pt x="2261" y="3174"/>
                  </a:lnTo>
                  <a:lnTo>
                    <a:pt x="2135" y="3179"/>
                  </a:lnTo>
                  <a:lnTo>
                    <a:pt x="1840" y="3180"/>
                  </a:lnTo>
                  <a:lnTo>
                    <a:pt x="1530" y="3178"/>
                  </a:lnTo>
                  <a:lnTo>
                    <a:pt x="723" y="3173"/>
                  </a:lnTo>
                  <a:lnTo>
                    <a:pt x="720" y="3015"/>
                  </a:lnTo>
                  <a:lnTo>
                    <a:pt x="717" y="2943"/>
                  </a:lnTo>
                  <a:lnTo>
                    <a:pt x="710" y="2848"/>
                  </a:lnTo>
                  <a:lnTo>
                    <a:pt x="699" y="2805"/>
                  </a:lnTo>
                  <a:lnTo>
                    <a:pt x="688" y="2785"/>
                  </a:lnTo>
                  <a:lnTo>
                    <a:pt x="666" y="2762"/>
                  </a:lnTo>
                  <a:lnTo>
                    <a:pt x="643" y="2748"/>
                  </a:lnTo>
                  <a:lnTo>
                    <a:pt x="627" y="2739"/>
                  </a:lnTo>
                  <a:lnTo>
                    <a:pt x="592" y="2726"/>
                  </a:lnTo>
                  <a:lnTo>
                    <a:pt x="545" y="2718"/>
                  </a:lnTo>
                  <a:lnTo>
                    <a:pt x="480" y="2715"/>
                  </a:lnTo>
                  <a:lnTo>
                    <a:pt x="436" y="2715"/>
                  </a:lnTo>
                  <a:lnTo>
                    <a:pt x="281" y="2715"/>
                  </a:lnTo>
                  <a:lnTo>
                    <a:pt x="281" y="1653"/>
                  </a:lnTo>
                  <a:lnTo>
                    <a:pt x="282" y="1038"/>
                  </a:lnTo>
                  <a:lnTo>
                    <a:pt x="289" y="659"/>
                  </a:lnTo>
                  <a:lnTo>
                    <a:pt x="298" y="589"/>
                  </a:lnTo>
                  <a:lnTo>
                    <a:pt x="305" y="567"/>
                  </a:lnTo>
                  <a:lnTo>
                    <a:pt x="310" y="561"/>
                  </a:lnTo>
                  <a:lnTo>
                    <a:pt x="319" y="553"/>
                  </a:lnTo>
                  <a:lnTo>
                    <a:pt x="345" y="541"/>
                  </a:lnTo>
                  <a:lnTo>
                    <a:pt x="424" y="532"/>
                  </a:lnTo>
                  <a:lnTo>
                    <a:pt x="535" y="531"/>
                  </a:lnTo>
                  <a:lnTo>
                    <a:pt x="731" y="531"/>
                  </a:lnTo>
                  <a:lnTo>
                    <a:pt x="731" y="573"/>
                  </a:lnTo>
                  <a:close/>
                  <a:moveTo>
                    <a:pt x="2501" y="2065"/>
                  </a:moveTo>
                  <a:lnTo>
                    <a:pt x="2506" y="2078"/>
                  </a:lnTo>
                  <a:lnTo>
                    <a:pt x="2520" y="2100"/>
                  </a:lnTo>
                  <a:lnTo>
                    <a:pt x="2538" y="2120"/>
                  </a:lnTo>
                  <a:lnTo>
                    <a:pt x="2558" y="2134"/>
                  </a:lnTo>
                  <a:lnTo>
                    <a:pt x="2581" y="2145"/>
                  </a:lnTo>
                  <a:lnTo>
                    <a:pt x="2605" y="2150"/>
                  </a:lnTo>
                  <a:lnTo>
                    <a:pt x="2629" y="2149"/>
                  </a:lnTo>
                  <a:lnTo>
                    <a:pt x="2652" y="2142"/>
                  </a:lnTo>
                  <a:lnTo>
                    <a:pt x="2663" y="2136"/>
                  </a:lnTo>
                  <a:lnTo>
                    <a:pt x="2676" y="2128"/>
                  </a:lnTo>
                  <a:lnTo>
                    <a:pt x="2695" y="2121"/>
                  </a:lnTo>
                  <a:lnTo>
                    <a:pt x="2711" y="2125"/>
                  </a:lnTo>
                  <a:lnTo>
                    <a:pt x="2731" y="2141"/>
                  </a:lnTo>
                  <a:lnTo>
                    <a:pt x="2745" y="2155"/>
                  </a:lnTo>
                  <a:lnTo>
                    <a:pt x="2758" y="2168"/>
                  </a:lnTo>
                  <a:lnTo>
                    <a:pt x="2775" y="2188"/>
                  </a:lnTo>
                  <a:lnTo>
                    <a:pt x="2779" y="2205"/>
                  </a:lnTo>
                  <a:lnTo>
                    <a:pt x="2772" y="2226"/>
                  </a:lnTo>
                  <a:lnTo>
                    <a:pt x="2765" y="2240"/>
                  </a:lnTo>
                  <a:lnTo>
                    <a:pt x="2758" y="2253"/>
                  </a:lnTo>
                  <a:lnTo>
                    <a:pt x="2751" y="2274"/>
                  </a:lnTo>
                  <a:lnTo>
                    <a:pt x="2752" y="2295"/>
                  </a:lnTo>
                  <a:lnTo>
                    <a:pt x="2762" y="2321"/>
                  </a:lnTo>
                  <a:lnTo>
                    <a:pt x="2770" y="2338"/>
                  </a:lnTo>
                  <a:lnTo>
                    <a:pt x="2776" y="2351"/>
                  </a:lnTo>
                  <a:lnTo>
                    <a:pt x="2791" y="2374"/>
                  </a:lnTo>
                  <a:lnTo>
                    <a:pt x="2807" y="2390"/>
                  </a:lnTo>
                  <a:lnTo>
                    <a:pt x="2825" y="2399"/>
                  </a:lnTo>
                  <a:lnTo>
                    <a:pt x="2835" y="2401"/>
                  </a:lnTo>
                  <a:lnTo>
                    <a:pt x="2846" y="2403"/>
                  </a:lnTo>
                  <a:lnTo>
                    <a:pt x="2862" y="2410"/>
                  </a:lnTo>
                  <a:lnTo>
                    <a:pt x="2871" y="2425"/>
                  </a:lnTo>
                  <a:lnTo>
                    <a:pt x="2877" y="2450"/>
                  </a:lnTo>
                  <a:lnTo>
                    <a:pt x="2878" y="2468"/>
                  </a:lnTo>
                  <a:lnTo>
                    <a:pt x="2880" y="2487"/>
                  </a:lnTo>
                  <a:lnTo>
                    <a:pt x="2878" y="2513"/>
                  </a:lnTo>
                  <a:lnTo>
                    <a:pt x="2869" y="2527"/>
                  </a:lnTo>
                  <a:lnTo>
                    <a:pt x="2850" y="2535"/>
                  </a:lnTo>
                  <a:lnTo>
                    <a:pt x="2835" y="2538"/>
                  </a:lnTo>
                  <a:lnTo>
                    <a:pt x="2823" y="2541"/>
                  </a:lnTo>
                  <a:lnTo>
                    <a:pt x="2801" y="2554"/>
                  </a:lnTo>
                  <a:lnTo>
                    <a:pt x="2783" y="2572"/>
                  </a:lnTo>
                  <a:lnTo>
                    <a:pt x="2769" y="2594"/>
                  </a:lnTo>
                  <a:lnTo>
                    <a:pt x="2760" y="2618"/>
                  </a:lnTo>
                  <a:lnTo>
                    <a:pt x="2755" y="2644"/>
                  </a:lnTo>
                  <a:lnTo>
                    <a:pt x="2756" y="2670"/>
                  </a:lnTo>
                  <a:lnTo>
                    <a:pt x="2763" y="2694"/>
                  </a:lnTo>
                  <a:lnTo>
                    <a:pt x="2770" y="2705"/>
                  </a:lnTo>
                  <a:lnTo>
                    <a:pt x="2778" y="2717"/>
                  </a:lnTo>
                  <a:lnTo>
                    <a:pt x="2786" y="2735"/>
                  </a:lnTo>
                  <a:lnTo>
                    <a:pt x="2783" y="2752"/>
                  </a:lnTo>
                  <a:lnTo>
                    <a:pt x="2767" y="2772"/>
                  </a:lnTo>
                  <a:lnTo>
                    <a:pt x="2753" y="2786"/>
                  </a:lnTo>
                  <a:lnTo>
                    <a:pt x="2739" y="2800"/>
                  </a:lnTo>
                  <a:lnTo>
                    <a:pt x="2719" y="2816"/>
                  </a:lnTo>
                  <a:lnTo>
                    <a:pt x="2702" y="2819"/>
                  </a:lnTo>
                  <a:lnTo>
                    <a:pt x="2684" y="2811"/>
                  </a:lnTo>
                  <a:lnTo>
                    <a:pt x="2671" y="2803"/>
                  </a:lnTo>
                  <a:lnTo>
                    <a:pt x="2660" y="2797"/>
                  </a:lnTo>
                  <a:lnTo>
                    <a:pt x="2636" y="2790"/>
                  </a:lnTo>
                  <a:lnTo>
                    <a:pt x="2611" y="2789"/>
                  </a:lnTo>
                  <a:lnTo>
                    <a:pt x="2585" y="2793"/>
                  </a:lnTo>
                  <a:lnTo>
                    <a:pt x="2560" y="2803"/>
                  </a:lnTo>
                  <a:lnTo>
                    <a:pt x="2538" y="2817"/>
                  </a:lnTo>
                  <a:lnTo>
                    <a:pt x="2521" y="2835"/>
                  </a:lnTo>
                  <a:lnTo>
                    <a:pt x="2508" y="2856"/>
                  </a:lnTo>
                  <a:lnTo>
                    <a:pt x="2505" y="2868"/>
                  </a:lnTo>
                  <a:lnTo>
                    <a:pt x="2502" y="2883"/>
                  </a:lnTo>
                  <a:lnTo>
                    <a:pt x="2494" y="2903"/>
                  </a:lnTo>
                  <a:lnTo>
                    <a:pt x="2479" y="2912"/>
                  </a:lnTo>
                  <a:lnTo>
                    <a:pt x="2454" y="2913"/>
                  </a:lnTo>
                  <a:lnTo>
                    <a:pt x="2435" y="2911"/>
                  </a:lnTo>
                  <a:lnTo>
                    <a:pt x="2418" y="2910"/>
                  </a:lnTo>
                  <a:lnTo>
                    <a:pt x="2393" y="2904"/>
                  </a:lnTo>
                  <a:lnTo>
                    <a:pt x="2377" y="2893"/>
                  </a:lnTo>
                  <a:lnTo>
                    <a:pt x="2368" y="2876"/>
                  </a:lnTo>
                  <a:lnTo>
                    <a:pt x="2365" y="2865"/>
                  </a:lnTo>
                  <a:lnTo>
                    <a:pt x="2362" y="2854"/>
                  </a:lnTo>
                  <a:lnTo>
                    <a:pt x="2350" y="2836"/>
                  </a:lnTo>
                  <a:lnTo>
                    <a:pt x="2333" y="2820"/>
                  </a:lnTo>
                  <a:lnTo>
                    <a:pt x="2308" y="2806"/>
                  </a:lnTo>
                  <a:lnTo>
                    <a:pt x="2293" y="2800"/>
                  </a:lnTo>
                  <a:lnTo>
                    <a:pt x="2274" y="2793"/>
                  </a:lnTo>
                  <a:lnTo>
                    <a:pt x="2246" y="2786"/>
                  </a:lnTo>
                  <a:lnTo>
                    <a:pt x="2227" y="2786"/>
                  </a:lnTo>
                  <a:lnTo>
                    <a:pt x="2210" y="2796"/>
                  </a:lnTo>
                  <a:lnTo>
                    <a:pt x="2200" y="2805"/>
                  </a:lnTo>
                  <a:lnTo>
                    <a:pt x="2189" y="2814"/>
                  </a:lnTo>
                  <a:lnTo>
                    <a:pt x="2174" y="2823"/>
                  </a:lnTo>
                  <a:lnTo>
                    <a:pt x="2158" y="2821"/>
                  </a:lnTo>
                  <a:lnTo>
                    <a:pt x="2137" y="2806"/>
                  </a:lnTo>
                  <a:lnTo>
                    <a:pt x="2121" y="2793"/>
                  </a:lnTo>
                  <a:lnTo>
                    <a:pt x="2106" y="2779"/>
                  </a:lnTo>
                  <a:lnTo>
                    <a:pt x="2088" y="2760"/>
                  </a:lnTo>
                  <a:lnTo>
                    <a:pt x="2084" y="2744"/>
                  </a:lnTo>
                  <a:lnTo>
                    <a:pt x="2093" y="2724"/>
                  </a:lnTo>
                  <a:lnTo>
                    <a:pt x="2103" y="2710"/>
                  </a:lnTo>
                  <a:lnTo>
                    <a:pt x="2112" y="2696"/>
                  </a:lnTo>
                  <a:lnTo>
                    <a:pt x="2121" y="2675"/>
                  </a:lnTo>
                  <a:lnTo>
                    <a:pt x="2122" y="2654"/>
                  </a:lnTo>
                  <a:lnTo>
                    <a:pt x="2114" y="2628"/>
                  </a:lnTo>
                  <a:lnTo>
                    <a:pt x="2106" y="2610"/>
                  </a:lnTo>
                  <a:lnTo>
                    <a:pt x="2099" y="2594"/>
                  </a:lnTo>
                  <a:lnTo>
                    <a:pt x="2084" y="2570"/>
                  </a:lnTo>
                  <a:lnTo>
                    <a:pt x="2067" y="2554"/>
                  </a:lnTo>
                  <a:lnTo>
                    <a:pt x="2045" y="2543"/>
                  </a:lnTo>
                  <a:lnTo>
                    <a:pt x="2031" y="2540"/>
                  </a:lnTo>
                  <a:lnTo>
                    <a:pt x="2016" y="2536"/>
                  </a:lnTo>
                  <a:lnTo>
                    <a:pt x="1996" y="2527"/>
                  </a:lnTo>
                  <a:lnTo>
                    <a:pt x="1985" y="2513"/>
                  </a:lnTo>
                  <a:lnTo>
                    <a:pt x="1982" y="2489"/>
                  </a:lnTo>
                  <a:lnTo>
                    <a:pt x="1981" y="2471"/>
                  </a:lnTo>
                  <a:lnTo>
                    <a:pt x="1982" y="2454"/>
                  </a:lnTo>
                  <a:lnTo>
                    <a:pt x="1985" y="2430"/>
                  </a:lnTo>
                  <a:lnTo>
                    <a:pt x="1996" y="2416"/>
                  </a:lnTo>
                  <a:lnTo>
                    <a:pt x="2015" y="2408"/>
                  </a:lnTo>
                  <a:lnTo>
                    <a:pt x="2030" y="2405"/>
                  </a:lnTo>
                  <a:lnTo>
                    <a:pt x="2042" y="2402"/>
                  </a:lnTo>
                  <a:lnTo>
                    <a:pt x="2063" y="2391"/>
                  </a:lnTo>
                  <a:lnTo>
                    <a:pt x="2081" y="2375"/>
                  </a:lnTo>
                  <a:lnTo>
                    <a:pt x="2097" y="2352"/>
                  </a:lnTo>
                  <a:lnTo>
                    <a:pt x="2105" y="2338"/>
                  </a:lnTo>
                  <a:lnTo>
                    <a:pt x="2113" y="2319"/>
                  </a:lnTo>
                  <a:lnTo>
                    <a:pt x="2123" y="2293"/>
                  </a:lnTo>
                  <a:lnTo>
                    <a:pt x="2122" y="2272"/>
                  </a:lnTo>
                  <a:lnTo>
                    <a:pt x="2112" y="2251"/>
                  </a:lnTo>
                  <a:lnTo>
                    <a:pt x="2103" y="2238"/>
                  </a:lnTo>
                  <a:lnTo>
                    <a:pt x="2094" y="2224"/>
                  </a:lnTo>
                  <a:lnTo>
                    <a:pt x="2085" y="2204"/>
                  </a:lnTo>
                  <a:lnTo>
                    <a:pt x="2088" y="2188"/>
                  </a:lnTo>
                  <a:lnTo>
                    <a:pt x="2104" y="2167"/>
                  </a:lnTo>
                  <a:lnTo>
                    <a:pt x="2118" y="2153"/>
                  </a:lnTo>
                  <a:lnTo>
                    <a:pt x="2132" y="2139"/>
                  </a:lnTo>
                  <a:lnTo>
                    <a:pt x="2152" y="2123"/>
                  </a:lnTo>
                  <a:lnTo>
                    <a:pt x="2169" y="2120"/>
                  </a:lnTo>
                  <a:lnTo>
                    <a:pt x="2190" y="2130"/>
                  </a:lnTo>
                  <a:lnTo>
                    <a:pt x="2205" y="2140"/>
                  </a:lnTo>
                  <a:lnTo>
                    <a:pt x="2219" y="2149"/>
                  </a:lnTo>
                  <a:lnTo>
                    <a:pt x="2239" y="2159"/>
                  </a:lnTo>
                  <a:lnTo>
                    <a:pt x="2258" y="2158"/>
                  </a:lnTo>
                  <a:lnTo>
                    <a:pt x="2283" y="2147"/>
                  </a:lnTo>
                  <a:lnTo>
                    <a:pt x="2301" y="2136"/>
                  </a:lnTo>
                  <a:lnTo>
                    <a:pt x="2323" y="2122"/>
                  </a:lnTo>
                  <a:lnTo>
                    <a:pt x="2349" y="2094"/>
                  </a:lnTo>
                  <a:lnTo>
                    <a:pt x="2359" y="2077"/>
                  </a:lnTo>
                  <a:lnTo>
                    <a:pt x="2361" y="2070"/>
                  </a:lnTo>
                  <a:lnTo>
                    <a:pt x="2363" y="2061"/>
                  </a:lnTo>
                  <a:lnTo>
                    <a:pt x="2371" y="2046"/>
                  </a:lnTo>
                  <a:lnTo>
                    <a:pt x="2383" y="2036"/>
                  </a:lnTo>
                  <a:lnTo>
                    <a:pt x="2401" y="2028"/>
                  </a:lnTo>
                  <a:lnTo>
                    <a:pt x="2411" y="2026"/>
                  </a:lnTo>
                  <a:lnTo>
                    <a:pt x="2450" y="2021"/>
                  </a:lnTo>
                  <a:lnTo>
                    <a:pt x="2470" y="2016"/>
                  </a:lnTo>
                  <a:lnTo>
                    <a:pt x="2476" y="2019"/>
                  </a:lnTo>
                  <a:lnTo>
                    <a:pt x="2493" y="2045"/>
                  </a:lnTo>
                  <a:lnTo>
                    <a:pt x="2501" y="2065"/>
                  </a:lnTo>
                  <a:close/>
                  <a:moveTo>
                    <a:pt x="621" y="2835"/>
                  </a:moveTo>
                  <a:lnTo>
                    <a:pt x="628" y="2845"/>
                  </a:lnTo>
                  <a:lnTo>
                    <a:pt x="638" y="2875"/>
                  </a:lnTo>
                  <a:lnTo>
                    <a:pt x="647" y="2937"/>
                  </a:lnTo>
                  <a:lnTo>
                    <a:pt x="648" y="2996"/>
                  </a:lnTo>
                  <a:lnTo>
                    <a:pt x="648" y="3121"/>
                  </a:lnTo>
                  <a:lnTo>
                    <a:pt x="563" y="3040"/>
                  </a:lnTo>
                  <a:lnTo>
                    <a:pt x="482" y="2957"/>
                  </a:lnTo>
                  <a:lnTo>
                    <a:pt x="411" y="2876"/>
                  </a:lnTo>
                  <a:lnTo>
                    <a:pt x="345" y="2798"/>
                  </a:lnTo>
                  <a:lnTo>
                    <a:pt x="471" y="2798"/>
                  </a:lnTo>
                  <a:lnTo>
                    <a:pt x="510" y="2798"/>
                  </a:lnTo>
                  <a:lnTo>
                    <a:pt x="562" y="2801"/>
                  </a:lnTo>
                  <a:lnTo>
                    <a:pt x="594" y="2809"/>
                  </a:lnTo>
                  <a:lnTo>
                    <a:pt x="613" y="2824"/>
                  </a:lnTo>
                  <a:lnTo>
                    <a:pt x="621" y="28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5" name="Freeform 21">
              <a:extLst>
                <a:ext uri="{FF2B5EF4-FFF2-40B4-BE49-F238E27FC236}">
                  <a16:creationId xmlns:a16="http://schemas.microsoft.com/office/drawing/2014/main" id="{85CD69A7-F73A-C220-0B6E-BFECDD11A18D}"/>
                </a:ext>
              </a:extLst>
            </p:cNvPr>
            <p:cNvSpPr>
              <a:spLocks noEditPoints="1"/>
            </p:cNvSpPr>
            <p:nvPr/>
          </p:nvSpPr>
          <p:spPr bwMode="auto">
            <a:xfrm>
              <a:off x="10990263" y="712788"/>
              <a:ext cx="449263" cy="449263"/>
            </a:xfrm>
            <a:custGeom>
              <a:avLst/>
              <a:gdLst>
                <a:gd name="T0" fmla="*/ 887 w 1085"/>
                <a:gd name="T1" fmla="*/ 37 h 1083"/>
                <a:gd name="T2" fmla="*/ 900 w 1085"/>
                <a:gd name="T3" fmla="*/ 71 h 1083"/>
                <a:gd name="T4" fmla="*/ 918 w 1085"/>
                <a:gd name="T5" fmla="*/ 99 h 1083"/>
                <a:gd name="T6" fmla="*/ 892 w 1085"/>
                <a:gd name="T7" fmla="*/ 116 h 1083"/>
                <a:gd name="T8" fmla="*/ 850 w 1085"/>
                <a:gd name="T9" fmla="*/ 119 h 1083"/>
                <a:gd name="T10" fmla="*/ 667 w 1085"/>
                <a:gd name="T11" fmla="*/ 180 h 1083"/>
                <a:gd name="T12" fmla="*/ 525 w 1085"/>
                <a:gd name="T13" fmla="*/ 251 h 1083"/>
                <a:gd name="T14" fmla="*/ 449 w 1085"/>
                <a:gd name="T15" fmla="*/ 304 h 1083"/>
                <a:gd name="T16" fmla="*/ 281 w 1085"/>
                <a:gd name="T17" fmla="*/ 475 h 1083"/>
                <a:gd name="T18" fmla="*/ 185 w 1085"/>
                <a:gd name="T19" fmla="*/ 621 h 1083"/>
                <a:gd name="T20" fmla="*/ 142 w 1085"/>
                <a:gd name="T21" fmla="*/ 707 h 1083"/>
                <a:gd name="T22" fmla="*/ 101 w 1085"/>
                <a:gd name="T23" fmla="*/ 815 h 1083"/>
                <a:gd name="T24" fmla="*/ 93 w 1085"/>
                <a:gd name="T25" fmla="*/ 837 h 1083"/>
                <a:gd name="T26" fmla="*/ 51 w 1085"/>
                <a:gd name="T27" fmla="*/ 880 h 1083"/>
                <a:gd name="T28" fmla="*/ 12 w 1085"/>
                <a:gd name="T29" fmla="*/ 924 h 1083"/>
                <a:gd name="T30" fmla="*/ 0 w 1085"/>
                <a:gd name="T31" fmla="*/ 992 h 1083"/>
                <a:gd name="T32" fmla="*/ 29 w 1085"/>
                <a:gd name="T33" fmla="*/ 1050 h 1083"/>
                <a:gd name="T34" fmla="*/ 92 w 1085"/>
                <a:gd name="T35" fmla="*/ 1082 h 1083"/>
                <a:gd name="T36" fmla="*/ 130 w 1085"/>
                <a:gd name="T37" fmla="*/ 1082 h 1083"/>
                <a:gd name="T38" fmla="*/ 185 w 1085"/>
                <a:gd name="T39" fmla="*/ 1058 h 1083"/>
                <a:gd name="T40" fmla="*/ 218 w 1085"/>
                <a:gd name="T41" fmla="*/ 1011 h 1083"/>
                <a:gd name="T42" fmla="*/ 222 w 1085"/>
                <a:gd name="T43" fmla="*/ 954 h 1083"/>
                <a:gd name="T44" fmla="*/ 201 w 1085"/>
                <a:gd name="T45" fmla="*/ 911 h 1083"/>
                <a:gd name="T46" fmla="*/ 200 w 1085"/>
                <a:gd name="T47" fmla="*/ 775 h 1083"/>
                <a:gd name="T48" fmla="*/ 262 w 1085"/>
                <a:gd name="T49" fmla="*/ 637 h 1083"/>
                <a:gd name="T50" fmla="*/ 390 w 1085"/>
                <a:gd name="T51" fmla="*/ 470 h 1083"/>
                <a:gd name="T52" fmla="*/ 476 w 1085"/>
                <a:gd name="T53" fmla="*/ 388 h 1083"/>
                <a:gd name="T54" fmla="*/ 648 w 1085"/>
                <a:gd name="T55" fmla="*/ 272 h 1083"/>
                <a:gd name="T56" fmla="*/ 805 w 1085"/>
                <a:gd name="T57" fmla="*/ 215 h 1083"/>
                <a:gd name="T58" fmla="*/ 914 w 1085"/>
                <a:gd name="T59" fmla="*/ 189 h 1083"/>
                <a:gd name="T60" fmla="*/ 950 w 1085"/>
                <a:gd name="T61" fmla="*/ 193 h 1083"/>
                <a:gd name="T62" fmla="*/ 945 w 1085"/>
                <a:gd name="T63" fmla="*/ 212 h 1083"/>
                <a:gd name="T64" fmla="*/ 928 w 1085"/>
                <a:gd name="T65" fmla="*/ 231 h 1083"/>
                <a:gd name="T66" fmla="*/ 920 w 1085"/>
                <a:gd name="T67" fmla="*/ 281 h 1083"/>
                <a:gd name="T68" fmla="*/ 943 w 1085"/>
                <a:gd name="T69" fmla="*/ 306 h 1083"/>
                <a:gd name="T70" fmla="*/ 966 w 1085"/>
                <a:gd name="T71" fmla="*/ 302 h 1083"/>
                <a:gd name="T72" fmla="*/ 1026 w 1085"/>
                <a:gd name="T73" fmla="*/ 236 h 1083"/>
                <a:gd name="T74" fmla="*/ 1081 w 1085"/>
                <a:gd name="T75" fmla="*/ 151 h 1083"/>
                <a:gd name="T76" fmla="*/ 1080 w 1085"/>
                <a:gd name="T77" fmla="*/ 128 h 1083"/>
                <a:gd name="T78" fmla="*/ 983 w 1085"/>
                <a:gd name="T79" fmla="*/ 37 h 1083"/>
                <a:gd name="T80" fmla="*/ 920 w 1085"/>
                <a:gd name="T81" fmla="*/ 0 h 1083"/>
                <a:gd name="T82" fmla="*/ 895 w 1085"/>
                <a:gd name="T83" fmla="*/ 16 h 1083"/>
                <a:gd name="T84" fmla="*/ 151 w 1085"/>
                <a:gd name="T85" fmla="*/ 966 h 1083"/>
                <a:gd name="T86" fmla="*/ 140 w 1085"/>
                <a:gd name="T87" fmla="*/ 988 h 1083"/>
                <a:gd name="T88" fmla="*/ 100 w 1085"/>
                <a:gd name="T89" fmla="*/ 996 h 1083"/>
                <a:gd name="T90" fmla="*/ 83 w 1085"/>
                <a:gd name="T91" fmla="*/ 990 h 1083"/>
                <a:gd name="T92" fmla="*/ 74 w 1085"/>
                <a:gd name="T93" fmla="*/ 971 h 1083"/>
                <a:gd name="T94" fmla="*/ 92 w 1085"/>
                <a:gd name="T95" fmla="*/ 950 h 1083"/>
                <a:gd name="T96" fmla="*/ 135 w 1085"/>
                <a:gd name="T97" fmla="*/ 946 h 1083"/>
                <a:gd name="T98" fmla="*/ 151 w 1085"/>
                <a:gd name="T99" fmla="*/ 966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85" h="1083">
                  <a:moveTo>
                    <a:pt x="890" y="26"/>
                  </a:moveTo>
                  <a:lnTo>
                    <a:pt x="887" y="37"/>
                  </a:lnTo>
                  <a:lnTo>
                    <a:pt x="892" y="62"/>
                  </a:lnTo>
                  <a:lnTo>
                    <a:pt x="900" y="71"/>
                  </a:lnTo>
                  <a:lnTo>
                    <a:pt x="910" y="82"/>
                  </a:lnTo>
                  <a:lnTo>
                    <a:pt x="918" y="99"/>
                  </a:lnTo>
                  <a:lnTo>
                    <a:pt x="912" y="110"/>
                  </a:lnTo>
                  <a:lnTo>
                    <a:pt x="892" y="116"/>
                  </a:lnTo>
                  <a:lnTo>
                    <a:pt x="876" y="116"/>
                  </a:lnTo>
                  <a:lnTo>
                    <a:pt x="850" y="119"/>
                  </a:lnTo>
                  <a:lnTo>
                    <a:pt x="768" y="142"/>
                  </a:lnTo>
                  <a:lnTo>
                    <a:pt x="667" y="180"/>
                  </a:lnTo>
                  <a:lnTo>
                    <a:pt x="567" y="227"/>
                  </a:lnTo>
                  <a:lnTo>
                    <a:pt x="525" y="251"/>
                  </a:lnTo>
                  <a:lnTo>
                    <a:pt x="499" y="267"/>
                  </a:lnTo>
                  <a:lnTo>
                    <a:pt x="449" y="304"/>
                  </a:lnTo>
                  <a:lnTo>
                    <a:pt x="374" y="370"/>
                  </a:lnTo>
                  <a:lnTo>
                    <a:pt x="281" y="475"/>
                  </a:lnTo>
                  <a:lnTo>
                    <a:pt x="220" y="561"/>
                  </a:lnTo>
                  <a:lnTo>
                    <a:pt x="185" y="621"/>
                  </a:lnTo>
                  <a:lnTo>
                    <a:pt x="170" y="651"/>
                  </a:lnTo>
                  <a:lnTo>
                    <a:pt x="142" y="707"/>
                  </a:lnTo>
                  <a:lnTo>
                    <a:pt x="105" y="796"/>
                  </a:lnTo>
                  <a:lnTo>
                    <a:pt x="101" y="815"/>
                  </a:lnTo>
                  <a:lnTo>
                    <a:pt x="101" y="821"/>
                  </a:lnTo>
                  <a:lnTo>
                    <a:pt x="93" y="837"/>
                  </a:lnTo>
                  <a:lnTo>
                    <a:pt x="72" y="864"/>
                  </a:lnTo>
                  <a:lnTo>
                    <a:pt x="51" y="880"/>
                  </a:lnTo>
                  <a:lnTo>
                    <a:pt x="35" y="893"/>
                  </a:lnTo>
                  <a:lnTo>
                    <a:pt x="12" y="924"/>
                  </a:lnTo>
                  <a:lnTo>
                    <a:pt x="1" y="958"/>
                  </a:lnTo>
                  <a:lnTo>
                    <a:pt x="0" y="992"/>
                  </a:lnTo>
                  <a:lnTo>
                    <a:pt x="10" y="1023"/>
                  </a:lnTo>
                  <a:lnTo>
                    <a:pt x="29" y="1050"/>
                  </a:lnTo>
                  <a:lnTo>
                    <a:pt x="56" y="1071"/>
                  </a:lnTo>
                  <a:lnTo>
                    <a:pt x="92" y="1082"/>
                  </a:lnTo>
                  <a:lnTo>
                    <a:pt x="113" y="1083"/>
                  </a:lnTo>
                  <a:lnTo>
                    <a:pt x="130" y="1082"/>
                  </a:lnTo>
                  <a:lnTo>
                    <a:pt x="160" y="1074"/>
                  </a:lnTo>
                  <a:lnTo>
                    <a:pt x="185" y="1058"/>
                  </a:lnTo>
                  <a:lnTo>
                    <a:pt x="205" y="1036"/>
                  </a:lnTo>
                  <a:lnTo>
                    <a:pt x="218" y="1011"/>
                  </a:lnTo>
                  <a:lnTo>
                    <a:pt x="224" y="983"/>
                  </a:lnTo>
                  <a:lnTo>
                    <a:pt x="222" y="954"/>
                  </a:lnTo>
                  <a:lnTo>
                    <a:pt x="211" y="925"/>
                  </a:lnTo>
                  <a:lnTo>
                    <a:pt x="201" y="911"/>
                  </a:lnTo>
                  <a:lnTo>
                    <a:pt x="166" y="868"/>
                  </a:lnTo>
                  <a:lnTo>
                    <a:pt x="200" y="775"/>
                  </a:lnTo>
                  <a:lnTo>
                    <a:pt x="217" y="727"/>
                  </a:lnTo>
                  <a:lnTo>
                    <a:pt x="262" y="637"/>
                  </a:lnTo>
                  <a:lnTo>
                    <a:pt x="320" y="552"/>
                  </a:lnTo>
                  <a:lnTo>
                    <a:pt x="390" y="470"/>
                  </a:lnTo>
                  <a:lnTo>
                    <a:pt x="431" y="430"/>
                  </a:lnTo>
                  <a:lnTo>
                    <a:pt x="476" y="388"/>
                  </a:lnTo>
                  <a:lnTo>
                    <a:pt x="561" y="323"/>
                  </a:lnTo>
                  <a:lnTo>
                    <a:pt x="648" y="272"/>
                  </a:lnTo>
                  <a:lnTo>
                    <a:pt x="747" y="232"/>
                  </a:lnTo>
                  <a:lnTo>
                    <a:pt x="805" y="215"/>
                  </a:lnTo>
                  <a:lnTo>
                    <a:pt x="849" y="202"/>
                  </a:lnTo>
                  <a:lnTo>
                    <a:pt x="914" y="189"/>
                  </a:lnTo>
                  <a:lnTo>
                    <a:pt x="941" y="189"/>
                  </a:lnTo>
                  <a:lnTo>
                    <a:pt x="950" y="193"/>
                  </a:lnTo>
                  <a:lnTo>
                    <a:pt x="952" y="201"/>
                  </a:lnTo>
                  <a:lnTo>
                    <a:pt x="945" y="212"/>
                  </a:lnTo>
                  <a:lnTo>
                    <a:pt x="938" y="220"/>
                  </a:lnTo>
                  <a:lnTo>
                    <a:pt x="928" y="231"/>
                  </a:lnTo>
                  <a:lnTo>
                    <a:pt x="919" y="256"/>
                  </a:lnTo>
                  <a:lnTo>
                    <a:pt x="920" y="281"/>
                  </a:lnTo>
                  <a:lnTo>
                    <a:pt x="933" y="301"/>
                  </a:lnTo>
                  <a:lnTo>
                    <a:pt x="943" y="306"/>
                  </a:lnTo>
                  <a:lnTo>
                    <a:pt x="950" y="308"/>
                  </a:lnTo>
                  <a:lnTo>
                    <a:pt x="966" y="302"/>
                  </a:lnTo>
                  <a:lnTo>
                    <a:pt x="999" y="273"/>
                  </a:lnTo>
                  <a:lnTo>
                    <a:pt x="1026" y="236"/>
                  </a:lnTo>
                  <a:lnTo>
                    <a:pt x="1049" y="204"/>
                  </a:lnTo>
                  <a:lnTo>
                    <a:pt x="1081" y="151"/>
                  </a:lnTo>
                  <a:lnTo>
                    <a:pt x="1085" y="140"/>
                  </a:lnTo>
                  <a:lnTo>
                    <a:pt x="1080" y="128"/>
                  </a:lnTo>
                  <a:lnTo>
                    <a:pt x="1040" y="85"/>
                  </a:lnTo>
                  <a:lnTo>
                    <a:pt x="983" y="37"/>
                  </a:lnTo>
                  <a:lnTo>
                    <a:pt x="933" y="3"/>
                  </a:lnTo>
                  <a:lnTo>
                    <a:pt x="920" y="0"/>
                  </a:lnTo>
                  <a:lnTo>
                    <a:pt x="911" y="1"/>
                  </a:lnTo>
                  <a:lnTo>
                    <a:pt x="895" y="16"/>
                  </a:lnTo>
                  <a:lnTo>
                    <a:pt x="890" y="26"/>
                  </a:lnTo>
                  <a:close/>
                  <a:moveTo>
                    <a:pt x="151" y="966"/>
                  </a:moveTo>
                  <a:lnTo>
                    <a:pt x="150" y="975"/>
                  </a:lnTo>
                  <a:lnTo>
                    <a:pt x="140" y="988"/>
                  </a:lnTo>
                  <a:lnTo>
                    <a:pt x="122" y="995"/>
                  </a:lnTo>
                  <a:lnTo>
                    <a:pt x="100" y="996"/>
                  </a:lnTo>
                  <a:lnTo>
                    <a:pt x="90" y="993"/>
                  </a:lnTo>
                  <a:lnTo>
                    <a:pt x="83" y="990"/>
                  </a:lnTo>
                  <a:lnTo>
                    <a:pt x="75" y="984"/>
                  </a:lnTo>
                  <a:lnTo>
                    <a:pt x="74" y="971"/>
                  </a:lnTo>
                  <a:lnTo>
                    <a:pt x="85" y="958"/>
                  </a:lnTo>
                  <a:lnTo>
                    <a:pt x="92" y="950"/>
                  </a:lnTo>
                  <a:lnTo>
                    <a:pt x="114" y="943"/>
                  </a:lnTo>
                  <a:lnTo>
                    <a:pt x="135" y="946"/>
                  </a:lnTo>
                  <a:lnTo>
                    <a:pt x="150" y="958"/>
                  </a:lnTo>
                  <a:lnTo>
                    <a:pt x="151" y="9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6" name="Freeform 22">
              <a:extLst>
                <a:ext uri="{FF2B5EF4-FFF2-40B4-BE49-F238E27FC236}">
                  <a16:creationId xmlns:a16="http://schemas.microsoft.com/office/drawing/2014/main" id="{EB6AF97B-18DF-3C8B-A3B1-CAD293DF63A8}"/>
                </a:ext>
              </a:extLst>
            </p:cNvPr>
            <p:cNvSpPr>
              <a:spLocks/>
            </p:cNvSpPr>
            <p:nvPr/>
          </p:nvSpPr>
          <p:spPr bwMode="auto">
            <a:xfrm>
              <a:off x="10958513" y="727076"/>
              <a:ext cx="93663" cy="88900"/>
            </a:xfrm>
            <a:custGeom>
              <a:avLst/>
              <a:gdLst>
                <a:gd name="T0" fmla="*/ 2 w 227"/>
                <a:gd name="T1" fmla="*/ 18 h 214"/>
                <a:gd name="T2" fmla="*/ 0 w 227"/>
                <a:gd name="T3" fmla="*/ 22 h 214"/>
                <a:gd name="T4" fmla="*/ 1 w 227"/>
                <a:gd name="T5" fmla="*/ 33 h 214"/>
                <a:gd name="T6" fmla="*/ 9 w 227"/>
                <a:gd name="T7" fmla="*/ 53 h 214"/>
                <a:gd name="T8" fmla="*/ 19 w 227"/>
                <a:gd name="T9" fmla="*/ 67 h 214"/>
                <a:gd name="T10" fmla="*/ 28 w 227"/>
                <a:gd name="T11" fmla="*/ 77 h 214"/>
                <a:gd name="T12" fmla="*/ 38 w 227"/>
                <a:gd name="T13" fmla="*/ 92 h 214"/>
                <a:gd name="T14" fmla="*/ 39 w 227"/>
                <a:gd name="T15" fmla="*/ 106 h 214"/>
                <a:gd name="T16" fmla="*/ 30 w 227"/>
                <a:gd name="T17" fmla="*/ 123 h 214"/>
                <a:gd name="T18" fmla="*/ 22 w 227"/>
                <a:gd name="T19" fmla="*/ 135 h 214"/>
                <a:gd name="T20" fmla="*/ 14 w 227"/>
                <a:gd name="T21" fmla="*/ 147 h 214"/>
                <a:gd name="T22" fmla="*/ 5 w 227"/>
                <a:gd name="T23" fmla="*/ 169 h 214"/>
                <a:gd name="T24" fmla="*/ 3 w 227"/>
                <a:gd name="T25" fmla="*/ 187 h 214"/>
                <a:gd name="T26" fmla="*/ 7 w 227"/>
                <a:gd name="T27" fmla="*/ 202 h 214"/>
                <a:gd name="T28" fmla="*/ 17 w 227"/>
                <a:gd name="T29" fmla="*/ 211 h 214"/>
                <a:gd name="T30" fmla="*/ 31 w 227"/>
                <a:gd name="T31" fmla="*/ 214 h 214"/>
                <a:gd name="T32" fmla="*/ 49 w 227"/>
                <a:gd name="T33" fmla="*/ 210 h 214"/>
                <a:gd name="T34" fmla="*/ 70 w 227"/>
                <a:gd name="T35" fmla="*/ 198 h 214"/>
                <a:gd name="T36" fmla="*/ 81 w 227"/>
                <a:gd name="T37" fmla="*/ 188 h 214"/>
                <a:gd name="T38" fmla="*/ 91 w 227"/>
                <a:gd name="T39" fmla="*/ 180 h 214"/>
                <a:gd name="T40" fmla="*/ 105 w 227"/>
                <a:gd name="T41" fmla="*/ 171 h 214"/>
                <a:gd name="T42" fmla="*/ 117 w 227"/>
                <a:gd name="T43" fmla="*/ 171 h 214"/>
                <a:gd name="T44" fmla="*/ 133 w 227"/>
                <a:gd name="T45" fmla="*/ 182 h 214"/>
                <a:gd name="T46" fmla="*/ 144 w 227"/>
                <a:gd name="T47" fmla="*/ 192 h 214"/>
                <a:gd name="T48" fmla="*/ 157 w 227"/>
                <a:gd name="T49" fmla="*/ 202 h 214"/>
                <a:gd name="T50" fmla="*/ 185 w 227"/>
                <a:gd name="T51" fmla="*/ 211 h 214"/>
                <a:gd name="T52" fmla="*/ 210 w 227"/>
                <a:gd name="T53" fmla="*/ 209 h 214"/>
                <a:gd name="T54" fmla="*/ 223 w 227"/>
                <a:gd name="T55" fmla="*/ 198 h 214"/>
                <a:gd name="T56" fmla="*/ 227 w 227"/>
                <a:gd name="T57" fmla="*/ 188 h 214"/>
                <a:gd name="T58" fmla="*/ 227 w 227"/>
                <a:gd name="T59" fmla="*/ 182 h 214"/>
                <a:gd name="T60" fmla="*/ 226 w 227"/>
                <a:gd name="T61" fmla="*/ 171 h 214"/>
                <a:gd name="T62" fmla="*/ 211 w 227"/>
                <a:gd name="T63" fmla="*/ 143 h 214"/>
                <a:gd name="T64" fmla="*/ 199 w 227"/>
                <a:gd name="T65" fmla="*/ 130 h 214"/>
                <a:gd name="T66" fmla="*/ 190 w 227"/>
                <a:gd name="T67" fmla="*/ 120 h 214"/>
                <a:gd name="T68" fmla="*/ 181 w 227"/>
                <a:gd name="T69" fmla="*/ 106 h 214"/>
                <a:gd name="T70" fmla="*/ 181 w 227"/>
                <a:gd name="T71" fmla="*/ 94 h 214"/>
                <a:gd name="T72" fmla="*/ 192 w 227"/>
                <a:gd name="T73" fmla="*/ 79 h 214"/>
                <a:gd name="T74" fmla="*/ 201 w 227"/>
                <a:gd name="T75" fmla="*/ 68 h 214"/>
                <a:gd name="T76" fmla="*/ 211 w 227"/>
                <a:gd name="T77" fmla="*/ 55 h 214"/>
                <a:gd name="T78" fmla="*/ 221 w 227"/>
                <a:gd name="T79" fmla="*/ 31 h 214"/>
                <a:gd name="T80" fmla="*/ 217 w 227"/>
                <a:gd name="T81" fmla="*/ 12 h 214"/>
                <a:gd name="T82" fmla="*/ 200 w 227"/>
                <a:gd name="T83" fmla="*/ 1 h 214"/>
                <a:gd name="T84" fmla="*/ 187 w 227"/>
                <a:gd name="T85" fmla="*/ 0 h 214"/>
                <a:gd name="T86" fmla="*/ 177 w 227"/>
                <a:gd name="T87" fmla="*/ 1 h 214"/>
                <a:gd name="T88" fmla="*/ 154 w 227"/>
                <a:gd name="T89" fmla="*/ 15 h 214"/>
                <a:gd name="T90" fmla="*/ 144 w 227"/>
                <a:gd name="T91" fmla="*/ 25 h 214"/>
                <a:gd name="T92" fmla="*/ 137 w 227"/>
                <a:gd name="T93" fmla="*/ 32 h 214"/>
                <a:gd name="T94" fmla="*/ 126 w 227"/>
                <a:gd name="T95" fmla="*/ 41 h 214"/>
                <a:gd name="T96" fmla="*/ 115 w 227"/>
                <a:gd name="T97" fmla="*/ 41 h 214"/>
                <a:gd name="T98" fmla="*/ 100 w 227"/>
                <a:gd name="T99" fmla="*/ 32 h 214"/>
                <a:gd name="T100" fmla="*/ 89 w 227"/>
                <a:gd name="T101" fmla="*/ 25 h 214"/>
                <a:gd name="T102" fmla="*/ 74 w 227"/>
                <a:gd name="T103" fmla="*/ 15 h 214"/>
                <a:gd name="T104" fmla="*/ 47 w 227"/>
                <a:gd name="T105" fmla="*/ 3 h 214"/>
                <a:gd name="T106" fmla="*/ 25 w 227"/>
                <a:gd name="T107" fmla="*/ 1 h 214"/>
                <a:gd name="T108" fmla="*/ 8 w 227"/>
                <a:gd name="T109" fmla="*/ 10 h 214"/>
                <a:gd name="T110" fmla="*/ 2 w 227"/>
                <a:gd name="T111" fmla="*/ 18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27" h="214">
                  <a:moveTo>
                    <a:pt x="2" y="18"/>
                  </a:moveTo>
                  <a:lnTo>
                    <a:pt x="0" y="22"/>
                  </a:lnTo>
                  <a:lnTo>
                    <a:pt x="1" y="33"/>
                  </a:lnTo>
                  <a:lnTo>
                    <a:pt x="9" y="53"/>
                  </a:lnTo>
                  <a:lnTo>
                    <a:pt x="19" y="67"/>
                  </a:lnTo>
                  <a:lnTo>
                    <a:pt x="28" y="77"/>
                  </a:lnTo>
                  <a:lnTo>
                    <a:pt x="38" y="92"/>
                  </a:lnTo>
                  <a:lnTo>
                    <a:pt x="39" y="106"/>
                  </a:lnTo>
                  <a:lnTo>
                    <a:pt x="30" y="123"/>
                  </a:lnTo>
                  <a:lnTo>
                    <a:pt x="22" y="135"/>
                  </a:lnTo>
                  <a:lnTo>
                    <a:pt x="14" y="147"/>
                  </a:lnTo>
                  <a:lnTo>
                    <a:pt x="5" y="169"/>
                  </a:lnTo>
                  <a:lnTo>
                    <a:pt x="3" y="187"/>
                  </a:lnTo>
                  <a:lnTo>
                    <a:pt x="7" y="202"/>
                  </a:lnTo>
                  <a:lnTo>
                    <a:pt x="17" y="211"/>
                  </a:lnTo>
                  <a:lnTo>
                    <a:pt x="31" y="214"/>
                  </a:lnTo>
                  <a:lnTo>
                    <a:pt x="49" y="210"/>
                  </a:lnTo>
                  <a:lnTo>
                    <a:pt x="70" y="198"/>
                  </a:lnTo>
                  <a:lnTo>
                    <a:pt x="81" y="188"/>
                  </a:lnTo>
                  <a:lnTo>
                    <a:pt x="91" y="180"/>
                  </a:lnTo>
                  <a:lnTo>
                    <a:pt x="105" y="171"/>
                  </a:lnTo>
                  <a:lnTo>
                    <a:pt x="117" y="171"/>
                  </a:lnTo>
                  <a:lnTo>
                    <a:pt x="133" y="182"/>
                  </a:lnTo>
                  <a:lnTo>
                    <a:pt x="144" y="192"/>
                  </a:lnTo>
                  <a:lnTo>
                    <a:pt x="157" y="202"/>
                  </a:lnTo>
                  <a:lnTo>
                    <a:pt x="185" y="211"/>
                  </a:lnTo>
                  <a:lnTo>
                    <a:pt x="210" y="209"/>
                  </a:lnTo>
                  <a:lnTo>
                    <a:pt x="223" y="198"/>
                  </a:lnTo>
                  <a:lnTo>
                    <a:pt x="227" y="188"/>
                  </a:lnTo>
                  <a:lnTo>
                    <a:pt x="227" y="182"/>
                  </a:lnTo>
                  <a:lnTo>
                    <a:pt x="226" y="171"/>
                  </a:lnTo>
                  <a:lnTo>
                    <a:pt x="211" y="143"/>
                  </a:lnTo>
                  <a:lnTo>
                    <a:pt x="199" y="130"/>
                  </a:lnTo>
                  <a:lnTo>
                    <a:pt x="190" y="120"/>
                  </a:lnTo>
                  <a:lnTo>
                    <a:pt x="181" y="106"/>
                  </a:lnTo>
                  <a:lnTo>
                    <a:pt x="181" y="94"/>
                  </a:lnTo>
                  <a:lnTo>
                    <a:pt x="192" y="79"/>
                  </a:lnTo>
                  <a:lnTo>
                    <a:pt x="201" y="68"/>
                  </a:lnTo>
                  <a:lnTo>
                    <a:pt x="211" y="55"/>
                  </a:lnTo>
                  <a:lnTo>
                    <a:pt x="221" y="31"/>
                  </a:lnTo>
                  <a:lnTo>
                    <a:pt x="217" y="12"/>
                  </a:lnTo>
                  <a:lnTo>
                    <a:pt x="200" y="1"/>
                  </a:lnTo>
                  <a:lnTo>
                    <a:pt x="187" y="0"/>
                  </a:lnTo>
                  <a:lnTo>
                    <a:pt x="177" y="1"/>
                  </a:lnTo>
                  <a:lnTo>
                    <a:pt x="154" y="15"/>
                  </a:lnTo>
                  <a:lnTo>
                    <a:pt x="144" y="25"/>
                  </a:lnTo>
                  <a:lnTo>
                    <a:pt x="137" y="32"/>
                  </a:lnTo>
                  <a:lnTo>
                    <a:pt x="126" y="41"/>
                  </a:lnTo>
                  <a:lnTo>
                    <a:pt x="115" y="41"/>
                  </a:lnTo>
                  <a:lnTo>
                    <a:pt x="100" y="32"/>
                  </a:lnTo>
                  <a:lnTo>
                    <a:pt x="89" y="25"/>
                  </a:lnTo>
                  <a:lnTo>
                    <a:pt x="74" y="15"/>
                  </a:lnTo>
                  <a:lnTo>
                    <a:pt x="47" y="3"/>
                  </a:lnTo>
                  <a:lnTo>
                    <a:pt x="25" y="1"/>
                  </a:lnTo>
                  <a:lnTo>
                    <a:pt x="8" y="10"/>
                  </a:lnTo>
                  <a:lnTo>
                    <a:pt x="2"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7" name="Freeform 23">
              <a:extLst>
                <a:ext uri="{FF2B5EF4-FFF2-40B4-BE49-F238E27FC236}">
                  <a16:creationId xmlns:a16="http://schemas.microsoft.com/office/drawing/2014/main" id="{76205398-DFE4-289B-BA11-3D81567B9E36}"/>
                </a:ext>
              </a:extLst>
            </p:cNvPr>
            <p:cNvSpPr>
              <a:spLocks/>
            </p:cNvSpPr>
            <p:nvPr/>
          </p:nvSpPr>
          <p:spPr bwMode="auto">
            <a:xfrm>
              <a:off x="11349038" y="1058863"/>
              <a:ext cx="95250" cy="87313"/>
            </a:xfrm>
            <a:custGeom>
              <a:avLst/>
              <a:gdLst>
                <a:gd name="T0" fmla="*/ 8 w 227"/>
                <a:gd name="T1" fmla="*/ 17 h 213"/>
                <a:gd name="T2" fmla="*/ 6 w 227"/>
                <a:gd name="T3" fmla="*/ 21 h 213"/>
                <a:gd name="T4" fmla="*/ 7 w 227"/>
                <a:gd name="T5" fmla="*/ 32 h 213"/>
                <a:gd name="T6" fmla="*/ 15 w 227"/>
                <a:gd name="T7" fmla="*/ 53 h 213"/>
                <a:gd name="T8" fmla="*/ 27 w 227"/>
                <a:gd name="T9" fmla="*/ 67 h 213"/>
                <a:gd name="T10" fmla="*/ 36 w 227"/>
                <a:gd name="T11" fmla="*/ 78 h 213"/>
                <a:gd name="T12" fmla="*/ 46 w 227"/>
                <a:gd name="T13" fmla="*/ 93 h 213"/>
                <a:gd name="T14" fmla="*/ 46 w 227"/>
                <a:gd name="T15" fmla="*/ 105 h 213"/>
                <a:gd name="T16" fmla="*/ 37 w 227"/>
                <a:gd name="T17" fmla="*/ 119 h 213"/>
                <a:gd name="T18" fmla="*/ 28 w 227"/>
                <a:gd name="T19" fmla="*/ 129 h 213"/>
                <a:gd name="T20" fmla="*/ 16 w 227"/>
                <a:gd name="T21" fmla="*/ 142 h 213"/>
                <a:gd name="T22" fmla="*/ 1 w 227"/>
                <a:gd name="T23" fmla="*/ 170 h 213"/>
                <a:gd name="T24" fmla="*/ 0 w 227"/>
                <a:gd name="T25" fmla="*/ 181 h 213"/>
                <a:gd name="T26" fmla="*/ 0 w 227"/>
                <a:gd name="T27" fmla="*/ 187 h 213"/>
                <a:gd name="T28" fmla="*/ 5 w 227"/>
                <a:gd name="T29" fmla="*/ 197 h 213"/>
                <a:gd name="T30" fmla="*/ 17 w 227"/>
                <a:gd name="T31" fmla="*/ 208 h 213"/>
                <a:gd name="T32" fmla="*/ 42 w 227"/>
                <a:gd name="T33" fmla="*/ 210 h 213"/>
                <a:gd name="T34" fmla="*/ 70 w 227"/>
                <a:gd name="T35" fmla="*/ 201 h 213"/>
                <a:gd name="T36" fmla="*/ 83 w 227"/>
                <a:gd name="T37" fmla="*/ 191 h 213"/>
                <a:gd name="T38" fmla="*/ 94 w 227"/>
                <a:gd name="T39" fmla="*/ 181 h 213"/>
                <a:gd name="T40" fmla="*/ 110 w 227"/>
                <a:gd name="T41" fmla="*/ 170 h 213"/>
                <a:gd name="T42" fmla="*/ 122 w 227"/>
                <a:gd name="T43" fmla="*/ 170 h 213"/>
                <a:gd name="T44" fmla="*/ 137 w 227"/>
                <a:gd name="T45" fmla="*/ 179 h 213"/>
                <a:gd name="T46" fmla="*/ 147 w 227"/>
                <a:gd name="T47" fmla="*/ 187 h 213"/>
                <a:gd name="T48" fmla="*/ 158 w 227"/>
                <a:gd name="T49" fmla="*/ 197 h 213"/>
                <a:gd name="T50" fmla="*/ 178 w 227"/>
                <a:gd name="T51" fmla="*/ 209 h 213"/>
                <a:gd name="T52" fmla="*/ 196 w 227"/>
                <a:gd name="T53" fmla="*/ 213 h 213"/>
                <a:gd name="T54" fmla="*/ 211 w 227"/>
                <a:gd name="T55" fmla="*/ 210 h 213"/>
                <a:gd name="T56" fmla="*/ 220 w 227"/>
                <a:gd name="T57" fmla="*/ 201 h 213"/>
                <a:gd name="T58" fmla="*/ 224 w 227"/>
                <a:gd name="T59" fmla="*/ 186 h 213"/>
                <a:gd name="T60" fmla="*/ 222 w 227"/>
                <a:gd name="T61" fmla="*/ 168 h 213"/>
                <a:gd name="T62" fmla="*/ 213 w 227"/>
                <a:gd name="T63" fmla="*/ 146 h 213"/>
                <a:gd name="T64" fmla="*/ 205 w 227"/>
                <a:gd name="T65" fmla="*/ 134 h 213"/>
                <a:gd name="T66" fmla="*/ 197 w 227"/>
                <a:gd name="T67" fmla="*/ 122 h 213"/>
                <a:gd name="T68" fmla="*/ 189 w 227"/>
                <a:gd name="T69" fmla="*/ 105 h 213"/>
                <a:gd name="T70" fmla="*/ 190 w 227"/>
                <a:gd name="T71" fmla="*/ 91 h 213"/>
                <a:gd name="T72" fmla="*/ 200 w 227"/>
                <a:gd name="T73" fmla="*/ 76 h 213"/>
                <a:gd name="T74" fmla="*/ 208 w 227"/>
                <a:gd name="T75" fmla="*/ 66 h 213"/>
                <a:gd name="T76" fmla="*/ 219 w 227"/>
                <a:gd name="T77" fmla="*/ 52 h 213"/>
                <a:gd name="T78" fmla="*/ 227 w 227"/>
                <a:gd name="T79" fmla="*/ 32 h 213"/>
                <a:gd name="T80" fmla="*/ 227 w 227"/>
                <a:gd name="T81" fmla="*/ 21 h 213"/>
                <a:gd name="T82" fmla="*/ 225 w 227"/>
                <a:gd name="T83" fmla="*/ 17 h 213"/>
                <a:gd name="T84" fmla="*/ 218 w 227"/>
                <a:gd name="T85" fmla="*/ 8 h 213"/>
                <a:gd name="T86" fmla="*/ 196 w 227"/>
                <a:gd name="T87" fmla="*/ 0 h 213"/>
                <a:gd name="T88" fmla="*/ 169 w 227"/>
                <a:gd name="T89" fmla="*/ 2 h 213"/>
                <a:gd name="T90" fmla="*/ 143 w 227"/>
                <a:gd name="T91" fmla="*/ 14 h 213"/>
                <a:gd name="T92" fmla="*/ 133 w 227"/>
                <a:gd name="T93" fmla="*/ 24 h 213"/>
                <a:gd name="T94" fmla="*/ 126 w 227"/>
                <a:gd name="T95" fmla="*/ 32 h 213"/>
                <a:gd name="T96" fmla="*/ 115 w 227"/>
                <a:gd name="T97" fmla="*/ 41 h 213"/>
                <a:gd name="T98" fmla="*/ 105 w 227"/>
                <a:gd name="T99" fmla="*/ 41 h 213"/>
                <a:gd name="T100" fmla="*/ 92 w 227"/>
                <a:gd name="T101" fmla="*/ 32 h 213"/>
                <a:gd name="T102" fmla="*/ 83 w 227"/>
                <a:gd name="T103" fmla="*/ 24 h 213"/>
                <a:gd name="T104" fmla="*/ 72 w 227"/>
                <a:gd name="T105" fmla="*/ 14 h 213"/>
                <a:gd name="T106" fmla="*/ 50 w 227"/>
                <a:gd name="T107" fmla="*/ 2 h 213"/>
                <a:gd name="T108" fmla="*/ 30 w 227"/>
                <a:gd name="T109" fmla="*/ 0 h 213"/>
                <a:gd name="T110" fmla="*/ 14 w 227"/>
                <a:gd name="T111" fmla="*/ 9 h 213"/>
                <a:gd name="T112" fmla="*/ 8 w 227"/>
                <a:gd name="T113" fmla="*/ 17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27" h="213">
                  <a:moveTo>
                    <a:pt x="8" y="17"/>
                  </a:moveTo>
                  <a:lnTo>
                    <a:pt x="6" y="21"/>
                  </a:lnTo>
                  <a:lnTo>
                    <a:pt x="7" y="32"/>
                  </a:lnTo>
                  <a:lnTo>
                    <a:pt x="15" y="53"/>
                  </a:lnTo>
                  <a:lnTo>
                    <a:pt x="27" y="67"/>
                  </a:lnTo>
                  <a:lnTo>
                    <a:pt x="36" y="78"/>
                  </a:lnTo>
                  <a:lnTo>
                    <a:pt x="46" y="93"/>
                  </a:lnTo>
                  <a:lnTo>
                    <a:pt x="46" y="105"/>
                  </a:lnTo>
                  <a:lnTo>
                    <a:pt x="37" y="119"/>
                  </a:lnTo>
                  <a:lnTo>
                    <a:pt x="28" y="129"/>
                  </a:lnTo>
                  <a:lnTo>
                    <a:pt x="16" y="142"/>
                  </a:lnTo>
                  <a:lnTo>
                    <a:pt x="1" y="170"/>
                  </a:lnTo>
                  <a:lnTo>
                    <a:pt x="0" y="181"/>
                  </a:lnTo>
                  <a:lnTo>
                    <a:pt x="0" y="187"/>
                  </a:lnTo>
                  <a:lnTo>
                    <a:pt x="5" y="197"/>
                  </a:lnTo>
                  <a:lnTo>
                    <a:pt x="17" y="208"/>
                  </a:lnTo>
                  <a:lnTo>
                    <a:pt x="42" y="210"/>
                  </a:lnTo>
                  <a:lnTo>
                    <a:pt x="70" y="201"/>
                  </a:lnTo>
                  <a:lnTo>
                    <a:pt x="83" y="191"/>
                  </a:lnTo>
                  <a:lnTo>
                    <a:pt x="94" y="181"/>
                  </a:lnTo>
                  <a:lnTo>
                    <a:pt x="110" y="170"/>
                  </a:lnTo>
                  <a:lnTo>
                    <a:pt x="122" y="170"/>
                  </a:lnTo>
                  <a:lnTo>
                    <a:pt x="137" y="179"/>
                  </a:lnTo>
                  <a:lnTo>
                    <a:pt x="147" y="187"/>
                  </a:lnTo>
                  <a:lnTo>
                    <a:pt x="158" y="197"/>
                  </a:lnTo>
                  <a:lnTo>
                    <a:pt x="178" y="209"/>
                  </a:lnTo>
                  <a:lnTo>
                    <a:pt x="196" y="213"/>
                  </a:lnTo>
                  <a:lnTo>
                    <a:pt x="211" y="210"/>
                  </a:lnTo>
                  <a:lnTo>
                    <a:pt x="220" y="201"/>
                  </a:lnTo>
                  <a:lnTo>
                    <a:pt x="224" y="186"/>
                  </a:lnTo>
                  <a:lnTo>
                    <a:pt x="222" y="168"/>
                  </a:lnTo>
                  <a:lnTo>
                    <a:pt x="213" y="146"/>
                  </a:lnTo>
                  <a:lnTo>
                    <a:pt x="205" y="134"/>
                  </a:lnTo>
                  <a:lnTo>
                    <a:pt x="197" y="122"/>
                  </a:lnTo>
                  <a:lnTo>
                    <a:pt x="189" y="105"/>
                  </a:lnTo>
                  <a:lnTo>
                    <a:pt x="190" y="91"/>
                  </a:lnTo>
                  <a:lnTo>
                    <a:pt x="200" y="76"/>
                  </a:lnTo>
                  <a:lnTo>
                    <a:pt x="208" y="66"/>
                  </a:lnTo>
                  <a:lnTo>
                    <a:pt x="219" y="52"/>
                  </a:lnTo>
                  <a:lnTo>
                    <a:pt x="227" y="32"/>
                  </a:lnTo>
                  <a:lnTo>
                    <a:pt x="227" y="21"/>
                  </a:lnTo>
                  <a:lnTo>
                    <a:pt x="225" y="17"/>
                  </a:lnTo>
                  <a:lnTo>
                    <a:pt x="218" y="8"/>
                  </a:lnTo>
                  <a:lnTo>
                    <a:pt x="196" y="0"/>
                  </a:lnTo>
                  <a:lnTo>
                    <a:pt x="169" y="2"/>
                  </a:lnTo>
                  <a:lnTo>
                    <a:pt x="143" y="14"/>
                  </a:lnTo>
                  <a:lnTo>
                    <a:pt x="133" y="24"/>
                  </a:lnTo>
                  <a:lnTo>
                    <a:pt x="126" y="32"/>
                  </a:lnTo>
                  <a:lnTo>
                    <a:pt x="115" y="41"/>
                  </a:lnTo>
                  <a:lnTo>
                    <a:pt x="105" y="41"/>
                  </a:lnTo>
                  <a:lnTo>
                    <a:pt x="92" y="32"/>
                  </a:lnTo>
                  <a:lnTo>
                    <a:pt x="83" y="24"/>
                  </a:lnTo>
                  <a:lnTo>
                    <a:pt x="72" y="14"/>
                  </a:lnTo>
                  <a:lnTo>
                    <a:pt x="50" y="2"/>
                  </a:lnTo>
                  <a:lnTo>
                    <a:pt x="30" y="0"/>
                  </a:lnTo>
                  <a:lnTo>
                    <a:pt x="14" y="9"/>
                  </a:lnTo>
                  <a:lnTo>
                    <a:pt x="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8" name="Freeform 24">
              <a:extLst>
                <a:ext uri="{FF2B5EF4-FFF2-40B4-BE49-F238E27FC236}">
                  <a16:creationId xmlns:a16="http://schemas.microsoft.com/office/drawing/2014/main" id="{88A93F07-8E75-0E9E-7613-406CD449DE70}"/>
                </a:ext>
              </a:extLst>
            </p:cNvPr>
            <p:cNvSpPr>
              <a:spLocks/>
            </p:cNvSpPr>
            <p:nvPr/>
          </p:nvSpPr>
          <p:spPr bwMode="auto">
            <a:xfrm>
              <a:off x="10863263" y="1341438"/>
              <a:ext cx="103188" cy="34925"/>
            </a:xfrm>
            <a:custGeom>
              <a:avLst/>
              <a:gdLst>
                <a:gd name="T0" fmla="*/ 3 w 250"/>
                <a:gd name="T1" fmla="*/ 24 h 84"/>
                <a:gd name="T2" fmla="*/ 1 w 250"/>
                <a:gd name="T3" fmla="*/ 31 h 84"/>
                <a:gd name="T4" fmla="*/ 0 w 250"/>
                <a:gd name="T5" fmla="*/ 44 h 84"/>
                <a:gd name="T6" fmla="*/ 5 w 250"/>
                <a:gd name="T7" fmla="*/ 55 h 84"/>
                <a:gd name="T8" fmla="*/ 15 w 250"/>
                <a:gd name="T9" fmla="*/ 65 h 84"/>
                <a:gd name="T10" fmla="*/ 39 w 250"/>
                <a:gd name="T11" fmla="*/ 76 h 84"/>
                <a:gd name="T12" fmla="*/ 91 w 250"/>
                <a:gd name="T13" fmla="*/ 83 h 84"/>
                <a:gd name="T14" fmla="*/ 125 w 250"/>
                <a:gd name="T15" fmla="*/ 84 h 84"/>
                <a:gd name="T16" fmla="*/ 159 w 250"/>
                <a:gd name="T17" fmla="*/ 83 h 84"/>
                <a:gd name="T18" fmla="*/ 211 w 250"/>
                <a:gd name="T19" fmla="*/ 76 h 84"/>
                <a:gd name="T20" fmla="*/ 235 w 250"/>
                <a:gd name="T21" fmla="*/ 65 h 84"/>
                <a:gd name="T22" fmla="*/ 245 w 250"/>
                <a:gd name="T23" fmla="*/ 55 h 84"/>
                <a:gd name="T24" fmla="*/ 250 w 250"/>
                <a:gd name="T25" fmla="*/ 44 h 84"/>
                <a:gd name="T26" fmla="*/ 249 w 250"/>
                <a:gd name="T27" fmla="*/ 31 h 84"/>
                <a:gd name="T28" fmla="*/ 247 w 250"/>
                <a:gd name="T29" fmla="*/ 24 h 84"/>
                <a:gd name="T30" fmla="*/ 243 w 250"/>
                <a:gd name="T31" fmla="*/ 18 h 84"/>
                <a:gd name="T32" fmla="*/ 227 w 250"/>
                <a:gd name="T33" fmla="*/ 9 h 84"/>
                <a:gd name="T34" fmla="*/ 179 w 250"/>
                <a:gd name="T35" fmla="*/ 1 h 84"/>
                <a:gd name="T36" fmla="*/ 125 w 250"/>
                <a:gd name="T37" fmla="*/ 0 h 84"/>
                <a:gd name="T38" fmla="*/ 71 w 250"/>
                <a:gd name="T39" fmla="*/ 1 h 84"/>
                <a:gd name="T40" fmla="*/ 23 w 250"/>
                <a:gd name="T41" fmla="*/ 9 h 84"/>
                <a:gd name="T42" fmla="*/ 7 w 250"/>
                <a:gd name="T43" fmla="*/ 18 h 84"/>
                <a:gd name="T44" fmla="*/ 3 w 250"/>
                <a:gd name="T45" fmla="*/ 2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50" h="84">
                  <a:moveTo>
                    <a:pt x="3" y="24"/>
                  </a:moveTo>
                  <a:lnTo>
                    <a:pt x="1" y="31"/>
                  </a:lnTo>
                  <a:lnTo>
                    <a:pt x="0" y="44"/>
                  </a:lnTo>
                  <a:lnTo>
                    <a:pt x="5" y="55"/>
                  </a:lnTo>
                  <a:lnTo>
                    <a:pt x="15" y="65"/>
                  </a:lnTo>
                  <a:lnTo>
                    <a:pt x="39" y="76"/>
                  </a:lnTo>
                  <a:lnTo>
                    <a:pt x="91" y="83"/>
                  </a:lnTo>
                  <a:lnTo>
                    <a:pt x="125" y="84"/>
                  </a:lnTo>
                  <a:lnTo>
                    <a:pt x="159" y="83"/>
                  </a:lnTo>
                  <a:lnTo>
                    <a:pt x="211" y="76"/>
                  </a:lnTo>
                  <a:lnTo>
                    <a:pt x="235" y="65"/>
                  </a:lnTo>
                  <a:lnTo>
                    <a:pt x="245" y="55"/>
                  </a:lnTo>
                  <a:lnTo>
                    <a:pt x="250" y="44"/>
                  </a:lnTo>
                  <a:lnTo>
                    <a:pt x="249" y="31"/>
                  </a:lnTo>
                  <a:lnTo>
                    <a:pt x="247" y="24"/>
                  </a:lnTo>
                  <a:lnTo>
                    <a:pt x="243" y="18"/>
                  </a:lnTo>
                  <a:lnTo>
                    <a:pt x="227" y="9"/>
                  </a:lnTo>
                  <a:lnTo>
                    <a:pt x="179" y="1"/>
                  </a:lnTo>
                  <a:lnTo>
                    <a:pt x="125" y="0"/>
                  </a:lnTo>
                  <a:lnTo>
                    <a:pt x="71" y="1"/>
                  </a:lnTo>
                  <a:lnTo>
                    <a:pt x="23" y="9"/>
                  </a:lnTo>
                  <a:lnTo>
                    <a:pt x="7" y="18"/>
                  </a:lnTo>
                  <a:lnTo>
                    <a:pt x="3"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9" name="Freeform 25">
              <a:extLst>
                <a:ext uri="{FF2B5EF4-FFF2-40B4-BE49-F238E27FC236}">
                  <a16:creationId xmlns:a16="http://schemas.microsoft.com/office/drawing/2014/main" id="{90ABC512-B015-EAC6-F122-4D5B431AF907}"/>
                </a:ext>
              </a:extLst>
            </p:cNvPr>
            <p:cNvSpPr>
              <a:spLocks noEditPoints="1"/>
            </p:cNvSpPr>
            <p:nvPr/>
          </p:nvSpPr>
          <p:spPr bwMode="auto">
            <a:xfrm>
              <a:off x="11563351" y="1266826"/>
              <a:ext cx="180975" cy="179388"/>
            </a:xfrm>
            <a:custGeom>
              <a:avLst/>
              <a:gdLst>
                <a:gd name="T0" fmla="*/ 93 w 436"/>
                <a:gd name="T1" fmla="*/ 42 h 435"/>
                <a:gd name="T2" fmla="*/ 19 w 436"/>
                <a:gd name="T3" fmla="*/ 137 h 435"/>
                <a:gd name="T4" fmla="*/ 0 w 436"/>
                <a:gd name="T5" fmla="*/ 222 h 435"/>
                <a:gd name="T6" fmla="*/ 18 w 436"/>
                <a:gd name="T7" fmla="*/ 298 h 435"/>
                <a:gd name="T8" fmla="*/ 86 w 436"/>
                <a:gd name="T9" fmla="*/ 391 h 435"/>
                <a:gd name="T10" fmla="*/ 125 w 436"/>
                <a:gd name="T11" fmla="*/ 417 h 435"/>
                <a:gd name="T12" fmla="*/ 207 w 436"/>
                <a:gd name="T13" fmla="*/ 435 h 435"/>
                <a:gd name="T14" fmla="*/ 294 w 436"/>
                <a:gd name="T15" fmla="*/ 421 h 435"/>
                <a:gd name="T16" fmla="*/ 370 w 436"/>
                <a:gd name="T17" fmla="*/ 378 h 435"/>
                <a:gd name="T18" fmla="*/ 408 w 436"/>
                <a:gd name="T19" fmla="*/ 330 h 435"/>
                <a:gd name="T20" fmla="*/ 430 w 436"/>
                <a:gd name="T21" fmla="*/ 275 h 435"/>
                <a:gd name="T22" fmla="*/ 436 w 436"/>
                <a:gd name="T23" fmla="*/ 202 h 435"/>
                <a:gd name="T24" fmla="*/ 420 w 436"/>
                <a:gd name="T25" fmla="*/ 135 h 435"/>
                <a:gd name="T26" fmla="*/ 385 w 436"/>
                <a:gd name="T27" fmla="*/ 78 h 435"/>
                <a:gd name="T28" fmla="*/ 336 w 436"/>
                <a:gd name="T29" fmla="*/ 34 h 435"/>
                <a:gd name="T30" fmla="*/ 276 w 436"/>
                <a:gd name="T31" fmla="*/ 6 h 435"/>
                <a:gd name="T32" fmla="*/ 208 w 436"/>
                <a:gd name="T33" fmla="*/ 0 h 435"/>
                <a:gd name="T34" fmla="*/ 136 w 436"/>
                <a:gd name="T35" fmla="*/ 18 h 435"/>
                <a:gd name="T36" fmla="*/ 310 w 436"/>
                <a:gd name="T37" fmla="*/ 120 h 435"/>
                <a:gd name="T38" fmla="*/ 346 w 436"/>
                <a:gd name="T39" fmla="*/ 167 h 435"/>
                <a:gd name="T40" fmla="*/ 357 w 436"/>
                <a:gd name="T41" fmla="*/ 238 h 435"/>
                <a:gd name="T42" fmla="*/ 330 w 436"/>
                <a:gd name="T43" fmla="*/ 305 h 435"/>
                <a:gd name="T44" fmla="*/ 270 w 436"/>
                <a:gd name="T45" fmla="*/ 350 h 435"/>
                <a:gd name="T46" fmla="*/ 225 w 436"/>
                <a:gd name="T47" fmla="*/ 359 h 435"/>
                <a:gd name="T48" fmla="*/ 141 w 436"/>
                <a:gd name="T49" fmla="*/ 334 h 435"/>
                <a:gd name="T50" fmla="*/ 91 w 436"/>
                <a:gd name="T51" fmla="*/ 267 h 435"/>
                <a:gd name="T52" fmla="*/ 88 w 436"/>
                <a:gd name="T53" fmla="*/ 182 h 435"/>
                <a:gd name="T54" fmla="*/ 125 w 436"/>
                <a:gd name="T55" fmla="*/ 122 h 435"/>
                <a:gd name="T56" fmla="*/ 156 w 436"/>
                <a:gd name="T57" fmla="*/ 97 h 435"/>
                <a:gd name="T58" fmla="*/ 202 w 436"/>
                <a:gd name="T59" fmla="*/ 82 h 435"/>
                <a:gd name="T60" fmla="*/ 251 w 436"/>
                <a:gd name="T61" fmla="*/ 87 h 435"/>
                <a:gd name="T62" fmla="*/ 310 w 436"/>
                <a:gd name="T63" fmla="*/ 120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6" h="435">
                  <a:moveTo>
                    <a:pt x="118" y="27"/>
                  </a:moveTo>
                  <a:lnTo>
                    <a:pt x="93" y="42"/>
                  </a:lnTo>
                  <a:lnTo>
                    <a:pt x="51" y="84"/>
                  </a:lnTo>
                  <a:lnTo>
                    <a:pt x="19" y="137"/>
                  </a:lnTo>
                  <a:lnTo>
                    <a:pt x="1" y="194"/>
                  </a:lnTo>
                  <a:lnTo>
                    <a:pt x="0" y="222"/>
                  </a:lnTo>
                  <a:lnTo>
                    <a:pt x="1" y="246"/>
                  </a:lnTo>
                  <a:lnTo>
                    <a:pt x="18" y="298"/>
                  </a:lnTo>
                  <a:lnTo>
                    <a:pt x="48" y="348"/>
                  </a:lnTo>
                  <a:lnTo>
                    <a:pt x="86" y="391"/>
                  </a:lnTo>
                  <a:lnTo>
                    <a:pt x="108" y="407"/>
                  </a:lnTo>
                  <a:lnTo>
                    <a:pt x="125" y="417"/>
                  </a:lnTo>
                  <a:lnTo>
                    <a:pt x="165" y="431"/>
                  </a:lnTo>
                  <a:lnTo>
                    <a:pt x="207" y="435"/>
                  </a:lnTo>
                  <a:lnTo>
                    <a:pt x="251" y="432"/>
                  </a:lnTo>
                  <a:lnTo>
                    <a:pt x="294" y="421"/>
                  </a:lnTo>
                  <a:lnTo>
                    <a:pt x="335" y="403"/>
                  </a:lnTo>
                  <a:lnTo>
                    <a:pt x="370" y="378"/>
                  </a:lnTo>
                  <a:lnTo>
                    <a:pt x="398" y="348"/>
                  </a:lnTo>
                  <a:lnTo>
                    <a:pt x="408" y="330"/>
                  </a:lnTo>
                  <a:lnTo>
                    <a:pt x="417" y="312"/>
                  </a:lnTo>
                  <a:lnTo>
                    <a:pt x="430" y="275"/>
                  </a:lnTo>
                  <a:lnTo>
                    <a:pt x="436" y="238"/>
                  </a:lnTo>
                  <a:lnTo>
                    <a:pt x="436" y="202"/>
                  </a:lnTo>
                  <a:lnTo>
                    <a:pt x="430" y="168"/>
                  </a:lnTo>
                  <a:lnTo>
                    <a:pt x="420" y="135"/>
                  </a:lnTo>
                  <a:lnTo>
                    <a:pt x="405" y="105"/>
                  </a:lnTo>
                  <a:lnTo>
                    <a:pt x="385" y="78"/>
                  </a:lnTo>
                  <a:lnTo>
                    <a:pt x="362" y="54"/>
                  </a:lnTo>
                  <a:lnTo>
                    <a:pt x="336" y="34"/>
                  </a:lnTo>
                  <a:lnTo>
                    <a:pt x="307" y="18"/>
                  </a:lnTo>
                  <a:lnTo>
                    <a:pt x="276" y="6"/>
                  </a:lnTo>
                  <a:lnTo>
                    <a:pt x="243" y="0"/>
                  </a:lnTo>
                  <a:lnTo>
                    <a:pt x="208" y="0"/>
                  </a:lnTo>
                  <a:lnTo>
                    <a:pt x="172" y="6"/>
                  </a:lnTo>
                  <a:lnTo>
                    <a:pt x="136" y="18"/>
                  </a:lnTo>
                  <a:lnTo>
                    <a:pt x="118" y="27"/>
                  </a:lnTo>
                  <a:close/>
                  <a:moveTo>
                    <a:pt x="310" y="120"/>
                  </a:moveTo>
                  <a:lnTo>
                    <a:pt x="325" y="135"/>
                  </a:lnTo>
                  <a:lnTo>
                    <a:pt x="346" y="167"/>
                  </a:lnTo>
                  <a:lnTo>
                    <a:pt x="357" y="202"/>
                  </a:lnTo>
                  <a:lnTo>
                    <a:pt x="357" y="238"/>
                  </a:lnTo>
                  <a:lnTo>
                    <a:pt x="348" y="273"/>
                  </a:lnTo>
                  <a:lnTo>
                    <a:pt x="330" y="305"/>
                  </a:lnTo>
                  <a:lnTo>
                    <a:pt x="304" y="331"/>
                  </a:lnTo>
                  <a:lnTo>
                    <a:pt x="270" y="350"/>
                  </a:lnTo>
                  <a:lnTo>
                    <a:pt x="250" y="355"/>
                  </a:lnTo>
                  <a:lnTo>
                    <a:pt x="225" y="359"/>
                  </a:lnTo>
                  <a:lnTo>
                    <a:pt x="180" y="354"/>
                  </a:lnTo>
                  <a:lnTo>
                    <a:pt x="141" y="334"/>
                  </a:lnTo>
                  <a:lnTo>
                    <a:pt x="111" y="304"/>
                  </a:lnTo>
                  <a:lnTo>
                    <a:pt x="91" y="267"/>
                  </a:lnTo>
                  <a:lnTo>
                    <a:pt x="83" y="225"/>
                  </a:lnTo>
                  <a:lnTo>
                    <a:pt x="88" y="182"/>
                  </a:lnTo>
                  <a:lnTo>
                    <a:pt x="108" y="141"/>
                  </a:lnTo>
                  <a:lnTo>
                    <a:pt x="125" y="122"/>
                  </a:lnTo>
                  <a:lnTo>
                    <a:pt x="135" y="112"/>
                  </a:lnTo>
                  <a:lnTo>
                    <a:pt x="156" y="97"/>
                  </a:lnTo>
                  <a:lnTo>
                    <a:pt x="178" y="87"/>
                  </a:lnTo>
                  <a:lnTo>
                    <a:pt x="202" y="82"/>
                  </a:lnTo>
                  <a:lnTo>
                    <a:pt x="226" y="82"/>
                  </a:lnTo>
                  <a:lnTo>
                    <a:pt x="251" y="87"/>
                  </a:lnTo>
                  <a:lnTo>
                    <a:pt x="287" y="103"/>
                  </a:lnTo>
                  <a:lnTo>
                    <a:pt x="310" y="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40" name="Group 39">
            <a:extLst>
              <a:ext uri="{FF2B5EF4-FFF2-40B4-BE49-F238E27FC236}">
                <a16:creationId xmlns:a16="http://schemas.microsoft.com/office/drawing/2014/main" id="{BB8645EC-D6EF-AC73-2757-58D6282E6083}"/>
              </a:ext>
            </a:extLst>
          </p:cNvPr>
          <p:cNvGrpSpPr>
            <a:grpSpLocks noChangeAspect="1"/>
          </p:cNvGrpSpPr>
          <p:nvPr/>
        </p:nvGrpSpPr>
        <p:grpSpPr>
          <a:xfrm>
            <a:off x="9959284" y="2372365"/>
            <a:ext cx="478599" cy="480913"/>
            <a:chOff x="10656888" y="4908551"/>
            <a:chExt cx="1312863" cy="1319213"/>
          </a:xfrm>
          <a:solidFill>
            <a:schemeClr val="bg1"/>
          </a:solidFill>
        </p:grpSpPr>
        <p:sp>
          <p:nvSpPr>
            <p:cNvPr id="41" name="Freeform 608">
              <a:extLst>
                <a:ext uri="{FF2B5EF4-FFF2-40B4-BE49-F238E27FC236}">
                  <a16:creationId xmlns:a16="http://schemas.microsoft.com/office/drawing/2014/main" id="{83B692A6-BB54-6909-3238-8913FEE187CD}"/>
                </a:ext>
              </a:extLst>
            </p:cNvPr>
            <p:cNvSpPr>
              <a:spLocks noEditPoints="1"/>
            </p:cNvSpPr>
            <p:nvPr/>
          </p:nvSpPr>
          <p:spPr bwMode="auto">
            <a:xfrm>
              <a:off x="10671176" y="4908551"/>
              <a:ext cx="1298575" cy="933450"/>
            </a:xfrm>
            <a:custGeom>
              <a:avLst/>
              <a:gdLst>
                <a:gd name="T0" fmla="*/ 10 w 3182"/>
                <a:gd name="T1" fmla="*/ 1887 h 2285"/>
                <a:gd name="T2" fmla="*/ 1191 w 3182"/>
                <a:gd name="T3" fmla="*/ 2065 h 2285"/>
                <a:gd name="T4" fmla="*/ 1328 w 3182"/>
                <a:gd name="T5" fmla="*/ 2053 h 2285"/>
                <a:gd name="T6" fmla="*/ 1488 w 3182"/>
                <a:gd name="T7" fmla="*/ 2105 h 2285"/>
                <a:gd name="T8" fmla="*/ 1698 w 3182"/>
                <a:gd name="T9" fmla="*/ 2280 h 2285"/>
                <a:gd name="T10" fmla="*/ 1919 w 3182"/>
                <a:gd name="T11" fmla="*/ 2101 h 2285"/>
                <a:gd name="T12" fmla="*/ 2166 w 3182"/>
                <a:gd name="T13" fmla="*/ 2100 h 2285"/>
                <a:gd name="T14" fmla="*/ 2335 w 3182"/>
                <a:gd name="T15" fmla="*/ 1825 h 2285"/>
                <a:gd name="T16" fmla="*/ 2206 w 3182"/>
                <a:gd name="T17" fmla="*/ 1707 h 2285"/>
                <a:gd name="T18" fmla="*/ 2424 w 3182"/>
                <a:gd name="T19" fmla="*/ 1690 h 2285"/>
                <a:gd name="T20" fmla="*/ 2871 w 3182"/>
                <a:gd name="T21" fmla="*/ 1654 h 2285"/>
                <a:gd name="T22" fmla="*/ 3116 w 3182"/>
                <a:gd name="T23" fmla="*/ 1405 h 2285"/>
                <a:gd name="T24" fmla="*/ 3179 w 3182"/>
                <a:gd name="T25" fmla="*/ 1067 h 2285"/>
                <a:gd name="T26" fmla="*/ 3035 w 3182"/>
                <a:gd name="T27" fmla="*/ 749 h 2285"/>
                <a:gd name="T28" fmla="*/ 2671 w 3182"/>
                <a:gd name="T29" fmla="*/ 557 h 2285"/>
                <a:gd name="T30" fmla="*/ 2223 w 3182"/>
                <a:gd name="T31" fmla="*/ 696 h 2285"/>
                <a:gd name="T32" fmla="*/ 2021 w 3182"/>
                <a:gd name="T33" fmla="*/ 1112 h 2285"/>
                <a:gd name="T34" fmla="*/ 1931 w 3182"/>
                <a:gd name="T35" fmla="*/ 1193 h 2285"/>
                <a:gd name="T36" fmla="*/ 1860 w 3182"/>
                <a:gd name="T37" fmla="*/ 992 h 2285"/>
                <a:gd name="T38" fmla="*/ 1638 w 3182"/>
                <a:gd name="T39" fmla="*/ 0 h 2285"/>
                <a:gd name="T40" fmla="*/ 1634 w 3182"/>
                <a:gd name="T41" fmla="*/ 112 h 2285"/>
                <a:gd name="T42" fmla="*/ 1582 w 3182"/>
                <a:gd name="T43" fmla="*/ 984 h 2285"/>
                <a:gd name="T44" fmla="*/ 1512 w 3182"/>
                <a:gd name="T45" fmla="*/ 1143 h 2285"/>
                <a:gd name="T46" fmla="*/ 1291 w 3182"/>
                <a:gd name="T47" fmla="*/ 1203 h 2285"/>
                <a:gd name="T48" fmla="*/ 1112 w 3182"/>
                <a:gd name="T49" fmla="*/ 1350 h 2285"/>
                <a:gd name="T50" fmla="*/ 1103 w 3182"/>
                <a:gd name="T51" fmla="*/ 1499 h 2285"/>
                <a:gd name="T52" fmla="*/ 1185 w 3182"/>
                <a:gd name="T53" fmla="*/ 1638 h 2285"/>
                <a:gd name="T54" fmla="*/ 1098 w 3182"/>
                <a:gd name="T55" fmla="*/ 1786 h 2285"/>
                <a:gd name="T56" fmla="*/ 1085 w 3182"/>
                <a:gd name="T57" fmla="*/ 1890 h 2285"/>
                <a:gd name="T58" fmla="*/ 146 w 3182"/>
                <a:gd name="T59" fmla="*/ 1886 h 2285"/>
                <a:gd name="T60" fmla="*/ 101 w 3182"/>
                <a:gd name="T61" fmla="*/ 1198 h 2285"/>
                <a:gd name="T62" fmla="*/ 1521 w 3182"/>
                <a:gd name="T63" fmla="*/ 90 h 2285"/>
                <a:gd name="T64" fmla="*/ 2993 w 3182"/>
                <a:gd name="T65" fmla="*/ 840 h 2285"/>
                <a:gd name="T66" fmla="*/ 3078 w 3182"/>
                <a:gd name="T67" fmla="*/ 1252 h 2285"/>
                <a:gd name="T68" fmla="*/ 2922 w 3182"/>
                <a:gd name="T69" fmla="*/ 1509 h 2285"/>
                <a:gd name="T70" fmla="*/ 2638 w 3182"/>
                <a:gd name="T71" fmla="*/ 1630 h 2285"/>
                <a:gd name="T72" fmla="*/ 2357 w 3182"/>
                <a:gd name="T73" fmla="*/ 1566 h 2285"/>
                <a:gd name="T74" fmla="*/ 2319 w 3182"/>
                <a:gd name="T75" fmla="*/ 1473 h 2285"/>
                <a:gd name="T76" fmla="*/ 2209 w 3182"/>
                <a:gd name="T77" fmla="*/ 1232 h 2285"/>
                <a:gd name="T78" fmla="*/ 2102 w 3182"/>
                <a:gd name="T79" fmla="*/ 1161 h 2285"/>
                <a:gd name="T80" fmla="*/ 2192 w 3182"/>
                <a:gd name="T81" fmla="*/ 865 h 2285"/>
                <a:gd name="T82" fmla="*/ 2466 w 3182"/>
                <a:gd name="T83" fmla="*/ 663 h 2285"/>
                <a:gd name="T84" fmla="*/ 2816 w 3182"/>
                <a:gd name="T85" fmla="*/ 692 h 2285"/>
                <a:gd name="T86" fmla="*/ 1828 w 3182"/>
                <a:gd name="T87" fmla="*/ 1235 h 2285"/>
                <a:gd name="T88" fmla="*/ 2078 w 3182"/>
                <a:gd name="T89" fmla="*/ 1318 h 2285"/>
                <a:gd name="T90" fmla="*/ 2215 w 3182"/>
                <a:gd name="T91" fmla="*/ 1433 h 2285"/>
                <a:gd name="T92" fmla="*/ 2117 w 3182"/>
                <a:gd name="T93" fmla="*/ 1535 h 2285"/>
                <a:gd name="T94" fmla="*/ 2146 w 3182"/>
                <a:gd name="T95" fmla="*/ 1794 h 2285"/>
                <a:gd name="T96" fmla="*/ 2164 w 3182"/>
                <a:gd name="T97" fmla="*/ 1961 h 2285"/>
                <a:gd name="T98" fmla="*/ 1971 w 3182"/>
                <a:gd name="T99" fmla="*/ 1962 h 2285"/>
                <a:gd name="T100" fmla="*/ 1783 w 3182"/>
                <a:gd name="T101" fmla="*/ 2115 h 2285"/>
                <a:gd name="T102" fmla="*/ 1603 w 3182"/>
                <a:gd name="T103" fmla="*/ 2106 h 2285"/>
                <a:gd name="T104" fmla="*/ 1464 w 3182"/>
                <a:gd name="T105" fmla="*/ 1991 h 2285"/>
                <a:gd name="T106" fmla="*/ 1254 w 3182"/>
                <a:gd name="T107" fmla="*/ 1987 h 2285"/>
                <a:gd name="T108" fmla="*/ 1180 w 3182"/>
                <a:gd name="T109" fmla="*/ 1836 h 2285"/>
                <a:gd name="T110" fmla="*/ 1277 w 3182"/>
                <a:gd name="T111" fmla="*/ 1684 h 2285"/>
                <a:gd name="T112" fmla="*/ 1168 w 3182"/>
                <a:gd name="T113" fmla="*/ 1437 h 2285"/>
                <a:gd name="T114" fmla="*/ 1286 w 3182"/>
                <a:gd name="T115" fmla="*/ 1301 h 2285"/>
                <a:gd name="T116" fmla="*/ 1546 w 3182"/>
                <a:gd name="T117" fmla="*/ 1248 h 2285"/>
                <a:gd name="T118" fmla="*/ 1601 w 3182"/>
                <a:gd name="T119" fmla="*/ 1083 h 2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182" h="2285">
                  <a:moveTo>
                    <a:pt x="391" y="87"/>
                  </a:moveTo>
                  <a:lnTo>
                    <a:pt x="291" y="193"/>
                  </a:lnTo>
                  <a:lnTo>
                    <a:pt x="155" y="347"/>
                  </a:lnTo>
                  <a:lnTo>
                    <a:pt x="0" y="518"/>
                  </a:lnTo>
                  <a:lnTo>
                    <a:pt x="5" y="1202"/>
                  </a:lnTo>
                  <a:lnTo>
                    <a:pt x="10" y="1887"/>
                  </a:lnTo>
                  <a:lnTo>
                    <a:pt x="65" y="1935"/>
                  </a:lnTo>
                  <a:lnTo>
                    <a:pt x="118" y="1983"/>
                  </a:lnTo>
                  <a:lnTo>
                    <a:pt x="633" y="1983"/>
                  </a:lnTo>
                  <a:lnTo>
                    <a:pt x="1146" y="1983"/>
                  </a:lnTo>
                  <a:lnTo>
                    <a:pt x="1178" y="2042"/>
                  </a:lnTo>
                  <a:lnTo>
                    <a:pt x="1191" y="2065"/>
                  </a:lnTo>
                  <a:lnTo>
                    <a:pt x="1208" y="2087"/>
                  </a:lnTo>
                  <a:lnTo>
                    <a:pt x="1220" y="2095"/>
                  </a:lnTo>
                  <a:lnTo>
                    <a:pt x="1241" y="2097"/>
                  </a:lnTo>
                  <a:lnTo>
                    <a:pt x="1280" y="2081"/>
                  </a:lnTo>
                  <a:lnTo>
                    <a:pt x="1308" y="2065"/>
                  </a:lnTo>
                  <a:lnTo>
                    <a:pt x="1328" y="2053"/>
                  </a:lnTo>
                  <a:lnTo>
                    <a:pt x="1355" y="2041"/>
                  </a:lnTo>
                  <a:lnTo>
                    <a:pt x="1375" y="2040"/>
                  </a:lnTo>
                  <a:lnTo>
                    <a:pt x="1397" y="2052"/>
                  </a:lnTo>
                  <a:lnTo>
                    <a:pt x="1413" y="2063"/>
                  </a:lnTo>
                  <a:lnTo>
                    <a:pt x="1456" y="2089"/>
                  </a:lnTo>
                  <a:lnTo>
                    <a:pt x="1488" y="2105"/>
                  </a:lnTo>
                  <a:lnTo>
                    <a:pt x="1495" y="2108"/>
                  </a:lnTo>
                  <a:lnTo>
                    <a:pt x="1507" y="2121"/>
                  </a:lnTo>
                  <a:lnTo>
                    <a:pt x="1518" y="2156"/>
                  </a:lnTo>
                  <a:lnTo>
                    <a:pt x="1521" y="2195"/>
                  </a:lnTo>
                  <a:lnTo>
                    <a:pt x="1526" y="2275"/>
                  </a:lnTo>
                  <a:lnTo>
                    <a:pt x="1698" y="2280"/>
                  </a:lnTo>
                  <a:lnTo>
                    <a:pt x="1868" y="2285"/>
                  </a:lnTo>
                  <a:lnTo>
                    <a:pt x="1868" y="2210"/>
                  </a:lnTo>
                  <a:lnTo>
                    <a:pt x="1868" y="2186"/>
                  </a:lnTo>
                  <a:lnTo>
                    <a:pt x="1873" y="2152"/>
                  </a:lnTo>
                  <a:lnTo>
                    <a:pt x="1888" y="2127"/>
                  </a:lnTo>
                  <a:lnTo>
                    <a:pt x="1919" y="2101"/>
                  </a:lnTo>
                  <a:lnTo>
                    <a:pt x="1943" y="2085"/>
                  </a:lnTo>
                  <a:lnTo>
                    <a:pt x="2020" y="2033"/>
                  </a:lnTo>
                  <a:lnTo>
                    <a:pt x="2085" y="2067"/>
                  </a:lnTo>
                  <a:lnTo>
                    <a:pt x="2112" y="2080"/>
                  </a:lnTo>
                  <a:lnTo>
                    <a:pt x="2157" y="2098"/>
                  </a:lnTo>
                  <a:lnTo>
                    <a:pt x="2166" y="2100"/>
                  </a:lnTo>
                  <a:lnTo>
                    <a:pt x="2171" y="2098"/>
                  </a:lnTo>
                  <a:lnTo>
                    <a:pt x="2188" y="2078"/>
                  </a:lnTo>
                  <a:lnTo>
                    <a:pt x="2227" y="2022"/>
                  </a:lnTo>
                  <a:lnTo>
                    <a:pt x="2287" y="1925"/>
                  </a:lnTo>
                  <a:lnTo>
                    <a:pt x="2330" y="1843"/>
                  </a:lnTo>
                  <a:lnTo>
                    <a:pt x="2335" y="1825"/>
                  </a:lnTo>
                  <a:lnTo>
                    <a:pt x="2331" y="1816"/>
                  </a:lnTo>
                  <a:lnTo>
                    <a:pt x="2295" y="1784"/>
                  </a:lnTo>
                  <a:lnTo>
                    <a:pt x="2268" y="1767"/>
                  </a:lnTo>
                  <a:lnTo>
                    <a:pt x="2247" y="1753"/>
                  </a:lnTo>
                  <a:lnTo>
                    <a:pt x="2219" y="1731"/>
                  </a:lnTo>
                  <a:lnTo>
                    <a:pt x="2206" y="1707"/>
                  </a:lnTo>
                  <a:lnTo>
                    <a:pt x="2201" y="1672"/>
                  </a:lnTo>
                  <a:lnTo>
                    <a:pt x="2201" y="1647"/>
                  </a:lnTo>
                  <a:lnTo>
                    <a:pt x="2201" y="1568"/>
                  </a:lnTo>
                  <a:lnTo>
                    <a:pt x="2296" y="1627"/>
                  </a:lnTo>
                  <a:lnTo>
                    <a:pt x="2342" y="1653"/>
                  </a:lnTo>
                  <a:lnTo>
                    <a:pt x="2424" y="1690"/>
                  </a:lnTo>
                  <a:lnTo>
                    <a:pt x="2504" y="1710"/>
                  </a:lnTo>
                  <a:lnTo>
                    <a:pt x="2592" y="1716"/>
                  </a:lnTo>
                  <a:lnTo>
                    <a:pt x="2643" y="1713"/>
                  </a:lnTo>
                  <a:lnTo>
                    <a:pt x="2694" y="1709"/>
                  </a:lnTo>
                  <a:lnTo>
                    <a:pt x="2788" y="1689"/>
                  </a:lnTo>
                  <a:lnTo>
                    <a:pt x="2871" y="1654"/>
                  </a:lnTo>
                  <a:lnTo>
                    <a:pt x="2948" y="1605"/>
                  </a:lnTo>
                  <a:lnTo>
                    <a:pt x="2985" y="1573"/>
                  </a:lnTo>
                  <a:lnTo>
                    <a:pt x="3008" y="1552"/>
                  </a:lnTo>
                  <a:lnTo>
                    <a:pt x="3049" y="1505"/>
                  </a:lnTo>
                  <a:lnTo>
                    <a:pt x="3085" y="1456"/>
                  </a:lnTo>
                  <a:lnTo>
                    <a:pt x="3116" y="1405"/>
                  </a:lnTo>
                  <a:lnTo>
                    <a:pt x="3140" y="1351"/>
                  </a:lnTo>
                  <a:lnTo>
                    <a:pt x="3159" y="1296"/>
                  </a:lnTo>
                  <a:lnTo>
                    <a:pt x="3173" y="1239"/>
                  </a:lnTo>
                  <a:lnTo>
                    <a:pt x="3181" y="1182"/>
                  </a:lnTo>
                  <a:lnTo>
                    <a:pt x="3182" y="1124"/>
                  </a:lnTo>
                  <a:lnTo>
                    <a:pt x="3179" y="1067"/>
                  </a:lnTo>
                  <a:lnTo>
                    <a:pt x="3169" y="1010"/>
                  </a:lnTo>
                  <a:lnTo>
                    <a:pt x="3154" y="954"/>
                  </a:lnTo>
                  <a:lnTo>
                    <a:pt x="3133" y="900"/>
                  </a:lnTo>
                  <a:lnTo>
                    <a:pt x="3106" y="847"/>
                  </a:lnTo>
                  <a:lnTo>
                    <a:pt x="3073" y="797"/>
                  </a:lnTo>
                  <a:lnTo>
                    <a:pt x="3035" y="749"/>
                  </a:lnTo>
                  <a:lnTo>
                    <a:pt x="3013" y="727"/>
                  </a:lnTo>
                  <a:lnTo>
                    <a:pt x="2979" y="694"/>
                  </a:lnTo>
                  <a:lnTo>
                    <a:pt x="2906" y="641"/>
                  </a:lnTo>
                  <a:lnTo>
                    <a:pt x="2830" y="600"/>
                  </a:lnTo>
                  <a:lnTo>
                    <a:pt x="2751" y="573"/>
                  </a:lnTo>
                  <a:lnTo>
                    <a:pt x="2671" y="557"/>
                  </a:lnTo>
                  <a:lnTo>
                    <a:pt x="2590" y="554"/>
                  </a:lnTo>
                  <a:lnTo>
                    <a:pt x="2510" y="561"/>
                  </a:lnTo>
                  <a:lnTo>
                    <a:pt x="2432" y="580"/>
                  </a:lnTo>
                  <a:lnTo>
                    <a:pt x="2358" y="609"/>
                  </a:lnTo>
                  <a:lnTo>
                    <a:pt x="2288" y="648"/>
                  </a:lnTo>
                  <a:lnTo>
                    <a:pt x="2223" y="696"/>
                  </a:lnTo>
                  <a:lnTo>
                    <a:pt x="2165" y="754"/>
                  </a:lnTo>
                  <a:lnTo>
                    <a:pt x="2116" y="820"/>
                  </a:lnTo>
                  <a:lnTo>
                    <a:pt x="2075" y="894"/>
                  </a:lnTo>
                  <a:lnTo>
                    <a:pt x="2044" y="975"/>
                  </a:lnTo>
                  <a:lnTo>
                    <a:pt x="2026" y="1064"/>
                  </a:lnTo>
                  <a:lnTo>
                    <a:pt x="2021" y="1112"/>
                  </a:lnTo>
                  <a:lnTo>
                    <a:pt x="2017" y="1161"/>
                  </a:lnTo>
                  <a:lnTo>
                    <a:pt x="2010" y="1212"/>
                  </a:lnTo>
                  <a:lnTo>
                    <a:pt x="2006" y="1229"/>
                  </a:lnTo>
                  <a:lnTo>
                    <a:pt x="2003" y="1230"/>
                  </a:lnTo>
                  <a:lnTo>
                    <a:pt x="1981" y="1218"/>
                  </a:lnTo>
                  <a:lnTo>
                    <a:pt x="1931" y="1193"/>
                  </a:lnTo>
                  <a:lnTo>
                    <a:pt x="1911" y="1183"/>
                  </a:lnTo>
                  <a:lnTo>
                    <a:pt x="1885" y="1164"/>
                  </a:lnTo>
                  <a:lnTo>
                    <a:pt x="1872" y="1141"/>
                  </a:lnTo>
                  <a:lnTo>
                    <a:pt x="1866" y="1104"/>
                  </a:lnTo>
                  <a:lnTo>
                    <a:pt x="1865" y="1077"/>
                  </a:lnTo>
                  <a:lnTo>
                    <a:pt x="1860" y="992"/>
                  </a:lnTo>
                  <a:lnTo>
                    <a:pt x="1798" y="987"/>
                  </a:lnTo>
                  <a:lnTo>
                    <a:pt x="1735" y="982"/>
                  </a:lnTo>
                  <a:lnTo>
                    <a:pt x="1735" y="540"/>
                  </a:lnTo>
                  <a:lnTo>
                    <a:pt x="1735" y="97"/>
                  </a:lnTo>
                  <a:lnTo>
                    <a:pt x="1686" y="48"/>
                  </a:lnTo>
                  <a:lnTo>
                    <a:pt x="1638" y="0"/>
                  </a:lnTo>
                  <a:lnTo>
                    <a:pt x="1056" y="0"/>
                  </a:lnTo>
                  <a:lnTo>
                    <a:pt x="475" y="0"/>
                  </a:lnTo>
                  <a:lnTo>
                    <a:pt x="391" y="87"/>
                  </a:lnTo>
                  <a:close/>
                  <a:moveTo>
                    <a:pt x="1620" y="100"/>
                  </a:moveTo>
                  <a:lnTo>
                    <a:pt x="1625" y="103"/>
                  </a:lnTo>
                  <a:lnTo>
                    <a:pt x="1634" y="112"/>
                  </a:lnTo>
                  <a:lnTo>
                    <a:pt x="1643" y="139"/>
                  </a:lnTo>
                  <a:lnTo>
                    <a:pt x="1651" y="291"/>
                  </a:lnTo>
                  <a:lnTo>
                    <a:pt x="1651" y="550"/>
                  </a:lnTo>
                  <a:lnTo>
                    <a:pt x="1651" y="983"/>
                  </a:lnTo>
                  <a:lnTo>
                    <a:pt x="1605" y="983"/>
                  </a:lnTo>
                  <a:lnTo>
                    <a:pt x="1582" y="984"/>
                  </a:lnTo>
                  <a:lnTo>
                    <a:pt x="1549" y="996"/>
                  </a:lnTo>
                  <a:lnTo>
                    <a:pt x="1528" y="1021"/>
                  </a:lnTo>
                  <a:lnTo>
                    <a:pt x="1519" y="1062"/>
                  </a:lnTo>
                  <a:lnTo>
                    <a:pt x="1518" y="1090"/>
                  </a:lnTo>
                  <a:lnTo>
                    <a:pt x="1517" y="1112"/>
                  </a:lnTo>
                  <a:lnTo>
                    <a:pt x="1512" y="1143"/>
                  </a:lnTo>
                  <a:lnTo>
                    <a:pt x="1497" y="1166"/>
                  </a:lnTo>
                  <a:lnTo>
                    <a:pt x="1466" y="1189"/>
                  </a:lnTo>
                  <a:lnTo>
                    <a:pt x="1441" y="1203"/>
                  </a:lnTo>
                  <a:lnTo>
                    <a:pt x="1368" y="1248"/>
                  </a:lnTo>
                  <a:lnTo>
                    <a:pt x="1313" y="1217"/>
                  </a:lnTo>
                  <a:lnTo>
                    <a:pt x="1291" y="1203"/>
                  </a:lnTo>
                  <a:lnTo>
                    <a:pt x="1247" y="1185"/>
                  </a:lnTo>
                  <a:lnTo>
                    <a:pt x="1233" y="1183"/>
                  </a:lnTo>
                  <a:lnTo>
                    <a:pt x="1227" y="1185"/>
                  </a:lnTo>
                  <a:lnTo>
                    <a:pt x="1208" y="1204"/>
                  </a:lnTo>
                  <a:lnTo>
                    <a:pt x="1169" y="1256"/>
                  </a:lnTo>
                  <a:lnTo>
                    <a:pt x="1112" y="1350"/>
                  </a:lnTo>
                  <a:lnTo>
                    <a:pt x="1081" y="1414"/>
                  </a:lnTo>
                  <a:lnTo>
                    <a:pt x="1069" y="1445"/>
                  </a:lnTo>
                  <a:lnTo>
                    <a:pt x="1068" y="1455"/>
                  </a:lnTo>
                  <a:lnTo>
                    <a:pt x="1069" y="1460"/>
                  </a:lnTo>
                  <a:lnTo>
                    <a:pt x="1078" y="1474"/>
                  </a:lnTo>
                  <a:lnTo>
                    <a:pt x="1103" y="1499"/>
                  </a:lnTo>
                  <a:lnTo>
                    <a:pt x="1126" y="1515"/>
                  </a:lnTo>
                  <a:lnTo>
                    <a:pt x="1145" y="1526"/>
                  </a:lnTo>
                  <a:lnTo>
                    <a:pt x="1169" y="1545"/>
                  </a:lnTo>
                  <a:lnTo>
                    <a:pt x="1181" y="1570"/>
                  </a:lnTo>
                  <a:lnTo>
                    <a:pt x="1185" y="1609"/>
                  </a:lnTo>
                  <a:lnTo>
                    <a:pt x="1185" y="1638"/>
                  </a:lnTo>
                  <a:lnTo>
                    <a:pt x="1185" y="1668"/>
                  </a:lnTo>
                  <a:lnTo>
                    <a:pt x="1181" y="1708"/>
                  </a:lnTo>
                  <a:lnTo>
                    <a:pt x="1168" y="1735"/>
                  </a:lnTo>
                  <a:lnTo>
                    <a:pt x="1140" y="1758"/>
                  </a:lnTo>
                  <a:lnTo>
                    <a:pt x="1118" y="1773"/>
                  </a:lnTo>
                  <a:lnTo>
                    <a:pt x="1098" y="1786"/>
                  </a:lnTo>
                  <a:lnTo>
                    <a:pt x="1073" y="1806"/>
                  </a:lnTo>
                  <a:lnTo>
                    <a:pt x="1062" y="1823"/>
                  </a:lnTo>
                  <a:lnTo>
                    <a:pt x="1063" y="1840"/>
                  </a:lnTo>
                  <a:lnTo>
                    <a:pt x="1068" y="1850"/>
                  </a:lnTo>
                  <a:lnTo>
                    <a:pt x="1081" y="1876"/>
                  </a:lnTo>
                  <a:lnTo>
                    <a:pt x="1085" y="1890"/>
                  </a:lnTo>
                  <a:lnTo>
                    <a:pt x="1077" y="1893"/>
                  </a:lnTo>
                  <a:lnTo>
                    <a:pt x="1002" y="1898"/>
                  </a:lnTo>
                  <a:lnTo>
                    <a:pt x="796" y="1901"/>
                  </a:lnTo>
                  <a:lnTo>
                    <a:pt x="446" y="1898"/>
                  </a:lnTo>
                  <a:lnTo>
                    <a:pt x="231" y="1892"/>
                  </a:lnTo>
                  <a:lnTo>
                    <a:pt x="146" y="1886"/>
                  </a:lnTo>
                  <a:lnTo>
                    <a:pt x="133" y="1883"/>
                  </a:lnTo>
                  <a:lnTo>
                    <a:pt x="128" y="1880"/>
                  </a:lnTo>
                  <a:lnTo>
                    <a:pt x="119" y="1870"/>
                  </a:lnTo>
                  <a:lnTo>
                    <a:pt x="110" y="1833"/>
                  </a:lnTo>
                  <a:lnTo>
                    <a:pt x="102" y="1604"/>
                  </a:lnTo>
                  <a:lnTo>
                    <a:pt x="101" y="1198"/>
                  </a:lnTo>
                  <a:lnTo>
                    <a:pt x="101" y="532"/>
                  </a:lnTo>
                  <a:lnTo>
                    <a:pt x="305" y="307"/>
                  </a:lnTo>
                  <a:lnTo>
                    <a:pt x="506" y="83"/>
                  </a:lnTo>
                  <a:lnTo>
                    <a:pt x="1046" y="83"/>
                  </a:lnTo>
                  <a:lnTo>
                    <a:pt x="1286" y="84"/>
                  </a:lnTo>
                  <a:lnTo>
                    <a:pt x="1521" y="90"/>
                  </a:lnTo>
                  <a:lnTo>
                    <a:pt x="1606" y="96"/>
                  </a:lnTo>
                  <a:lnTo>
                    <a:pt x="1620" y="100"/>
                  </a:lnTo>
                  <a:close/>
                  <a:moveTo>
                    <a:pt x="2838" y="705"/>
                  </a:moveTo>
                  <a:lnTo>
                    <a:pt x="2875" y="728"/>
                  </a:lnTo>
                  <a:lnTo>
                    <a:pt x="2939" y="780"/>
                  </a:lnTo>
                  <a:lnTo>
                    <a:pt x="2993" y="840"/>
                  </a:lnTo>
                  <a:lnTo>
                    <a:pt x="3036" y="907"/>
                  </a:lnTo>
                  <a:lnTo>
                    <a:pt x="3068" y="978"/>
                  </a:lnTo>
                  <a:lnTo>
                    <a:pt x="3087" y="1054"/>
                  </a:lnTo>
                  <a:lnTo>
                    <a:pt x="3093" y="1132"/>
                  </a:lnTo>
                  <a:lnTo>
                    <a:pt x="3087" y="1212"/>
                  </a:lnTo>
                  <a:lnTo>
                    <a:pt x="3078" y="1252"/>
                  </a:lnTo>
                  <a:lnTo>
                    <a:pt x="3070" y="1280"/>
                  </a:lnTo>
                  <a:lnTo>
                    <a:pt x="3050" y="1334"/>
                  </a:lnTo>
                  <a:lnTo>
                    <a:pt x="3024" y="1384"/>
                  </a:lnTo>
                  <a:lnTo>
                    <a:pt x="2994" y="1430"/>
                  </a:lnTo>
                  <a:lnTo>
                    <a:pt x="2960" y="1472"/>
                  </a:lnTo>
                  <a:lnTo>
                    <a:pt x="2922" y="1509"/>
                  </a:lnTo>
                  <a:lnTo>
                    <a:pt x="2881" y="1542"/>
                  </a:lnTo>
                  <a:lnTo>
                    <a:pt x="2836" y="1570"/>
                  </a:lnTo>
                  <a:lnTo>
                    <a:pt x="2789" y="1593"/>
                  </a:lnTo>
                  <a:lnTo>
                    <a:pt x="2740" y="1611"/>
                  </a:lnTo>
                  <a:lnTo>
                    <a:pt x="2690" y="1623"/>
                  </a:lnTo>
                  <a:lnTo>
                    <a:pt x="2638" y="1630"/>
                  </a:lnTo>
                  <a:lnTo>
                    <a:pt x="2585" y="1631"/>
                  </a:lnTo>
                  <a:lnTo>
                    <a:pt x="2531" y="1626"/>
                  </a:lnTo>
                  <a:lnTo>
                    <a:pt x="2478" y="1614"/>
                  </a:lnTo>
                  <a:lnTo>
                    <a:pt x="2424" y="1597"/>
                  </a:lnTo>
                  <a:lnTo>
                    <a:pt x="2398" y="1585"/>
                  </a:lnTo>
                  <a:lnTo>
                    <a:pt x="2357" y="1566"/>
                  </a:lnTo>
                  <a:lnTo>
                    <a:pt x="2306" y="1539"/>
                  </a:lnTo>
                  <a:lnTo>
                    <a:pt x="2291" y="1524"/>
                  </a:lnTo>
                  <a:lnTo>
                    <a:pt x="2289" y="1514"/>
                  </a:lnTo>
                  <a:lnTo>
                    <a:pt x="2296" y="1498"/>
                  </a:lnTo>
                  <a:lnTo>
                    <a:pt x="2308" y="1485"/>
                  </a:lnTo>
                  <a:lnTo>
                    <a:pt x="2319" y="1473"/>
                  </a:lnTo>
                  <a:lnTo>
                    <a:pt x="2328" y="1453"/>
                  </a:lnTo>
                  <a:lnTo>
                    <a:pt x="2320" y="1421"/>
                  </a:lnTo>
                  <a:lnTo>
                    <a:pt x="2290" y="1365"/>
                  </a:lnTo>
                  <a:lnTo>
                    <a:pt x="2265" y="1322"/>
                  </a:lnTo>
                  <a:lnTo>
                    <a:pt x="2243" y="1284"/>
                  </a:lnTo>
                  <a:lnTo>
                    <a:pt x="2209" y="1232"/>
                  </a:lnTo>
                  <a:lnTo>
                    <a:pt x="2182" y="1202"/>
                  </a:lnTo>
                  <a:lnTo>
                    <a:pt x="2157" y="1189"/>
                  </a:lnTo>
                  <a:lnTo>
                    <a:pt x="2143" y="1187"/>
                  </a:lnTo>
                  <a:lnTo>
                    <a:pt x="2128" y="1185"/>
                  </a:lnTo>
                  <a:lnTo>
                    <a:pt x="2109" y="1178"/>
                  </a:lnTo>
                  <a:lnTo>
                    <a:pt x="2102" y="1161"/>
                  </a:lnTo>
                  <a:lnTo>
                    <a:pt x="2103" y="1126"/>
                  </a:lnTo>
                  <a:lnTo>
                    <a:pt x="2106" y="1098"/>
                  </a:lnTo>
                  <a:lnTo>
                    <a:pt x="2112" y="1062"/>
                  </a:lnTo>
                  <a:lnTo>
                    <a:pt x="2130" y="992"/>
                  </a:lnTo>
                  <a:lnTo>
                    <a:pt x="2157" y="926"/>
                  </a:lnTo>
                  <a:lnTo>
                    <a:pt x="2192" y="865"/>
                  </a:lnTo>
                  <a:lnTo>
                    <a:pt x="2234" y="810"/>
                  </a:lnTo>
                  <a:lnTo>
                    <a:pt x="2283" y="761"/>
                  </a:lnTo>
                  <a:lnTo>
                    <a:pt x="2339" y="719"/>
                  </a:lnTo>
                  <a:lnTo>
                    <a:pt x="2400" y="685"/>
                  </a:lnTo>
                  <a:lnTo>
                    <a:pt x="2433" y="672"/>
                  </a:lnTo>
                  <a:lnTo>
                    <a:pt x="2466" y="663"/>
                  </a:lnTo>
                  <a:lnTo>
                    <a:pt x="2566" y="654"/>
                  </a:lnTo>
                  <a:lnTo>
                    <a:pt x="2628" y="655"/>
                  </a:lnTo>
                  <a:lnTo>
                    <a:pt x="2667" y="657"/>
                  </a:lnTo>
                  <a:lnTo>
                    <a:pt x="2727" y="663"/>
                  </a:lnTo>
                  <a:lnTo>
                    <a:pt x="2774" y="674"/>
                  </a:lnTo>
                  <a:lnTo>
                    <a:pt x="2816" y="692"/>
                  </a:lnTo>
                  <a:lnTo>
                    <a:pt x="2838" y="705"/>
                  </a:lnTo>
                  <a:close/>
                  <a:moveTo>
                    <a:pt x="1785" y="1152"/>
                  </a:moveTo>
                  <a:lnTo>
                    <a:pt x="1785" y="1173"/>
                  </a:lnTo>
                  <a:lnTo>
                    <a:pt x="1789" y="1202"/>
                  </a:lnTo>
                  <a:lnTo>
                    <a:pt x="1802" y="1220"/>
                  </a:lnTo>
                  <a:lnTo>
                    <a:pt x="1828" y="1235"/>
                  </a:lnTo>
                  <a:lnTo>
                    <a:pt x="1848" y="1243"/>
                  </a:lnTo>
                  <a:lnTo>
                    <a:pt x="1876" y="1256"/>
                  </a:lnTo>
                  <a:lnTo>
                    <a:pt x="1939" y="1293"/>
                  </a:lnTo>
                  <a:lnTo>
                    <a:pt x="1965" y="1312"/>
                  </a:lnTo>
                  <a:lnTo>
                    <a:pt x="2020" y="1353"/>
                  </a:lnTo>
                  <a:lnTo>
                    <a:pt x="2078" y="1318"/>
                  </a:lnTo>
                  <a:lnTo>
                    <a:pt x="2124" y="1291"/>
                  </a:lnTo>
                  <a:lnTo>
                    <a:pt x="2140" y="1283"/>
                  </a:lnTo>
                  <a:lnTo>
                    <a:pt x="2152" y="1301"/>
                  </a:lnTo>
                  <a:lnTo>
                    <a:pt x="2185" y="1360"/>
                  </a:lnTo>
                  <a:lnTo>
                    <a:pt x="2207" y="1402"/>
                  </a:lnTo>
                  <a:lnTo>
                    <a:pt x="2215" y="1433"/>
                  </a:lnTo>
                  <a:lnTo>
                    <a:pt x="2209" y="1445"/>
                  </a:lnTo>
                  <a:lnTo>
                    <a:pt x="2201" y="1450"/>
                  </a:lnTo>
                  <a:lnTo>
                    <a:pt x="2172" y="1467"/>
                  </a:lnTo>
                  <a:lnTo>
                    <a:pt x="2143" y="1490"/>
                  </a:lnTo>
                  <a:lnTo>
                    <a:pt x="2129" y="1506"/>
                  </a:lnTo>
                  <a:lnTo>
                    <a:pt x="2117" y="1535"/>
                  </a:lnTo>
                  <a:lnTo>
                    <a:pt x="2111" y="1597"/>
                  </a:lnTo>
                  <a:lnTo>
                    <a:pt x="2111" y="1643"/>
                  </a:lnTo>
                  <a:lnTo>
                    <a:pt x="2111" y="1688"/>
                  </a:lnTo>
                  <a:lnTo>
                    <a:pt x="2113" y="1744"/>
                  </a:lnTo>
                  <a:lnTo>
                    <a:pt x="2123" y="1774"/>
                  </a:lnTo>
                  <a:lnTo>
                    <a:pt x="2146" y="1794"/>
                  </a:lnTo>
                  <a:lnTo>
                    <a:pt x="2165" y="1805"/>
                  </a:lnTo>
                  <a:lnTo>
                    <a:pt x="2186" y="1818"/>
                  </a:lnTo>
                  <a:lnTo>
                    <a:pt x="2215" y="1843"/>
                  </a:lnTo>
                  <a:lnTo>
                    <a:pt x="2218" y="1850"/>
                  </a:lnTo>
                  <a:lnTo>
                    <a:pt x="2212" y="1869"/>
                  </a:lnTo>
                  <a:lnTo>
                    <a:pt x="2164" y="1961"/>
                  </a:lnTo>
                  <a:lnTo>
                    <a:pt x="2141" y="1997"/>
                  </a:lnTo>
                  <a:lnTo>
                    <a:pt x="2137" y="1997"/>
                  </a:lnTo>
                  <a:lnTo>
                    <a:pt x="2102" y="1979"/>
                  </a:lnTo>
                  <a:lnTo>
                    <a:pt x="2078" y="1965"/>
                  </a:lnTo>
                  <a:lnTo>
                    <a:pt x="2016" y="1928"/>
                  </a:lnTo>
                  <a:lnTo>
                    <a:pt x="1971" y="1962"/>
                  </a:lnTo>
                  <a:lnTo>
                    <a:pt x="1921" y="1996"/>
                  </a:lnTo>
                  <a:lnTo>
                    <a:pt x="1856" y="2032"/>
                  </a:lnTo>
                  <a:lnTo>
                    <a:pt x="1834" y="2043"/>
                  </a:lnTo>
                  <a:lnTo>
                    <a:pt x="1806" y="2062"/>
                  </a:lnTo>
                  <a:lnTo>
                    <a:pt x="1790" y="2084"/>
                  </a:lnTo>
                  <a:lnTo>
                    <a:pt x="1783" y="2115"/>
                  </a:lnTo>
                  <a:lnTo>
                    <a:pt x="1781" y="2137"/>
                  </a:lnTo>
                  <a:lnTo>
                    <a:pt x="1776" y="2208"/>
                  </a:lnTo>
                  <a:lnTo>
                    <a:pt x="1693" y="2208"/>
                  </a:lnTo>
                  <a:lnTo>
                    <a:pt x="1610" y="2208"/>
                  </a:lnTo>
                  <a:lnTo>
                    <a:pt x="1605" y="2130"/>
                  </a:lnTo>
                  <a:lnTo>
                    <a:pt x="1603" y="2106"/>
                  </a:lnTo>
                  <a:lnTo>
                    <a:pt x="1597" y="2073"/>
                  </a:lnTo>
                  <a:lnTo>
                    <a:pt x="1586" y="2054"/>
                  </a:lnTo>
                  <a:lnTo>
                    <a:pt x="1564" y="2041"/>
                  </a:lnTo>
                  <a:lnTo>
                    <a:pt x="1548" y="2035"/>
                  </a:lnTo>
                  <a:lnTo>
                    <a:pt x="1524" y="2025"/>
                  </a:lnTo>
                  <a:lnTo>
                    <a:pt x="1464" y="1991"/>
                  </a:lnTo>
                  <a:lnTo>
                    <a:pt x="1438" y="1972"/>
                  </a:lnTo>
                  <a:lnTo>
                    <a:pt x="1380" y="1927"/>
                  </a:lnTo>
                  <a:lnTo>
                    <a:pt x="1316" y="1963"/>
                  </a:lnTo>
                  <a:lnTo>
                    <a:pt x="1293" y="1977"/>
                  </a:lnTo>
                  <a:lnTo>
                    <a:pt x="1267" y="1987"/>
                  </a:lnTo>
                  <a:lnTo>
                    <a:pt x="1254" y="1987"/>
                  </a:lnTo>
                  <a:lnTo>
                    <a:pt x="1236" y="1976"/>
                  </a:lnTo>
                  <a:lnTo>
                    <a:pt x="1210" y="1936"/>
                  </a:lnTo>
                  <a:lnTo>
                    <a:pt x="1193" y="1902"/>
                  </a:lnTo>
                  <a:lnTo>
                    <a:pt x="1178" y="1871"/>
                  </a:lnTo>
                  <a:lnTo>
                    <a:pt x="1174" y="1846"/>
                  </a:lnTo>
                  <a:lnTo>
                    <a:pt x="1180" y="1836"/>
                  </a:lnTo>
                  <a:lnTo>
                    <a:pt x="1186" y="1832"/>
                  </a:lnTo>
                  <a:lnTo>
                    <a:pt x="1215" y="1815"/>
                  </a:lnTo>
                  <a:lnTo>
                    <a:pt x="1244" y="1793"/>
                  </a:lnTo>
                  <a:lnTo>
                    <a:pt x="1257" y="1777"/>
                  </a:lnTo>
                  <a:lnTo>
                    <a:pt x="1270" y="1747"/>
                  </a:lnTo>
                  <a:lnTo>
                    <a:pt x="1277" y="1684"/>
                  </a:lnTo>
                  <a:lnTo>
                    <a:pt x="1278" y="1637"/>
                  </a:lnTo>
                  <a:lnTo>
                    <a:pt x="1280" y="1502"/>
                  </a:lnTo>
                  <a:lnTo>
                    <a:pt x="1223" y="1472"/>
                  </a:lnTo>
                  <a:lnTo>
                    <a:pt x="1201" y="1460"/>
                  </a:lnTo>
                  <a:lnTo>
                    <a:pt x="1171" y="1441"/>
                  </a:lnTo>
                  <a:lnTo>
                    <a:pt x="1168" y="1437"/>
                  </a:lnTo>
                  <a:lnTo>
                    <a:pt x="1175" y="1418"/>
                  </a:lnTo>
                  <a:lnTo>
                    <a:pt x="1222" y="1330"/>
                  </a:lnTo>
                  <a:lnTo>
                    <a:pt x="1238" y="1305"/>
                  </a:lnTo>
                  <a:lnTo>
                    <a:pt x="1243" y="1299"/>
                  </a:lnTo>
                  <a:lnTo>
                    <a:pt x="1256" y="1294"/>
                  </a:lnTo>
                  <a:lnTo>
                    <a:pt x="1286" y="1301"/>
                  </a:lnTo>
                  <a:lnTo>
                    <a:pt x="1318" y="1317"/>
                  </a:lnTo>
                  <a:lnTo>
                    <a:pt x="1380" y="1348"/>
                  </a:lnTo>
                  <a:lnTo>
                    <a:pt x="1435" y="1308"/>
                  </a:lnTo>
                  <a:lnTo>
                    <a:pt x="1460" y="1291"/>
                  </a:lnTo>
                  <a:lnTo>
                    <a:pt x="1520" y="1259"/>
                  </a:lnTo>
                  <a:lnTo>
                    <a:pt x="1546" y="1248"/>
                  </a:lnTo>
                  <a:lnTo>
                    <a:pt x="1564" y="1242"/>
                  </a:lnTo>
                  <a:lnTo>
                    <a:pt x="1587" y="1230"/>
                  </a:lnTo>
                  <a:lnTo>
                    <a:pt x="1598" y="1212"/>
                  </a:lnTo>
                  <a:lnTo>
                    <a:pt x="1601" y="1180"/>
                  </a:lnTo>
                  <a:lnTo>
                    <a:pt x="1601" y="1157"/>
                  </a:lnTo>
                  <a:lnTo>
                    <a:pt x="1601" y="1083"/>
                  </a:lnTo>
                  <a:lnTo>
                    <a:pt x="1693" y="1083"/>
                  </a:lnTo>
                  <a:lnTo>
                    <a:pt x="1785" y="1083"/>
                  </a:lnTo>
                  <a:lnTo>
                    <a:pt x="1785" y="11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609">
              <a:extLst>
                <a:ext uri="{FF2B5EF4-FFF2-40B4-BE49-F238E27FC236}">
                  <a16:creationId xmlns:a16="http://schemas.microsoft.com/office/drawing/2014/main" id="{BA9A15C6-65F2-962F-0769-53408B39CF11}"/>
                </a:ext>
              </a:extLst>
            </p:cNvPr>
            <p:cNvSpPr>
              <a:spLocks/>
            </p:cNvSpPr>
            <p:nvPr/>
          </p:nvSpPr>
          <p:spPr bwMode="auto">
            <a:xfrm>
              <a:off x="10874376" y="4970464"/>
              <a:ext cx="34925" cy="33338"/>
            </a:xfrm>
            <a:custGeom>
              <a:avLst/>
              <a:gdLst>
                <a:gd name="T0" fmla="*/ 0 w 84"/>
                <a:gd name="T1" fmla="*/ 42 h 83"/>
                <a:gd name="T2" fmla="*/ 1 w 84"/>
                <a:gd name="T3" fmla="*/ 53 h 83"/>
                <a:gd name="T4" fmla="*/ 5 w 84"/>
                <a:gd name="T5" fmla="*/ 70 h 83"/>
                <a:gd name="T6" fmla="*/ 14 w 84"/>
                <a:gd name="T7" fmla="*/ 79 h 83"/>
                <a:gd name="T8" fmla="*/ 30 w 84"/>
                <a:gd name="T9" fmla="*/ 83 h 83"/>
                <a:gd name="T10" fmla="*/ 42 w 84"/>
                <a:gd name="T11" fmla="*/ 83 h 83"/>
                <a:gd name="T12" fmla="*/ 54 w 84"/>
                <a:gd name="T13" fmla="*/ 83 h 83"/>
                <a:gd name="T14" fmla="*/ 70 w 84"/>
                <a:gd name="T15" fmla="*/ 79 h 83"/>
                <a:gd name="T16" fmla="*/ 80 w 84"/>
                <a:gd name="T17" fmla="*/ 70 h 83"/>
                <a:gd name="T18" fmla="*/ 83 w 84"/>
                <a:gd name="T19" fmla="*/ 53 h 83"/>
                <a:gd name="T20" fmla="*/ 84 w 84"/>
                <a:gd name="T21" fmla="*/ 42 h 83"/>
                <a:gd name="T22" fmla="*/ 83 w 84"/>
                <a:gd name="T23" fmla="*/ 30 h 83"/>
                <a:gd name="T24" fmla="*/ 80 w 84"/>
                <a:gd name="T25" fmla="*/ 14 h 83"/>
                <a:gd name="T26" fmla="*/ 70 w 84"/>
                <a:gd name="T27" fmla="*/ 4 h 83"/>
                <a:gd name="T28" fmla="*/ 54 w 84"/>
                <a:gd name="T29" fmla="*/ 0 h 83"/>
                <a:gd name="T30" fmla="*/ 42 w 84"/>
                <a:gd name="T31" fmla="*/ 0 h 83"/>
                <a:gd name="T32" fmla="*/ 30 w 84"/>
                <a:gd name="T33" fmla="*/ 0 h 83"/>
                <a:gd name="T34" fmla="*/ 14 w 84"/>
                <a:gd name="T35" fmla="*/ 4 h 83"/>
                <a:gd name="T36" fmla="*/ 5 w 84"/>
                <a:gd name="T37" fmla="*/ 14 h 83"/>
                <a:gd name="T38" fmla="*/ 1 w 84"/>
                <a:gd name="T39" fmla="*/ 30 h 83"/>
                <a:gd name="T40" fmla="*/ 0 w 84"/>
                <a:gd name="T41" fmla="*/ 42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 h="83">
                  <a:moveTo>
                    <a:pt x="0" y="42"/>
                  </a:moveTo>
                  <a:lnTo>
                    <a:pt x="1" y="53"/>
                  </a:lnTo>
                  <a:lnTo>
                    <a:pt x="5" y="70"/>
                  </a:lnTo>
                  <a:lnTo>
                    <a:pt x="14" y="79"/>
                  </a:lnTo>
                  <a:lnTo>
                    <a:pt x="30" y="83"/>
                  </a:lnTo>
                  <a:lnTo>
                    <a:pt x="42" y="83"/>
                  </a:lnTo>
                  <a:lnTo>
                    <a:pt x="54" y="83"/>
                  </a:lnTo>
                  <a:lnTo>
                    <a:pt x="70" y="79"/>
                  </a:lnTo>
                  <a:lnTo>
                    <a:pt x="80" y="70"/>
                  </a:lnTo>
                  <a:lnTo>
                    <a:pt x="83" y="53"/>
                  </a:lnTo>
                  <a:lnTo>
                    <a:pt x="84" y="42"/>
                  </a:lnTo>
                  <a:lnTo>
                    <a:pt x="83" y="30"/>
                  </a:lnTo>
                  <a:lnTo>
                    <a:pt x="80" y="14"/>
                  </a:lnTo>
                  <a:lnTo>
                    <a:pt x="70" y="4"/>
                  </a:lnTo>
                  <a:lnTo>
                    <a:pt x="54" y="0"/>
                  </a:lnTo>
                  <a:lnTo>
                    <a:pt x="42" y="0"/>
                  </a:lnTo>
                  <a:lnTo>
                    <a:pt x="30" y="0"/>
                  </a:lnTo>
                  <a:lnTo>
                    <a:pt x="14" y="4"/>
                  </a:lnTo>
                  <a:lnTo>
                    <a:pt x="5" y="14"/>
                  </a:lnTo>
                  <a:lnTo>
                    <a:pt x="1" y="3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610">
              <a:extLst>
                <a:ext uri="{FF2B5EF4-FFF2-40B4-BE49-F238E27FC236}">
                  <a16:creationId xmlns:a16="http://schemas.microsoft.com/office/drawing/2014/main" id="{5188C338-11B6-E475-A9D0-C43A64768678}"/>
                </a:ext>
              </a:extLst>
            </p:cNvPr>
            <p:cNvSpPr>
              <a:spLocks noEditPoints="1"/>
            </p:cNvSpPr>
            <p:nvPr/>
          </p:nvSpPr>
          <p:spPr bwMode="auto">
            <a:xfrm>
              <a:off x="11099801" y="5018089"/>
              <a:ext cx="176213" cy="169863"/>
            </a:xfrm>
            <a:custGeom>
              <a:avLst/>
              <a:gdLst>
                <a:gd name="T0" fmla="*/ 19 w 433"/>
                <a:gd name="T1" fmla="*/ 20 h 416"/>
                <a:gd name="T2" fmla="*/ 15 w 433"/>
                <a:gd name="T3" fmla="*/ 27 h 416"/>
                <a:gd name="T4" fmla="*/ 7 w 433"/>
                <a:gd name="T5" fmla="*/ 61 h 416"/>
                <a:gd name="T6" fmla="*/ 0 w 433"/>
                <a:gd name="T7" fmla="*/ 142 h 416"/>
                <a:gd name="T8" fmla="*/ 0 w 433"/>
                <a:gd name="T9" fmla="*/ 274 h 416"/>
                <a:gd name="T10" fmla="*/ 7 w 433"/>
                <a:gd name="T11" fmla="*/ 355 h 416"/>
                <a:gd name="T12" fmla="*/ 15 w 433"/>
                <a:gd name="T13" fmla="*/ 389 h 416"/>
                <a:gd name="T14" fmla="*/ 19 w 433"/>
                <a:gd name="T15" fmla="*/ 396 h 416"/>
                <a:gd name="T16" fmla="*/ 27 w 433"/>
                <a:gd name="T17" fmla="*/ 401 h 416"/>
                <a:gd name="T18" fmla="*/ 62 w 433"/>
                <a:gd name="T19" fmla="*/ 409 h 416"/>
                <a:gd name="T20" fmla="*/ 147 w 433"/>
                <a:gd name="T21" fmla="*/ 416 h 416"/>
                <a:gd name="T22" fmla="*/ 285 w 433"/>
                <a:gd name="T23" fmla="*/ 416 h 416"/>
                <a:gd name="T24" fmla="*/ 370 w 433"/>
                <a:gd name="T25" fmla="*/ 409 h 416"/>
                <a:gd name="T26" fmla="*/ 405 w 433"/>
                <a:gd name="T27" fmla="*/ 401 h 416"/>
                <a:gd name="T28" fmla="*/ 413 w 433"/>
                <a:gd name="T29" fmla="*/ 396 h 416"/>
                <a:gd name="T30" fmla="*/ 417 w 433"/>
                <a:gd name="T31" fmla="*/ 390 h 416"/>
                <a:gd name="T32" fmla="*/ 425 w 433"/>
                <a:gd name="T33" fmla="*/ 360 h 416"/>
                <a:gd name="T34" fmla="*/ 432 w 433"/>
                <a:gd name="T35" fmla="*/ 284 h 416"/>
                <a:gd name="T36" fmla="*/ 433 w 433"/>
                <a:gd name="T37" fmla="*/ 208 h 416"/>
                <a:gd name="T38" fmla="*/ 432 w 433"/>
                <a:gd name="T39" fmla="*/ 132 h 416"/>
                <a:gd name="T40" fmla="*/ 425 w 433"/>
                <a:gd name="T41" fmla="*/ 56 h 416"/>
                <a:gd name="T42" fmla="*/ 417 w 433"/>
                <a:gd name="T43" fmla="*/ 26 h 416"/>
                <a:gd name="T44" fmla="*/ 413 w 433"/>
                <a:gd name="T45" fmla="*/ 20 h 416"/>
                <a:gd name="T46" fmla="*/ 406 w 433"/>
                <a:gd name="T47" fmla="*/ 15 h 416"/>
                <a:gd name="T48" fmla="*/ 376 w 433"/>
                <a:gd name="T49" fmla="*/ 7 h 416"/>
                <a:gd name="T50" fmla="*/ 296 w 433"/>
                <a:gd name="T51" fmla="*/ 1 h 416"/>
                <a:gd name="T52" fmla="*/ 216 w 433"/>
                <a:gd name="T53" fmla="*/ 0 h 416"/>
                <a:gd name="T54" fmla="*/ 136 w 433"/>
                <a:gd name="T55" fmla="*/ 1 h 416"/>
                <a:gd name="T56" fmla="*/ 56 w 433"/>
                <a:gd name="T57" fmla="*/ 7 h 416"/>
                <a:gd name="T58" fmla="*/ 26 w 433"/>
                <a:gd name="T59" fmla="*/ 15 h 416"/>
                <a:gd name="T60" fmla="*/ 19 w 433"/>
                <a:gd name="T61" fmla="*/ 20 h 416"/>
                <a:gd name="T62" fmla="*/ 333 w 433"/>
                <a:gd name="T63" fmla="*/ 200 h 416"/>
                <a:gd name="T64" fmla="*/ 333 w 433"/>
                <a:gd name="T65" fmla="*/ 316 h 416"/>
                <a:gd name="T66" fmla="*/ 216 w 433"/>
                <a:gd name="T67" fmla="*/ 316 h 416"/>
                <a:gd name="T68" fmla="*/ 99 w 433"/>
                <a:gd name="T69" fmla="*/ 316 h 416"/>
                <a:gd name="T70" fmla="*/ 99 w 433"/>
                <a:gd name="T71" fmla="*/ 200 h 416"/>
                <a:gd name="T72" fmla="*/ 99 w 433"/>
                <a:gd name="T73" fmla="*/ 83 h 416"/>
                <a:gd name="T74" fmla="*/ 216 w 433"/>
                <a:gd name="T75" fmla="*/ 83 h 416"/>
                <a:gd name="T76" fmla="*/ 333 w 433"/>
                <a:gd name="T77" fmla="*/ 83 h 416"/>
                <a:gd name="T78" fmla="*/ 333 w 433"/>
                <a:gd name="T79" fmla="*/ 200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33" h="416">
                  <a:moveTo>
                    <a:pt x="19" y="20"/>
                  </a:moveTo>
                  <a:lnTo>
                    <a:pt x="15" y="27"/>
                  </a:lnTo>
                  <a:lnTo>
                    <a:pt x="7" y="61"/>
                  </a:lnTo>
                  <a:lnTo>
                    <a:pt x="0" y="142"/>
                  </a:lnTo>
                  <a:lnTo>
                    <a:pt x="0" y="274"/>
                  </a:lnTo>
                  <a:lnTo>
                    <a:pt x="7" y="355"/>
                  </a:lnTo>
                  <a:lnTo>
                    <a:pt x="15" y="389"/>
                  </a:lnTo>
                  <a:lnTo>
                    <a:pt x="19" y="396"/>
                  </a:lnTo>
                  <a:lnTo>
                    <a:pt x="27" y="401"/>
                  </a:lnTo>
                  <a:lnTo>
                    <a:pt x="62" y="409"/>
                  </a:lnTo>
                  <a:lnTo>
                    <a:pt x="147" y="416"/>
                  </a:lnTo>
                  <a:lnTo>
                    <a:pt x="285" y="416"/>
                  </a:lnTo>
                  <a:lnTo>
                    <a:pt x="370" y="409"/>
                  </a:lnTo>
                  <a:lnTo>
                    <a:pt x="405" y="401"/>
                  </a:lnTo>
                  <a:lnTo>
                    <a:pt x="413" y="396"/>
                  </a:lnTo>
                  <a:lnTo>
                    <a:pt x="417" y="390"/>
                  </a:lnTo>
                  <a:lnTo>
                    <a:pt x="425" y="360"/>
                  </a:lnTo>
                  <a:lnTo>
                    <a:pt x="432" y="284"/>
                  </a:lnTo>
                  <a:lnTo>
                    <a:pt x="433" y="208"/>
                  </a:lnTo>
                  <a:lnTo>
                    <a:pt x="432" y="132"/>
                  </a:lnTo>
                  <a:lnTo>
                    <a:pt x="425" y="56"/>
                  </a:lnTo>
                  <a:lnTo>
                    <a:pt x="417" y="26"/>
                  </a:lnTo>
                  <a:lnTo>
                    <a:pt x="413" y="20"/>
                  </a:lnTo>
                  <a:lnTo>
                    <a:pt x="406" y="15"/>
                  </a:lnTo>
                  <a:lnTo>
                    <a:pt x="376" y="7"/>
                  </a:lnTo>
                  <a:lnTo>
                    <a:pt x="296" y="1"/>
                  </a:lnTo>
                  <a:lnTo>
                    <a:pt x="216" y="0"/>
                  </a:lnTo>
                  <a:lnTo>
                    <a:pt x="136" y="1"/>
                  </a:lnTo>
                  <a:lnTo>
                    <a:pt x="56" y="7"/>
                  </a:lnTo>
                  <a:lnTo>
                    <a:pt x="26" y="15"/>
                  </a:lnTo>
                  <a:lnTo>
                    <a:pt x="19" y="20"/>
                  </a:lnTo>
                  <a:close/>
                  <a:moveTo>
                    <a:pt x="333" y="200"/>
                  </a:moveTo>
                  <a:lnTo>
                    <a:pt x="333" y="316"/>
                  </a:lnTo>
                  <a:lnTo>
                    <a:pt x="216" y="316"/>
                  </a:lnTo>
                  <a:lnTo>
                    <a:pt x="99" y="316"/>
                  </a:lnTo>
                  <a:lnTo>
                    <a:pt x="99" y="200"/>
                  </a:lnTo>
                  <a:lnTo>
                    <a:pt x="99" y="83"/>
                  </a:lnTo>
                  <a:lnTo>
                    <a:pt x="216" y="83"/>
                  </a:lnTo>
                  <a:lnTo>
                    <a:pt x="333" y="83"/>
                  </a:lnTo>
                  <a:lnTo>
                    <a:pt x="333" y="2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4" name="Freeform 611">
              <a:extLst>
                <a:ext uri="{FF2B5EF4-FFF2-40B4-BE49-F238E27FC236}">
                  <a16:creationId xmlns:a16="http://schemas.microsoft.com/office/drawing/2014/main" id="{C72C910C-26DF-C637-58CF-D0F38EF73A45}"/>
                </a:ext>
              </a:extLst>
            </p:cNvPr>
            <p:cNvSpPr>
              <a:spLocks/>
            </p:cNvSpPr>
            <p:nvPr/>
          </p:nvSpPr>
          <p:spPr bwMode="auto">
            <a:xfrm>
              <a:off x="10874376" y="5038726"/>
              <a:ext cx="34925" cy="33338"/>
            </a:xfrm>
            <a:custGeom>
              <a:avLst/>
              <a:gdLst>
                <a:gd name="T0" fmla="*/ 0 w 84"/>
                <a:gd name="T1" fmla="*/ 41 h 83"/>
                <a:gd name="T2" fmla="*/ 1 w 84"/>
                <a:gd name="T3" fmla="*/ 53 h 83"/>
                <a:gd name="T4" fmla="*/ 5 w 84"/>
                <a:gd name="T5" fmla="*/ 69 h 83"/>
                <a:gd name="T6" fmla="*/ 14 w 84"/>
                <a:gd name="T7" fmla="*/ 79 h 83"/>
                <a:gd name="T8" fmla="*/ 30 w 84"/>
                <a:gd name="T9" fmla="*/ 83 h 83"/>
                <a:gd name="T10" fmla="*/ 42 w 84"/>
                <a:gd name="T11" fmla="*/ 83 h 83"/>
                <a:gd name="T12" fmla="*/ 54 w 84"/>
                <a:gd name="T13" fmla="*/ 83 h 83"/>
                <a:gd name="T14" fmla="*/ 70 w 84"/>
                <a:gd name="T15" fmla="*/ 79 h 83"/>
                <a:gd name="T16" fmla="*/ 80 w 84"/>
                <a:gd name="T17" fmla="*/ 69 h 83"/>
                <a:gd name="T18" fmla="*/ 83 w 84"/>
                <a:gd name="T19" fmla="*/ 53 h 83"/>
                <a:gd name="T20" fmla="*/ 84 w 84"/>
                <a:gd name="T21" fmla="*/ 41 h 83"/>
                <a:gd name="T22" fmla="*/ 83 w 84"/>
                <a:gd name="T23" fmla="*/ 30 h 83"/>
                <a:gd name="T24" fmla="*/ 80 w 84"/>
                <a:gd name="T25" fmla="*/ 13 h 83"/>
                <a:gd name="T26" fmla="*/ 70 w 84"/>
                <a:gd name="T27" fmla="*/ 4 h 83"/>
                <a:gd name="T28" fmla="*/ 54 w 84"/>
                <a:gd name="T29" fmla="*/ 0 h 83"/>
                <a:gd name="T30" fmla="*/ 42 w 84"/>
                <a:gd name="T31" fmla="*/ 0 h 83"/>
                <a:gd name="T32" fmla="*/ 30 w 84"/>
                <a:gd name="T33" fmla="*/ 0 h 83"/>
                <a:gd name="T34" fmla="*/ 14 w 84"/>
                <a:gd name="T35" fmla="*/ 4 h 83"/>
                <a:gd name="T36" fmla="*/ 5 w 84"/>
                <a:gd name="T37" fmla="*/ 13 h 83"/>
                <a:gd name="T38" fmla="*/ 1 w 84"/>
                <a:gd name="T39" fmla="*/ 30 h 83"/>
                <a:gd name="T40" fmla="*/ 0 w 84"/>
                <a:gd name="T41" fmla="*/ 4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 h="83">
                  <a:moveTo>
                    <a:pt x="0" y="41"/>
                  </a:moveTo>
                  <a:lnTo>
                    <a:pt x="1" y="53"/>
                  </a:lnTo>
                  <a:lnTo>
                    <a:pt x="5" y="69"/>
                  </a:lnTo>
                  <a:lnTo>
                    <a:pt x="14" y="79"/>
                  </a:lnTo>
                  <a:lnTo>
                    <a:pt x="30" y="83"/>
                  </a:lnTo>
                  <a:lnTo>
                    <a:pt x="42" y="83"/>
                  </a:lnTo>
                  <a:lnTo>
                    <a:pt x="54" y="83"/>
                  </a:lnTo>
                  <a:lnTo>
                    <a:pt x="70" y="79"/>
                  </a:lnTo>
                  <a:lnTo>
                    <a:pt x="80" y="69"/>
                  </a:lnTo>
                  <a:lnTo>
                    <a:pt x="83" y="53"/>
                  </a:lnTo>
                  <a:lnTo>
                    <a:pt x="84" y="41"/>
                  </a:lnTo>
                  <a:lnTo>
                    <a:pt x="83" y="30"/>
                  </a:lnTo>
                  <a:lnTo>
                    <a:pt x="80" y="13"/>
                  </a:lnTo>
                  <a:lnTo>
                    <a:pt x="70" y="4"/>
                  </a:lnTo>
                  <a:lnTo>
                    <a:pt x="54" y="0"/>
                  </a:lnTo>
                  <a:lnTo>
                    <a:pt x="42" y="0"/>
                  </a:lnTo>
                  <a:lnTo>
                    <a:pt x="30" y="0"/>
                  </a:lnTo>
                  <a:lnTo>
                    <a:pt x="14" y="4"/>
                  </a:lnTo>
                  <a:lnTo>
                    <a:pt x="5" y="13"/>
                  </a:lnTo>
                  <a:lnTo>
                    <a:pt x="1" y="30"/>
                  </a:lnTo>
                  <a:lnTo>
                    <a:pt x="0"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5" name="Freeform 612">
              <a:extLst>
                <a:ext uri="{FF2B5EF4-FFF2-40B4-BE49-F238E27FC236}">
                  <a16:creationId xmlns:a16="http://schemas.microsoft.com/office/drawing/2014/main" id="{80D90F08-5393-820C-F891-8EEB2E30A80C}"/>
                </a:ext>
              </a:extLst>
            </p:cNvPr>
            <p:cNvSpPr>
              <a:spLocks/>
            </p:cNvSpPr>
            <p:nvPr/>
          </p:nvSpPr>
          <p:spPr bwMode="auto">
            <a:xfrm>
              <a:off x="10733088" y="5106989"/>
              <a:ext cx="36513" cy="39688"/>
            </a:xfrm>
            <a:custGeom>
              <a:avLst/>
              <a:gdLst>
                <a:gd name="T0" fmla="*/ 5 w 90"/>
                <a:gd name="T1" fmla="*/ 21 h 95"/>
                <a:gd name="T2" fmla="*/ 0 w 90"/>
                <a:gd name="T3" fmla="*/ 37 h 95"/>
                <a:gd name="T4" fmla="*/ 1 w 90"/>
                <a:gd name="T5" fmla="*/ 65 h 95"/>
                <a:gd name="T6" fmla="*/ 15 w 90"/>
                <a:gd name="T7" fmla="*/ 86 h 95"/>
                <a:gd name="T8" fmla="*/ 37 w 90"/>
                <a:gd name="T9" fmla="*/ 95 h 95"/>
                <a:gd name="T10" fmla="*/ 52 w 90"/>
                <a:gd name="T11" fmla="*/ 94 h 95"/>
                <a:gd name="T12" fmla="*/ 62 w 90"/>
                <a:gd name="T13" fmla="*/ 92 h 95"/>
                <a:gd name="T14" fmla="*/ 76 w 90"/>
                <a:gd name="T15" fmla="*/ 86 h 95"/>
                <a:gd name="T16" fmla="*/ 86 w 90"/>
                <a:gd name="T17" fmla="*/ 75 h 95"/>
                <a:gd name="T18" fmla="*/ 90 w 90"/>
                <a:gd name="T19" fmla="*/ 58 h 95"/>
                <a:gd name="T20" fmla="*/ 90 w 90"/>
                <a:gd name="T21" fmla="*/ 47 h 95"/>
                <a:gd name="T22" fmla="*/ 90 w 90"/>
                <a:gd name="T23" fmla="*/ 37 h 95"/>
                <a:gd name="T24" fmla="*/ 86 w 90"/>
                <a:gd name="T25" fmla="*/ 20 h 95"/>
                <a:gd name="T26" fmla="*/ 76 w 90"/>
                <a:gd name="T27" fmla="*/ 9 h 95"/>
                <a:gd name="T28" fmla="*/ 62 w 90"/>
                <a:gd name="T29" fmla="*/ 2 h 95"/>
                <a:gd name="T30" fmla="*/ 52 w 90"/>
                <a:gd name="T31" fmla="*/ 1 h 95"/>
                <a:gd name="T32" fmla="*/ 36 w 90"/>
                <a:gd name="T33" fmla="*/ 0 h 95"/>
                <a:gd name="T34" fmla="*/ 16 w 90"/>
                <a:gd name="T35" fmla="*/ 7 h 95"/>
                <a:gd name="T36" fmla="*/ 7 w 90"/>
                <a:gd name="T37" fmla="*/ 15 h 95"/>
                <a:gd name="T38" fmla="*/ 5 w 90"/>
                <a:gd name="T39" fmla="*/ 2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 h="95">
                  <a:moveTo>
                    <a:pt x="5" y="21"/>
                  </a:moveTo>
                  <a:lnTo>
                    <a:pt x="0" y="37"/>
                  </a:lnTo>
                  <a:lnTo>
                    <a:pt x="1" y="65"/>
                  </a:lnTo>
                  <a:lnTo>
                    <a:pt x="15" y="86"/>
                  </a:lnTo>
                  <a:lnTo>
                    <a:pt x="37" y="95"/>
                  </a:lnTo>
                  <a:lnTo>
                    <a:pt x="52" y="94"/>
                  </a:lnTo>
                  <a:lnTo>
                    <a:pt x="62" y="92"/>
                  </a:lnTo>
                  <a:lnTo>
                    <a:pt x="76" y="86"/>
                  </a:lnTo>
                  <a:lnTo>
                    <a:pt x="86" y="75"/>
                  </a:lnTo>
                  <a:lnTo>
                    <a:pt x="90" y="58"/>
                  </a:lnTo>
                  <a:lnTo>
                    <a:pt x="90" y="47"/>
                  </a:lnTo>
                  <a:lnTo>
                    <a:pt x="90" y="37"/>
                  </a:lnTo>
                  <a:lnTo>
                    <a:pt x="86" y="20"/>
                  </a:lnTo>
                  <a:lnTo>
                    <a:pt x="76" y="9"/>
                  </a:lnTo>
                  <a:lnTo>
                    <a:pt x="62" y="2"/>
                  </a:lnTo>
                  <a:lnTo>
                    <a:pt x="52" y="1"/>
                  </a:lnTo>
                  <a:lnTo>
                    <a:pt x="36" y="0"/>
                  </a:lnTo>
                  <a:lnTo>
                    <a:pt x="16" y="7"/>
                  </a:lnTo>
                  <a:lnTo>
                    <a:pt x="7" y="15"/>
                  </a:lnTo>
                  <a:lnTo>
                    <a:pt x="5"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6" name="Freeform 613">
              <a:extLst>
                <a:ext uri="{FF2B5EF4-FFF2-40B4-BE49-F238E27FC236}">
                  <a16:creationId xmlns:a16="http://schemas.microsoft.com/office/drawing/2014/main" id="{170C4343-CE1D-67E7-3764-26A3E1CEDE2D}"/>
                </a:ext>
              </a:extLst>
            </p:cNvPr>
            <p:cNvSpPr>
              <a:spLocks/>
            </p:cNvSpPr>
            <p:nvPr/>
          </p:nvSpPr>
          <p:spPr bwMode="auto">
            <a:xfrm>
              <a:off x="10807701" y="5106989"/>
              <a:ext cx="33338" cy="39688"/>
            </a:xfrm>
            <a:custGeom>
              <a:avLst/>
              <a:gdLst>
                <a:gd name="T0" fmla="*/ 0 w 81"/>
                <a:gd name="T1" fmla="*/ 47 h 98"/>
                <a:gd name="T2" fmla="*/ 0 w 81"/>
                <a:gd name="T3" fmla="*/ 62 h 98"/>
                <a:gd name="T4" fmla="*/ 3 w 81"/>
                <a:gd name="T5" fmla="*/ 83 h 98"/>
                <a:gd name="T6" fmla="*/ 13 w 81"/>
                <a:gd name="T7" fmla="*/ 94 h 98"/>
                <a:gd name="T8" fmla="*/ 30 w 81"/>
                <a:gd name="T9" fmla="*/ 98 h 98"/>
                <a:gd name="T10" fmla="*/ 43 w 81"/>
                <a:gd name="T11" fmla="*/ 98 h 98"/>
                <a:gd name="T12" fmla="*/ 56 w 81"/>
                <a:gd name="T13" fmla="*/ 98 h 98"/>
                <a:gd name="T14" fmla="*/ 72 w 81"/>
                <a:gd name="T15" fmla="*/ 94 h 98"/>
                <a:gd name="T16" fmla="*/ 80 w 81"/>
                <a:gd name="T17" fmla="*/ 84 h 98"/>
                <a:gd name="T18" fmla="*/ 81 w 81"/>
                <a:gd name="T19" fmla="*/ 66 h 98"/>
                <a:gd name="T20" fmla="*/ 80 w 81"/>
                <a:gd name="T21" fmla="*/ 52 h 98"/>
                <a:gd name="T22" fmla="*/ 78 w 81"/>
                <a:gd name="T23" fmla="*/ 40 h 98"/>
                <a:gd name="T24" fmla="*/ 72 w 81"/>
                <a:gd name="T25" fmla="*/ 23 h 98"/>
                <a:gd name="T26" fmla="*/ 62 w 81"/>
                <a:gd name="T27" fmla="*/ 10 h 98"/>
                <a:gd name="T28" fmla="*/ 48 w 81"/>
                <a:gd name="T29" fmla="*/ 3 h 98"/>
                <a:gd name="T30" fmla="*/ 38 w 81"/>
                <a:gd name="T31" fmla="*/ 2 h 98"/>
                <a:gd name="T32" fmla="*/ 26 w 81"/>
                <a:gd name="T33" fmla="*/ 0 h 98"/>
                <a:gd name="T34" fmla="*/ 11 w 81"/>
                <a:gd name="T35" fmla="*/ 2 h 98"/>
                <a:gd name="T36" fmla="*/ 3 w 81"/>
                <a:gd name="T37" fmla="*/ 12 h 98"/>
                <a:gd name="T38" fmla="*/ 0 w 81"/>
                <a:gd name="T39" fmla="*/ 32 h 98"/>
                <a:gd name="T40" fmla="*/ 0 w 81"/>
                <a:gd name="T41" fmla="*/ 47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1" h="98">
                  <a:moveTo>
                    <a:pt x="0" y="47"/>
                  </a:moveTo>
                  <a:lnTo>
                    <a:pt x="0" y="62"/>
                  </a:lnTo>
                  <a:lnTo>
                    <a:pt x="3" y="83"/>
                  </a:lnTo>
                  <a:lnTo>
                    <a:pt x="13" y="94"/>
                  </a:lnTo>
                  <a:lnTo>
                    <a:pt x="30" y="98"/>
                  </a:lnTo>
                  <a:lnTo>
                    <a:pt x="43" y="98"/>
                  </a:lnTo>
                  <a:lnTo>
                    <a:pt x="56" y="98"/>
                  </a:lnTo>
                  <a:lnTo>
                    <a:pt x="72" y="94"/>
                  </a:lnTo>
                  <a:lnTo>
                    <a:pt x="80" y="84"/>
                  </a:lnTo>
                  <a:lnTo>
                    <a:pt x="81" y="66"/>
                  </a:lnTo>
                  <a:lnTo>
                    <a:pt x="80" y="52"/>
                  </a:lnTo>
                  <a:lnTo>
                    <a:pt x="78" y="40"/>
                  </a:lnTo>
                  <a:lnTo>
                    <a:pt x="72" y="23"/>
                  </a:lnTo>
                  <a:lnTo>
                    <a:pt x="62" y="10"/>
                  </a:lnTo>
                  <a:lnTo>
                    <a:pt x="48" y="3"/>
                  </a:lnTo>
                  <a:lnTo>
                    <a:pt x="38" y="2"/>
                  </a:lnTo>
                  <a:lnTo>
                    <a:pt x="26" y="0"/>
                  </a:lnTo>
                  <a:lnTo>
                    <a:pt x="11" y="2"/>
                  </a:lnTo>
                  <a:lnTo>
                    <a:pt x="3" y="12"/>
                  </a:lnTo>
                  <a:lnTo>
                    <a:pt x="0" y="32"/>
                  </a:lnTo>
                  <a:lnTo>
                    <a:pt x="0" y="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7" name="Freeform 614">
              <a:extLst>
                <a:ext uri="{FF2B5EF4-FFF2-40B4-BE49-F238E27FC236}">
                  <a16:creationId xmlns:a16="http://schemas.microsoft.com/office/drawing/2014/main" id="{BDD34A86-1655-FD8C-177C-AA228321BB0F}"/>
                </a:ext>
              </a:extLst>
            </p:cNvPr>
            <p:cNvSpPr>
              <a:spLocks/>
            </p:cNvSpPr>
            <p:nvPr/>
          </p:nvSpPr>
          <p:spPr bwMode="auto">
            <a:xfrm>
              <a:off x="10874376" y="5105401"/>
              <a:ext cx="34925" cy="41275"/>
            </a:xfrm>
            <a:custGeom>
              <a:avLst/>
              <a:gdLst>
                <a:gd name="T0" fmla="*/ 0 w 84"/>
                <a:gd name="T1" fmla="*/ 50 h 100"/>
                <a:gd name="T2" fmla="*/ 1 w 84"/>
                <a:gd name="T3" fmla="*/ 65 h 100"/>
                <a:gd name="T4" fmla="*/ 4 w 84"/>
                <a:gd name="T5" fmla="*/ 85 h 100"/>
                <a:gd name="T6" fmla="*/ 13 w 84"/>
                <a:gd name="T7" fmla="*/ 96 h 100"/>
                <a:gd name="T8" fmla="*/ 30 w 84"/>
                <a:gd name="T9" fmla="*/ 100 h 100"/>
                <a:gd name="T10" fmla="*/ 42 w 84"/>
                <a:gd name="T11" fmla="*/ 100 h 100"/>
                <a:gd name="T12" fmla="*/ 54 w 84"/>
                <a:gd name="T13" fmla="*/ 100 h 100"/>
                <a:gd name="T14" fmla="*/ 71 w 84"/>
                <a:gd name="T15" fmla="*/ 96 h 100"/>
                <a:gd name="T16" fmla="*/ 80 w 84"/>
                <a:gd name="T17" fmla="*/ 85 h 100"/>
                <a:gd name="T18" fmla="*/ 83 w 84"/>
                <a:gd name="T19" fmla="*/ 65 h 100"/>
                <a:gd name="T20" fmla="*/ 84 w 84"/>
                <a:gd name="T21" fmla="*/ 50 h 100"/>
                <a:gd name="T22" fmla="*/ 83 w 84"/>
                <a:gd name="T23" fmla="*/ 36 h 100"/>
                <a:gd name="T24" fmla="*/ 80 w 84"/>
                <a:gd name="T25" fmla="*/ 16 h 100"/>
                <a:gd name="T26" fmla="*/ 71 w 84"/>
                <a:gd name="T27" fmla="*/ 5 h 100"/>
                <a:gd name="T28" fmla="*/ 54 w 84"/>
                <a:gd name="T29" fmla="*/ 1 h 100"/>
                <a:gd name="T30" fmla="*/ 42 w 84"/>
                <a:gd name="T31" fmla="*/ 0 h 100"/>
                <a:gd name="T32" fmla="*/ 30 w 84"/>
                <a:gd name="T33" fmla="*/ 1 h 100"/>
                <a:gd name="T34" fmla="*/ 13 w 84"/>
                <a:gd name="T35" fmla="*/ 5 h 100"/>
                <a:gd name="T36" fmla="*/ 4 w 84"/>
                <a:gd name="T37" fmla="*/ 16 h 100"/>
                <a:gd name="T38" fmla="*/ 1 w 84"/>
                <a:gd name="T39" fmla="*/ 36 h 100"/>
                <a:gd name="T40" fmla="*/ 0 w 84"/>
                <a:gd name="T41" fmla="*/ 5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 h="100">
                  <a:moveTo>
                    <a:pt x="0" y="50"/>
                  </a:moveTo>
                  <a:lnTo>
                    <a:pt x="1" y="65"/>
                  </a:lnTo>
                  <a:lnTo>
                    <a:pt x="4" y="85"/>
                  </a:lnTo>
                  <a:lnTo>
                    <a:pt x="13" y="96"/>
                  </a:lnTo>
                  <a:lnTo>
                    <a:pt x="30" y="100"/>
                  </a:lnTo>
                  <a:lnTo>
                    <a:pt x="42" y="100"/>
                  </a:lnTo>
                  <a:lnTo>
                    <a:pt x="54" y="100"/>
                  </a:lnTo>
                  <a:lnTo>
                    <a:pt x="71" y="96"/>
                  </a:lnTo>
                  <a:lnTo>
                    <a:pt x="80" y="85"/>
                  </a:lnTo>
                  <a:lnTo>
                    <a:pt x="83" y="65"/>
                  </a:lnTo>
                  <a:lnTo>
                    <a:pt x="84" y="50"/>
                  </a:lnTo>
                  <a:lnTo>
                    <a:pt x="83" y="36"/>
                  </a:lnTo>
                  <a:lnTo>
                    <a:pt x="80" y="16"/>
                  </a:lnTo>
                  <a:lnTo>
                    <a:pt x="71" y="5"/>
                  </a:lnTo>
                  <a:lnTo>
                    <a:pt x="54" y="1"/>
                  </a:lnTo>
                  <a:lnTo>
                    <a:pt x="42" y="0"/>
                  </a:lnTo>
                  <a:lnTo>
                    <a:pt x="30" y="1"/>
                  </a:lnTo>
                  <a:lnTo>
                    <a:pt x="13" y="5"/>
                  </a:lnTo>
                  <a:lnTo>
                    <a:pt x="4" y="16"/>
                  </a:lnTo>
                  <a:lnTo>
                    <a:pt x="1" y="36"/>
                  </a:lnTo>
                  <a:lnTo>
                    <a:pt x="0"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8" name="Freeform 615">
              <a:extLst>
                <a:ext uri="{FF2B5EF4-FFF2-40B4-BE49-F238E27FC236}">
                  <a16:creationId xmlns:a16="http://schemas.microsoft.com/office/drawing/2014/main" id="{78D89F80-FDCE-579E-7381-030592B8F449}"/>
                </a:ext>
              </a:extLst>
            </p:cNvPr>
            <p:cNvSpPr>
              <a:spLocks/>
            </p:cNvSpPr>
            <p:nvPr/>
          </p:nvSpPr>
          <p:spPr bwMode="auto">
            <a:xfrm>
              <a:off x="10780713" y="5256214"/>
              <a:ext cx="247650" cy="31750"/>
            </a:xfrm>
            <a:custGeom>
              <a:avLst/>
              <a:gdLst>
                <a:gd name="T0" fmla="*/ 3 w 606"/>
                <a:gd name="T1" fmla="*/ 23 h 78"/>
                <a:gd name="T2" fmla="*/ 0 w 606"/>
                <a:gd name="T3" fmla="*/ 35 h 78"/>
                <a:gd name="T4" fmla="*/ 4 w 606"/>
                <a:gd name="T5" fmla="*/ 59 h 78"/>
                <a:gd name="T6" fmla="*/ 10 w 606"/>
                <a:gd name="T7" fmla="*/ 66 h 78"/>
                <a:gd name="T8" fmla="*/ 17 w 606"/>
                <a:gd name="T9" fmla="*/ 69 h 78"/>
                <a:gd name="T10" fmla="*/ 64 w 606"/>
                <a:gd name="T11" fmla="*/ 74 h 78"/>
                <a:gd name="T12" fmla="*/ 194 w 606"/>
                <a:gd name="T13" fmla="*/ 78 h 78"/>
                <a:gd name="T14" fmla="*/ 316 w 606"/>
                <a:gd name="T15" fmla="*/ 78 h 78"/>
                <a:gd name="T16" fmla="*/ 491 w 606"/>
                <a:gd name="T17" fmla="*/ 75 h 78"/>
                <a:gd name="T18" fmla="*/ 589 w 606"/>
                <a:gd name="T19" fmla="*/ 65 h 78"/>
                <a:gd name="T20" fmla="*/ 604 w 606"/>
                <a:gd name="T21" fmla="*/ 55 h 78"/>
                <a:gd name="T22" fmla="*/ 606 w 606"/>
                <a:gd name="T23" fmla="*/ 45 h 78"/>
                <a:gd name="T24" fmla="*/ 606 w 606"/>
                <a:gd name="T25" fmla="*/ 40 h 78"/>
                <a:gd name="T26" fmla="*/ 606 w 606"/>
                <a:gd name="T27" fmla="*/ 34 h 78"/>
                <a:gd name="T28" fmla="*/ 603 w 606"/>
                <a:gd name="T29" fmla="*/ 25 h 78"/>
                <a:gd name="T30" fmla="*/ 589 w 606"/>
                <a:gd name="T31" fmla="*/ 15 h 78"/>
                <a:gd name="T32" fmla="*/ 488 w 606"/>
                <a:gd name="T33" fmla="*/ 5 h 78"/>
                <a:gd name="T34" fmla="*/ 310 w 606"/>
                <a:gd name="T35" fmla="*/ 1 h 78"/>
                <a:gd name="T36" fmla="*/ 143 w 606"/>
                <a:gd name="T37" fmla="*/ 0 h 78"/>
                <a:gd name="T38" fmla="*/ 35 w 606"/>
                <a:gd name="T39" fmla="*/ 6 h 78"/>
                <a:gd name="T40" fmla="*/ 8 w 606"/>
                <a:gd name="T41" fmla="*/ 15 h 78"/>
                <a:gd name="T42" fmla="*/ 3 w 606"/>
                <a:gd name="T43" fmla="*/ 2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6" h="78">
                  <a:moveTo>
                    <a:pt x="3" y="23"/>
                  </a:moveTo>
                  <a:lnTo>
                    <a:pt x="0" y="35"/>
                  </a:lnTo>
                  <a:lnTo>
                    <a:pt x="4" y="59"/>
                  </a:lnTo>
                  <a:lnTo>
                    <a:pt x="10" y="66"/>
                  </a:lnTo>
                  <a:lnTo>
                    <a:pt x="17" y="69"/>
                  </a:lnTo>
                  <a:lnTo>
                    <a:pt x="64" y="74"/>
                  </a:lnTo>
                  <a:lnTo>
                    <a:pt x="194" y="78"/>
                  </a:lnTo>
                  <a:lnTo>
                    <a:pt x="316" y="78"/>
                  </a:lnTo>
                  <a:lnTo>
                    <a:pt x="491" y="75"/>
                  </a:lnTo>
                  <a:lnTo>
                    <a:pt x="589" y="65"/>
                  </a:lnTo>
                  <a:lnTo>
                    <a:pt x="604" y="55"/>
                  </a:lnTo>
                  <a:lnTo>
                    <a:pt x="606" y="45"/>
                  </a:lnTo>
                  <a:lnTo>
                    <a:pt x="606" y="40"/>
                  </a:lnTo>
                  <a:lnTo>
                    <a:pt x="606" y="34"/>
                  </a:lnTo>
                  <a:lnTo>
                    <a:pt x="603" y="25"/>
                  </a:lnTo>
                  <a:lnTo>
                    <a:pt x="589" y="15"/>
                  </a:lnTo>
                  <a:lnTo>
                    <a:pt x="488" y="5"/>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9" name="Freeform 616">
              <a:extLst>
                <a:ext uri="{FF2B5EF4-FFF2-40B4-BE49-F238E27FC236}">
                  <a16:creationId xmlns:a16="http://schemas.microsoft.com/office/drawing/2014/main" id="{F1A4E3BF-746D-89DE-DEF9-9591C2336405}"/>
                </a:ext>
              </a:extLst>
            </p:cNvPr>
            <p:cNvSpPr>
              <a:spLocks/>
            </p:cNvSpPr>
            <p:nvPr/>
          </p:nvSpPr>
          <p:spPr bwMode="auto">
            <a:xfrm>
              <a:off x="10780713" y="5359401"/>
              <a:ext cx="247650" cy="31750"/>
            </a:xfrm>
            <a:custGeom>
              <a:avLst/>
              <a:gdLst>
                <a:gd name="T0" fmla="*/ 3 w 606"/>
                <a:gd name="T1" fmla="*/ 23 h 78"/>
                <a:gd name="T2" fmla="*/ 0 w 606"/>
                <a:gd name="T3" fmla="*/ 35 h 78"/>
                <a:gd name="T4" fmla="*/ 4 w 606"/>
                <a:gd name="T5" fmla="*/ 59 h 78"/>
                <a:gd name="T6" fmla="*/ 10 w 606"/>
                <a:gd name="T7" fmla="*/ 66 h 78"/>
                <a:gd name="T8" fmla="*/ 17 w 606"/>
                <a:gd name="T9" fmla="*/ 69 h 78"/>
                <a:gd name="T10" fmla="*/ 64 w 606"/>
                <a:gd name="T11" fmla="*/ 74 h 78"/>
                <a:gd name="T12" fmla="*/ 194 w 606"/>
                <a:gd name="T13" fmla="*/ 78 h 78"/>
                <a:gd name="T14" fmla="*/ 316 w 606"/>
                <a:gd name="T15" fmla="*/ 78 h 78"/>
                <a:gd name="T16" fmla="*/ 491 w 606"/>
                <a:gd name="T17" fmla="*/ 75 h 78"/>
                <a:gd name="T18" fmla="*/ 589 w 606"/>
                <a:gd name="T19" fmla="*/ 65 h 78"/>
                <a:gd name="T20" fmla="*/ 604 w 606"/>
                <a:gd name="T21" fmla="*/ 55 h 78"/>
                <a:gd name="T22" fmla="*/ 606 w 606"/>
                <a:gd name="T23" fmla="*/ 45 h 78"/>
                <a:gd name="T24" fmla="*/ 606 w 606"/>
                <a:gd name="T25" fmla="*/ 40 h 78"/>
                <a:gd name="T26" fmla="*/ 606 w 606"/>
                <a:gd name="T27" fmla="*/ 34 h 78"/>
                <a:gd name="T28" fmla="*/ 603 w 606"/>
                <a:gd name="T29" fmla="*/ 25 h 78"/>
                <a:gd name="T30" fmla="*/ 589 w 606"/>
                <a:gd name="T31" fmla="*/ 15 h 78"/>
                <a:gd name="T32" fmla="*/ 488 w 606"/>
                <a:gd name="T33" fmla="*/ 5 h 78"/>
                <a:gd name="T34" fmla="*/ 310 w 606"/>
                <a:gd name="T35" fmla="*/ 1 h 78"/>
                <a:gd name="T36" fmla="*/ 143 w 606"/>
                <a:gd name="T37" fmla="*/ 0 h 78"/>
                <a:gd name="T38" fmla="*/ 35 w 606"/>
                <a:gd name="T39" fmla="*/ 6 h 78"/>
                <a:gd name="T40" fmla="*/ 8 w 606"/>
                <a:gd name="T41" fmla="*/ 15 h 78"/>
                <a:gd name="T42" fmla="*/ 3 w 606"/>
                <a:gd name="T43" fmla="*/ 2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6" h="78">
                  <a:moveTo>
                    <a:pt x="3" y="23"/>
                  </a:moveTo>
                  <a:lnTo>
                    <a:pt x="0" y="35"/>
                  </a:lnTo>
                  <a:lnTo>
                    <a:pt x="4" y="59"/>
                  </a:lnTo>
                  <a:lnTo>
                    <a:pt x="10" y="66"/>
                  </a:lnTo>
                  <a:lnTo>
                    <a:pt x="17" y="69"/>
                  </a:lnTo>
                  <a:lnTo>
                    <a:pt x="64" y="74"/>
                  </a:lnTo>
                  <a:lnTo>
                    <a:pt x="194" y="78"/>
                  </a:lnTo>
                  <a:lnTo>
                    <a:pt x="316" y="78"/>
                  </a:lnTo>
                  <a:lnTo>
                    <a:pt x="491" y="75"/>
                  </a:lnTo>
                  <a:lnTo>
                    <a:pt x="589" y="65"/>
                  </a:lnTo>
                  <a:lnTo>
                    <a:pt x="604" y="55"/>
                  </a:lnTo>
                  <a:lnTo>
                    <a:pt x="606" y="45"/>
                  </a:lnTo>
                  <a:lnTo>
                    <a:pt x="606" y="40"/>
                  </a:lnTo>
                  <a:lnTo>
                    <a:pt x="606" y="34"/>
                  </a:lnTo>
                  <a:lnTo>
                    <a:pt x="603" y="25"/>
                  </a:lnTo>
                  <a:lnTo>
                    <a:pt x="589" y="15"/>
                  </a:lnTo>
                  <a:lnTo>
                    <a:pt x="488" y="5"/>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0" name="Freeform 617">
              <a:extLst>
                <a:ext uri="{FF2B5EF4-FFF2-40B4-BE49-F238E27FC236}">
                  <a16:creationId xmlns:a16="http://schemas.microsoft.com/office/drawing/2014/main" id="{5AA57A17-1645-7831-EF80-B0A5562C9F1F}"/>
                </a:ext>
              </a:extLst>
            </p:cNvPr>
            <p:cNvSpPr>
              <a:spLocks/>
            </p:cNvSpPr>
            <p:nvPr/>
          </p:nvSpPr>
          <p:spPr bwMode="auto">
            <a:xfrm>
              <a:off x="10780713" y="5461001"/>
              <a:ext cx="247650" cy="31750"/>
            </a:xfrm>
            <a:custGeom>
              <a:avLst/>
              <a:gdLst>
                <a:gd name="T0" fmla="*/ 3 w 606"/>
                <a:gd name="T1" fmla="*/ 23 h 78"/>
                <a:gd name="T2" fmla="*/ 0 w 606"/>
                <a:gd name="T3" fmla="*/ 35 h 78"/>
                <a:gd name="T4" fmla="*/ 4 w 606"/>
                <a:gd name="T5" fmla="*/ 59 h 78"/>
                <a:gd name="T6" fmla="*/ 10 w 606"/>
                <a:gd name="T7" fmla="*/ 66 h 78"/>
                <a:gd name="T8" fmla="*/ 17 w 606"/>
                <a:gd name="T9" fmla="*/ 69 h 78"/>
                <a:gd name="T10" fmla="*/ 64 w 606"/>
                <a:gd name="T11" fmla="*/ 74 h 78"/>
                <a:gd name="T12" fmla="*/ 194 w 606"/>
                <a:gd name="T13" fmla="*/ 78 h 78"/>
                <a:gd name="T14" fmla="*/ 316 w 606"/>
                <a:gd name="T15" fmla="*/ 78 h 78"/>
                <a:gd name="T16" fmla="*/ 491 w 606"/>
                <a:gd name="T17" fmla="*/ 75 h 78"/>
                <a:gd name="T18" fmla="*/ 589 w 606"/>
                <a:gd name="T19" fmla="*/ 65 h 78"/>
                <a:gd name="T20" fmla="*/ 604 w 606"/>
                <a:gd name="T21" fmla="*/ 55 h 78"/>
                <a:gd name="T22" fmla="*/ 606 w 606"/>
                <a:gd name="T23" fmla="*/ 45 h 78"/>
                <a:gd name="T24" fmla="*/ 606 w 606"/>
                <a:gd name="T25" fmla="*/ 40 h 78"/>
                <a:gd name="T26" fmla="*/ 606 w 606"/>
                <a:gd name="T27" fmla="*/ 34 h 78"/>
                <a:gd name="T28" fmla="*/ 603 w 606"/>
                <a:gd name="T29" fmla="*/ 25 h 78"/>
                <a:gd name="T30" fmla="*/ 589 w 606"/>
                <a:gd name="T31" fmla="*/ 15 h 78"/>
                <a:gd name="T32" fmla="*/ 488 w 606"/>
                <a:gd name="T33" fmla="*/ 5 h 78"/>
                <a:gd name="T34" fmla="*/ 310 w 606"/>
                <a:gd name="T35" fmla="*/ 1 h 78"/>
                <a:gd name="T36" fmla="*/ 143 w 606"/>
                <a:gd name="T37" fmla="*/ 0 h 78"/>
                <a:gd name="T38" fmla="*/ 35 w 606"/>
                <a:gd name="T39" fmla="*/ 6 h 78"/>
                <a:gd name="T40" fmla="*/ 8 w 606"/>
                <a:gd name="T41" fmla="*/ 15 h 78"/>
                <a:gd name="T42" fmla="*/ 3 w 606"/>
                <a:gd name="T43" fmla="*/ 2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6" h="78">
                  <a:moveTo>
                    <a:pt x="3" y="23"/>
                  </a:moveTo>
                  <a:lnTo>
                    <a:pt x="0" y="35"/>
                  </a:lnTo>
                  <a:lnTo>
                    <a:pt x="4" y="59"/>
                  </a:lnTo>
                  <a:lnTo>
                    <a:pt x="10" y="66"/>
                  </a:lnTo>
                  <a:lnTo>
                    <a:pt x="17" y="69"/>
                  </a:lnTo>
                  <a:lnTo>
                    <a:pt x="64" y="74"/>
                  </a:lnTo>
                  <a:lnTo>
                    <a:pt x="194" y="78"/>
                  </a:lnTo>
                  <a:lnTo>
                    <a:pt x="316" y="78"/>
                  </a:lnTo>
                  <a:lnTo>
                    <a:pt x="491" y="75"/>
                  </a:lnTo>
                  <a:lnTo>
                    <a:pt x="589" y="65"/>
                  </a:lnTo>
                  <a:lnTo>
                    <a:pt x="604" y="55"/>
                  </a:lnTo>
                  <a:lnTo>
                    <a:pt x="606" y="45"/>
                  </a:lnTo>
                  <a:lnTo>
                    <a:pt x="606" y="40"/>
                  </a:lnTo>
                  <a:lnTo>
                    <a:pt x="606" y="34"/>
                  </a:lnTo>
                  <a:lnTo>
                    <a:pt x="603" y="25"/>
                  </a:lnTo>
                  <a:lnTo>
                    <a:pt x="589" y="15"/>
                  </a:lnTo>
                  <a:lnTo>
                    <a:pt x="488" y="5"/>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1" name="Freeform 618">
              <a:extLst>
                <a:ext uri="{FF2B5EF4-FFF2-40B4-BE49-F238E27FC236}">
                  <a16:creationId xmlns:a16="http://schemas.microsoft.com/office/drawing/2014/main" id="{3E39A358-BA09-3756-56FA-762918867520}"/>
                </a:ext>
              </a:extLst>
            </p:cNvPr>
            <p:cNvSpPr>
              <a:spLocks/>
            </p:cNvSpPr>
            <p:nvPr/>
          </p:nvSpPr>
          <p:spPr bwMode="auto">
            <a:xfrm>
              <a:off x="10780713" y="5562601"/>
              <a:ext cx="250825" cy="34925"/>
            </a:xfrm>
            <a:custGeom>
              <a:avLst/>
              <a:gdLst>
                <a:gd name="T0" fmla="*/ 3 w 613"/>
                <a:gd name="T1" fmla="*/ 23 h 83"/>
                <a:gd name="T2" fmla="*/ 0 w 613"/>
                <a:gd name="T3" fmla="*/ 35 h 83"/>
                <a:gd name="T4" fmla="*/ 4 w 613"/>
                <a:gd name="T5" fmla="*/ 59 h 83"/>
                <a:gd name="T6" fmla="*/ 10 w 613"/>
                <a:gd name="T7" fmla="*/ 66 h 83"/>
                <a:gd name="T8" fmla="*/ 24 w 613"/>
                <a:gd name="T9" fmla="*/ 71 h 83"/>
                <a:gd name="T10" fmla="*/ 129 w 613"/>
                <a:gd name="T11" fmla="*/ 79 h 83"/>
                <a:gd name="T12" fmla="*/ 297 w 613"/>
                <a:gd name="T13" fmla="*/ 83 h 83"/>
                <a:gd name="T14" fmla="*/ 495 w 613"/>
                <a:gd name="T15" fmla="*/ 83 h 83"/>
                <a:gd name="T16" fmla="*/ 595 w 613"/>
                <a:gd name="T17" fmla="*/ 81 h 83"/>
                <a:gd name="T18" fmla="*/ 599 w 613"/>
                <a:gd name="T19" fmla="*/ 81 h 83"/>
                <a:gd name="T20" fmla="*/ 607 w 613"/>
                <a:gd name="T21" fmla="*/ 76 h 83"/>
                <a:gd name="T22" fmla="*/ 613 w 613"/>
                <a:gd name="T23" fmla="*/ 59 h 83"/>
                <a:gd name="T24" fmla="*/ 611 w 613"/>
                <a:gd name="T25" fmla="*/ 43 h 83"/>
                <a:gd name="T26" fmla="*/ 610 w 613"/>
                <a:gd name="T27" fmla="*/ 30 h 83"/>
                <a:gd name="T28" fmla="*/ 599 w 613"/>
                <a:gd name="T29" fmla="*/ 18 h 83"/>
                <a:gd name="T30" fmla="*/ 582 w 613"/>
                <a:gd name="T31" fmla="*/ 12 h 83"/>
                <a:gd name="T32" fmla="*/ 536 w 613"/>
                <a:gd name="T33" fmla="*/ 7 h 83"/>
                <a:gd name="T34" fmla="*/ 411 w 613"/>
                <a:gd name="T35" fmla="*/ 3 h 83"/>
                <a:gd name="T36" fmla="*/ 310 w 613"/>
                <a:gd name="T37" fmla="*/ 1 h 83"/>
                <a:gd name="T38" fmla="*/ 143 w 613"/>
                <a:gd name="T39" fmla="*/ 0 h 83"/>
                <a:gd name="T40" fmla="*/ 35 w 613"/>
                <a:gd name="T41" fmla="*/ 6 h 83"/>
                <a:gd name="T42" fmla="*/ 8 w 613"/>
                <a:gd name="T43" fmla="*/ 15 h 83"/>
                <a:gd name="T44" fmla="*/ 3 w 613"/>
                <a:gd name="T45" fmla="*/ 2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13" h="83">
                  <a:moveTo>
                    <a:pt x="3" y="23"/>
                  </a:moveTo>
                  <a:lnTo>
                    <a:pt x="0" y="35"/>
                  </a:lnTo>
                  <a:lnTo>
                    <a:pt x="4" y="59"/>
                  </a:lnTo>
                  <a:lnTo>
                    <a:pt x="10" y="66"/>
                  </a:lnTo>
                  <a:lnTo>
                    <a:pt x="24" y="71"/>
                  </a:lnTo>
                  <a:lnTo>
                    <a:pt x="129" y="79"/>
                  </a:lnTo>
                  <a:lnTo>
                    <a:pt x="297" y="83"/>
                  </a:lnTo>
                  <a:lnTo>
                    <a:pt x="495" y="83"/>
                  </a:lnTo>
                  <a:lnTo>
                    <a:pt x="595" y="81"/>
                  </a:lnTo>
                  <a:lnTo>
                    <a:pt x="599" y="81"/>
                  </a:lnTo>
                  <a:lnTo>
                    <a:pt x="607" y="76"/>
                  </a:lnTo>
                  <a:lnTo>
                    <a:pt x="613" y="59"/>
                  </a:lnTo>
                  <a:lnTo>
                    <a:pt x="611" y="43"/>
                  </a:lnTo>
                  <a:lnTo>
                    <a:pt x="610" y="30"/>
                  </a:lnTo>
                  <a:lnTo>
                    <a:pt x="599" y="18"/>
                  </a:lnTo>
                  <a:lnTo>
                    <a:pt x="582" y="12"/>
                  </a:lnTo>
                  <a:lnTo>
                    <a:pt x="536" y="7"/>
                  </a:lnTo>
                  <a:lnTo>
                    <a:pt x="411" y="3"/>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2" name="Freeform 619">
              <a:extLst>
                <a:ext uri="{FF2B5EF4-FFF2-40B4-BE49-F238E27FC236}">
                  <a16:creationId xmlns:a16="http://schemas.microsoft.com/office/drawing/2014/main" id="{2321FA45-861D-8A6F-9460-F0F46F49F258}"/>
                </a:ext>
              </a:extLst>
            </p:cNvPr>
            <p:cNvSpPr>
              <a:spLocks noEditPoints="1"/>
            </p:cNvSpPr>
            <p:nvPr/>
          </p:nvSpPr>
          <p:spPr bwMode="auto">
            <a:xfrm>
              <a:off x="11596688" y="5276851"/>
              <a:ext cx="266700" cy="195263"/>
            </a:xfrm>
            <a:custGeom>
              <a:avLst/>
              <a:gdLst>
                <a:gd name="T0" fmla="*/ 335 w 655"/>
                <a:gd name="T1" fmla="*/ 117 h 481"/>
                <a:gd name="T2" fmla="*/ 265 w 655"/>
                <a:gd name="T3" fmla="*/ 167 h 481"/>
                <a:gd name="T4" fmla="*/ 238 w 655"/>
                <a:gd name="T5" fmla="*/ 147 h 481"/>
                <a:gd name="T6" fmla="*/ 216 w 655"/>
                <a:gd name="T7" fmla="*/ 124 h 481"/>
                <a:gd name="T8" fmla="*/ 169 w 655"/>
                <a:gd name="T9" fmla="*/ 101 h 481"/>
                <a:gd name="T10" fmla="*/ 115 w 655"/>
                <a:gd name="T11" fmla="*/ 100 h 481"/>
                <a:gd name="T12" fmla="*/ 64 w 655"/>
                <a:gd name="T13" fmla="*/ 117 h 481"/>
                <a:gd name="T14" fmla="*/ 35 w 655"/>
                <a:gd name="T15" fmla="*/ 143 h 481"/>
                <a:gd name="T16" fmla="*/ 2 w 655"/>
                <a:gd name="T17" fmla="*/ 204 h 481"/>
                <a:gd name="T18" fmla="*/ 1 w 655"/>
                <a:gd name="T19" fmla="*/ 228 h 481"/>
                <a:gd name="T20" fmla="*/ 58 w 655"/>
                <a:gd name="T21" fmla="*/ 316 h 481"/>
                <a:gd name="T22" fmla="*/ 188 w 655"/>
                <a:gd name="T23" fmla="*/ 453 h 481"/>
                <a:gd name="T24" fmla="*/ 227 w 655"/>
                <a:gd name="T25" fmla="*/ 477 h 481"/>
                <a:gd name="T26" fmla="*/ 281 w 655"/>
                <a:gd name="T27" fmla="*/ 478 h 481"/>
                <a:gd name="T28" fmla="*/ 347 w 655"/>
                <a:gd name="T29" fmla="*/ 444 h 481"/>
                <a:gd name="T30" fmla="*/ 485 w 655"/>
                <a:gd name="T31" fmla="*/ 333 h 481"/>
                <a:gd name="T32" fmla="*/ 613 w 655"/>
                <a:gd name="T33" fmla="*/ 212 h 481"/>
                <a:gd name="T34" fmla="*/ 652 w 655"/>
                <a:gd name="T35" fmla="*/ 143 h 481"/>
                <a:gd name="T36" fmla="*/ 651 w 655"/>
                <a:gd name="T37" fmla="*/ 93 h 481"/>
                <a:gd name="T38" fmla="*/ 639 w 655"/>
                <a:gd name="T39" fmla="*/ 61 h 481"/>
                <a:gd name="T40" fmla="*/ 594 w 655"/>
                <a:gd name="T41" fmla="*/ 10 h 481"/>
                <a:gd name="T42" fmla="*/ 529 w 655"/>
                <a:gd name="T43" fmla="*/ 1 h 481"/>
                <a:gd name="T44" fmla="*/ 446 w 655"/>
                <a:gd name="T45" fmla="*/ 32 h 481"/>
                <a:gd name="T46" fmla="*/ 375 w 655"/>
                <a:gd name="T47" fmla="*/ 83 h 481"/>
                <a:gd name="T48" fmla="*/ 575 w 655"/>
                <a:gd name="T49" fmla="*/ 113 h 481"/>
                <a:gd name="T50" fmla="*/ 563 w 655"/>
                <a:gd name="T51" fmla="*/ 146 h 481"/>
                <a:gd name="T52" fmla="*/ 439 w 655"/>
                <a:gd name="T53" fmla="*/ 262 h 481"/>
                <a:gd name="T54" fmla="*/ 333 w 655"/>
                <a:gd name="T55" fmla="*/ 348 h 481"/>
                <a:gd name="T56" fmla="*/ 250 w 655"/>
                <a:gd name="T57" fmla="*/ 396 h 481"/>
                <a:gd name="T58" fmla="*/ 226 w 655"/>
                <a:gd name="T59" fmla="*/ 385 h 481"/>
                <a:gd name="T60" fmla="*/ 134 w 655"/>
                <a:gd name="T61" fmla="*/ 274 h 481"/>
                <a:gd name="T62" fmla="*/ 106 w 655"/>
                <a:gd name="T63" fmla="*/ 214 h 481"/>
                <a:gd name="T64" fmla="*/ 110 w 655"/>
                <a:gd name="T65" fmla="*/ 202 h 481"/>
                <a:gd name="T66" fmla="*/ 138 w 655"/>
                <a:gd name="T67" fmla="*/ 184 h 481"/>
                <a:gd name="T68" fmla="*/ 198 w 655"/>
                <a:gd name="T69" fmla="*/ 209 h 481"/>
                <a:gd name="T70" fmla="*/ 222 w 655"/>
                <a:gd name="T71" fmla="*/ 242 h 481"/>
                <a:gd name="T72" fmla="*/ 262 w 655"/>
                <a:gd name="T73" fmla="*/ 267 h 481"/>
                <a:gd name="T74" fmla="*/ 351 w 655"/>
                <a:gd name="T75" fmla="*/ 211 h 481"/>
                <a:gd name="T76" fmla="*/ 437 w 655"/>
                <a:gd name="T77" fmla="*/ 142 h 481"/>
                <a:gd name="T78" fmla="*/ 531 w 655"/>
                <a:gd name="T79" fmla="*/ 86 h 481"/>
                <a:gd name="T80" fmla="*/ 560 w 655"/>
                <a:gd name="T81" fmla="*/ 90 h 481"/>
                <a:gd name="T82" fmla="*/ 573 w 655"/>
                <a:gd name="T83" fmla="*/ 108 h 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55" h="481">
                  <a:moveTo>
                    <a:pt x="375" y="83"/>
                  </a:moveTo>
                  <a:lnTo>
                    <a:pt x="335" y="117"/>
                  </a:lnTo>
                  <a:lnTo>
                    <a:pt x="275" y="162"/>
                  </a:lnTo>
                  <a:lnTo>
                    <a:pt x="265" y="167"/>
                  </a:lnTo>
                  <a:lnTo>
                    <a:pt x="260" y="165"/>
                  </a:lnTo>
                  <a:lnTo>
                    <a:pt x="238" y="147"/>
                  </a:lnTo>
                  <a:lnTo>
                    <a:pt x="225" y="133"/>
                  </a:lnTo>
                  <a:lnTo>
                    <a:pt x="216" y="124"/>
                  </a:lnTo>
                  <a:lnTo>
                    <a:pt x="194" y="110"/>
                  </a:lnTo>
                  <a:lnTo>
                    <a:pt x="169" y="101"/>
                  </a:lnTo>
                  <a:lnTo>
                    <a:pt x="142" y="98"/>
                  </a:lnTo>
                  <a:lnTo>
                    <a:pt x="115" y="100"/>
                  </a:lnTo>
                  <a:lnTo>
                    <a:pt x="89" y="106"/>
                  </a:lnTo>
                  <a:lnTo>
                    <a:pt x="64" y="117"/>
                  </a:lnTo>
                  <a:lnTo>
                    <a:pt x="44" y="133"/>
                  </a:lnTo>
                  <a:lnTo>
                    <a:pt x="35" y="143"/>
                  </a:lnTo>
                  <a:lnTo>
                    <a:pt x="21" y="163"/>
                  </a:lnTo>
                  <a:lnTo>
                    <a:pt x="2" y="204"/>
                  </a:lnTo>
                  <a:lnTo>
                    <a:pt x="0" y="218"/>
                  </a:lnTo>
                  <a:lnTo>
                    <a:pt x="1" y="228"/>
                  </a:lnTo>
                  <a:lnTo>
                    <a:pt x="16" y="257"/>
                  </a:lnTo>
                  <a:lnTo>
                    <a:pt x="58" y="316"/>
                  </a:lnTo>
                  <a:lnTo>
                    <a:pt x="134" y="402"/>
                  </a:lnTo>
                  <a:lnTo>
                    <a:pt x="188" y="453"/>
                  </a:lnTo>
                  <a:lnTo>
                    <a:pt x="217" y="473"/>
                  </a:lnTo>
                  <a:lnTo>
                    <a:pt x="227" y="477"/>
                  </a:lnTo>
                  <a:lnTo>
                    <a:pt x="248" y="481"/>
                  </a:lnTo>
                  <a:lnTo>
                    <a:pt x="281" y="478"/>
                  </a:lnTo>
                  <a:lnTo>
                    <a:pt x="304" y="469"/>
                  </a:lnTo>
                  <a:lnTo>
                    <a:pt x="347" y="444"/>
                  </a:lnTo>
                  <a:lnTo>
                    <a:pt x="428" y="381"/>
                  </a:lnTo>
                  <a:lnTo>
                    <a:pt x="485" y="333"/>
                  </a:lnTo>
                  <a:lnTo>
                    <a:pt x="540" y="285"/>
                  </a:lnTo>
                  <a:lnTo>
                    <a:pt x="613" y="212"/>
                  </a:lnTo>
                  <a:lnTo>
                    <a:pt x="642" y="169"/>
                  </a:lnTo>
                  <a:lnTo>
                    <a:pt x="652" y="143"/>
                  </a:lnTo>
                  <a:lnTo>
                    <a:pt x="655" y="118"/>
                  </a:lnTo>
                  <a:lnTo>
                    <a:pt x="651" y="93"/>
                  </a:lnTo>
                  <a:lnTo>
                    <a:pt x="647" y="80"/>
                  </a:lnTo>
                  <a:lnTo>
                    <a:pt x="639" y="61"/>
                  </a:lnTo>
                  <a:lnTo>
                    <a:pt x="619" y="30"/>
                  </a:lnTo>
                  <a:lnTo>
                    <a:pt x="594" y="10"/>
                  </a:lnTo>
                  <a:lnTo>
                    <a:pt x="564" y="0"/>
                  </a:lnTo>
                  <a:lnTo>
                    <a:pt x="529" y="1"/>
                  </a:lnTo>
                  <a:lnTo>
                    <a:pt x="490" y="12"/>
                  </a:lnTo>
                  <a:lnTo>
                    <a:pt x="446" y="32"/>
                  </a:lnTo>
                  <a:lnTo>
                    <a:pt x="400" y="64"/>
                  </a:lnTo>
                  <a:lnTo>
                    <a:pt x="375" y="83"/>
                  </a:lnTo>
                  <a:close/>
                  <a:moveTo>
                    <a:pt x="573" y="108"/>
                  </a:moveTo>
                  <a:lnTo>
                    <a:pt x="575" y="113"/>
                  </a:lnTo>
                  <a:lnTo>
                    <a:pt x="574" y="125"/>
                  </a:lnTo>
                  <a:lnTo>
                    <a:pt x="563" y="146"/>
                  </a:lnTo>
                  <a:lnTo>
                    <a:pt x="520" y="191"/>
                  </a:lnTo>
                  <a:lnTo>
                    <a:pt x="439" y="262"/>
                  </a:lnTo>
                  <a:lnTo>
                    <a:pt x="380" y="312"/>
                  </a:lnTo>
                  <a:lnTo>
                    <a:pt x="333" y="348"/>
                  </a:lnTo>
                  <a:lnTo>
                    <a:pt x="275" y="385"/>
                  </a:lnTo>
                  <a:lnTo>
                    <a:pt x="250" y="396"/>
                  </a:lnTo>
                  <a:lnTo>
                    <a:pt x="243" y="395"/>
                  </a:lnTo>
                  <a:lnTo>
                    <a:pt x="226" y="385"/>
                  </a:lnTo>
                  <a:lnTo>
                    <a:pt x="180" y="336"/>
                  </a:lnTo>
                  <a:lnTo>
                    <a:pt x="134" y="274"/>
                  </a:lnTo>
                  <a:lnTo>
                    <a:pt x="112" y="234"/>
                  </a:lnTo>
                  <a:lnTo>
                    <a:pt x="106" y="214"/>
                  </a:lnTo>
                  <a:lnTo>
                    <a:pt x="107" y="208"/>
                  </a:lnTo>
                  <a:lnTo>
                    <a:pt x="110" y="202"/>
                  </a:lnTo>
                  <a:lnTo>
                    <a:pt x="119" y="191"/>
                  </a:lnTo>
                  <a:lnTo>
                    <a:pt x="138" y="184"/>
                  </a:lnTo>
                  <a:lnTo>
                    <a:pt x="168" y="188"/>
                  </a:lnTo>
                  <a:lnTo>
                    <a:pt x="198" y="209"/>
                  </a:lnTo>
                  <a:lnTo>
                    <a:pt x="210" y="225"/>
                  </a:lnTo>
                  <a:lnTo>
                    <a:pt x="222" y="242"/>
                  </a:lnTo>
                  <a:lnTo>
                    <a:pt x="250" y="264"/>
                  </a:lnTo>
                  <a:lnTo>
                    <a:pt x="262" y="267"/>
                  </a:lnTo>
                  <a:lnTo>
                    <a:pt x="278" y="261"/>
                  </a:lnTo>
                  <a:lnTo>
                    <a:pt x="351" y="211"/>
                  </a:lnTo>
                  <a:lnTo>
                    <a:pt x="397" y="175"/>
                  </a:lnTo>
                  <a:lnTo>
                    <a:pt x="437" y="142"/>
                  </a:lnTo>
                  <a:lnTo>
                    <a:pt x="498" y="100"/>
                  </a:lnTo>
                  <a:lnTo>
                    <a:pt x="531" y="86"/>
                  </a:lnTo>
                  <a:lnTo>
                    <a:pt x="547" y="85"/>
                  </a:lnTo>
                  <a:lnTo>
                    <a:pt x="560" y="90"/>
                  </a:lnTo>
                  <a:lnTo>
                    <a:pt x="570" y="100"/>
                  </a:lnTo>
                  <a:lnTo>
                    <a:pt x="573"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3" name="Freeform 620">
              <a:extLst>
                <a:ext uri="{FF2B5EF4-FFF2-40B4-BE49-F238E27FC236}">
                  <a16:creationId xmlns:a16="http://schemas.microsoft.com/office/drawing/2014/main" id="{B55EA4B1-4F8E-EC5D-0896-E187C5E59ABF}"/>
                </a:ext>
              </a:extLst>
            </p:cNvPr>
            <p:cNvSpPr>
              <a:spLocks noEditPoints="1"/>
            </p:cNvSpPr>
            <p:nvPr/>
          </p:nvSpPr>
          <p:spPr bwMode="auto">
            <a:xfrm>
              <a:off x="11245851" y="5461001"/>
              <a:ext cx="234950" cy="234950"/>
            </a:xfrm>
            <a:custGeom>
              <a:avLst/>
              <a:gdLst>
                <a:gd name="T0" fmla="*/ 145 w 575"/>
                <a:gd name="T1" fmla="*/ 41 h 578"/>
                <a:gd name="T2" fmla="*/ 76 w 575"/>
                <a:gd name="T3" fmla="*/ 94 h 578"/>
                <a:gd name="T4" fmla="*/ 29 w 575"/>
                <a:gd name="T5" fmla="*/ 162 h 578"/>
                <a:gd name="T6" fmla="*/ 4 w 575"/>
                <a:gd name="T7" fmla="*/ 239 h 578"/>
                <a:gd name="T8" fmla="*/ 1 w 575"/>
                <a:gd name="T9" fmla="*/ 319 h 578"/>
                <a:gd name="T10" fmla="*/ 20 w 575"/>
                <a:gd name="T11" fmla="*/ 398 h 578"/>
                <a:gd name="T12" fmla="*/ 60 w 575"/>
                <a:gd name="T13" fmla="*/ 468 h 578"/>
                <a:gd name="T14" fmla="*/ 122 w 575"/>
                <a:gd name="T15" fmla="*/ 526 h 578"/>
                <a:gd name="T16" fmla="*/ 182 w 575"/>
                <a:gd name="T17" fmla="*/ 557 h 578"/>
                <a:gd name="T18" fmla="*/ 263 w 575"/>
                <a:gd name="T19" fmla="*/ 577 h 578"/>
                <a:gd name="T20" fmla="*/ 363 w 575"/>
                <a:gd name="T21" fmla="*/ 569 h 578"/>
                <a:gd name="T22" fmla="*/ 449 w 575"/>
                <a:gd name="T23" fmla="*/ 528 h 578"/>
                <a:gd name="T24" fmla="*/ 516 w 575"/>
                <a:gd name="T25" fmla="*/ 462 h 578"/>
                <a:gd name="T26" fmla="*/ 560 w 575"/>
                <a:gd name="T27" fmla="*/ 378 h 578"/>
                <a:gd name="T28" fmla="*/ 575 w 575"/>
                <a:gd name="T29" fmla="*/ 285 h 578"/>
                <a:gd name="T30" fmla="*/ 558 w 575"/>
                <a:gd name="T31" fmla="*/ 190 h 578"/>
                <a:gd name="T32" fmla="*/ 503 w 575"/>
                <a:gd name="T33" fmla="*/ 100 h 578"/>
                <a:gd name="T34" fmla="*/ 465 w 575"/>
                <a:gd name="T35" fmla="*/ 64 h 578"/>
                <a:gd name="T36" fmla="*/ 392 w 575"/>
                <a:gd name="T37" fmla="*/ 19 h 578"/>
                <a:gd name="T38" fmla="*/ 313 w 575"/>
                <a:gd name="T39" fmla="*/ 0 h 578"/>
                <a:gd name="T40" fmla="*/ 230 w 575"/>
                <a:gd name="T41" fmla="*/ 8 h 578"/>
                <a:gd name="T42" fmla="*/ 166 w 575"/>
                <a:gd name="T43" fmla="*/ 31 h 578"/>
                <a:gd name="T44" fmla="*/ 403 w 575"/>
                <a:gd name="T45" fmla="*/ 125 h 578"/>
                <a:gd name="T46" fmla="*/ 455 w 575"/>
                <a:gd name="T47" fmla="*/ 179 h 578"/>
                <a:gd name="T48" fmla="*/ 487 w 575"/>
                <a:gd name="T49" fmla="*/ 288 h 578"/>
                <a:gd name="T50" fmla="*/ 457 w 575"/>
                <a:gd name="T51" fmla="*/ 396 h 578"/>
                <a:gd name="T52" fmla="*/ 384 w 575"/>
                <a:gd name="T53" fmla="*/ 465 h 578"/>
                <a:gd name="T54" fmla="*/ 341 w 575"/>
                <a:gd name="T55" fmla="*/ 482 h 578"/>
                <a:gd name="T56" fmla="*/ 288 w 575"/>
                <a:gd name="T57" fmla="*/ 489 h 578"/>
                <a:gd name="T58" fmla="*/ 219 w 575"/>
                <a:gd name="T59" fmla="*/ 477 h 578"/>
                <a:gd name="T60" fmla="*/ 157 w 575"/>
                <a:gd name="T61" fmla="*/ 444 h 578"/>
                <a:gd name="T62" fmla="*/ 112 w 575"/>
                <a:gd name="T63" fmla="*/ 393 h 578"/>
                <a:gd name="T64" fmla="*/ 92 w 575"/>
                <a:gd name="T65" fmla="*/ 351 h 578"/>
                <a:gd name="T66" fmla="*/ 79 w 575"/>
                <a:gd name="T67" fmla="*/ 272 h 578"/>
                <a:gd name="T68" fmla="*/ 104 w 575"/>
                <a:gd name="T69" fmla="*/ 204 h 578"/>
                <a:gd name="T70" fmla="*/ 141 w 575"/>
                <a:gd name="T71" fmla="*/ 148 h 578"/>
                <a:gd name="T72" fmla="*/ 208 w 575"/>
                <a:gd name="T73" fmla="*/ 100 h 578"/>
                <a:gd name="T74" fmla="*/ 287 w 575"/>
                <a:gd name="T75" fmla="*/ 85 h 578"/>
                <a:gd name="T76" fmla="*/ 369 w 575"/>
                <a:gd name="T77" fmla="*/ 105 h 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75" h="578">
                  <a:moveTo>
                    <a:pt x="166" y="31"/>
                  </a:moveTo>
                  <a:lnTo>
                    <a:pt x="145" y="41"/>
                  </a:lnTo>
                  <a:lnTo>
                    <a:pt x="107" y="65"/>
                  </a:lnTo>
                  <a:lnTo>
                    <a:pt x="76" y="94"/>
                  </a:lnTo>
                  <a:lnTo>
                    <a:pt x="50" y="126"/>
                  </a:lnTo>
                  <a:lnTo>
                    <a:pt x="29" y="162"/>
                  </a:lnTo>
                  <a:lnTo>
                    <a:pt x="14" y="199"/>
                  </a:lnTo>
                  <a:lnTo>
                    <a:pt x="4" y="239"/>
                  </a:lnTo>
                  <a:lnTo>
                    <a:pt x="0" y="279"/>
                  </a:lnTo>
                  <a:lnTo>
                    <a:pt x="1" y="319"/>
                  </a:lnTo>
                  <a:lnTo>
                    <a:pt x="8" y="359"/>
                  </a:lnTo>
                  <a:lnTo>
                    <a:pt x="20" y="398"/>
                  </a:lnTo>
                  <a:lnTo>
                    <a:pt x="38" y="434"/>
                  </a:lnTo>
                  <a:lnTo>
                    <a:pt x="60" y="468"/>
                  </a:lnTo>
                  <a:lnTo>
                    <a:pt x="88" y="499"/>
                  </a:lnTo>
                  <a:lnTo>
                    <a:pt x="122" y="526"/>
                  </a:lnTo>
                  <a:lnTo>
                    <a:pt x="161" y="548"/>
                  </a:lnTo>
                  <a:lnTo>
                    <a:pt x="182" y="557"/>
                  </a:lnTo>
                  <a:lnTo>
                    <a:pt x="210" y="567"/>
                  </a:lnTo>
                  <a:lnTo>
                    <a:pt x="263" y="577"/>
                  </a:lnTo>
                  <a:lnTo>
                    <a:pt x="315" y="578"/>
                  </a:lnTo>
                  <a:lnTo>
                    <a:pt x="363" y="569"/>
                  </a:lnTo>
                  <a:lnTo>
                    <a:pt x="408" y="552"/>
                  </a:lnTo>
                  <a:lnTo>
                    <a:pt x="449" y="528"/>
                  </a:lnTo>
                  <a:lnTo>
                    <a:pt x="485" y="497"/>
                  </a:lnTo>
                  <a:lnTo>
                    <a:pt x="516" y="462"/>
                  </a:lnTo>
                  <a:lnTo>
                    <a:pt x="541" y="422"/>
                  </a:lnTo>
                  <a:lnTo>
                    <a:pt x="560" y="378"/>
                  </a:lnTo>
                  <a:lnTo>
                    <a:pt x="571" y="332"/>
                  </a:lnTo>
                  <a:lnTo>
                    <a:pt x="575" y="285"/>
                  </a:lnTo>
                  <a:lnTo>
                    <a:pt x="571" y="237"/>
                  </a:lnTo>
                  <a:lnTo>
                    <a:pt x="558" y="190"/>
                  </a:lnTo>
                  <a:lnTo>
                    <a:pt x="536" y="143"/>
                  </a:lnTo>
                  <a:lnTo>
                    <a:pt x="503" y="100"/>
                  </a:lnTo>
                  <a:lnTo>
                    <a:pt x="482" y="79"/>
                  </a:lnTo>
                  <a:lnTo>
                    <a:pt x="465" y="64"/>
                  </a:lnTo>
                  <a:lnTo>
                    <a:pt x="429" y="38"/>
                  </a:lnTo>
                  <a:lnTo>
                    <a:pt x="392" y="19"/>
                  </a:lnTo>
                  <a:lnTo>
                    <a:pt x="353" y="7"/>
                  </a:lnTo>
                  <a:lnTo>
                    <a:pt x="313" y="0"/>
                  </a:lnTo>
                  <a:lnTo>
                    <a:pt x="272" y="1"/>
                  </a:lnTo>
                  <a:lnTo>
                    <a:pt x="230" y="8"/>
                  </a:lnTo>
                  <a:lnTo>
                    <a:pt x="187" y="21"/>
                  </a:lnTo>
                  <a:lnTo>
                    <a:pt x="166" y="31"/>
                  </a:lnTo>
                  <a:close/>
                  <a:moveTo>
                    <a:pt x="389" y="116"/>
                  </a:moveTo>
                  <a:lnTo>
                    <a:pt x="403" y="125"/>
                  </a:lnTo>
                  <a:lnTo>
                    <a:pt x="427" y="145"/>
                  </a:lnTo>
                  <a:lnTo>
                    <a:pt x="455" y="179"/>
                  </a:lnTo>
                  <a:lnTo>
                    <a:pt x="479" y="232"/>
                  </a:lnTo>
                  <a:lnTo>
                    <a:pt x="487" y="288"/>
                  </a:lnTo>
                  <a:lnTo>
                    <a:pt x="479" y="344"/>
                  </a:lnTo>
                  <a:lnTo>
                    <a:pt x="457" y="396"/>
                  </a:lnTo>
                  <a:lnTo>
                    <a:pt x="421" y="440"/>
                  </a:lnTo>
                  <a:lnTo>
                    <a:pt x="384" y="465"/>
                  </a:lnTo>
                  <a:lnTo>
                    <a:pt x="356" y="478"/>
                  </a:lnTo>
                  <a:lnTo>
                    <a:pt x="341" y="482"/>
                  </a:lnTo>
                  <a:lnTo>
                    <a:pt x="323" y="486"/>
                  </a:lnTo>
                  <a:lnTo>
                    <a:pt x="288" y="489"/>
                  </a:lnTo>
                  <a:lnTo>
                    <a:pt x="253" y="486"/>
                  </a:lnTo>
                  <a:lnTo>
                    <a:pt x="219" y="477"/>
                  </a:lnTo>
                  <a:lnTo>
                    <a:pt x="186" y="463"/>
                  </a:lnTo>
                  <a:lnTo>
                    <a:pt x="157" y="444"/>
                  </a:lnTo>
                  <a:lnTo>
                    <a:pt x="132" y="420"/>
                  </a:lnTo>
                  <a:lnTo>
                    <a:pt x="112" y="393"/>
                  </a:lnTo>
                  <a:lnTo>
                    <a:pt x="104" y="377"/>
                  </a:lnTo>
                  <a:lnTo>
                    <a:pt x="92" y="351"/>
                  </a:lnTo>
                  <a:lnTo>
                    <a:pt x="79" y="309"/>
                  </a:lnTo>
                  <a:lnTo>
                    <a:pt x="79" y="272"/>
                  </a:lnTo>
                  <a:lnTo>
                    <a:pt x="92" y="230"/>
                  </a:lnTo>
                  <a:lnTo>
                    <a:pt x="104" y="204"/>
                  </a:lnTo>
                  <a:lnTo>
                    <a:pt x="115" y="183"/>
                  </a:lnTo>
                  <a:lnTo>
                    <a:pt x="141" y="148"/>
                  </a:lnTo>
                  <a:lnTo>
                    <a:pt x="172" y="120"/>
                  </a:lnTo>
                  <a:lnTo>
                    <a:pt x="208" y="100"/>
                  </a:lnTo>
                  <a:lnTo>
                    <a:pt x="247" y="88"/>
                  </a:lnTo>
                  <a:lnTo>
                    <a:pt x="287" y="85"/>
                  </a:lnTo>
                  <a:lnTo>
                    <a:pt x="328" y="90"/>
                  </a:lnTo>
                  <a:lnTo>
                    <a:pt x="369" y="105"/>
                  </a:lnTo>
                  <a:lnTo>
                    <a:pt x="389" y="1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4" name="Freeform 624">
              <a:extLst>
                <a:ext uri="{FF2B5EF4-FFF2-40B4-BE49-F238E27FC236}">
                  <a16:creationId xmlns:a16="http://schemas.microsoft.com/office/drawing/2014/main" id="{FB3422BA-8B46-A8A8-B220-37D62491835C}"/>
                </a:ext>
              </a:extLst>
            </p:cNvPr>
            <p:cNvSpPr>
              <a:spLocks noEditPoints="1"/>
            </p:cNvSpPr>
            <p:nvPr/>
          </p:nvSpPr>
          <p:spPr bwMode="auto">
            <a:xfrm>
              <a:off x="10656888" y="5753101"/>
              <a:ext cx="1219200" cy="474663"/>
            </a:xfrm>
            <a:custGeom>
              <a:avLst/>
              <a:gdLst>
                <a:gd name="T0" fmla="*/ 38 w 2983"/>
                <a:gd name="T1" fmla="*/ 54 h 1163"/>
                <a:gd name="T2" fmla="*/ 2 w 2983"/>
                <a:gd name="T3" fmla="*/ 189 h 1163"/>
                <a:gd name="T4" fmla="*/ 5 w 2983"/>
                <a:gd name="T5" fmla="*/ 877 h 1163"/>
                <a:gd name="T6" fmla="*/ 63 w 2983"/>
                <a:gd name="T7" fmla="*/ 1017 h 1163"/>
                <a:gd name="T8" fmla="*/ 243 w 2983"/>
                <a:gd name="T9" fmla="*/ 1032 h 1163"/>
                <a:gd name="T10" fmla="*/ 439 w 2983"/>
                <a:gd name="T11" fmla="*/ 1009 h 1163"/>
                <a:gd name="T12" fmla="*/ 483 w 2983"/>
                <a:gd name="T13" fmla="*/ 949 h 1163"/>
                <a:gd name="T14" fmla="*/ 565 w 2983"/>
                <a:gd name="T15" fmla="*/ 935 h 1163"/>
                <a:gd name="T16" fmla="*/ 1013 w 2983"/>
                <a:gd name="T17" fmla="*/ 1061 h 1163"/>
                <a:gd name="T18" fmla="*/ 1472 w 2983"/>
                <a:gd name="T19" fmla="*/ 1163 h 1163"/>
                <a:gd name="T20" fmla="*/ 1768 w 2983"/>
                <a:gd name="T21" fmla="*/ 1137 h 1163"/>
                <a:gd name="T22" fmla="*/ 2576 w 2983"/>
                <a:gd name="T23" fmla="*/ 634 h 1163"/>
                <a:gd name="T24" fmla="*/ 2955 w 2983"/>
                <a:gd name="T25" fmla="*/ 357 h 1163"/>
                <a:gd name="T26" fmla="*/ 2983 w 2983"/>
                <a:gd name="T27" fmla="*/ 252 h 1163"/>
                <a:gd name="T28" fmla="*/ 2942 w 2983"/>
                <a:gd name="T29" fmla="*/ 138 h 1163"/>
                <a:gd name="T30" fmla="*/ 2845 w 2983"/>
                <a:gd name="T31" fmla="*/ 67 h 1163"/>
                <a:gd name="T32" fmla="*/ 2672 w 2983"/>
                <a:gd name="T33" fmla="*/ 92 h 1163"/>
                <a:gd name="T34" fmla="*/ 1942 w 2983"/>
                <a:gd name="T35" fmla="*/ 464 h 1163"/>
                <a:gd name="T36" fmla="*/ 1869 w 2983"/>
                <a:gd name="T37" fmla="*/ 330 h 1163"/>
                <a:gd name="T38" fmla="*/ 1637 w 2983"/>
                <a:gd name="T39" fmla="*/ 299 h 1163"/>
                <a:gd name="T40" fmla="*/ 1330 w 2983"/>
                <a:gd name="T41" fmla="*/ 246 h 1163"/>
                <a:gd name="T42" fmla="*/ 1014 w 2983"/>
                <a:gd name="T43" fmla="*/ 119 h 1163"/>
                <a:gd name="T44" fmla="*/ 688 w 2983"/>
                <a:gd name="T45" fmla="*/ 66 h 1163"/>
                <a:gd name="T46" fmla="*/ 515 w 2983"/>
                <a:gd name="T47" fmla="*/ 92 h 1163"/>
                <a:gd name="T48" fmla="*/ 454 w 2983"/>
                <a:gd name="T49" fmla="*/ 53 h 1163"/>
                <a:gd name="T50" fmla="*/ 293 w 2983"/>
                <a:gd name="T51" fmla="*/ 2 h 1163"/>
                <a:gd name="T52" fmla="*/ 200 w 2983"/>
                <a:gd name="T53" fmla="*/ 175 h 1163"/>
                <a:gd name="T54" fmla="*/ 165 w 2983"/>
                <a:gd name="T55" fmla="*/ 247 h 1163"/>
                <a:gd name="T56" fmla="*/ 95 w 2983"/>
                <a:gd name="T57" fmla="*/ 227 h 1163"/>
                <a:gd name="T58" fmla="*/ 88 w 2983"/>
                <a:gd name="T59" fmla="*/ 132 h 1163"/>
                <a:gd name="T60" fmla="*/ 167 w 2983"/>
                <a:gd name="T61" fmla="*/ 99 h 1163"/>
                <a:gd name="T62" fmla="*/ 200 w 2983"/>
                <a:gd name="T63" fmla="*/ 175 h 1163"/>
                <a:gd name="T64" fmla="*/ 323 w 2983"/>
                <a:gd name="T65" fmla="*/ 249 h 1163"/>
                <a:gd name="T66" fmla="*/ 283 w 2983"/>
                <a:gd name="T67" fmla="*/ 172 h 1163"/>
                <a:gd name="T68" fmla="*/ 319 w 2983"/>
                <a:gd name="T69" fmla="*/ 100 h 1163"/>
                <a:gd name="T70" fmla="*/ 389 w 2983"/>
                <a:gd name="T71" fmla="*/ 125 h 1163"/>
                <a:gd name="T72" fmla="*/ 941 w 2983"/>
                <a:gd name="T73" fmla="*/ 187 h 1163"/>
                <a:gd name="T74" fmla="*/ 1375 w 2983"/>
                <a:gd name="T75" fmla="*/ 354 h 1163"/>
                <a:gd name="T76" fmla="*/ 1716 w 2983"/>
                <a:gd name="T77" fmla="*/ 383 h 1163"/>
                <a:gd name="T78" fmla="*/ 1836 w 2983"/>
                <a:gd name="T79" fmla="*/ 421 h 1163"/>
                <a:gd name="T80" fmla="*/ 1793 w 2983"/>
                <a:gd name="T81" fmla="*/ 547 h 1163"/>
                <a:gd name="T82" fmla="*/ 1690 w 2983"/>
                <a:gd name="T83" fmla="*/ 613 h 1163"/>
                <a:gd name="T84" fmla="*/ 1033 w 2983"/>
                <a:gd name="T85" fmla="*/ 632 h 1163"/>
                <a:gd name="T86" fmla="*/ 1480 w 2983"/>
                <a:gd name="T87" fmla="*/ 715 h 1163"/>
                <a:gd name="T88" fmla="*/ 1811 w 2983"/>
                <a:gd name="T89" fmla="*/ 653 h 1163"/>
                <a:gd name="T90" fmla="*/ 2152 w 2983"/>
                <a:gd name="T91" fmla="*/ 449 h 1163"/>
                <a:gd name="T92" fmla="*/ 2768 w 2983"/>
                <a:gd name="T93" fmla="*/ 154 h 1163"/>
                <a:gd name="T94" fmla="*/ 2881 w 2983"/>
                <a:gd name="T95" fmla="*/ 194 h 1163"/>
                <a:gd name="T96" fmla="*/ 2870 w 2983"/>
                <a:gd name="T97" fmla="*/ 320 h 1163"/>
                <a:gd name="T98" fmla="*/ 2484 w 2983"/>
                <a:gd name="T99" fmla="*/ 595 h 1163"/>
                <a:gd name="T100" fmla="*/ 1738 w 2983"/>
                <a:gd name="T101" fmla="*/ 1064 h 1163"/>
                <a:gd name="T102" fmla="*/ 1473 w 2983"/>
                <a:gd name="T103" fmla="*/ 1079 h 1163"/>
                <a:gd name="T104" fmla="*/ 915 w 2983"/>
                <a:gd name="T105" fmla="*/ 940 h 1163"/>
                <a:gd name="T106" fmla="*/ 558 w 2983"/>
                <a:gd name="T107" fmla="*/ 846 h 1163"/>
                <a:gd name="T108" fmla="*/ 490 w 2983"/>
                <a:gd name="T109" fmla="*/ 804 h 1163"/>
                <a:gd name="T110" fmla="*/ 483 w 2983"/>
                <a:gd name="T111" fmla="*/ 202 h 1163"/>
                <a:gd name="T112" fmla="*/ 746 w 2983"/>
                <a:gd name="T113" fmla="*/ 152 h 1163"/>
                <a:gd name="T114" fmla="*/ 392 w 2983"/>
                <a:gd name="T115" fmla="*/ 940 h 1163"/>
                <a:gd name="T116" fmla="*/ 83 w 2983"/>
                <a:gd name="T117" fmla="*/ 332 h 1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83" h="1163">
                  <a:moveTo>
                    <a:pt x="100" y="10"/>
                  </a:moveTo>
                  <a:lnTo>
                    <a:pt x="88" y="16"/>
                  </a:lnTo>
                  <a:lnTo>
                    <a:pt x="54" y="40"/>
                  </a:lnTo>
                  <a:lnTo>
                    <a:pt x="38" y="54"/>
                  </a:lnTo>
                  <a:lnTo>
                    <a:pt x="25" y="65"/>
                  </a:lnTo>
                  <a:lnTo>
                    <a:pt x="12" y="90"/>
                  </a:lnTo>
                  <a:lnTo>
                    <a:pt x="7" y="118"/>
                  </a:lnTo>
                  <a:lnTo>
                    <a:pt x="2" y="189"/>
                  </a:lnTo>
                  <a:lnTo>
                    <a:pt x="0" y="370"/>
                  </a:lnTo>
                  <a:lnTo>
                    <a:pt x="0" y="515"/>
                  </a:lnTo>
                  <a:lnTo>
                    <a:pt x="0" y="701"/>
                  </a:lnTo>
                  <a:lnTo>
                    <a:pt x="5" y="877"/>
                  </a:lnTo>
                  <a:lnTo>
                    <a:pt x="16" y="952"/>
                  </a:lnTo>
                  <a:lnTo>
                    <a:pt x="32" y="988"/>
                  </a:lnTo>
                  <a:lnTo>
                    <a:pt x="46" y="1005"/>
                  </a:lnTo>
                  <a:lnTo>
                    <a:pt x="63" y="1017"/>
                  </a:lnTo>
                  <a:lnTo>
                    <a:pt x="85" y="1025"/>
                  </a:lnTo>
                  <a:lnTo>
                    <a:pt x="125" y="1031"/>
                  </a:lnTo>
                  <a:lnTo>
                    <a:pt x="198" y="1032"/>
                  </a:lnTo>
                  <a:lnTo>
                    <a:pt x="243" y="1032"/>
                  </a:lnTo>
                  <a:lnTo>
                    <a:pt x="296" y="1032"/>
                  </a:lnTo>
                  <a:lnTo>
                    <a:pt x="369" y="1029"/>
                  </a:lnTo>
                  <a:lnTo>
                    <a:pt x="413" y="1022"/>
                  </a:lnTo>
                  <a:lnTo>
                    <a:pt x="439" y="1009"/>
                  </a:lnTo>
                  <a:lnTo>
                    <a:pt x="450" y="999"/>
                  </a:lnTo>
                  <a:lnTo>
                    <a:pt x="463" y="984"/>
                  </a:lnTo>
                  <a:lnTo>
                    <a:pt x="481" y="957"/>
                  </a:lnTo>
                  <a:lnTo>
                    <a:pt x="483" y="949"/>
                  </a:lnTo>
                  <a:lnTo>
                    <a:pt x="484" y="942"/>
                  </a:lnTo>
                  <a:lnTo>
                    <a:pt x="498" y="934"/>
                  </a:lnTo>
                  <a:lnTo>
                    <a:pt x="525" y="931"/>
                  </a:lnTo>
                  <a:lnTo>
                    <a:pt x="565" y="935"/>
                  </a:lnTo>
                  <a:lnTo>
                    <a:pt x="647" y="951"/>
                  </a:lnTo>
                  <a:lnTo>
                    <a:pt x="800" y="993"/>
                  </a:lnTo>
                  <a:lnTo>
                    <a:pt x="895" y="1024"/>
                  </a:lnTo>
                  <a:lnTo>
                    <a:pt x="1013" y="1061"/>
                  </a:lnTo>
                  <a:lnTo>
                    <a:pt x="1224" y="1124"/>
                  </a:lnTo>
                  <a:lnTo>
                    <a:pt x="1283" y="1139"/>
                  </a:lnTo>
                  <a:lnTo>
                    <a:pt x="1341" y="1151"/>
                  </a:lnTo>
                  <a:lnTo>
                    <a:pt x="1472" y="1163"/>
                  </a:lnTo>
                  <a:lnTo>
                    <a:pt x="1605" y="1163"/>
                  </a:lnTo>
                  <a:lnTo>
                    <a:pt x="1695" y="1153"/>
                  </a:lnTo>
                  <a:lnTo>
                    <a:pt x="1746" y="1143"/>
                  </a:lnTo>
                  <a:lnTo>
                    <a:pt x="1768" y="1137"/>
                  </a:lnTo>
                  <a:lnTo>
                    <a:pt x="1795" y="1126"/>
                  </a:lnTo>
                  <a:lnTo>
                    <a:pt x="1907" y="1062"/>
                  </a:lnTo>
                  <a:lnTo>
                    <a:pt x="2166" y="902"/>
                  </a:lnTo>
                  <a:lnTo>
                    <a:pt x="2576" y="634"/>
                  </a:lnTo>
                  <a:lnTo>
                    <a:pt x="2825" y="463"/>
                  </a:lnTo>
                  <a:lnTo>
                    <a:pt x="2926" y="387"/>
                  </a:lnTo>
                  <a:lnTo>
                    <a:pt x="2945" y="369"/>
                  </a:lnTo>
                  <a:lnTo>
                    <a:pt x="2955" y="357"/>
                  </a:lnTo>
                  <a:lnTo>
                    <a:pt x="2969" y="331"/>
                  </a:lnTo>
                  <a:lnTo>
                    <a:pt x="2978" y="303"/>
                  </a:lnTo>
                  <a:lnTo>
                    <a:pt x="2983" y="270"/>
                  </a:lnTo>
                  <a:lnTo>
                    <a:pt x="2983" y="252"/>
                  </a:lnTo>
                  <a:lnTo>
                    <a:pt x="2983" y="230"/>
                  </a:lnTo>
                  <a:lnTo>
                    <a:pt x="2978" y="196"/>
                  </a:lnTo>
                  <a:lnTo>
                    <a:pt x="2965" y="167"/>
                  </a:lnTo>
                  <a:lnTo>
                    <a:pt x="2942" y="138"/>
                  </a:lnTo>
                  <a:lnTo>
                    <a:pt x="2925" y="120"/>
                  </a:lnTo>
                  <a:lnTo>
                    <a:pt x="2905" y="101"/>
                  </a:lnTo>
                  <a:lnTo>
                    <a:pt x="2875" y="77"/>
                  </a:lnTo>
                  <a:lnTo>
                    <a:pt x="2845" y="67"/>
                  </a:lnTo>
                  <a:lnTo>
                    <a:pt x="2802" y="68"/>
                  </a:lnTo>
                  <a:lnTo>
                    <a:pt x="2770" y="70"/>
                  </a:lnTo>
                  <a:lnTo>
                    <a:pt x="2740" y="74"/>
                  </a:lnTo>
                  <a:lnTo>
                    <a:pt x="2672" y="92"/>
                  </a:lnTo>
                  <a:lnTo>
                    <a:pt x="2572" y="136"/>
                  </a:lnTo>
                  <a:lnTo>
                    <a:pt x="2418" y="213"/>
                  </a:lnTo>
                  <a:lnTo>
                    <a:pt x="2308" y="270"/>
                  </a:lnTo>
                  <a:lnTo>
                    <a:pt x="1942" y="464"/>
                  </a:lnTo>
                  <a:lnTo>
                    <a:pt x="1925" y="415"/>
                  </a:lnTo>
                  <a:lnTo>
                    <a:pt x="1913" y="381"/>
                  </a:lnTo>
                  <a:lnTo>
                    <a:pt x="1890" y="346"/>
                  </a:lnTo>
                  <a:lnTo>
                    <a:pt x="1869" y="330"/>
                  </a:lnTo>
                  <a:lnTo>
                    <a:pt x="1840" y="318"/>
                  </a:lnTo>
                  <a:lnTo>
                    <a:pt x="1800" y="310"/>
                  </a:lnTo>
                  <a:lnTo>
                    <a:pt x="1717" y="302"/>
                  </a:lnTo>
                  <a:lnTo>
                    <a:pt x="1637" y="299"/>
                  </a:lnTo>
                  <a:lnTo>
                    <a:pt x="1567" y="296"/>
                  </a:lnTo>
                  <a:lnTo>
                    <a:pt x="1471" y="288"/>
                  </a:lnTo>
                  <a:lnTo>
                    <a:pt x="1401" y="273"/>
                  </a:lnTo>
                  <a:lnTo>
                    <a:pt x="1330" y="246"/>
                  </a:lnTo>
                  <a:lnTo>
                    <a:pt x="1283" y="225"/>
                  </a:lnTo>
                  <a:lnTo>
                    <a:pt x="1224" y="199"/>
                  </a:lnTo>
                  <a:lnTo>
                    <a:pt x="1114" y="154"/>
                  </a:lnTo>
                  <a:lnTo>
                    <a:pt x="1014" y="119"/>
                  </a:lnTo>
                  <a:lnTo>
                    <a:pt x="923" y="93"/>
                  </a:lnTo>
                  <a:lnTo>
                    <a:pt x="840" y="76"/>
                  </a:lnTo>
                  <a:lnTo>
                    <a:pt x="762" y="67"/>
                  </a:lnTo>
                  <a:lnTo>
                    <a:pt x="688" y="66"/>
                  </a:lnTo>
                  <a:lnTo>
                    <a:pt x="618" y="73"/>
                  </a:lnTo>
                  <a:lnTo>
                    <a:pt x="583" y="80"/>
                  </a:lnTo>
                  <a:lnTo>
                    <a:pt x="554" y="87"/>
                  </a:lnTo>
                  <a:lnTo>
                    <a:pt x="515" y="92"/>
                  </a:lnTo>
                  <a:lnTo>
                    <a:pt x="492" y="90"/>
                  </a:lnTo>
                  <a:lnTo>
                    <a:pt x="475" y="77"/>
                  </a:lnTo>
                  <a:lnTo>
                    <a:pt x="467" y="67"/>
                  </a:lnTo>
                  <a:lnTo>
                    <a:pt x="454" y="53"/>
                  </a:lnTo>
                  <a:lnTo>
                    <a:pt x="415" y="25"/>
                  </a:lnTo>
                  <a:lnTo>
                    <a:pt x="395" y="17"/>
                  </a:lnTo>
                  <a:lnTo>
                    <a:pt x="372" y="11"/>
                  </a:lnTo>
                  <a:lnTo>
                    <a:pt x="293" y="2"/>
                  </a:lnTo>
                  <a:lnTo>
                    <a:pt x="200" y="0"/>
                  </a:lnTo>
                  <a:lnTo>
                    <a:pt x="122" y="5"/>
                  </a:lnTo>
                  <a:lnTo>
                    <a:pt x="100" y="10"/>
                  </a:lnTo>
                  <a:close/>
                  <a:moveTo>
                    <a:pt x="200" y="175"/>
                  </a:moveTo>
                  <a:lnTo>
                    <a:pt x="200" y="201"/>
                  </a:lnTo>
                  <a:lnTo>
                    <a:pt x="198" y="233"/>
                  </a:lnTo>
                  <a:lnTo>
                    <a:pt x="188" y="246"/>
                  </a:lnTo>
                  <a:lnTo>
                    <a:pt x="165" y="247"/>
                  </a:lnTo>
                  <a:lnTo>
                    <a:pt x="147" y="245"/>
                  </a:lnTo>
                  <a:lnTo>
                    <a:pt x="130" y="243"/>
                  </a:lnTo>
                  <a:lnTo>
                    <a:pt x="108" y="238"/>
                  </a:lnTo>
                  <a:lnTo>
                    <a:pt x="95" y="227"/>
                  </a:lnTo>
                  <a:lnTo>
                    <a:pt x="88" y="208"/>
                  </a:lnTo>
                  <a:lnTo>
                    <a:pt x="87" y="194"/>
                  </a:lnTo>
                  <a:lnTo>
                    <a:pt x="84" y="168"/>
                  </a:lnTo>
                  <a:lnTo>
                    <a:pt x="88" y="132"/>
                  </a:lnTo>
                  <a:lnTo>
                    <a:pt x="102" y="109"/>
                  </a:lnTo>
                  <a:lnTo>
                    <a:pt x="130" y="99"/>
                  </a:lnTo>
                  <a:lnTo>
                    <a:pt x="150" y="99"/>
                  </a:lnTo>
                  <a:lnTo>
                    <a:pt x="167" y="99"/>
                  </a:lnTo>
                  <a:lnTo>
                    <a:pt x="188" y="103"/>
                  </a:lnTo>
                  <a:lnTo>
                    <a:pt x="197" y="117"/>
                  </a:lnTo>
                  <a:lnTo>
                    <a:pt x="200" y="150"/>
                  </a:lnTo>
                  <a:lnTo>
                    <a:pt x="200" y="175"/>
                  </a:lnTo>
                  <a:close/>
                  <a:moveTo>
                    <a:pt x="397" y="177"/>
                  </a:moveTo>
                  <a:lnTo>
                    <a:pt x="402" y="249"/>
                  </a:lnTo>
                  <a:lnTo>
                    <a:pt x="343" y="249"/>
                  </a:lnTo>
                  <a:lnTo>
                    <a:pt x="323" y="249"/>
                  </a:lnTo>
                  <a:lnTo>
                    <a:pt x="297" y="245"/>
                  </a:lnTo>
                  <a:lnTo>
                    <a:pt x="286" y="231"/>
                  </a:lnTo>
                  <a:lnTo>
                    <a:pt x="283" y="198"/>
                  </a:lnTo>
                  <a:lnTo>
                    <a:pt x="283" y="172"/>
                  </a:lnTo>
                  <a:lnTo>
                    <a:pt x="283" y="146"/>
                  </a:lnTo>
                  <a:lnTo>
                    <a:pt x="286" y="115"/>
                  </a:lnTo>
                  <a:lnTo>
                    <a:pt x="296" y="102"/>
                  </a:lnTo>
                  <a:lnTo>
                    <a:pt x="319" y="100"/>
                  </a:lnTo>
                  <a:lnTo>
                    <a:pt x="338" y="102"/>
                  </a:lnTo>
                  <a:lnTo>
                    <a:pt x="356" y="104"/>
                  </a:lnTo>
                  <a:lnTo>
                    <a:pt x="378" y="110"/>
                  </a:lnTo>
                  <a:lnTo>
                    <a:pt x="389" y="125"/>
                  </a:lnTo>
                  <a:lnTo>
                    <a:pt x="395" y="155"/>
                  </a:lnTo>
                  <a:lnTo>
                    <a:pt x="397" y="177"/>
                  </a:lnTo>
                  <a:close/>
                  <a:moveTo>
                    <a:pt x="887" y="174"/>
                  </a:moveTo>
                  <a:lnTo>
                    <a:pt x="941" y="187"/>
                  </a:lnTo>
                  <a:lnTo>
                    <a:pt x="1096" y="240"/>
                  </a:lnTo>
                  <a:lnTo>
                    <a:pt x="1170" y="270"/>
                  </a:lnTo>
                  <a:lnTo>
                    <a:pt x="1256" y="307"/>
                  </a:lnTo>
                  <a:lnTo>
                    <a:pt x="1375" y="354"/>
                  </a:lnTo>
                  <a:lnTo>
                    <a:pt x="1465" y="375"/>
                  </a:lnTo>
                  <a:lnTo>
                    <a:pt x="1561" y="382"/>
                  </a:lnTo>
                  <a:lnTo>
                    <a:pt x="1627" y="382"/>
                  </a:lnTo>
                  <a:lnTo>
                    <a:pt x="1716" y="383"/>
                  </a:lnTo>
                  <a:lnTo>
                    <a:pt x="1789" y="391"/>
                  </a:lnTo>
                  <a:lnTo>
                    <a:pt x="1816" y="401"/>
                  </a:lnTo>
                  <a:lnTo>
                    <a:pt x="1825" y="409"/>
                  </a:lnTo>
                  <a:lnTo>
                    <a:pt x="1836" y="421"/>
                  </a:lnTo>
                  <a:lnTo>
                    <a:pt x="1843" y="451"/>
                  </a:lnTo>
                  <a:lnTo>
                    <a:pt x="1835" y="486"/>
                  </a:lnTo>
                  <a:lnTo>
                    <a:pt x="1811" y="525"/>
                  </a:lnTo>
                  <a:lnTo>
                    <a:pt x="1793" y="547"/>
                  </a:lnTo>
                  <a:lnTo>
                    <a:pt x="1781" y="561"/>
                  </a:lnTo>
                  <a:lnTo>
                    <a:pt x="1755" y="583"/>
                  </a:lnTo>
                  <a:lnTo>
                    <a:pt x="1726" y="600"/>
                  </a:lnTo>
                  <a:lnTo>
                    <a:pt x="1690" y="613"/>
                  </a:lnTo>
                  <a:lnTo>
                    <a:pt x="1615" y="625"/>
                  </a:lnTo>
                  <a:lnTo>
                    <a:pt x="1457" y="632"/>
                  </a:lnTo>
                  <a:lnTo>
                    <a:pt x="1342" y="632"/>
                  </a:lnTo>
                  <a:lnTo>
                    <a:pt x="1033" y="632"/>
                  </a:lnTo>
                  <a:lnTo>
                    <a:pt x="1033" y="674"/>
                  </a:lnTo>
                  <a:lnTo>
                    <a:pt x="1033" y="715"/>
                  </a:lnTo>
                  <a:lnTo>
                    <a:pt x="1358" y="715"/>
                  </a:lnTo>
                  <a:lnTo>
                    <a:pt x="1480" y="715"/>
                  </a:lnTo>
                  <a:lnTo>
                    <a:pt x="1644" y="709"/>
                  </a:lnTo>
                  <a:lnTo>
                    <a:pt x="1721" y="696"/>
                  </a:lnTo>
                  <a:lnTo>
                    <a:pt x="1760" y="683"/>
                  </a:lnTo>
                  <a:lnTo>
                    <a:pt x="1811" y="653"/>
                  </a:lnTo>
                  <a:lnTo>
                    <a:pt x="1847" y="624"/>
                  </a:lnTo>
                  <a:lnTo>
                    <a:pt x="1867" y="609"/>
                  </a:lnTo>
                  <a:lnTo>
                    <a:pt x="1954" y="557"/>
                  </a:lnTo>
                  <a:lnTo>
                    <a:pt x="2152" y="449"/>
                  </a:lnTo>
                  <a:lnTo>
                    <a:pt x="2469" y="287"/>
                  </a:lnTo>
                  <a:lnTo>
                    <a:pt x="2665" y="194"/>
                  </a:lnTo>
                  <a:lnTo>
                    <a:pt x="2749" y="159"/>
                  </a:lnTo>
                  <a:lnTo>
                    <a:pt x="2768" y="154"/>
                  </a:lnTo>
                  <a:lnTo>
                    <a:pt x="2790" y="152"/>
                  </a:lnTo>
                  <a:lnTo>
                    <a:pt x="2828" y="157"/>
                  </a:lnTo>
                  <a:lnTo>
                    <a:pt x="2859" y="172"/>
                  </a:lnTo>
                  <a:lnTo>
                    <a:pt x="2881" y="194"/>
                  </a:lnTo>
                  <a:lnTo>
                    <a:pt x="2894" y="222"/>
                  </a:lnTo>
                  <a:lnTo>
                    <a:pt x="2898" y="254"/>
                  </a:lnTo>
                  <a:lnTo>
                    <a:pt x="2890" y="287"/>
                  </a:lnTo>
                  <a:lnTo>
                    <a:pt x="2870" y="320"/>
                  </a:lnTo>
                  <a:lnTo>
                    <a:pt x="2855" y="335"/>
                  </a:lnTo>
                  <a:lnTo>
                    <a:pt x="2832" y="355"/>
                  </a:lnTo>
                  <a:lnTo>
                    <a:pt x="2727" y="430"/>
                  </a:lnTo>
                  <a:lnTo>
                    <a:pt x="2484" y="595"/>
                  </a:lnTo>
                  <a:lnTo>
                    <a:pt x="2094" y="850"/>
                  </a:lnTo>
                  <a:lnTo>
                    <a:pt x="1856" y="999"/>
                  </a:lnTo>
                  <a:lnTo>
                    <a:pt x="1758" y="1056"/>
                  </a:lnTo>
                  <a:lnTo>
                    <a:pt x="1738" y="1064"/>
                  </a:lnTo>
                  <a:lnTo>
                    <a:pt x="1706" y="1072"/>
                  </a:lnTo>
                  <a:lnTo>
                    <a:pt x="1637" y="1082"/>
                  </a:lnTo>
                  <a:lnTo>
                    <a:pt x="1560" y="1085"/>
                  </a:lnTo>
                  <a:lnTo>
                    <a:pt x="1473" y="1079"/>
                  </a:lnTo>
                  <a:lnTo>
                    <a:pt x="1375" y="1064"/>
                  </a:lnTo>
                  <a:lnTo>
                    <a:pt x="1264" y="1040"/>
                  </a:lnTo>
                  <a:lnTo>
                    <a:pt x="1071" y="989"/>
                  </a:lnTo>
                  <a:lnTo>
                    <a:pt x="915" y="940"/>
                  </a:lnTo>
                  <a:lnTo>
                    <a:pt x="800" y="904"/>
                  </a:lnTo>
                  <a:lnTo>
                    <a:pt x="626" y="854"/>
                  </a:lnTo>
                  <a:lnTo>
                    <a:pt x="595" y="849"/>
                  </a:lnTo>
                  <a:lnTo>
                    <a:pt x="558" y="846"/>
                  </a:lnTo>
                  <a:lnTo>
                    <a:pt x="522" y="839"/>
                  </a:lnTo>
                  <a:lnTo>
                    <a:pt x="508" y="835"/>
                  </a:lnTo>
                  <a:lnTo>
                    <a:pt x="496" y="822"/>
                  </a:lnTo>
                  <a:lnTo>
                    <a:pt x="490" y="804"/>
                  </a:lnTo>
                  <a:lnTo>
                    <a:pt x="485" y="754"/>
                  </a:lnTo>
                  <a:lnTo>
                    <a:pt x="483" y="622"/>
                  </a:lnTo>
                  <a:lnTo>
                    <a:pt x="483" y="515"/>
                  </a:lnTo>
                  <a:lnTo>
                    <a:pt x="483" y="202"/>
                  </a:lnTo>
                  <a:lnTo>
                    <a:pt x="538" y="184"/>
                  </a:lnTo>
                  <a:lnTo>
                    <a:pt x="583" y="170"/>
                  </a:lnTo>
                  <a:lnTo>
                    <a:pt x="665" y="155"/>
                  </a:lnTo>
                  <a:lnTo>
                    <a:pt x="746" y="152"/>
                  </a:lnTo>
                  <a:lnTo>
                    <a:pt x="835" y="163"/>
                  </a:lnTo>
                  <a:lnTo>
                    <a:pt x="887" y="174"/>
                  </a:lnTo>
                  <a:close/>
                  <a:moveTo>
                    <a:pt x="397" y="635"/>
                  </a:moveTo>
                  <a:lnTo>
                    <a:pt x="392" y="940"/>
                  </a:lnTo>
                  <a:lnTo>
                    <a:pt x="242" y="940"/>
                  </a:lnTo>
                  <a:lnTo>
                    <a:pt x="92" y="940"/>
                  </a:lnTo>
                  <a:lnTo>
                    <a:pt x="87" y="635"/>
                  </a:lnTo>
                  <a:lnTo>
                    <a:pt x="83" y="332"/>
                  </a:lnTo>
                  <a:lnTo>
                    <a:pt x="242" y="332"/>
                  </a:lnTo>
                  <a:lnTo>
                    <a:pt x="400" y="332"/>
                  </a:lnTo>
                  <a:lnTo>
                    <a:pt x="397" y="6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58" name="Graphic 16">
            <a:extLst>
              <a:ext uri="{FF2B5EF4-FFF2-40B4-BE49-F238E27FC236}">
                <a16:creationId xmlns:a16="http://schemas.microsoft.com/office/drawing/2014/main" id="{B28A3F32-5D46-504C-6449-4767204A3A24}"/>
              </a:ext>
            </a:extLst>
          </p:cNvPr>
          <p:cNvSpPr>
            <a:spLocks noChangeAspect="1"/>
          </p:cNvSpPr>
          <p:nvPr/>
        </p:nvSpPr>
        <p:spPr>
          <a:xfrm>
            <a:off x="8296865" y="3223836"/>
            <a:ext cx="503557" cy="480913"/>
          </a:xfrm>
          <a:custGeom>
            <a:avLst/>
            <a:gdLst>
              <a:gd name="csX0" fmla="*/ 529197 w 900114"/>
              <a:gd name="csY0" fmla="*/ 753967 h 859639"/>
              <a:gd name="csX1" fmla="*/ 514455 w 900114"/>
              <a:gd name="csY1" fmla="*/ 753967 h 859639"/>
              <a:gd name="csX2" fmla="*/ 514455 w 900114"/>
              <a:gd name="csY2" fmla="*/ 516963 h 859639"/>
              <a:gd name="csX3" fmla="*/ 501954 w 900114"/>
              <a:gd name="csY3" fmla="*/ 504461 h 859639"/>
              <a:gd name="csX4" fmla="*/ 442191 w 900114"/>
              <a:gd name="csY4" fmla="*/ 504461 h 859639"/>
              <a:gd name="csX5" fmla="*/ 429689 w 900114"/>
              <a:gd name="csY5" fmla="*/ 516963 h 859639"/>
              <a:gd name="csX6" fmla="*/ 429689 w 900114"/>
              <a:gd name="csY6" fmla="*/ 753967 h 859639"/>
              <a:gd name="csX7" fmla="*/ 407235 w 900114"/>
              <a:gd name="csY7" fmla="*/ 753967 h 859639"/>
              <a:gd name="csX8" fmla="*/ 407235 w 900114"/>
              <a:gd name="csY8" fmla="*/ 634949 h 859639"/>
              <a:gd name="csX9" fmla="*/ 394733 w 900114"/>
              <a:gd name="csY9" fmla="*/ 622447 h 859639"/>
              <a:gd name="csX10" fmla="*/ 334970 w 900114"/>
              <a:gd name="csY10" fmla="*/ 622447 h 859639"/>
              <a:gd name="csX11" fmla="*/ 322469 w 900114"/>
              <a:gd name="csY11" fmla="*/ 634949 h 859639"/>
              <a:gd name="csX12" fmla="*/ 322469 w 900114"/>
              <a:gd name="csY12" fmla="*/ 753967 h 859639"/>
              <a:gd name="csX13" fmla="*/ 300016 w 900114"/>
              <a:gd name="csY13" fmla="*/ 753967 h 859639"/>
              <a:gd name="csX14" fmla="*/ 300016 w 900114"/>
              <a:gd name="csY14" fmla="*/ 569034 h 859639"/>
              <a:gd name="csX15" fmla="*/ 287515 w 900114"/>
              <a:gd name="csY15" fmla="*/ 556532 h 859639"/>
              <a:gd name="csX16" fmla="*/ 227752 w 900114"/>
              <a:gd name="csY16" fmla="*/ 556532 h 859639"/>
              <a:gd name="csX17" fmla="*/ 215250 w 900114"/>
              <a:gd name="csY17" fmla="*/ 569034 h 859639"/>
              <a:gd name="csX18" fmla="*/ 215250 w 900114"/>
              <a:gd name="csY18" fmla="*/ 753967 h 859639"/>
              <a:gd name="csX19" fmla="*/ 192796 w 900114"/>
              <a:gd name="csY19" fmla="*/ 753967 h 859639"/>
              <a:gd name="csX20" fmla="*/ 192796 w 900114"/>
              <a:gd name="csY20" fmla="*/ 672739 h 859639"/>
              <a:gd name="csX21" fmla="*/ 180294 w 900114"/>
              <a:gd name="csY21" fmla="*/ 660238 h 859639"/>
              <a:gd name="csX22" fmla="*/ 120533 w 900114"/>
              <a:gd name="csY22" fmla="*/ 660238 h 859639"/>
              <a:gd name="csX23" fmla="*/ 108031 w 900114"/>
              <a:gd name="csY23" fmla="*/ 672739 h 859639"/>
              <a:gd name="csX24" fmla="*/ 108031 w 900114"/>
              <a:gd name="csY24" fmla="*/ 753967 h 859639"/>
              <a:gd name="csX25" fmla="*/ 93288 w 900114"/>
              <a:gd name="csY25" fmla="*/ 753967 h 859639"/>
              <a:gd name="csX26" fmla="*/ 80787 w 900114"/>
              <a:gd name="csY26" fmla="*/ 766469 h 859639"/>
              <a:gd name="csX27" fmla="*/ 93288 w 900114"/>
              <a:gd name="csY27" fmla="*/ 778971 h 859639"/>
              <a:gd name="csX28" fmla="*/ 529197 w 900114"/>
              <a:gd name="csY28" fmla="*/ 778971 h 859639"/>
              <a:gd name="csX29" fmla="*/ 541698 w 900114"/>
              <a:gd name="csY29" fmla="*/ 766469 h 859639"/>
              <a:gd name="csX30" fmla="*/ 529197 w 900114"/>
              <a:gd name="csY30" fmla="*/ 753967 h 859639"/>
              <a:gd name="csX31" fmla="*/ 454693 w 900114"/>
              <a:gd name="csY31" fmla="*/ 529464 h 859639"/>
              <a:gd name="csX32" fmla="*/ 489452 w 900114"/>
              <a:gd name="csY32" fmla="*/ 529464 h 859639"/>
              <a:gd name="csX33" fmla="*/ 489452 w 900114"/>
              <a:gd name="csY33" fmla="*/ 753967 h 859639"/>
              <a:gd name="csX34" fmla="*/ 454693 w 900114"/>
              <a:gd name="csY34" fmla="*/ 753967 h 859639"/>
              <a:gd name="csX35" fmla="*/ 347472 w 900114"/>
              <a:gd name="csY35" fmla="*/ 647451 h 859639"/>
              <a:gd name="csX36" fmla="*/ 382232 w 900114"/>
              <a:gd name="csY36" fmla="*/ 647451 h 859639"/>
              <a:gd name="csX37" fmla="*/ 382232 w 900114"/>
              <a:gd name="csY37" fmla="*/ 753967 h 859639"/>
              <a:gd name="csX38" fmla="*/ 347472 w 900114"/>
              <a:gd name="csY38" fmla="*/ 753967 h 859639"/>
              <a:gd name="csX39" fmla="*/ 240253 w 900114"/>
              <a:gd name="csY39" fmla="*/ 581535 h 859639"/>
              <a:gd name="csX40" fmla="*/ 275013 w 900114"/>
              <a:gd name="csY40" fmla="*/ 581535 h 859639"/>
              <a:gd name="csX41" fmla="*/ 275013 w 900114"/>
              <a:gd name="csY41" fmla="*/ 753967 h 859639"/>
              <a:gd name="csX42" fmla="*/ 240253 w 900114"/>
              <a:gd name="csY42" fmla="*/ 753967 h 859639"/>
              <a:gd name="csX43" fmla="*/ 133034 w 900114"/>
              <a:gd name="csY43" fmla="*/ 685239 h 859639"/>
              <a:gd name="csX44" fmla="*/ 167792 w 900114"/>
              <a:gd name="csY44" fmla="*/ 685239 h 859639"/>
              <a:gd name="csX45" fmla="*/ 167792 w 900114"/>
              <a:gd name="csY45" fmla="*/ 753966 h 859639"/>
              <a:gd name="csX46" fmla="*/ 133034 w 900114"/>
              <a:gd name="csY46" fmla="*/ 753966 h 859639"/>
              <a:gd name="csX47" fmla="*/ 364853 w 900114"/>
              <a:gd name="csY47" fmla="*/ 518083 h 859639"/>
              <a:gd name="csX48" fmla="*/ 338519 w 900114"/>
              <a:gd name="csY48" fmla="*/ 527293 h 859639"/>
              <a:gd name="csX49" fmla="*/ 298116 w 900114"/>
              <a:gd name="csY49" fmla="*/ 499637 h 859639"/>
              <a:gd name="csX50" fmla="*/ 300016 w 900114"/>
              <a:gd name="csY50" fmla="*/ 487079 h 859639"/>
              <a:gd name="csX51" fmla="*/ 257634 w 900114"/>
              <a:gd name="csY51" fmla="*/ 444697 h 859639"/>
              <a:gd name="csX52" fmla="*/ 215252 w 900114"/>
              <a:gd name="csY52" fmla="*/ 487079 h 859639"/>
              <a:gd name="csX53" fmla="*/ 219599 w 900114"/>
              <a:gd name="csY53" fmla="*/ 505753 h 859639"/>
              <a:gd name="csX54" fmla="*/ 171293 w 900114"/>
              <a:gd name="csY54" fmla="*/ 551289 h 859639"/>
              <a:gd name="csX55" fmla="*/ 150415 w 900114"/>
              <a:gd name="csY55" fmla="*/ 545766 h 859639"/>
              <a:gd name="csX56" fmla="*/ 108033 w 900114"/>
              <a:gd name="csY56" fmla="*/ 588149 h 859639"/>
              <a:gd name="csX57" fmla="*/ 150415 w 900114"/>
              <a:gd name="csY57" fmla="*/ 630531 h 859639"/>
              <a:gd name="csX58" fmla="*/ 192796 w 900114"/>
              <a:gd name="csY58" fmla="*/ 588149 h 859639"/>
              <a:gd name="csX59" fmla="*/ 188449 w 900114"/>
              <a:gd name="csY59" fmla="*/ 569477 h 859639"/>
              <a:gd name="csX60" fmla="*/ 236756 w 900114"/>
              <a:gd name="csY60" fmla="*/ 523940 h 859639"/>
              <a:gd name="csX61" fmla="*/ 257634 w 900114"/>
              <a:gd name="csY61" fmla="*/ 529461 h 859639"/>
              <a:gd name="csX62" fmla="*/ 283966 w 900114"/>
              <a:gd name="csY62" fmla="*/ 520251 h 859639"/>
              <a:gd name="csX63" fmla="*/ 324369 w 900114"/>
              <a:gd name="csY63" fmla="*/ 547906 h 859639"/>
              <a:gd name="csX64" fmla="*/ 322469 w 900114"/>
              <a:gd name="csY64" fmla="*/ 560465 h 859639"/>
              <a:gd name="csX65" fmla="*/ 364851 w 900114"/>
              <a:gd name="csY65" fmla="*/ 602847 h 859639"/>
              <a:gd name="csX66" fmla="*/ 407233 w 900114"/>
              <a:gd name="csY66" fmla="*/ 560465 h 859639"/>
              <a:gd name="csX67" fmla="*/ 400664 w 900114"/>
              <a:gd name="csY67" fmla="*/ 537842 h 859639"/>
              <a:gd name="csX68" fmla="*/ 455244 w 900114"/>
              <a:gd name="csY68" fmla="*/ 474059 h 859639"/>
              <a:gd name="csX69" fmla="*/ 472072 w 900114"/>
              <a:gd name="csY69" fmla="*/ 477551 h 859639"/>
              <a:gd name="csX70" fmla="*/ 514454 w 900114"/>
              <a:gd name="csY70" fmla="*/ 435169 h 859639"/>
              <a:gd name="csX71" fmla="*/ 472072 w 900114"/>
              <a:gd name="csY71" fmla="*/ 392787 h 859639"/>
              <a:gd name="csX72" fmla="*/ 429688 w 900114"/>
              <a:gd name="csY72" fmla="*/ 435169 h 859639"/>
              <a:gd name="csX73" fmla="*/ 436258 w 900114"/>
              <a:gd name="csY73" fmla="*/ 457791 h 859639"/>
              <a:gd name="csX74" fmla="*/ 381678 w 900114"/>
              <a:gd name="csY74" fmla="*/ 521572 h 859639"/>
              <a:gd name="csX75" fmla="*/ 364851 w 900114"/>
              <a:gd name="csY75" fmla="*/ 518081 h 859639"/>
              <a:gd name="csX76" fmla="*/ 150415 w 900114"/>
              <a:gd name="csY76" fmla="*/ 605529 h 859639"/>
              <a:gd name="csX77" fmla="*/ 133036 w 900114"/>
              <a:gd name="csY77" fmla="*/ 588150 h 859639"/>
              <a:gd name="csX78" fmla="*/ 150415 w 900114"/>
              <a:gd name="csY78" fmla="*/ 570771 h 859639"/>
              <a:gd name="csX79" fmla="*/ 167792 w 900114"/>
              <a:gd name="csY79" fmla="*/ 588150 h 859639"/>
              <a:gd name="csX80" fmla="*/ 150415 w 900114"/>
              <a:gd name="csY80" fmla="*/ 605529 h 859639"/>
              <a:gd name="csX81" fmla="*/ 257634 w 900114"/>
              <a:gd name="csY81" fmla="*/ 504458 h 859639"/>
              <a:gd name="csX82" fmla="*/ 240255 w 900114"/>
              <a:gd name="csY82" fmla="*/ 487079 h 859639"/>
              <a:gd name="csX83" fmla="*/ 257634 w 900114"/>
              <a:gd name="csY83" fmla="*/ 469700 h 859639"/>
              <a:gd name="csX84" fmla="*/ 275013 w 900114"/>
              <a:gd name="csY84" fmla="*/ 487079 h 859639"/>
              <a:gd name="csX85" fmla="*/ 257634 w 900114"/>
              <a:gd name="csY85" fmla="*/ 504458 h 859639"/>
              <a:gd name="csX86" fmla="*/ 364853 w 900114"/>
              <a:gd name="csY86" fmla="*/ 577845 h 859639"/>
              <a:gd name="csX87" fmla="*/ 347474 w 900114"/>
              <a:gd name="csY87" fmla="*/ 560467 h 859639"/>
              <a:gd name="csX88" fmla="*/ 364853 w 900114"/>
              <a:gd name="csY88" fmla="*/ 543088 h 859639"/>
              <a:gd name="csX89" fmla="*/ 382232 w 900114"/>
              <a:gd name="csY89" fmla="*/ 560467 h 859639"/>
              <a:gd name="csX90" fmla="*/ 364853 w 900114"/>
              <a:gd name="csY90" fmla="*/ 577845 h 859639"/>
              <a:gd name="csX91" fmla="*/ 472073 w 900114"/>
              <a:gd name="csY91" fmla="*/ 417790 h 859639"/>
              <a:gd name="csX92" fmla="*/ 489452 w 900114"/>
              <a:gd name="csY92" fmla="*/ 435169 h 859639"/>
              <a:gd name="csX93" fmla="*/ 472073 w 900114"/>
              <a:gd name="csY93" fmla="*/ 452548 h 859639"/>
              <a:gd name="csX94" fmla="*/ 454693 w 900114"/>
              <a:gd name="csY94" fmla="*/ 435169 h 859639"/>
              <a:gd name="csX95" fmla="*/ 472073 w 900114"/>
              <a:gd name="csY95" fmla="*/ 417790 h 859639"/>
              <a:gd name="csX96" fmla="*/ 207437 w 900114"/>
              <a:gd name="csY96" fmla="*/ 399741 h 859639"/>
              <a:gd name="csX97" fmla="*/ 219938 w 900114"/>
              <a:gd name="csY97" fmla="*/ 387239 h 859639"/>
              <a:gd name="csX98" fmla="*/ 219938 w 900114"/>
              <a:gd name="csY98" fmla="*/ 280308 h 859639"/>
              <a:gd name="csX99" fmla="*/ 312557 w 900114"/>
              <a:gd name="csY99" fmla="*/ 226834 h 859639"/>
              <a:gd name="csX100" fmla="*/ 318383 w 900114"/>
              <a:gd name="csY100" fmla="*/ 219238 h 859639"/>
              <a:gd name="csX101" fmla="*/ 317127 w 900114"/>
              <a:gd name="csY101" fmla="*/ 209748 h 859639"/>
              <a:gd name="csX102" fmla="*/ 207437 w 900114"/>
              <a:gd name="csY102" fmla="*/ 146440 h 859639"/>
              <a:gd name="csX103" fmla="*/ 80787 w 900114"/>
              <a:gd name="csY103" fmla="*/ 273091 h 859639"/>
              <a:gd name="csX104" fmla="*/ 207437 w 900114"/>
              <a:gd name="csY104" fmla="*/ 399743 h 859639"/>
              <a:gd name="csX105" fmla="*/ 288547 w 900114"/>
              <a:gd name="csY105" fmla="*/ 211826 h 859639"/>
              <a:gd name="csX106" fmla="*/ 219938 w 900114"/>
              <a:gd name="csY106" fmla="*/ 251439 h 859639"/>
              <a:gd name="csX107" fmla="*/ 219938 w 900114"/>
              <a:gd name="csY107" fmla="*/ 172238 h 859639"/>
              <a:gd name="csX108" fmla="*/ 288547 w 900114"/>
              <a:gd name="csY108" fmla="*/ 211826 h 859639"/>
              <a:gd name="csX109" fmla="*/ 194935 w 900114"/>
              <a:gd name="csY109" fmla="*/ 172239 h 859639"/>
              <a:gd name="csX110" fmla="*/ 194935 w 900114"/>
              <a:gd name="csY110" fmla="*/ 373974 h 859639"/>
              <a:gd name="csX111" fmla="*/ 105790 w 900114"/>
              <a:gd name="csY111" fmla="*/ 273091 h 859639"/>
              <a:gd name="csX112" fmla="*/ 194935 w 900114"/>
              <a:gd name="csY112" fmla="*/ 172239 h 859639"/>
              <a:gd name="csX113" fmla="*/ 333751 w 900114"/>
              <a:gd name="csY113" fmla="*/ 233506 h 859639"/>
              <a:gd name="csX114" fmla="*/ 323589 w 900114"/>
              <a:gd name="csY114" fmla="*/ 234553 h 859639"/>
              <a:gd name="csX115" fmla="*/ 236356 w 900114"/>
              <a:gd name="csY115" fmla="*/ 284916 h 859639"/>
              <a:gd name="csX116" fmla="*/ 230106 w 900114"/>
              <a:gd name="csY116" fmla="*/ 295742 h 859639"/>
              <a:gd name="csX117" fmla="*/ 230106 w 900114"/>
              <a:gd name="csY117" fmla="*/ 396451 h 859639"/>
              <a:gd name="csX118" fmla="*/ 234278 w 900114"/>
              <a:gd name="csY118" fmla="*/ 405774 h 859639"/>
              <a:gd name="csX119" fmla="*/ 242607 w 900114"/>
              <a:gd name="csY119" fmla="*/ 408953 h 859639"/>
              <a:gd name="csX120" fmla="*/ 244009 w 900114"/>
              <a:gd name="csY120" fmla="*/ 408874 h 859639"/>
              <a:gd name="csX121" fmla="*/ 351317 w 900114"/>
              <a:gd name="csY121" fmla="*/ 288641 h 859639"/>
              <a:gd name="csX122" fmla="*/ 341302 w 900114"/>
              <a:gd name="csY122" fmla="*/ 240389 h 859639"/>
              <a:gd name="csX123" fmla="*/ 333751 w 900114"/>
              <a:gd name="csY123" fmla="*/ 233506 h 859639"/>
              <a:gd name="csX124" fmla="*/ 255109 w 900114"/>
              <a:gd name="csY124" fmla="*/ 381421 h 859639"/>
              <a:gd name="csX125" fmla="*/ 255109 w 900114"/>
              <a:gd name="csY125" fmla="*/ 302961 h 859639"/>
              <a:gd name="csX126" fmla="*/ 323055 w 900114"/>
              <a:gd name="csY126" fmla="*/ 263731 h 859639"/>
              <a:gd name="csX127" fmla="*/ 326314 w 900114"/>
              <a:gd name="csY127" fmla="*/ 288641 h 859639"/>
              <a:gd name="csX128" fmla="*/ 255109 w 900114"/>
              <a:gd name="csY128" fmla="*/ 381421 h 859639"/>
              <a:gd name="csX129" fmla="*/ 541700 w 900114"/>
              <a:gd name="csY129" fmla="*/ 279560 h 859639"/>
              <a:gd name="csX130" fmla="*/ 529198 w 900114"/>
              <a:gd name="csY130" fmla="*/ 292062 h 859639"/>
              <a:gd name="csX131" fmla="*/ 391226 w 900114"/>
              <a:gd name="csY131" fmla="*/ 292062 h 859639"/>
              <a:gd name="csX132" fmla="*/ 378724 w 900114"/>
              <a:gd name="csY132" fmla="*/ 279560 h 859639"/>
              <a:gd name="csX133" fmla="*/ 391226 w 900114"/>
              <a:gd name="csY133" fmla="*/ 267058 h 859639"/>
              <a:gd name="csX134" fmla="*/ 529198 w 900114"/>
              <a:gd name="csY134" fmla="*/ 267058 h 859639"/>
              <a:gd name="csX135" fmla="*/ 541700 w 900114"/>
              <a:gd name="csY135" fmla="*/ 279560 h 859639"/>
              <a:gd name="csX136" fmla="*/ 541700 w 900114"/>
              <a:gd name="csY136" fmla="*/ 167141 h 859639"/>
              <a:gd name="csX137" fmla="*/ 529198 w 900114"/>
              <a:gd name="csY137" fmla="*/ 179642 h 859639"/>
              <a:gd name="csX138" fmla="*/ 340978 w 900114"/>
              <a:gd name="csY138" fmla="*/ 179642 h 859639"/>
              <a:gd name="csX139" fmla="*/ 328477 w 900114"/>
              <a:gd name="csY139" fmla="*/ 167141 h 859639"/>
              <a:gd name="csX140" fmla="*/ 340978 w 900114"/>
              <a:gd name="csY140" fmla="*/ 154639 h 859639"/>
              <a:gd name="csX141" fmla="*/ 529198 w 900114"/>
              <a:gd name="csY141" fmla="*/ 154639 h 859639"/>
              <a:gd name="csX142" fmla="*/ 541700 w 900114"/>
              <a:gd name="csY142" fmla="*/ 167141 h 859639"/>
              <a:gd name="csX143" fmla="*/ 541700 w 900114"/>
              <a:gd name="csY143" fmla="*/ 335771 h 859639"/>
              <a:gd name="csX144" fmla="*/ 529198 w 900114"/>
              <a:gd name="csY144" fmla="*/ 348272 h 859639"/>
              <a:gd name="csX145" fmla="*/ 460213 w 900114"/>
              <a:gd name="csY145" fmla="*/ 348272 h 859639"/>
              <a:gd name="csX146" fmla="*/ 447711 w 900114"/>
              <a:gd name="csY146" fmla="*/ 335771 h 859639"/>
              <a:gd name="csX147" fmla="*/ 460213 w 900114"/>
              <a:gd name="csY147" fmla="*/ 323269 h 859639"/>
              <a:gd name="csX148" fmla="*/ 529198 w 900114"/>
              <a:gd name="csY148" fmla="*/ 323269 h 859639"/>
              <a:gd name="csX149" fmla="*/ 541700 w 900114"/>
              <a:gd name="csY149" fmla="*/ 335771 h 859639"/>
              <a:gd name="csX150" fmla="*/ 541700 w 900114"/>
              <a:gd name="csY150" fmla="*/ 223351 h 859639"/>
              <a:gd name="csX151" fmla="*/ 529198 w 900114"/>
              <a:gd name="csY151" fmla="*/ 235853 h 859639"/>
              <a:gd name="csX152" fmla="*/ 391226 w 900114"/>
              <a:gd name="csY152" fmla="*/ 235853 h 859639"/>
              <a:gd name="csX153" fmla="*/ 378724 w 900114"/>
              <a:gd name="csY153" fmla="*/ 223351 h 859639"/>
              <a:gd name="csX154" fmla="*/ 391226 w 900114"/>
              <a:gd name="csY154" fmla="*/ 210850 h 859639"/>
              <a:gd name="csX155" fmla="*/ 529198 w 900114"/>
              <a:gd name="csY155" fmla="*/ 210850 h 859639"/>
              <a:gd name="csX156" fmla="*/ 541700 w 900114"/>
              <a:gd name="csY156" fmla="*/ 223351 h 859639"/>
              <a:gd name="csX157" fmla="*/ 861052 w 900114"/>
              <a:gd name="csY157" fmla="*/ 27337 h 859639"/>
              <a:gd name="csX158" fmla="*/ 777703 w 900114"/>
              <a:gd name="csY158" fmla="*/ 0 h 859639"/>
              <a:gd name="csX159" fmla="*/ 694353 w 900114"/>
              <a:gd name="csY159" fmla="*/ 27337 h 859639"/>
              <a:gd name="csX160" fmla="*/ 692056 w 900114"/>
              <a:gd name="csY160" fmla="*/ 29272 h 859639"/>
              <a:gd name="csX161" fmla="*/ 651456 w 900114"/>
              <a:gd name="csY161" fmla="*/ 0 h 859639"/>
              <a:gd name="csX162" fmla="*/ 383021 w 900114"/>
              <a:gd name="csY162" fmla="*/ 0 h 859639"/>
              <a:gd name="csX163" fmla="*/ 114584 w 900114"/>
              <a:gd name="csY163" fmla="*/ 0 h 859639"/>
              <a:gd name="csX164" fmla="*/ 71777 w 900114"/>
              <a:gd name="csY164" fmla="*/ 42809 h 859639"/>
              <a:gd name="csX165" fmla="*/ 71777 w 900114"/>
              <a:gd name="csY165" fmla="*/ 71779 h 859639"/>
              <a:gd name="csX166" fmla="*/ 42809 w 900114"/>
              <a:gd name="csY166" fmla="*/ 71779 h 859639"/>
              <a:gd name="csX167" fmla="*/ 0 w 900114"/>
              <a:gd name="csY167" fmla="*/ 114586 h 859639"/>
              <a:gd name="csX168" fmla="*/ 0 w 900114"/>
              <a:gd name="csY168" fmla="*/ 816833 h 859639"/>
              <a:gd name="csX169" fmla="*/ 42809 w 900114"/>
              <a:gd name="csY169" fmla="*/ 859640 h 859639"/>
              <a:gd name="csX170" fmla="*/ 579680 w 900114"/>
              <a:gd name="csY170" fmla="*/ 859640 h 859639"/>
              <a:gd name="csX171" fmla="*/ 622487 w 900114"/>
              <a:gd name="csY171" fmla="*/ 816833 h 859639"/>
              <a:gd name="csX172" fmla="*/ 622487 w 900114"/>
              <a:gd name="csY172" fmla="*/ 787863 h 859639"/>
              <a:gd name="csX173" fmla="*/ 651456 w 900114"/>
              <a:gd name="csY173" fmla="*/ 787863 h 859639"/>
              <a:gd name="csX174" fmla="*/ 694265 w 900114"/>
              <a:gd name="csY174" fmla="*/ 745054 h 859639"/>
              <a:gd name="csX175" fmla="*/ 694265 w 900114"/>
              <a:gd name="csY175" fmla="*/ 711553 h 859639"/>
              <a:gd name="csX176" fmla="*/ 777704 w 900114"/>
              <a:gd name="csY176" fmla="*/ 711553 h 859639"/>
              <a:gd name="csX177" fmla="*/ 790206 w 900114"/>
              <a:gd name="csY177" fmla="*/ 699052 h 859639"/>
              <a:gd name="csX178" fmla="*/ 790206 w 900114"/>
              <a:gd name="csY178" fmla="*/ 412893 h 859639"/>
              <a:gd name="csX179" fmla="*/ 777704 w 900114"/>
              <a:gd name="csY179" fmla="*/ 400391 h 859639"/>
              <a:gd name="csX180" fmla="*/ 765203 w 900114"/>
              <a:gd name="csY180" fmla="*/ 412893 h 859639"/>
              <a:gd name="csX181" fmla="*/ 765203 w 900114"/>
              <a:gd name="csY181" fmla="*/ 686552 h 859639"/>
              <a:gd name="csX182" fmla="*/ 694265 w 900114"/>
              <a:gd name="csY182" fmla="*/ 686552 h 859639"/>
              <a:gd name="csX183" fmla="*/ 694265 w 900114"/>
              <a:gd name="csY183" fmla="*/ 207867 h 859639"/>
              <a:gd name="csX184" fmla="*/ 710248 w 900114"/>
              <a:gd name="csY184" fmla="*/ 250690 h 859639"/>
              <a:gd name="csX185" fmla="*/ 710248 w 900114"/>
              <a:gd name="csY185" fmla="*/ 254241 h 859639"/>
              <a:gd name="csX186" fmla="*/ 742093 w 900114"/>
              <a:gd name="csY186" fmla="*/ 286086 h 859639"/>
              <a:gd name="csX187" fmla="*/ 813316 w 900114"/>
              <a:gd name="csY187" fmla="*/ 286086 h 859639"/>
              <a:gd name="csX188" fmla="*/ 845159 w 900114"/>
              <a:gd name="csY188" fmla="*/ 254241 h 859639"/>
              <a:gd name="csX189" fmla="*/ 845159 w 900114"/>
              <a:gd name="csY189" fmla="*/ 250690 h 859639"/>
              <a:gd name="csX190" fmla="*/ 867260 w 900114"/>
              <a:gd name="csY190" fmla="*/ 199221 h 859639"/>
              <a:gd name="csX191" fmla="*/ 900114 w 900114"/>
              <a:gd name="csY191" fmla="*/ 110962 h 859639"/>
              <a:gd name="csX192" fmla="*/ 861054 w 900114"/>
              <a:gd name="csY192" fmla="*/ 27337 h 859639"/>
              <a:gd name="csX193" fmla="*/ 597484 w 900114"/>
              <a:gd name="csY193" fmla="*/ 816833 h 859639"/>
              <a:gd name="csX194" fmla="*/ 579680 w 900114"/>
              <a:gd name="csY194" fmla="*/ 834637 h 859639"/>
              <a:gd name="csX195" fmla="*/ 42809 w 900114"/>
              <a:gd name="csY195" fmla="*/ 834637 h 859639"/>
              <a:gd name="csX196" fmla="*/ 25003 w 900114"/>
              <a:gd name="csY196" fmla="*/ 816833 h 859639"/>
              <a:gd name="csX197" fmla="*/ 25003 w 900114"/>
              <a:gd name="csY197" fmla="*/ 114586 h 859639"/>
              <a:gd name="csX198" fmla="*/ 42809 w 900114"/>
              <a:gd name="csY198" fmla="*/ 96782 h 859639"/>
              <a:gd name="csX199" fmla="*/ 579678 w 900114"/>
              <a:gd name="csY199" fmla="*/ 96782 h 859639"/>
              <a:gd name="csX200" fmla="*/ 597484 w 900114"/>
              <a:gd name="csY200" fmla="*/ 114586 h 859639"/>
              <a:gd name="csX201" fmla="*/ 651456 w 900114"/>
              <a:gd name="csY201" fmla="*/ 762860 h 859639"/>
              <a:gd name="csX202" fmla="*/ 622487 w 900114"/>
              <a:gd name="csY202" fmla="*/ 762860 h 859639"/>
              <a:gd name="csX203" fmla="*/ 622487 w 900114"/>
              <a:gd name="csY203" fmla="*/ 114586 h 859639"/>
              <a:gd name="csX204" fmla="*/ 579678 w 900114"/>
              <a:gd name="csY204" fmla="*/ 71779 h 859639"/>
              <a:gd name="csX205" fmla="*/ 96780 w 900114"/>
              <a:gd name="csY205" fmla="*/ 71779 h 859639"/>
              <a:gd name="csX206" fmla="*/ 96780 w 900114"/>
              <a:gd name="csY206" fmla="*/ 42809 h 859639"/>
              <a:gd name="csX207" fmla="*/ 114584 w 900114"/>
              <a:gd name="csY207" fmla="*/ 25003 h 859639"/>
              <a:gd name="csX208" fmla="*/ 383021 w 900114"/>
              <a:gd name="csY208" fmla="*/ 25003 h 859639"/>
              <a:gd name="csX209" fmla="*/ 651456 w 900114"/>
              <a:gd name="csY209" fmla="*/ 25003 h 859639"/>
              <a:gd name="csX210" fmla="*/ 669260 w 900114"/>
              <a:gd name="csY210" fmla="*/ 42809 h 859639"/>
              <a:gd name="csX211" fmla="*/ 669260 w 900114"/>
              <a:gd name="csY211" fmla="*/ 56278 h 859639"/>
              <a:gd name="csX212" fmla="*/ 655294 w 900114"/>
              <a:gd name="csY212" fmla="*/ 110962 h 859639"/>
              <a:gd name="csX213" fmla="*/ 669260 w 900114"/>
              <a:gd name="csY213" fmla="*/ 169803 h 859639"/>
              <a:gd name="csX214" fmla="*/ 669260 w 900114"/>
              <a:gd name="csY214" fmla="*/ 697000 h 859639"/>
              <a:gd name="csX215" fmla="*/ 669078 w 900114"/>
              <a:gd name="csY215" fmla="*/ 699053 h 859639"/>
              <a:gd name="csX216" fmla="*/ 669262 w 900114"/>
              <a:gd name="csY216" fmla="*/ 701107 h 859639"/>
              <a:gd name="csX217" fmla="*/ 669262 w 900114"/>
              <a:gd name="csY217" fmla="*/ 745054 h 859639"/>
              <a:gd name="csX218" fmla="*/ 651456 w 900114"/>
              <a:gd name="csY218" fmla="*/ 762860 h 859639"/>
              <a:gd name="csX219" fmla="*/ 766444 w 900114"/>
              <a:gd name="csY219" fmla="*/ 160415 h 859639"/>
              <a:gd name="csX220" fmla="*/ 777703 w 900114"/>
              <a:gd name="csY220" fmla="*/ 149156 h 859639"/>
              <a:gd name="csX221" fmla="*/ 788961 w 900114"/>
              <a:gd name="csY221" fmla="*/ 160415 h 859639"/>
              <a:gd name="csX222" fmla="*/ 777703 w 900114"/>
              <a:gd name="csY222" fmla="*/ 171671 h 859639"/>
              <a:gd name="csX223" fmla="*/ 766444 w 900114"/>
              <a:gd name="csY223" fmla="*/ 160415 h 859639"/>
              <a:gd name="csX224" fmla="*/ 846938 w 900114"/>
              <a:gd name="csY224" fmla="*/ 184655 h 859639"/>
              <a:gd name="csX225" fmla="*/ 820154 w 900114"/>
              <a:gd name="csY225" fmla="*/ 250690 h 859639"/>
              <a:gd name="csX226" fmla="*/ 820154 w 900114"/>
              <a:gd name="csY226" fmla="*/ 254241 h 859639"/>
              <a:gd name="csX227" fmla="*/ 813314 w 900114"/>
              <a:gd name="csY227" fmla="*/ 261083 h 859639"/>
              <a:gd name="csX228" fmla="*/ 790204 w 900114"/>
              <a:gd name="csY228" fmla="*/ 261083 h 859639"/>
              <a:gd name="csX229" fmla="*/ 790204 w 900114"/>
              <a:gd name="csY229" fmla="*/ 194408 h 859639"/>
              <a:gd name="csX230" fmla="*/ 813964 w 900114"/>
              <a:gd name="csY230" fmla="*/ 160415 h 859639"/>
              <a:gd name="csX231" fmla="*/ 777703 w 900114"/>
              <a:gd name="csY231" fmla="*/ 124153 h 859639"/>
              <a:gd name="csX232" fmla="*/ 741441 w 900114"/>
              <a:gd name="csY232" fmla="*/ 160415 h 859639"/>
              <a:gd name="csX233" fmla="*/ 765201 w 900114"/>
              <a:gd name="csY233" fmla="*/ 194408 h 859639"/>
              <a:gd name="csX234" fmla="*/ 765201 w 900114"/>
              <a:gd name="csY234" fmla="*/ 261083 h 859639"/>
              <a:gd name="csX235" fmla="*/ 742093 w 900114"/>
              <a:gd name="csY235" fmla="*/ 261083 h 859639"/>
              <a:gd name="csX236" fmla="*/ 735251 w 900114"/>
              <a:gd name="csY236" fmla="*/ 254241 h 859639"/>
              <a:gd name="csX237" fmla="*/ 735251 w 900114"/>
              <a:gd name="csY237" fmla="*/ 250690 h 859639"/>
              <a:gd name="csX238" fmla="*/ 708467 w 900114"/>
              <a:gd name="csY238" fmla="*/ 184653 h 859639"/>
              <a:gd name="csX239" fmla="*/ 680298 w 900114"/>
              <a:gd name="csY239" fmla="*/ 110960 h 859639"/>
              <a:gd name="csX240" fmla="*/ 777704 w 900114"/>
              <a:gd name="csY240" fmla="*/ 25003 h 859639"/>
              <a:gd name="csX241" fmla="*/ 875111 w 900114"/>
              <a:gd name="csY241" fmla="*/ 110960 h 859639"/>
              <a:gd name="csX242" fmla="*/ 846942 w 900114"/>
              <a:gd name="csY242" fmla="*/ 184653 h 859639"/>
              <a:gd name="csX243" fmla="*/ 831047 w 900114"/>
              <a:gd name="csY243" fmla="*/ 343007 h 859639"/>
              <a:gd name="csX244" fmla="*/ 818545 w 900114"/>
              <a:gd name="csY244" fmla="*/ 355509 h 859639"/>
              <a:gd name="csX245" fmla="*/ 790204 w 900114"/>
              <a:gd name="csY245" fmla="*/ 355509 h 859639"/>
              <a:gd name="csX246" fmla="*/ 790204 w 900114"/>
              <a:gd name="csY246" fmla="*/ 361795 h 859639"/>
              <a:gd name="csX247" fmla="*/ 777703 w 900114"/>
              <a:gd name="csY247" fmla="*/ 374297 h 859639"/>
              <a:gd name="csX248" fmla="*/ 765201 w 900114"/>
              <a:gd name="csY248" fmla="*/ 361795 h 859639"/>
              <a:gd name="csX249" fmla="*/ 765201 w 900114"/>
              <a:gd name="csY249" fmla="*/ 355509 h 859639"/>
              <a:gd name="csX250" fmla="*/ 736862 w 900114"/>
              <a:gd name="csY250" fmla="*/ 355509 h 859639"/>
              <a:gd name="csX251" fmla="*/ 724360 w 900114"/>
              <a:gd name="csY251" fmla="*/ 343007 h 859639"/>
              <a:gd name="csX252" fmla="*/ 736862 w 900114"/>
              <a:gd name="csY252" fmla="*/ 330506 h 859639"/>
              <a:gd name="csX253" fmla="*/ 818545 w 900114"/>
              <a:gd name="csY253" fmla="*/ 330506 h 859639"/>
              <a:gd name="csX254" fmla="*/ 831047 w 900114"/>
              <a:gd name="csY254" fmla="*/ 343007 h 859639"/>
              <a:gd name="csX255" fmla="*/ 834433 w 900114"/>
              <a:gd name="csY255" fmla="*/ 308296 h 859639"/>
              <a:gd name="csX256" fmla="*/ 821931 w 900114"/>
              <a:gd name="csY256" fmla="*/ 320797 h 859639"/>
              <a:gd name="csX257" fmla="*/ 733476 w 900114"/>
              <a:gd name="csY257" fmla="*/ 320797 h 859639"/>
              <a:gd name="csX258" fmla="*/ 720974 w 900114"/>
              <a:gd name="csY258" fmla="*/ 308296 h 859639"/>
              <a:gd name="csX259" fmla="*/ 733476 w 900114"/>
              <a:gd name="csY259" fmla="*/ 295794 h 859639"/>
              <a:gd name="csX260" fmla="*/ 821931 w 900114"/>
              <a:gd name="csY260" fmla="*/ 295794 h 859639"/>
              <a:gd name="csX261" fmla="*/ 834433 w 900114"/>
              <a:gd name="csY261" fmla="*/ 308296 h 8596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Lst>
            <a:rect l="l" t="t" r="r" b="b"/>
            <a:pathLst>
              <a:path w="900114" h="859639">
                <a:moveTo>
                  <a:pt x="529197" y="753967"/>
                </a:moveTo>
                <a:lnTo>
                  <a:pt x="514455" y="753967"/>
                </a:lnTo>
                <a:lnTo>
                  <a:pt x="514455" y="516963"/>
                </a:lnTo>
                <a:cubicBezTo>
                  <a:pt x="514455" y="510058"/>
                  <a:pt x="508858" y="504461"/>
                  <a:pt x="501954" y="504461"/>
                </a:cubicBezTo>
                <a:lnTo>
                  <a:pt x="442191" y="504461"/>
                </a:lnTo>
                <a:cubicBezTo>
                  <a:pt x="435287" y="504461"/>
                  <a:pt x="429689" y="510058"/>
                  <a:pt x="429689" y="516963"/>
                </a:cubicBezTo>
                <a:lnTo>
                  <a:pt x="429689" y="753967"/>
                </a:lnTo>
                <a:lnTo>
                  <a:pt x="407235" y="753967"/>
                </a:lnTo>
                <a:lnTo>
                  <a:pt x="407235" y="634949"/>
                </a:lnTo>
                <a:cubicBezTo>
                  <a:pt x="407235" y="628045"/>
                  <a:pt x="401638" y="622447"/>
                  <a:pt x="394733" y="622447"/>
                </a:cubicBezTo>
                <a:lnTo>
                  <a:pt x="334970" y="622447"/>
                </a:lnTo>
                <a:cubicBezTo>
                  <a:pt x="328066" y="622447"/>
                  <a:pt x="322469" y="628045"/>
                  <a:pt x="322469" y="634949"/>
                </a:cubicBezTo>
                <a:lnTo>
                  <a:pt x="322469" y="753967"/>
                </a:lnTo>
                <a:lnTo>
                  <a:pt x="300016" y="753967"/>
                </a:lnTo>
                <a:lnTo>
                  <a:pt x="300016" y="569034"/>
                </a:lnTo>
                <a:cubicBezTo>
                  <a:pt x="300016" y="562129"/>
                  <a:pt x="294419" y="556532"/>
                  <a:pt x="287515" y="556532"/>
                </a:cubicBezTo>
                <a:lnTo>
                  <a:pt x="227752" y="556532"/>
                </a:lnTo>
                <a:cubicBezTo>
                  <a:pt x="220847" y="556532"/>
                  <a:pt x="215250" y="562129"/>
                  <a:pt x="215250" y="569034"/>
                </a:cubicBezTo>
                <a:lnTo>
                  <a:pt x="215250" y="753967"/>
                </a:lnTo>
                <a:lnTo>
                  <a:pt x="192796" y="753967"/>
                </a:lnTo>
                <a:lnTo>
                  <a:pt x="192796" y="672739"/>
                </a:lnTo>
                <a:cubicBezTo>
                  <a:pt x="192796" y="665835"/>
                  <a:pt x="187198" y="660238"/>
                  <a:pt x="180294" y="660238"/>
                </a:cubicBezTo>
                <a:lnTo>
                  <a:pt x="120533" y="660238"/>
                </a:lnTo>
                <a:cubicBezTo>
                  <a:pt x="113628" y="660238"/>
                  <a:pt x="108031" y="665835"/>
                  <a:pt x="108031" y="672739"/>
                </a:cubicBezTo>
                <a:lnTo>
                  <a:pt x="108031" y="753967"/>
                </a:lnTo>
                <a:lnTo>
                  <a:pt x="93288" y="753967"/>
                </a:lnTo>
                <a:cubicBezTo>
                  <a:pt x="86384" y="753967"/>
                  <a:pt x="80787" y="759565"/>
                  <a:pt x="80787" y="766469"/>
                </a:cubicBezTo>
                <a:cubicBezTo>
                  <a:pt x="80787" y="773373"/>
                  <a:pt x="86384" y="778971"/>
                  <a:pt x="93288" y="778971"/>
                </a:cubicBezTo>
                <a:lnTo>
                  <a:pt x="529197" y="778971"/>
                </a:lnTo>
                <a:cubicBezTo>
                  <a:pt x="536101" y="778971"/>
                  <a:pt x="541698" y="773373"/>
                  <a:pt x="541698" y="766469"/>
                </a:cubicBezTo>
                <a:cubicBezTo>
                  <a:pt x="541698" y="759565"/>
                  <a:pt x="536101" y="753967"/>
                  <a:pt x="529197" y="753967"/>
                </a:cubicBezTo>
                <a:close/>
                <a:moveTo>
                  <a:pt x="454693" y="529464"/>
                </a:moveTo>
                <a:lnTo>
                  <a:pt x="489452" y="529464"/>
                </a:lnTo>
                <a:lnTo>
                  <a:pt x="489452" y="753967"/>
                </a:lnTo>
                <a:lnTo>
                  <a:pt x="454693" y="753967"/>
                </a:lnTo>
                <a:close/>
                <a:moveTo>
                  <a:pt x="347472" y="647451"/>
                </a:moveTo>
                <a:lnTo>
                  <a:pt x="382232" y="647451"/>
                </a:lnTo>
                <a:lnTo>
                  <a:pt x="382232" y="753967"/>
                </a:lnTo>
                <a:lnTo>
                  <a:pt x="347472" y="753967"/>
                </a:lnTo>
                <a:close/>
                <a:moveTo>
                  <a:pt x="240253" y="581535"/>
                </a:moveTo>
                <a:lnTo>
                  <a:pt x="275013" y="581535"/>
                </a:lnTo>
                <a:lnTo>
                  <a:pt x="275013" y="753967"/>
                </a:lnTo>
                <a:lnTo>
                  <a:pt x="240253" y="753967"/>
                </a:lnTo>
                <a:close/>
                <a:moveTo>
                  <a:pt x="133034" y="685239"/>
                </a:moveTo>
                <a:lnTo>
                  <a:pt x="167792" y="685239"/>
                </a:lnTo>
                <a:lnTo>
                  <a:pt x="167792" y="753966"/>
                </a:lnTo>
                <a:lnTo>
                  <a:pt x="133034" y="753966"/>
                </a:lnTo>
                <a:close/>
                <a:moveTo>
                  <a:pt x="364853" y="518083"/>
                </a:moveTo>
                <a:cubicBezTo>
                  <a:pt x="354907" y="518083"/>
                  <a:pt x="345758" y="521535"/>
                  <a:pt x="338519" y="527293"/>
                </a:cubicBezTo>
                <a:lnTo>
                  <a:pt x="298116" y="499637"/>
                </a:lnTo>
                <a:cubicBezTo>
                  <a:pt x="299350" y="495667"/>
                  <a:pt x="300016" y="491449"/>
                  <a:pt x="300016" y="487079"/>
                </a:cubicBezTo>
                <a:cubicBezTo>
                  <a:pt x="300016" y="463710"/>
                  <a:pt x="281003" y="444697"/>
                  <a:pt x="257634" y="444697"/>
                </a:cubicBezTo>
                <a:cubicBezTo>
                  <a:pt x="234265" y="444697"/>
                  <a:pt x="215252" y="463710"/>
                  <a:pt x="215252" y="487079"/>
                </a:cubicBezTo>
                <a:cubicBezTo>
                  <a:pt x="215252" y="493778"/>
                  <a:pt x="216820" y="500114"/>
                  <a:pt x="219599" y="505753"/>
                </a:cubicBezTo>
                <a:lnTo>
                  <a:pt x="171293" y="551289"/>
                </a:lnTo>
                <a:cubicBezTo>
                  <a:pt x="165126" y="547781"/>
                  <a:pt x="158004" y="545766"/>
                  <a:pt x="150415" y="545766"/>
                </a:cubicBezTo>
                <a:cubicBezTo>
                  <a:pt x="127044" y="545766"/>
                  <a:pt x="108033" y="564780"/>
                  <a:pt x="108033" y="588149"/>
                </a:cubicBezTo>
                <a:cubicBezTo>
                  <a:pt x="108033" y="611518"/>
                  <a:pt x="127046" y="630531"/>
                  <a:pt x="150415" y="630531"/>
                </a:cubicBezTo>
                <a:cubicBezTo>
                  <a:pt x="173784" y="630531"/>
                  <a:pt x="192796" y="611518"/>
                  <a:pt x="192796" y="588149"/>
                </a:cubicBezTo>
                <a:cubicBezTo>
                  <a:pt x="192796" y="581450"/>
                  <a:pt x="191227" y="575113"/>
                  <a:pt x="188449" y="569477"/>
                </a:cubicBezTo>
                <a:lnTo>
                  <a:pt x="236756" y="523940"/>
                </a:lnTo>
                <a:cubicBezTo>
                  <a:pt x="242923" y="527448"/>
                  <a:pt x="250046" y="529461"/>
                  <a:pt x="257634" y="529461"/>
                </a:cubicBezTo>
                <a:cubicBezTo>
                  <a:pt x="267580" y="529461"/>
                  <a:pt x="276729" y="526009"/>
                  <a:pt x="283966" y="520251"/>
                </a:cubicBezTo>
                <a:lnTo>
                  <a:pt x="324369" y="547906"/>
                </a:lnTo>
                <a:cubicBezTo>
                  <a:pt x="323135" y="551876"/>
                  <a:pt x="322469" y="556095"/>
                  <a:pt x="322469" y="560465"/>
                </a:cubicBezTo>
                <a:cubicBezTo>
                  <a:pt x="322469" y="583836"/>
                  <a:pt x="341482" y="602847"/>
                  <a:pt x="364851" y="602847"/>
                </a:cubicBezTo>
                <a:cubicBezTo>
                  <a:pt x="388220" y="602847"/>
                  <a:pt x="407233" y="583834"/>
                  <a:pt x="407233" y="560465"/>
                </a:cubicBezTo>
                <a:cubicBezTo>
                  <a:pt x="407233" y="552149"/>
                  <a:pt x="404817" y="544393"/>
                  <a:pt x="400664" y="537842"/>
                </a:cubicBezTo>
                <a:lnTo>
                  <a:pt x="455244" y="474059"/>
                </a:lnTo>
                <a:cubicBezTo>
                  <a:pt x="460406" y="476301"/>
                  <a:pt x="466094" y="477551"/>
                  <a:pt x="472072" y="477551"/>
                </a:cubicBezTo>
                <a:cubicBezTo>
                  <a:pt x="495442" y="477551"/>
                  <a:pt x="514454" y="458538"/>
                  <a:pt x="514454" y="435169"/>
                </a:cubicBezTo>
                <a:cubicBezTo>
                  <a:pt x="514454" y="411800"/>
                  <a:pt x="495440" y="392787"/>
                  <a:pt x="472072" y="392787"/>
                </a:cubicBezTo>
                <a:cubicBezTo>
                  <a:pt x="448703" y="392787"/>
                  <a:pt x="429688" y="411800"/>
                  <a:pt x="429688" y="435169"/>
                </a:cubicBezTo>
                <a:cubicBezTo>
                  <a:pt x="429688" y="443484"/>
                  <a:pt x="432104" y="451240"/>
                  <a:pt x="436258" y="457791"/>
                </a:cubicBezTo>
                <a:lnTo>
                  <a:pt x="381678" y="521572"/>
                </a:lnTo>
                <a:cubicBezTo>
                  <a:pt x="376517" y="519331"/>
                  <a:pt x="370829" y="518081"/>
                  <a:pt x="364851" y="518081"/>
                </a:cubicBezTo>
                <a:close/>
                <a:moveTo>
                  <a:pt x="150415" y="605529"/>
                </a:moveTo>
                <a:cubicBezTo>
                  <a:pt x="140832" y="605529"/>
                  <a:pt x="133036" y="597734"/>
                  <a:pt x="133036" y="588150"/>
                </a:cubicBezTo>
                <a:cubicBezTo>
                  <a:pt x="133036" y="578567"/>
                  <a:pt x="140832" y="570771"/>
                  <a:pt x="150415" y="570771"/>
                </a:cubicBezTo>
                <a:cubicBezTo>
                  <a:pt x="159999" y="570771"/>
                  <a:pt x="167792" y="578567"/>
                  <a:pt x="167792" y="588150"/>
                </a:cubicBezTo>
                <a:cubicBezTo>
                  <a:pt x="167792" y="597734"/>
                  <a:pt x="159997" y="605529"/>
                  <a:pt x="150415" y="605529"/>
                </a:cubicBezTo>
                <a:close/>
                <a:moveTo>
                  <a:pt x="257634" y="504458"/>
                </a:moveTo>
                <a:cubicBezTo>
                  <a:pt x="248051" y="504458"/>
                  <a:pt x="240255" y="496662"/>
                  <a:pt x="240255" y="487079"/>
                </a:cubicBezTo>
                <a:cubicBezTo>
                  <a:pt x="240255" y="477495"/>
                  <a:pt x="248051" y="469700"/>
                  <a:pt x="257634" y="469700"/>
                </a:cubicBezTo>
                <a:cubicBezTo>
                  <a:pt x="267217" y="469700"/>
                  <a:pt x="275013" y="477495"/>
                  <a:pt x="275013" y="487079"/>
                </a:cubicBezTo>
                <a:cubicBezTo>
                  <a:pt x="275013" y="496662"/>
                  <a:pt x="267217" y="504458"/>
                  <a:pt x="257634" y="504458"/>
                </a:cubicBezTo>
                <a:close/>
                <a:moveTo>
                  <a:pt x="364853" y="577845"/>
                </a:moveTo>
                <a:cubicBezTo>
                  <a:pt x="355269" y="577845"/>
                  <a:pt x="347474" y="570050"/>
                  <a:pt x="347474" y="560467"/>
                </a:cubicBezTo>
                <a:cubicBezTo>
                  <a:pt x="347474" y="550883"/>
                  <a:pt x="355269" y="543088"/>
                  <a:pt x="364853" y="543088"/>
                </a:cubicBezTo>
                <a:cubicBezTo>
                  <a:pt x="374436" y="543088"/>
                  <a:pt x="382232" y="550883"/>
                  <a:pt x="382232" y="560467"/>
                </a:cubicBezTo>
                <a:cubicBezTo>
                  <a:pt x="382232" y="570050"/>
                  <a:pt x="374436" y="577845"/>
                  <a:pt x="364853" y="577845"/>
                </a:cubicBezTo>
                <a:close/>
                <a:moveTo>
                  <a:pt x="472073" y="417790"/>
                </a:moveTo>
                <a:cubicBezTo>
                  <a:pt x="481657" y="417790"/>
                  <a:pt x="489452" y="425585"/>
                  <a:pt x="489452" y="435169"/>
                </a:cubicBezTo>
                <a:cubicBezTo>
                  <a:pt x="489452" y="444752"/>
                  <a:pt x="481657" y="452548"/>
                  <a:pt x="472073" y="452548"/>
                </a:cubicBezTo>
                <a:cubicBezTo>
                  <a:pt x="462490" y="452548"/>
                  <a:pt x="454693" y="444752"/>
                  <a:pt x="454693" y="435169"/>
                </a:cubicBezTo>
                <a:cubicBezTo>
                  <a:pt x="454693" y="425585"/>
                  <a:pt x="462490" y="417790"/>
                  <a:pt x="472073" y="417790"/>
                </a:cubicBezTo>
                <a:close/>
                <a:moveTo>
                  <a:pt x="207437" y="399741"/>
                </a:moveTo>
                <a:cubicBezTo>
                  <a:pt x="214341" y="399741"/>
                  <a:pt x="219938" y="394144"/>
                  <a:pt x="219938" y="387239"/>
                </a:cubicBezTo>
                <a:lnTo>
                  <a:pt x="219938" y="280308"/>
                </a:lnTo>
                <a:lnTo>
                  <a:pt x="312557" y="226834"/>
                </a:lnTo>
                <a:cubicBezTo>
                  <a:pt x="315429" y="225175"/>
                  <a:pt x="317525" y="222442"/>
                  <a:pt x="318383" y="219238"/>
                </a:cubicBezTo>
                <a:cubicBezTo>
                  <a:pt x="319240" y="216034"/>
                  <a:pt x="318790" y="212619"/>
                  <a:pt x="317127" y="209748"/>
                </a:cubicBezTo>
                <a:cubicBezTo>
                  <a:pt x="294535" y="170698"/>
                  <a:pt x="252503" y="146440"/>
                  <a:pt x="207437" y="146440"/>
                </a:cubicBezTo>
                <a:cubicBezTo>
                  <a:pt x="137601" y="146440"/>
                  <a:pt x="80787" y="203256"/>
                  <a:pt x="80787" y="273091"/>
                </a:cubicBezTo>
                <a:cubicBezTo>
                  <a:pt x="80787" y="342927"/>
                  <a:pt x="137601" y="399743"/>
                  <a:pt x="207437" y="399743"/>
                </a:cubicBezTo>
                <a:close/>
                <a:moveTo>
                  <a:pt x="288547" y="211826"/>
                </a:moveTo>
                <a:lnTo>
                  <a:pt x="219938" y="251439"/>
                </a:lnTo>
                <a:lnTo>
                  <a:pt x="219938" y="172238"/>
                </a:lnTo>
                <a:cubicBezTo>
                  <a:pt x="247124" y="175636"/>
                  <a:pt x="271980" y="189967"/>
                  <a:pt x="288547" y="211826"/>
                </a:cubicBezTo>
                <a:close/>
                <a:moveTo>
                  <a:pt x="194935" y="172239"/>
                </a:moveTo>
                <a:lnTo>
                  <a:pt x="194935" y="373974"/>
                </a:lnTo>
                <a:cubicBezTo>
                  <a:pt x="144763" y="367794"/>
                  <a:pt x="105790" y="324908"/>
                  <a:pt x="105790" y="273091"/>
                </a:cubicBezTo>
                <a:cubicBezTo>
                  <a:pt x="105790" y="221274"/>
                  <a:pt x="144768" y="178424"/>
                  <a:pt x="194935" y="172239"/>
                </a:cubicBezTo>
                <a:close/>
                <a:moveTo>
                  <a:pt x="333751" y="233506"/>
                </a:moveTo>
                <a:cubicBezTo>
                  <a:pt x="330368" y="232392"/>
                  <a:pt x="326673" y="232770"/>
                  <a:pt x="323589" y="234553"/>
                </a:cubicBezTo>
                <a:lnTo>
                  <a:pt x="236356" y="284916"/>
                </a:lnTo>
                <a:cubicBezTo>
                  <a:pt x="232488" y="287148"/>
                  <a:pt x="230106" y="291276"/>
                  <a:pt x="230106" y="295742"/>
                </a:cubicBezTo>
                <a:lnTo>
                  <a:pt x="230106" y="396451"/>
                </a:lnTo>
                <a:cubicBezTo>
                  <a:pt x="230106" y="400011"/>
                  <a:pt x="231624" y="403402"/>
                  <a:pt x="234278" y="405774"/>
                </a:cubicBezTo>
                <a:cubicBezTo>
                  <a:pt x="236581" y="407831"/>
                  <a:pt x="239550" y="408953"/>
                  <a:pt x="242607" y="408953"/>
                </a:cubicBezTo>
                <a:cubicBezTo>
                  <a:pt x="243073" y="408953"/>
                  <a:pt x="243539" y="408926"/>
                  <a:pt x="244009" y="408874"/>
                </a:cubicBezTo>
                <a:cubicBezTo>
                  <a:pt x="305185" y="401970"/>
                  <a:pt x="351317" y="350281"/>
                  <a:pt x="351317" y="288641"/>
                </a:cubicBezTo>
                <a:cubicBezTo>
                  <a:pt x="351317" y="271888"/>
                  <a:pt x="347947" y="255653"/>
                  <a:pt x="341302" y="240389"/>
                </a:cubicBezTo>
                <a:cubicBezTo>
                  <a:pt x="339880" y="237124"/>
                  <a:pt x="337133" y="234620"/>
                  <a:pt x="333751" y="233506"/>
                </a:cubicBezTo>
                <a:close/>
                <a:moveTo>
                  <a:pt x="255109" y="381421"/>
                </a:moveTo>
                <a:lnTo>
                  <a:pt x="255109" y="302961"/>
                </a:lnTo>
                <a:lnTo>
                  <a:pt x="323055" y="263731"/>
                </a:lnTo>
                <a:cubicBezTo>
                  <a:pt x="325223" y="271800"/>
                  <a:pt x="326314" y="280133"/>
                  <a:pt x="326314" y="288641"/>
                </a:cubicBezTo>
                <a:cubicBezTo>
                  <a:pt x="326314" y="332752"/>
                  <a:pt x="296550" y="370437"/>
                  <a:pt x="255109" y="381421"/>
                </a:cubicBezTo>
                <a:close/>
                <a:moveTo>
                  <a:pt x="541700" y="279560"/>
                </a:moveTo>
                <a:cubicBezTo>
                  <a:pt x="541700" y="286464"/>
                  <a:pt x="536103" y="292062"/>
                  <a:pt x="529198" y="292062"/>
                </a:cubicBezTo>
                <a:lnTo>
                  <a:pt x="391226" y="292062"/>
                </a:lnTo>
                <a:cubicBezTo>
                  <a:pt x="384321" y="292062"/>
                  <a:pt x="378724" y="286464"/>
                  <a:pt x="378724" y="279560"/>
                </a:cubicBezTo>
                <a:cubicBezTo>
                  <a:pt x="378724" y="272656"/>
                  <a:pt x="384321" y="267058"/>
                  <a:pt x="391226" y="267058"/>
                </a:cubicBezTo>
                <a:lnTo>
                  <a:pt x="529198" y="267058"/>
                </a:lnTo>
                <a:cubicBezTo>
                  <a:pt x="536103" y="267058"/>
                  <a:pt x="541700" y="272656"/>
                  <a:pt x="541700" y="279560"/>
                </a:cubicBezTo>
                <a:close/>
                <a:moveTo>
                  <a:pt x="541700" y="167141"/>
                </a:moveTo>
                <a:cubicBezTo>
                  <a:pt x="541700" y="174045"/>
                  <a:pt x="536103" y="179642"/>
                  <a:pt x="529198" y="179642"/>
                </a:cubicBezTo>
                <a:lnTo>
                  <a:pt x="340978" y="179642"/>
                </a:lnTo>
                <a:cubicBezTo>
                  <a:pt x="334074" y="179642"/>
                  <a:pt x="328477" y="174045"/>
                  <a:pt x="328477" y="167141"/>
                </a:cubicBezTo>
                <a:cubicBezTo>
                  <a:pt x="328477" y="160236"/>
                  <a:pt x="334074" y="154639"/>
                  <a:pt x="340978" y="154639"/>
                </a:cubicBezTo>
                <a:lnTo>
                  <a:pt x="529198" y="154639"/>
                </a:lnTo>
                <a:cubicBezTo>
                  <a:pt x="536103" y="154639"/>
                  <a:pt x="541700" y="160236"/>
                  <a:pt x="541700" y="167141"/>
                </a:cubicBezTo>
                <a:close/>
                <a:moveTo>
                  <a:pt x="541700" y="335771"/>
                </a:moveTo>
                <a:cubicBezTo>
                  <a:pt x="541700" y="342675"/>
                  <a:pt x="536103" y="348272"/>
                  <a:pt x="529198" y="348272"/>
                </a:cubicBezTo>
                <a:lnTo>
                  <a:pt x="460213" y="348272"/>
                </a:lnTo>
                <a:cubicBezTo>
                  <a:pt x="453308" y="348272"/>
                  <a:pt x="447711" y="342675"/>
                  <a:pt x="447711" y="335771"/>
                </a:cubicBezTo>
                <a:cubicBezTo>
                  <a:pt x="447711" y="328866"/>
                  <a:pt x="453308" y="323269"/>
                  <a:pt x="460213" y="323269"/>
                </a:cubicBezTo>
                <a:lnTo>
                  <a:pt x="529198" y="323269"/>
                </a:lnTo>
                <a:cubicBezTo>
                  <a:pt x="536103" y="323269"/>
                  <a:pt x="541700" y="328866"/>
                  <a:pt x="541700" y="335771"/>
                </a:cubicBezTo>
                <a:close/>
                <a:moveTo>
                  <a:pt x="541700" y="223351"/>
                </a:moveTo>
                <a:cubicBezTo>
                  <a:pt x="541700" y="230256"/>
                  <a:pt x="536103" y="235853"/>
                  <a:pt x="529198" y="235853"/>
                </a:cubicBezTo>
                <a:lnTo>
                  <a:pt x="391226" y="235853"/>
                </a:lnTo>
                <a:cubicBezTo>
                  <a:pt x="384321" y="235853"/>
                  <a:pt x="378724" y="230256"/>
                  <a:pt x="378724" y="223351"/>
                </a:cubicBezTo>
                <a:cubicBezTo>
                  <a:pt x="378724" y="216447"/>
                  <a:pt x="384321" y="210850"/>
                  <a:pt x="391226" y="210850"/>
                </a:cubicBezTo>
                <a:lnTo>
                  <a:pt x="529198" y="210850"/>
                </a:lnTo>
                <a:cubicBezTo>
                  <a:pt x="536103" y="210850"/>
                  <a:pt x="541700" y="216447"/>
                  <a:pt x="541700" y="223351"/>
                </a:cubicBezTo>
                <a:close/>
                <a:moveTo>
                  <a:pt x="861052" y="27337"/>
                </a:moveTo>
                <a:cubicBezTo>
                  <a:pt x="838914" y="9708"/>
                  <a:pt x="809314" y="0"/>
                  <a:pt x="777703" y="0"/>
                </a:cubicBezTo>
                <a:cubicBezTo>
                  <a:pt x="746092" y="0"/>
                  <a:pt x="716491" y="9708"/>
                  <a:pt x="694353" y="27337"/>
                </a:cubicBezTo>
                <a:cubicBezTo>
                  <a:pt x="693563" y="27966"/>
                  <a:pt x="692822" y="28627"/>
                  <a:pt x="692056" y="29272"/>
                </a:cubicBezTo>
                <a:cubicBezTo>
                  <a:pt x="686377" y="12284"/>
                  <a:pt x="670328" y="0"/>
                  <a:pt x="651456" y="0"/>
                </a:cubicBezTo>
                <a:lnTo>
                  <a:pt x="383021" y="0"/>
                </a:lnTo>
                <a:cubicBezTo>
                  <a:pt x="383021" y="0"/>
                  <a:pt x="114584" y="0"/>
                  <a:pt x="114584" y="0"/>
                </a:cubicBezTo>
                <a:cubicBezTo>
                  <a:pt x="90979" y="0"/>
                  <a:pt x="71777" y="19204"/>
                  <a:pt x="71777" y="42809"/>
                </a:cubicBezTo>
                <a:lnTo>
                  <a:pt x="71777" y="71779"/>
                </a:lnTo>
                <a:lnTo>
                  <a:pt x="42809" y="71779"/>
                </a:lnTo>
                <a:cubicBezTo>
                  <a:pt x="19204" y="71779"/>
                  <a:pt x="0" y="90981"/>
                  <a:pt x="0" y="114586"/>
                </a:cubicBezTo>
                <a:lnTo>
                  <a:pt x="0" y="816833"/>
                </a:lnTo>
                <a:cubicBezTo>
                  <a:pt x="0" y="840435"/>
                  <a:pt x="19204" y="859640"/>
                  <a:pt x="42809" y="859640"/>
                </a:cubicBezTo>
                <a:lnTo>
                  <a:pt x="579680" y="859640"/>
                </a:lnTo>
                <a:cubicBezTo>
                  <a:pt x="603284" y="859640"/>
                  <a:pt x="622487" y="840435"/>
                  <a:pt x="622487" y="816833"/>
                </a:cubicBezTo>
                <a:lnTo>
                  <a:pt x="622487" y="787863"/>
                </a:lnTo>
                <a:lnTo>
                  <a:pt x="651456" y="787863"/>
                </a:lnTo>
                <a:cubicBezTo>
                  <a:pt x="675061" y="787863"/>
                  <a:pt x="694265" y="768659"/>
                  <a:pt x="694265" y="745054"/>
                </a:cubicBezTo>
                <a:lnTo>
                  <a:pt x="694265" y="711553"/>
                </a:lnTo>
                <a:lnTo>
                  <a:pt x="777704" y="711553"/>
                </a:lnTo>
                <a:cubicBezTo>
                  <a:pt x="784609" y="711553"/>
                  <a:pt x="790206" y="705956"/>
                  <a:pt x="790206" y="699052"/>
                </a:cubicBezTo>
                <a:lnTo>
                  <a:pt x="790206" y="412893"/>
                </a:lnTo>
                <a:cubicBezTo>
                  <a:pt x="790206" y="405988"/>
                  <a:pt x="784609" y="400391"/>
                  <a:pt x="777704" y="400391"/>
                </a:cubicBezTo>
                <a:cubicBezTo>
                  <a:pt x="770800" y="400391"/>
                  <a:pt x="765203" y="405988"/>
                  <a:pt x="765203" y="412893"/>
                </a:cubicBezTo>
                <a:lnTo>
                  <a:pt x="765203" y="686552"/>
                </a:lnTo>
                <a:lnTo>
                  <a:pt x="694265" y="686552"/>
                </a:lnTo>
                <a:lnTo>
                  <a:pt x="694265" y="207867"/>
                </a:lnTo>
                <a:cubicBezTo>
                  <a:pt x="703563" y="221349"/>
                  <a:pt x="710248" y="233615"/>
                  <a:pt x="710248" y="250690"/>
                </a:cubicBezTo>
                <a:lnTo>
                  <a:pt x="710248" y="254241"/>
                </a:lnTo>
                <a:cubicBezTo>
                  <a:pt x="710248" y="271800"/>
                  <a:pt x="724533" y="286086"/>
                  <a:pt x="742093" y="286086"/>
                </a:cubicBezTo>
                <a:lnTo>
                  <a:pt x="813316" y="286086"/>
                </a:lnTo>
                <a:cubicBezTo>
                  <a:pt x="830873" y="286086"/>
                  <a:pt x="845159" y="271800"/>
                  <a:pt x="845159" y="254241"/>
                </a:cubicBezTo>
                <a:lnTo>
                  <a:pt x="845159" y="250690"/>
                </a:lnTo>
                <a:cubicBezTo>
                  <a:pt x="845159" y="230056"/>
                  <a:pt x="854912" y="216448"/>
                  <a:pt x="867260" y="199221"/>
                </a:cubicBezTo>
                <a:cubicBezTo>
                  <a:pt x="882659" y="177738"/>
                  <a:pt x="900114" y="153389"/>
                  <a:pt x="900114" y="110962"/>
                </a:cubicBezTo>
                <a:cubicBezTo>
                  <a:pt x="900114" y="76602"/>
                  <a:pt x="886607" y="47686"/>
                  <a:pt x="861054" y="27337"/>
                </a:cubicBezTo>
                <a:close/>
                <a:moveTo>
                  <a:pt x="597484" y="816833"/>
                </a:moveTo>
                <a:cubicBezTo>
                  <a:pt x="597484" y="826650"/>
                  <a:pt x="589497" y="834637"/>
                  <a:pt x="579680" y="834637"/>
                </a:cubicBezTo>
                <a:lnTo>
                  <a:pt x="42809" y="834637"/>
                </a:lnTo>
                <a:cubicBezTo>
                  <a:pt x="32992" y="834637"/>
                  <a:pt x="25003" y="826650"/>
                  <a:pt x="25003" y="816833"/>
                </a:cubicBezTo>
                <a:lnTo>
                  <a:pt x="25003" y="114586"/>
                </a:lnTo>
                <a:cubicBezTo>
                  <a:pt x="25003" y="104768"/>
                  <a:pt x="32992" y="96782"/>
                  <a:pt x="42809" y="96782"/>
                </a:cubicBezTo>
                <a:lnTo>
                  <a:pt x="579678" y="96782"/>
                </a:lnTo>
                <a:cubicBezTo>
                  <a:pt x="589495" y="96782"/>
                  <a:pt x="597484" y="104768"/>
                  <a:pt x="597484" y="114586"/>
                </a:cubicBezTo>
                <a:close/>
                <a:moveTo>
                  <a:pt x="651456" y="762860"/>
                </a:moveTo>
                <a:lnTo>
                  <a:pt x="622487" y="762860"/>
                </a:lnTo>
                <a:lnTo>
                  <a:pt x="622487" y="114586"/>
                </a:lnTo>
                <a:cubicBezTo>
                  <a:pt x="622487" y="90981"/>
                  <a:pt x="603283" y="71779"/>
                  <a:pt x="579678" y="71779"/>
                </a:cubicBezTo>
                <a:lnTo>
                  <a:pt x="96780" y="71779"/>
                </a:lnTo>
                <a:lnTo>
                  <a:pt x="96780" y="42809"/>
                </a:lnTo>
                <a:cubicBezTo>
                  <a:pt x="96780" y="32990"/>
                  <a:pt x="104767" y="25003"/>
                  <a:pt x="114584" y="25003"/>
                </a:cubicBezTo>
                <a:lnTo>
                  <a:pt x="383021" y="25003"/>
                </a:lnTo>
                <a:cubicBezTo>
                  <a:pt x="383021" y="25003"/>
                  <a:pt x="651456" y="25003"/>
                  <a:pt x="651456" y="25003"/>
                </a:cubicBezTo>
                <a:cubicBezTo>
                  <a:pt x="661274" y="25003"/>
                  <a:pt x="669260" y="32990"/>
                  <a:pt x="669260" y="42809"/>
                </a:cubicBezTo>
                <a:lnTo>
                  <a:pt x="669260" y="56278"/>
                </a:lnTo>
                <a:cubicBezTo>
                  <a:pt x="660075" y="72168"/>
                  <a:pt x="655294" y="90599"/>
                  <a:pt x="655294" y="110962"/>
                </a:cubicBezTo>
                <a:cubicBezTo>
                  <a:pt x="655294" y="135729"/>
                  <a:pt x="661247" y="154330"/>
                  <a:pt x="669260" y="169803"/>
                </a:cubicBezTo>
                <a:lnTo>
                  <a:pt x="669260" y="697000"/>
                </a:lnTo>
                <a:cubicBezTo>
                  <a:pt x="669152" y="697669"/>
                  <a:pt x="669078" y="698353"/>
                  <a:pt x="669078" y="699053"/>
                </a:cubicBezTo>
                <a:cubicBezTo>
                  <a:pt x="669078" y="699754"/>
                  <a:pt x="669150" y="700438"/>
                  <a:pt x="669262" y="701107"/>
                </a:cubicBezTo>
                <a:lnTo>
                  <a:pt x="669262" y="745054"/>
                </a:lnTo>
                <a:cubicBezTo>
                  <a:pt x="669262" y="754871"/>
                  <a:pt x="661274" y="762860"/>
                  <a:pt x="651456" y="762860"/>
                </a:cubicBezTo>
                <a:close/>
                <a:moveTo>
                  <a:pt x="766444" y="160415"/>
                </a:moveTo>
                <a:cubicBezTo>
                  <a:pt x="766444" y="154207"/>
                  <a:pt x="771495" y="149156"/>
                  <a:pt x="777703" y="149156"/>
                </a:cubicBezTo>
                <a:cubicBezTo>
                  <a:pt x="783911" y="149156"/>
                  <a:pt x="788961" y="154207"/>
                  <a:pt x="788961" y="160415"/>
                </a:cubicBezTo>
                <a:cubicBezTo>
                  <a:pt x="788961" y="166623"/>
                  <a:pt x="783911" y="171671"/>
                  <a:pt x="777703" y="171671"/>
                </a:cubicBezTo>
                <a:cubicBezTo>
                  <a:pt x="771495" y="171671"/>
                  <a:pt x="766444" y="166621"/>
                  <a:pt x="766444" y="160415"/>
                </a:cubicBezTo>
                <a:close/>
                <a:moveTo>
                  <a:pt x="846938" y="184655"/>
                </a:moveTo>
                <a:cubicBezTo>
                  <a:pt x="833770" y="203025"/>
                  <a:pt x="820154" y="222019"/>
                  <a:pt x="820154" y="250690"/>
                </a:cubicBezTo>
                <a:lnTo>
                  <a:pt x="820154" y="254241"/>
                </a:lnTo>
                <a:cubicBezTo>
                  <a:pt x="820154" y="257950"/>
                  <a:pt x="817022" y="261083"/>
                  <a:pt x="813314" y="261083"/>
                </a:cubicBezTo>
                <a:lnTo>
                  <a:pt x="790204" y="261083"/>
                </a:lnTo>
                <a:lnTo>
                  <a:pt x="790204" y="194408"/>
                </a:lnTo>
                <a:cubicBezTo>
                  <a:pt x="804047" y="189299"/>
                  <a:pt x="813964" y="176011"/>
                  <a:pt x="813964" y="160415"/>
                </a:cubicBezTo>
                <a:cubicBezTo>
                  <a:pt x="813964" y="140421"/>
                  <a:pt x="797698" y="124153"/>
                  <a:pt x="777703" y="124153"/>
                </a:cubicBezTo>
                <a:cubicBezTo>
                  <a:pt x="757707" y="124153"/>
                  <a:pt x="741441" y="140419"/>
                  <a:pt x="741441" y="160415"/>
                </a:cubicBezTo>
                <a:cubicBezTo>
                  <a:pt x="741441" y="176011"/>
                  <a:pt x="751356" y="189299"/>
                  <a:pt x="765201" y="194408"/>
                </a:cubicBezTo>
                <a:lnTo>
                  <a:pt x="765201" y="261083"/>
                </a:lnTo>
                <a:lnTo>
                  <a:pt x="742093" y="261083"/>
                </a:lnTo>
                <a:cubicBezTo>
                  <a:pt x="738383" y="261083"/>
                  <a:pt x="735251" y="257950"/>
                  <a:pt x="735251" y="254241"/>
                </a:cubicBezTo>
                <a:lnTo>
                  <a:pt x="735251" y="250690"/>
                </a:lnTo>
                <a:cubicBezTo>
                  <a:pt x="735251" y="222019"/>
                  <a:pt x="721635" y="203024"/>
                  <a:pt x="708467" y="184653"/>
                </a:cubicBezTo>
                <a:cubicBezTo>
                  <a:pt x="693981" y="164442"/>
                  <a:pt x="680298" y="145352"/>
                  <a:pt x="680298" y="110960"/>
                </a:cubicBezTo>
                <a:cubicBezTo>
                  <a:pt x="680298" y="51901"/>
                  <a:pt x="730790" y="25003"/>
                  <a:pt x="777704" y="25003"/>
                </a:cubicBezTo>
                <a:cubicBezTo>
                  <a:pt x="824619" y="25003"/>
                  <a:pt x="875111" y="51903"/>
                  <a:pt x="875111" y="110960"/>
                </a:cubicBezTo>
                <a:cubicBezTo>
                  <a:pt x="875111" y="145352"/>
                  <a:pt x="861427" y="164442"/>
                  <a:pt x="846942" y="184653"/>
                </a:cubicBezTo>
                <a:close/>
                <a:moveTo>
                  <a:pt x="831047" y="343007"/>
                </a:moveTo>
                <a:cubicBezTo>
                  <a:pt x="831047" y="349912"/>
                  <a:pt x="825450" y="355509"/>
                  <a:pt x="818545" y="355509"/>
                </a:cubicBezTo>
                <a:lnTo>
                  <a:pt x="790204" y="355509"/>
                </a:lnTo>
                <a:lnTo>
                  <a:pt x="790204" y="361795"/>
                </a:lnTo>
                <a:cubicBezTo>
                  <a:pt x="790204" y="368700"/>
                  <a:pt x="784607" y="374297"/>
                  <a:pt x="777703" y="374297"/>
                </a:cubicBezTo>
                <a:cubicBezTo>
                  <a:pt x="770798" y="374297"/>
                  <a:pt x="765201" y="368700"/>
                  <a:pt x="765201" y="361795"/>
                </a:cubicBezTo>
                <a:lnTo>
                  <a:pt x="765201" y="355509"/>
                </a:lnTo>
                <a:lnTo>
                  <a:pt x="736862" y="355509"/>
                </a:lnTo>
                <a:cubicBezTo>
                  <a:pt x="729957" y="355509"/>
                  <a:pt x="724360" y="349912"/>
                  <a:pt x="724360" y="343007"/>
                </a:cubicBezTo>
                <a:cubicBezTo>
                  <a:pt x="724360" y="336103"/>
                  <a:pt x="729957" y="330506"/>
                  <a:pt x="736862" y="330506"/>
                </a:cubicBezTo>
                <a:lnTo>
                  <a:pt x="818545" y="330506"/>
                </a:lnTo>
                <a:cubicBezTo>
                  <a:pt x="825450" y="330506"/>
                  <a:pt x="831047" y="336103"/>
                  <a:pt x="831047" y="343007"/>
                </a:cubicBezTo>
                <a:close/>
                <a:moveTo>
                  <a:pt x="834433" y="308296"/>
                </a:moveTo>
                <a:cubicBezTo>
                  <a:pt x="834433" y="315200"/>
                  <a:pt x="828836" y="320797"/>
                  <a:pt x="821931" y="320797"/>
                </a:cubicBezTo>
                <a:lnTo>
                  <a:pt x="733476" y="320797"/>
                </a:lnTo>
                <a:cubicBezTo>
                  <a:pt x="726571" y="320797"/>
                  <a:pt x="720974" y="315200"/>
                  <a:pt x="720974" y="308296"/>
                </a:cubicBezTo>
                <a:cubicBezTo>
                  <a:pt x="720974" y="301391"/>
                  <a:pt x="726571" y="295794"/>
                  <a:pt x="733476" y="295794"/>
                </a:cubicBezTo>
                <a:lnTo>
                  <a:pt x="821931" y="295794"/>
                </a:lnTo>
                <a:cubicBezTo>
                  <a:pt x="828836" y="295794"/>
                  <a:pt x="834433" y="301391"/>
                  <a:pt x="834433" y="308296"/>
                </a:cubicBezTo>
                <a:close/>
              </a:path>
            </a:pathLst>
          </a:custGeom>
          <a:solidFill>
            <a:schemeClr val="bg1"/>
          </a:solidFill>
          <a:ln w="1786" cap="flat">
            <a:noFill/>
            <a:prstDash val="solid"/>
            <a:miter/>
          </a:ln>
        </p:spPr>
        <p:txBody>
          <a:bodyPr/>
          <a:lstStyle/>
          <a:p>
            <a:endParaRPr lang="en-GB"/>
          </a:p>
        </p:txBody>
      </p:sp>
      <p:sp>
        <p:nvSpPr>
          <p:cNvPr id="59" name="Graphic 18">
            <a:extLst>
              <a:ext uri="{FF2B5EF4-FFF2-40B4-BE49-F238E27FC236}">
                <a16:creationId xmlns:a16="http://schemas.microsoft.com/office/drawing/2014/main" id="{163221A9-886A-20B5-593A-B23D650C5208}"/>
              </a:ext>
            </a:extLst>
          </p:cNvPr>
          <p:cNvSpPr>
            <a:spLocks noChangeAspect="1"/>
          </p:cNvSpPr>
          <p:nvPr/>
        </p:nvSpPr>
        <p:spPr>
          <a:xfrm>
            <a:off x="10370793" y="4195192"/>
            <a:ext cx="509904" cy="480913"/>
          </a:xfrm>
          <a:custGeom>
            <a:avLst/>
            <a:gdLst>
              <a:gd name="csX0" fmla="*/ 870956 w 910843"/>
              <a:gd name="csY0" fmla="*/ 0 h 859057"/>
              <a:gd name="csX1" fmla="*/ 365797 w 910843"/>
              <a:gd name="csY1" fmla="*/ 0 h 859057"/>
              <a:gd name="csX2" fmla="*/ 325910 w 910843"/>
              <a:gd name="csY2" fmla="*/ 39887 h 859057"/>
              <a:gd name="csX3" fmla="*/ 325910 w 910843"/>
              <a:gd name="csY3" fmla="*/ 419631 h 859057"/>
              <a:gd name="csX4" fmla="*/ 310574 w 910843"/>
              <a:gd name="csY4" fmla="*/ 407154 h 859057"/>
              <a:gd name="csX5" fmla="*/ 308009 w 910843"/>
              <a:gd name="csY5" fmla="*/ 393012 h 859057"/>
              <a:gd name="csX6" fmla="*/ 297681 w 910843"/>
              <a:gd name="csY6" fmla="*/ 375122 h 859057"/>
              <a:gd name="csX7" fmla="*/ 268547 w 910843"/>
              <a:gd name="csY7" fmla="*/ 367317 h 859057"/>
              <a:gd name="csX8" fmla="*/ 156606 w 910843"/>
              <a:gd name="csY8" fmla="*/ 431947 h 859057"/>
              <a:gd name="csX9" fmla="*/ 148800 w 910843"/>
              <a:gd name="csY9" fmla="*/ 461081 h 859057"/>
              <a:gd name="csX10" fmla="*/ 159128 w 910843"/>
              <a:gd name="csY10" fmla="*/ 478971 h 859057"/>
              <a:gd name="csX11" fmla="*/ 170090 w 910843"/>
              <a:gd name="csY11" fmla="*/ 488229 h 859057"/>
              <a:gd name="csX12" fmla="*/ 177568 w 910843"/>
              <a:gd name="csY12" fmla="*/ 524073 h 859057"/>
              <a:gd name="csX13" fmla="*/ 23117 w 910843"/>
              <a:gd name="csY13" fmla="*/ 613245 h 859057"/>
              <a:gd name="csX14" fmla="*/ 6188 w 910843"/>
              <a:gd name="csY14" fmla="*/ 676427 h 859057"/>
              <a:gd name="csX15" fmla="*/ 46321 w 910843"/>
              <a:gd name="csY15" fmla="*/ 699545 h 859057"/>
              <a:gd name="csX16" fmla="*/ 69371 w 910843"/>
              <a:gd name="csY16" fmla="*/ 693358 h 859057"/>
              <a:gd name="csX17" fmla="*/ 223297 w 910843"/>
              <a:gd name="csY17" fmla="*/ 604488 h 859057"/>
              <a:gd name="csX18" fmla="*/ 252440 w 910843"/>
              <a:gd name="csY18" fmla="*/ 630888 h 859057"/>
              <a:gd name="csX19" fmla="*/ 255004 w 910843"/>
              <a:gd name="csY19" fmla="*/ 645031 h 859057"/>
              <a:gd name="csX20" fmla="*/ 265333 w 910843"/>
              <a:gd name="csY20" fmla="*/ 662919 h 859057"/>
              <a:gd name="csX21" fmla="*/ 278286 w 910843"/>
              <a:gd name="csY21" fmla="*/ 672848 h 859057"/>
              <a:gd name="csX22" fmla="*/ 283853 w 910843"/>
              <a:gd name="csY22" fmla="*/ 673586 h 859057"/>
              <a:gd name="csX23" fmla="*/ 294468 w 910843"/>
              <a:gd name="csY23" fmla="*/ 670725 h 859057"/>
              <a:gd name="csX24" fmla="*/ 325912 w 910843"/>
              <a:gd name="csY24" fmla="*/ 652571 h 859057"/>
              <a:gd name="csX25" fmla="*/ 325912 w 910843"/>
              <a:gd name="csY25" fmla="*/ 697491 h 859057"/>
              <a:gd name="csX26" fmla="*/ 225679 w 910843"/>
              <a:gd name="csY26" fmla="*/ 697491 h 859057"/>
              <a:gd name="csX27" fmla="*/ 183540 w 910843"/>
              <a:gd name="csY27" fmla="*/ 739630 h 859057"/>
              <a:gd name="csX28" fmla="*/ 183540 w 910843"/>
              <a:gd name="csY28" fmla="*/ 759731 h 859057"/>
              <a:gd name="csX29" fmla="*/ 172226 w 910843"/>
              <a:gd name="csY29" fmla="*/ 759731 h 859057"/>
              <a:gd name="csX30" fmla="*/ 144014 w 910843"/>
              <a:gd name="csY30" fmla="*/ 787943 h 859057"/>
              <a:gd name="csX31" fmla="*/ 144014 w 910843"/>
              <a:gd name="csY31" fmla="*/ 830845 h 859057"/>
              <a:gd name="csX32" fmla="*/ 172226 w 910843"/>
              <a:gd name="csY32" fmla="*/ 859057 h 859057"/>
              <a:gd name="csX33" fmla="*/ 417855 w 910843"/>
              <a:gd name="csY33" fmla="*/ 859057 h 859057"/>
              <a:gd name="csX34" fmla="*/ 438074 w 910843"/>
              <a:gd name="csY34" fmla="*/ 850480 h 859057"/>
              <a:gd name="csX35" fmla="*/ 870956 w 910843"/>
              <a:gd name="csY35" fmla="*/ 850480 h 859057"/>
              <a:gd name="csX36" fmla="*/ 910844 w 910843"/>
              <a:gd name="csY36" fmla="*/ 810592 h 859057"/>
              <a:gd name="csX37" fmla="*/ 910844 w 910843"/>
              <a:gd name="csY37" fmla="*/ 39887 h 859057"/>
              <a:gd name="csX38" fmla="*/ 870956 w 910843"/>
              <a:gd name="csY38" fmla="*/ 0 h 859057"/>
              <a:gd name="csX39" fmla="*/ 276559 w 910843"/>
              <a:gd name="csY39" fmla="*/ 395685 h 859057"/>
              <a:gd name="csX40" fmla="*/ 279641 w 910843"/>
              <a:gd name="csY40" fmla="*/ 401022 h 859057"/>
              <a:gd name="csX41" fmla="*/ 180252 w 910843"/>
              <a:gd name="csY41" fmla="*/ 458404 h 859057"/>
              <a:gd name="csX42" fmla="*/ 177171 w 910843"/>
              <a:gd name="csY42" fmla="*/ 453067 h 859057"/>
              <a:gd name="csX43" fmla="*/ 55083 w 910843"/>
              <a:gd name="csY43" fmla="*/ 668609 h 859057"/>
              <a:gd name="csX44" fmla="*/ 30935 w 910843"/>
              <a:gd name="csY44" fmla="*/ 662138 h 859057"/>
              <a:gd name="csX45" fmla="*/ 37406 w 910843"/>
              <a:gd name="csY45" fmla="*/ 637989 h 859057"/>
              <a:gd name="csX46" fmla="*/ 188039 w 910843"/>
              <a:gd name="csY46" fmla="*/ 551021 h 859057"/>
              <a:gd name="csX47" fmla="*/ 196840 w 910843"/>
              <a:gd name="csY47" fmla="*/ 567903 h 859057"/>
              <a:gd name="csX48" fmla="*/ 205545 w 910843"/>
              <a:gd name="csY48" fmla="*/ 581739 h 859057"/>
              <a:gd name="csX49" fmla="*/ 221586 w 910843"/>
              <a:gd name="csY49" fmla="*/ 553614 h 859057"/>
              <a:gd name="csX50" fmla="*/ 198142 w 910843"/>
              <a:gd name="csY50" fmla="*/ 481071 h 859057"/>
              <a:gd name="csX51" fmla="*/ 290327 w 910843"/>
              <a:gd name="csY51" fmla="*/ 427848 h 859057"/>
              <a:gd name="csX52" fmla="*/ 341428 w 910843"/>
              <a:gd name="csY52" fmla="*/ 484423 h 859057"/>
              <a:gd name="csX53" fmla="*/ 364872 w 910843"/>
              <a:gd name="csY53" fmla="*/ 556968 h 859057"/>
              <a:gd name="csX54" fmla="*/ 272687 w 910843"/>
              <a:gd name="csY54" fmla="*/ 610191 h 859057"/>
              <a:gd name="csX55" fmla="*/ 221586 w 910843"/>
              <a:gd name="csY55" fmla="*/ 553614 h 859057"/>
              <a:gd name="csX56" fmla="*/ 286455 w 910843"/>
              <a:gd name="csY56" fmla="*/ 642354 h 859057"/>
              <a:gd name="csX57" fmla="*/ 283374 w 910843"/>
              <a:gd name="csY57" fmla="*/ 637017 h 859057"/>
              <a:gd name="csX58" fmla="*/ 382761 w 910843"/>
              <a:gd name="csY58" fmla="*/ 579635 h 859057"/>
              <a:gd name="csX59" fmla="*/ 385842 w 910843"/>
              <a:gd name="csY59" fmla="*/ 584971 h 859057"/>
              <a:gd name="csX60" fmla="*/ 212113 w 910843"/>
              <a:gd name="csY60" fmla="*/ 739628 h 859057"/>
              <a:gd name="csX61" fmla="*/ 225678 w 910843"/>
              <a:gd name="csY61" fmla="*/ 726064 h 859057"/>
              <a:gd name="csX62" fmla="*/ 364402 w 910843"/>
              <a:gd name="csY62" fmla="*/ 726064 h 859057"/>
              <a:gd name="csX63" fmla="*/ 377966 w 910843"/>
              <a:gd name="csY63" fmla="*/ 739628 h 859057"/>
              <a:gd name="csX64" fmla="*/ 377966 w 910843"/>
              <a:gd name="csY64" fmla="*/ 759729 h 859057"/>
              <a:gd name="csX65" fmla="*/ 212112 w 910843"/>
              <a:gd name="csY65" fmla="*/ 759729 h 859057"/>
              <a:gd name="csX66" fmla="*/ 212112 w 910843"/>
              <a:gd name="csY66" fmla="*/ 739628 h 859057"/>
              <a:gd name="csX67" fmla="*/ 417493 w 910843"/>
              <a:gd name="csY67" fmla="*/ 830482 h 859057"/>
              <a:gd name="csX68" fmla="*/ 172589 w 910843"/>
              <a:gd name="csY68" fmla="*/ 830482 h 859057"/>
              <a:gd name="csX69" fmla="*/ 172589 w 910843"/>
              <a:gd name="csY69" fmla="*/ 788304 h 859057"/>
              <a:gd name="csX70" fmla="*/ 417494 w 910843"/>
              <a:gd name="csY70" fmla="*/ 788304 h 859057"/>
              <a:gd name="csX71" fmla="*/ 417494 w 910843"/>
              <a:gd name="csY71" fmla="*/ 830482 h 859057"/>
              <a:gd name="csX72" fmla="*/ 882269 w 910843"/>
              <a:gd name="csY72" fmla="*/ 810592 h 859057"/>
              <a:gd name="csX73" fmla="*/ 870956 w 910843"/>
              <a:gd name="csY73" fmla="*/ 821905 h 859057"/>
              <a:gd name="csX74" fmla="*/ 446068 w 910843"/>
              <a:gd name="csY74" fmla="*/ 821905 h 859057"/>
              <a:gd name="csX75" fmla="*/ 446068 w 910843"/>
              <a:gd name="csY75" fmla="*/ 787943 h 859057"/>
              <a:gd name="csX76" fmla="*/ 417853 w 910843"/>
              <a:gd name="csY76" fmla="*/ 759731 h 859057"/>
              <a:gd name="csX77" fmla="*/ 406541 w 910843"/>
              <a:gd name="csY77" fmla="*/ 759731 h 859057"/>
              <a:gd name="csX78" fmla="*/ 406541 w 910843"/>
              <a:gd name="csY78" fmla="*/ 739630 h 859057"/>
              <a:gd name="csX79" fmla="*/ 364402 w 910843"/>
              <a:gd name="csY79" fmla="*/ 697491 h 859057"/>
              <a:gd name="csX80" fmla="*/ 354485 w 910843"/>
              <a:gd name="csY80" fmla="*/ 697491 h 859057"/>
              <a:gd name="csX81" fmla="*/ 354485 w 910843"/>
              <a:gd name="csY81" fmla="*/ 636074 h 859057"/>
              <a:gd name="csX82" fmla="*/ 406406 w 910843"/>
              <a:gd name="csY82" fmla="*/ 606097 h 859057"/>
              <a:gd name="csX83" fmla="*/ 414214 w 910843"/>
              <a:gd name="csY83" fmla="*/ 576963 h 859057"/>
              <a:gd name="csX84" fmla="*/ 403886 w 910843"/>
              <a:gd name="csY84" fmla="*/ 559075 h 859057"/>
              <a:gd name="csX85" fmla="*/ 392918 w 910843"/>
              <a:gd name="csY85" fmla="*/ 549783 h 859057"/>
              <a:gd name="csX86" fmla="*/ 366174 w 910843"/>
              <a:gd name="csY86" fmla="*/ 470139 h 859057"/>
              <a:gd name="csX87" fmla="*/ 354485 w 910843"/>
              <a:gd name="csY87" fmla="*/ 452014 h 859057"/>
              <a:gd name="csX88" fmla="*/ 354485 w 910843"/>
              <a:gd name="csY88" fmla="*/ 39887 h 859057"/>
              <a:gd name="csX89" fmla="*/ 365797 w 910843"/>
              <a:gd name="csY89" fmla="*/ 28575 h 859057"/>
              <a:gd name="csX90" fmla="*/ 870956 w 910843"/>
              <a:gd name="csY90" fmla="*/ 28575 h 859057"/>
              <a:gd name="csX91" fmla="*/ 882269 w 910843"/>
              <a:gd name="csY91" fmla="*/ 39887 h 859057"/>
              <a:gd name="csX92" fmla="*/ 840810 w 910843"/>
              <a:gd name="csY92" fmla="*/ 409882 h 859057"/>
              <a:gd name="csX93" fmla="*/ 826522 w 910843"/>
              <a:gd name="csY93" fmla="*/ 424169 h 859057"/>
              <a:gd name="csX94" fmla="*/ 654122 w 910843"/>
              <a:gd name="csY94" fmla="*/ 424169 h 859057"/>
              <a:gd name="csX95" fmla="*/ 639835 w 910843"/>
              <a:gd name="csY95" fmla="*/ 409882 h 859057"/>
              <a:gd name="csX96" fmla="*/ 654122 w 910843"/>
              <a:gd name="csY96" fmla="*/ 395594 h 859057"/>
              <a:gd name="csX97" fmla="*/ 826522 w 910843"/>
              <a:gd name="csY97" fmla="*/ 395594 h 859057"/>
              <a:gd name="csX98" fmla="*/ 840810 w 910843"/>
              <a:gd name="csY98" fmla="*/ 409882 h 859057"/>
              <a:gd name="csX99" fmla="*/ 840810 w 910843"/>
              <a:gd name="csY99" fmla="*/ 345382 h 859057"/>
              <a:gd name="csX100" fmla="*/ 826522 w 910843"/>
              <a:gd name="csY100" fmla="*/ 359670 h 859057"/>
              <a:gd name="csX101" fmla="*/ 654122 w 910843"/>
              <a:gd name="csY101" fmla="*/ 359670 h 859057"/>
              <a:gd name="csX102" fmla="*/ 639835 w 910843"/>
              <a:gd name="csY102" fmla="*/ 345382 h 859057"/>
              <a:gd name="csX103" fmla="*/ 654122 w 910843"/>
              <a:gd name="csY103" fmla="*/ 331095 h 859057"/>
              <a:gd name="csX104" fmla="*/ 826522 w 910843"/>
              <a:gd name="csY104" fmla="*/ 331095 h 859057"/>
              <a:gd name="csX105" fmla="*/ 840810 w 910843"/>
              <a:gd name="csY105" fmla="*/ 345382 h 859057"/>
              <a:gd name="csX106" fmla="*/ 674886 w 910843"/>
              <a:gd name="csY106" fmla="*/ 147234 h 859057"/>
              <a:gd name="csX107" fmla="*/ 608179 w 910843"/>
              <a:gd name="csY107" fmla="*/ 205995 h 859057"/>
              <a:gd name="csX108" fmla="*/ 598735 w 910843"/>
              <a:gd name="csY108" fmla="*/ 209562 h 859057"/>
              <a:gd name="csX109" fmla="*/ 597512 w 910843"/>
              <a:gd name="csY109" fmla="*/ 209510 h 859057"/>
              <a:gd name="csX110" fmla="*/ 587601 w 910843"/>
              <a:gd name="csY110" fmla="*/ 204229 h 859057"/>
              <a:gd name="csX111" fmla="*/ 560178 w 910843"/>
              <a:gd name="csY111" fmla="*/ 170130 h 859057"/>
              <a:gd name="csX112" fmla="*/ 562357 w 910843"/>
              <a:gd name="csY112" fmla="*/ 150042 h 859057"/>
              <a:gd name="csX113" fmla="*/ 582445 w 910843"/>
              <a:gd name="csY113" fmla="*/ 152221 h 859057"/>
              <a:gd name="csX114" fmla="*/ 600505 w 910843"/>
              <a:gd name="csY114" fmla="*/ 174675 h 859057"/>
              <a:gd name="csX115" fmla="*/ 655997 w 910843"/>
              <a:gd name="csY115" fmla="*/ 125793 h 859057"/>
              <a:gd name="csX116" fmla="*/ 676162 w 910843"/>
              <a:gd name="csY116" fmla="*/ 127069 h 859057"/>
              <a:gd name="csX117" fmla="*/ 674886 w 910843"/>
              <a:gd name="csY117" fmla="*/ 147234 h 859057"/>
              <a:gd name="csX118" fmla="*/ 731075 w 910843"/>
              <a:gd name="csY118" fmla="*/ 165894 h 859057"/>
              <a:gd name="csX119" fmla="*/ 618377 w 910843"/>
              <a:gd name="csY119" fmla="*/ 53196 h 859057"/>
              <a:gd name="csX120" fmla="*/ 505679 w 910843"/>
              <a:gd name="csY120" fmla="*/ 165894 h 859057"/>
              <a:gd name="csX121" fmla="*/ 618377 w 910843"/>
              <a:gd name="csY121" fmla="*/ 278592 h 859057"/>
              <a:gd name="csX122" fmla="*/ 731075 w 910843"/>
              <a:gd name="csY122" fmla="*/ 165894 h 859057"/>
              <a:gd name="csX123" fmla="*/ 618377 w 910843"/>
              <a:gd name="csY123" fmla="*/ 250017 h 859057"/>
              <a:gd name="csX124" fmla="*/ 534254 w 910843"/>
              <a:gd name="csY124" fmla="*/ 165894 h 859057"/>
              <a:gd name="csX125" fmla="*/ 618377 w 910843"/>
              <a:gd name="csY125" fmla="*/ 81771 h 859057"/>
              <a:gd name="csX126" fmla="*/ 702500 w 910843"/>
              <a:gd name="csY126" fmla="*/ 165894 h 859057"/>
              <a:gd name="csX127" fmla="*/ 618377 w 910843"/>
              <a:gd name="csY127" fmla="*/ 250017 h 859057"/>
              <a:gd name="csX128" fmla="*/ 589664 w 910843"/>
              <a:gd name="csY128" fmla="*/ 310250 h 859057"/>
              <a:gd name="csX129" fmla="*/ 483476 w 910843"/>
              <a:gd name="csY129" fmla="*/ 310250 h 859057"/>
              <a:gd name="csX130" fmla="*/ 469188 w 910843"/>
              <a:gd name="csY130" fmla="*/ 324537 h 859057"/>
              <a:gd name="csX131" fmla="*/ 469188 w 910843"/>
              <a:gd name="csY131" fmla="*/ 430725 h 859057"/>
              <a:gd name="csX132" fmla="*/ 483476 w 910843"/>
              <a:gd name="csY132" fmla="*/ 445013 h 859057"/>
              <a:gd name="csX133" fmla="*/ 589664 w 910843"/>
              <a:gd name="csY133" fmla="*/ 445013 h 859057"/>
              <a:gd name="csX134" fmla="*/ 603952 w 910843"/>
              <a:gd name="csY134" fmla="*/ 430725 h 859057"/>
              <a:gd name="csX135" fmla="*/ 603952 w 910843"/>
              <a:gd name="csY135" fmla="*/ 324537 h 859057"/>
              <a:gd name="csX136" fmla="*/ 589664 w 910843"/>
              <a:gd name="csY136" fmla="*/ 310250 h 859057"/>
              <a:gd name="csX137" fmla="*/ 575377 w 910843"/>
              <a:gd name="csY137" fmla="*/ 416438 h 859057"/>
              <a:gd name="csX138" fmla="*/ 497763 w 910843"/>
              <a:gd name="csY138" fmla="*/ 416438 h 859057"/>
              <a:gd name="csX139" fmla="*/ 497763 w 910843"/>
              <a:gd name="csY139" fmla="*/ 338825 h 859057"/>
              <a:gd name="csX140" fmla="*/ 575377 w 910843"/>
              <a:gd name="csY140" fmla="*/ 338825 h 859057"/>
              <a:gd name="csX141" fmla="*/ 589664 w 910843"/>
              <a:gd name="csY141" fmla="*/ 477483 h 859057"/>
              <a:gd name="csX142" fmla="*/ 483476 w 910843"/>
              <a:gd name="csY142" fmla="*/ 477483 h 859057"/>
              <a:gd name="csX143" fmla="*/ 469188 w 910843"/>
              <a:gd name="csY143" fmla="*/ 491770 h 859057"/>
              <a:gd name="csX144" fmla="*/ 469188 w 910843"/>
              <a:gd name="csY144" fmla="*/ 597959 h 859057"/>
              <a:gd name="csX145" fmla="*/ 483476 w 910843"/>
              <a:gd name="csY145" fmla="*/ 612246 h 859057"/>
              <a:gd name="csX146" fmla="*/ 589664 w 910843"/>
              <a:gd name="csY146" fmla="*/ 612246 h 859057"/>
              <a:gd name="csX147" fmla="*/ 603952 w 910843"/>
              <a:gd name="csY147" fmla="*/ 597959 h 859057"/>
              <a:gd name="csX148" fmla="*/ 603952 w 910843"/>
              <a:gd name="csY148" fmla="*/ 491770 h 859057"/>
              <a:gd name="csX149" fmla="*/ 589664 w 910843"/>
              <a:gd name="csY149" fmla="*/ 477483 h 859057"/>
              <a:gd name="csX150" fmla="*/ 575377 w 910843"/>
              <a:gd name="csY150" fmla="*/ 583669 h 859057"/>
              <a:gd name="csX151" fmla="*/ 497763 w 910843"/>
              <a:gd name="csY151" fmla="*/ 583669 h 859057"/>
              <a:gd name="csX152" fmla="*/ 497763 w 910843"/>
              <a:gd name="csY152" fmla="*/ 506056 h 859057"/>
              <a:gd name="csX153" fmla="*/ 575377 w 910843"/>
              <a:gd name="csY153" fmla="*/ 506056 h 859057"/>
              <a:gd name="csX154" fmla="*/ 589664 w 910843"/>
              <a:gd name="csY154" fmla="*/ 644713 h 859057"/>
              <a:gd name="csX155" fmla="*/ 483476 w 910843"/>
              <a:gd name="csY155" fmla="*/ 644713 h 859057"/>
              <a:gd name="csX156" fmla="*/ 469188 w 910843"/>
              <a:gd name="csY156" fmla="*/ 659000 h 859057"/>
              <a:gd name="csX157" fmla="*/ 469188 w 910843"/>
              <a:gd name="csY157" fmla="*/ 765189 h 859057"/>
              <a:gd name="csX158" fmla="*/ 483476 w 910843"/>
              <a:gd name="csY158" fmla="*/ 779476 h 859057"/>
              <a:gd name="csX159" fmla="*/ 589664 w 910843"/>
              <a:gd name="csY159" fmla="*/ 779476 h 859057"/>
              <a:gd name="csX160" fmla="*/ 603952 w 910843"/>
              <a:gd name="csY160" fmla="*/ 765189 h 859057"/>
              <a:gd name="csX161" fmla="*/ 603952 w 910843"/>
              <a:gd name="csY161" fmla="*/ 659000 h 859057"/>
              <a:gd name="csX162" fmla="*/ 589664 w 910843"/>
              <a:gd name="csY162" fmla="*/ 644713 h 859057"/>
              <a:gd name="csX163" fmla="*/ 575377 w 910843"/>
              <a:gd name="csY163" fmla="*/ 750901 h 859057"/>
              <a:gd name="csX164" fmla="*/ 497763 w 910843"/>
              <a:gd name="csY164" fmla="*/ 750901 h 859057"/>
              <a:gd name="csX165" fmla="*/ 497763 w 910843"/>
              <a:gd name="csY165" fmla="*/ 673288 h 859057"/>
              <a:gd name="csX166" fmla="*/ 575377 w 910843"/>
              <a:gd name="csY166" fmla="*/ 673288 h 859057"/>
              <a:gd name="csX167" fmla="*/ 840810 w 910843"/>
              <a:gd name="csY167" fmla="*/ 577113 h 859057"/>
              <a:gd name="csX168" fmla="*/ 826522 w 910843"/>
              <a:gd name="csY168" fmla="*/ 591401 h 859057"/>
              <a:gd name="csX169" fmla="*/ 654122 w 910843"/>
              <a:gd name="csY169" fmla="*/ 591401 h 859057"/>
              <a:gd name="csX170" fmla="*/ 639835 w 910843"/>
              <a:gd name="csY170" fmla="*/ 577113 h 859057"/>
              <a:gd name="csX171" fmla="*/ 654122 w 910843"/>
              <a:gd name="csY171" fmla="*/ 562826 h 859057"/>
              <a:gd name="csX172" fmla="*/ 826522 w 910843"/>
              <a:gd name="csY172" fmla="*/ 562826 h 859057"/>
              <a:gd name="csX173" fmla="*/ 840810 w 910843"/>
              <a:gd name="csY173" fmla="*/ 577113 h 859057"/>
              <a:gd name="csX174" fmla="*/ 840810 w 910843"/>
              <a:gd name="csY174" fmla="*/ 512614 h 859057"/>
              <a:gd name="csX175" fmla="*/ 826522 w 910843"/>
              <a:gd name="csY175" fmla="*/ 526902 h 859057"/>
              <a:gd name="csX176" fmla="*/ 654122 w 910843"/>
              <a:gd name="csY176" fmla="*/ 526902 h 859057"/>
              <a:gd name="csX177" fmla="*/ 639835 w 910843"/>
              <a:gd name="csY177" fmla="*/ 512614 h 859057"/>
              <a:gd name="csX178" fmla="*/ 654122 w 910843"/>
              <a:gd name="csY178" fmla="*/ 498327 h 859057"/>
              <a:gd name="csX179" fmla="*/ 826522 w 910843"/>
              <a:gd name="csY179" fmla="*/ 498327 h 859057"/>
              <a:gd name="csX180" fmla="*/ 840810 w 910843"/>
              <a:gd name="csY180" fmla="*/ 512614 h 859057"/>
              <a:gd name="csX181" fmla="*/ 840810 w 910843"/>
              <a:gd name="csY181" fmla="*/ 679846 h 859057"/>
              <a:gd name="csX182" fmla="*/ 826522 w 910843"/>
              <a:gd name="csY182" fmla="*/ 694133 h 859057"/>
              <a:gd name="csX183" fmla="*/ 654122 w 910843"/>
              <a:gd name="csY183" fmla="*/ 694133 h 859057"/>
              <a:gd name="csX184" fmla="*/ 639835 w 910843"/>
              <a:gd name="csY184" fmla="*/ 679846 h 859057"/>
              <a:gd name="csX185" fmla="*/ 654122 w 910843"/>
              <a:gd name="csY185" fmla="*/ 665558 h 859057"/>
              <a:gd name="csX186" fmla="*/ 826522 w 910843"/>
              <a:gd name="csY186" fmla="*/ 665558 h 859057"/>
              <a:gd name="csX187" fmla="*/ 840810 w 910843"/>
              <a:gd name="csY187" fmla="*/ 679846 h 859057"/>
              <a:gd name="csX188" fmla="*/ 840810 w 910843"/>
              <a:gd name="csY188" fmla="*/ 744345 h 859057"/>
              <a:gd name="csX189" fmla="*/ 826522 w 910843"/>
              <a:gd name="csY189" fmla="*/ 758632 h 859057"/>
              <a:gd name="csX190" fmla="*/ 654122 w 910843"/>
              <a:gd name="csY190" fmla="*/ 758632 h 859057"/>
              <a:gd name="csX191" fmla="*/ 639835 w 910843"/>
              <a:gd name="csY191" fmla="*/ 744345 h 859057"/>
              <a:gd name="csX192" fmla="*/ 654122 w 910843"/>
              <a:gd name="csY192" fmla="*/ 730057 h 859057"/>
              <a:gd name="csX193" fmla="*/ 826522 w 910843"/>
              <a:gd name="csY193" fmla="*/ 730057 h 859057"/>
              <a:gd name="csX194" fmla="*/ 840810 w 910843"/>
              <a:gd name="csY194" fmla="*/ 744345 h 8590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Lst>
            <a:rect l="l" t="t" r="r" b="b"/>
            <a:pathLst>
              <a:path w="910843" h="859057">
                <a:moveTo>
                  <a:pt x="870956" y="0"/>
                </a:moveTo>
                <a:lnTo>
                  <a:pt x="365797" y="0"/>
                </a:lnTo>
                <a:cubicBezTo>
                  <a:pt x="343803" y="0"/>
                  <a:pt x="325910" y="17893"/>
                  <a:pt x="325910" y="39887"/>
                </a:cubicBezTo>
                <a:lnTo>
                  <a:pt x="325910" y="419631"/>
                </a:lnTo>
                <a:cubicBezTo>
                  <a:pt x="320945" y="415105"/>
                  <a:pt x="315817" y="410944"/>
                  <a:pt x="310574" y="407154"/>
                </a:cubicBezTo>
                <a:cubicBezTo>
                  <a:pt x="311390" y="402284"/>
                  <a:pt x="310504" y="397332"/>
                  <a:pt x="308009" y="393012"/>
                </a:cubicBezTo>
                <a:lnTo>
                  <a:pt x="297681" y="375122"/>
                </a:lnTo>
                <a:cubicBezTo>
                  <a:pt x="291800" y="364940"/>
                  <a:pt x="278732" y="361440"/>
                  <a:pt x="268547" y="367317"/>
                </a:cubicBezTo>
                <a:lnTo>
                  <a:pt x="156606" y="431947"/>
                </a:lnTo>
                <a:cubicBezTo>
                  <a:pt x="146423" y="437828"/>
                  <a:pt x="142921" y="450897"/>
                  <a:pt x="148800" y="461081"/>
                </a:cubicBezTo>
                <a:lnTo>
                  <a:pt x="159128" y="478971"/>
                </a:lnTo>
                <a:cubicBezTo>
                  <a:pt x="161691" y="483410"/>
                  <a:pt x="165629" y="486552"/>
                  <a:pt x="170090" y="488229"/>
                </a:cubicBezTo>
                <a:cubicBezTo>
                  <a:pt x="171296" y="499986"/>
                  <a:pt x="173819" y="512039"/>
                  <a:pt x="177568" y="524073"/>
                </a:cubicBezTo>
                <a:lnTo>
                  <a:pt x="23117" y="613245"/>
                </a:lnTo>
                <a:cubicBezTo>
                  <a:pt x="1030" y="625996"/>
                  <a:pt x="-6564" y="654339"/>
                  <a:pt x="6188" y="676427"/>
                </a:cubicBezTo>
                <a:cubicBezTo>
                  <a:pt x="14746" y="691249"/>
                  <a:pt x="30325" y="699545"/>
                  <a:pt x="46321" y="699545"/>
                </a:cubicBezTo>
                <a:cubicBezTo>
                  <a:pt x="54163" y="699545"/>
                  <a:pt x="62105" y="697552"/>
                  <a:pt x="69371" y="693358"/>
                </a:cubicBezTo>
                <a:lnTo>
                  <a:pt x="223297" y="604488"/>
                </a:lnTo>
                <a:cubicBezTo>
                  <a:pt x="232357" y="614579"/>
                  <a:pt x="242172" y="623464"/>
                  <a:pt x="252440" y="630888"/>
                </a:cubicBezTo>
                <a:cubicBezTo>
                  <a:pt x="251624" y="635756"/>
                  <a:pt x="252509" y="640709"/>
                  <a:pt x="255004" y="645031"/>
                </a:cubicBezTo>
                <a:lnTo>
                  <a:pt x="265333" y="662919"/>
                </a:lnTo>
                <a:cubicBezTo>
                  <a:pt x="268178" y="667846"/>
                  <a:pt x="272778" y="671373"/>
                  <a:pt x="278286" y="672848"/>
                </a:cubicBezTo>
                <a:cubicBezTo>
                  <a:pt x="280127" y="673341"/>
                  <a:pt x="281997" y="673586"/>
                  <a:pt x="283853" y="673586"/>
                </a:cubicBezTo>
                <a:cubicBezTo>
                  <a:pt x="287546" y="673586"/>
                  <a:pt x="291188" y="672618"/>
                  <a:pt x="294468" y="670725"/>
                </a:cubicBezTo>
                <a:lnTo>
                  <a:pt x="325912" y="652571"/>
                </a:lnTo>
                <a:lnTo>
                  <a:pt x="325912" y="697491"/>
                </a:lnTo>
                <a:lnTo>
                  <a:pt x="225679" y="697491"/>
                </a:lnTo>
                <a:cubicBezTo>
                  <a:pt x="202444" y="697491"/>
                  <a:pt x="183540" y="716395"/>
                  <a:pt x="183540" y="739630"/>
                </a:cubicBezTo>
                <a:lnTo>
                  <a:pt x="183540" y="759731"/>
                </a:lnTo>
                <a:lnTo>
                  <a:pt x="172226" y="759731"/>
                </a:lnTo>
                <a:cubicBezTo>
                  <a:pt x="156671" y="759731"/>
                  <a:pt x="144014" y="772388"/>
                  <a:pt x="144014" y="787943"/>
                </a:cubicBezTo>
                <a:lnTo>
                  <a:pt x="144014" y="830845"/>
                </a:lnTo>
                <a:cubicBezTo>
                  <a:pt x="144014" y="846400"/>
                  <a:pt x="156671" y="859057"/>
                  <a:pt x="172226" y="859057"/>
                </a:cubicBezTo>
                <a:lnTo>
                  <a:pt x="417855" y="859057"/>
                </a:lnTo>
                <a:cubicBezTo>
                  <a:pt x="425781" y="859057"/>
                  <a:pt x="432943" y="855761"/>
                  <a:pt x="438074" y="850480"/>
                </a:cubicBezTo>
                <a:lnTo>
                  <a:pt x="870956" y="850480"/>
                </a:lnTo>
                <a:cubicBezTo>
                  <a:pt x="892950" y="850480"/>
                  <a:pt x="910844" y="832586"/>
                  <a:pt x="910844" y="810592"/>
                </a:cubicBezTo>
                <a:lnTo>
                  <a:pt x="910844" y="39887"/>
                </a:lnTo>
                <a:cubicBezTo>
                  <a:pt x="910844" y="17893"/>
                  <a:pt x="892950" y="0"/>
                  <a:pt x="870956" y="0"/>
                </a:cubicBezTo>
                <a:close/>
                <a:moveTo>
                  <a:pt x="276559" y="395685"/>
                </a:moveTo>
                <a:lnTo>
                  <a:pt x="279641" y="401022"/>
                </a:lnTo>
                <a:lnTo>
                  <a:pt x="180252" y="458404"/>
                </a:lnTo>
                <a:lnTo>
                  <a:pt x="177171" y="453067"/>
                </a:lnTo>
                <a:close/>
                <a:moveTo>
                  <a:pt x="55083" y="668609"/>
                </a:moveTo>
                <a:cubicBezTo>
                  <a:pt x="46641" y="673482"/>
                  <a:pt x="35809" y="670578"/>
                  <a:pt x="30935" y="662138"/>
                </a:cubicBezTo>
                <a:cubicBezTo>
                  <a:pt x="26062" y="653696"/>
                  <a:pt x="28964" y="642863"/>
                  <a:pt x="37406" y="637989"/>
                </a:cubicBezTo>
                <a:lnTo>
                  <a:pt x="188039" y="551021"/>
                </a:lnTo>
                <a:cubicBezTo>
                  <a:pt x="190711" y="556723"/>
                  <a:pt x="193641" y="562363"/>
                  <a:pt x="196840" y="567903"/>
                </a:cubicBezTo>
                <a:cubicBezTo>
                  <a:pt x="199583" y="572656"/>
                  <a:pt x="202501" y="577261"/>
                  <a:pt x="205545" y="581739"/>
                </a:cubicBezTo>
                <a:close/>
                <a:moveTo>
                  <a:pt x="221586" y="553614"/>
                </a:moveTo>
                <a:cubicBezTo>
                  <a:pt x="207940" y="529977"/>
                  <a:pt x="199765" y="504534"/>
                  <a:pt x="198142" y="481071"/>
                </a:cubicBezTo>
                <a:lnTo>
                  <a:pt x="290327" y="427848"/>
                </a:lnTo>
                <a:cubicBezTo>
                  <a:pt x="309835" y="440987"/>
                  <a:pt x="327780" y="460786"/>
                  <a:pt x="341428" y="484423"/>
                </a:cubicBezTo>
                <a:cubicBezTo>
                  <a:pt x="355074" y="508060"/>
                  <a:pt x="363248" y="533501"/>
                  <a:pt x="364872" y="556968"/>
                </a:cubicBezTo>
                <a:lnTo>
                  <a:pt x="272687" y="610191"/>
                </a:lnTo>
                <a:cubicBezTo>
                  <a:pt x="253179" y="597050"/>
                  <a:pt x="235232" y="577251"/>
                  <a:pt x="221586" y="553614"/>
                </a:cubicBezTo>
                <a:close/>
                <a:moveTo>
                  <a:pt x="286455" y="642354"/>
                </a:moveTo>
                <a:lnTo>
                  <a:pt x="283374" y="637017"/>
                </a:lnTo>
                <a:lnTo>
                  <a:pt x="382761" y="579635"/>
                </a:lnTo>
                <a:lnTo>
                  <a:pt x="385842" y="584971"/>
                </a:lnTo>
                <a:close/>
                <a:moveTo>
                  <a:pt x="212113" y="739628"/>
                </a:moveTo>
                <a:cubicBezTo>
                  <a:pt x="212113" y="732149"/>
                  <a:pt x="218198" y="726064"/>
                  <a:pt x="225678" y="726064"/>
                </a:cubicBezTo>
                <a:lnTo>
                  <a:pt x="364402" y="726064"/>
                </a:lnTo>
                <a:cubicBezTo>
                  <a:pt x="371882" y="726064"/>
                  <a:pt x="377966" y="732149"/>
                  <a:pt x="377966" y="739628"/>
                </a:cubicBezTo>
                <a:lnTo>
                  <a:pt x="377966" y="759729"/>
                </a:lnTo>
                <a:lnTo>
                  <a:pt x="212112" y="759729"/>
                </a:lnTo>
                <a:lnTo>
                  <a:pt x="212112" y="739628"/>
                </a:lnTo>
                <a:close/>
                <a:moveTo>
                  <a:pt x="417493" y="830482"/>
                </a:moveTo>
                <a:lnTo>
                  <a:pt x="172589" y="830482"/>
                </a:lnTo>
                <a:lnTo>
                  <a:pt x="172589" y="788304"/>
                </a:lnTo>
                <a:lnTo>
                  <a:pt x="417494" y="788304"/>
                </a:lnTo>
                <a:lnTo>
                  <a:pt x="417494" y="830482"/>
                </a:lnTo>
                <a:close/>
                <a:moveTo>
                  <a:pt x="882269" y="810592"/>
                </a:moveTo>
                <a:cubicBezTo>
                  <a:pt x="882269" y="816831"/>
                  <a:pt x="877195" y="821905"/>
                  <a:pt x="870956" y="821905"/>
                </a:cubicBezTo>
                <a:lnTo>
                  <a:pt x="446068" y="821905"/>
                </a:lnTo>
                <a:lnTo>
                  <a:pt x="446068" y="787943"/>
                </a:lnTo>
                <a:cubicBezTo>
                  <a:pt x="446068" y="772388"/>
                  <a:pt x="433411" y="759731"/>
                  <a:pt x="417853" y="759731"/>
                </a:cubicBezTo>
                <a:lnTo>
                  <a:pt x="406541" y="759731"/>
                </a:lnTo>
                <a:lnTo>
                  <a:pt x="406541" y="739630"/>
                </a:lnTo>
                <a:cubicBezTo>
                  <a:pt x="406541" y="716395"/>
                  <a:pt x="387637" y="697491"/>
                  <a:pt x="364402" y="697491"/>
                </a:cubicBezTo>
                <a:lnTo>
                  <a:pt x="354485" y="697491"/>
                </a:lnTo>
                <a:lnTo>
                  <a:pt x="354485" y="636074"/>
                </a:lnTo>
                <a:lnTo>
                  <a:pt x="406406" y="606097"/>
                </a:lnTo>
                <a:cubicBezTo>
                  <a:pt x="416591" y="600218"/>
                  <a:pt x="420093" y="587148"/>
                  <a:pt x="414214" y="576963"/>
                </a:cubicBezTo>
                <a:lnTo>
                  <a:pt x="403886" y="559075"/>
                </a:lnTo>
                <a:cubicBezTo>
                  <a:pt x="401391" y="554753"/>
                  <a:pt x="397544" y="551510"/>
                  <a:pt x="392918" y="549783"/>
                </a:cubicBezTo>
                <a:cubicBezTo>
                  <a:pt x="390220" y="523521"/>
                  <a:pt x="380968" y="495766"/>
                  <a:pt x="366174" y="470139"/>
                </a:cubicBezTo>
                <a:cubicBezTo>
                  <a:pt x="362546" y="463856"/>
                  <a:pt x="358628" y="457811"/>
                  <a:pt x="354485" y="452014"/>
                </a:cubicBezTo>
                <a:lnTo>
                  <a:pt x="354485" y="39887"/>
                </a:lnTo>
                <a:cubicBezTo>
                  <a:pt x="354485" y="33649"/>
                  <a:pt x="359559" y="28575"/>
                  <a:pt x="365797" y="28575"/>
                </a:cubicBezTo>
                <a:lnTo>
                  <a:pt x="870956" y="28575"/>
                </a:lnTo>
                <a:cubicBezTo>
                  <a:pt x="877195" y="28575"/>
                  <a:pt x="882269" y="33649"/>
                  <a:pt x="882269" y="39887"/>
                </a:cubicBezTo>
                <a:close/>
                <a:moveTo>
                  <a:pt x="840810" y="409882"/>
                </a:moveTo>
                <a:cubicBezTo>
                  <a:pt x="840810" y="417772"/>
                  <a:pt x="834413" y="424169"/>
                  <a:pt x="826522" y="424169"/>
                </a:cubicBezTo>
                <a:lnTo>
                  <a:pt x="654122" y="424169"/>
                </a:lnTo>
                <a:cubicBezTo>
                  <a:pt x="646232" y="424169"/>
                  <a:pt x="639835" y="417772"/>
                  <a:pt x="639835" y="409882"/>
                </a:cubicBezTo>
                <a:cubicBezTo>
                  <a:pt x="639835" y="401991"/>
                  <a:pt x="646232" y="395594"/>
                  <a:pt x="654122" y="395594"/>
                </a:cubicBezTo>
                <a:lnTo>
                  <a:pt x="826522" y="395594"/>
                </a:lnTo>
                <a:cubicBezTo>
                  <a:pt x="834413" y="395594"/>
                  <a:pt x="840810" y="401991"/>
                  <a:pt x="840810" y="409882"/>
                </a:cubicBezTo>
                <a:close/>
                <a:moveTo>
                  <a:pt x="840810" y="345382"/>
                </a:moveTo>
                <a:cubicBezTo>
                  <a:pt x="840810" y="353273"/>
                  <a:pt x="834413" y="359670"/>
                  <a:pt x="826522" y="359670"/>
                </a:cubicBezTo>
                <a:lnTo>
                  <a:pt x="654122" y="359670"/>
                </a:lnTo>
                <a:cubicBezTo>
                  <a:pt x="646232" y="359670"/>
                  <a:pt x="639835" y="353273"/>
                  <a:pt x="639835" y="345382"/>
                </a:cubicBezTo>
                <a:cubicBezTo>
                  <a:pt x="639835" y="337492"/>
                  <a:pt x="646232" y="331095"/>
                  <a:pt x="654122" y="331095"/>
                </a:cubicBezTo>
                <a:lnTo>
                  <a:pt x="826522" y="331095"/>
                </a:lnTo>
                <a:cubicBezTo>
                  <a:pt x="834413" y="331095"/>
                  <a:pt x="840810" y="337490"/>
                  <a:pt x="840810" y="345382"/>
                </a:cubicBezTo>
                <a:close/>
                <a:moveTo>
                  <a:pt x="674886" y="147234"/>
                </a:moveTo>
                <a:lnTo>
                  <a:pt x="608179" y="205995"/>
                </a:lnTo>
                <a:cubicBezTo>
                  <a:pt x="605559" y="208303"/>
                  <a:pt x="602198" y="209562"/>
                  <a:pt x="598735" y="209562"/>
                </a:cubicBezTo>
                <a:cubicBezTo>
                  <a:pt x="598328" y="209562"/>
                  <a:pt x="597921" y="209544"/>
                  <a:pt x="597512" y="209510"/>
                </a:cubicBezTo>
                <a:cubicBezTo>
                  <a:pt x="593625" y="209176"/>
                  <a:pt x="590045" y="207269"/>
                  <a:pt x="587601" y="204229"/>
                </a:cubicBezTo>
                <a:lnTo>
                  <a:pt x="560178" y="170130"/>
                </a:lnTo>
                <a:cubicBezTo>
                  <a:pt x="555233" y="163981"/>
                  <a:pt x="556208" y="154987"/>
                  <a:pt x="562357" y="150042"/>
                </a:cubicBezTo>
                <a:cubicBezTo>
                  <a:pt x="568504" y="145095"/>
                  <a:pt x="577498" y="146072"/>
                  <a:pt x="582445" y="152221"/>
                </a:cubicBezTo>
                <a:lnTo>
                  <a:pt x="600505" y="174675"/>
                </a:lnTo>
                <a:lnTo>
                  <a:pt x="655997" y="125793"/>
                </a:lnTo>
                <a:cubicBezTo>
                  <a:pt x="661918" y="120576"/>
                  <a:pt x="670947" y="121147"/>
                  <a:pt x="676162" y="127069"/>
                </a:cubicBezTo>
                <a:cubicBezTo>
                  <a:pt x="681377" y="132992"/>
                  <a:pt x="680806" y="142020"/>
                  <a:pt x="674886" y="147234"/>
                </a:cubicBezTo>
                <a:close/>
                <a:moveTo>
                  <a:pt x="731075" y="165894"/>
                </a:moveTo>
                <a:cubicBezTo>
                  <a:pt x="731075" y="103752"/>
                  <a:pt x="680518" y="53196"/>
                  <a:pt x="618377" y="53196"/>
                </a:cubicBezTo>
                <a:cubicBezTo>
                  <a:pt x="556235" y="53196"/>
                  <a:pt x="505679" y="103752"/>
                  <a:pt x="505679" y="165894"/>
                </a:cubicBezTo>
                <a:cubicBezTo>
                  <a:pt x="505679" y="228036"/>
                  <a:pt x="556235" y="278592"/>
                  <a:pt x="618377" y="278592"/>
                </a:cubicBezTo>
                <a:cubicBezTo>
                  <a:pt x="680518" y="278592"/>
                  <a:pt x="731075" y="228036"/>
                  <a:pt x="731075" y="165894"/>
                </a:cubicBezTo>
                <a:close/>
                <a:moveTo>
                  <a:pt x="618377" y="250017"/>
                </a:moveTo>
                <a:cubicBezTo>
                  <a:pt x="571990" y="250017"/>
                  <a:pt x="534254" y="212280"/>
                  <a:pt x="534254" y="165894"/>
                </a:cubicBezTo>
                <a:cubicBezTo>
                  <a:pt x="534254" y="119508"/>
                  <a:pt x="571990" y="81771"/>
                  <a:pt x="618377" y="81771"/>
                </a:cubicBezTo>
                <a:cubicBezTo>
                  <a:pt x="664763" y="81771"/>
                  <a:pt x="702500" y="119508"/>
                  <a:pt x="702500" y="165894"/>
                </a:cubicBezTo>
                <a:cubicBezTo>
                  <a:pt x="702500" y="212280"/>
                  <a:pt x="664763" y="250017"/>
                  <a:pt x="618377" y="250017"/>
                </a:cubicBezTo>
                <a:close/>
                <a:moveTo>
                  <a:pt x="589664" y="310250"/>
                </a:moveTo>
                <a:lnTo>
                  <a:pt x="483476" y="310250"/>
                </a:lnTo>
                <a:cubicBezTo>
                  <a:pt x="475586" y="310250"/>
                  <a:pt x="469188" y="316647"/>
                  <a:pt x="469188" y="324537"/>
                </a:cubicBezTo>
                <a:lnTo>
                  <a:pt x="469188" y="430725"/>
                </a:lnTo>
                <a:cubicBezTo>
                  <a:pt x="469188" y="438616"/>
                  <a:pt x="475586" y="445013"/>
                  <a:pt x="483476" y="445013"/>
                </a:cubicBezTo>
                <a:lnTo>
                  <a:pt x="589664" y="445013"/>
                </a:lnTo>
                <a:cubicBezTo>
                  <a:pt x="597554" y="445013"/>
                  <a:pt x="603952" y="438616"/>
                  <a:pt x="603952" y="430725"/>
                </a:cubicBezTo>
                <a:lnTo>
                  <a:pt x="603952" y="324537"/>
                </a:lnTo>
                <a:cubicBezTo>
                  <a:pt x="603952" y="316647"/>
                  <a:pt x="597554" y="310250"/>
                  <a:pt x="589664" y="310250"/>
                </a:cubicBezTo>
                <a:close/>
                <a:moveTo>
                  <a:pt x="575377" y="416438"/>
                </a:moveTo>
                <a:lnTo>
                  <a:pt x="497763" y="416438"/>
                </a:lnTo>
                <a:lnTo>
                  <a:pt x="497763" y="338825"/>
                </a:lnTo>
                <a:lnTo>
                  <a:pt x="575377" y="338825"/>
                </a:lnTo>
                <a:close/>
                <a:moveTo>
                  <a:pt x="589664" y="477483"/>
                </a:moveTo>
                <a:lnTo>
                  <a:pt x="483476" y="477483"/>
                </a:lnTo>
                <a:cubicBezTo>
                  <a:pt x="475586" y="477483"/>
                  <a:pt x="469188" y="483880"/>
                  <a:pt x="469188" y="491770"/>
                </a:cubicBezTo>
                <a:lnTo>
                  <a:pt x="469188" y="597959"/>
                </a:lnTo>
                <a:cubicBezTo>
                  <a:pt x="469188" y="605849"/>
                  <a:pt x="475586" y="612246"/>
                  <a:pt x="483476" y="612246"/>
                </a:cubicBezTo>
                <a:lnTo>
                  <a:pt x="589664" y="612246"/>
                </a:lnTo>
                <a:cubicBezTo>
                  <a:pt x="597554" y="612246"/>
                  <a:pt x="603952" y="605849"/>
                  <a:pt x="603952" y="597959"/>
                </a:cubicBezTo>
                <a:lnTo>
                  <a:pt x="603952" y="491770"/>
                </a:lnTo>
                <a:cubicBezTo>
                  <a:pt x="603952" y="483878"/>
                  <a:pt x="597554" y="477483"/>
                  <a:pt x="589664" y="477483"/>
                </a:cubicBezTo>
                <a:close/>
                <a:moveTo>
                  <a:pt x="575377" y="583669"/>
                </a:moveTo>
                <a:lnTo>
                  <a:pt x="497763" y="583669"/>
                </a:lnTo>
                <a:lnTo>
                  <a:pt x="497763" y="506056"/>
                </a:lnTo>
                <a:lnTo>
                  <a:pt x="575377" y="506056"/>
                </a:lnTo>
                <a:close/>
                <a:moveTo>
                  <a:pt x="589664" y="644713"/>
                </a:moveTo>
                <a:lnTo>
                  <a:pt x="483476" y="644713"/>
                </a:lnTo>
                <a:cubicBezTo>
                  <a:pt x="475586" y="644713"/>
                  <a:pt x="469188" y="651110"/>
                  <a:pt x="469188" y="659000"/>
                </a:cubicBezTo>
                <a:lnTo>
                  <a:pt x="469188" y="765189"/>
                </a:lnTo>
                <a:cubicBezTo>
                  <a:pt x="469188" y="773079"/>
                  <a:pt x="475586" y="779476"/>
                  <a:pt x="483476" y="779476"/>
                </a:cubicBezTo>
                <a:lnTo>
                  <a:pt x="589664" y="779476"/>
                </a:lnTo>
                <a:cubicBezTo>
                  <a:pt x="597554" y="779476"/>
                  <a:pt x="603952" y="773079"/>
                  <a:pt x="603952" y="765189"/>
                </a:cubicBezTo>
                <a:lnTo>
                  <a:pt x="603952" y="659000"/>
                </a:lnTo>
                <a:cubicBezTo>
                  <a:pt x="603952" y="651110"/>
                  <a:pt x="597554" y="644713"/>
                  <a:pt x="589664" y="644713"/>
                </a:cubicBezTo>
                <a:close/>
                <a:moveTo>
                  <a:pt x="575377" y="750901"/>
                </a:moveTo>
                <a:lnTo>
                  <a:pt x="497763" y="750901"/>
                </a:lnTo>
                <a:lnTo>
                  <a:pt x="497763" y="673288"/>
                </a:lnTo>
                <a:lnTo>
                  <a:pt x="575377" y="673288"/>
                </a:lnTo>
                <a:close/>
                <a:moveTo>
                  <a:pt x="840810" y="577113"/>
                </a:moveTo>
                <a:cubicBezTo>
                  <a:pt x="840810" y="585003"/>
                  <a:pt x="834413" y="591401"/>
                  <a:pt x="826522" y="591401"/>
                </a:cubicBezTo>
                <a:lnTo>
                  <a:pt x="654122" y="591401"/>
                </a:lnTo>
                <a:cubicBezTo>
                  <a:pt x="646232" y="591401"/>
                  <a:pt x="639835" y="585003"/>
                  <a:pt x="639835" y="577113"/>
                </a:cubicBezTo>
                <a:cubicBezTo>
                  <a:pt x="639835" y="569223"/>
                  <a:pt x="646232" y="562826"/>
                  <a:pt x="654122" y="562826"/>
                </a:cubicBezTo>
                <a:lnTo>
                  <a:pt x="826522" y="562826"/>
                </a:lnTo>
                <a:cubicBezTo>
                  <a:pt x="834413" y="562826"/>
                  <a:pt x="840810" y="569223"/>
                  <a:pt x="840810" y="577113"/>
                </a:cubicBezTo>
                <a:close/>
                <a:moveTo>
                  <a:pt x="840810" y="512614"/>
                </a:moveTo>
                <a:cubicBezTo>
                  <a:pt x="840810" y="520504"/>
                  <a:pt x="834413" y="526902"/>
                  <a:pt x="826522" y="526902"/>
                </a:cubicBezTo>
                <a:lnTo>
                  <a:pt x="654122" y="526902"/>
                </a:lnTo>
                <a:cubicBezTo>
                  <a:pt x="646232" y="526902"/>
                  <a:pt x="639835" y="520504"/>
                  <a:pt x="639835" y="512614"/>
                </a:cubicBezTo>
                <a:cubicBezTo>
                  <a:pt x="639835" y="504724"/>
                  <a:pt x="646232" y="498327"/>
                  <a:pt x="654122" y="498327"/>
                </a:cubicBezTo>
                <a:lnTo>
                  <a:pt x="826522" y="498327"/>
                </a:lnTo>
                <a:cubicBezTo>
                  <a:pt x="834413" y="498327"/>
                  <a:pt x="840810" y="504724"/>
                  <a:pt x="840810" y="512614"/>
                </a:cubicBezTo>
                <a:close/>
                <a:moveTo>
                  <a:pt x="840810" y="679846"/>
                </a:moveTo>
                <a:cubicBezTo>
                  <a:pt x="840810" y="687736"/>
                  <a:pt x="834413" y="694133"/>
                  <a:pt x="826522" y="694133"/>
                </a:cubicBezTo>
                <a:lnTo>
                  <a:pt x="654122" y="694133"/>
                </a:lnTo>
                <a:cubicBezTo>
                  <a:pt x="646232" y="694133"/>
                  <a:pt x="639835" y="687736"/>
                  <a:pt x="639835" y="679846"/>
                </a:cubicBezTo>
                <a:cubicBezTo>
                  <a:pt x="639835" y="671955"/>
                  <a:pt x="646232" y="665558"/>
                  <a:pt x="654122" y="665558"/>
                </a:cubicBezTo>
                <a:lnTo>
                  <a:pt x="826522" y="665558"/>
                </a:lnTo>
                <a:cubicBezTo>
                  <a:pt x="834413" y="665558"/>
                  <a:pt x="840810" y="671954"/>
                  <a:pt x="840810" y="679846"/>
                </a:cubicBezTo>
                <a:close/>
                <a:moveTo>
                  <a:pt x="840810" y="744345"/>
                </a:moveTo>
                <a:cubicBezTo>
                  <a:pt x="840810" y="752235"/>
                  <a:pt x="834413" y="758632"/>
                  <a:pt x="826522" y="758632"/>
                </a:cubicBezTo>
                <a:lnTo>
                  <a:pt x="654122" y="758632"/>
                </a:lnTo>
                <a:cubicBezTo>
                  <a:pt x="646232" y="758632"/>
                  <a:pt x="639835" y="752235"/>
                  <a:pt x="639835" y="744345"/>
                </a:cubicBezTo>
                <a:cubicBezTo>
                  <a:pt x="639835" y="736455"/>
                  <a:pt x="646232" y="730057"/>
                  <a:pt x="654122" y="730057"/>
                </a:cubicBezTo>
                <a:lnTo>
                  <a:pt x="826522" y="730057"/>
                </a:lnTo>
                <a:cubicBezTo>
                  <a:pt x="834413" y="730057"/>
                  <a:pt x="840810" y="736453"/>
                  <a:pt x="840810" y="744345"/>
                </a:cubicBezTo>
                <a:close/>
              </a:path>
            </a:pathLst>
          </a:custGeom>
          <a:solidFill>
            <a:schemeClr val="bg1"/>
          </a:solidFill>
          <a:ln w="1786" cap="flat">
            <a:noFill/>
            <a:prstDash val="solid"/>
            <a:miter/>
          </a:ln>
        </p:spPr>
        <p:txBody>
          <a:bodyPr/>
          <a:lstStyle/>
          <a:p>
            <a:endParaRPr lang="en-GB"/>
          </a:p>
        </p:txBody>
      </p:sp>
      <p:sp>
        <p:nvSpPr>
          <p:cNvPr id="60" name="Graphic 22">
            <a:extLst>
              <a:ext uri="{FF2B5EF4-FFF2-40B4-BE49-F238E27FC236}">
                <a16:creationId xmlns:a16="http://schemas.microsoft.com/office/drawing/2014/main" id="{AFE1111E-CA4D-9EDC-7998-D227DC88E872}"/>
              </a:ext>
            </a:extLst>
          </p:cNvPr>
          <p:cNvSpPr>
            <a:spLocks noChangeAspect="1"/>
          </p:cNvSpPr>
          <p:nvPr/>
        </p:nvSpPr>
        <p:spPr>
          <a:xfrm>
            <a:off x="10624036" y="3183339"/>
            <a:ext cx="480924" cy="480913"/>
          </a:xfrm>
          <a:custGeom>
            <a:avLst/>
            <a:gdLst>
              <a:gd name="csX0" fmla="*/ 874252 w 882253"/>
              <a:gd name="csY0" fmla="*/ 375922 h 882235"/>
              <a:gd name="csX1" fmla="*/ 779848 w 882253"/>
              <a:gd name="csY1" fmla="*/ 339382 h 882235"/>
              <a:gd name="csX2" fmla="*/ 752558 w 882253"/>
              <a:gd name="csY2" fmla="*/ 273570 h 882235"/>
              <a:gd name="csX3" fmla="*/ 793492 w 882253"/>
              <a:gd name="csY3" fmla="*/ 180951 h 882235"/>
              <a:gd name="csX4" fmla="*/ 790902 w 882253"/>
              <a:gd name="csY4" fmla="*/ 167057 h 882235"/>
              <a:gd name="csX5" fmla="*/ 715179 w 882253"/>
              <a:gd name="csY5" fmla="*/ 91333 h 882235"/>
              <a:gd name="csX6" fmla="*/ 701284 w 882253"/>
              <a:gd name="csY6" fmla="*/ 88743 h 882235"/>
              <a:gd name="csX7" fmla="*/ 608665 w 882253"/>
              <a:gd name="csY7" fmla="*/ 129677 h 882235"/>
              <a:gd name="csX8" fmla="*/ 542871 w 882253"/>
              <a:gd name="csY8" fmla="*/ 102388 h 882235"/>
              <a:gd name="csX9" fmla="*/ 506331 w 882253"/>
              <a:gd name="csY9" fmla="*/ 7983 h 882235"/>
              <a:gd name="csX10" fmla="*/ 494669 w 882253"/>
              <a:gd name="csY10" fmla="*/ 0 h 882235"/>
              <a:gd name="csX11" fmla="*/ 387584 w 882253"/>
              <a:gd name="csY11" fmla="*/ 0 h 882235"/>
              <a:gd name="csX12" fmla="*/ 375922 w 882253"/>
              <a:gd name="csY12" fmla="*/ 7983 h 882235"/>
              <a:gd name="csX13" fmla="*/ 339382 w 882253"/>
              <a:gd name="csY13" fmla="*/ 102388 h 882235"/>
              <a:gd name="csX14" fmla="*/ 273588 w 882253"/>
              <a:gd name="csY14" fmla="*/ 129677 h 882235"/>
              <a:gd name="csX15" fmla="*/ 180951 w 882253"/>
              <a:gd name="csY15" fmla="*/ 88743 h 882235"/>
              <a:gd name="csX16" fmla="*/ 167057 w 882253"/>
              <a:gd name="csY16" fmla="*/ 91333 h 882235"/>
              <a:gd name="csX17" fmla="*/ 91333 w 882253"/>
              <a:gd name="csY17" fmla="*/ 167057 h 882235"/>
              <a:gd name="csX18" fmla="*/ 88743 w 882253"/>
              <a:gd name="csY18" fmla="*/ 180951 h 882235"/>
              <a:gd name="csX19" fmla="*/ 129677 w 882253"/>
              <a:gd name="csY19" fmla="*/ 273570 h 882235"/>
              <a:gd name="csX20" fmla="*/ 102388 w 882253"/>
              <a:gd name="csY20" fmla="*/ 339382 h 882235"/>
              <a:gd name="csX21" fmla="*/ 7983 w 882253"/>
              <a:gd name="csY21" fmla="*/ 375922 h 882235"/>
              <a:gd name="csX22" fmla="*/ 0 w 882253"/>
              <a:gd name="csY22" fmla="*/ 387584 h 882235"/>
              <a:gd name="csX23" fmla="*/ 0 w 882253"/>
              <a:gd name="csY23" fmla="*/ 494669 h 882235"/>
              <a:gd name="csX24" fmla="*/ 7983 w 882253"/>
              <a:gd name="csY24" fmla="*/ 506331 h 882235"/>
              <a:gd name="csX25" fmla="*/ 54810 w 882253"/>
              <a:gd name="csY25" fmla="*/ 524458 h 882235"/>
              <a:gd name="csX26" fmla="*/ 32397 w 882253"/>
              <a:gd name="csY26" fmla="*/ 588395 h 882235"/>
              <a:gd name="csX27" fmla="*/ 32397 w 882253"/>
              <a:gd name="csY27" fmla="*/ 678638 h 882235"/>
              <a:gd name="csX28" fmla="*/ 44898 w 882253"/>
              <a:gd name="csY28" fmla="*/ 691140 h 882235"/>
              <a:gd name="csX29" fmla="*/ 93226 w 882253"/>
              <a:gd name="csY29" fmla="*/ 691140 h 882235"/>
              <a:gd name="csX30" fmla="*/ 88743 w 882253"/>
              <a:gd name="csY30" fmla="*/ 701284 h 882235"/>
              <a:gd name="csX31" fmla="*/ 91333 w 882253"/>
              <a:gd name="csY31" fmla="*/ 715179 h 882235"/>
              <a:gd name="csX32" fmla="*/ 167057 w 882253"/>
              <a:gd name="csY32" fmla="*/ 790902 h 882235"/>
              <a:gd name="csX33" fmla="*/ 180951 w 882253"/>
              <a:gd name="csY33" fmla="*/ 793492 h 882235"/>
              <a:gd name="csX34" fmla="*/ 273570 w 882253"/>
              <a:gd name="csY34" fmla="*/ 752558 h 882235"/>
              <a:gd name="csX35" fmla="*/ 339382 w 882253"/>
              <a:gd name="csY35" fmla="*/ 779848 h 882235"/>
              <a:gd name="csX36" fmla="*/ 375922 w 882253"/>
              <a:gd name="csY36" fmla="*/ 874252 h 882235"/>
              <a:gd name="csX37" fmla="*/ 387584 w 882253"/>
              <a:gd name="csY37" fmla="*/ 882235 h 882235"/>
              <a:gd name="csX38" fmla="*/ 494669 w 882253"/>
              <a:gd name="csY38" fmla="*/ 882235 h 882235"/>
              <a:gd name="csX39" fmla="*/ 506331 w 882253"/>
              <a:gd name="csY39" fmla="*/ 874252 h 882235"/>
              <a:gd name="csX40" fmla="*/ 542871 w 882253"/>
              <a:gd name="csY40" fmla="*/ 779848 h 882235"/>
              <a:gd name="csX41" fmla="*/ 608665 w 882253"/>
              <a:gd name="csY41" fmla="*/ 752558 h 882235"/>
              <a:gd name="csX42" fmla="*/ 701302 w 882253"/>
              <a:gd name="csY42" fmla="*/ 793492 h 882235"/>
              <a:gd name="csX43" fmla="*/ 715197 w 882253"/>
              <a:gd name="csY43" fmla="*/ 790902 h 882235"/>
              <a:gd name="csX44" fmla="*/ 790920 w 882253"/>
              <a:gd name="csY44" fmla="*/ 715179 h 882235"/>
              <a:gd name="csX45" fmla="*/ 793510 w 882253"/>
              <a:gd name="csY45" fmla="*/ 701284 h 882235"/>
              <a:gd name="csX46" fmla="*/ 789027 w 882253"/>
              <a:gd name="csY46" fmla="*/ 691140 h 882235"/>
              <a:gd name="csX47" fmla="*/ 837355 w 882253"/>
              <a:gd name="csY47" fmla="*/ 691140 h 882235"/>
              <a:gd name="csX48" fmla="*/ 849856 w 882253"/>
              <a:gd name="csY48" fmla="*/ 678638 h 882235"/>
              <a:gd name="csX49" fmla="*/ 849856 w 882253"/>
              <a:gd name="csY49" fmla="*/ 588395 h 882235"/>
              <a:gd name="csX50" fmla="*/ 827443 w 882253"/>
              <a:gd name="csY50" fmla="*/ 524458 h 882235"/>
              <a:gd name="csX51" fmla="*/ 874270 w 882253"/>
              <a:gd name="csY51" fmla="*/ 506331 h 882235"/>
              <a:gd name="csX52" fmla="*/ 882253 w 882253"/>
              <a:gd name="csY52" fmla="*/ 494669 h 882235"/>
              <a:gd name="csX53" fmla="*/ 882253 w 882253"/>
              <a:gd name="csY53" fmla="*/ 387584 h 882235"/>
              <a:gd name="csX54" fmla="*/ 874270 w 882253"/>
              <a:gd name="csY54" fmla="*/ 375922 h 882235"/>
              <a:gd name="csX55" fmla="*/ 57400 w 882253"/>
              <a:gd name="csY55" fmla="*/ 588395 h 882235"/>
              <a:gd name="csX56" fmla="*/ 135142 w 882253"/>
              <a:gd name="csY56" fmla="*/ 510653 h 882235"/>
              <a:gd name="csX57" fmla="*/ 140089 w 882253"/>
              <a:gd name="csY57" fmla="*/ 510653 h 882235"/>
              <a:gd name="csX58" fmla="*/ 129088 w 882253"/>
              <a:gd name="csY58" fmla="*/ 602558 h 882235"/>
              <a:gd name="csX59" fmla="*/ 135249 w 882253"/>
              <a:gd name="csY59" fmla="*/ 614863 h 882235"/>
              <a:gd name="csX60" fmla="*/ 158966 w 882253"/>
              <a:gd name="csY60" fmla="*/ 628561 h 882235"/>
              <a:gd name="csX61" fmla="*/ 165217 w 882253"/>
              <a:gd name="csY61" fmla="*/ 630240 h 882235"/>
              <a:gd name="csX62" fmla="*/ 171468 w 882253"/>
              <a:gd name="csY62" fmla="*/ 628561 h 882235"/>
              <a:gd name="csX63" fmla="*/ 195185 w 882253"/>
              <a:gd name="csY63" fmla="*/ 614863 h 882235"/>
              <a:gd name="csX64" fmla="*/ 201347 w 882253"/>
              <a:gd name="csY64" fmla="*/ 602558 h 882235"/>
              <a:gd name="csX65" fmla="*/ 190345 w 882253"/>
              <a:gd name="csY65" fmla="*/ 510653 h 882235"/>
              <a:gd name="csX66" fmla="*/ 195292 w 882253"/>
              <a:gd name="csY66" fmla="*/ 510653 h 882235"/>
              <a:gd name="csX67" fmla="*/ 273034 w 882253"/>
              <a:gd name="csY67" fmla="*/ 588395 h 882235"/>
              <a:gd name="csX68" fmla="*/ 273034 w 882253"/>
              <a:gd name="csY68" fmla="*/ 666137 h 882235"/>
              <a:gd name="csX69" fmla="*/ 248120 w 882253"/>
              <a:gd name="csY69" fmla="*/ 666137 h 882235"/>
              <a:gd name="csX70" fmla="*/ 248120 w 882253"/>
              <a:gd name="csY70" fmla="*/ 592824 h 882235"/>
              <a:gd name="csX71" fmla="*/ 235619 w 882253"/>
              <a:gd name="csY71" fmla="*/ 580323 h 882235"/>
              <a:gd name="csX72" fmla="*/ 223117 w 882253"/>
              <a:gd name="csY72" fmla="*/ 592824 h 882235"/>
              <a:gd name="csX73" fmla="*/ 223117 w 882253"/>
              <a:gd name="csY73" fmla="*/ 666137 h 882235"/>
              <a:gd name="csX74" fmla="*/ 107299 w 882253"/>
              <a:gd name="csY74" fmla="*/ 666137 h 882235"/>
              <a:gd name="csX75" fmla="*/ 107299 w 882253"/>
              <a:gd name="csY75" fmla="*/ 592824 h 882235"/>
              <a:gd name="csX76" fmla="*/ 94798 w 882253"/>
              <a:gd name="csY76" fmla="*/ 580323 h 882235"/>
              <a:gd name="csX77" fmla="*/ 82296 w 882253"/>
              <a:gd name="csY77" fmla="*/ 592824 h 882235"/>
              <a:gd name="csX78" fmla="*/ 82296 w 882253"/>
              <a:gd name="csY78" fmla="*/ 666137 h 882235"/>
              <a:gd name="csX79" fmla="*/ 57382 w 882253"/>
              <a:gd name="csY79" fmla="*/ 666137 h 882235"/>
              <a:gd name="csX80" fmla="*/ 57382 w 882253"/>
              <a:gd name="csY80" fmla="*/ 588395 h 882235"/>
              <a:gd name="csX81" fmla="*/ 364349 w 882253"/>
              <a:gd name="csY81" fmla="*/ 195042 h 882235"/>
              <a:gd name="csX82" fmla="*/ 386888 w 882253"/>
              <a:gd name="csY82" fmla="*/ 238619 h 882235"/>
              <a:gd name="csX83" fmla="*/ 308253 w 882253"/>
              <a:gd name="csY83" fmla="*/ 338489 h 882235"/>
              <a:gd name="csX84" fmla="*/ 308253 w 882253"/>
              <a:gd name="csY84" fmla="*/ 428732 h 882235"/>
              <a:gd name="csX85" fmla="*/ 320754 w 882253"/>
              <a:gd name="csY85" fmla="*/ 441234 h 882235"/>
              <a:gd name="csX86" fmla="*/ 561427 w 882253"/>
              <a:gd name="csY86" fmla="*/ 441234 h 882235"/>
              <a:gd name="csX87" fmla="*/ 573929 w 882253"/>
              <a:gd name="csY87" fmla="*/ 428732 h 882235"/>
              <a:gd name="csX88" fmla="*/ 573929 w 882253"/>
              <a:gd name="csY88" fmla="*/ 338489 h 882235"/>
              <a:gd name="csX89" fmla="*/ 495294 w 882253"/>
              <a:gd name="csY89" fmla="*/ 238619 h 882235"/>
              <a:gd name="csX90" fmla="*/ 517833 w 882253"/>
              <a:gd name="csY90" fmla="*/ 195042 h 882235"/>
              <a:gd name="csX91" fmla="*/ 689229 w 882253"/>
              <a:gd name="csY91" fmla="*/ 360438 h 882235"/>
              <a:gd name="csX92" fmla="*/ 639294 w 882253"/>
              <a:gd name="csY92" fmla="*/ 432983 h 882235"/>
              <a:gd name="csX93" fmla="*/ 662761 w 882253"/>
              <a:gd name="csY93" fmla="*/ 488543 h 882235"/>
              <a:gd name="csX94" fmla="*/ 584127 w 882253"/>
              <a:gd name="csY94" fmla="*/ 588413 h 882235"/>
              <a:gd name="csX95" fmla="*/ 584127 w 882253"/>
              <a:gd name="csY95" fmla="*/ 666155 h 882235"/>
              <a:gd name="csX96" fmla="*/ 441073 w 882253"/>
              <a:gd name="csY96" fmla="*/ 708571 h 882235"/>
              <a:gd name="csX97" fmla="*/ 298019 w 882253"/>
              <a:gd name="csY97" fmla="*/ 666155 h 882235"/>
              <a:gd name="csX98" fmla="*/ 298019 w 882253"/>
              <a:gd name="csY98" fmla="*/ 588413 h 882235"/>
              <a:gd name="csX99" fmla="*/ 219385 w 882253"/>
              <a:gd name="csY99" fmla="*/ 488543 h 882235"/>
              <a:gd name="csX100" fmla="*/ 242852 w 882253"/>
              <a:gd name="csY100" fmla="*/ 432983 h 882235"/>
              <a:gd name="csX101" fmla="*/ 192917 w 882253"/>
              <a:gd name="csY101" fmla="*/ 360438 h 882235"/>
              <a:gd name="csX102" fmla="*/ 364313 w 882253"/>
              <a:gd name="csY102" fmla="*/ 195042 h 882235"/>
              <a:gd name="csX103" fmla="*/ 493776 w 882253"/>
              <a:gd name="csY103" fmla="*/ 183059 h 882235"/>
              <a:gd name="csX104" fmla="*/ 441091 w 882253"/>
              <a:gd name="csY104" fmla="*/ 235744 h 882235"/>
              <a:gd name="csX105" fmla="*/ 388406 w 882253"/>
              <a:gd name="csY105" fmla="*/ 183059 h 882235"/>
              <a:gd name="csX106" fmla="*/ 441091 w 882253"/>
              <a:gd name="csY106" fmla="*/ 130373 h 882235"/>
              <a:gd name="csX107" fmla="*/ 493776 w 882253"/>
              <a:gd name="csY107" fmla="*/ 183059 h 882235"/>
              <a:gd name="csX108" fmla="*/ 511510 w 882253"/>
              <a:gd name="csY108" fmla="*/ 330416 h 882235"/>
              <a:gd name="csX109" fmla="*/ 499009 w 882253"/>
              <a:gd name="csY109" fmla="*/ 342918 h 882235"/>
              <a:gd name="csX110" fmla="*/ 499009 w 882253"/>
              <a:gd name="csY110" fmla="*/ 416231 h 882235"/>
              <a:gd name="csX111" fmla="*/ 383191 w 882253"/>
              <a:gd name="csY111" fmla="*/ 416231 h 882235"/>
              <a:gd name="csX112" fmla="*/ 383191 w 882253"/>
              <a:gd name="csY112" fmla="*/ 342918 h 882235"/>
              <a:gd name="csX113" fmla="*/ 370689 w 882253"/>
              <a:gd name="csY113" fmla="*/ 330416 h 882235"/>
              <a:gd name="csX114" fmla="*/ 358188 w 882253"/>
              <a:gd name="csY114" fmla="*/ 342918 h 882235"/>
              <a:gd name="csX115" fmla="*/ 358188 w 882253"/>
              <a:gd name="csY115" fmla="*/ 416231 h 882235"/>
              <a:gd name="csX116" fmla="*/ 333274 w 882253"/>
              <a:gd name="csY116" fmla="*/ 416231 h 882235"/>
              <a:gd name="csX117" fmla="*/ 333274 w 882253"/>
              <a:gd name="csY117" fmla="*/ 338489 h 882235"/>
              <a:gd name="csX118" fmla="*/ 411016 w 882253"/>
              <a:gd name="csY118" fmla="*/ 260747 h 882235"/>
              <a:gd name="csX119" fmla="*/ 415963 w 882253"/>
              <a:gd name="csY119" fmla="*/ 260747 h 882235"/>
              <a:gd name="csX120" fmla="*/ 404961 w 882253"/>
              <a:gd name="csY120" fmla="*/ 352651 h 882235"/>
              <a:gd name="csX121" fmla="*/ 411123 w 882253"/>
              <a:gd name="csY121" fmla="*/ 364956 h 882235"/>
              <a:gd name="csX122" fmla="*/ 434840 w 882253"/>
              <a:gd name="csY122" fmla="*/ 378654 h 882235"/>
              <a:gd name="csX123" fmla="*/ 441091 w 882253"/>
              <a:gd name="csY123" fmla="*/ 380333 h 882235"/>
              <a:gd name="csX124" fmla="*/ 447342 w 882253"/>
              <a:gd name="csY124" fmla="*/ 378654 h 882235"/>
              <a:gd name="csX125" fmla="*/ 471059 w 882253"/>
              <a:gd name="csY125" fmla="*/ 364956 h 882235"/>
              <a:gd name="csX126" fmla="*/ 477220 w 882253"/>
              <a:gd name="csY126" fmla="*/ 352651 h 882235"/>
              <a:gd name="csX127" fmla="*/ 466219 w 882253"/>
              <a:gd name="csY127" fmla="*/ 260747 h 882235"/>
              <a:gd name="csX128" fmla="*/ 471166 w 882253"/>
              <a:gd name="csY128" fmla="*/ 260747 h 882235"/>
              <a:gd name="csX129" fmla="*/ 548908 w 882253"/>
              <a:gd name="csY129" fmla="*/ 338489 h 882235"/>
              <a:gd name="csX130" fmla="*/ 548908 w 882253"/>
              <a:gd name="csY130" fmla="*/ 416231 h 882235"/>
              <a:gd name="csX131" fmla="*/ 523994 w 882253"/>
              <a:gd name="csY131" fmla="*/ 416231 h 882235"/>
              <a:gd name="csX132" fmla="*/ 523994 w 882253"/>
              <a:gd name="csY132" fmla="*/ 342918 h 882235"/>
              <a:gd name="csX133" fmla="*/ 511493 w 882253"/>
              <a:gd name="csY133" fmla="*/ 330416 h 882235"/>
              <a:gd name="csX134" fmla="*/ 451431 w 882253"/>
              <a:gd name="csY134" fmla="*/ 347436 h 882235"/>
              <a:gd name="csX135" fmla="*/ 441091 w 882253"/>
              <a:gd name="csY135" fmla="*/ 353401 h 882235"/>
              <a:gd name="csX136" fmla="*/ 430768 w 882253"/>
              <a:gd name="csY136" fmla="*/ 347436 h 882235"/>
              <a:gd name="csX137" fmla="*/ 441109 w 882253"/>
              <a:gd name="csY137" fmla="*/ 261176 h 882235"/>
              <a:gd name="csX138" fmla="*/ 713875 w 882253"/>
              <a:gd name="csY138" fmla="*/ 536996 h 882235"/>
              <a:gd name="csX139" fmla="*/ 718322 w 882253"/>
              <a:gd name="csY139" fmla="*/ 522297 h 882235"/>
              <a:gd name="csX140" fmla="*/ 727305 w 882253"/>
              <a:gd name="csY140" fmla="*/ 597360 h 882235"/>
              <a:gd name="csX141" fmla="*/ 716983 w 882253"/>
              <a:gd name="csY141" fmla="*/ 603325 h 882235"/>
              <a:gd name="csX142" fmla="*/ 706642 w 882253"/>
              <a:gd name="csY142" fmla="*/ 597360 h 882235"/>
              <a:gd name="csX143" fmla="*/ 716983 w 882253"/>
              <a:gd name="csY143" fmla="*/ 485668 h 882235"/>
              <a:gd name="csX144" fmla="*/ 664297 w 882253"/>
              <a:gd name="csY144" fmla="*/ 432983 h 882235"/>
              <a:gd name="csX145" fmla="*/ 716983 w 882253"/>
              <a:gd name="csY145" fmla="*/ 380298 h 882235"/>
              <a:gd name="csX146" fmla="*/ 769668 w 882253"/>
              <a:gd name="csY146" fmla="*/ 432983 h 882235"/>
              <a:gd name="csX147" fmla="*/ 716983 w 882253"/>
              <a:gd name="csY147" fmla="*/ 485668 h 882235"/>
              <a:gd name="csX148" fmla="*/ 165217 w 882253"/>
              <a:gd name="csY148" fmla="*/ 511100 h 882235"/>
              <a:gd name="csX149" fmla="*/ 175540 w 882253"/>
              <a:gd name="csY149" fmla="*/ 597360 h 882235"/>
              <a:gd name="csX150" fmla="*/ 165217 w 882253"/>
              <a:gd name="csY150" fmla="*/ 603325 h 882235"/>
              <a:gd name="csX151" fmla="*/ 154877 w 882253"/>
              <a:gd name="csY151" fmla="*/ 597360 h 882235"/>
              <a:gd name="csX152" fmla="*/ 165217 w 882253"/>
              <a:gd name="csY152" fmla="*/ 380315 h 882235"/>
              <a:gd name="csX153" fmla="*/ 217902 w 882253"/>
              <a:gd name="csY153" fmla="*/ 433001 h 882235"/>
              <a:gd name="csX154" fmla="*/ 165217 w 882253"/>
              <a:gd name="csY154" fmla="*/ 485686 h 882235"/>
              <a:gd name="csX155" fmla="*/ 112532 w 882253"/>
              <a:gd name="csY155" fmla="*/ 433001 h 882235"/>
              <a:gd name="csX156" fmla="*/ 165217 w 882253"/>
              <a:gd name="csY156" fmla="*/ 380315 h 882235"/>
              <a:gd name="csX157" fmla="*/ 703534 w 882253"/>
              <a:gd name="csY157" fmla="*/ 767203 h 882235"/>
              <a:gd name="csX158" fmla="*/ 613077 w 882253"/>
              <a:gd name="csY158" fmla="*/ 727234 h 882235"/>
              <a:gd name="csX159" fmla="*/ 601897 w 882253"/>
              <a:gd name="csY159" fmla="*/ 727770 h 882235"/>
              <a:gd name="csX160" fmla="*/ 530031 w 882253"/>
              <a:gd name="csY160" fmla="*/ 757577 h 882235"/>
              <a:gd name="csX161" fmla="*/ 521744 w 882253"/>
              <a:gd name="csY161" fmla="*/ 765096 h 882235"/>
              <a:gd name="csX162" fmla="*/ 486061 w 882253"/>
              <a:gd name="csY162" fmla="*/ 857286 h 882235"/>
              <a:gd name="csX163" fmla="*/ 396103 w 882253"/>
              <a:gd name="csY163" fmla="*/ 857286 h 882235"/>
              <a:gd name="csX164" fmla="*/ 360438 w 882253"/>
              <a:gd name="csY164" fmla="*/ 765114 h 882235"/>
              <a:gd name="csX165" fmla="*/ 352151 w 882253"/>
              <a:gd name="csY165" fmla="*/ 757595 h 882235"/>
              <a:gd name="csX166" fmla="*/ 280267 w 882253"/>
              <a:gd name="csY166" fmla="*/ 727787 h 882235"/>
              <a:gd name="csX167" fmla="*/ 269087 w 882253"/>
              <a:gd name="csY167" fmla="*/ 727252 h 882235"/>
              <a:gd name="csX168" fmla="*/ 178647 w 882253"/>
              <a:gd name="csY168" fmla="*/ 767221 h 882235"/>
              <a:gd name="csX169" fmla="*/ 115032 w 882253"/>
              <a:gd name="csY169" fmla="*/ 703606 h 882235"/>
              <a:gd name="csX170" fmla="*/ 120515 w 882253"/>
              <a:gd name="csY170" fmla="*/ 691194 h 882235"/>
              <a:gd name="csX171" fmla="*/ 235565 w 882253"/>
              <a:gd name="csY171" fmla="*/ 691194 h 882235"/>
              <a:gd name="csX172" fmla="*/ 235601 w 882253"/>
              <a:gd name="csY172" fmla="*/ 691194 h 882235"/>
              <a:gd name="csX173" fmla="*/ 235637 w 882253"/>
              <a:gd name="csY173" fmla="*/ 691194 h 882235"/>
              <a:gd name="csX174" fmla="*/ 285518 w 882253"/>
              <a:gd name="csY174" fmla="*/ 691194 h 882235"/>
              <a:gd name="csX175" fmla="*/ 289608 w 882253"/>
              <a:gd name="csY175" fmla="*/ 690497 h 882235"/>
              <a:gd name="csX176" fmla="*/ 441055 w 882253"/>
              <a:gd name="csY176" fmla="*/ 733592 h 882235"/>
              <a:gd name="csX177" fmla="*/ 592503 w 882253"/>
              <a:gd name="csY177" fmla="*/ 690497 h 882235"/>
              <a:gd name="csX178" fmla="*/ 596592 w 882253"/>
              <a:gd name="csY178" fmla="*/ 691194 h 882235"/>
              <a:gd name="csX179" fmla="*/ 646474 w 882253"/>
              <a:gd name="csY179" fmla="*/ 691194 h 882235"/>
              <a:gd name="csX180" fmla="*/ 646509 w 882253"/>
              <a:gd name="csY180" fmla="*/ 691194 h 882235"/>
              <a:gd name="csX181" fmla="*/ 646545 w 882253"/>
              <a:gd name="csY181" fmla="*/ 691194 h 882235"/>
              <a:gd name="csX182" fmla="*/ 761595 w 882253"/>
              <a:gd name="csY182" fmla="*/ 691194 h 882235"/>
              <a:gd name="csX183" fmla="*/ 767078 w 882253"/>
              <a:gd name="csY183" fmla="*/ 703606 h 882235"/>
              <a:gd name="csX184" fmla="*/ 703463 w 882253"/>
              <a:gd name="csY184" fmla="*/ 767221 h 882235"/>
              <a:gd name="csX185" fmla="*/ 824817 w 882253"/>
              <a:gd name="csY185" fmla="*/ 666173 h 882235"/>
              <a:gd name="csX186" fmla="*/ 799904 w 882253"/>
              <a:gd name="csY186" fmla="*/ 666173 h 882235"/>
              <a:gd name="csX187" fmla="*/ 799904 w 882253"/>
              <a:gd name="csY187" fmla="*/ 592860 h 882235"/>
              <a:gd name="csX188" fmla="*/ 787402 w 882253"/>
              <a:gd name="csY188" fmla="*/ 580358 h 882235"/>
              <a:gd name="csX189" fmla="*/ 774900 w 882253"/>
              <a:gd name="csY189" fmla="*/ 592860 h 882235"/>
              <a:gd name="csX190" fmla="*/ 774900 w 882253"/>
              <a:gd name="csY190" fmla="*/ 666173 h 882235"/>
              <a:gd name="csX191" fmla="*/ 659082 w 882253"/>
              <a:gd name="csY191" fmla="*/ 666173 h 882235"/>
              <a:gd name="csX192" fmla="*/ 659082 w 882253"/>
              <a:gd name="csY192" fmla="*/ 592860 h 882235"/>
              <a:gd name="csX193" fmla="*/ 646581 w 882253"/>
              <a:gd name="csY193" fmla="*/ 580358 h 882235"/>
              <a:gd name="csX194" fmla="*/ 634079 w 882253"/>
              <a:gd name="csY194" fmla="*/ 592860 h 882235"/>
              <a:gd name="csX195" fmla="*/ 634079 w 882253"/>
              <a:gd name="csY195" fmla="*/ 666173 h 882235"/>
              <a:gd name="csX196" fmla="*/ 609165 w 882253"/>
              <a:gd name="csY196" fmla="*/ 666173 h 882235"/>
              <a:gd name="csX197" fmla="*/ 609165 w 882253"/>
              <a:gd name="csY197" fmla="*/ 588431 h 882235"/>
              <a:gd name="csX198" fmla="*/ 686907 w 882253"/>
              <a:gd name="csY198" fmla="*/ 510689 h 882235"/>
              <a:gd name="csX199" fmla="*/ 691854 w 882253"/>
              <a:gd name="csY199" fmla="*/ 510689 h 882235"/>
              <a:gd name="csX200" fmla="*/ 689211 w 882253"/>
              <a:gd name="csY200" fmla="*/ 532781 h 882235"/>
              <a:gd name="csX201" fmla="*/ 689211 w 882253"/>
              <a:gd name="csY201" fmla="*/ 532870 h 882235"/>
              <a:gd name="csX202" fmla="*/ 680853 w 882253"/>
              <a:gd name="csY202" fmla="*/ 602611 h 882235"/>
              <a:gd name="csX203" fmla="*/ 687014 w 882253"/>
              <a:gd name="csY203" fmla="*/ 614916 h 882235"/>
              <a:gd name="csX204" fmla="*/ 710732 w 882253"/>
              <a:gd name="csY204" fmla="*/ 628614 h 882235"/>
              <a:gd name="csX205" fmla="*/ 716983 w 882253"/>
              <a:gd name="csY205" fmla="*/ 630293 h 882235"/>
              <a:gd name="csX206" fmla="*/ 723233 w 882253"/>
              <a:gd name="csY206" fmla="*/ 628614 h 882235"/>
              <a:gd name="csX207" fmla="*/ 746951 w 882253"/>
              <a:gd name="csY207" fmla="*/ 614916 h 882235"/>
              <a:gd name="csX208" fmla="*/ 753112 w 882253"/>
              <a:gd name="csY208" fmla="*/ 602611 h 882235"/>
              <a:gd name="csX209" fmla="*/ 742111 w 882253"/>
              <a:gd name="csY209" fmla="*/ 510707 h 882235"/>
              <a:gd name="csX210" fmla="*/ 747058 w 882253"/>
              <a:gd name="csY210" fmla="*/ 510707 h 882235"/>
              <a:gd name="csX211" fmla="*/ 824800 w 882253"/>
              <a:gd name="csY211" fmla="*/ 588449 h 882235"/>
              <a:gd name="csX212" fmla="*/ 824800 w 882253"/>
              <a:gd name="csY212" fmla="*/ 666190 h 882235"/>
              <a:gd name="csX213" fmla="*/ 857232 w 882253"/>
              <a:gd name="csY213" fmla="*/ 486132 h 882235"/>
              <a:gd name="csX214" fmla="*/ 807494 w 882253"/>
              <a:gd name="csY214" fmla="*/ 505385 h 882235"/>
              <a:gd name="csX215" fmla="*/ 771204 w 882253"/>
              <a:gd name="csY215" fmla="*/ 488561 h 882235"/>
              <a:gd name="csX216" fmla="*/ 794671 w 882253"/>
              <a:gd name="csY216" fmla="*/ 433001 h 882235"/>
              <a:gd name="csX217" fmla="*/ 716983 w 882253"/>
              <a:gd name="csY217" fmla="*/ 355312 h 882235"/>
              <a:gd name="csX218" fmla="*/ 713946 w 882253"/>
              <a:gd name="csY218" fmla="*/ 355384 h 882235"/>
              <a:gd name="csX219" fmla="*/ 517458 w 882253"/>
              <a:gd name="csY219" fmla="*/ 168896 h 882235"/>
              <a:gd name="csX220" fmla="*/ 441091 w 882253"/>
              <a:gd name="csY220" fmla="*/ 105388 h 882235"/>
              <a:gd name="csX221" fmla="*/ 364724 w 882253"/>
              <a:gd name="csY221" fmla="*/ 168896 h 882235"/>
              <a:gd name="csX222" fmla="*/ 168235 w 882253"/>
              <a:gd name="csY222" fmla="*/ 355384 h 882235"/>
              <a:gd name="csX223" fmla="*/ 165199 w 882253"/>
              <a:gd name="csY223" fmla="*/ 355312 h 882235"/>
              <a:gd name="csX224" fmla="*/ 87511 w 882253"/>
              <a:gd name="csY224" fmla="*/ 433001 h 882235"/>
              <a:gd name="csX225" fmla="*/ 110978 w 882253"/>
              <a:gd name="csY225" fmla="*/ 488561 h 882235"/>
              <a:gd name="csX226" fmla="*/ 74688 w 882253"/>
              <a:gd name="csY226" fmla="*/ 505385 h 882235"/>
              <a:gd name="csX227" fmla="*/ 24950 w 882253"/>
              <a:gd name="csY227" fmla="*/ 486132 h 882235"/>
              <a:gd name="csX228" fmla="*/ 24950 w 882253"/>
              <a:gd name="csY228" fmla="*/ 396175 h 882235"/>
              <a:gd name="csX229" fmla="*/ 117122 w 882253"/>
              <a:gd name="csY229" fmla="*/ 360492 h 882235"/>
              <a:gd name="csX230" fmla="*/ 124641 w 882253"/>
              <a:gd name="csY230" fmla="*/ 352205 h 882235"/>
              <a:gd name="csX231" fmla="*/ 154448 w 882253"/>
              <a:gd name="csY231" fmla="*/ 280321 h 882235"/>
              <a:gd name="csX232" fmla="*/ 154984 w 882253"/>
              <a:gd name="csY232" fmla="*/ 269141 h 882235"/>
              <a:gd name="csX233" fmla="*/ 115014 w 882253"/>
              <a:gd name="csY233" fmla="*/ 178701 h 882235"/>
              <a:gd name="csX234" fmla="*/ 178629 w 882253"/>
              <a:gd name="csY234" fmla="*/ 115086 h 882235"/>
              <a:gd name="csX235" fmla="*/ 269087 w 882253"/>
              <a:gd name="csY235" fmla="*/ 155055 h 882235"/>
              <a:gd name="csX236" fmla="*/ 280267 w 882253"/>
              <a:gd name="csY236" fmla="*/ 154519 h 882235"/>
              <a:gd name="csX237" fmla="*/ 352133 w 882253"/>
              <a:gd name="csY237" fmla="*/ 124712 h 882235"/>
              <a:gd name="csX238" fmla="*/ 360420 w 882253"/>
              <a:gd name="csY238" fmla="*/ 117193 h 882235"/>
              <a:gd name="csX239" fmla="*/ 396103 w 882253"/>
              <a:gd name="csY239" fmla="*/ 25003 h 882235"/>
              <a:gd name="csX240" fmla="*/ 486061 w 882253"/>
              <a:gd name="csY240" fmla="*/ 25003 h 882235"/>
              <a:gd name="csX241" fmla="*/ 521744 w 882253"/>
              <a:gd name="csY241" fmla="*/ 117193 h 882235"/>
              <a:gd name="csX242" fmla="*/ 530031 w 882253"/>
              <a:gd name="csY242" fmla="*/ 124712 h 882235"/>
              <a:gd name="csX243" fmla="*/ 601897 w 882253"/>
              <a:gd name="csY243" fmla="*/ 154519 h 882235"/>
              <a:gd name="csX244" fmla="*/ 613077 w 882253"/>
              <a:gd name="csY244" fmla="*/ 155055 h 882235"/>
              <a:gd name="csX245" fmla="*/ 703534 w 882253"/>
              <a:gd name="csY245" fmla="*/ 115086 h 882235"/>
              <a:gd name="csX246" fmla="*/ 767149 w 882253"/>
              <a:gd name="csY246" fmla="*/ 178701 h 882235"/>
              <a:gd name="csX247" fmla="*/ 727180 w 882253"/>
              <a:gd name="csY247" fmla="*/ 269141 h 882235"/>
              <a:gd name="csX248" fmla="*/ 727716 w 882253"/>
              <a:gd name="csY248" fmla="*/ 280321 h 882235"/>
              <a:gd name="csX249" fmla="*/ 757523 w 882253"/>
              <a:gd name="csY249" fmla="*/ 352205 h 882235"/>
              <a:gd name="csX250" fmla="*/ 765042 w 882253"/>
              <a:gd name="csY250" fmla="*/ 360492 h 882235"/>
              <a:gd name="csX251" fmla="*/ 857214 w 882253"/>
              <a:gd name="csY251" fmla="*/ 396175 h 882235"/>
              <a:gd name="csX252" fmla="*/ 857214 w 882253"/>
              <a:gd name="csY252" fmla="*/ 486132 h 882235"/>
              <a:gd name="csX253" fmla="*/ 441109 w 882253"/>
              <a:gd name="csY253" fmla="*/ 624632 h 882235"/>
              <a:gd name="csX254" fmla="*/ 488418 w 882253"/>
              <a:gd name="csY254" fmla="*/ 577322 h 882235"/>
              <a:gd name="csX255" fmla="*/ 441109 w 882253"/>
              <a:gd name="csY255" fmla="*/ 530013 h 882235"/>
              <a:gd name="csX256" fmla="*/ 393799 w 882253"/>
              <a:gd name="csY256" fmla="*/ 577322 h 882235"/>
              <a:gd name="csX257" fmla="*/ 441109 w 882253"/>
              <a:gd name="csY257" fmla="*/ 624632 h 882235"/>
              <a:gd name="csX258" fmla="*/ 441109 w 882253"/>
              <a:gd name="csY258" fmla="*/ 555016 h 882235"/>
              <a:gd name="csX259" fmla="*/ 463415 w 882253"/>
              <a:gd name="csY259" fmla="*/ 577322 h 882235"/>
              <a:gd name="csX260" fmla="*/ 441109 w 882253"/>
              <a:gd name="csY260" fmla="*/ 599629 h 882235"/>
              <a:gd name="csX261" fmla="*/ 418802 w 882253"/>
              <a:gd name="csY261" fmla="*/ 577322 h 882235"/>
              <a:gd name="csX262" fmla="*/ 441109 w 882253"/>
              <a:gd name="csY262" fmla="*/ 555016 h 882235"/>
              <a:gd name="csX263" fmla="*/ 330702 w 882253"/>
              <a:gd name="csY263" fmla="*/ 602218 h 882235"/>
              <a:gd name="csX264" fmla="*/ 349865 w 882253"/>
              <a:gd name="csY264" fmla="*/ 609630 h 882235"/>
              <a:gd name="csX265" fmla="*/ 353741 w 882253"/>
              <a:gd name="csY265" fmla="*/ 618988 h 882235"/>
              <a:gd name="csX266" fmla="*/ 345436 w 882253"/>
              <a:gd name="csY266" fmla="*/ 637794 h 882235"/>
              <a:gd name="csX267" fmla="*/ 348026 w 882253"/>
              <a:gd name="csY267" fmla="*/ 651689 h 882235"/>
              <a:gd name="csX268" fmla="*/ 366742 w 882253"/>
              <a:gd name="csY268" fmla="*/ 670405 h 882235"/>
              <a:gd name="csX269" fmla="*/ 380637 w 882253"/>
              <a:gd name="csY269" fmla="*/ 672995 h 882235"/>
              <a:gd name="csX270" fmla="*/ 399443 w 882253"/>
              <a:gd name="csY270" fmla="*/ 664690 h 882235"/>
              <a:gd name="csX271" fmla="*/ 408819 w 882253"/>
              <a:gd name="csY271" fmla="*/ 668584 h 882235"/>
              <a:gd name="csX272" fmla="*/ 416231 w 882253"/>
              <a:gd name="csY272" fmla="*/ 687747 h 882235"/>
              <a:gd name="csX273" fmla="*/ 427893 w 882253"/>
              <a:gd name="csY273" fmla="*/ 695730 h 882235"/>
              <a:gd name="csX274" fmla="*/ 454343 w 882253"/>
              <a:gd name="csY274" fmla="*/ 695730 h 882235"/>
              <a:gd name="csX275" fmla="*/ 466005 w 882253"/>
              <a:gd name="csY275" fmla="*/ 687747 h 882235"/>
              <a:gd name="csX276" fmla="*/ 473416 w 882253"/>
              <a:gd name="csY276" fmla="*/ 668584 h 882235"/>
              <a:gd name="csX277" fmla="*/ 482775 w 882253"/>
              <a:gd name="csY277" fmla="*/ 664708 h 882235"/>
              <a:gd name="csX278" fmla="*/ 501581 w 882253"/>
              <a:gd name="csY278" fmla="*/ 673013 h 882235"/>
              <a:gd name="csX279" fmla="*/ 515475 w 882253"/>
              <a:gd name="csY279" fmla="*/ 670423 h 882235"/>
              <a:gd name="csX280" fmla="*/ 534192 w 882253"/>
              <a:gd name="csY280" fmla="*/ 651706 h 882235"/>
              <a:gd name="csX281" fmla="*/ 536781 w 882253"/>
              <a:gd name="csY281" fmla="*/ 637812 h 882235"/>
              <a:gd name="csX282" fmla="*/ 528477 w 882253"/>
              <a:gd name="csY282" fmla="*/ 619006 h 882235"/>
              <a:gd name="csX283" fmla="*/ 532352 w 882253"/>
              <a:gd name="csY283" fmla="*/ 609630 h 882235"/>
              <a:gd name="csX284" fmla="*/ 551515 w 882253"/>
              <a:gd name="csY284" fmla="*/ 602218 h 882235"/>
              <a:gd name="csX285" fmla="*/ 559499 w 882253"/>
              <a:gd name="csY285" fmla="*/ 590556 h 882235"/>
              <a:gd name="csX286" fmla="*/ 559499 w 882253"/>
              <a:gd name="csY286" fmla="*/ 564106 h 882235"/>
              <a:gd name="csX287" fmla="*/ 551515 w 882253"/>
              <a:gd name="csY287" fmla="*/ 552444 h 882235"/>
              <a:gd name="csX288" fmla="*/ 532352 w 882253"/>
              <a:gd name="csY288" fmla="*/ 545032 h 882235"/>
              <a:gd name="csX289" fmla="*/ 528459 w 882253"/>
              <a:gd name="csY289" fmla="*/ 535656 h 882235"/>
              <a:gd name="csX290" fmla="*/ 536764 w 882253"/>
              <a:gd name="csY290" fmla="*/ 516850 h 882235"/>
              <a:gd name="csX291" fmla="*/ 534174 w 882253"/>
              <a:gd name="csY291" fmla="*/ 502956 h 882235"/>
              <a:gd name="csX292" fmla="*/ 515457 w 882253"/>
              <a:gd name="csY292" fmla="*/ 484239 h 882235"/>
              <a:gd name="csX293" fmla="*/ 501563 w 882253"/>
              <a:gd name="csY293" fmla="*/ 481650 h 882235"/>
              <a:gd name="csX294" fmla="*/ 482757 w 882253"/>
              <a:gd name="csY294" fmla="*/ 489954 h 882235"/>
              <a:gd name="csX295" fmla="*/ 473398 w 882253"/>
              <a:gd name="csY295" fmla="*/ 486079 h 882235"/>
              <a:gd name="csX296" fmla="*/ 465987 w 882253"/>
              <a:gd name="csY296" fmla="*/ 466916 h 882235"/>
              <a:gd name="csX297" fmla="*/ 454325 w 882253"/>
              <a:gd name="csY297" fmla="*/ 458932 h 882235"/>
              <a:gd name="csX298" fmla="*/ 427875 w 882253"/>
              <a:gd name="csY298" fmla="*/ 458932 h 882235"/>
              <a:gd name="csX299" fmla="*/ 416213 w 882253"/>
              <a:gd name="csY299" fmla="*/ 466916 h 882235"/>
              <a:gd name="csX300" fmla="*/ 408801 w 882253"/>
              <a:gd name="csY300" fmla="*/ 486079 h 882235"/>
              <a:gd name="csX301" fmla="*/ 399443 w 882253"/>
              <a:gd name="csY301" fmla="*/ 489954 h 882235"/>
              <a:gd name="csX302" fmla="*/ 380637 w 882253"/>
              <a:gd name="csY302" fmla="*/ 481650 h 882235"/>
              <a:gd name="csX303" fmla="*/ 366742 w 882253"/>
              <a:gd name="csY303" fmla="*/ 484239 h 882235"/>
              <a:gd name="csX304" fmla="*/ 348026 w 882253"/>
              <a:gd name="csY304" fmla="*/ 502956 h 882235"/>
              <a:gd name="csX305" fmla="*/ 345436 w 882253"/>
              <a:gd name="csY305" fmla="*/ 516850 h 882235"/>
              <a:gd name="csX306" fmla="*/ 353741 w 882253"/>
              <a:gd name="csY306" fmla="*/ 535656 h 882235"/>
              <a:gd name="csX307" fmla="*/ 349865 w 882253"/>
              <a:gd name="csY307" fmla="*/ 545032 h 882235"/>
              <a:gd name="csX308" fmla="*/ 330702 w 882253"/>
              <a:gd name="csY308" fmla="*/ 552444 h 882235"/>
              <a:gd name="csX309" fmla="*/ 322719 w 882253"/>
              <a:gd name="csY309" fmla="*/ 564106 h 882235"/>
              <a:gd name="csX310" fmla="*/ 322719 w 882253"/>
              <a:gd name="csY310" fmla="*/ 590556 h 882235"/>
              <a:gd name="csX311" fmla="*/ 330702 w 882253"/>
              <a:gd name="csY311" fmla="*/ 602218 h 882235"/>
              <a:gd name="csX312" fmla="*/ 347722 w 882253"/>
              <a:gd name="csY312" fmla="*/ 572661 h 882235"/>
              <a:gd name="csX313" fmla="*/ 364474 w 882253"/>
              <a:gd name="csY313" fmla="*/ 566178 h 882235"/>
              <a:gd name="csX314" fmla="*/ 371993 w 882253"/>
              <a:gd name="csY314" fmla="*/ 557891 h 882235"/>
              <a:gd name="csX315" fmla="*/ 378494 w 882253"/>
              <a:gd name="csY315" fmla="*/ 542211 h 882235"/>
              <a:gd name="csX316" fmla="*/ 379030 w 882253"/>
              <a:gd name="csY316" fmla="*/ 531031 h 882235"/>
              <a:gd name="csX317" fmla="*/ 371761 w 882253"/>
              <a:gd name="csY317" fmla="*/ 514582 h 882235"/>
              <a:gd name="csX318" fmla="*/ 378351 w 882253"/>
              <a:gd name="csY318" fmla="*/ 507992 h 882235"/>
              <a:gd name="csX319" fmla="*/ 394799 w 882253"/>
              <a:gd name="csY319" fmla="*/ 515261 h 882235"/>
              <a:gd name="csX320" fmla="*/ 405979 w 882253"/>
              <a:gd name="csY320" fmla="*/ 514725 h 882235"/>
              <a:gd name="csX321" fmla="*/ 421660 w 882253"/>
              <a:gd name="csY321" fmla="*/ 508224 h 882235"/>
              <a:gd name="csX322" fmla="*/ 429947 w 882253"/>
              <a:gd name="csY322" fmla="*/ 500705 h 882235"/>
              <a:gd name="csX323" fmla="*/ 436430 w 882253"/>
              <a:gd name="csY323" fmla="*/ 483953 h 882235"/>
              <a:gd name="csX324" fmla="*/ 445752 w 882253"/>
              <a:gd name="csY324" fmla="*/ 483953 h 882235"/>
              <a:gd name="csX325" fmla="*/ 452235 w 882253"/>
              <a:gd name="csY325" fmla="*/ 500705 h 882235"/>
              <a:gd name="csX326" fmla="*/ 460522 w 882253"/>
              <a:gd name="csY326" fmla="*/ 508224 h 882235"/>
              <a:gd name="csX327" fmla="*/ 476202 w 882253"/>
              <a:gd name="csY327" fmla="*/ 514725 h 882235"/>
              <a:gd name="csX328" fmla="*/ 487382 w 882253"/>
              <a:gd name="csY328" fmla="*/ 515261 h 882235"/>
              <a:gd name="csX329" fmla="*/ 503831 w 882253"/>
              <a:gd name="csY329" fmla="*/ 507992 h 882235"/>
              <a:gd name="csX330" fmla="*/ 510421 w 882253"/>
              <a:gd name="csY330" fmla="*/ 514582 h 882235"/>
              <a:gd name="csX331" fmla="*/ 503152 w 882253"/>
              <a:gd name="csY331" fmla="*/ 531031 h 882235"/>
              <a:gd name="csX332" fmla="*/ 503688 w 882253"/>
              <a:gd name="csY332" fmla="*/ 542211 h 882235"/>
              <a:gd name="csX333" fmla="*/ 510189 w 882253"/>
              <a:gd name="csY333" fmla="*/ 557909 h 882235"/>
              <a:gd name="csX334" fmla="*/ 517708 w 882253"/>
              <a:gd name="csY334" fmla="*/ 566196 h 882235"/>
              <a:gd name="csX335" fmla="*/ 534460 w 882253"/>
              <a:gd name="csY335" fmla="*/ 572679 h 882235"/>
              <a:gd name="csX336" fmla="*/ 534460 w 882253"/>
              <a:gd name="csY336" fmla="*/ 582001 h 882235"/>
              <a:gd name="csX337" fmla="*/ 517708 w 882253"/>
              <a:gd name="csY337" fmla="*/ 588484 h 882235"/>
              <a:gd name="csX338" fmla="*/ 510189 w 882253"/>
              <a:gd name="csY338" fmla="*/ 596771 h 882235"/>
              <a:gd name="csX339" fmla="*/ 503688 w 882253"/>
              <a:gd name="csY339" fmla="*/ 612452 h 882235"/>
              <a:gd name="csX340" fmla="*/ 503152 w 882253"/>
              <a:gd name="csY340" fmla="*/ 623632 h 882235"/>
              <a:gd name="csX341" fmla="*/ 510421 w 882253"/>
              <a:gd name="csY341" fmla="*/ 640080 h 882235"/>
              <a:gd name="csX342" fmla="*/ 503831 w 882253"/>
              <a:gd name="csY342" fmla="*/ 646670 h 882235"/>
              <a:gd name="csX343" fmla="*/ 487382 w 882253"/>
              <a:gd name="csY343" fmla="*/ 639401 h 882235"/>
              <a:gd name="csX344" fmla="*/ 476202 w 882253"/>
              <a:gd name="csY344" fmla="*/ 639937 h 882235"/>
              <a:gd name="csX345" fmla="*/ 460522 w 882253"/>
              <a:gd name="csY345" fmla="*/ 646438 h 882235"/>
              <a:gd name="csX346" fmla="*/ 452235 w 882253"/>
              <a:gd name="csY346" fmla="*/ 653957 h 882235"/>
              <a:gd name="csX347" fmla="*/ 445752 w 882253"/>
              <a:gd name="csY347" fmla="*/ 670709 h 882235"/>
              <a:gd name="csX348" fmla="*/ 436430 w 882253"/>
              <a:gd name="csY348" fmla="*/ 670709 h 882235"/>
              <a:gd name="csX349" fmla="*/ 429947 w 882253"/>
              <a:gd name="csY349" fmla="*/ 653957 h 882235"/>
              <a:gd name="csX350" fmla="*/ 421660 w 882253"/>
              <a:gd name="csY350" fmla="*/ 646438 h 882235"/>
              <a:gd name="csX351" fmla="*/ 405979 w 882253"/>
              <a:gd name="csY351" fmla="*/ 639937 h 882235"/>
              <a:gd name="csX352" fmla="*/ 394799 w 882253"/>
              <a:gd name="csY352" fmla="*/ 639401 h 882235"/>
              <a:gd name="csX353" fmla="*/ 378351 w 882253"/>
              <a:gd name="csY353" fmla="*/ 646670 h 882235"/>
              <a:gd name="csX354" fmla="*/ 371761 w 882253"/>
              <a:gd name="csY354" fmla="*/ 640080 h 882235"/>
              <a:gd name="csX355" fmla="*/ 379030 w 882253"/>
              <a:gd name="csY355" fmla="*/ 623632 h 882235"/>
              <a:gd name="csX356" fmla="*/ 378494 w 882253"/>
              <a:gd name="csY356" fmla="*/ 612452 h 882235"/>
              <a:gd name="csX357" fmla="*/ 371993 w 882253"/>
              <a:gd name="csY357" fmla="*/ 596771 h 882235"/>
              <a:gd name="csX358" fmla="*/ 364474 w 882253"/>
              <a:gd name="csY358" fmla="*/ 588484 h 882235"/>
              <a:gd name="csX359" fmla="*/ 347722 w 882253"/>
              <a:gd name="csY359" fmla="*/ 582001 h 882235"/>
              <a:gd name="csX360" fmla="*/ 347722 w 882253"/>
              <a:gd name="csY360" fmla="*/ 572679 h 8822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Lst>
            <a:rect l="l" t="t" r="r" b="b"/>
            <a:pathLst>
              <a:path w="882253" h="882235">
                <a:moveTo>
                  <a:pt x="874252" y="375922"/>
                </a:moveTo>
                <a:lnTo>
                  <a:pt x="779848" y="339382"/>
                </a:lnTo>
                <a:cubicBezTo>
                  <a:pt x="773025" y="316629"/>
                  <a:pt x="763863" y="294555"/>
                  <a:pt x="752558" y="273570"/>
                </a:cubicBezTo>
                <a:lnTo>
                  <a:pt x="793492" y="180951"/>
                </a:lnTo>
                <a:cubicBezTo>
                  <a:pt x="795582" y="176236"/>
                  <a:pt x="794546" y="170718"/>
                  <a:pt x="790902" y="167057"/>
                </a:cubicBezTo>
                <a:lnTo>
                  <a:pt x="715179" y="91333"/>
                </a:lnTo>
                <a:cubicBezTo>
                  <a:pt x="711535" y="87690"/>
                  <a:pt x="705999" y="86654"/>
                  <a:pt x="701284" y="88743"/>
                </a:cubicBezTo>
                <a:lnTo>
                  <a:pt x="608665" y="129677"/>
                </a:lnTo>
                <a:cubicBezTo>
                  <a:pt x="587698" y="118372"/>
                  <a:pt x="565606" y="109210"/>
                  <a:pt x="542871" y="102388"/>
                </a:cubicBezTo>
                <a:lnTo>
                  <a:pt x="506331" y="7983"/>
                </a:lnTo>
                <a:cubicBezTo>
                  <a:pt x="504474" y="3161"/>
                  <a:pt x="499830" y="0"/>
                  <a:pt x="494669" y="0"/>
                </a:cubicBezTo>
                <a:lnTo>
                  <a:pt x="387584" y="0"/>
                </a:lnTo>
                <a:cubicBezTo>
                  <a:pt x="382423" y="0"/>
                  <a:pt x="377797" y="3179"/>
                  <a:pt x="375922" y="7983"/>
                </a:cubicBezTo>
                <a:lnTo>
                  <a:pt x="339382" y="102388"/>
                </a:lnTo>
                <a:cubicBezTo>
                  <a:pt x="316647" y="109210"/>
                  <a:pt x="294555" y="118372"/>
                  <a:pt x="273588" y="129677"/>
                </a:cubicBezTo>
                <a:lnTo>
                  <a:pt x="180951" y="88743"/>
                </a:lnTo>
                <a:cubicBezTo>
                  <a:pt x="176236" y="86654"/>
                  <a:pt x="170700" y="87690"/>
                  <a:pt x="167057" y="91333"/>
                </a:cubicBezTo>
                <a:lnTo>
                  <a:pt x="91333" y="167057"/>
                </a:lnTo>
                <a:cubicBezTo>
                  <a:pt x="87690" y="170700"/>
                  <a:pt x="86654" y="176218"/>
                  <a:pt x="88743" y="180951"/>
                </a:cubicBezTo>
                <a:lnTo>
                  <a:pt x="129677" y="273570"/>
                </a:lnTo>
                <a:cubicBezTo>
                  <a:pt x="118372" y="294537"/>
                  <a:pt x="109228" y="316611"/>
                  <a:pt x="102388" y="339382"/>
                </a:cubicBezTo>
                <a:lnTo>
                  <a:pt x="7983" y="375922"/>
                </a:lnTo>
                <a:cubicBezTo>
                  <a:pt x="3161" y="377779"/>
                  <a:pt x="0" y="382423"/>
                  <a:pt x="0" y="387584"/>
                </a:cubicBezTo>
                <a:lnTo>
                  <a:pt x="0" y="494669"/>
                </a:lnTo>
                <a:cubicBezTo>
                  <a:pt x="0" y="499830"/>
                  <a:pt x="3179" y="504456"/>
                  <a:pt x="7983" y="506331"/>
                </a:cubicBezTo>
                <a:lnTo>
                  <a:pt x="54810" y="524458"/>
                </a:lnTo>
                <a:cubicBezTo>
                  <a:pt x="40809" y="542014"/>
                  <a:pt x="32397" y="564249"/>
                  <a:pt x="32397" y="588395"/>
                </a:cubicBezTo>
                <a:lnTo>
                  <a:pt x="32397" y="678638"/>
                </a:lnTo>
                <a:cubicBezTo>
                  <a:pt x="32397" y="685550"/>
                  <a:pt x="37987" y="691140"/>
                  <a:pt x="44898" y="691140"/>
                </a:cubicBezTo>
                <a:lnTo>
                  <a:pt x="93226" y="691140"/>
                </a:lnTo>
                <a:lnTo>
                  <a:pt x="88743" y="701284"/>
                </a:lnTo>
                <a:cubicBezTo>
                  <a:pt x="86654" y="705999"/>
                  <a:pt x="87690" y="711518"/>
                  <a:pt x="91333" y="715179"/>
                </a:cubicBezTo>
                <a:lnTo>
                  <a:pt x="167057" y="790902"/>
                </a:lnTo>
                <a:cubicBezTo>
                  <a:pt x="170700" y="794546"/>
                  <a:pt x="176236" y="795582"/>
                  <a:pt x="180951" y="793492"/>
                </a:cubicBezTo>
                <a:lnTo>
                  <a:pt x="273570" y="752558"/>
                </a:lnTo>
                <a:cubicBezTo>
                  <a:pt x="294537" y="763863"/>
                  <a:pt x="316611" y="773007"/>
                  <a:pt x="339382" y="779848"/>
                </a:cubicBezTo>
                <a:lnTo>
                  <a:pt x="375922" y="874252"/>
                </a:lnTo>
                <a:cubicBezTo>
                  <a:pt x="377779" y="879074"/>
                  <a:pt x="382423" y="882235"/>
                  <a:pt x="387584" y="882235"/>
                </a:cubicBezTo>
                <a:lnTo>
                  <a:pt x="494669" y="882235"/>
                </a:lnTo>
                <a:cubicBezTo>
                  <a:pt x="499830" y="882235"/>
                  <a:pt x="504456" y="879056"/>
                  <a:pt x="506331" y="874252"/>
                </a:cubicBezTo>
                <a:lnTo>
                  <a:pt x="542871" y="779848"/>
                </a:lnTo>
                <a:cubicBezTo>
                  <a:pt x="565606" y="773025"/>
                  <a:pt x="587681" y="763863"/>
                  <a:pt x="608665" y="752558"/>
                </a:cubicBezTo>
                <a:lnTo>
                  <a:pt x="701302" y="793492"/>
                </a:lnTo>
                <a:cubicBezTo>
                  <a:pt x="706017" y="795582"/>
                  <a:pt x="711535" y="794546"/>
                  <a:pt x="715197" y="790902"/>
                </a:cubicBezTo>
                <a:lnTo>
                  <a:pt x="790920" y="715179"/>
                </a:lnTo>
                <a:cubicBezTo>
                  <a:pt x="794564" y="711535"/>
                  <a:pt x="795599" y="705999"/>
                  <a:pt x="793510" y="701284"/>
                </a:cubicBezTo>
                <a:lnTo>
                  <a:pt x="789027" y="691140"/>
                </a:lnTo>
                <a:lnTo>
                  <a:pt x="837355" y="691140"/>
                </a:lnTo>
                <a:cubicBezTo>
                  <a:pt x="844266" y="691140"/>
                  <a:pt x="849856" y="685550"/>
                  <a:pt x="849856" y="678638"/>
                </a:cubicBezTo>
                <a:lnTo>
                  <a:pt x="849856" y="588395"/>
                </a:lnTo>
                <a:cubicBezTo>
                  <a:pt x="849856" y="564231"/>
                  <a:pt x="841462" y="542014"/>
                  <a:pt x="827443" y="524458"/>
                </a:cubicBezTo>
                <a:lnTo>
                  <a:pt x="874270" y="506331"/>
                </a:lnTo>
                <a:cubicBezTo>
                  <a:pt x="879092" y="504474"/>
                  <a:pt x="882253" y="499830"/>
                  <a:pt x="882253" y="494669"/>
                </a:cubicBezTo>
                <a:lnTo>
                  <a:pt x="882253" y="387584"/>
                </a:lnTo>
                <a:cubicBezTo>
                  <a:pt x="882253" y="382423"/>
                  <a:pt x="879074" y="377797"/>
                  <a:pt x="874270" y="375922"/>
                </a:cubicBezTo>
                <a:close/>
                <a:moveTo>
                  <a:pt x="57400" y="588395"/>
                </a:moveTo>
                <a:cubicBezTo>
                  <a:pt x="57400" y="545532"/>
                  <a:pt x="92279" y="510653"/>
                  <a:pt x="135142" y="510653"/>
                </a:cubicBezTo>
                <a:lnTo>
                  <a:pt x="140089" y="510653"/>
                </a:lnTo>
                <a:lnTo>
                  <a:pt x="129088" y="602558"/>
                </a:lnTo>
                <a:cubicBezTo>
                  <a:pt x="128498" y="607522"/>
                  <a:pt x="130909" y="612362"/>
                  <a:pt x="135249" y="614863"/>
                </a:cubicBezTo>
                <a:lnTo>
                  <a:pt x="158966" y="628561"/>
                </a:lnTo>
                <a:cubicBezTo>
                  <a:pt x="160895" y="629686"/>
                  <a:pt x="163056" y="630240"/>
                  <a:pt x="165217" y="630240"/>
                </a:cubicBezTo>
                <a:cubicBezTo>
                  <a:pt x="167378" y="630240"/>
                  <a:pt x="169539" y="629686"/>
                  <a:pt x="171468" y="628561"/>
                </a:cubicBezTo>
                <a:lnTo>
                  <a:pt x="195185" y="614863"/>
                </a:lnTo>
                <a:cubicBezTo>
                  <a:pt x="199525" y="612362"/>
                  <a:pt x="201936" y="607522"/>
                  <a:pt x="201347" y="602558"/>
                </a:cubicBezTo>
                <a:lnTo>
                  <a:pt x="190345" y="510653"/>
                </a:lnTo>
                <a:lnTo>
                  <a:pt x="195292" y="510653"/>
                </a:lnTo>
                <a:cubicBezTo>
                  <a:pt x="238155" y="510653"/>
                  <a:pt x="273034" y="545532"/>
                  <a:pt x="273034" y="588395"/>
                </a:cubicBezTo>
                <a:lnTo>
                  <a:pt x="273034" y="666137"/>
                </a:lnTo>
                <a:lnTo>
                  <a:pt x="248120" y="666137"/>
                </a:lnTo>
                <a:lnTo>
                  <a:pt x="248120" y="592824"/>
                </a:lnTo>
                <a:cubicBezTo>
                  <a:pt x="248120" y="585913"/>
                  <a:pt x="242530" y="580323"/>
                  <a:pt x="235619" y="580323"/>
                </a:cubicBezTo>
                <a:cubicBezTo>
                  <a:pt x="228707" y="580323"/>
                  <a:pt x="223117" y="585913"/>
                  <a:pt x="223117" y="592824"/>
                </a:cubicBezTo>
                <a:lnTo>
                  <a:pt x="223117" y="666137"/>
                </a:lnTo>
                <a:lnTo>
                  <a:pt x="107299" y="666137"/>
                </a:lnTo>
                <a:lnTo>
                  <a:pt x="107299" y="592824"/>
                </a:lnTo>
                <a:cubicBezTo>
                  <a:pt x="107299" y="585913"/>
                  <a:pt x="101709" y="580323"/>
                  <a:pt x="94798" y="580323"/>
                </a:cubicBezTo>
                <a:cubicBezTo>
                  <a:pt x="87886" y="580323"/>
                  <a:pt x="82296" y="585913"/>
                  <a:pt x="82296" y="592824"/>
                </a:cubicBezTo>
                <a:lnTo>
                  <a:pt x="82296" y="666137"/>
                </a:lnTo>
                <a:lnTo>
                  <a:pt x="57382" y="666137"/>
                </a:lnTo>
                <a:lnTo>
                  <a:pt x="57382" y="588395"/>
                </a:lnTo>
                <a:close/>
                <a:moveTo>
                  <a:pt x="364349" y="195042"/>
                </a:moveTo>
                <a:cubicBezTo>
                  <a:pt x="366992" y="211991"/>
                  <a:pt x="375136" y="227153"/>
                  <a:pt x="386888" y="238619"/>
                </a:cubicBezTo>
                <a:cubicBezTo>
                  <a:pt x="341828" y="249495"/>
                  <a:pt x="308253" y="290143"/>
                  <a:pt x="308253" y="338489"/>
                </a:cubicBezTo>
                <a:lnTo>
                  <a:pt x="308253" y="428732"/>
                </a:lnTo>
                <a:cubicBezTo>
                  <a:pt x="308253" y="435644"/>
                  <a:pt x="313843" y="441234"/>
                  <a:pt x="320754" y="441234"/>
                </a:cubicBezTo>
                <a:lnTo>
                  <a:pt x="561427" y="441234"/>
                </a:lnTo>
                <a:cubicBezTo>
                  <a:pt x="568339" y="441234"/>
                  <a:pt x="573929" y="435644"/>
                  <a:pt x="573929" y="428732"/>
                </a:cubicBezTo>
                <a:lnTo>
                  <a:pt x="573929" y="338489"/>
                </a:lnTo>
                <a:cubicBezTo>
                  <a:pt x="573929" y="290143"/>
                  <a:pt x="540353" y="249513"/>
                  <a:pt x="495294" y="238619"/>
                </a:cubicBezTo>
                <a:cubicBezTo>
                  <a:pt x="507046" y="227153"/>
                  <a:pt x="515207" y="212009"/>
                  <a:pt x="517833" y="195042"/>
                </a:cubicBezTo>
                <a:cubicBezTo>
                  <a:pt x="597860" y="219474"/>
                  <a:pt x="661886" y="281214"/>
                  <a:pt x="689229" y="360438"/>
                </a:cubicBezTo>
                <a:cubicBezTo>
                  <a:pt x="660065" y="371636"/>
                  <a:pt x="639294" y="399925"/>
                  <a:pt x="639294" y="432983"/>
                </a:cubicBezTo>
                <a:cubicBezTo>
                  <a:pt x="639294" y="454735"/>
                  <a:pt x="648295" y="474434"/>
                  <a:pt x="662761" y="488543"/>
                </a:cubicBezTo>
                <a:cubicBezTo>
                  <a:pt x="617702" y="499420"/>
                  <a:pt x="584127" y="540068"/>
                  <a:pt x="584127" y="588413"/>
                </a:cubicBezTo>
                <a:lnTo>
                  <a:pt x="584127" y="666155"/>
                </a:lnTo>
                <a:cubicBezTo>
                  <a:pt x="541550" y="693908"/>
                  <a:pt x="492240" y="708571"/>
                  <a:pt x="441073" y="708571"/>
                </a:cubicBezTo>
                <a:cubicBezTo>
                  <a:pt x="389906" y="708571"/>
                  <a:pt x="340614" y="693908"/>
                  <a:pt x="298019" y="666155"/>
                </a:cubicBezTo>
                <a:lnTo>
                  <a:pt x="298019" y="588413"/>
                </a:lnTo>
                <a:cubicBezTo>
                  <a:pt x="298019" y="540068"/>
                  <a:pt x="264444" y="499437"/>
                  <a:pt x="219385" y="488543"/>
                </a:cubicBezTo>
                <a:cubicBezTo>
                  <a:pt x="233851" y="474434"/>
                  <a:pt x="242852" y="454735"/>
                  <a:pt x="242852" y="432983"/>
                </a:cubicBezTo>
                <a:cubicBezTo>
                  <a:pt x="242852" y="399925"/>
                  <a:pt x="222081" y="371636"/>
                  <a:pt x="192917" y="360438"/>
                </a:cubicBezTo>
                <a:cubicBezTo>
                  <a:pt x="220242" y="281214"/>
                  <a:pt x="284286" y="219492"/>
                  <a:pt x="364313" y="195042"/>
                </a:cubicBezTo>
                <a:close/>
                <a:moveTo>
                  <a:pt x="493776" y="183059"/>
                </a:moveTo>
                <a:cubicBezTo>
                  <a:pt x="493776" y="212098"/>
                  <a:pt x="470148" y="235744"/>
                  <a:pt x="441091" y="235744"/>
                </a:cubicBezTo>
                <a:cubicBezTo>
                  <a:pt x="412034" y="235744"/>
                  <a:pt x="388406" y="212116"/>
                  <a:pt x="388406" y="183059"/>
                </a:cubicBezTo>
                <a:cubicBezTo>
                  <a:pt x="388406" y="154001"/>
                  <a:pt x="412034" y="130373"/>
                  <a:pt x="441091" y="130373"/>
                </a:cubicBezTo>
                <a:cubicBezTo>
                  <a:pt x="470148" y="130373"/>
                  <a:pt x="493776" y="154001"/>
                  <a:pt x="493776" y="183059"/>
                </a:cubicBezTo>
                <a:close/>
                <a:moveTo>
                  <a:pt x="511510" y="330416"/>
                </a:moveTo>
                <a:cubicBezTo>
                  <a:pt x="504599" y="330416"/>
                  <a:pt x="499009" y="336006"/>
                  <a:pt x="499009" y="342918"/>
                </a:cubicBezTo>
                <a:lnTo>
                  <a:pt x="499009" y="416231"/>
                </a:lnTo>
                <a:lnTo>
                  <a:pt x="383191" y="416231"/>
                </a:lnTo>
                <a:lnTo>
                  <a:pt x="383191" y="342918"/>
                </a:lnTo>
                <a:cubicBezTo>
                  <a:pt x="383191" y="336006"/>
                  <a:pt x="377601" y="330416"/>
                  <a:pt x="370689" y="330416"/>
                </a:cubicBezTo>
                <a:cubicBezTo>
                  <a:pt x="363778" y="330416"/>
                  <a:pt x="358188" y="336006"/>
                  <a:pt x="358188" y="342918"/>
                </a:cubicBezTo>
                <a:lnTo>
                  <a:pt x="358188" y="416231"/>
                </a:lnTo>
                <a:lnTo>
                  <a:pt x="333274" y="416231"/>
                </a:lnTo>
                <a:lnTo>
                  <a:pt x="333274" y="338489"/>
                </a:lnTo>
                <a:cubicBezTo>
                  <a:pt x="333274" y="295626"/>
                  <a:pt x="368153" y="260747"/>
                  <a:pt x="411016" y="260747"/>
                </a:cubicBezTo>
                <a:lnTo>
                  <a:pt x="415963" y="260747"/>
                </a:lnTo>
                <a:lnTo>
                  <a:pt x="404961" y="352651"/>
                </a:lnTo>
                <a:cubicBezTo>
                  <a:pt x="404372" y="357616"/>
                  <a:pt x="406783" y="362456"/>
                  <a:pt x="411123" y="364956"/>
                </a:cubicBezTo>
                <a:lnTo>
                  <a:pt x="434840" y="378654"/>
                </a:lnTo>
                <a:cubicBezTo>
                  <a:pt x="436769" y="379762"/>
                  <a:pt x="438930" y="380333"/>
                  <a:pt x="441091" y="380333"/>
                </a:cubicBezTo>
                <a:cubicBezTo>
                  <a:pt x="443252" y="380333"/>
                  <a:pt x="445413" y="379780"/>
                  <a:pt x="447342" y="378654"/>
                </a:cubicBezTo>
                <a:lnTo>
                  <a:pt x="471059" y="364956"/>
                </a:lnTo>
                <a:cubicBezTo>
                  <a:pt x="475399" y="362456"/>
                  <a:pt x="477810" y="357616"/>
                  <a:pt x="477220" y="352651"/>
                </a:cubicBezTo>
                <a:lnTo>
                  <a:pt x="466219" y="260747"/>
                </a:lnTo>
                <a:lnTo>
                  <a:pt x="471166" y="260747"/>
                </a:lnTo>
                <a:cubicBezTo>
                  <a:pt x="514029" y="260747"/>
                  <a:pt x="548908" y="295626"/>
                  <a:pt x="548908" y="338489"/>
                </a:cubicBezTo>
                <a:lnTo>
                  <a:pt x="548908" y="416231"/>
                </a:lnTo>
                <a:lnTo>
                  <a:pt x="523994" y="416231"/>
                </a:lnTo>
                <a:lnTo>
                  <a:pt x="523994" y="342918"/>
                </a:lnTo>
                <a:cubicBezTo>
                  <a:pt x="523994" y="336006"/>
                  <a:pt x="518404" y="330416"/>
                  <a:pt x="511493" y="330416"/>
                </a:cubicBezTo>
                <a:close/>
                <a:moveTo>
                  <a:pt x="451431" y="347436"/>
                </a:moveTo>
                <a:lnTo>
                  <a:pt x="441091" y="353401"/>
                </a:lnTo>
                <a:lnTo>
                  <a:pt x="430768" y="347436"/>
                </a:lnTo>
                <a:lnTo>
                  <a:pt x="441109" y="261176"/>
                </a:lnTo>
                <a:close/>
                <a:moveTo>
                  <a:pt x="713875" y="536996"/>
                </a:moveTo>
                <a:cubicBezTo>
                  <a:pt x="715482" y="532156"/>
                  <a:pt x="716965" y="527245"/>
                  <a:pt x="718322" y="522297"/>
                </a:cubicBezTo>
                <a:lnTo>
                  <a:pt x="727305" y="597360"/>
                </a:lnTo>
                <a:lnTo>
                  <a:pt x="716983" y="603325"/>
                </a:lnTo>
                <a:lnTo>
                  <a:pt x="706642" y="597360"/>
                </a:lnTo>
                <a:close/>
                <a:moveTo>
                  <a:pt x="716983" y="485668"/>
                </a:moveTo>
                <a:cubicBezTo>
                  <a:pt x="687943" y="485668"/>
                  <a:pt x="664297" y="462040"/>
                  <a:pt x="664297" y="432983"/>
                </a:cubicBezTo>
                <a:cubicBezTo>
                  <a:pt x="664297" y="403925"/>
                  <a:pt x="687925" y="380298"/>
                  <a:pt x="716983" y="380298"/>
                </a:cubicBezTo>
                <a:cubicBezTo>
                  <a:pt x="746040" y="380298"/>
                  <a:pt x="769668" y="403925"/>
                  <a:pt x="769668" y="432983"/>
                </a:cubicBezTo>
                <a:cubicBezTo>
                  <a:pt x="769668" y="462040"/>
                  <a:pt x="746040" y="485668"/>
                  <a:pt x="716983" y="485668"/>
                </a:cubicBezTo>
                <a:close/>
                <a:moveTo>
                  <a:pt x="165217" y="511100"/>
                </a:moveTo>
                <a:lnTo>
                  <a:pt x="175540" y="597360"/>
                </a:lnTo>
                <a:lnTo>
                  <a:pt x="165217" y="603325"/>
                </a:lnTo>
                <a:lnTo>
                  <a:pt x="154877" y="597360"/>
                </a:lnTo>
                <a:close/>
                <a:moveTo>
                  <a:pt x="165217" y="380315"/>
                </a:moveTo>
                <a:cubicBezTo>
                  <a:pt x="194256" y="380315"/>
                  <a:pt x="217902" y="403943"/>
                  <a:pt x="217902" y="433001"/>
                </a:cubicBezTo>
                <a:cubicBezTo>
                  <a:pt x="217902" y="462058"/>
                  <a:pt x="194274" y="485686"/>
                  <a:pt x="165217" y="485686"/>
                </a:cubicBezTo>
                <a:cubicBezTo>
                  <a:pt x="136160" y="485686"/>
                  <a:pt x="112532" y="462058"/>
                  <a:pt x="112532" y="433001"/>
                </a:cubicBezTo>
                <a:cubicBezTo>
                  <a:pt x="112532" y="403943"/>
                  <a:pt x="136160" y="380315"/>
                  <a:pt x="165217" y="380315"/>
                </a:cubicBezTo>
                <a:close/>
                <a:moveTo>
                  <a:pt x="703534" y="767203"/>
                </a:moveTo>
                <a:lnTo>
                  <a:pt x="613077" y="727234"/>
                </a:lnTo>
                <a:cubicBezTo>
                  <a:pt x="609469" y="725644"/>
                  <a:pt x="605326" y="725841"/>
                  <a:pt x="601897" y="727770"/>
                </a:cubicBezTo>
                <a:cubicBezTo>
                  <a:pt x="579180" y="740539"/>
                  <a:pt x="554998" y="750576"/>
                  <a:pt x="530031" y="757577"/>
                </a:cubicBezTo>
                <a:cubicBezTo>
                  <a:pt x="526244" y="758648"/>
                  <a:pt x="523173" y="761434"/>
                  <a:pt x="521744" y="765096"/>
                </a:cubicBezTo>
                <a:lnTo>
                  <a:pt x="486061" y="857286"/>
                </a:lnTo>
                <a:lnTo>
                  <a:pt x="396103" y="857286"/>
                </a:lnTo>
                <a:lnTo>
                  <a:pt x="360438" y="765114"/>
                </a:lnTo>
                <a:cubicBezTo>
                  <a:pt x="359009" y="761434"/>
                  <a:pt x="355955" y="758648"/>
                  <a:pt x="352151" y="757595"/>
                </a:cubicBezTo>
                <a:cubicBezTo>
                  <a:pt x="327148" y="750576"/>
                  <a:pt x="302966" y="740557"/>
                  <a:pt x="280267" y="727787"/>
                </a:cubicBezTo>
                <a:cubicBezTo>
                  <a:pt x="276838" y="725859"/>
                  <a:pt x="272695" y="725662"/>
                  <a:pt x="269087" y="727252"/>
                </a:cubicBezTo>
                <a:lnTo>
                  <a:pt x="178647" y="767221"/>
                </a:lnTo>
                <a:lnTo>
                  <a:pt x="115032" y="703606"/>
                </a:lnTo>
                <a:lnTo>
                  <a:pt x="120515" y="691194"/>
                </a:lnTo>
                <a:lnTo>
                  <a:pt x="235565" y="691194"/>
                </a:lnTo>
                <a:cubicBezTo>
                  <a:pt x="235565" y="691194"/>
                  <a:pt x="235583" y="691194"/>
                  <a:pt x="235601" y="691194"/>
                </a:cubicBezTo>
                <a:cubicBezTo>
                  <a:pt x="235619" y="691194"/>
                  <a:pt x="235619" y="691194"/>
                  <a:pt x="235637" y="691194"/>
                </a:cubicBezTo>
                <a:lnTo>
                  <a:pt x="285518" y="691194"/>
                </a:lnTo>
                <a:cubicBezTo>
                  <a:pt x="286947" y="691194"/>
                  <a:pt x="288322" y="690944"/>
                  <a:pt x="289608" y="690497"/>
                </a:cubicBezTo>
                <a:cubicBezTo>
                  <a:pt x="335042" y="718733"/>
                  <a:pt x="387120" y="733592"/>
                  <a:pt x="441055" y="733592"/>
                </a:cubicBezTo>
                <a:cubicBezTo>
                  <a:pt x="494990" y="733592"/>
                  <a:pt x="547086" y="718715"/>
                  <a:pt x="592503" y="690497"/>
                </a:cubicBezTo>
                <a:cubicBezTo>
                  <a:pt x="593789" y="690944"/>
                  <a:pt x="595164" y="691194"/>
                  <a:pt x="596592" y="691194"/>
                </a:cubicBezTo>
                <a:lnTo>
                  <a:pt x="646474" y="691194"/>
                </a:lnTo>
                <a:cubicBezTo>
                  <a:pt x="646474" y="691194"/>
                  <a:pt x="646492" y="691194"/>
                  <a:pt x="646509" y="691194"/>
                </a:cubicBezTo>
                <a:cubicBezTo>
                  <a:pt x="646527" y="691194"/>
                  <a:pt x="646527" y="691194"/>
                  <a:pt x="646545" y="691194"/>
                </a:cubicBezTo>
                <a:lnTo>
                  <a:pt x="761595" y="691194"/>
                </a:lnTo>
                <a:lnTo>
                  <a:pt x="767078" y="703606"/>
                </a:lnTo>
                <a:lnTo>
                  <a:pt x="703463" y="767221"/>
                </a:lnTo>
                <a:close/>
                <a:moveTo>
                  <a:pt x="824817" y="666173"/>
                </a:moveTo>
                <a:lnTo>
                  <a:pt x="799904" y="666173"/>
                </a:lnTo>
                <a:lnTo>
                  <a:pt x="799904" y="592860"/>
                </a:lnTo>
                <a:cubicBezTo>
                  <a:pt x="799904" y="585948"/>
                  <a:pt x="794314" y="580358"/>
                  <a:pt x="787402" y="580358"/>
                </a:cubicBezTo>
                <a:cubicBezTo>
                  <a:pt x="780490" y="580358"/>
                  <a:pt x="774900" y="585948"/>
                  <a:pt x="774900" y="592860"/>
                </a:cubicBezTo>
                <a:lnTo>
                  <a:pt x="774900" y="666173"/>
                </a:lnTo>
                <a:lnTo>
                  <a:pt x="659082" y="666173"/>
                </a:lnTo>
                <a:lnTo>
                  <a:pt x="659082" y="592860"/>
                </a:lnTo>
                <a:cubicBezTo>
                  <a:pt x="659082" y="585948"/>
                  <a:pt x="653492" y="580358"/>
                  <a:pt x="646581" y="580358"/>
                </a:cubicBezTo>
                <a:cubicBezTo>
                  <a:pt x="639669" y="580358"/>
                  <a:pt x="634079" y="585948"/>
                  <a:pt x="634079" y="592860"/>
                </a:cubicBezTo>
                <a:lnTo>
                  <a:pt x="634079" y="666173"/>
                </a:lnTo>
                <a:lnTo>
                  <a:pt x="609165" y="666173"/>
                </a:lnTo>
                <a:lnTo>
                  <a:pt x="609165" y="588431"/>
                </a:lnTo>
                <a:cubicBezTo>
                  <a:pt x="609165" y="545568"/>
                  <a:pt x="644045" y="510689"/>
                  <a:pt x="686907" y="510689"/>
                </a:cubicBezTo>
                <a:lnTo>
                  <a:pt x="691854" y="510689"/>
                </a:lnTo>
                <a:lnTo>
                  <a:pt x="689211" y="532781"/>
                </a:lnTo>
                <a:cubicBezTo>
                  <a:pt x="689211" y="532781"/>
                  <a:pt x="689211" y="532834"/>
                  <a:pt x="689211" y="532870"/>
                </a:cubicBezTo>
                <a:lnTo>
                  <a:pt x="680853" y="602611"/>
                </a:lnTo>
                <a:cubicBezTo>
                  <a:pt x="680264" y="607576"/>
                  <a:pt x="682675" y="612416"/>
                  <a:pt x="687014" y="614916"/>
                </a:cubicBezTo>
                <a:lnTo>
                  <a:pt x="710732" y="628614"/>
                </a:lnTo>
                <a:cubicBezTo>
                  <a:pt x="712661" y="629739"/>
                  <a:pt x="714822" y="630293"/>
                  <a:pt x="716983" y="630293"/>
                </a:cubicBezTo>
                <a:cubicBezTo>
                  <a:pt x="719143" y="630293"/>
                  <a:pt x="721304" y="629739"/>
                  <a:pt x="723233" y="628614"/>
                </a:cubicBezTo>
                <a:lnTo>
                  <a:pt x="746951" y="614916"/>
                </a:lnTo>
                <a:cubicBezTo>
                  <a:pt x="751290" y="612416"/>
                  <a:pt x="753701" y="607576"/>
                  <a:pt x="753112" y="602611"/>
                </a:cubicBezTo>
                <a:lnTo>
                  <a:pt x="742111" y="510707"/>
                </a:lnTo>
                <a:lnTo>
                  <a:pt x="747058" y="510707"/>
                </a:lnTo>
                <a:cubicBezTo>
                  <a:pt x="789920" y="510707"/>
                  <a:pt x="824800" y="545586"/>
                  <a:pt x="824800" y="588449"/>
                </a:cubicBezTo>
                <a:lnTo>
                  <a:pt x="824800" y="666190"/>
                </a:lnTo>
                <a:close/>
                <a:moveTo>
                  <a:pt x="857232" y="486132"/>
                </a:moveTo>
                <a:lnTo>
                  <a:pt x="807494" y="505385"/>
                </a:lnTo>
                <a:cubicBezTo>
                  <a:pt x="796778" y="497562"/>
                  <a:pt x="784491" y="491776"/>
                  <a:pt x="771204" y="488561"/>
                </a:cubicBezTo>
                <a:cubicBezTo>
                  <a:pt x="785670" y="474452"/>
                  <a:pt x="794671" y="454753"/>
                  <a:pt x="794671" y="433001"/>
                </a:cubicBezTo>
                <a:cubicBezTo>
                  <a:pt x="794671" y="390174"/>
                  <a:pt x="759827" y="355312"/>
                  <a:pt x="716983" y="355312"/>
                </a:cubicBezTo>
                <a:cubicBezTo>
                  <a:pt x="715965" y="355312"/>
                  <a:pt x="714964" y="355348"/>
                  <a:pt x="713946" y="355384"/>
                </a:cubicBezTo>
                <a:cubicBezTo>
                  <a:pt x="683782" y="264587"/>
                  <a:pt x="609737" y="194274"/>
                  <a:pt x="517458" y="168896"/>
                </a:cubicBezTo>
                <a:cubicBezTo>
                  <a:pt x="510778" y="132802"/>
                  <a:pt x="479096" y="105388"/>
                  <a:pt x="441091" y="105388"/>
                </a:cubicBezTo>
                <a:cubicBezTo>
                  <a:pt x="403086" y="105388"/>
                  <a:pt x="371404" y="132820"/>
                  <a:pt x="364724" y="168896"/>
                </a:cubicBezTo>
                <a:cubicBezTo>
                  <a:pt x="272445" y="194274"/>
                  <a:pt x="198400" y="264587"/>
                  <a:pt x="168235" y="355384"/>
                </a:cubicBezTo>
                <a:cubicBezTo>
                  <a:pt x="167235" y="355348"/>
                  <a:pt x="166217" y="355312"/>
                  <a:pt x="165199" y="355312"/>
                </a:cubicBezTo>
                <a:cubicBezTo>
                  <a:pt x="122372" y="355312"/>
                  <a:pt x="87511" y="390156"/>
                  <a:pt x="87511" y="433001"/>
                </a:cubicBezTo>
                <a:cubicBezTo>
                  <a:pt x="87511" y="454753"/>
                  <a:pt x="96512" y="474452"/>
                  <a:pt x="110978" y="488561"/>
                </a:cubicBezTo>
                <a:cubicBezTo>
                  <a:pt x="97691" y="491776"/>
                  <a:pt x="85404" y="497562"/>
                  <a:pt x="74688" y="505385"/>
                </a:cubicBezTo>
                <a:lnTo>
                  <a:pt x="24950" y="486132"/>
                </a:lnTo>
                <a:lnTo>
                  <a:pt x="24950" y="396175"/>
                </a:lnTo>
                <a:lnTo>
                  <a:pt x="117122" y="360492"/>
                </a:lnTo>
                <a:cubicBezTo>
                  <a:pt x="120801" y="359063"/>
                  <a:pt x="123587" y="356009"/>
                  <a:pt x="124641" y="352205"/>
                </a:cubicBezTo>
                <a:cubicBezTo>
                  <a:pt x="131659" y="327202"/>
                  <a:pt x="141678" y="303020"/>
                  <a:pt x="154448" y="280321"/>
                </a:cubicBezTo>
                <a:cubicBezTo>
                  <a:pt x="156377" y="276892"/>
                  <a:pt x="156573" y="272748"/>
                  <a:pt x="154984" y="269141"/>
                </a:cubicBezTo>
                <a:lnTo>
                  <a:pt x="115014" y="178701"/>
                </a:lnTo>
                <a:lnTo>
                  <a:pt x="178629" y="115086"/>
                </a:lnTo>
                <a:lnTo>
                  <a:pt x="269087" y="155055"/>
                </a:lnTo>
                <a:cubicBezTo>
                  <a:pt x="272695" y="156645"/>
                  <a:pt x="276838" y="156448"/>
                  <a:pt x="280267" y="154519"/>
                </a:cubicBezTo>
                <a:cubicBezTo>
                  <a:pt x="302984" y="141750"/>
                  <a:pt x="327166" y="131713"/>
                  <a:pt x="352133" y="124712"/>
                </a:cubicBezTo>
                <a:cubicBezTo>
                  <a:pt x="355920" y="123640"/>
                  <a:pt x="358991" y="120854"/>
                  <a:pt x="360420" y="117193"/>
                </a:cubicBezTo>
                <a:lnTo>
                  <a:pt x="396103" y="25003"/>
                </a:lnTo>
                <a:lnTo>
                  <a:pt x="486061" y="25003"/>
                </a:lnTo>
                <a:lnTo>
                  <a:pt x="521744" y="117193"/>
                </a:lnTo>
                <a:cubicBezTo>
                  <a:pt x="523173" y="120872"/>
                  <a:pt x="526227" y="123658"/>
                  <a:pt x="530031" y="124712"/>
                </a:cubicBezTo>
                <a:cubicBezTo>
                  <a:pt x="555016" y="131731"/>
                  <a:pt x="579197" y="141750"/>
                  <a:pt x="601897" y="154519"/>
                </a:cubicBezTo>
                <a:cubicBezTo>
                  <a:pt x="605326" y="156448"/>
                  <a:pt x="609469" y="156645"/>
                  <a:pt x="613077" y="155055"/>
                </a:cubicBezTo>
                <a:lnTo>
                  <a:pt x="703534" y="115086"/>
                </a:lnTo>
                <a:lnTo>
                  <a:pt x="767149" y="178701"/>
                </a:lnTo>
                <a:lnTo>
                  <a:pt x="727180" y="269141"/>
                </a:lnTo>
                <a:cubicBezTo>
                  <a:pt x="725591" y="272748"/>
                  <a:pt x="725787" y="276892"/>
                  <a:pt x="727716" y="280321"/>
                </a:cubicBezTo>
                <a:cubicBezTo>
                  <a:pt x="740485" y="303038"/>
                  <a:pt x="750522" y="327219"/>
                  <a:pt x="757523" y="352205"/>
                </a:cubicBezTo>
                <a:cubicBezTo>
                  <a:pt x="758595" y="355991"/>
                  <a:pt x="761381" y="359063"/>
                  <a:pt x="765042" y="360492"/>
                </a:cubicBezTo>
                <a:lnTo>
                  <a:pt x="857214" y="396175"/>
                </a:lnTo>
                <a:lnTo>
                  <a:pt x="857214" y="486132"/>
                </a:lnTo>
                <a:close/>
                <a:moveTo>
                  <a:pt x="441109" y="624632"/>
                </a:moveTo>
                <a:cubicBezTo>
                  <a:pt x="467201" y="624632"/>
                  <a:pt x="488418" y="603415"/>
                  <a:pt x="488418" y="577322"/>
                </a:cubicBezTo>
                <a:cubicBezTo>
                  <a:pt x="488418" y="551230"/>
                  <a:pt x="467201" y="530013"/>
                  <a:pt x="441109" y="530013"/>
                </a:cubicBezTo>
                <a:cubicBezTo>
                  <a:pt x="415016" y="530013"/>
                  <a:pt x="393799" y="551230"/>
                  <a:pt x="393799" y="577322"/>
                </a:cubicBezTo>
                <a:cubicBezTo>
                  <a:pt x="393799" y="603415"/>
                  <a:pt x="415016" y="624632"/>
                  <a:pt x="441109" y="624632"/>
                </a:cubicBezTo>
                <a:close/>
                <a:moveTo>
                  <a:pt x="441109" y="555016"/>
                </a:moveTo>
                <a:cubicBezTo>
                  <a:pt x="453414" y="555016"/>
                  <a:pt x="463415" y="565017"/>
                  <a:pt x="463415" y="577322"/>
                </a:cubicBezTo>
                <a:cubicBezTo>
                  <a:pt x="463415" y="589627"/>
                  <a:pt x="453414" y="599629"/>
                  <a:pt x="441109" y="599629"/>
                </a:cubicBezTo>
                <a:cubicBezTo>
                  <a:pt x="428804" y="599629"/>
                  <a:pt x="418802" y="589627"/>
                  <a:pt x="418802" y="577322"/>
                </a:cubicBezTo>
                <a:cubicBezTo>
                  <a:pt x="418802" y="565017"/>
                  <a:pt x="428804" y="555016"/>
                  <a:pt x="441109" y="555016"/>
                </a:cubicBezTo>
                <a:close/>
                <a:moveTo>
                  <a:pt x="330702" y="602218"/>
                </a:moveTo>
                <a:lnTo>
                  <a:pt x="349865" y="609630"/>
                </a:lnTo>
                <a:cubicBezTo>
                  <a:pt x="350990" y="612809"/>
                  <a:pt x="352294" y="615934"/>
                  <a:pt x="353741" y="618988"/>
                </a:cubicBezTo>
                <a:lnTo>
                  <a:pt x="345436" y="637794"/>
                </a:lnTo>
                <a:cubicBezTo>
                  <a:pt x="343346" y="642509"/>
                  <a:pt x="344382" y="648027"/>
                  <a:pt x="348026" y="651689"/>
                </a:cubicBezTo>
                <a:lnTo>
                  <a:pt x="366742" y="670405"/>
                </a:lnTo>
                <a:cubicBezTo>
                  <a:pt x="370386" y="674049"/>
                  <a:pt x="375904" y="675084"/>
                  <a:pt x="380637" y="672995"/>
                </a:cubicBezTo>
                <a:lnTo>
                  <a:pt x="399443" y="664690"/>
                </a:lnTo>
                <a:cubicBezTo>
                  <a:pt x="402497" y="666155"/>
                  <a:pt x="405622" y="667441"/>
                  <a:pt x="408819" y="668584"/>
                </a:cubicBezTo>
                <a:lnTo>
                  <a:pt x="416231" y="687747"/>
                </a:lnTo>
                <a:cubicBezTo>
                  <a:pt x="418088" y="692569"/>
                  <a:pt x="422731" y="695730"/>
                  <a:pt x="427893" y="695730"/>
                </a:cubicBezTo>
                <a:lnTo>
                  <a:pt x="454343" y="695730"/>
                </a:lnTo>
                <a:cubicBezTo>
                  <a:pt x="459504" y="695730"/>
                  <a:pt x="464129" y="692551"/>
                  <a:pt x="466005" y="687747"/>
                </a:cubicBezTo>
                <a:lnTo>
                  <a:pt x="473416" y="668584"/>
                </a:lnTo>
                <a:cubicBezTo>
                  <a:pt x="476595" y="667458"/>
                  <a:pt x="479721" y="666155"/>
                  <a:pt x="482775" y="664708"/>
                </a:cubicBezTo>
                <a:lnTo>
                  <a:pt x="501581" y="673013"/>
                </a:lnTo>
                <a:cubicBezTo>
                  <a:pt x="506295" y="675102"/>
                  <a:pt x="511832" y="674066"/>
                  <a:pt x="515475" y="670423"/>
                </a:cubicBezTo>
                <a:lnTo>
                  <a:pt x="534192" y="651706"/>
                </a:lnTo>
                <a:cubicBezTo>
                  <a:pt x="537835" y="648063"/>
                  <a:pt x="538871" y="642545"/>
                  <a:pt x="536781" y="637812"/>
                </a:cubicBezTo>
                <a:lnTo>
                  <a:pt x="528477" y="619006"/>
                </a:lnTo>
                <a:cubicBezTo>
                  <a:pt x="529941" y="615952"/>
                  <a:pt x="531227" y="612827"/>
                  <a:pt x="532352" y="609630"/>
                </a:cubicBezTo>
                <a:lnTo>
                  <a:pt x="551515" y="602218"/>
                </a:lnTo>
                <a:cubicBezTo>
                  <a:pt x="556337" y="600361"/>
                  <a:pt x="559499" y="595717"/>
                  <a:pt x="559499" y="590556"/>
                </a:cubicBezTo>
                <a:lnTo>
                  <a:pt x="559499" y="564106"/>
                </a:lnTo>
                <a:cubicBezTo>
                  <a:pt x="559499" y="558945"/>
                  <a:pt x="556320" y="554319"/>
                  <a:pt x="551515" y="552444"/>
                </a:cubicBezTo>
                <a:lnTo>
                  <a:pt x="532352" y="545032"/>
                </a:lnTo>
                <a:cubicBezTo>
                  <a:pt x="531227" y="541853"/>
                  <a:pt x="529923" y="538710"/>
                  <a:pt x="528459" y="535656"/>
                </a:cubicBezTo>
                <a:lnTo>
                  <a:pt x="536764" y="516850"/>
                </a:lnTo>
                <a:cubicBezTo>
                  <a:pt x="538853" y="512135"/>
                  <a:pt x="537817" y="506599"/>
                  <a:pt x="534174" y="502956"/>
                </a:cubicBezTo>
                <a:lnTo>
                  <a:pt x="515457" y="484239"/>
                </a:lnTo>
                <a:cubicBezTo>
                  <a:pt x="511814" y="480596"/>
                  <a:pt x="506278" y="479560"/>
                  <a:pt x="501563" y="481650"/>
                </a:cubicBezTo>
                <a:lnTo>
                  <a:pt x="482757" y="489954"/>
                </a:lnTo>
                <a:cubicBezTo>
                  <a:pt x="479703" y="488490"/>
                  <a:pt x="476577" y="487204"/>
                  <a:pt x="473398" y="486079"/>
                </a:cubicBezTo>
                <a:lnTo>
                  <a:pt x="465987" y="466916"/>
                </a:lnTo>
                <a:cubicBezTo>
                  <a:pt x="464129" y="462093"/>
                  <a:pt x="459486" y="458932"/>
                  <a:pt x="454325" y="458932"/>
                </a:cubicBezTo>
                <a:lnTo>
                  <a:pt x="427875" y="458932"/>
                </a:lnTo>
                <a:cubicBezTo>
                  <a:pt x="422714" y="458932"/>
                  <a:pt x="418088" y="462111"/>
                  <a:pt x="416213" y="466916"/>
                </a:cubicBezTo>
                <a:lnTo>
                  <a:pt x="408801" y="486079"/>
                </a:lnTo>
                <a:cubicBezTo>
                  <a:pt x="405622" y="487204"/>
                  <a:pt x="402497" y="488507"/>
                  <a:pt x="399443" y="489954"/>
                </a:cubicBezTo>
                <a:lnTo>
                  <a:pt x="380637" y="481650"/>
                </a:lnTo>
                <a:cubicBezTo>
                  <a:pt x="375904" y="479560"/>
                  <a:pt x="370386" y="480596"/>
                  <a:pt x="366742" y="484239"/>
                </a:cubicBezTo>
                <a:lnTo>
                  <a:pt x="348026" y="502956"/>
                </a:lnTo>
                <a:cubicBezTo>
                  <a:pt x="344382" y="506599"/>
                  <a:pt x="343346" y="512118"/>
                  <a:pt x="345436" y="516850"/>
                </a:cubicBezTo>
                <a:lnTo>
                  <a:pt x="353741" y="535656"/>
                </a:lnTo>
                <a:cubicBezTo>
                  <a:pt x="352276" y="538710"/>
                  <a:pt x="350990" y="541836"/>
                  <a:pt x="349865" y="545032"/>
                </a:cubicBezTo>
                <a:lnTo>
                  <a:pt x="330702" y="552444"/>
                </a:lnTo>
                <a:cubicBezTo>
                  <a:pt x="325880" y="554301"/>
                  <a:pt x="322719" y="558945"/>
                  <a:pt x="322719" y="564106"/>
                </a:cubicBezTo>
                <a:lnTo>
                  <a:pt x="322719" y="590556"/>
                </a:lnTo>
                <a:cubicBezTo>
                  <a:pt x="322719" y="595717"/>
                  <a:pt x="325898" y="600343"/>
                  <a:pt x="330702" y="602218"/>
                </a:cubicBezTo>
                <a:close/>
                <a:moveTo>
                  <a:pt x="347722" y="572661"/>
                </a:moveTo>
                <a:lnTo>
                  <a:pt x="364474" y="566178"/>
                </a:lnTo>
                <a:cubicBezTo>
                  <a:pt x="368153" y="564749"/>
                  <a:pt x="370939" y="561695"/>
                  <a:pt x="371993" y="557891"/>
                </a:cubicBezTo>
                <a:cubicBezTo>
                  <a:pt x="373529" y="552444"/>
                  <a:pt x="375708" y="547158"/>
                  <a:pt x="378494" y="542211"/>
                </a:cubicBezTo>
                <a:cubicBezTo>
                  <a:pt x="380423" y="538782"/>
                  <a:pt x="380619" y="534638"/>
                  <a:pt x="379030" y="531031"/>
                </a:cubicBezTo>
                <a:lnTo>
                  <a:pt x="371761" y="514582"/>
                </a:lnTo>
                <a:lnTo>
                  <a:pt x="378351" y="507992"/>
                </a:lnTo>
                <a:lnTo>
                  <a:pt x="394799" y="515261"/>
                </a:lnTo>
                <a:cubicBezTo>
                  <a:pt x="398407" y="516850"/>
                  <a:pt x="402550" y="516654"/>
                  <a:pt x="405979" y="514725"/>
                </a:cubicBezTo>
                <a:cubicBezTo>
                  <a:pt x="410944" y="511939"/>
                  <a:pt x="416213" y="509742"/>
                  <a:pt x="421660" y="508224"/>
                </a:cubicBezTo>
                <a:cubicBezTo>
                  <a:pt x="425446" y="507171"/>
                  <a:pt x="428518" y="504367"/>
                  <a:pt x="429947" y="500705"/>
                </a:cubicBezTo>
                <a:lnTo>
                  <a:pt x="436430" y="483953"/>
                </a:lnTo>
                <a:lnTo>
                  <a:pt x="445752" y="483953"/>
                </a:lnTo>
                <a:lnTo>
                  <a:pt x="452235" y="500705"/>
                </a:lnTo>
                <a:cubicBezTo>
                  <a:pt x="453664" y="504385"/>
                  <a:pt x="456718" y="507171"/>
                  <a:pt x="460522" y="508224"/>
                </a:cubicBezTo>
                <a:cubicBezTo>
                  <a:pt x="465969" y="509760"/>
                  <a:pt x="471255" y="511939"/>
                  <a:pt x="476202" y="514725"/>
                </a:cubicBezTo>
                <a:cubicBezTo>
                  <a:pt x="479631" y="516654"/>
                  <a:pt x="483775" y="516850"/>
                  <a:pt x="487382" y="515261"/>
                </a:cubicBezTo>
                <a:lnTo>
                  <a:pt x="503831" y="507992"/>
                </a:lnTo>
                <a:lnTo>
                  <a:pt x="510421" y="514582"/>
                </a:lnTo>
                <a:lnTo>
                  <a:pt x="503152" y="531031"/>
                </a:lnTo>
                <a:cubicBezTo>
                  <a:pt x="501563" y="534638"/>
                  <a:pt x="501759" y="538782"/>
                  <a:pt x="503688" y="542211"/>
                </a:cubicBezTo>
                <a:cubicBezTo>
                  <a:pt x="506474" y="547176"/>
                  <a:pt x="508671" y="552462"/>
                  <a:pt x="510189" y="557909"/>
                </a:cubicBezTo>
                <a:cubicBezTo>
                  <a:pt x="511260" y="561695"/>
                  <a:pt x="514046" y="564767"/>
                  <a:pt x="517708" y="566196"/>
                </a:cubicBezTo>
                <a:lnTo>
                  <a:pt x="534460" y="572679"/>
                </a:lnTo>
                <a:lnTo>
                  <a:pt x="534460" y="582001"/>
                </a:lnTo>
                <a:lnTo>
                  <a:pt x="517708" y="588484"/>
                </a:lnTo>
                <a:cubicBezTo>
                  <a:pt x="514029" y="589913"/>
                  <a:pt x="511242" y="592967"/>
                  <a:pt x="510189" y="596771"/>
                </a:cubicBezTo>
                <a:cubicBezTo>
                  <a:pt x="508653" y="602236"/>
                  <a:pt x="506474" y="607505"/>
                  <a:pt x="503688" y="612452"/>
                </a:cubicBezTo>
                <a:cubicBezTo>
                  <a:pt x="501759" y="615881"/>
                  <a:pt x="501563" y="620024"/>
                  <a:pt x="503152" y="623632"/>
                </a:cubicBezTo>
                <a:lnTo>
                  <a:pt x="510421" y="640080"/>
                </a:lnTo>
                <a:lnTo>
                  <a:pt x="503831" y="646670"/>
                </a:lnTo>
                <a:lnTo>
                  <a:pt x="487382" y="639401"/>
                </a:lnTo>
                <a:cubicBezTo>
                  <a:pt x="483775" y="637812"/>
                  <a:pt x="479631" y="638008"/>
                  <a:pt x="476202" y="639937"/>
                </a:cubicBezTo>
                <a:cubicBezTo>
                  <a:pt x="471237" y="642723"/>
                  <a:pt x="465969" y="644920"/>
                  <a:pt x="460522" y="646438"/>
                </a:cubicBezTo>
                <a:cubicBezTo>
                  <a:pt x="456736" y="647492"/>
                  <a:pt x="453664" y="650296"/>
                  <a:pt x="452235" y="653957"/>
                </a:cubicBezTo>
                <a:lnTo>
                  <a:pt x="445752" y="670709"/>
                </a:lnTo>
                <a:lnTo>
                  <a:pt x="436430" y="670709"/>
                </a:lnTo>
                <a:lnTo>
                  <a:pt x="429947" y="653957"/>
                </a:lnTo>
                <a:cubicBezTo>
                  <a:pt x="428518" y="650278"/>
                  <a:pt x="425464" y="647492"/>
                  <a:pt x="421660" y="646438"/>
                </a:cubicBezTo>
                <a:cubicBezTo>
                  <a:pt x="416213" y="644902"/>
                  <a:pt x="410926" y="642723"/>
                  <a:pt x="405979" y="639937"/>
                </a:cubicBezTo>
                <a:cubicBezTo>
                  <a:pt x="402550" y="638008"/>
                  <a:pt x="398407" y="637812"/>
                  <a:pt x="394799" y="639401"/>
                </a:cubicBezTo>
                <a:lnTo>
                  <a:pt x="378351" y="646670"/>
                </a:lnTo>
                <a:lnTo>
                  <a:pt x="371761" y="640080"/>
                </a:lnTo>
                <a:lnTo>
                  <a:pt x="379030" y="623632"/>
                </a:lnTo>
                <a:cubicBezTo>
                  <a:pt x="380619" y="620024"/>
                  <a:pt x="380423" y="615881"/>
                  <a:pt x="378494" y="612452"/>
                </a:cubicBezTo>
                <a:cubicBezTo>
                  <a:pt x="375708" y="607487"/>
                  <a:pt x="373511" y="602218"/>
                  <a:pt x="371993" y="596771"/>
                </a:cubicBezTo>
                <a:cubicBezTo>
                  <a:pt x="370921" y="592985"/>
                  <a:pt x="368135" y="589913"/>
                  <a:pt x="364474" y="588484"/>
                </a:cubicBezTo>
                <a:lnTo>
                  <a:pt x="347722" y="582001"/>
                </a:lnTo>
                <a:lnTo>
                  <a:pt x="347722" y="572679"/>
                </a:lnTo>
                <a:close/>
              </a:path>
            </a:pathLst>
          </a:custGeom>
          <a:solidFill>
            <a:schemeClr val="bg1"/>
          </a:solidFill>
          <a:ln w="1786" cap="flat">
            <a:noFill/>
            <a:prstDash val="solid"/>
            <a:miter/>
          </a:ln>
        </p:spPr>
        <p:txBody>
          <a:bodyPr/>
          <a:lstStyle/>
          <a:p>
            <a:endParaRPr lang="en-GB"/>
          </a:p>
        </p:txBody>
      </p:sp>
      <p:sp>
        <p:nvSpPr>
          <p:cNvPr id="61" name="Freeform 9">
            <a:extLst>
              <a:ext uri="{FF2B5EF4-FFF2-40B4-BE49-F238E27FC236}">
                <a16:creationId xmlns:a16="http://schemas.microsoft.com/office/drawing/2014/main" id="{11D9FB37-0166-B70E-5B00-A107A8D90B30}"/>
              </a:ext>
            </a:extLst>
          </p:cNvPr>
          <p:cNvSpPr/>
          <p:nvPr/>
        </p:nvSpPr>
        <p:spPr>
          <a:xfrm>
            <a:off x="8969007" y="4435590"/>
            <a:ext cx="1502169" cy="1025082"/>
          </a:xfrm>
          <a:custGeom>
            <a:avLst/>
            <a:gdLst>
              <a:gd name="connsiteX0" fmla="*/ 998364 w 1395812"/>
              <a:gd name="connsiteY0" fmla="*/ 0 h 952504"/>
              <a:gd name="connsiteX1" fmla="*/ 1395812 w 1395812"/>
              <a:gd name="connsiteY1" fmla="*/ 780036 h 952504"/>
              <a:gd name="connsiteX2" fmla="*/ 1301818 w 1395812"/>
              <a:gd name="connsiteY2" fmla="*/ 825315 h 952504"/>
              <a:gd name="connsiteX3" fmla="*/ 671830 w 1395812"/>
              <a:gd name="connsiteY3" fmla="*/ 952504 h 952504"/>
              <a:gd name="connsiteX4" fmla="*/ 41842 w 1395812"/>
              <a:gd name="connsiteY4" fmla="*/ 825315 h 952504"/>
              <a:gd name="connsiteX5" fmla="*/ 0 w 1395812"/>
              <a:gd name="connsiteY5" fmla="*/ 805159 h 952504"/>
              <a:gd name="connsiteX6" fmla="*/ 369361 w 1395812"/>
              <a:gd name="connsiteY6" fmla="*/ 13061 h 952504"/>
              <a:gd name="connsiteX7" fmla="*/ 382060 w 1395812"/>
              <a:gd name="connsiteY7" fmla="*/ 19954 h 952504"/>
              <a:gd name="connsiteX8" fmla="*/ 671830 w 1395812"/>
              <a:gd name="connsiteY8" fmla="*/ 78456 h 952504"/>
              <a:gd name="connsiteX9" fmla="*/ 961600 w 1395812"/>
              <a:gd name="connsiteY9" fmla="*/ 19954 h 952504"/>
              <a:gd name="connsiteX10" fmla="*/ 998364 w 1395812"/>
              <a:gd name="connsiteY10" fmla="*/ 0 h 952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5812" h="952504">
                <a:moveTo>
                  <a:pt x="998364" y="0"/>
                </a:moveTo>
                <a:lnTo>
                  <a:pt x="1395812" y="780036"/>
                </a:lnTo>
                <a:lnTo>
                  <a:pt x="1301818" y="825315"/>
                </a:lnTo>
                <a:cubicBezTo>
                  <a:pt x="1108185" y="907215"/>
                  <a:pt x="895297" y="952504"/>
                  <a:pt x="671830" y="952504"/>
                </a:cubicBezTo>
                <a:cubicBezTo>
                  <a:pt x="448364" y="952504"/>
                  <a:pt x="235475" y="907215"/>
                  <a:pt x="41842" y="825315"/>
                </a:cubicBezTo>
                <a:lnTo>
                  <a:pt x="0" y="805159"/>
                </a:lnTo>
                <a:lnTo>
                  <a:pt x="369361" y="13061"/>
                </a:lnTo>
                <a:lnTo>
                  <a:pt x="382060" y="19954"/>
                </a:lnTo>
                <a:cubicBezTo>
                  <a:pt x="471124" y="57625"/>
                  <a:pt x="569044" y="78456"/>
                  <a:pt x="671830" y="78456"/>
                </a:cubicBezTo>
                <a:cubicBezTo>
                  <a:pt x="774616" y="78456"/>
                  <a:pt x="872536" y="57625"/>
                  <a:pt x="961600" y="19954"/>
                </a:cubicBezTo>
                <a:lnTo>
                  <a:pt x="998364" y="0"/>
                </a:lnTo>
                <a:close/>
              </a:path>
            </a:pathLst>
          </a:custGeom>
          <a:gradFill>
            <a:gsLst>
              <a:gs pos="0">
                <a:schemeClr val="accent2"/>
              </a:gs>
              <a:gs pos="8000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62" name="Graphic 4">
            <a:extLst>
              <a:ext uri="{FF2B5EF4-FFF2-40B4-BE49-F238E27FC236}">
                <a16:creationId xmlns:a16="http://schemas.microsoft.com/office/drawing/2014/main" id="{57C188C6-80B3-EF37-4BB4-40878159362A}"/>
              </a:ext>
            </a:extLst>
          </p:cNvPr>
          <p:cNvGrpSpPr>
            <a:grpSpLocks noChangeAspect="1"/>
          </p:cNvGrpSpPr>
          <p:nvPr/>
        </p:nvGrpSpPr>
        <p:grpSpPr>
          <a:xfrm>
            <a:off x="9415917" y="4739397"/>
            <a:ext cx="519024" cy="519024"/>
            <a:chOff x="5056922" y="-47904"/>
            <a:chExt cx="888382" cy="888382"/>
          </a:xfrm>
          <a:solidFill>
            <a:schemeClr val="bg1"/>
          </a:solidFill>
        </p:grpSpPr>
        <p:sp>
          <p:nvSpPr>
            <p:cNvPr id="63" name="Freeform: Shape 62">
              <a:extLst>
                <a:ext uri="{FF2B5EF4-FFF2-40B4-BE49-F238E27FC236}">
                  <a16:creationId xmlns:a16="http://schemas.microsoft.com/office/drawing/2014/main" id="{641BE47F-9CD5-D22B-9D00-522D7FAF1096}"/>
                </a:ext>
              </a:extLst>
            </p:cNvPr>
            <p:cNvSpPr/>
            <p:nvPr/>
          </p:nvSpPr>
          <p:spPr>
            <a:xfrm>
              <a:off x="5271235" y="697602"/>
              <a:ext cx="85725" cy="85725"/>
            </a:xfrm>
            <a:custGeom>
              <a:avLst/>
              <a:gdLst>
                <a:gd name="csX0" fmla="*/ 42863 w 85725"/>
                <a:gd name="csY0" fmla="*/ 0 h 85725"/>
                <a:gd name="csX1" fmla="*/ 0 w 85725"/>
                <a:gd name="csY1" fmla="*/ 42863 h 85725"/>
                <a:gd name="csX2" fmla="*/ 42863 w 85725"/>
                <a:gd name="csY2" fmla="*/ 85725 h 85725"/>
                <a:gd name="csX3" fmla="*/ 85725 w 85725"/>
                <a:gd name="csY3" fmla="*/ 42863 h 85725"/>
                <a:gd name="csX4" fmla="*/ 42863 w 85725"/>
                <a:gd name="csY4" fmla="*/ 0 h 85725"/>
                <a:gd name="csX5" fmla="*/ 42863 w 85725"/>
                <a:gd name="csY5" fmla="*/ 57150 h 85725"/>
                <a:gd name="csX6" fmla="*/ 28575 w 85725"/>
                <a:gd name="csY6" fmla="*/ 42863 h 85725"/>
                <a:gd name="csX7" fmla="*/ 42863 w 85725"/>
                <a:gd name="csY7" fmla="*/ 28575 h 85725"/>
                <a:gd name="csX8" fmla="*/ 57150 w 85725"/>
                <a:gd name="csY8" fmla="*/ 42863 h 85725"/>
                <a:gd name="csX9" fmla="*/ 42863 w 85725"/>
                <a:gd name="csY9" fmla="*/ 57150 h 85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5725" h="85725">
                  <a:moveTo>
                    <a:pt x="42863" y="0"/>
                  </a:moveTo>
                  <a:cubicBezTo>
                    <a:pt x="19231" y="0"/>
                    <a:pt x="0" y="19231"/>
                    <a:pt x="0" y="42863"/>
                  </a:cubicBezTo>
                  <a:cubicBezTo>
                    <a:pt x="0" y="66494"/>
                    <a:pt x="19231" y="85725"/>
                    <a:pt x="42863" y="85725"/>
                  </a:cubicBezTo>
                  <a:cubicBezTo>
                    <a:pt x="66494" y="85725"/>
                    <a:pt x="85725" y="66494"/>
                    <a:pt x="85725" y="42863"/>
                  </a:cubicBezTo>
                  <a:cubicBezTo>
                    <a:pt x="85725" y="19231"/>
                    <a:pt x="66494" y="0"/>
                    <a:pt x="42863" y="0"/>
                  </a:cubicBezTo>
                  <a:close/>
                  <a:moveTo>
                    <a:pt x="42863" y="57150"/>
                  </a:moveTo>
                  <a:cubicBezTo>
                    <a:pt x="34976" y="57150"/>
                    <a:pt x="28575" y="50749"/>
                    <a:pt x="28575" y="42863"/>
                  </a:cubicBezTo>
                  <a:cubicBezTo>
                    <a:pt x="28575" y="34976"/>
                    <a:pt x="34976" y="28575"/>
                    <a:pt x="42863" y="28575"/>
                  </a:cubicBezTo>
                  <a:cubicBezTo>
                    <a:pt x="50749" y="28575"/>
                    <a:pt x="57150" y="34976"/>
                    <a:pt x="57150" y="42863"/>
                  </a:cubicBezTo>
                  <a:cubicBezTo>
                    <a:pt x="57150" y="50749"/>
                    <a:pt x="50749" y="57150"/>
                    <a:pt x="42863" y="57150"/>
                  </a:cubicBezTo>
                  <a:close/>
                </a:path>
              </a:pathLst>
            </a:custGeom>
            <a:grpFill/>
            <a:ln w="14288" cap="flat">
              <a:noFill/>
              <a:prstDash val="solid"/>
              <a:miter/>
            </a:ln>
          </p:spPr>
          <p:txBody>
            <a:bodyPr/>
            <a:lstStyle/>
            <a:p>
              <a:endParaRPr lang="en-GB"/>
            </a:p>
          </p:txBody>
        </p:sp>
        <p:sp>
          <p:nvSpPr>
            <p:cNvPr id="64" name="Freeform: Shape 63">
              <a:extLst>
                <a:ext uri="{FF2B5EF4-FFF2-40B4-BE49-F238E27FC236}">
                  <a16:creationId xmlns:a16="http://schemas.microsoft.com/office/drawing/2014/main" id="{C0592379-368F-AB87-3D00-1CC7FFE3180F}"/>
                </a:ext>
              </a:extLst>
            </p:cNvPr>
            <p:cNvSpPr/>
            <p:nvPr/>
          </p:nvSpPr>
          <p:spPr>
            <a:xfrm>
              <a:off x="5056922" y="-47904"/>
              <a:ext cx="888382" cy="888382"/>
            </a:xfrm>
            <a:custGeom>
              <a:avLst/>
              <a:gdLst>
                <a:gd name="csX0" fmla="*/ 507721 w 888382"/>
                <a:gd name="csY0" fmla="*/ 374032 h 888382"/>
                <a:gd name="csX1" fmla="*/ 514350 w 888382"/>
                <a:gd name="csY1" fmla="*/ 316882 h 888382"/>
                <a:gd name="csX2" fmla="*/ 501120 w 888382"/>
                <a:gd name="csY2" fmla="*/ 236015 h 888382"/>
                <a:gd name="csX3" fmla="*/ 514350 w 888382"/>
                <a:gd name="csY3" fmla="*/ 222785 h 888382"/>
                <a:gd name="csX4" fmla="*/ 628650 w 888382"/>
                <a:gd name="csY4" fmla="*/ 337085 h 888382"/>
                <a:gd name="csX5" fmla="*/ 785813 w 888382"/>
                <a:gd name="csY5" fmla="*/ 179922 h 888382"/>
                <a:gd name="csX6" fmla="*/ 853064 w 888382"/>
                <a:gd name="csY6" fmla="*/ 247174 h 888382"/>
                <a:gd name="csX7" fmla="*/ 888383 w 888382"/>
                <a:gd name="csY7" fmla="*/ 0 h 888382"/>
                <a:gd name="csX8" fmla="*/ 641209 w 888382"/>
                <a:gd name="csY8" fmla="*/ 35319 h 888382"/>
                <a:gd name="csX9" fmla="*/ 708460 w 888382"/>
                <a:gd name="csY9" fmla="*/ 102570 h 888382"/>
                <a:gd name="csX10" fmla="*/ 628650 w 888382"/>
                <a:gd name="csY10" fmla="*/ 182380 h 888382"/>
                <a:gd name="csX11" fmla="*/ 514350 w 888382"/>
                <a:gd name="csY11" fmla="*/ 68080 h 888382"/>
                <a:gd name="csX12" fmla="*/ 442898 w 888382"/>
                <a:gd name="csY12" fmla="*/ 139532 h 888382"/>
                <a:gd name="csX13" fmla="*/ 257175 w 888382"/>
                <a:gd name="csY13" fmla="*/ 59707 h 888382"/>
                <a:gd name="csX14" fmla="*/ 0 w 888382"/>
                <a:gd name="csY14" fmla="*/ 316882 h 888382"/>
                <a:gd name="csX15" fmla="*/ 182566 w 888382"/>
                <a:gd name="csY15" fmla="*/ 562942 h 888382"/>
                <a:gd name="csX16" fmla="*/ 187423 w 888382"/>
                <a:gd name="csY16" fmla="*/ 571086 h 888382"/>
                <a:gd name="csX17" fmla="*/ 200011 w 888382"/>
                <a:gd name="csY17" fmla="*/ 615048 h 888382"/>
                <a:gd name="csX18" fmla="*/ 159106 w 888382"/>
                <a:gd name="csY18" fmla="*/ 762967 h 888382"/>
                <a:gd name="csX19" fmla="*/ 157163 w 888382"/>
                <a:gd name="csY19" fmla="*/ 782569 h 888382"/>
                <a:gd name="csX20" fmla="*/ 157163 w 888382"/>
                <a:gd name="csY20" fmla="*/ 788370 h 888382"/>
                <a:gd name="csX21" fmla="*/ 257175 w 888382"/>
                <a:gd name="csY21" fmla="*/ 888382 h 888382"/>
                <a:gd name="csX22" fmla="*/ 800100 w 888382"/>
                <a:gd name="csY22" fmla="*/ 888382 h 888382"/>
                <a:gd name="csX23" fmla="*/ 800100 w 888382"/>
                <a:gd name="csY23" fmla="*/ 774082 h 888382"/>
                <a:gd name="csX24" fmla="*/ 849292 w 888382"/>
                <a:gd name="csY24" fmla="*/ 774082 h 888382"/>
                <a:gd name="csX25" fmla="*/ 814745 w 888382"/>
                <a:gd name="csY25" fmla="*/ 681957 h 888382"/>
                <a:gd name="csX26" fmla="*/ 885825 w 888382"/>
                <a:gd name="csY26" fmla="*/ 729334 h 888382"/>
                <a:gd name="csX27" fmla="*/ 885825 w 888382"/>
                <a:gd name="csY27" fmla="*/ 437826 h 888382"/>
                <a:gd name="csX28" fmla="*/ 790142 w 888382"/>
                <a:gd name="csY28" fmla="*/ 374032 h 888382"/>
                <a:gd name="csX29" fmla="*/ 771525 w 888382"/>
                <a:gd name="csY29" fmla="*/ 402607 h 888382"/>
                <a:gd name="csX30" fmla="*/ 771525 w 888382"/>
                <a:gd name="csY30" fmla="*/ 631207 h 888382"/>
                <a:gd name="csX31" fmla="*/ 742950 w 888382"/>
                <a:gd name="csY31" fmla="*/ 631207 h 888382"/>
                <a:gd name="csX32" fmla="*/ 742950 w 888382"/>
                <a:gd name="csY32" fmla="*/ 516907 h 888382"/>
                <a:gd name="csX33" fmla="*/ 628650 w 888382"/>
                <a:gd name="csY33" fmla="*/ 516907 h 888382"/>
                <a:gd name="csX34" fmla="*/ 628650 w 888382"/>
                <a:gd name="csY34" fmla="*/ 431182 h 888382"/>
                <a:gd name="csX35" fmla="*/ 487204 w 888382"/>
                <a:gd name="csY35" fmla="*/ 431182 h 888382"/>
                <a:gd name="csX36" fmla="*/ 499334 w 888382"/>
                <a:gd name="csY36" fmla="*/ 402607 h 888382"/>
                <a:gd name="csX37" fmla="*/ 314339 w 888382"/>
                <a:gd name="csY37" fmla="*/ 615048 h 888382"/>
                <a:gd name="csX38" fmla="*/ 326927 w 888382"/>
                <a:gd name="csY38" fmla="*/ 571100 h 888382"/>
                <a:gd name="csX39" fmla="*/ 331784 w 888382"/>
                <a:gd name="csY39" fmla="*/ 562942 h 888382"/>
                <a:gd name="csX40" fmla="*/ 342900 w 888382"/>
                <a:gd name="csY40" fmla="*/ 559056 h 888382"/>
                <a:gd name="csX41" fmla="*/ 342900 w 888382"/>
                <a:gd name="csY41" fmla="*/ 631207 h 888382"/>
                <a:gd name="csX42" fmla="*/ 318811 w 888382"/>
                <a:gd name="csY42" fmla="*/ 631207 h 888382"/>
                <a:gd name="csX43" fmla="*/ 371475 w 888382"/>
                <a:gd name="csY43" fmla="*/ 546911 h 888382"/>
                <a:gd name="csX44" fmla="*/ 470859 w 888382"/>
                <a:gd name="csY44" fmla="*/ 459757 h 888382"/>
                <a:gd name="csX45" fmla="*/ 600075 w 888382"/>
                <a:gd name="csY45" fmla="*/ 459757 h 888382"/>
                <a:gd name="csX46" fmla="*/ 600075 w 888382"/>
                <a:gd name="csY46" fmla="*/ 516907 h 888382"/>
                <a:gd name="csX47" fmla="*/ 514350 w 888382"/>
                <a:gd name="csY47" fmla="*/ 516907 h 888382"/>
                <a:gd name="csX48" fmla="*/ 514350 w 888382"/>
                <a:gd name="csY48" fmla="*/ 631207 h 888382"/>
                <a:gd name="csX49" fmla="*/ 371475 w 888382"/>
                <a:gd name="csY49" fmla="*/ 631207 h 888382"/>
                <a:gd name="csX50" fmla="*/ 542925 w 888382"/>
                <a:gd name="csY50" fmla="*/ 545482 h 888382"/>
                <a:gd name="csX51" fmla="*/ 714375 w 888382"/>
                <a:gd name="csY51" fmla="*/ 545482 h 888382"/>
                <a:gd name="csX52" fmla="*/ 714375 w 888382"/>
                <a:gd name="csY52" fmla="*/ 631207 h 888382"/>
                <a:gd name="csX53" fmla="*/ 542925 w 888382"/>
                <a:gd name="csY53" fmla="*/ 631207 h 888382"/>
                <a:gd name="csX54" fmla="*/ 628650 w 888382"/>
                <a:gd name="csY54" fmla="*/ 222785 h 888382"/>
                <a:gd name="csX55" fmla="*/ 748865 w 888382"/>
                <a:gd name="csY55" fmla="*/ 102570 h 888382"/>
                <a:gd name="csX56" fmla="*/ 701816 w 888382"/>
                <a:gd name="csY56" fmla="*/ 55521 h 888382"/>
                <a:gd name="csX57" fmla="*/ 854693 w 888382"/>
                <a:gd name="csY57" fmla="*/ 33690 h 888382"/>
                <a:gd name="csX58" fmla="*/ 832861 w 888382"/>
                <a:gd name="csY58" fmla="*/ 186566 h 888382"/>
                <a:gd name="csX59" fmla="*/ 785813 w 888382"/>
                <a:gd name="csY59" fmla="*/ 139517 h 888382"/>
                <a:gd name="csX60" fmla="*/ 628650 w 888382"/>
                <a:gd name="csY60" fmla="*/ 296680 h 888382"/>
                <a:gd name="csX61" fmla="*/ 514350 w 888382"/>
                <a:gd name="csY61" fmla="*/ 182380 h 888382"/>
                <a:gd name="csX62" fmla="*/ 214098 w 888382"/>
                <a:gd name="csY62" fmla="*/ 482632 h 888382"/>
                <a:gd name="csX63" fmla="*/ 162906 w 888382"/>
                <a:gd name="csY63" fmla="*/ 459929 h 888382"/>
                <a:gd name="csX64" fmla="*/ 514350 w 888382"/>
                <a:gd name="csY64" fmla="*/ 108485 h 888382"/>
                <a:gd name="csX65" fmla="*/ 428625 w 888382"/>
                <a:gd name="csY65" fmla="*/ 316882 h 888382"/>
                <a:gd name="csX66" fmla="*/ 257175 w 888382"/>
                <a:gd name="csY66" fmla="*/ 488332 h 888382"/>
                <a:gd name="csX67" fmla="*/ 249203 w 888382"/>
                <a:gd name="csY67" fmla="*/ 487932 h 888382"/>
                <a:gd name="csX68" fmla="*/ 428211 w 888382"/>
                <a:gd name="csY68" fmla="*/ 308924 h 888382"/>
                <a:gd name="csX69" fmla="*/ 428625 w 888382"/>
                <a:gd name="csY69" fmla="*/ 316882 h 888382"/>
                <a:gd name="csX70" fmla="*/ 85725 w 888382"/>
                <a:gd name="csY70" fmla="*/ 316882 h 888382"/>
                <a:gd name="csX71" fmla="*/ 257175 w 888382"/>
                <a:gd name="csY71" fmla="*/ 145432 h 888382"/>
                <a:gd name="csX72" fmla="*/ 382362 w 888382"/>
                <a:gd name="csY72" fmla="*/ 200068 h 888382"/>
                <a:gd name="csX73" fmla="*/ 140389 w 888382"/>
                <a:gd name="csY73" fmla="*/ 442041 h 888382"/>
                <a:gd name="csX74" fmla="*/ 85725 w 888382"/>
                <a:gd name="csY74" fmla="*/ 316882 h 888382"/>
                <a:gd name="csX75" fmla="*/ 28575 w 888382"/>
                <a:gd name="csY75" fmla="*/ 316882 h 888382"/>
                <a:gd name="csX76" fmla="*/ 257175 w 888382"/>
                <a:gd name="csY76" fmla="*/ 88282 h 888382"/>
                <a:gd name="csX77" fmla="*/ 422710 w 888382"/>
                <a:gd name="csY77" fmla="*/ 159720 h 888382"/>
                <a:gd name="csX78" fmla="*/ 402550 w 888382"/>
                <a:gd name="csY78" fmla="*/ 179880 h 888382"/>
                <a:gd name="csX79" fmla="*/ 257175 w 888382"/>
                <a:gd name="csY79" fmla="*/ 116857 h 888382"/>
                <a:gd name="csX80" fmla="*/ 57150 w 888382"/>
                <a:gd name="csY80" fmla="*/ 316882 h 888382"/>
                <a:gd name="csX81" fmla="*/ 257175 w 888382"/>
                <a:gd name="csY81" fmla="*/ 516907 h 888382"/>
                <a:gd name="csX82" fmla="*/ 457200 w 888382"/>
                <a:gd name="csY82" fmla="*/ 316882 h 888382"/>
                <a:gd name="csX83" fmla="*/ 454085 w 888382"/>
                <a:gd name="csY83" fmla="*/ 283050 h 888382"/>
                <a:gd name="csX84" fmla="*/ 478260 w 888382"/>
                <a:gd name="csY84" fmla="*/ 258875 h 888382"/>
                <a:gd name="csX85" fmla="*/ 485775 w 888382"/>
                <a:gd name="csY85" fmla="*/ 316882 h 888382"/>
                <a:gd name="csX86" fmla="*/ 257175 w 888382"/>
                <a:gd name="csY86" fmla="*/ 545482 h 888382"/>
                <a:gd name="csX87" fmla="*/ 28575 w 888382"/>
                <a:gd name="csY87" fmla="*/ 316882 h 888382"/>
                <a:gd name="csX88" fmla="*/ 257175 w 888382"/>
                <a:gd name="csY88" fmla="*/ 574057 h 888382"/>
                <a:gd name="csX89" fmla="*/ 295080 w 888382"/>
                <a:gd name="csY89" fmla="*/ 570943 h 888382"/>
                <a:gd name="csX90" fmla="*/ 286707 w 888382"/>
                <a:gd name="csY90" fmla="*/ 602632 h 888382"/>
                <a:gd name="csX91" fmla="*/ 227628 w 888382"/>
                <a:gd name="csY91" fmla="*/ 602632 h 888382"/>
                <a:gd name="csX92" fmla="*/ 219256 w 888382"/>
                <a:gd name="csY92" fmla="*/ 570943 h 888382"/>
                <a:gd name="csX93" fmla="*/ 257175 w 888382"/>
                <a:gd name="csY93" fmla="*/ 574057 h 888382"/>
                <a:gd name="csX94" fmla="*/ 185738 w 888382"/>
                <a:gd name="csY94" fmla="*/ 788370 h 888382"/>
                <a:gd name="csX95" fmla="*/ 185738 w 888382"/>
                <a:gd name="csY95" fmla="*/ 782569 h 888382"/>
                <a:gd name="csX96" fmla="*/ 186881 w 888382"/>
                <a:gd name="csY96" fmla="*/ 769568 h 888382"/>
                <a:gd name="csX97" fmla="*/ 225185 w 888382"/>
                <a:gd name="csY97" fmla="*/ 631207 h 888382"/>
                <a:gd name="csX98" fmla="*/ 289665 w 888382"/>
                <a:gd name="csY98" fmla="*/ 631207 h 888382"/>
                <a:gd name="csX99" fmla="*/ 327241 w 888382"/>
                <a:gd name="csY99" fmla="*/ 768539 h 888382"/>
                <a:gd name="csX100" fmla="*/ 328613 w 888382"/>
                <a:gd name="csY100" fmla="*/ 782569 h 888382"/>
                <a:gd name="csX101" fmla="*/ 328613 w 888382"/>
                <a:gd name="csY101" fmla="*/ 788370 h 888382"/>
                <a:gd name="csX102" fmla="*/ 257175 w 888382"/>
                <a:gd name="csY102" fmla="*/ 859807 h 888382"/>
                <a:gd name="csX103" fmla="*/ 185738 w 888382"/>
                <a:gd name="csY103" fmla="*/ 788370 h 888382"/>
                <a:gd name="csX104" fmla="*/ 771525 w 888382"/>
                <a:gd name="csY104" fmla="*/ 859807 h 888382"/>
                <a:gd name="csX105" fmla="*/ 327027 w 888382"/>
                <a:gd name="csY105" fmla="*/ 859807 h 888382"/>
                <a:gd name="csX106" fmla="*/ 357188 w 888382"/>
                <a:gd name="csY106" fmla="*/ 788370 h 888382"/>
                <a:gd name="csX107" fmla="*/ 357188 w 888382"/>
                <a:gd name="csY107" fmla="*/ 782569 h 888382"/>
                <a:gd name="csX108" fmla="*/ 356745 w 888382"/>
                <a:gd name="csY108" fmla="*/ 774082 h 888382"/>
                <a:gd name="csX109" fmla="*/ 771525 w 888382"/>
                <a:gd name="csY109" fmla="*/ 774082 h 888382"/>
                <a:gd name="csX110" fmla="*/ 350458 w 888382"/>
                <a:gd name="csY110" fmla="*/ 745507 h 888382"/>
                <a:gd name="csX111" fmla="*/ 326727 w 888382"/>
                <a:gd name="csY111" fmla="*/ 659782 h 888382"/>
                <a:gd name="csX112" fmla="*/ 775911 w 888382"/>
                <a:gd name="csY112" fmla="*/ 659782 h 888382"/>
                <a:gd name="csX113" fmla="*/ 808058 w 888382"/>
                <a:gd name="csY113" fmla="*/ 745507 h 888382"/>
                <a:gd name="csX114" fmla="*/ 857250 w 888382"/>
                <a:gd name="csY114" fmla="*/ 675956 h 888382"/>
                <a:gd name="csX115" fmla="*/ 800100 w 888382"/>
                <a:gd name="csY115" fmla="*/ 637851 h 888382"/>
                <a:gd name="csX116" fmla="*/ 800100 w 888382"/>
                <a:gd name="csY116" fmla="*/ 415009 h 888382"/>
                <a:gd name="csX117" fmla="*/ 857250 w 888382"/>
                <a:gd name="csY117" fmla="*/ 453114 h 8883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Lst>
              <a:rect l="l" t="t" r="r" b="b"/>
              <a:pathLst>
                <a:path w="888382" h="888382">
                  <a:moveTo>
                    <a:pt x="507721" y="374032"/>
                  </a:moveTo>
                  <a:cubicBezTo>
                    <a:pt x="511921" y="355616"/>
                    <a:pt x="514350" y="336542"/>
                    <a:pt x="514350" y="316882"/>
                  </a:cubicBezTo>
                  <a:cubicBezTo>
                    <a:pt x="514350" y="289165"/>
                    <a:pt x="509749" y="262033"/>
                    <a:pt x="501120" y="236015"/>
                  </a:cubicBezTo>
                  <a:lnTo>
                    <a:pt x="514350" y="222785"/>
                  </a:lnTo>
                  <a:lnTo>
                    <a:pt x="628650" y="337085"/>
                  </a:lnTo>
                  <a:lnTo>
                    <a:pt x="785813" y="179922"/>
                  </a:lnTo>
                  <a:lnTo>
                    <a:pt x="853064" y="247174"/>
                  </a:lnTo>
                  <a:lnTo>
                    <a:pt x="888383" y="0"/>
                  </a:lnTo>
                  <a:lnTo>
                    <a:pt x="641209" y="35319"/>
                  </a:lnTo>
                  <a:lnTo>
                    <a:pt x="708460" y="102570"/>
                  </a:lnTo>
                  <a:lnTo>
                    <a:pt x="628650" y="182380"/>
                  </a:lnTo>
                  <a:lnTo>
                    <a:pt x="514350" y="68080"/>
                  </a:lnTo>
                  <a:lnTo>
                    <a:pt x="442898" y="139532"/>
                  </a:lnTo>
                  <a:cubicBezTo>
                    <a:pt x="394449" y="88811"/>
                    <a:pt x="327770" y="59707"/>
                    <a:pt x="257175" y="59707"/>
                  </a:cubicBezTo>
                  <a:cubicBezTo>
                    <a:pt x="115372" y="59707"/>
                    <a:pt x="0" y="175079"/>
                    <a:pt x="0" y="316882"/>
                  </a:cubicBezTo>
                  <a:cubicBezTo>
                    <a:pt x="0" y="432740"/>
                    <a:pt x="77052" y="530866"/>
                    <a:pt x="182566" y="562942"/>
                  </a:cubicBezTo>
                  <a:lnTo>
                    <a:pt x="187423" y="571086"/>
                  </a:lnTo>
                  <a:cubicBezTo>
                    <a:pt x="195353" y="584430"/>
                    <a:pt x="199668" y="599575"/>
                    <a:pt x="200011" y="615048"/>
                  </a:cubicBezTo>
                  <a:lnTo>
                    <a:pt x="159106" y="762967"/>
                  </a:lnTo>
                  <a:cubicBezTo>
                    <a:pt x="157820" y="769425"/>
                    <a:pt x="157163" y="776011"/>
                    <a:pt x="157163" y="782569"/>
                  </a:cubicBezTo>
                  <a:lnTo>
                    <a:pt x="157163" y="788370"/>
                  </a:lnTo>
                  <a:cubicBezTo>
                    <a:pt x="157163" y="843505"/>
                    <a:pt x="202040" y="888382"/>
                    <a:pt x="257175" y="888382"/>
                  </a:cubicBezTo>
                  <a:lnTo>
                    <a:pt x="800100" y="888382"/>
                  </a:lnTo>
                  <a:lnTo>
                    <a:pt x="800100" y="774082"/>
                  </a:lnTo>
                  <a:lnTo>
                    <a:pt x="849292" y="774082"/>
                  </a:lnTo>
                  <a:lnTo>
                    <a:pt x="814745" y="681957"/>
                  </a:lnTo>
                  <a:lnTo>
                    <a:pt x="885825" y="729334"/>
                  </a:lnTo>
                  <a:lnTo>
                    <a:pt x="885825" y="437826"/>
                  </a:lnTo>
                  <a:lnTo>
                    <a:pt x="790142" y="374032"/>
                  </a:lnTo>
                  <a:close/>
                  <a:moveTo>
                    <a:pt x="771525" y="402607"/>
                  </a:moveTo>
                  <a:lnTo>
                    <a:pt x="771525" y="631207"/>
                  </a:lnTo>
                  <a:lnTo>
                    <a:pt x="742950" y="631207"/>
                  </a:lnTo>
                  <a:lnTo>
                    <a:pt x="742950" y="516907"/>
                  </a:lnTo>
                  <a:lnTo>
                    <a:pt x="628650" y="516907"/>
                  </a:lnTo>
                  <a:lnTo>
                    <a:pt x="628650" y="431182"/>
                  </a:lnTo>
                  <a:lnTo>
                    <a:pt x="487204" y="431182"/>
                  </a:lnTo>
                  <a:cubicBezTo>
                    <a:pt x="491804" y="421953"/>
                    <a:pt x="495848" y="412423"/>
                    <a:pt x="499334" y="402607"/>
                  </a:cubicBezTo>
                  <a:close/>
                  <a:moveTo>
                    <a:pt x="314339" y="615048"/>
                  </a:moveTo>
                  <a:cubicBezTo>
                    <a:pt x="314668" y="599575"/>
                    <a:pt x="318997" y="584416"/>
                    <a:pt x="326927" y="571100"/>
                  </a:cubicBezTo>
                  <a:lnTo>
                    <a:pt x="331784" y="562942"/>
                  </a:lnTo>
                  <a:cubicBezTo>
                    <a:pt x="335556" y="561799"/>
                    <a:pt x="339200" y="560370"/>
                    <a:pt x="342900" y="559056"/>
                  </a:cubicBezTo>
                  <a:lnTo>
                    <a:pt x="342900" y="631207"/>
                  </a:lnTo>
                  <a:lnTo>
                    <a:pt x="318811" y="631207"/>
                  </a:lnTo>
                  <a:close/>
                  <a:moveTo>
                    <a:pt x="371475" y="546911"/>
                  </a:moveTo>
                  <a:cubicBezTo>
                    <a:pt x="411666" y="526852"/>
                    <a:pt x="445999" y="496805"/>
                    <a:pt x="470859" y="459757"/>
                  </a:cubicBezTo>
                  <a:lnTo>
                    <a:pt x="600075" y="459757"/>
                  </a:lnTo>
                  <a:lnTo>
                    <a:pt x="600075" y="516907"/>
                  </a:lnTo>
                  <a:lnTo>
                    <a:pt x="514350" y="516907"/>
                  </a:lnTo>
                  <a:lnTo>
                    <a:pt x="514350" y="631207"/>
                  </a:lnTo>
                  <a:lnTo>
                    <a:pt x="371475" y="631207"/>
                  </a:lnTo>
                  <a:close/>
                  <a:moveTo>
                    <a:pt x="542925" y="545482"/>
                  </a:moveTo>
                  <a:lnTo>
                    <a:pt x="714375" y="545482"/>
                  </a:lnTo>
                  <a:lnTo>
                    <a:pt x="714375" y="631207"/>
                  </a:lnTo>
                  <a:lnTo>
                    <a:pt x="542925" y="631207"/>
                  </a:lnTo>
                  <a:close/>
                  <a:moveTo>
                    <a:pt x="628650" y="222785"/>
                  </a:moveTo>
                  <a:lnTo>
                    <a:pt x="748865" y="102570"/>
                  </a:lnTo>
                  <a:lnTo>
                    <a:pt x="701816" y="55521"/>
                  </a:lnTo>
                  <a:lnTo>
                    <a:pt x="854693" y="33690"/>
                  </a:lnTo>
                  <a:lnTo>
                    <a:pt x="832861" y="186566"/>
                  </a:lnTo>
                  <a:lnTo>
                    <a:pt x="785813" y="139517"/>
                  </a:lnTo>
                  <a:lnTo>
                    <a:pt x="628650" y="296680"/>
                  </a:lnTo>
                  <a:lnTo>
                    <a:pt x="514350" y="182380"/>
                  </a:lnTo>
                  <a:lnTo>
                    <a:pt x="214098" y="482632"/>
                  </a:lnTo>
                  <a:cubicBezTo>
                    <a:pt x="195667" y="477831"/>
                    <a:pt x="178394" y="470173"/>
                    <a:pt x="162906" y="459929"/>
                  </a:cubicBezTo>
                  <a:lnTo>
                    <a:pt x="514350" y="108485"/>
                  </a:lnTo>
                  <a:close/>
                  <a:moveTo>
                    <a:pt x="428625" y="316882"/>
                  </a:moveTo>
                  <a:cubicBezTo>
                    <a:pt x="428625" y="411423"/>
                    <a:pt x="351715" y="488332"/>
                    <a:pt x="257175" y="488332"/>
                  </a:cubicBezTo>
                  <a:cubicBezTo>
                    <a:pt x="254489" y="488332"/>
                    <a:pt x="251860" y="488047"/>
                    <a:pt x="249203" y="487932"/>
                  </a:cubicBezTo>
                  <a:lnTo>
                    <a:pt x="428211" y="308924"/>
                  </a:lnTo>
                  <a:cubicBezTo>
                    <a:pt x="428325" y="311582"/>
                    <a:pt x="428625" y="314225"/>
                    <a:pt x="428625" y="316882"/>
                  </a:cubicBezTo>
                  <a:close/>
                  <a:moveTo>
                    <a:pt x="85725" y="316882"/>
                  </a:moveTo>
                  <a:cubicBezTo>
                    <a:pt x="85725" y="222342"/>
                    <a:pt x="162635" y="145432"/>
                    <a:pt x="257175" y="145432"/>
                  </a:cubicBezTo>
                  <a:cubicBezTo>
                    <a:pt x="305110" y="145432"/>
                    <a:pt x="349958" y="165321"/>
                    <a:pt x="382362" y="200068"/>
                  </a:cubicBezTo>
                  <a:lnTo>
                    <a:pt x="140389" y="442041"/>
                  </a:lnTo>
                  <a:cubicBezTo>
                    <a:pt x="106842" y="410737"/>
                    <a:pt x="85725" y="366274"/>
                    <a:pt x="85725" y="316882"/>
                  </a:cubicBezTo>
                  <a:close/>
                  <a:moveTo>
                    <a:pt x="28575" y="316882"/>
                  </a:moveTo>
                  <a:cubicBezTo>
                    <a:pt x="28575" y="190838"/>
                    <a:pt x="131131" y="88282"/>
                    <a:pt x="257175" y="88282"/>
                  </a:cubicBezTo>
                  <a:cubicBezTo>
                    <a:pt x="320140" y="88282"/>
                    <a:pt x="379605" y="114329"/>
                    <a:pt x="422710" y="159720"/>
                  </a:cubicBezTo>
                  <a:lnTo>
                    <a:pt x="402550" y="179880"/>
                  </a:lnTo>
                  <a:cubicBezTo>
                    <a:pt x="364817" y="139760"/>
                    <a:pt x="312782" y="116857"/>
                    <a:pt x="257175" y="116857"/>
                  </a:cubicBezTo>
                  <a:cubicBezTo>
                    <a:pt x="146876" y="116857"/>
                    <a:pt x="57150" y="206583"/>
                    <a:pt x="57150" y="316882"/>
                  </a:cubicBezTo>
                  <a:cubicBezTo>
                    <a:pt x="57150" y="427182"/>
                    <a:pt x="146876" y="516907"/>
                    <a:pt x="257175" y="516907"/>
                  </a:cubicBezTo>
                  <a:cubicBezTo>
                    <a:pt x="367475" y="516907"/>
                    <a:pt x="457200" y="427182"/>
                    <a:pt x="457200" y="316882"/>
                  </a:cubicBezTo>
                  <a:cubicBezTo>
                    <a:pt x="457200" y="305495"/>
                    <a:pt x="455986" y="294180"/>
                    <a:pt x="454085" y="283050"/>
                  </a:cubicBezTo>
                  <a:lnTo>
                    <a:pt x="478260" y="258875"/>
                  </a:lnTo>
                  <a:cubicBezTo>
                    <a:pt x="483189" y="277720"/>
                    <a:pt x="485775" y="297123"/>
                    <a:pt x="485775" y="316882"/>
                  </a:cubicBezTo>
                  <a:cubicBezTo>
                    <a:pt x="485775" y="442927"/>
                    <a:pt x="383219" y="545482"/>
                    <a:pt x="257175" y="545482"/>
                  </a:cubicBezTo>
                  <a:cubicBezTo>
                    <a:pt x="131131" y="545482"/>
                    <a:pt x="28575" y="442927"/>
                    <a:pt x="28575" y="316882"/>
                  </a:cubicBezTo>
                  <a:close/>
                  <a:moveTo>
                    <a:pt x="257175" y="574057"/>
                  </a:moveTo>
                  <a:cubicBezTo>
                    <a:pt x="270091" y="574057"/>
                    <a:pt x="282678" y="572786"/>
                    <a:pt x="295080" y="570943"/>
                  </a:cubicBezTo>
                  <a:cubicBezTo>
                    <a:pt x="290808" y="581058"/>
                    <a:pt x="288036" y="591731"/>
                    <a:pt x="286707" y="602632"/>
                  </a:cubicBezTo>
                  <a:lnTo>
                    <a:pt x="227628" y="602632"/>
                  </a:lnTo>
                  <a:cubicBezTo>
                    <a:pt x="226300" y="591731"/>
                    <a:pt x="223528" y="581058"/>
                    <a:pt x="219256" y="570943"/>
                  </a:cubicBezTo>
                  <a:cubicBezTo>
                    <a:pt x="231672" y="572786"/>
                    <a:pt x="244259" y="574057"/>
                    <a:pt x="257175" y="574057"/>
                  </a:cubicBezTo>
                  <a:close/>
                  <a:moveTo>
                    <a:pt x="185738" y="788370"/>
                  </a:moveTo>
                  <a:lnTo>
                    <a:pt x="185738" y="782569"/>
                  </a:lnTo>
                  <a:cubicBezTo>
                    <a:pt x="185738" y="777883"/>
                    <a:pt x="186195" y="773168"/>
                    <a:pt x="186881" y="769568"/>
                  </a:cubicBezTo>
                  <a:lnTo>
                    <a:pt x="225185" y="631207"/>
                  </a:lnTo>
                  <a:lnTo>
                    <a:pt x="289665" y="631207"/>
                  </a:lnTo>
                  <a:lnTo>
                    <a:pt x="327241" y="768539"/>
                  </a:lnTo>
                  <a:cubicBezTo>
                    <a:pt x="328155" y="773168"/>
                    <a:pt x="328613" y="777883"/>
                    <a:pt x="328613" y="782569"/>
                  </a:cubicBezTo>
                  <a:lnTo>
                    <a:pt x="328613" y="788370"/>
                  </a:lnTo>
                  <a:cubicBezTo>
                    <a:pt x="328613" y="827761"/>
                    <a:pt x="296566" y="859807"/>
                    <a:pt x="257175" y="859807"/>
                  </a:cubicBezTo>
                  <a:cubicBezTo>
                    <a:pt x="217784" y="859807"/>
                    <a:pt x="185738" y="827761"/>
                    <a:pt x="185738" y="788370"/>
                  </a:cubicBezTo>
                  <a:close/>
                  <a:moveTo>
                    <a:pt x="771525" y="859807"/>
                  </a:moveTo>
                  <a:lnTo>
                    <a:pt x="327027" y="859807"/>
                  </a:lnTo>
                  <a:cubicBezTo>
                    <a:pt x="345615" y="841634"/>
                    <a:pt x="357188" y="816345"/>
                    <a:pt x="357188" y="788370"/>
                  </a:cubicBezTo>
                  <a:lnTo>
                    <a:pt x="357188" y="782569"/>
                  </a:lnTo>
                  <a:cubicBezTo>
                    <a:pt x="357188" y="779783"/>
                    <a:pt x="357002" y="776954"/>
                    <a:pt x="356745" y="774082"/>
                  </a:cubicBezTo>
                  <a:lnTo>
                    <a:pt x="771525" y="774082"/>
                  </a:lnTo>
                  <a:close/>
                  <a:moveTo>
                    <a:pt x="350458" y="745507"/>
                  </a:moveTo>
                  <a:lnTo>
                    <a:pt x="326727" y="659782"/>
                  </a:lnTo>
                  <a:lnTo>
                    <a:pt x="775911" y="659782"/>
                  </a:lnTo>
                  <a:lnTo>
                    <a:pt x="808058" y="745507"/>
                  </a:lnTo>
                  <a:close/>
                  <a:moveTo>
                    <a:pt x="857250" y="675956"/>
                  </a:moveTo>
                  <a:lnTo>
                    <a:pt x="800100" y="637851"/>
                  </a:lnTo>
                  <a:lnTo>
                    <a:pt x="800100" y="415009"/>
                  </a:lnTo>
                  <a:lnTo>
                    <a:pt x="857250" y="453114"/>
                  </a:lnTo>
                  <a:close/>
                </a:path>
              </a:pathLst>
            </a:custGeom>
            <a:grpFill/>
            <a:ln w="14288" cap="flat">
              <a:noFill/>
              <a:prstDash val="solid"/>
              <a:miter/>
            </a:ln>
          </p:spPr>
          <p:txBody>
            <a:bodyPr/>
            <a:lstStyle/>
            <a:p>
              <a:endParaRPr lang="en-GB"/>
            </a:p>
          </p:txBody>
        </p:sp>
      </p:grpSp>
      <p:sp>
        <p:nvSpPr>
          <p:cNvPr id="21" name="Oval 20">
            <a:extLst>
              <a:ext uri="{FF2B5EF4-FFF2-40B4-BE49-F238E27FC236}">
                <a16:creationId xmlns:a16="http://schemas.microsoft.com/office/drawing/2014/main" id="{69838E0C-9FB9-0AFA-7E0F-7A7767BA7259}"/>
              </a:ext>
            </a:extLst>
          </p:cNvPr>
          <p:cNvSpPr/>
          <p:nvPr/>
        </p:nvSpPr>
        <p:spPr>
          <a:xfrm>
            <a:off x="8869088" y="2895939"/>
            <a:ext cx="1645883" cy="164588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B7C2AF1D-FF72-F075-7D69-F32FCED99D4F}"/>
              </a:ext>
            </a:extLst>
          </p:cNvPr>
          <p:cNvGrpSpPr>
            <a:grpSpLocks noChangeAspect="1"/>
          </p:cNvGrpSpPr>
          <p:nvPr/>
        </p:nvGrpSpPr>
        <p:grpSpPr>
          <a:xfrm>
            <a:off x="9445410" y="3285211"/>
            <a:ext cx="493241" cy="867338"/>
            <a:chOff x="5938838" y="327025"/>
            <a:chExt cx="985838" cy="1733550"/>
          </a:xfrm>
          <a:solidFill>
            <a:schemeClr val="tx1">
              <a:lumMod val="85000"/>
              <a:lumOff val="15000"/>
            </a:schemeClr>
          </a:solidFill>
        </p:grpSpPr>
        <p:sp>
          <p:nvSpPr>
            <p:cNvPr id="23" name="Freeform 35">
              <a:extLst>
                <a:ext uri="{FF2B5EF4-FFF2-40B4-BE49-F238E27FC236}">
                  <a16:creationId xmlns:a16="http://schemas.microsoft.com/office/drawing/2014/main" id="{C65A00B4-D8D9-9147-D66A-0F8F249E2804}"/>
                </a:ext>
              </a:extLst>
            </p:cNvPr>
            <p:cNvSpPr>
              <a:spLocks noEditPoints="1"/>
            </p:cNvSpPr>
            <p:nvPr/>
          </p:nvSpPr>
          <p:spPr bwMode="auto">
            <a:xfrm>
              <a:off x="6089651" y="327025"/>
              <a:ext cx="679450" cy="687388"/>
            </a:xfrm>
            <a:custGeom>
              <a:avLst/>
              <a:gdLst>
                <a:gd name="T0" fmla="*/ 692 w 1783"/>
                <a:gd name="T1" fmla="*/ 98 h 1800"/>
                <a:gd name="T2" fmla="*/ 610 w 1783"/>
                <a:gd name="T3" fmla="*/ 228 h 1800"/>
                <a:gd name="T4" fmla="*/ 500 w 1783"/>
                <a:gd name="T5" fmla="*/ 206 h 1800"/>
                <a:gd name="T6" fmla="*/ 135 w 1783"/>
                <a:gd name="T7" fmla="*/ 390 h 1800"/>
                <a:gd name="T8" fmla="*/ 226 w 1783"/>
                <a:gd name="T9" fmla="*/ 581 h 1800"/>
                <a:gd name="T10" fmla="*/ 197 w 1783"/>
                <a:gd name="T11" fmla="*/ 655 h 1800"/>
                <a:gd name="T12" fmla="*/ 0 w 1783"/>
                <a:gd name="T13" fmla="*/ 722 h 1800"/>
                <a:gd name="T14" fmla="*/ 126 w 1783"/>
                <a:gd name="T15" fmla="*/ 1113 h 1800"/>
                <a:gd name="T16" fmla="*/ 227 w 1783"/>
                <a:gd name="T17" fmla="*/ 1188 h 1800"/>
                <a:gd name="T18" fmla="*/ 187 w 1783"/>
                <a:gd name="T19" fmla="*/ 1315 h 1800"/>
                <a:gd name="T20" fmla="*/ 377 w 1783"/>
                <a:gd name="T21" fmla="*/ 1643 h 1800"/>
                <a:gd name="T22" fmla="*/ 487 w 1783"/>
                <a:gd name="T23" fmla="*/ 1600 h 1800"/>
                <a:gd name="T24" fmla="*/ 600 w 1783"/>
                <a:gd name="T25" fmla="*/ 1567 h 1800"/>
                <a:gd name="T26" fmla="*/ 686 w 1783"/>
                <a:gd name="T27" fmla="*/ 1669 h 1800"/>
                <a:gd name="T28" fmla="*/ 716 w 1783"/>
                <a:gd name="T29" fmla="*/ 1785 h 1800"/>
                <a:gd name="T30" fmla="*/ 956 w 1783"/>
                <a:gd name="T31" fmla="*/ 1798 h 1800"/>
                <a:gd name="T32" fmla="*/ 1090 w 1783"/>
                <a:gd name="T33" fmla="*/ 1722 h 1800"/>
                <a:gd name="T34" fmla="*/ 1134 w 1783"/>
                <a:gd name="T35" fmla="*/ 1598 h 1800"/>
                <a:gd name="T36" fmla="*/ 1214 w 1783"/>
                <a:gd name="T37" fmla="*/ 1563 h 1800"/>
                <a:gd name="T38" fmla="*/ 1332 w 1783"/>
                <a:gd name="T39" fmla="*/ 1621 h 1800"/>
                <a:gd name="T40" fmla="*/ 1482 w 1783"/>
                <a:gd name="T41" fmla="*/ 1576 h 1800"/>
                <a:gd name="T42" fmla="*/ 1585 w 1783"/>
                <a:gd name="T43" fmla="*/ 1289 h 1800"/>
                <a:gd name="T44" fmla="*/ 1568 w 1783"/>
                <a:gd name="T45" fmla="*/ 1180 h 1800"/>
                <a:gd name="T46" fmla="*/ 1657 w 1783"/>
                <a:gd name="T47" fmla="*/ 1113 h 1800"/>
                <a:gd name="T48" fmla="*/ 1783 w 1783"/>
                <a:gd name="T49" fmla="*/ 722 h 1800"/>
                <a:gd name="T50" fmla="*/ 1591 w 1783"/>
                <a:gd name="T51" fmla="*/ 655 h 1800"/>
                <a:gd name="T52" fmla="*/ 1558 w 1783"/>
                <a:gd name="T53" fmla="*/ 578 h 1800"/>
                <a:gd name="T54" fmla="*/ 1655 w 1783"/>
                <a:gd name="T55" fmla="*/ 397 h 1800"/>
                <a:gd name="T56" fmla="*/ 1393 w 1783"/>
                <a:gd name="T57" fmla="*/ 150 h 1800"/>
                <a:gd name="T58" fmla="*/ 1276 w 1783"/>
                <a:gd name="T59" fmla="*/ 213 h 1800"/>
                <a:gd name="T60" fmla="*/ 1173 w 1783"/>
                <a:gd name="T61" fmla="*/ 225 h 1800"/>
                <a:gd name="T62" fmla="*/ 1108 w 1783"/>
                <a:gd name="T63" fmla="*/ 141 h 1800"/>
                <a:gd name="T64" fmla="*/ 1060 w 1783"/>
                <a:gd name="T65" fmla="*/ 13 h 1800"/>
                <a:gd name="T66" fmla="*/ 831 w 1783"/>
                <a:gd name="T67" fmla="*/ 1 h 1800"/>
                <a:gd name="T68" fmla="*/ 1144 w 1783"/>
                <a:gd name="T69" fmla="*/ 390 h 1800"/>
                <a:gd name="T70" fmla="*/ 1372 w 1783"/>
                <a:gd name="T71" fmla="*/ 604 h 1800"/>
                <a:gd name="T72" fmla="*/ 1449 w 1783"/>
                <a:gd name="T73" fmla="*/ 797 h 1800"/>
                <a:gd name="T74" fmla="*/ 1408 w 1783"/>
                <a:gd name="T75" fmla="*/ 1132 h 1800"/>
                <a:gd name="T76" fmla="*/ 1237 w 1783"/>
                <a:gd name="T77" fmla="*/ 1349 h 1800"/>
                <a:gd name="T78" fmla="*/ 1037 w 1783"/>
                <a:gd name="T79" fmla="*/ 1446 h 1800"/>
                <a:gd name="T80" fmla="*/ 778 w 1783"/>
                <a:gd name="T81" fmla="*/ 1454 h 1800"/>
                <a:gd name="T82" fmla="*/ 611 w 1783"/>
                <a:gd name="T83" fmla="*/ 1393 h 1800"/>
                <a:gd name="T84" fmla="*/ 398 w 1783"/>
                <a:gd name="T85" fmla="*/ 1170 h 1800"/>
                <a:gd name="T86" fmla="*/ 333 w 1783"/>
                <a:gd name="T87" fmla="*/ 900 h 1800"/>
                <a:gd name="T88" fmla="*/ 409 w 1783"/>
                <a:gd name="T89" fmla="*/ 606 h 1800"/>
                <a:gd name="T90" fmla="*/ 662 w 1783"/>
                <a:gd name="T91" fmla="*/ 382 h 1800"/>
                <a:gd name="T92" fmla="*/ 855 w 1783"/>
                <a:gd name="T93" fmla="*/ 338 h 1800"/>
                <a:gd name="T94" fmla="*/ 1122 w 1783"/>
                <a:gd name="T95" fmla="*/ 380 h 1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83" h="1800">
                  <a:moveTo>
                    <a:pt x="723" y="13"/>
                  </a:moveTo>
                  <a:lnTo>
                    <a:pt x="715" y="22"/>
                  </a:lnTo>
                  <a:lnTo>
                    <a:pt x="698" y="69"/>
                  </a:lnTo>
                  <a:lnTo>
                    <a:pt x="692" y="98"/>
                  </a:lnTo>
                  <a:lnTo>
                    <a:pt x="686" y="128"/>
                  </a:lnTo>
                  <a:lnTo>
                    <a:pt x="665" y="177"/>
                  </a:lnTo>
                  <a:lnTo>
                    <a:pt x="636" y="212"/>
                  </a:lnTo>
                  <a:lnTo>
                    <a:pt x="610" y="228"/>
                  </a:lnTo>
                  <a:lnTo>
                    <a:pt x="591" y="233"/>
                  </a:lnTo>
                  <a:lnTo>
                    <a:pt x="582" y="233"/>
                  </a:lnTo>
                  <a:lnTo>
                    <a:pt x="563" y="231"/>
                  </a:lnTo>
                  <a:lnTo>
                    <a:pt x="500" y="206"/>
                  </a:lnTo>
                  <a:lnTo>
                    <a:pt x="465" y="188"/>
                  </a:lnTo>
                  <a:lnTo>
                    <a:pt x="383" y="142"/>
                  </a:lnTo>
                  <a:lnTo>
                    <a:pt x="260" y="265"/>
                  </a:lnTo>
                  <a:lnTo>
                    <a:pt x="135" y="390"/>
                  </a:lnTo>
                  <a:lnTo>
                    <a:pt x="185" y="482"/>
                  </a:lnTo>
                  <a:lnTo>
                    <a:pt x="200" y="510"/>
                  </a:lnTo>
                  <a:lnTo>
                    <a:pt x="219" y="551"/>
                  </a:lnTo>
                  <a:lnTo>
                    <a:pt x="226" y="581"/>
                  </a:lnTo>
                  <a:lnTo>
                    <a:pt x="223" y="606"/>
                  </a:lnTo>
                  <a:lnTo>
                    <a:pt x="218" y="620"/>
                  </a:lnTo>
                  <a:lnTo>
                    <a:pt x="213" y="634"/>
                  </a:lnTo>
                  <a:lnTo>
                    <a:pt x="197" y="655"/>
                  </a:lnTo>
                  <a:lnTo>
                    <a:pt x="170" y="671"/>
                  </a:lnTo>
                  <a:lnTo>
                    <a:pt x="129" y="687"/>
                  </a:lnTo>
                  <a:lnTo>
                    <a:pt x="100" y="695"/>
                  </a:lnTo>
                  <a:lnTo>
                    <a:pt x="0" y="722"/>
                  </a:lnTo>
                  <a:lnTo>
                    <a:pt x="0" y="900"/>
                  </a:lnTo>
                  <a:lnTo>
                    <a:pt x="0" y="1078"/>
                  </a:lnTo>
                  <a:lnTo>
                    <a:pt x="100" y="1105"/>
                  </a:lnTo>
                  <a:lnTo>
                    <a:pt x="126" y="1113"/>
                  </a:lnTo>
                  <a:lnTo>
                    <a:pt x="167" y="1128"/>
                  </a:lnTo>
                  <a:lnTo>
                    <a:pt x="198" y="1145"/>
                  </a:lnTo>
                  <a:lnTo>
                    <a:pt x="218" y="1165"/>
                  </a:lnTo>
                  <a:lnTo>
                    <a:pt x="227" y="1188"/>
                  </a:lnTo>
                  <a:lnTo>
                    <a:pt x="227" y="1217"/>
                  </a:lnTo>
                  <a:lnTo>
                    <a:pt x="218" y="1250"/>
                  </a:lnTo>
                  <a:lnTo>
                    <a:pt x="199" y="1291"/>
                  </a:lnTo>
                  <a:lnTo>
                    <a:pt x="187" y="1315"/>
                  </a:lnTo>
                  <a:lnTo>
                    <a:pt x="135" y="1410"/>
                  </a:lnTo>
                  <a:lnTo>
                    <a:pt x="255" y="1530"/>
                  </a:lnTo>
                  <a:lnTo>
                    <a:pt x="304" y="1578"/>
                  </a:lnTo>
                  <a:lnTo>
                    <a:pt x="377" y="1643"/>
                  </a:lnTo>
                  <a:lnTo>
                    <a:pt x="390" y="1650"/>
                  </a:lnTo>
                  <a:lnTo>
                    <a:pt x="401" y="1647"/>
                  </a:lnTo>
                  <a:lnTo>
                    <a:pt x="453" y="1620"/>
                  </a:lnTo>
                  <a:lnTo>
                    <a:pt x="487" y="1600"/>
                  </a:lnTo>
                  <a:lnTo>
                    <a:pt x="513" y="1583"/>
                  </a:lnTo>
                  <a:lnTo>
                    <a:pt x="550" y="1564"/>
                  </a:lnTo>
                  <a:lnTo>
                    <a:pt x="575" y="1559"/>
                  </a:lnTo>
                  <a:lnTo>
                    <a:pt x="600" y="1567"/>
                  </a:lnTo>
                  <a:lnTo>
                    <a:pt x="617" y="1575"/>
                  </a:lnTo>
                  <a:lnTo>
                    <a:pt x="634" y="1585"/>
                  </a:lnTo>
                  <a:lnTo>
                    <a:pt x="664" y="1621"/>
                  </a:lnTo>
                  <a:lnTo>
                    <a:pt x="686" y="1669"/>
                  </a:lnTo>
                  <a:lnTo>
                    <a:pt x="699" y="1723"/>
                  </a:lnTo>
                  <a:lnTo>
                    <a:pt x="700" y="1752"/>
                  </a:lnTo>
                  <a:lnTo>
                    <a:pt x="701" y="1763"/>
                  </a:lnTo>
                  <a:lnTo>
                    <a:pt x="716" y="1785"/>
                  </a:lnTo>
                  <a:lnTo>
                    <a:pt x="727" y="1790"/>
                  </a:lnTo>
                  <a:lnTo>
                    <a:pt x="748" y="1795"/>
                  </a:lnTo>
                  <a:lnTo>
                    <a:pt x="842" y="1800"/>
                  </a:lnTo>
                  <a:lnTo>
                    <a:pt x="956" y="1798"/>
                  </a:lnTo>
                  <a:lnTo>
                    <a:pt x="1044" y="1792"/>
                  </a:lnTo>
                  <a:lnTo>
                    <a:pt x="1060" y="1787"/>
                  </a:lnTo>
                  <a:lnTo>
                    <a:pt x="1069" y="1777"/>
                  </a:lnTo>
                  <a:lnTo>
                    <a:pt x="1090" y="1722"/>
                  </a:lnTo>
                  <a:lnTo>
                    <a:pt x="1100" y="1685"/>
                  </a:lnTo>
                  <a:lnTo>
                    <a:pt x="1106" y="1659"/>
                  </a:lnTo>
                  <a:lnTo>
                    <a:pt x="1118" y="1622"/>
                  </a:lnTo>
                  <a:lnTo>
                    <a:pt x="1134" y="1598"/>
                  </a:lnTo>
                  <a:lnTo>
                    <a:pt x="1156" y="1582"/>
                  </a:lnTo>
                  <a:lnTo>
                    <a:pt x="1172" y="1575"/>
                  </a:lnTo>
                  <a:lnTo>
                    <a:pt x="1188" y="1568"/>
                  </a:lnTo>
                  <a:lnTo>
                    <a:pt x="1214" y="1563"/>
                  </a:lnTo>
                  <a:lnTo>
                    <a:pt x="1241" y="1568"/>
                  </a:lnTo>
                  <a:lnTo>
                    <a:pt x="1276" y="1587"/>
                  </a:lnTo>
                  <a:lnTo>
                    <a:pt x="1300" y="1602"/>
                  </a:lnTo>
                  <a:lnTo>
                    <a:pt x="1332" y="1621"/>
                  </a:lnTo>
                  <a:lnTo>
                    <a:pt x="1383" y="1647"/>
                  </a:lnTo>
                  <a:lnTo>
                    <a:pt x="1393" y="1650"/>
                  </a:lnTo>
                  <a:lnTo>
                    <a:pt x="1406" y="1643"/>
                  </a:lnTo>
                  <a:lnTo>
                    <a:pt x="1482" y="1576"/>
                  </a:lnTo>
                  <a:lnTo>
                    <a:pt x="1532" y="1527"/>
                  </a:lnTo>
                  <a:lnTo>
                    <a:pt x="1655" y="1403"/>
                  </a:lnTo>
                  <a:lnTo>
                    <a:pt x="1602" y="1317"/>
                  </a:lnTo>
                  <a:lnTo>
                    <a:pt x="1585" y="1289"/>
                  </a:lnTo>
                  <a:lnTo>
                    <a:pt x="1564" y="1250"/>
                  </a:lnTo>
                  <a:lnTo>
                    <a:pt x="1558" y="1222"/>
                  </a:lnTo>
                  <a:lnTo>
                    <a:pt x="1562" y="1196"/>
                  </a:lnTo>
                  <a:lnTo>
                    <a:pt x="1568" y="1180"/>
                  </a:lnTo>
                  <a:lnTo>
                    <a:pt x="1575" y="1166"/>
                  </a:lnTo>
                  <a:lnTo>
                    <a:pt x="1591" y="1145"/>
                  </a:lnTo>
                  <a:lnTo>
                    <a:pt x="1617" y="1128"/>
                  </a:lnTo>
                  <a:lnTo>
                    <a:pt x="1657" y="1113"/>
                  </a:lnTo>
                  <a:lnTo>
                    <a:pt x="1685" y="1105"/>
                  </a:lnTo>
                  <a:lnTo>
                    <a:pt x="1783" y="1078"/>
                  </a:lnTo>
                  <a:lnTo>
                    <a:pt x="1783" y="900"/>
                  </a:lnTo>
                  <a:lnTo>
                    <a:pt x="1783" y="722"/>
                  </a:lnTo>
                  <a:lnTo>
                    <a:pt x="1685" y="695"/>
                  </a:lnTo>
                  <a:lnTo>
                    <a:pt x="1657" y="687"/>
                  </a:lnTo>
                  <a:lnTo>
                    <a:pt x="1617" y="672"/>
                  </a:lnTo>
                  <a:lnTo>
                    <a:pt x="1591" y="655"/>
                  </a:lnTo>
                  <a:lnTo>
                    <a:pt x="1575" y="634"/>
                  </a:lnTo>
                  <a:lnTo>
                    <a:pt x="1568" y="620"/>
                  </a:lnTo>
                  <a:lnTo>
                    <a:pt x="1562" y="604"/>
                  </a:lnTo>
                  <a:lnTo>
                    <a:pt x="1558" y="578"/>
                  </a:lnTo>
                  <a:lnTo>
                    <a:pt x="1564" y="550"/>
                  </a:lnTo>
                  <a:lnTo>
                    <a:pt x="1585" y="511"/>
                  </a:lnTo>
                  <a:lnTo>
                    <a:pt x="1602" y="483"/>
                  </a:lnTo>
                  <a:lnTo>
                    <a:pt x="1655" y="397"/>
                  </a:lnTo>
                  <a:lnTo>
                    <a:pt x="1532" y="273"/>
                  </a:lnTo>
                  <a:lnTo>
                    <a:pt x="1482" y="224"/>
                  </a:lnTo>
                  <a:lnTo>
                    <a:pt x="1406" y="157"/>
                  </a:lnTo>
                  <a:lnTo>
                    <a:pt x="1393" y="150"/>
                  </a:lnTo>
                  <a:lnTo>
                    <a:pt x="1383" y="153"/>
                  </a:lnTo>
                  <a:lnTo>
                    <a:pt x="1332" y="179"/>
                  </a:lnTo>
                  <a:lnTo>
                    <a:pt x="1300" y="198"/>
                  </a:lnTo>
                  <a:lnTo>
                    <a:pt x="1276" y="213"/>
                  </a:lnTo>
                  <a:lnTo>
                    <a:pt x="1241" y="231"/>
                  </a:lnTo>
                  <a:lnTo>
                    <a:pt x="1215" y="236"/>
                  </a:lnTo>
                  <a:lnTo>
                    <a:pt x="1189" y="231"/>
                  </a:lnTo>
                  <a:lnTo>
                    <a:pt x="1173" y="225"/>
                  </a:lnTo>
                  <a:lnTo>
                    <a:pt x="1159" y="219"/>
                  </a:lnTo>
                  <a:lnTo>
                    <a:pt x="1138" y="203"/>
                  </a:lnTo>
                  <a:lnTo>
                    <a:pt x="1122" y="178"/>
                  </a:lnTo>
                  <a:lnTo>
                    <a:pt x="1108" y="141"/>
                  </a:lnTo>
                  <a:lnTo>
                    <a:pt x="1102" y="115"/>
                  </a:lnTo>
                  <a:lnTo>
                    <a:pt x="1091" y="78"/>
                  </a:lnTo>
                  <a:lnTo>
                    <a:pt x="1069" y="23"/>
                  </a:lnTo>
                  <a:lnTo>
                    <a:pt x="1060" y="13"/>
                  </a:lnTo>
                  <a:lnTo>
                    <a:pt x="1044" y="8"/>
                  </a:lnTo>
                  <a:lnTo>
                    <a:pt x="953" y="1"/>
                  </a:lnTo>
                  <a:lnTo>
                    <a:pt x="892" y="0"/>
                  </a:lnTo>
                  <a:lnTo>
                    <a:pt x="831" y="1"/>
                  </a:lnTo>
                  <a:lnTo>
                    <a:pt x="739" y="8"/>
                  </a:lnTo>
                  <a:lnTo>
                    <a:pt x="723" y="13"/>
                  </a:lnTo>
                  <a:close/>
                  <a:moveTo>
                    <a:pt x="1122" y="380"/>
                  </a:moveTo>
                  <a:lnTo>
                    <a:pt x="1144" y="390"/>
                  </a:lnTo>
                  <a:lnTo>
                    <a:pt x="1187" y="415"/>
                  </a:lnTo>
                  <a:lnTo>
                    <a:pt x="1250" y="462"/>
                  </a:lnTo>
                  <a:lnTo>
                    <a:pt x="1326" y="539"/>
                  </a:lnTo>
                  <a:lnTo>
                    <a:pt x="1372" y="604"/>
                  </a:lnTo>
                  <a:lnTo>
                    <a:pt x="1398" y="649"/>
                  </a:lnTo>
                  <a:lnTo>
                    <a:pt x="1408" y="672"/>
                  </a:lnTo>
                  <a:lnTo>
                    <a:pt x="1426" y="713"/>
                  </a:lnTo>
                  <a:lnTo>
                    <a:pt x="1449" y="797"/>
                  </a:lnTo>
                  <a:lnTo>
                    <a:pt x="1458" y="882"/>
                  </a:lnTo>
                  <a:lnTo>
                    <a:pt x="1454" y="968"/>
                  </a:lnTo>
                  <a:lnTo>
                    <a:pt x="1437" y="1052"/>
                  </a:lnTo>
                  <a:lnTo>
                    <a:pt x="1408" y="1132"/>
                  </a:lnTo>
                  <a:lnTo>
                    <a:pt x="1367" y="1208"/>
                  </a:lnTo>
                  <a:lnTo>
                    <a:pt x="1313" y="1277"/>
                  </a:lnTo>
                  <a:lnTo>
                    <a:pt x="1282" y="1308"/>
                  </a:lnTo>
                  <a:lnTo>
                    <a:pt x="1237" y="1349"/>
                  </a:lnTo>
                  <a:lnTo>
                    <a:pt x="1173" y="1394"/>
                  </a:lnTo>
                  <a:lnTo>
                    <a:pt x="1130" y="1417"/>
                  </a:lnTo>
                  <a:lnTo>
                    <a:pt x="1085" y="1434"/>
                  </a:lnTo>
                  <a:lnTo>
                    <a:pt x="1037" y="1446"/>
                  </a:lnTo>
                  <a:lnTo>
                    <a:pt x="956" y="1456"/>
                  </a:lnTo>
                  <a:lnTo>
                    <a:pt x="892" y="1457"/>
                  </a:lnTo>
                  <a:lnTo>
                    <a:pt x="845" y="1457"/>
                  </a:lnTo>
                  <a:lnTo>
                    <a:pt x="778" y="1454"/>
                  </a:lnTo>
                  <a:lnTo>
                    <a:pt x="726" y="1444"/>
                  </a:lnTo>
                  <a:lnTo>
                    <a:pt x="676" y="1426"/>
                  </a:lnTo>
                  <a:lnTo>
                    <a:pt x="647" y="1412"/>
                  </a:lnTo>
                  <a:lnTo>
                    <a:pt x="611" y="1393"/>
                  </a:lnTo>
                  <a:lnTo>
                    <a:pt x="546" y="1349"/>
                  </a:lnTo>
                  <a:lnTo>
                    <a:pt x="488" y="1296"/>
                  </a:lnTo>
                  <a:lnTo>
                    <a:pt x="439" y="1236"/>
                  </a:lnTo>
                  <a:lnTo>
                    <a:pt x="398" y="1170"/>
                  </a:lnTo>
                  <a:lnTo>
                    <a:pt x="367" y="1098"/>
                  </a:lnTo>
                  <a:lnTo>
                    <a:pt x="345" y="1022"/>
                  </a:lnTo>
                  <a:lnTo>
                    <a:pt x="334" y="941"/>
                  </a:lnTo>
                  <a:lnTo>
                    <a:pt x="333" y="900"/>
                  </a:lnTo>
                  <a:lnTo>
                    <a:pt x="334" y="854"/>
                  </a:lnTo>
                  <a:lnTo>
                    <a:pt x="347" y="765"/>
                  </a:lnTo>
                  <a:lnTo>
                    <a:pt x="372" y="682"/>
                  </a:lnTo>
                  <a:lnTo>
                    <a:pt x="409" y="606"/>
                  </a:lnTo>
                  <a:lnTo>
                    <a:pt x="456" y="538"/>
                  </a:lnTo>
                  <a:lnTo>
                    <a:pt x="515" y="477"/>
                  </a:lnTo>
                  <a:lnTo>
                    <a:pt x="584" y="425"/>
                  </a:lnTo>
                  <a:lnTo>
                    <a:pt x="662" y="382"/>
                  </a:lnTo>
                  <a:lnTo>
                    <a:pt x="705" y="365"/>
                  </a:lnTo>
                  <a:lnTo>
                    <a:pt x="727" y="358"/>
                  </a:lnTo>
                  <a:lnTo>
                    <a:pt x="775" y="346"/>
                  </a:lnTo>
                  <a:lnTo>
                    <a:pt x="855" y="338"/>
                  </a:lnTo>
                  <a:lnTo>
                    <a:pt x="969" y="342"/>
                  </a:lnTo>
                  <a:lnTo>
                    <a:pt x="1050" y="356"/>
                  </a:lnTo>
                  <a:lnTo>
                    <a:pt x="1100" y="371"/>
                  </a:lnTo>
                  <a:lnTo>
                    <a:pt x="1122" y="3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36">
              <a:extLst>
                <a:ext uri="{FF2B5EF4-FFF2-40B4-BE49-F238E27FC236}">
                  <a16:creationId xmlns:a16="http://schemas.microsoft.com/office/drawing/2014/main" id="{82DF5441-9E22-C0B4-F434-BFACE34C4041}"/>
                </a:ext>
              </a:extLst>
            </p:cNvPr>
            <p:cNvSpPr>
              <a:spLocks/>
            </p:cNvSpPr>
            <p:nvPr/>
          </p:nvSpPr>
          <p:spPr bwMode="auto">
            <a:xfrm>
              <a:off x="6276976" y="517525"/>
              <a:ext cx="307975" cy="306388"/>
            </a:xfrm>
            <a:custGeom>
              <a:avLst/>
              <a:gdLst>
                <a:gd name="T0" fmla="*/ 247 w 806"/>
                <a:gd name="T1" fmla="*/ 23 h 801"/>
                <a:gd name="T2" fmla="*/ 219 w 806"/>
                <a:gd name="T3" fmla="*/ 36 h 801"/>
                <a:gd name="T4" fmla="*/ 168 w 806"/>
                <a:gd name="T5" fmla="*/ 68 h 801"/>
                <a:gd name="T6" fmla="*/ 122 w 806"/>
                <a:gd name="T7" fmla="*/ 107 h 801"/>
                <a:gd name="T8" fmla="*/ 83 w 806"/>
                <a:gd name="T9" fmla="*/ 151 h 801"/>
                <a:gd name="T10" fmla="*/ 51 w 806"/>
                <a:gd name="T11" fmla="*/ 200 h 801"/>
                <a:gd name="T12" fmla="*/ 27 w 806"/>
                <a:gd name="T13" fmla="*/ 253 h 801"/>
                <a:gd name="T14" fmla="*/ 10 w 806"/>
                <a:gd name="T15" fmla="*/ 310 h 801"/>
                <a:gd name="T16" fmla="*/ 1 w 806"/>
                <a:gd name="T17" fmla="*/ 369 h 801"/>
                <a:gd name="T18" fmla="*/ 0 w 806"/>
                <a:gd name="T19" fmla="*/ 400 h 801"/>
                <a:gd name="T20" fmla="*/ 1 w 806"/>
                <a:gd name="T21" fmla="*/ 431 h 801"/>
                <a:gd name="T22" fmla="*/ 10 w 806"/>
                <a:gd name="T23" fmla="*/ 492 h 801"/>
                <a:gd name="T24" fmla="*/ 27 w 806"/>
                <a:gd name="T25" fmla="*/ 549 h 801"/>
                <a:gd name="T26" fmla="*/ 52 w 806"/>
                <a:gd name="T27" fmla="*/ 603 h 801"/>
                <a:gd name="T28" fmla="*/ 85 w 806"/>
                <a:gd name="T29" fmla="*/ 652 h 801"/>
                <a:gd name="T30" fmla="*/ 124 w 806"/>
                <a:gd name="T31" fmla="*/ 695 h 801"/>
                <a:gd name="T32" fmla="*/ 170 w 806"/>
                <a:gd name="T33" fmla="*/ 733 h 801"/>
                <a:gd name="T34" fmla="*/ 222 w 806"/>
                <a:gd name="T35" fmla="*/ 764 h 801"/>
                <a:gd name="T36" fmla="*/ 250 w 806"/>
                <a:gd name="T37" fmla="*/ 777 h 801"/>
                <a:gd name="T38" fmla="*/ 278 w 806"/>
                <a:gd name="T39" fmla="*/ 787 h 801"/>
                <a:gd name="T40" fmla="*/ 339 w 806"/>
                <a:gd name="T41" fmla="*/ 799 h 801"/>
                <a:gd name="T42" fmla="*/ 404 w 806"/>
                <a:gd name="T43" fmla="*/ 801 h 801"/>
                <a:gd name="T44" fmla="*/ 470 w 806"/>
                <a:gd name="T45" fmla="*/ 794 h 801"/>
                <a:gd name="T46" fmla="*/ 534 w 806"/>
                <a:gd name="T47" fmla="*/ 777 h 801"/>
                <a:gd name="T48" fmla="*/ 596 w 806"/>
                <a:gd name="T49" fmla="*/ 752 h 801"/>
                <a:gd name="T50" fmla="*/ 651 w 806"/>
                <a:gd name="T51" fmla="*/ 720 h 801"/>
                <a:gd name="T52" fmla="*/ 697 w 806"/>
                <a:gd name="T53" fmla="*/ 681 h 801"/>
                <a:gd name="T54" fmla="*/ 715 w 806"/>
                <a:gd name="T55" fmla="*/ 658 h 801"/>
                <a:gd name="T56" fmla="*/ 734 w 806"/>
                <a:gd name="T57" fmla="*/ 632 h 801"/>
                <a:gd name="T58" fmla="*/ 765 w 806"/>
                <a:gd name="T59" fmla="*/ 578 h 801"/>
                <a:gd name="T60" fmla="*/ 787 w 806"/>
                <a:gd name="T61" fmla="*/ 522 h 801"/>
                <a:gd name="T62" fmla="*/ 800 w 806"/>
                <a:gd name="T63" fmla="*/ 466 h 801"/>
                <a:gd name="T64" fmla="*/ 806 w 806"/>
                <a:gd name="T65" fmla="*/ 410 h 801"/>
                <a:gd name="T66" fmla="*/ 803 w 806"/>
                <a:gd name="T67" fmla="*/ 354 h 801"/>
                <a:gd name="T68" fmla="*/ 794 w 806"/>
                <a:gd name="T69" fmla="*/ 300 h 801"/>
                <a:gd name="T70" fmla="*/ 777 w 806"/>
                <a:gd name="T71" fmla="*/ 249 h 801"/>
                <a:gd name="T72" fmla="*/ 754 w 806"/>
                <a:gd name="T73" fmla="*/ 200 h 801"/>
                <a:gd name="T74" fmla="*/ 724 w 806"/>
                <a:gd name="T75" fmla="*/ 155 h 801"/>
                <a:gd name="T76" fmla="*/ 688 w 806"/>
                <a:gd name="T77" fmla="*/ 114 h 801"/>
                <a:gd name="T78" fmla="*/ 647 w 806"/>
                <a:gd name="T79" fmla="*/ 78 h 801"/>
                <a:gd name="T80" fmla="*/ 600 w 806"/>
                <a:gd name="T81" fmla="*/ 49 h 801"/>
                <a:gd name="T82" fmla="*/ 549 w 806"/>
                <a:gd name="T83" fmla="*/ 25 h 801"/>
                <a:gd name="T84" fmla="*/ 493 w 806"/>
                <a:gd name="T85" fmla="*/ 9 h 801"/>
                <a:gd name="T86" fmla="*/ 432 w 806"/>
                <a:gd name="T87" fmla="*/ 1 h 801"/>
                <a:gd name="T88" fmla="*/ 400 w 806"/>
                <a:gd name="T89" fmla="*/ 0 h 801"/>
                <a:gd name="T90" fmla="*/ 356 w 806"/>
                <a:gd name="T91" fmla="*/ 2 h 801"/>
                <a:gd name="T92" fmla="*/ 273 w 806"/>
                <a:gd name="T93" fmla="*/ 15 h 801"/>
                <a:gd name="T94" fmla="*/ 247 w 806"/>
                <a:gd name="T95" fmla="*/ 23 h 8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06" h="801">
                  <a:moveTo>
                    <a:pt x="247" y="23"/>
                  </a:moveTo>
                  <a:lnTo>
                    <a:pt x="219" y="36"/>
                  </a:lnTo>
                  <a:lnTo>
                    <a:pt x="168" y="68"/>
                  </a:lnTo>
                  <a:lnTo>
                    <a:pt x="122" y="107"/>
                  </a:lnTo>
                  <a:lnTo>
                    <a:pt x="83" y="151"/>
                  </a:lnTo>
                  <a:lnTo>
                    <a:pt x="51" y="200"/>
                  </a:lnTo>
                  <a:lnTo>
                    <a:pt x="27" y="253"/>
                  </a:lnTo>
                  <a:lnTo>
                    <a:pt x="10" y="310"/>
                  </a:lnTo>
                  <a:lnTo>
                    <a:pt x="1" y="369"/>
                  </a:lnTo>
                  <a:lnTo>
                    <a:pt x="0" y="400"/>
                  </a:lnTo>
                  <a:lnTo>
                    <a:pt x="1" y="431"/>
                  </a:lnTo>
                  <a:lnTo>
                    <a:pt x="10" y="492"/>
                  </a:lnTo>
                  <a:lnTo>
                    <a:pt x="27" y="549"/>
                  </a:lnTo>
                  <a:lnTo>
                    <a:pt x="52" y="603"/>
                  </a:lnTo>
                  <a:lnTo>
                    <a:pt x="85" y="652"/>
                  </a:lnTo>
                  <a:lnTo>
                    <a:pt x="124" y="695"/>
                  </a:lnTo>
                  <a:lnTo>
                    <a:pt x="170" y="733"/>
                  </a:lnTo>
                  <a:lnTo>
                    <a:pt x="222" y="764"/>
                  </a:lnTo>
                  <a:lnTo>
                    <a:pt x="250" y="777"/>
                  </a:lnTo>
                  <a:lnTo>
                    <a:pt x="278" y="787"/>
                  </a:lnTo>
                  <a:lnTo>
                    <a:pt x="339" y="799"/>
                  </a:lnTo>
                  <a:lnTo>
                    <a:pt x="404" y="801"/>
                  </a:lnTo>
                  <a:lnTo>
                    <a:pt x="470" y="794"/>
                  </a:lnTo>
                  <a:lnTo>
                    <a:pt x="534" y="777"/>
                  </a:lnTo>
                  <a:lnTo>
                    <a:pt x="596" y="752"/>
                  </a:lnTo>
                  <a:lnTo>
                    <a:pt x="651" y="720"/>
                  </a:lnTo>
                  <a:lnTo>
                    <a:pt x="697" y="681"/>
                  </a:lnTo>
                  <a:lnTo>
                    <a:pt x="715" y="658"/>
                  </a:lnTo>
                  <a:lnTo>
                    <a:pt x="734" y="632"/>
                  </a:lnTo>
                  <a:lnTo>
                    <a:pt x="765" y="578"/>
                  </a:lnTo>
                  <a:lnTo>
                    <a:pt x="787" y="522"/>
                  </a:lnTo>
                  <a:lnTo>
                    <a:pt x="800" y="466"/>
                  </a:lnTo>
                  <a:lnTo>
                    <a:pt x="806" y="410"/>
                  </a:lnTo>
                  <a:lnTo>
                    <a:pt x="803" y="354"/>
                  </a:lnTo>
                  <a:lnTo>
                    <a:pt x="794" y="300"/>
                  </a:lnTo>
                  <a:lnTo>
                    <a:pt x="777" y="249"/>
                  </a:lnTo>
                  <a:lnTo>
                    <a:pt x="754" y="200"/>
                  </a:lnTo>
                  <a:lnTo>
                    <a:pt x="724" y="155"/>
                  </a:lnTo>
                  <a:lnTo>
                    <a:pt x="688" y="114"/>
                  </a:lnTo>
                  <a:lnTo>
                    <a:pt x="647" y="78"/>
                  </a:lnTo>
                  <a:lnTo>
                    <a:pt x="600" y="49"/>
                  </a:lnTo>
                  <a:lnTo>
                    <a:pt x="549" y="25"/>
                  </a:lnTo>
                  <a:lnTo>
                    <a:pt x="493" y="9"/>
                  </a:lnTo>
                  <a:lnTo>
                    <a:pt x="432" y="1"/>
                  </a:lnTo>
                  <a:lnTo>
                    <a:pt x="400" y="0"/>
                  </a:lnTo>
                  <a:lnTo>
                    <a:pt x="356" y="2"/>
                  </a:lnTo>
                  <a:lnTo>
                    <a:pt x="273" y="15"/>
                  </a:lnTo>
                  <a:lnTo>
                    <a:pt x="24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56">
              <a:extLst>
                <a:ext uri="{FF2B5EF4-FFF2-40B4-BE49-F238E27FC236}">
                  <a16:creationId xmlns:a16="http://schemas.microsoft.com/office/drawing/2014/main" id="{B1695766-D40D-6E91-4A02-C8B27F1F98D3}"/>
                </a:ext>
              </a:extLst>
            </p:cNvPr>
            <p:cNvSpPr>
              <a:spLocks/>
            </p:cNvSpPr>
            <p:nvPr/>
          </p:nvSpPr>
          <p:spPr bwMode="auto">
            <a:xfrm>
              <a:off x="5938838" y="792163"/>
              <a:ext cx="985838" cy="903288"/>
            </a:xfrm>
            <a:custGeom>
              <a:avLst/>
              <a:gdLst>
                <a:gd name="T0" fmla="*/ 99 w 2580"/>
                <a:gd name="T1" fmla="*/ 209 h 2368"/>
                <a:gd name="T2" fmla="*/ 23 w 2580"/>
                <a:gd name="T3" fmla="*/ 431 h 2368"/>
                <a:gd name="T4" fmla="*/ 0 w 2580"/>
                <a:gd name="T5" fmla="*/ 775 h 2368"/>
                <a:gd name="T6" fmla="*/ 19 w 2580"/>
                <a:gd name="T7" fmla="*/ 1096 h 2368"/>
                <a:gd name="T8" fmla="*/ 161 w 2580"/>
                <a:gd name="T9" fmla="*/ 1445 h 2368"/>
                <a:gd name="T10" fmla="*/ 762 w 2580"/>
                <a:gd name="T11" fmla="*/ 2366 h 2368"/>
                <a:gd name="T12" fmla="*/ 955 w 2580"/>
                <a:gd name="T13" fmla="*/ 1878 h 2368"/>
                <a:gd name="T14" fmla="*/ 761 w 2580"/>
                <a:gd name="T15" fmla="*/ 1378 h 2368"/>
                <a:gd name="T16" fmla="*/ 624 w 2580"/>
                <a:gd name="T17" fmla="*/ 1336 h 2368"/>
                <a:gd name="T18" fmla="*/ 529 w 2580"/>
                <a:gd name="T19" fmla="*/ 1241 h 2368"/>
                <a:gd name="T20" fmla="*/ 488 w 2580"/>
                <a:gd name="T21" fmla="*/ 1146 h 2368"/>
                <a:gd name="T22" fmla="*/ 484 w 2580"/>
                <a:gd name="T23" fmla="*/ 1032 h 2368"/>
                <a:gd name="T24" fmla="*/ 517 w 2580"/>
                <a:gd name="T25" fmla="*/ 907 h 2368"/>
                <a:gd name="T26" fmla="*/ 595 w 2580"/>
                <a:gd name="T27" fmla="*/ 813 h 2368"/>
                <a:gd name="T28" fmla="*/ 768 w 2580"/>
                <a:gd name="T29" fmla="*/ 744 h 2368"/>
                <a:gd name="T30" fmla="*/ 955 w 2580"/>
                <a:gd name="T31" fmla="*/ 783 h 2368"/>
                <a:gd name="T32" fmla="*/ 1028 w 2580"/>
                <a:gd name="T33" fmla="*/ 839 h 2368"/>
                <a:gd name="T34" fmla="*/ 1099 w 2580"/>
                <a:gd name="T35" fmla="*/ 957 h 2368"/>
                <a:gd name="T36" fmla="*/ 1134 w 2580"/>
                <a:gd name="T37" fmla="*/ 1225 h 2368"/>
                <a:gd name="T38" fmla="*/ 1445 w 2580"/>
                <a:gd name="T39" fmla="*/ 1110 h 2368"/>
                <a:gd name="T40" fmla="*/ 1479 w 2580"/>
                <a:gd name="T41" fmla="*/ 924 h 2368"/>
                <a:gd name="T42" fmla="*/ 1556 w 2580"/>
                <a:gd name="T43" fmla="*/ 828 h 2368"/>
                <a:gd name="T44" fmla="*/ 1738 w 2580"/>
                <a:gd name="T45" fmla="*/ 747 h 2368"/>
                <a:gd name="T46" fmla="*/ 1855 w 2580"/>
                <a:gd name="T47" fmla="*/ 751 h 2368"/>
                <a:gd name="T48" fmla="*/ 1949 w 2580"/>
                <a:gd name="T49" fmla="*/ 795 h 2368"/>
                <a:gd name="T50" fmla="*/ 2050 w 2580"/>
                <a:gd name="T51" fmla="*/ 903 h 2368"/>
                <a:gd name="T52" fmla="*/ 2093 w 2580"/>
                <a:gd name="T53" fmla="*/ 1067 h 2368"/>
                <a:gd name="T54" fmla="*/ 2057 w 2580"/>
                <a:gd name="T55" fmla="*/ 1213 h 2368"/>
                <a:gd name="T56" fmla="*/ 1995 w 2580"/>
                <a:gd name="T57" fmla="*/ 1300 h 2368"/>
                <a:gd name="T58" fmla="*/ 1885 w 2580"/>
                <a:gd name="T59" fmla="*/ 1361 h 2368"/>
                <a:gd name="T60" fmla="*/ 1617 w 2580"/>
                <a:gd name="T61" fmla="*/ 1391 h 2368"/>
                <a:gd name="T62" fmla="*/ 1712 w 2580"/>
                <a:gd name="T63" fmla="*/ 2363 h 2368"/>
                <a:gd name="T64" fmla="*/ 2187 w 2580"/>
                <a:gd name="T65" fmla="*/ 1798 h 2368"/>
                <a:gd name="T66" fmla="*/ 2479 w 2580"/>
                <a:gd name="T67" fmla="*/ 1312 h 2368"/>
                <a:gd name="T68" fmla="*/ 2574 w 2580"/>
                <a:gd name="T69" fmla="*/ 972 h 2368"/>
                <a:gd name="T70" fmla="*/ 2580 w 2580"/>
                <a:gd name="T71" fmla="*/ 684 h 2368"/>
                <a:gd name="T72" fmla="*/ 2529 w 2580"/>
                <a:gd name="T73" fmla="*/ 364 h 2368"/>
                <a:gd name="T74" fmla="*/ 2428 w 2580"/>
                <a:gd name="T75" fmla="*/ 125 h 2368"/>
                <a:gd name="T76" fmla="*/ 2357 w 2580"/>
                <a:gd name="T77" fmla="*/ 15 h 2368"/>
                <a:gd name="T78" fmla="*/ 2274 w 2580"/>
                <a:gd name="T79" fmla="*/ 8 h 2368"/>
                <a:gd name="T80" fmla="*/ 2174 w 2580"/>
                <a:gd name="T81" fmla="*/ 33 h 2368"/>
                <a:gd name="T82" fmla="*/ 2183 w 2580"/>
                <a:gd name="T83" fmla="*/ 105 h 2368"/>
                <a:gd name="T84" fmla="*/ 2235 w 2580"/>
                <a:gd name="T85" fmla="*/ 202 h 2368"/>
                <a:gd name="T86" fmla="*/ 2103 w 2580"/>
                <a:gd name="T87" fmla="*/ 363 h 2368"/>
                <a:gd name="T88" fmla="*/ 1857 w 2580"/>
                <a:gd name="T89" fmla="*/ 598 h 2368"/>
                <a:gd name="T90" fmla="*/ 1795 w 2580"/>
                <a:gd name="T91" fmla="*/ 631 h 2368"/>
                <a:gd name="T92" fmla="*/ 1694 w 2580"/>
                <a:gd name="T93" fmla="*/ 573 h 2368"/>
                <a:gd name="T94" fmla="*/ 1635 w 2580"/>
                <a:gd name="T95" fmla="*/ 581 h 2368"/>
                <a:gd name="T96" fmla="*/ 1287 w 2580"/>
                <a:gd name="T97" fmla="*/ 730 h 2368"/>
                <a:gd name="T98" fmla="*/ 948 w 2580"/>
                <a:gd name="T99" fmla="*/ 621 h 2368"/>
                <a:gd name="T100" fmla="*/ 919 w 2580"/>
                <a:gd name="T101" fmla="*/ 560 h 2368"/>
                <a:gd name="T102" fmla="*/ 852 w 2580"/>
                <a:gd name="T103" fmla="*/ 590 h 2368"/>
                <a:gd name="T104" fmla="*/ 762 w 2580"/>
                <a:gd name="T105" fmla="*/ 633 h 2368"/>
                <a:gd name="T106" fmla="*/ 535 w 2580"/>
                <a:gd name="T107" fmla="*/ 423 h 2368"/>
                <a:gd name="T108" fmla="*/ 384 w 2580"/>
                <a:gd name="T109" fmla="*/ 111 h 2368"/>
                <a:gd name="T110" fmla="*/ 408 w 2580"/>
                <a:gd name="T111" fmla="*/ 48 h 2368"/>
                <a:gd name="T112" fmla="*/ 325 w 2580"/>
                <a:gd name="T113" fmla="*/ 11 h 2368"/>
                <a:gd name="T114" fmla="*/ 241 w 2580"/>
                <a:gd name="T115" fmla="*/ 1 h 2368"/>
                <a:gd name="T116" fmla="*/ 165 w 2580"/>
                <a:gd name="T117" fmla="*/ 86 h 2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580" h="2368">
                  <a:moveTo>
                    <a:pt x="165" y="86"/>
                  </a:moveTo>
                  <a:lnTo>
                    <a:pt x="141" y="130"/>
                  </a:lnTo>
                  <a:lnTo>
                    <a:pt x="99" y="209"/>
                  </a:lnTo>
                  <a:lnTo>
                    <a:pt x="66" y="283"/>
                  </a:lnTo>
                  <a:lnTo>
                    <a:pt x="41" y="356"/>
                  </a:lnTo>
                  <a:lnTo>
                    <a:pt x="23" y="431"/>
                  </a:lnTo>
                  <a:lnTo>
                    <a:pt x="11" y="513"/>
                  </a:lnTo>
                  <a:lnTo>
                    <a:pt x="1" y="655"/>
                  </a:lnTo>
                  <a:lnTo>
                    <a:pt x="0" y="775"/>
                  </a:lnTo>
                  <a:lnTo>
                    <a:pt x="1" y="852"/>
                  </a:lnTo>
                  <a:lnTo>
                    <a:pt x="5" y="983"/>
                  </a:lnTo>
                  <a:lnTo>
                    <a:pt x="19" y="1096"/>
                  </a:lnTo>
                  <a:lnTo>
                    <a:pt x="46" y="1203"/>
                  </a:lnTo>
                  <a:lnTo>
                    <a:pt x="92" y="1316"/>
                  </a:lnTo>
                  <a:lnTo>
                    <a:pt x="161" y="1445"/>
                  </a:lnTo>
                  <a:lnTo>
                    <a:pt x="313" y="1690"/>
                  </a:lnTo>
                  <a:lnTo>
                    <a:pt x="465" y="1920"/>
                  </a:lnTo>
                  <a:lnTo>
                    <a:pt x="762" y="2366"/>
                  </a:lnTo>
                  <a:lnTo>
                    <a:pt x="860" y="2366"/>
                  </a:lnTo>
                  <a:lnTo>
                    <a:pt x="959" y="2366"/>
                  </a:lnTo>
                  <a:lnTo>
                    <a:pt x="955" y="1878"/>
                  </a:lnTo>
                  <a:lnTo>
                    <a:pt x="950" y="1391"/>
                  </a:lnTo>
                  <a:lnTo>
                    <a:pt x="817" y="1383"/>
                  </a:lnTo>
                  <a:lnTo>
                    <a:pt x="761" y="1378"/>
                  </a:lnTo>
                  <a:lnTo>
                    <a:pt x="694" y="1365"/>
                  </a:lnTo>
                  <a:lnTo>
                    <a:pt x="657" y="1352"/>
                  </a:lnTo>
                  <a:lnTo>
                    <a:pt x="624" y="1336"/>
                  </a:lnTo>
                  <a:lnTo>
                    <a:pt x="594" y="1316"/>
                  </a:lnTo>
                  <a:lnTo>
                    <a:pt x="554" y="1276"/>
                  </a:lnTo>
                  <a:lnTo>
                    <a:pt x="529" y="1241"/>
                  </a:lnTo>
                  <a:lnTo>
                    <a:pt x="515" y="1221"/>
                  </a:lnTo>
                  <a:lnTo>
                    <a:pt x="497" y="1185"/>
                  </a:lnTo>
                  <a:lnTo>
                    <a:pt x="488" y="1146"/>
                  </a:lnTo>
                  <a:lnTo>
                    <a:pt x="484" y="1097"/>
                  </a:lnTo>
                  <a:lnTo>
                    <a:pt x="484" y="1065"/>
                  </a:lnTo>
                  <a:lnTo>
                    <a:pt x="484" y="1032"/>
                  </a:lnTo>
                  <a:lnTo>
                    <a:pt x="488" y="983"/>
                  </a:lnTo>
                  <a:lnTo>
                    <a:pt x="498" y="944"/>
                  </a:lnTo>
                  <a:lnTo>
                    <a:pt x="517" y="907"/>
                  </a:lnTo>
                  <a:lnTo>
                    <a:pt x="530" y="886"/>
                  </a:lnTo>
                  <a:lnTo>
                    <a:pt x="550" y="859"/>
                  </a:lnTo>
                  <a:lnTo>
                    <a:pt x="595" y="813"/>
                  </a:lnTo>
                  <a:lnTo>
                    <a:pt x="648" y="779"/>
                  </a:lnTo>
                  <a:lnTo>
                    <a:pt x="706" y="756"/>
                  </a:lnTo>
                  <a:lnTo>
                    <a:pt x="768" y="744"/>
                  </a:lnTo>
                  <a:lnTo>
                    <a:pt x="831" y="745"/>
                  </a:lnTo>
                  <a:lnTo>
                    <a:pt x="894" y="757"/>
                  </a:lnTo>
                  <a:lnTo>
                    <a:pt x="955" y="783"/>
                  </a:lnTo>
                  <a:lnTo>
                    <a:pt x="984" y="801"/>
                  </a:lnTo>
                  <a:lnTo>
                    <a:pt x="1000" y="813"/>
                  </a:lnTo>
                  <a:lnTo>
                    <a:pt x="1028" y="839"/>
                  </a:lnTo>
                  <a:lnTo>
                    <a:pt x="1053" y="868"/>
                  </a:lnTo>
                  <a:lnTo>
                    <a:pt x="1074" y="901"/>
                  </a:lnTo>
                  <a:lnTo>
                    <a:pt x="1099" y="957"/>
                  </a:lnTo>
                  <a:lnTo>
                    <a:pt x="1120" y="1047"/>
                  </a:lnTo>
                  <a:lnTo>
                    <a:pt x="1125" y="1100"/>
                  </a:lnTo>
                  <a:lnTo>
                    <a:pt x="1134" y="1225"/>
                  </a:lnTo>
                  <a:lnTo>
                    <a:pt x="1284" y="1225"/>
                  </a:lnTo>
                  <a:lnTo>
                    <a:pt x="1434" y="1225"/>
                  </a:lnTo>
                  <a:lnTo>
                    <a:pt x="1445" y="1110"/>
                  </a:lnTo>
                  <a:lnTo>
                    <a:pt x="1451" y="1053"/>
                  </a:lnTo>
                  <a:lnTo>
                    <a:pt x="1462" y="975"/>
                  </a:lnTo>
                  <a:lnTo>
                    <a:pt x="1479" y="924"/>
                  </a:lnTo>
                  <a:lnTo>
                    <a:pt x="1508" y="882"/>
                  </a:lnTo>
                  <a:lnTo>
                    <a:pt x="1529" y="858"/>
                  </a:lnTo>
                  <a:lnTo>
                    <a:pt x="1556" y="828"/>
                  </a:lnTo>
                  <a:lnTo>
                    <a:pt x="1610" y="785"/>
                  </a:lnTo>
                  <a:lnTo>
                    <a:pt x="1668" y="759"/>
                  </a:lnTo>
                  <a:lnTo>
                    <a:pt x="1738" y="747"/>
                  </a:lnTo>
                  <a:lnTo>
                    <a:pt x="1780" y="746"/>
                  </a:lnTo>
                  <a:lnTo>
                    <a:pt x="1810" y="747"/>
                  </a:lnTo>
                  <a:lnTo>
                    <a:pt x="1855" y="751"/>
                  </a:lnTo>
                  <a:lnTo>
                    <a:pt x="1892" y="761"/>
                  </a:lnTo>
                  <a:lnTo>
                    <a:pt x="1928" y="781"/>
                  </a:lnTo>
                  <a:lnTo>
                    <a:pt x="1949" y="795"/>
                  </a:lnTo>
                  <a:lnTo>
                    <a:pt x="1974" y="813"/>
                  </a:lnTo>
                  <a:lnTo>
                    <a:pt x="2017" y="856"/>
                  </a:lnTo>
                  <a:lnTo>
                    <a:pt x="2050" y="903"/>
                  </a:lnTo>
                  <a:lnTo>
                    <a:pt x="2074" y="955"/>
                  </a:lnTo>
                  <a:lnTo>
                    <a:pt x="2088" y="1010"/>
                  </a:lnTo>
                  <a:lnTo>
                    <a:pt x="2093" y="1067"/>
                  </a:lnTo>
                  <a:lnTo>
                    <a:pt x="2087" y="1126"/>
                  </a:lnTo>
                  <a:lnTo>
                    <a:pt x="2070" y="1184"/>
                  </a:lnTo>
                  <a:lnTo>
                    <a:pt x="2057" y="1213"/>
                  </a:lnTo>
                  <a:lnTo>
                    <a:pt x="2046" y="1233"/>
                  </a:lnTo>
                  <a:lnTo>
                    <a:pt x="2023" y="1269"/>
                  </a:lnTo>
                  <a:lnTo>
                    <a:pt x="1995" y="1300"/>
                  </a:lnTo>
                  <a:lnTo>
                    <a:pt x="1964" y="1325"/>
                  </a:lnTo>
                  <a:lnTo>
                    <a:pt x="1927" y="1345"/>
                  </a:lnTo>
                  <a:lnTo>
                    <a:pt x="1885" y="1361"/>
                  </a:lnTo>
                  <a:lnTo>
                    <a:pt x="1811" y="1378"/>
                  </a:lnTo>
                  <a:lnTo>
                    <a:pt x="1752" y="1383"/>
                  </a:lnTo>
                  <a:lnTo>
                    <a:pt x="1617" y="1391"/>
                  </a:lnTo>
                  <a:lnTo>
                    <a:pt x="1617" y="1875"/>
                  </a:lnTo>
                  <a:lnTo>
                    <a:pt x="1617" y="2358"/>
                  </a:lnTo>
                  <a:lnTo>
                    <a:pt x="1712" y="2363"/>
                  </a:lnTo>
                  <a:lnTo>
                    <a:pt x="1809" y="2368"/>
                  </a:lnTo>
                  <a:lnTo>
                    <a:pt x="2110" y="1913"/>
                  </a:lnTo>
                  <a:lnTo>
                    <a:pt x="2187" y="1798"/>
                  </a:lnTo>
                  <a:lnTo>
                    <a:pt x="2313" y="1604"/>
                  </a:lnTo>
                  <a:lnTo>
                    <a:pt x="2409" y="1445"/>
                  </a:lnTo>
                  <a:lnTo>
                    <a:pt x="2479" y="1312"/>
                  </a:lnTo>
                  <a:lnTo>
                    <a:pt x="2527" y="1195"/>
                  </a:lnTo>
                  <a:lnTo>
                    <a:pt x="2558" y="1085"/>
                  </a:lnTo>
                  <a:lnTo>
                    <a:pt x="2574" y="972"/>
                  </a:lnTo>
                  <a:lnTo>
                    <a:pt x="2580" y="846"/>
                  </a:lnTo>
                  <a:lnTo>
                    <a:pt x="2580" y="775"/>
                  </a:lnTo>
                  <a:lnTo>
                    <a:pt x="2580" y="684"/>
                  </a:lnTo>
                  <a:lnTo>
                    <a:pt x="2568" y="531"/>
                  </a:lnTo>
                  <a:lnTo>
                    <a:pt x="2548" y="430"/>
                  </a:lnTo>
                  <a:lnTo>
                    <a:pt x="2529" y="364"/>
                  </a:lnTo>
                  <a:lnTo>
                    <a:pt x="2492" y="264"/>
                  </a:lnTo>
                  <a:lnTo>
                    <a:pt x="2459" y="191"/>
                  </a:lnTo>
                  <a:lnTo>
                    <a:pt x="2428" y="125"/>
                  </a:lnTo>
                  <a:lnTo>
                    <a:pt x="2394" y="61"/>
                  </a:lnTo>
                  <a:lnTo>
                    <a:pt x="2375" y="32"/>
                  </a:lnTo>
                  <a:lnTo>
                    <a:pt x="2357" y="15"/>
                  </a:lnTo>
                  <a:lnTo>
                    <a:pt x="2338" y="6"/>
                  </a:lnTo>
                  <a:lnTo>
                    <a:pt x="2305" y="4"/>
                  </a:lnTo>
                  <a:lnTo>
                    <a:pt x="2274" y="8"/>
                  </a:lnTo>
                  <a:lnTo>
                    <a:pt x="2242" y="14"/>
                  </a:lnTo>
                  <a:lnTo>
                    <a:pt x="2188" y="27"/>
                  </a:lnTo>
                  <a:lnTo>
                    <a:pt x="2174" y="33"/>
                  </a:lnTo>
                  <a:lnTo>
                    <a:pt x="2166" y="38"/>
                  </a:lnTo>
                  <a:lnTo>
                    <a:pt x="2161" y="54"/>
                  </a:lnTo>
                  <a:lnTo>
                    <a:pt x="2183" y="105"/>
                  </a:lnTo>
                  <a:lnTo>
                    <a:pt x="2232" y="186"/>
                  </a:lnTo>
                  <a:lnTo>
                    <a:pt x="2234" y="191"/>
                  </a:lnTo>
                  <a:lnTo>
                    <a:pt x="2235" y="202"/>
                  </a:lnTo>
                  <a:lnTo>
                    <a:pt x="2226" y="225"/>
                  </a:lnTo>
                  <a:lnTo>
                    <a:pt x="2185" y="277"/>
                  </a:lnTo>
                  <a:lnTo>
                    <a:pt x="2103" y="363"/>
                  </a:lnTo>
                  <a:lnTo>
                    <a:pt x="2042" y="425"/>
                  </a:lnTo>
                  <a:lnTo>
                    <a:pt x="1957" y="508"/>
                  </a:lnTo>
                  <a:lnTo>
                    <a:pt x="1857" y="598"/>
                  </a:lnTo>
                  <a:lnTo>
                    <a:pt x="1817" y="630"/>
                  </a:lnTo>
                  <a:lnTo>
                    <a:pt x="1809" y="633"/>
                  </a:lnTo>
                  <a:lnTo>
                    <a:pt x="1795" y="631"/>
                  </a:lnTo>
                  <a:lnTo>
                    <a:pt x="1746" y="607"/>
                  </a:lnTo>
                  <a:lnTo>
                    <a:pt x="1720" y="590"/>
                  </a:lnTo>
                  <a:lnTo>
                    <a:pt x="1694" y="573"/>
                  </a:lnTo>
                  <a:lnTo>
                    <a:pt x="1654" y="555"/>
                  </a:lnTo>
                  <a:lnTo>
                    <a:pt x="1647" y="556"/>
                  </a:lnTo>
                  <a:lnTo>
                    <a:pt x="1635" y="581"/>
                  </a:lnTo>
                  <a:lnTo>
                    <a:pt x="1617" y="645"/>
                  </a:lnTo>
                  <a:lnTo>
                    <a:pt x="1597" y="725"/>
                  </a:lnTo>
                  <a:lnTo>
                    <a:pt x="1287" y="730"/>
                  </a:lnTo>
                  <a:lnTo>
                    <a:pt x="977" y="733"/>
                  </a:lnTo>
                  <a:lnTo>
                    <a:pt x="959" y="663"/>
                  </a:lnTo>
                  <a:lnTo>
                    <a:pt x="948" y="621"/>
                  </a:lnTo>
                  <a:lnTo>
                    <a:pt x="936" y="582"/>
                  </a:lnTo>
                  <a:lnTo>
                    <a:pt x="928" y="567"/>
                  </a:lnTo>
                  <a:lnTo>
                    <a:pt x="919" y="560"/>
                  </a:lnTo>
                  <a:lnTo>
                    <a:pt x="906" y="561"/>
                  </a:lnTo>
                  <a:lnTo>
                    <a:pt x="879" y="574"/>
                  </a:lnTo>
                  <a:lnTo>
                    <a:pt x="852" y="590"/>
                  </a:lnTo>
                  <a:lnTo>
                    <a:pt x="821" y="607"/>
                  </a:lnTo>
                  <a:lnTo>
                    <a:pt x="772" y="631"/>
                  </a:lnTo>
                  <a:lnTo>
                    <a:pt x="762" y="633"/>
                  </a:lnTo>
                  <a:lnTo>
                    <a:pt x="744" y="621"/>
                  </a:lnTo>
                  <a:lnTo>
                    <a:pt x="620" y="507"/>
                  </a:lnTo>
                  <a:lnTo>
                    <a:pt x="535" y="423"/>
                  </a:lnTo>
                  <a:lnTo>
                    <a:pt x="324" y="213"/>
                  </a:lnTo>
                  <a:lnTo>
                    <a:pt x="367" y="141"/>
                  </a:lnTo>
                  <a:lnTo>
                    <a:pt x="384" y="111"/>
                  </a:lnTo>
                  <a:lnTo>
                    <a:pt x="406" y="63"/>
                  </a:lnTo>
                  <a:lnTo>
                    <a:pt x="409" y="51"/>
                  </a:lnTo>
                  <a:lnTo>
                    <a:pt x="408" y="48"/>
                  </a:lnTo>
                  <a:lnTo>
                    <a:pt x="399" y="40"/>
                  </a:lnTo>
                  <a:lnTo>
                    <a:pt x="374" y="27"/>
                  </a:lnTo>
                  <a:lnTo>
                    <a:pt x="325" y="11"/>
                  </a:lnTo>
                  <a:lnTo>
                    <a:pt x="272" y="1"/>
                  </a:lnTo>
                  <a:lnTo>
                    <a:pt x="250" y="0"/>
                  </a:lnTo>
                  <a:lnTo>
                    <a:pt x="241" y="1"/>
                  </a:lnTo>
                  <a:lnTo>
                    <a:pt x="222" y="11"/>
                  </a:lnTo>
                  <a:lnTo>
                    <a:pt x="191" y="46"/>
                  </a:lnTo>
                  <a:lnTo>
                    <a:pt x="165" y="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72">
              <a:extLst>
                <a:ext uri="{FF2B5EF4-FFF2-40B4-BE49-F238E27FC236}">
                  <a16:creationId xmlns:a16="http://schemas.microsoft.com/office/drawing/2014/main" id="{62938681-2A3D-70A0-1C26-77293FE46A7A}"/>
                </a:ext>
              </a:extLst>
            </p:cNvPr>
            <p:cNvSpPr>
              <a:spLocks/>
            </p:cNvSpPr>
            <p:nvPr/>
          </p:nvSpPr>
          <p:spPr bwMode="auto">
            <a:xfrm>
              <a:off x="6184901" y="1135063"/>
              <a:ext cx="120650" cy="127000"/>
            </a:xfrm>
            <a:custGeom>
              <a:avLst/>
              <a:gdLst>
                <a:gd name="T0" fmla="*/ 52 w 316"/>
                <a:gd name="T1" fmla="*/ 47 h 332"/>
                <a:gd name="T2" fmla="*/ 37 w 316"/>
                <a:gd name="T3" fmla="*/ 61 h 332"/>
                <a:gd name="T4" fmla="*/ 17 w 316"/>
                <a:gd name="T5" fmla="*/ 86 h 332"/>
                <a:gd name="T6" fmla="*/ 5 w 316"/>
                <a:gd name="T7" fmla="*/ 112 h 332"/>
                <a:gd name="T8" fmla="*/ 0 w 316"/>
                <a:gd name="T9" fmla="*/ 144 h 332"/>
                <a:gd name="T10" fmla="*/ 0 w 316"/>
                <a:gd name="T11" fmla="*/ 164 h 332"/>
                <a:gd name="T12" fmla="*/ 0 w 316"/>
                <a:gd name="T13" fmla="*/ 181 h 332"/>
                <a:gd name="T14" fmla="*/ 5 w 316"/>
                <a:gd name="T15" fmla="*/ 211 h 332"/>
                <a:gd name="T16" fmla="*/ 15 w 316"/>
                <a:gd name="T17" fmla="*/ 239 h 332"/>
                <a:gd name="T18" fmla="*/ 29 w 316"/>
                <a:gd name="T19" fmla="*/ 262 h 332"/>
                <a:gd name="T20" fmla="*/ 49 w 316"/>
                <a:gd name="T21" fmla="*/ 282 h 332"/>
                <a:gd name="T22" fmla="*/ 73 w 316"/>
                <a:gd name="T23" fmla="*/ 299 h 332"/>
                <a:gd name="T24" fmla="*/ 101 w 316"/>
                <a:gd name="T25" fmla="*/ 311 h 332"/>
                <a:gd name="T26" fmla="*/ 135 w 316"/>
                <a:gd name="T27" fmla="*/ 321 h 332"/>
                <a:gd name="T28" fmla="*/ 153 w 316"/>
                <a:gd name="T29" fmla="*/ 324 h 332"/>
                <a:gd name="T30" fmla="*/ 200 w 316"/>
                <a:gd name="T31" fmla="*/ 330 h 332"/>
                <a:gd name="T32" fmla="*/ 249 w 316"/>
                <a:gd name="T33" fmla="*/ 332 h 332"/>
                <a:gd name="T34" fmla="*/ 272 w 316"/>
                <a:gd name="T35" fmla="*/ 329 h 332"/>
                <a:gd name="T36" fmla="*/ 289 w 316"/>
                <a:gd name="T37" fmla="*/ 321 h 332"/>
                <a:gd name="T38" fmla="*/ 301 w 316"/>
                <a:gd name="T39" fmla="*/ 308 h 332"/>
                <a:gd name="T40" fmla="*/ 311 w 316"/>
                <a:gd name="T41" fmla="*/ 278 h 332"/>
                <a:gd name="T42" fmla="*/ 313 w 316"/>
                <a:gd name="T43" fmla="*/ 249 h 332"/>
                <a:gd name="T44" fmla="*/ 316 w 316"/>
                <a:gd name="T45" fmla="*/ 204 h 332"/>
                <a:gd name="T46" fmla="*/ 312 w 316"/>
                <a:gd name="T47" fmla="*/ 134 h 332"/>
                <a:gd name="T48" fmla="*/ 301 w 316"/>
                <a:gd name="T49" fmla="*/ 95 h 332"/>
                <a:gd name="T50" fmla="*/ 289 w 316"/>
                <a:gd name="T51" fmla="*/ 73 h 332"/>
                <a:gd name="T52" fmla="*/ 266 w 316"/>
                <a:gd name="T53" fmla="*/ 46 h 332"/>
                <a:gd name="T54" fmla="*/ 245 w 316"/>
                <a:gd name="T55" fmla="*/ 32 h 332"/>
                <a:gd name="T56" fmla="*/ 217 w 316"/>
                <a:gd name="T57" fmla="*/ 16 h 332"/>
                <a:gd name="T58" fmla="*/ 179 w 316"/>
                <a:gd name="T59" fmla="*/ 3 h 332"/>
                <a:gd name="T60" fmla="*/ 155 w 316"/>
                <a:gd name="T61" fmla="*/ 0 h 332"/>
                <a:gd name="T62" fmla="*/ 132 w 316"/>
                <a:gd name="T63" fmla="*/ 2 h 332"/>
                <a:gd name="T64" fmla="*/ 109 w 316"/>
                <a:gd name="T65" fmla="*/ 9 h 332"/>
                <a:gd name="T66" fmla="*/ 75 w 316"/>
                <a:gd name="T67" fmla="*/ 27 h 332"/>
                <a:gd name="T68" fmla="*/ 52 w 316"/>
                <a:gd name="T69" fmla="*/ 47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16" h="332">
                  <a:moveTo>
                    <a:pt x="52" y="47"/>
                  </a:moveTo>
                  <a:lnTo>
                    <a:pt x="37" y="61"/>
                  </a:lnTo>
                  <a:lnTo>
                    <a:pt x="17" y="86"/>
                  </a:lnTo>
                  <a:lnTo>
                    <a:pt x="5" y="112"/>
                  </a:lnTo>
                  <a:lnTo>
                    <a:pt x="0" y="144"/>
                  </a:lnTo>
                  <a:lnTo>
                    <a:pt x="0" y="164"/>
                  </a:lnTo>
                  <a:lnTo>
                    <a:pt x="0" y="181"/>
                  </a:lnTo>
                  <a:lnTo>
                    <a:pt x="5" y="211"/>
                  </a:lnTo>
                  <a:lnTo>
                    <a:pt x="15" y="239"/>
                  </a:lnTo>
                  <a:lnTo>
                    <a:pt x="29" y="262"/>
                  </a:lnTo>
                  <a:lnTo>
                    <a:pt x="49" y="282"/>
                  </a:lnTo>
                  <a:lnTo>
                    <a:pt x="73" y="299"/>
                  </a:lnTo>
                  <a:lnTo>
                    <a:pt x="101" y="311"/>
                  </a:lnTo>
                  <a:lnTo>
                    <a:pt x="135" y="321"/>
                  </a:lnTo>
                  <a:lnTo>
                    <a:pt x="153" y="324"/>
                  </a:lnTo>
                  <a:lnTo>
                    <a:pt x="200" y="330"/>
                  </a:lnTo>
                  <a:lnTo>
                    <a:pt x="249" y="332"/>
                  </a:lnTo>
                  <a:lnTo>
                    <a:pt x="272" y="329"/>
                  </a:lnTo>
                  <a:lnTo>
                    <a:pt x="289" y="321"/>
                  </a:lnTo>
                  <a:lnTo>
                    <a:pt x="301" y="308"/>
                  </a:lnTo>
                  <a:lnTo>
                    <a:pt x="311" y="278"/>
                  </a:lnTo>
                  <a:lnTo>
                    <a:pt x="313" y="249"/>
                  </a:lnTo>
                  <a:lnTo>
                    <a:pt x="316" y="204"/>
                  </a:lnTo>
                  <a:lnTo>
                    <a:pt x="312" y="134"/>
                  </a:lnTo>
                  <a:lnTo>
                    <a:pt x="301" y="95"/>
                  </a:lnTo>
                  <a:lnTo>
                    <a:pt x="289" y="73"/>
                  </a:lnTo>
                  <a:lnTo>
                    <a:pt x="266" y="46"/>
                  </a:lnTo>
                  <a:lnTo>
                    <a:pt x="245" y="32"/>
                  </a:lnTo>
                  <a:lnTo>
                    <a:pt x="217" y="16"/>
                  </a:lnTo>
                  <a:lnTo>
                    <a:pt x="179" y="3"/>
                  </a:lnTo>
                  <a:lnTo>
                    <a:pt x="155" y="0"/>
                  </a:lnTo>
                  <a:lnTo>
                    <a:pt x="132" y="2"/>
                  </a:lnTo>
                  <a:lnTo>
                    <a:pt x="109" y="9"/>
                  </a:lnTo>
                  <a:lnTo>
                    <a:pt x="75" y="27"/>
                  </a:lnTo>
                  <a:lnTo>
                    <a:pt x="52" y="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73">
              <a:extLst>
                <a:ext uri="{FF2B5EF4-FFF2-40B4-BE49-F238E27FC236}">
                  <a16:creationId xmlns:a16="http://schemas.microsoft.com/office/drawing/2014/main" id="{A1210614-7285-8470-EACF-ADDE5C8BC834}"/>
                </a:ext>
              </a:extLst>
            </p:cNvPr>
            <p:cNvSpPr>
              <a:spLocks/>
            </p:cNvSpPr>
            <p:nvPr/>
          </p:nvSpPr>
          <p:spPr bwMode="auto">
            <a:xfrm>
              <a:off x="6553201" y="1135063"/>
              <a:ext cx="123825" cy="127000"/>
            </a:xfrm>
            <a:custGeom>
              <a:avLst/>
              <a:gdLst>
                <a:gd name="T0" fmla="*/ 55 w 322"/>
                <a:gd name="T1" fmla="*/ 56 h 331"/>
                <a:gd name="T2" fmla="*/ 36 w 322"/>
                <a:gd name="T3" fmla="*/ 76 h 331"/>
                <a:gd name="T4" fmla="*/ 12 w 322"/>
                <a:gd name="T5" fmla="*/ 106 h 331"/>
                <a:gd name="T6" fmla="*/ 2 w 322"/>
                <a:gd name="T7" fmla="*/ 138 h 331"/>
                <a:gd name="T8" fmla="*/ 0 w 322"/>
                <a:gd name="T9" fmla="*/ 185 h 331"/>
                <a:gd name="T10" fmla="*/ 2 w 322"/>
                <a:gd name="T11" fmla="*/ 220 h 331"/>
                <a:gd name="T12" fmla="*/ 7 w 322"/>
                <a:gd name="T13" fmla="*/ 325 h 331"/>
                <a:gd name="T14" fmla="*/ 85 w 322"/>
                <a:gd name="T15" fmla="*/ 330 h 331"/>
                <a:gd name="T16" fmla="*/ 125 w 322"/>
                <a:gd name="T17" fmla="*/ 331 h 331"/>
                <a:gd name="T18" fmla="*/ 195 w 322"/>
                <a:gd name="T19" fmla="*/ 320 h 331"/>
                <a:gd name="T20" fmla="*/ 239 w 322"/>
                <a:gd name="T21" fmla="*/ 301 h 331"/>
                <a:gd name="T22" fmla="*/ 263 w 322"/>
                <a:gd name="T23" fmla="*/ 285 h 331"/>
                <a:gd name="T24" fmla="*/ 284 w 322"/>
                <a:gd name="T25" fmla="*/ 265 h 331"/>
                <a:gd name="T26" fmla="*/ 300 w 322"/>
                <a:gd name="T27" fmla="*/ 242 h 331"/>
                <a:gd name="T28" fmla="*/ 305 w 322"/>
                <a:gd name="T29" fmla="*/ 230 h 331"/>
                <a:gd name="T30" fmla="*/ 316 w 322"/>
                <a:gd name="T31" fmla="*/ 202 h 331"/>
                <a:gd name="T32" fmla="*/ 322 w 322"/>
                <a:gd name="T33" fmla="*/ 151 h 331"/>
                <a:gd name="T34" fmla="*/ 311 w 322"/>
                <a:gd name="T35" fmla="*/ 103 h 331"/>
                <a:gd name="T36" fmla="*/ 283 w 322"/>
                <a:gd name="T37" fmla="*/ 61 h 331"/>
                <a:gd name="T38" fmla="*/ 262 w 322"/>
                <a:gd name="T39" fmla="*/ 41 h 331"/>
                <a:gd name="T40" fmla="*/ 249 w 322"/>
                <a:gd name="T41" fmla="*/ 31 h 331"/>
                <a:gd name="T42" fmla="*/ 222 w 322"/>
                <a:gd name="T43" fmla="*/ 14 h 331"/>
                <a:gd name="T44" fmla="*/ 196 w 322"/>
                <a:gd name="T45" fmla="*/ 4 h 331"/>
                <a:gd name="T46" fmla="*/ 171 w 322"/>
                <a:gd name="T47" fmla="*/ 0 h 331"/>
                <a:gd name="T48" fmla="*/ 145 w 322"/>
                <a:gd name="T49" fmla="*/ 2 h 331"/>
                <a:gd name="T50" fmla="*/ 120 w 322"/>
                <a:gd name="T51" fmla="*/ 9 h 331"/>
                <a:gd name="T52" fmla="*/ 81 w 322"/>
                <a:gd name="T53" fmla="*/ 32 h 331"/>
                <a:gd name="T54" fmla="*/ 55 w 322"/>
                <a:gd name="T55" fmla="*/ 56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22" h="331">
                  <a:moveTo>
                    <a:pt x="55" y="56"/>
                  </a:moveTo>
                  <a:lnTo>
                    <a:pt x="36" y="76"/>
                  </a:lnTo>
                  <a:lnTo>
                    <a:pt x="12" y="106"/>
                  </a:lnTo>
                  <a:lnTo>
                    <a:pt x="2" y="138"/>
                  </a:lnTo>
                  <a:lnTo>
                    <a:pt x="0" y="185"/>
                  </a:lnTo>
                  <a:lnTo>
                    <a:pt x="2" y="220"/>
                  </a:lnTo>
                  <a:lnTo>
                    <a:pt x="7" y="325"/>
                  </a:lnTo>
                  <a:lnTo>
                    <a:pt x="85" y="330"/>
                  </a:lnTo>
                  <a:lnTo>
                    <a:pt x="125" y="331"/>
                  </a:lnTo>
                  <a:lnTo>
                    <a:pt x="195" y="320"/>
                  </a:lnTo>
                  <a:lnTo>
                    <a:pt x="239" y="301"/>
                  </a:lnTo>
                  <a:lnTo>
                    <a:pt x="263" y="285"/>
                  </a:lnTo>
                  <a:lnTo>
                    <a:pt x="284" y="265"/>
                  </a:lnTo>
                  <a:lnTo>
                    <a:pt x="300" y="242"/>
                  </a:lnTo>
                  <a:lnTo>
                    <a:pt x="305" y="230"/>
                  </a:lnTo>
                  <a:lnTo>
                    <a:pt x="316" y="202"/>
                  </a:lnTo>
                  <a:lnTo>
                    <a:pt x="322" y="151"/>
                  </a:lnTo>
                  <a:lnTo>
                    <a:pt x="311" y="103"/>
                  </a:lnTo>
                  <a:lnTo>
                    <a:pt x="283" y="61"/>
                  </a:lnTo>
                  <a:lnTo>
                    <a:pt x="262" y="41"/>
                  </a:lnTo>
                  <a:lnTo>
                    <a:pt x="249" y="31"/>
                  </a:lnTo>
                  <a:lnTo>
                    <a:pt x="222" y="14"/>
                  </a:lnTo>
                  <a:lnTo>
                    <a:pt x="196" y="4"/>
                  </a:lnTo>
                  <a:lnTo>
                    <a:pt x="171" y="0"/>
                  </a:lnTo>
                  <a:lnTo>
                    <a:pt x="145" y="2"/>
                  </a:lnTo>
                  <a:lnTo>
                    <a:pt x="120" y="9"/>
                  </a:lnTo>
                  <a:lnTo>
                    <a:pt x="81" y="32"/>
                  </a:lnTo>
                  <a:lnTo>
                    <a:pt x="55"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77">
              <a:extLst>
                <a:ext uri="{FF2B5EF4-FFF2-40B4-BE49-F238E27FC236}">
                  <a16:creationId xmlns:a16="http://schemas.microsoft.com/office/drawing/2014/main" id="{CE1CF00C-06C5-6BA8-4B9C-746295E7AEFF}"/>
                </a:ext>
              </a:extLst>
            </p:cNvPr>
            <p:cNvSpPr>
              <a:spLocks/>
            </p:cNvSpPr>
            <p:nvPr/>
          </p:nvSpPr>
          <p:spPr bwMode="auto">
            <a:xfrm>
              <a:off x="6369051" y="1320800"/>
              <a:ext cx="120650" cy="374650"/>
            </a:xfrm>
            <a:custGeom>
              <a:avLst/>
              <a:gdLst>
                <a:gd name="T0" fmla="*/ 12 w 317"/>
                <a:gd name="T1" fmla="*/ 7 h 980"/>
                <a:gd name="T2" fmla="*/ 7 w 317"/>
                <a:gd name="T3" fmla="*/ 39 h 980"/>
                <a:gd name="T4" fmla="*/ 1 w 317"/>
                <a:gd name="T5" fmla="*/ 307 h 980"/>
                <a:gd name="T6" fmla="*/ 0 w 317"/>
                <a:gd name="T7" fmla="*/ 500 h 980"/>
                <a:gd name="T8" fmla="*/ 0 w 317"/>
                <a:gd name="T9" fmla="*/ 980 h 980"/>
                <a:gd name="T10" fmla="*/ 159 w 317"/>
                <a:gd name="T11" fmla="*/ 980 h 980"/>
                <a:gd name="T12" fmla="*/ 317 w 317"/>
                <a:gd name="T13" fmla="*/ 980 h 980"/>
                <a:gd name="T14" fmla="*/ 314 w 317"/>
                <a:gd name="T15" fmla="*/ 492 h 980"/>
                <a:gd name="T16" fmla="*/ 309 w 317"/>
                <a:gd name="T17" fmla="*/ 5 h 980"/>
                <a:gd name="T18" fmla="*/ 167 w 317"/>
                <a:gd name="T19" fmla="*/ 0 h 980"/>
                <a:gd name="T20" fmla="*/ 109 w 317"/>
                <a:gd name="T21" fmla="*/ 0 h 980"/>
                <a:gd name="T22" fmla="*/ 25 w 317"/>
                <a:gd name="T23" fmla="*/ 3 h 980"/>
                <a:gd name="T24" fmla="*/ 12 w 317"/>
                <a:gd name="T25" fmla="*/ 7 h 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7" h="980">
                  <a:moveTo>
                    <a:pt x="12" y="7"/>
                  </a:moveTo>
                  <a:lnTo>
                    <a:pt x="7" y="39"/>
                  </a:lnTo>
                  <a:lnTo>
                    <a:pt x="1" y="307"/>
                  </a:lnTo>
                  <a:lnTo>
                    <a:pt x="0" y="500"/>
                  </a:lnTo>
                  <a:lnTo>
                    <a:pt x="0" y="980"/>
                  </a:lnTo>
                  <a:lnTo>
                    <a:pt x="159" y="980"/>
                  </a:lnTo>
                  <a:lnTo>
                    <a:pt x="317" y="980"/>
                  </a:lnTo>
                  <a:lnTo>
                    <a:pt x="314" y="492"/>
                  </a:lnTo>
                  <a:lnTo>
                    <a:pt x="309" y="5"/>
                  </a:lnTo>
                  <a:lnTo>
                    <a:pt x="167" y="0"/>
                  </a:lnTo>
                  <a:lnTo>
                    <a:pt x="109" y="0"/>
                  </a:lnTo>
                  <a:lnTo>
                    <a:pt x="25" y="3"/>
                  </a:lnTo>
                  <a:lnTo>
                    <a:pt x="1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83">
              <a:extLst>
                <a:ext uri="{FF2B5EF4-FFF2-40B4-BE49-F238E27FC236}">
                  <a16:creationId xmlns:a16="http://schemas.microsoft.com/office/drawing/2014/main" id="{36A0886A-4EFC-EF62-6B12-758EAE389883}"/>
                </a:ext>
              </a:extLst>
            </p:cNvPr>
            <p:cNvSpPr>
              <a:spLocks/>
            </p:cNvSpPr>
            <p:nvPr/>
          </p:nvSpPr>
          <p:spPr bwMode="auto">
            <a:xfrm>
              <a:off x="6242051" y="1755775"/>
              <a:ext cx="374650" cy="61913"/>
            </a:xfrm>
            <a:custGeom>
              <a:avLst/>
              <a:gdLst>
                <a:gd name="T0" fmla="*/ 15 w 983"/>
                <a:gd name="T1" fmla="*/ 12 h 160"/>
                <a:gd name="T2" fmla="*/ 9 w 983"/>
                <a:gd name="T3" fmla="*/ 22 h 160"/>
                <a:gd name="T4" fmla="*/ 1 w 983"/>
                <a:gd name="T5" fmla="*/ 59 h 160"/>
                <a:gd name="T6" fmla="*/ 0 w 983"/>
                <a:gd name="T7" fmla="*/ 80 h 160"/>
                <a:gd name="T8" fmla="*/ 1 w 983"/>
                <a:gd name="T9" fmla="*/ 101 h 160"/>
                <a:gd name="T10" fmla="*/ 9 w 983"/>
                <a:gd name="T11" fmla="*/ 138 h 160"/>
                <a:gd name="T12" fmla="*/ 15 w 983"/>
                <a:gd name="T13" fmla="*/ 147 h 160"/>
                <a:gd name="T14" fmla="*/ 25 w 983"/>
                <a:gd name="T15" fmla="*/ 150 h 160"/>
                <a:gd name="T16" fmla="*/ 97 w 983"/>
                <a:gd name="T17" fmla="*/ 156 h 160"/>
                <a:gd name="T18" fmla="*/ 304 w 983"/>
                <a:gd name="T19" fmla="*/ 160 h 160"/>
                <a:gd name="T20" fmla="*/ 507 w 983"/>
                <a:gd name="T21" fmla="*/ 158 h 160"/>
                <a:gd name="T22" fmla="*/ 983 w 983"/>
                <a:gd name="T23" fmla="*/ 153 h 160"/>
                <a:gd name="T24" fmla="*/ 983 w 983"/>
                <a:gd name="T25" fmla="*/ 80 h 160"/>
                <a:gd name="T26" fmla="*/ 983 w 983"/>
                <a:gd name="T27" fmla="*/ 7 h 160"/>
                <a:gd name="T28" fmla="*/ 507 w 983"/>
                <a:gd name="T29" fmla="*/ 2 h 160"/>
                <a:gd name="T30" fmla="*/ 304 w 983"/>
                <a:gd name="T31" fmla="*/ 0 h 160"/>
                <a:gd name="T32" fmla="*/ 97 w 983"/>
                <a:gd name="T33" fmla="*/ 4 h 160"/>
                <a:gd name="T34" fmla="*/ 25 w 983"/>
                <a:gd name="T35" fmla="*/ 9 h 160"/>
                <a:gd name="T36" fmla="*/ 15 w 983"/>
                <a:gd name="T37" fmla="*/ 12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83" h="160">
                  <a:moveTo>
                    <a:pt x="15" y="12"/>
                  </a:moveTo>
                  <a:lnTo>
                    <a:pt x="9" y="22"/>
                  </a:lnTo>
                  <a:lnTo>
                    <a:pt x="1" y="59"/>
                  </a:lnTo>
                  <a:lnTo>
                    <a:pt x="0" y="80"/>
                  </a:lnTo>
                  <a:lnTo>
                    <a:pt x="1" y="101"/>
                  </a:lnTo>
                  <a:lnTo>
                    <a:pt x="9" y="138"/>
                  </a:lnTo>
                  <a:lnTo>
                    <a:pt x="15" y="147"/>
                  </a:lnTo>
                  <a:lnTo>
                    <a:pt x="25" y="150"/>
                  </a:lnTo>
                  <a:lnTo>
                    <a:pt x="97" y="156"/>
                  </a:lnTo>
                  <a:lnTo>
                    <a:pt x="304" y="160"/>
                  </a:lnTo>
                  <a:lnTo>
                    <a:pt x="507" y="158"/>
                  </a:lnTo>
                  <a:lnTo>
                    <a:pt x="983" y="153"/>
                  </a:lnTo>
                  <a:lnTo>
                    <a:pt x="983" y="80"/>
                  </a:lnTo>
                  <a:lnTo>
                    <a:pt x="983" y="7"/>
                  </a:lnTo>
                  <a:lnTo>
                    <a:pt x="507" y="2"/>
                  </a:lnTo>
                  <a:lnTo>
                    <a:pt x="304" y="0"/>
                  </a:lnTo>
                  <a:lnTo>
                    <a:pt x="97" y="4"/>
                  </a:lnTo>
                  <a:lnTo>
                    <a:pt x="25" y="9"/>
                  </a:lnTo>
                  <a:lnTo>
                    <a:pt x="15"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86">
              <a:extLst>
                <a:ext uri="{FF2B5EF4-FFF2-40B4-BE49-F238E27FC236}">
                  <a16:creationId xmlns:a16="http://schemas.microsoft.com/office/drawing/2014/main" id="{0FD7D4B6-ACA3-6219-DCCE-78AB51CED43A}"/>
                </a:ext>
              </a:extLst>
            </p:cNvPr>
            <p:cNvSpPr>
              <a:spLocks/>
            </p:cNvSpPr>
            <p:nvPr/>
          </p:nvSpPr>
          <p:spPr bwMode="auto">
            <a:xfrm>
              <a:off x="6245226" y="1879600"/>
              <a:ext cx="368300" cy="180975"/>
            </a:xfrm>
            <a:custGeom>
              <a:avLst/>
              <a:gdLst>
                <a:gd name="T0" fmla="*/ 4 w 966"/>
                <a:gd name="T1" fmla="*/ 6 h 474"/>
                <a:gd name="T2" fmla="*/ 2 w 966"/>
                <a:gd name="T3" fmla="*/ 10 h 474"/>
                <a:gd name="T4" fmla="*/ 0 w 966"/>
                <a:gd name="T5" fmla="*/ 26 h 474"/>
                <a:gd name="T6" fmla="*/ 4 w 966"/>
                <a:gd name="T7" fmla="*/ 64 h 474"/>
                <a:gd name="T8" fmla="*/ 20 w 966"/>
                <a:gd name="T9" fmla="*/ 131 h 474"/>
                <a:gd name="T10" fmla="*/ 43 w 966"/>
                <a:gd name="T11" fmla="*/ 200 h 474"/>
                <a:gd name="T12" fmla="*/ 56 w 966"/>
                <a:gd name="T13" fmla="*/ 228 h 474"/>
                <a:gd name="T14" fmla="*/ 72 w 966"/>
                <a:gd name="T15" fmla="*/ 255 h 474"/>
                <a:gd name="T16" fmla="*/ 119 w 966"/>
                <a:gd name="T17" fmla="*/ 315 h 474"/>
                <a:gd name="T18" fmla="*/ 180 w 966"/>
                <a:gd name="T19" fmla="*/ 373 h 474"/>
                <a:gd name="T20" fmla="*/ 245 w 966"/>
                <a:gd name="T21" fmla="*/ 424 h 474"/>
                <a:gd name="T22" fmla="*/ 278 w 966"/>
                <a:gd name="T23" fmla="*/ 443 h 474"/>
                <a:gd name="T24" fmla="*/ 295 w 966"/>
                <a:gd name="T25" fmla="*/ 451 h 474"/>
                <a:gd name="T26" fmla="*/ 339 w 966"/>
                <a:gd name="T27" fmla="*/ 463 h 474"/>
                <a:gd name="T28" fmla="*/ 423 w 966"/>
                <a:gd name="T29" fmla="*/ 474 h 474"/>
                <a:gd name="T30" fmla="*/ 549 w 966"/>
                <a:gd name="T31" fmla="*/ 472 h 474"/>
                <a:gd name="T32" fmla="*/ 635 w 966"/>
                <a:gd name="T33" fmla="*/ 459 h 474"/>
                <a:gd name="T34" fmla="*/ 681 w 966"/>
                <a:gd name="T35" fmla="*/ 445 h 474"/>
                <a:gd name="T36" fmla="*/ 699 w 966"/>
                <a:gd name="T37" fmla="*/ 436 h 474"/>
                <a:gd name="T38" fmla="*/ 726 w 966"/>
                <a:gd name="T39" fmla="*/ 421 h 474"/>
                <a:gd name="T40" fmla="*/ 776 w 966"/>
                <a:gd name="T41" fmla="*/ 386 h 474"/>
                <a:gd name="T42" fmla="*/ 822 w 966"/>
                <a:gd name="T43" fmla="*/ 345 h 474"/>
                <a:gd name="T44" fmla="*/ 863 w 966"/>
                <a:gd name="T45" fmla="*/ 300 h 474"/>
                <a:gd name="T46" fmla="*/ 898 w 966"/>
                <a:gd name="T47" fmla="*/ 251 h 474"/>
                <a:gd name="T48" fmla="*/ 927 w 966"/>
                <a:gd name="T49" fmla="*/ 200 h 474"/>
                <a:gd name="T50" fmla="*/ 948 w 966"/>
                <a:gd name="T51" fmla="*/ 148 h 474"/>
                <a:gd name="T52" fmla="*/ 960 w 966"/>
                <a:gd name="T53" fmla="*/ 96 h 474"/>
                <a:gd name="T54" fmla="*/ 963 w 966"/>
                <a:gd name="T55" fmla="*/ 71 h 474"/>
                <a:gd name="T56" fmla="*/ 966 w 966"/>
                <a:gd name="T57" fmla="*/ 6 h 474"/>
                <a:gd name="T58" fmla="*/ 489 w 966"/>
                <a:gd name="T59" fmla="*/ 1 h 474"/>
                <a:gd name="T60" fmla="*/ 299 w 966"/>
                <a:gd name="T61" fmla="*/ 0 h 474"/>
                <a:gd name="T62" fmla="*/ 35 w 966"/>
                <a:gd name="T63" fmla="*/ 3 h 474"/>
                <a:gd name="T64" fmla="*/ 4 w 966"/>
                <a:gd name="T65" fmla="*/ 6 h 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66" h="474">
                  <a:moveTo>
                    <a:pt x="4" y="6"/>
                  </a:moveTo>
                  <a:lnTo>
                    <a:pt x="2" y="10"/>
                  </a:lnTo>
                  <a:lnTo>
                    <a:pt x="0" y="26"/>
                  </a:lnTo>
                  <a:lnTo>
                    <a:pt x="4" y="64"/>
                  </a:lnTo>
                  <a:lnTo>
                    <a:pt x="20" y="131"/>
                  </a:lnTo>
                  <a:lnTo>
                    <a:pt x="43" y="200"/>
                  </a:lnTo>
                  <a:lnTo>
                    <a:pt x="56" y="228"/>
                  </a:lnTo>
                  <a:lnTo>
                    <a:pt x="72" y="255"/>
                  </a:lnTo>
                  <a:lnTo>
                    <a:pt x="119" y="315"/>
                  </a:lnTo>
                  <a:lnTo>
                    <a:pt x="180" y="373"/>
                  </a:lnTo>
                  <a:lnTo>
                    <a:pt x="245" y="424"/>
                  </a:lnTo>
                  <a:lnTo>
                    <a:pt x="278" y="443"/>
                  </a:lnTo>
                  <a:lnTo>
                    <a:pt x="295" y="451"/>
                  </a:lnTo>
                  <a:lnTo>
                    <a:pt x="339" y="463"/>
                  </a:lnTo>
                  <a:lnTo>
                    <a:pt x="423" y="474"/>
                  </a:lnTo>
                  <a:lnTo>
                    <a:pt x="549" y="472"/>
                  </a:lnTo>
                  <a:lnTo>
                    <a:pt x="635" y="459"/>
                  </a:lnTo>
                  <a:lnTo>
                    <a:pt x="681" y="445"/>
                  </a:lnTo>
                  <a:lnTo>
                    <a:pt x="699" y="436"/>
                  </a:lnTo>
                  <a:lnTo>
                    <a:pt x="726" y="421"/>
                  </a:lnTo>
                  <a:lnTo>
                    <a:pt x="776" y="386"/>
                  </a:lnTo>
                  <a:lnTo>
                    <a:pt x="822" y="345"/>
                  </a:lnTo>
                  <a:lnTo>
                    <a:pt x="863" y="300"/>
                  </a:lnTo>
                  <a:lnTo>
                    <a:pt x="898" y="251"/>
                  </a:lnTo>
                  <a:lnTo>
                    <a:pt x="927" y="200"/>
                  </a:lnTo>
                  <a:lnTo>
                    <a:pt x="948" y="148"/>
                  </a:lnTo>
                  <a:lnTo>
                    <a:pt x="960" y="96"/>
                  </a:lnTo>
                  <a:lnTo>
                    <a:pt x="963" y="71"/>
                  </a:lnTo>
                  <a:lnTo>
                    <a:pt x="966" y="6"/>
                  </a:lnTo>
                  <a:lnTo>
                    <a:pt x="489" y="1"/>
                  </a:lnTo>
                  <a:lnTo>
                    <a:pt x="299" y="0"/>
                  </a:lnTo>
                  <a:lnTo>
                    <a:pt x="35" y="3"/>
                  </a:lnTo>
                  <a:lnTo>
                    <a:pt x="4"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0" name="Slide Number Placeholder 19">
            <a:extLst>
              <a:ext uri="{FF2B5EF4-FFF2-40B4-BE49-F238E27FC236}">
                <a16:creationId xmlns:a16="http://schemas.microsoft.com/office/drawing/2014/main" id="{07D1F256-81BE-6FBF-0C6D-100902BEFC52}"/>
              </a:ext>
            </a:extLst>
          </p:cNvPr>
          <p:cNvSpPr>
            <a:spLocks noGrp="1"/>
          </p:cNvSpPr>
          <p:nvPr>
            <p:ph type="sldNum" sz="quarter" idx="12"/>
          </p:nvPr>
        </p:nvSpPr>
        <p:spPr/>
        <p:txBody>
          <a:bodyPr/>
          <a:lstStyle/>
          <a:p>
            <a:fld id="{0BE4EC83-A869-464E-AE9F-881796FB085E}" type="slidenum">
              <a:rPr lang="en-US" smtClean="0"/>
              <a:t>66</a:t>
            </a:fld>
            <a:endParaRPr lang="en-US"/>
          </a:p>
        </p:txBody>
      </p:sp>
    </p:spTree>
    <p:extLst>
      <p:ext uri="{BB962C8B-B14F-4D97-AF65-F5344CB8AC3E}">
        <p14:creationId xmlns:p14="http://schemas.microsoft.com/office/powerpoint/2010/main" val="37615927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E9C64-DB9D-5B9E-7400-A37889F7DC7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A792E14-1FEB-B840-6677-01790CDAE82B}"/>
              </a:ext>
            </a:extLst>
          </p:cNvPr>
          <p:cNvSpPr>
            <a:spLocks noGrp="1"/>
          </p:cNvSpPr>
          <p:nvPr>
            <p:ph type="title"/>
          </p:nvPr>
        </p:nvSpPr>
        <p:spPr/>
        <p:txBody>
          <a:bodyPr/>
          <a:lstStyle/>
          <a:p>
            <a:r>
              <a:rPr lang="ar-EG" dirty="0"/>
              <a:t>التشغيل لممارسة البنية المؤسسية</a:t>
            </a:r>
            <a:endParaRPr lang="en-GB" dirty="0"/>
          </a:p>
        </p:txBody>
      </p:sp>
      <p:sp>
        <p:nvSpPr>
          <p:cNvPr id="82" name="Rectangle 81">
            <a:extLst>
              <a:ext uri="{FF2B5EF4-FFF2-40B4-BE49-F238E27FC236}">
                <a16:creationId xmlns:a16="http://schemas.microsoft.com/office/drawing/2014/main" id="{1FC7B1E3-00C1-76CE-5624-263C253330D6}"/>
              </a:ext>
            </a:extLst>
          </p:cNvPr>
          <p:cNvSpPr/>
          <p:nvPr/>
        </p:nvSpPr>
        <p:spPr>
          <a:xfrm>
            <a:off x="2174359" y="1747921"/>
            <a:ext cx="4848350" cy="523220"/>
          </a:xfrm>
          <a:prstGeom prst="rect">
            <a:avLst/>
          </a:prstGeom>
        </p:spPr>
        <p:txBody>
          <a:bodyPr wrap="square">
            <a:spAutoFit/>
          </a:bodyPr>
          <a:lstStyle/>
          <a:p>
            <a:pPr lvl="0" algn="r" rtl="1"/>
            <a:r>
              <a:rPr lang="ar-SY" sz="2800" b="1" dirty="0">
                <a:solidFill>
                  <a:schemeClr val="accent1"/>
                </a:solidFill>
              </a:rPr>
              <a:t>5.متابعة خارطة طريق التحول الرقمي</a:t>
            </a:r>
          </a:p>
        </p:txBody>
      </p:sp>
      <p:sp>
        <p:nvSpPr>
          <p:cNvPr id="227" name="Rectangle: Rounded Corners 226">
            <a:extLst>
              <a:ext uri="{FF2B5EF4-FFF2-40B4-BE49-F238E27FC236}">
                <a16:creationId xmlns:a16="http://schemas.microsoft.com/office/drawing/2014/main" id="{E56D9D0E-DF9D-BF5A-7091-5679E7E5EBB0}"/>
              </a:ext>
            </a:extLst>
          </p:cNvPr>
          <p:cNvSpPr/>
          <p:nvPr/>
        </p:nvSpPr>
        <p:spPr>
          <a:xfrm>
            <a:off x="987194" y="3666541"/>
            <a:ext cx="5920133" cy="1496569"/>
          </a:xfrm>
          <a:prstGeom prst="roundRect">
            <a:avLst>
              <a:gd name="adj" fmla="val 10821"/>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endParaRPr lang="en-GB"/>
          </a:p>
        </p:txBody>
      </p:sp>
      <p:sp>
        <p:nvSpPr>
          <p:cNvPr id="216" name="TextBox 215">
            <a:extLst>
              <a:ext uri="{FF2B5EF4-FFF2-40B4-BE49-F238E27FC236}">
                <a16:creationId xmlns:a16="http://schemas.microsoft.com/office/drawing/2014/main" id="{9418ECDA-E5EE-38B7-4474-548EC88A7724}"/>
              </a:ext>
            </a:extLst>
          </p:cNvPr>
          <p:cNvSpPr txBox="1"/>
          <p:nvPr/>
        </p:nvSpPr>
        <p:spPr>
          <a:xfrm>
            <a:off x="4195790" y="3805983"/>
            <a:ext cx="2605069" cy="369332"/>
          </a:xfrm>
          <a:prstGeom prst="rect">
            <a:avLst/>
          </a:prstGeom>
          <a:noFill/>
        </p:spPr>
        <p:txBody>
          <a:bodyPr wrap="square">
            <a:spAutoFit/>
          </a:bodyPr>
          <a:lstStyle/>
          <a:p>
            <a:pPr algn="r" rtl="1"/>
            <a:r>
              <a:rPr lang="ar-EG" b="1" dirty="0"/>
              <a:t>التقارير الدورية</a:t>
            </a:r>
          </a:p>
        </p:txBody>
      </p:sp>
      <p:sp>
        <p:nvSpPr>
          <p:cNvPr id="9" name="TextBox 8">
            <a:extLst>
              <a:ext uri="{FF2B5EF4-FFF2-40B4-BE49-F238E27FC236}">
                <a16:creationId xmlns:a16="http://schemas.microsoft.com/office/drawing/2014/main" id="{2D37ECBA-AC69-E053-60F5-A60FB9C68B77}"/>
              </a:ext>
            </a:extLst>
          </p:cNvPr>
          <p:cNvSpPr txBox="1"/>
          <p:nvPr/>
        </p:nvSpPr>
        <p:spPr>
          <a:xfrm>
            <a:off x="988754" y="4149343"/>
            <a:ext cx="5812105" cy="369332"/>
          </a:xfrm>
          <a:prstGeom prst="rect">
            <a:avLst/>
          </a:prstGeom>
          <a:noFill/>
        </p:spPr>
        <p:txBody>
          <a:bodyPr wrap="square">
            <a:spAutoFit/>
          </a:bodyPr>
          <a:lstStyle/>
          <a:p>
            <a:pPr algn="r" rtl="1"/>
            <a:r>
              <a:rPr lang="ar-EG" dirty="0"/>
              <a:t>رفع تقارير دورية عن:</a:t>
            </a:r>
          </a:p>
        </p:txBody>
      </p:sp>
      <p:cxnSp>
        <p:nvCxnSpPr>
          <p:cNvPr id="24" name="Straight Connector 23">
            <a:extLst>
              <a:ext uri="{FF2B5EF4-FFF2-40B4-BE49-F238E27FC236}">
                <a16:creationId xmlns:a16="http://schemas.microsoft.com/office/drawing/2014/main" id="{E06CBB69-9079-EC56-2703-526C04E200D1}"/>
              </a:ext>
            </a:extLst>
          </p:cNvPr>
          <p:cNvCxnSpPr/>
          <p:nvPr/>
        </p:nvCxnSpPr>
        <p:spPr>
          <a:xfrm>
            <a:off x="6907327" y="3848832"/>
            <a:ext cx="0" cy="274320"/>
          </a:xfrm>
          <a:prstGeom prst="line">
            <a:avLst/>
          </a:prstGeom>
          <a:ln w="25400">
            <a:gradFill>
              <a:gsLst>
                <a:gs pos="9000">
                  <a:schemeClr val="accent1"/>
                </a:gs>
                <a:gs pos="100000">
                  <a:schemeClr val="accent2"/>
                </a:gs>
              </a:gsLst>
              <a:lin ang="7200000" scaled="0"/>
            </a:gra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B336C72-DFE1-18A9-6975-348959D3D365}"/>
              </a:ext>
            </a:extLst>
          </p:cNvPr>
          <p:cNvSpPr txBox="1"/>
          <p:nvPr/>
        </p:nvSpPr>
        <p:spPr>
          <a:xfrm>
            <a:off x="988754" y="4516779"/>
            <a:ext cx="5812105" cy="646331"/>
          </a:xfrm>
          <a:prstGeom prst="rect">
            <a:avLst/>
          </a:prstGeom>
          <a:noFill/>
        </p:spPr>
        <p:txBody>
          <a:bodyPr wrap="square" numCol="2" spcCol="274320" rtlCol="1">
            <a:noAutofit/>
          </a:bodyPr>
          <a:lstStyle/>
          <a:p>
            <a:pPr marL="285750" indent="-285750" algn="r" rtl="1">
              <a:buFont typeface="Arial" panose="020B0604020202020204" pitchFamily="34" charset="0"/>
              <a:buChar char="•"/>
            </a:pPr>
            <a:r>
              <a:rPr lang="ar-EG" sz="1600" dirty="0"/>
              <a:t>مستوى التقدم</a:t>
            </a:r>
          </a:p>
          <a:p>
            <a:pPr marL="285750" indent="-285750" algn="r" rtl="1">
              <a:buFont typeface="Arial" panose="020B0604020202020204" pitchFamily="34" charset="0"/>
              <a:buChar char="•"/>
            </a:pPr>
            <a:r>
              <a:rPr lang="ar-EG" sz="1600" dirty="0"/>
              <a:t>المخاطر المعمارية</a:t>
            </a:r>
          </a:p>
          <a:p>
            <a:pPr marL="285750" indent="-285750" algn="r" rtl="1">
              <a:buFont typeface="Arial" panose="020B0604020202020204" pitchFamily="34" charset="0"/>
              <a:buChar char="•"/>
            </a:pPr>
            <a:r>
              <a:rPr lang="ar-EG" sz="1600" dirty="0"/>
              <a:t>القيمة المتحققة</a:t>
            </a:r>
          </a:p>
          <a:p>
            <a:pPr marL="285750" indent="-285750" algn="r" rtl="1">
              <a:buFont typeface="Arial" panose="020B0604020202020204" pitchFamily="34" charset="0"/>
              <a:buChar char="•"/>
            </a:pPr>
            <a:endParaRPr lang="ar-EG" sz="1600" dirty="0"/>
          </a:p>
        </p:txBody>
      </p:sp>
      <p:sp>
        <p:nvSpPr>
          <p:cNvPr id="7" name="Rectangle: Rounded Corners 6">
            <a:extLst>
              <a:ext uri="{FF2B5EF4-FFF2-40B4-BE49-F238E27FC236}">
                <a16:creationId xmlns:a16="http://schemas.microsoft.com/office/drawing/2014/main" id="{61A38847-D6EE-812D-8107-875C02FFBEFF}"/>
              </a:ext>
            </a:extLst>
          </p:cNvPr>
          <p:cNvSpPr/>
          <p:nvPr/>
        </p:nvSpPr>
        <p:spPr>
          <a:xfrm>
            <a:off x="4193171" y="2424510"/>
            <a:ext cx="2714156" cy="1129132"/>
          </a:xfrm>
          <a:prstGeom prst="roundRect">
            <a:avLst>
              <a:gd name="adj" fmla="val 10821"/>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endParaRPr lang="en-GB"/>
          </a:p>
        </p:txBody>
      </p:sp>
      <p:sp>
        <p:nvSpPr>
          <p:cNvPr id="8" name="TextBox 7">
            <a:extLst>
              <a:ext uri="{FF2B5EF4-FFF2-40B4-BE49-F238E27FC236}">
                <a16:creationId xmlns:a16="http://schemas.microsoft.com/office/drawing/2014/main" id="{F674C144-F3FB-2DAA-80F2-CEA8687D1DA1}"/>
              </a:ext>
            </a:extLst>
          </p:cNvPr>
          <p:cNvSpPr txBox="1"/>
          <p:nvPr/>
        </p:nvSpPr>
        <p:spPr>
          <a:xfrm>
            <a:off x="4195790" y="2563951"/>
            <a:ext cx="2605069" cy="369332"/>
          </a:xfrm>
          <a:prstGeom prst="rect">
            <a:avLst/>
          </a:prstGeom>
          <a:noFill/>
        </p:spPr>
        <p:txBody>
          <a:bodyPr wrap="square">
            <a:spAutoFit/>
          </a:bodyPr>
          <a:lstStyle/>
          <a:p>
            <a:pPr algn="r" rtl="1"/>
            <a:r>
              <a:rPr lang="ar-EG" b="1" dirty="0"/>
              <a:t>متابعة التنفيذ</a:t>
            </a:r>
          </a:p>
        </p:txBody>
      </p:sp>
      <p:sp>
        <p:nvSpPr>
          <p:cNvPr id="10" name="Rectangle: Rounded Corners 9">
            <a:extLst>
              <a:ext uri="{FF2B5EF4-FFF2-40B4-BE49-F238E27FC236}">
                <a16:creationId xmlns:a16="http://schemas.microsoft.com/office/drawing/2014/main" id="{394CED4E-E589-22AB-29ED-DA96F20709B5}"/>
              </a:ext>
            </a:extLst>
          </p:cNvPr>
          <p:cNvSpPr/>
          <p:nvPr/>
        </p:nvSpPr>
        <p:spPr>
          <a:xfrm>
            <a:off x="990316" y="2424510"/>
            <a:ext cx="2714156" cy="1129132"/>
          </a:xfrm>
          <a:prstGeom prst="roundRect">
            <a:avLst>
              <a:gd name="adj" fmla="val 10821"/>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endParaRPr lang="en-GB"/>
          </a:p>
        </p:txBody>
      </p:sp>
      <p:sp>
        <p:nvSpPr>
          <p:cNvPr id="11" name="TextBox 10">
            <a:extLst>
              <a:ext uri="{FF2B5EF4-FFF2-40B4-BE49-F238E27FC236}">
                <a16:creationId xmlns:a16="http://schemas.microsoft.com/office/drawing/2014/main" id="{77CB8C38-37F1-9C26-3EFD-CD9846698197}"/>
              </a:ext>
            </a:extLst>
          </p:cNvPr>
          <p:cNvSpPr txBox="1"/>
          <p:nvPr/>
        </p:nvSpPr>
        <p:spPr>
          <a:xfrm>
            <a:off x="992935" y="2563951"/>
            <a:ext cx="2605069" cy="369332"/>
          </a:xfrm>
          <a:prstGeom prst="rect">
            <a:avLst/>
          </a:prstGeom>
          <a:noFill/>
        </p:spPr>
        <p:txBody>
          <a:bodyPr wrap="square">
            <a:spAutoFit/>
          </a:bodyPr>
          <a:lstStyle/>
          <a:p>
            <a:pPr algn="r" rtl="1"/>
            <a:r>
              <a:rPr lang="ar-EG" b="1" dirty="0"/>
              <a:t>رصد الانحرافات</a:t>
            </a:r>
          </a:p>
        </p:txBody>
      </p:sp>
      <p:sp>
        <p:nvSpPr>
          <p:cNvPr id="12" name="TextBox 11">
            <a:extLst>
              <a:ext uri="{FF2B5EF4-FFF2-40B4-BE49-F238E27FC236}">
                <a16:creationId xmlns:a16="http://schemas.microsoft.com/office/drawing/2014/main" id="{8EF31B1E-E6FD-40A0-7310-8553EED127DE}"/>
              </a:ext>
            </a:extLst>
          </p:cNvPr>
          <p:cNvSpPr txBox="1"/>
          <p:nvPr/>
        </p:nvSpPr>
        <p:spPr>
          <a:xfrm>
            <a:off x="4195790" y="2907311"/>
            <a:ext cx="2605069" cy="369332"/>
          </a:xfrm>
          <a:prstGeom prst="rect">
            <a:avLst/>
          </a:prstGeom>
          <a:noFill/>
        </p:spPr>
        <p:txBody>
          <a:bodyPr wrap="square">
            <a:spAutoFit/>
          </a:bodyPr>
          <a:lstStyle/>
          <a:p>
            <a:pPr algn="r" rtl="1"/>
            <a:r>
              <a:rPr lang="ar-EG" dirty="0"/>
              <a:t>متابعة تنفيذ مبادرات خارطة الطريق.</a:t>
            </a:r>
          </a:p>
        </p:txBody>
      </p:sp>
      <p:sp>
        <p:nvSpPr>
          <p:cNvPr id="13" name="TextBox 12">
            <a:extLst>
              <a:ext uri="{FF2B5EF4-FFF2-40B4-BE49-F238E27FC236}">
                <a16:creationId xmlns:a16="http://schemas.microsoft.com/office/drawing/2014/main" id="{50E7F4C1-A906-3657-0FE7-1A6BBD7BDBB4}"/>
              </a:ext>
            </a:extLst>
          </p:cNvPr>
          <p:cNvSpPr txBox="1"/>
          <p:nvPr/>
        </p:nvSpPr>
        <p:spPr>
          <a:xfrm>
            <a:off x="992935" y="2907311"/>
            <a:ext cx="2605069" cy="369332"/>
          </a:xfrm>
          <a:prstGeom prst="rect">
            <a:avLst/>
          </a:prstGeom>
          <a:noFill/>
        </p:spPr>
        <p:txBody>
          <a:bodyPr wrap="square">
            <a:spAutoFit/>
          </a:bodyPr>
          <a:lstStyle/>
          <a:p>
            <a:pPr algn="r" rtl="1"/>
            <a:r>
              <a:rPr lang="ar-EG" dirty="0"/>
              <a:t>رصد الانحرافات والتداخلات المعمارية.</a:t>
            </a:r>
          </a:p>
        </p:txBody>
      </p:sp>
      <p:cxnSp>
        <p:nvCxnSpPr>
          <p:cNvPr id="14" name="Straight Connector 13">
            <a:extLst>
              <a:ext uri="{FF2B5EF4-FFF2-40B4-BE49-F238E27FC236}">
                <a16:creationId xmlns:a16="http://schemas.microsoft.com/office/drawing/2014/main" id="{399F8686-45F0-2EE8-80DE-548F79578663}"/>
              </a:ext>
            </a:extLst>
          </p:cNvPr>
          <p:cNvCxnSpPr/>
          <p:nvPr/>
        </p:nvCxnSpPr>
        <p:spPr>
          <a:xfrm>
            <a:off x="6907327" y="2606800"/>
            <a:ext cx="0" cy="274320"/>
          </a:xfrm>
          <a:prstGeom prst="line">
            <a:avLst/>
          </a:prstGeom>
          <a:ln w="25400">
            <a:gradFill>
              <a:gsLst>
                <a:gs pos="9000">
                  <a:schemeClr val="accent1"/>
                </a:gs>
                <a:gs pos="100000">
                  <a:schemeClr val="accent2"/>
                </a:gs>
              </a:gsLst>
              <a:lin ang="7200000" scaled="0"/>
            </a:gra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26585C6-54BE-B28C-1CFF-71564C3A3DA2}"/>
              </a:ext>
            </a:extLst>
          </p:cNvPr>
          <p:cNvCxnSpPr/>
          <p:nvPr/>
        </p:nvCxnSpPr>
        <p:spPr>
          <a:xfrm>
            <a:off x="3704472" y="2606800"/>
            <a:ext cx="0" cy="274320"/>
          </a:xfrm>
          <a:prstGeom prst="line">
            <a:avLst/>
          </a:prstGeom>
          <a:ln w="25400">
            <a:gradFill>
              <a:gsLst>
                <a:gs pos="9000">
                  <a:schemeClr val="accent1"/>
                </a:gs>
                <a:gs pos="100000">
                  <a:schemeClr val="accent2"/>
                </a:gs>
              </a:gsLst>
              <a:lin ang="7200000" scaled="0"/>
            </a:gradFill>
          </a:ln>
        </p:spPr>
        <p:style>
          <a:lnRef idx="1">
            <a:schemeClr val="accent1"/>
          </a:lnRef>
          <a:fillRef idx="0">
            <a:schemeClr val="accent1"/>
          </a:fillRef>
          <a:effectRef idx="0">
            <a:schemeClr val="accent1"/>
          </a:effectRef>
          <a:fontRef idx="minor">
            <a:schemeClr val="tx1"/>
          </a:fontRef>
        </p:style>
      </p:cxnSp>
      <p:sp>
        <p:nvSpPr>
          <p:cNvPr id="4" name="Freeform 3">
            <a:extLst>
              <a:ext uri="{FF2B5EF4-FFF2-40B4-BE49-F238E27FC236}">
                <a16:creationId xmlns:a16="http://schemas.microsoft.com/office/drawing/2014/main" id="{27D198F3-F927-687D-64DD-6B222F70EF25}"/>
              </a:ext>
            </a:extLst>
          </p:cNvPr>
          <p:cNvSpPr/>
          <p:nvPr/>
        </p:nvSpPr>
        <p:spPr>
          <a:xfrm>
            <a:off x="8412142" y="2105425"/>
            <a:ext cx="1270772" cy="1158457"/>
          </a:xfrm>
          <a:custGeom>
            <a:avLst/>
            <a:gdLst>
              <a:gd name="connsiteX0" fmla="*/ 1274371 w 1274371"/>
              <a:gd name="connsiteY0" fmla="*/ 0 h 1161738"/>
              <a:gd name="connsiteX1" fmla="*/ 1274371 w 1274371"/>
              <a:gd name="connsiteY1" fmla="*/ 874048 h 1161738"/>
              <a:gd name="connsiteX2" fmla="*/ 1207399 w 1274371"/>
              <a:gd name="connsiteY2" fmla="*/ 877429 h 1161738"/>
              <a:gd name="connsiteX3" fmla="*/ 757115 w 1274371"/>
              <a:gd name="connsiteY3" fmla="*/ 1091627 h 1161738"/>
              <a:gd name="connsiteX4" fmla="*/ 699269 w 1274371"/>
              <a:gd name="connsiteY4" fmla="*/ 1161738 h 1161738"/>
              <a:gd name="connsiteX5" fmla="*/ 0 w 1274371"/>
              <a:gd name="connsiteY5" fmla="*/ 634801 h 1161738"/>
              <a:gd name="connsiteX6" fmla="*/ 34610 w 1274371"/>
              <a:gd name="connsiteY6" fmla="*/ 588517 h 1161738"/>
              <a:gd name="connsiteX7" fmla="*/ 1118033 w 1274371"/>
              <a:gd name="connsiteY7" fmla="*/ 7894 h 1161738"/>
              <a:gd name="connsiteX8" fmla="*/ 1274371 w 1274371"/>
              <a:gd name="connsiteY8" fmla="*/ 0 h 1161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74371" h="1161738">
                <a:moveTo>
                  <a:pt x="1274371" y="0"/>
                </a:moveTo>
                <a:lnTo>
                  <a:pt x="1274371" y="874048"/>
                </a:lnTo>
                <a:lnTo>
                  <a:pt x="1207399" y="877429"/>
                </a:lnTo>
                <a:cubicBezTo>
                  <a:pt x="1032218" y="895220"/>
                  <a:pt x="874993" y="973750"/>
                  <a:pt x="757115" y="1091627"/>
                </a:cubicBezTo>
                <a:lnTo>
                  <a:pt x="699269" y="1161738"/>
                </a:lnTo>
                <a:lnTo>
                  <a:pt x="0" y="634801"/>
                </a:lnTo>
                <a:lnTo>
                  <a:pt x="34610" y="588517"/>
                </a:lnTo>
                <a:cubicBezTo>
                  <a:pt x="298481" y="268780"/>
                  <a:pt x="682763" y="52098"/>
                  <a:pt x="1118033" y="7894"/>
                </a:cubicBezTo>
                <a:lnTo>
                  <a:pt x="1274371"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Freeform 4">
            <a:extLst>
              <a:ext uri="{FF2B5EF4-FFF2-40B4-BE49-F238E27FC236}">
                <a16:creationId xmlns:a16="http://schemas.microsoft.com/office/drawing/2014/main" id="{F96F074A-2045-75C4-225E-560B8AC4235D}"/>
              </a:ext>
            </a:extLst>
          </p:cNvPr>
          <p:cNvSpPr/>
          <p:nvPr/>
        </p:nvSpPr>
        <p:spPr>
          <a:xfrm>
            <a:off x="9701149" y="2105425"/>
            <a:ext cx="1245511" cy="1149451"/>
          </a:xfrm>
          <a:custGeom>
            <a:avLst/>
            <a:gdLst>
              <a:gd name="connsiteX0" fmla="*/ 0 w 1249038"/>
              <a:gd name="connsiteY0" fmla="*/ 0 h 1152706"/>
              <a:gd name="connsiteX1" fmla="*/ 156336 w 1249038"/>
              <a:gd name="connsiteY1" fmla="*/ 7894 h 1152706"/>
              <a:gd name="connsiteX2" fmla="*/ 1239759 w 1249038"/>
              <a:gd name="connsiteY2" fmla="*/ 588517 h 1152706"/>
              <a:gd name="connsiteX3" fmla="*/ 1249038 w 1249038"/>
              <a:gd name="connsiteY3" fmla="*/ 600926 h 1152706"/>
              <a:gd name="connsiteX4" fmla="*/ 567648 w 1249038"/>
              <a:gd name="connsiteY4" fmla="*/ 1152706 h 1152706"/>
              <a:gd name="connsiteX5" fmla="*/ 517254 w 1249038"/>
              <a:gd name="connsiteY5" fmla="*/ 1091627 h 1152706"/>
              <a:gd name="connsiteX6" fmla="*/ 66970 w 1249038"/>
              <a:gd name="connsiteY6" fmla="*/ 877429 h 1152706"/>
              <a:gd name="connsiteX7" fmla="*/ 0 w 1249038"/>
              <a:gd name="connsiteY7" fmla="*/ 874048 h 1152706"/>
              <a:gd name="connsiteX8" fmla="*/ 0 w 1249038"/>
              <a:gd name="connsiteY8" fmla="*/ 0 h 1152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9038" h="1152706">
                <a:moveTo>
                  <a:pt x="0" y="0"/>
                </a:moveTo>
                <a:lnTo>
                  <a:pt x="156336" y="7894"/>
                </a:lnTo>
                <a:cubicBezTo>
                  <a:pt x="591607" y="52098"/>
                  <a:pt x="975888" y="268780"/>
                  <a:pt x="1239759" y="588517"/>
                </a:cubicBezTo>
                <a:lnTo>
                  <a:pt x="1249038" y="600926"/>
                </a:lnTo>
                <a:lnTo>
                  <a:pt x="567648" y="1152706"/>
                </a:lnTo>
                <a:lnTo>
                  <a:pt x="517254" y="1091627"/>
                </a:lnTo>
                <a:cubicBezTo>
                  <a:pt x="399376" y="973750"/>
                  <a:pt x="242151" y="895220"/>
                  <a:pt x="66970" y="877429"/>
                </a:cubicBezTo>
                <a:lnTo>
                  <a:pt x="0" y="874048"/>
                </a:lnTo>
                <a:lnTo>
                  <a:pt x="0"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5">
            <a:extLst>
              <a:ext uri="{FF2B5EF4-FFF2-40B4-BE49-F238E27FC236}">
                <a16:creationId xmlns:a16="http://schemas.microsoft.com/office/drawing/2014/main" id="{C8658591-2E43-A0AB-988E-415A82FFF8AA}"/>
              </a:ext>
            </a:extLst>
          </p:cNvPr>
          <p:cNvSpPr/>
          <p:nvPr/>
        </p:nvSpPr>
        <p:spPr>
          <a:xfrm>
            <a:off x="10278800" y="2719270"/>
            <a:ext cx="1027147" cy="1326344"/>
          </a:xfrm>
          <a:custGeom>
            <a:avLst/>
            <a:gdLst>
              <a:gd name="connsiteX0" fmla="*/ 680711 w 1030056"/>
              <a:gd name="connsiteY0" fmla="*/ 0 h 1330101"/>
              <a:gd name="connsiteX1" fmla="*/ 753644 w 1030056"/>
              <a:gd name="connsiteY1" fmla="*/ 97531 h 1330101"/>
              <a:gd name="connsiteX2" fmla="*/ 1030056 w 1030056"/>
              <a:gd name="connsiteY2" fmla="*/ 1002443 h 1330101"/>
              <a:gd name="connsiteX3" fmla="*/ 997174 w 1030056"/>
              <a:gd name="connsiteY3" fmla="*/ 1328625 h 1330101"/>
              <a:gd name="connsiteX4" fmla="*/ 996795 w 1030056"/>
              <a:gd name="connsiteY4" fmla="*/ 1330101 h 1330101"/>
              <a:gd name="connsiteX5" fmla="*/ 141520 w 1030056"/>
              <a:gd name="connsiteY5" fmla="*/ 1148307 h 1330101"/>
              <a:gd name="connsiteX6" fmla="*/ 152165 w 1030056"/>
              <a:gd name="connsiteY6" fmla="*/ 1078558 h 1330101"/>
              <a:gd name="connsiteX7" fmla="*/ 156008 w 1030056"/>
              <a:gd name="connsiteY7" fmla="*/ 1002443 h 1330101"/>
              <a:gd name="connsiteX8" fmla="*/ 28869 w 1030056"/>
              <a:gd name="connsiteY8" fmla="*/ 586219 h 1330101"/>
              <a:gd name="connsiteX9" fmla="*/ 0 w 1030056"/>
              <a:gd name="connsiteY9" fmla="*/ 551230 h 1330101"/>
              <a:gd name="connsiteX10" fmla="*/ 680711 w 1030056"/>
              <a:gd name="connsiteY10" fmla="*/ 0 h 1330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30056" h="1330101">
                <a:moveTo>
                  <a:pt x="680711" y="0"/>
                </a:moveTo>
                <a:lnTo>
                  <a:pt x="753644" y="97531"/>
                </a:lnTo>
                <a:cubicBezTo>
                  <a:pt x="928156" y="355844"/>
                  <a:pt x="1030056" y="667243"/>
                  <a:pt x="1030056" y="1002443"/>
                </a:cubicBezTo>
                <a:cubicBezTo>
                  <a:pt x="1030056" y="1114176"/>
                  <a:pt x="1018734" y="1223265"/>
                  <a:pt x="997174" y="1328625"/>
                </a:cubicBezTo>
                <a:lnTo>
                  <a:pt x="996795" y="1330101"/>
                </a:lnTo>
                <a:lnTo>
                  <a:pt x="141520" y="1148307"/>
                </a:lnTo>
                <a:lnTo>
                  <a:pt x="152165" y="1078558"/>
                </a:lnTo>
                <a:cubicBezTo>
                  <a:pt x="154706" y="1053532"/>
                  <a:pt x="156008" y="1028140"/>
                  <a:pt x="156008" y="1002443"/>
                </a:cubicBezTo>
                <a:cubicBezTo>
                  <a:pt x="156008" y="848265"/>
                  <a:pt x="109138" y="705033"/>
                  <a:pt x="28869" y="586219"/>
                </a:cubicBezTo>
                <a:lnTo>
                  <a:pt x="0" y="551230"/>
                </a:lnTo>
                <a:lnTo>
                  <a:pt x="680711"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Freeform 6">
            <a:extLst>
              <a:ext uri="{FF2B5EF4-FFF2-40B4-BE49-F238E27FC236}">
                <a16:creationId xmlns:a16="http://schemas.microsoft.com/office/drawing/2014/main" id="{60F21571-11A5-F539-ABC5-52D60EE76A57}"/>
              </a:ext>
            </a:extLst>
          </p:cNvPr>
          <p:cNvSpPr/>
          <p:nvPr/>
        </p:nvSpPr>
        <p:spPr>
          <a:xfrm>
            <a:off x="8078115" y="2753037"/>
            <a:ext cx="1019704" cy="1344007"/>
          </a:xfrm>
          <a:custGeom>
            <a:avLst/>
            <a:gdLst>
              <a:gd name="connsiteX0" fmla="*/ 324022 w 1022593"/>
              <a:gd name="connsiteY0" fmla="*/ 0 h 1347814"/>
              <a:gd name="connsiteX1" fmla="*/ 1022593 w 1022593"/>
              <a:gd name="connsiteY1" fmla="*/ 526412 h 1347814"/>
              <a:gd name="connsiteX2" fmla="*/ 1001187 w 1022593"/>
              <a:gd name="connsiteY2" fmla="*/ 552356 h 1347814"/>
              <a:gd name="connsiteX3" fmla="*/ 874048 w 1022593"/>
              <a:gd name="connsiteY3" fmla="*/ 968580 h 1347814"/>
              <a:gd name="connsiteX4" fmla="*/ 889172 w 1022593"/>
              <a:gd name="connsiteY4" fmla="*/ 1118611 h 1347814"/>
              <a:gd name="connsiteX5" fmla="*/ 894677 w 1022593"/>
              <a:gd name="connsiteY5" fmla="*/ 1136346 h 1347814"/>
              <a:gd name="connsiteX6" fmla="*/ 46523 w 1022593"/>
              <a:gd name="connsiteY6" fmla="*/ 1347814 h 1347814"/>
              <a:gd name="connsiteX7" fmla="*/ 32882 w 1022593"/>
              <a:gd name="connsiteY7" fmla="*/ 1294762 h 1347814"/>
              <a:gd name="connsiteX8" fmla="*/ 0 w 1022593"/>
              <a:gd name="connsiteY8" fmla="*/ 968580 h 1347814"/>
              <a:gd name="connsiteX9" fmla="*/ 276412 w 1022593"/>
              <a:gd name="connsiteY9" fmla="*/ 63668 h 1347814"/>
              <a:gd name="connsiteX10" fmla="*/ 324022 w 1022593"/>
              <a:gd name="connsiteY10" fmla="*/ 0 h 13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2593" h="1347814">
                <a:moveTo>
                  <a:pt x="324022" y="0"/>
                </a:moveTo>
                <a:lnTo>
                  <a:pt x="1022593" y="526412"/>
                </a:lnTo>
                <a:lnTo>
                  <a:pt x="1001187" y="552356"/>
                </a:lnTo>
                <a:cubicBezTo>
                  <a:pt x="920918" y="671170"/>
                  <a:pt x="874048" y="814402"/>
                  <a:pt x="874048" y="968580"/>
                </a:cubicBezTo>
                <a:cubicBezTo>
                  <a:pt x="874048" y="1019973"/>
                  <a:pt x="879256" y="1070150"/>
                  <a:pt x="889172" y="1118611"/>
                </a:cubicBezTo>
                <a:lnTo>
                  <a:pt x="894677" y="1136346"/>
                </a:lnTo>
                <a:lnTo>
                  <a:pt x="46523" y="1347814"/>
                </a:lnTo>
                <a:lnTo>
                  <a:pt x="32882" y="1294762"/>
                </a:lnTo>
                <a:cubicBezTo>
                  <a:pt x="11322" y="1189402"/>
                  <a:pt x="0" y="1080313"/>
                  <a:pt x="0" y="968580"/>
                </a:cubicBezTo>
                <a:cubicBezTo>
                  <a:pt x="0" y="633380"/>
                  <a:pt x="101900" y="321981"/>
                  <a:pt x="276412" y="63668"/>
                </a:cubicBezTo>
                <a:lnTo>
                  <a:pt x="324022"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Freeform 7">
            <a:extLst>
              <a:ext uri="{FF2B5EF4-FFF2-40B4-BE49-F238E27FC236}">
                <a16:creationId xmlns:a16="http://schemas.microsoft.com/office/drawing/2014/main" id="{420CF229-A0A8-AE51-D314-52B038FFB5C6}"/>
              </a:ext>
            </a:extLst>
          </p:cNvPr>
          <p:cNvSpPr/>
          <p:nvPr/>
        </p:nvSpPr>
        <p:spPr>
          <a:xfrm>
            <a:off x="10033674" y="3881954"/>
            <a:ext cx="1234558" cy="1270947"/>
          </a:xfrm>
          <a:custGeom>
            <a:avLst/>
            <a:gdLst>
              <a:gd name="connsiteX0" fmla="*/ 382512 w 1238056"/>
              <a:gd name="connsiteY0" fmla="*/ 0 h 1274547"/>
              <a:gd name="connsiteX1" fmla="*/ 1238056 w 1238056"/>
              <a:gd name="connsiteY1" fmla="*/ 181852 h 1274547"/>
              <a:gd name="connsiteX2" fmla="*/ 1203112 w 1238056"/>
              <a:gd name="connsiteY2" fmla="*/ 317755 h 1274547"/>
              <a:gd name="connsiteX3" fmla="*/ 428855 w 1238056"/>
              <a:gd name="connsiteY3" fmla="*/ 1259611 h 1274547"/>
              <a:gd name="connsiteX4" fmla="*/ 397850 w 1238056"/>
              <a:gd name="connsiteY4" fmla="*/ 1274547 h 1274547"/>
              <a:gd name="connsiteX5" fmla="*/ 0 w 1238056"/>
              <a:gd name="connsiteY5" fmla="*/ 493722 h 1274547"/>
              <a:gd name="connsiteX6" fmla="*/ 73612 w 1238056"/>
              <a:gd name="connsiteY6" fmla="*/ 453767 h 1274547"/>
              <a:gd name="connsiteX7" fmla="*/ 343326 w 1238056"/>
              <a:gd name="connsiteY7" fmla="*/ 126236 h 1274547"/>
              <a:gd name="connsiteX8" fmla="*/ 382512 w 1238056"/>
              <a:gd name="connsiteY8" fmla="*/ 0 h 1274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8056" h="1274547">
                <a:moveTo>
                  <a:pt x="382512" y="0"/>
                </a:moveTo>
                <a:lnTo>
                  <a:pt x="1238056" y="181852"/>
                </a:lnTo>
                <a:lnTo>
                  <a:pt x="1203112" y="317755"/>
                </a:lnTo>
                <a:cubicBezTo>
                  <a:pt x="1077008" y="723192"/>
                  <a:pt x="795782" y="1060285"/>
                  <a:pt x="428855" y="1259611"/>
                </a:cubicBezTo>
                <a:lnTo>
                  <a:pt x="397850" y="1274547"/>
                </a:lnTo>
                <a:lnTo>
                  <a:pt x="0" y="493722"/>
                </a:lnTo>
                <a:lnTo>
                  <a:pt x="73612" y="453767"/>
                </a:lnTo>
                <a:cubicBezTo>
                  <a:pt x="192425" y="373499"/>
                  <a:pt x="286820" y="259831"/>
                  <a:pt x="343326" y="126236"/>
                </a:cubicBezTo>
                <a:lnTo>
                  <a:pt x="382512"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Freeform 9">
            <a:extLst>
              <a:ext uri="{FF2B5EF4-FFF2-40B4-BE49-F238E27FC236}">
                <a16:creationId xmlns:a16="http://schemas.microsoft.com/office/drawing/2014/main" id="{8195920C-E635-20A3-6894-D95126692851}"/>
              </a:ext>
            </a:extLst>
          </p:cNvPr>
          <p:cNvSpPr/>
          <p:nvPr/>
        </p:nvSpPr>
        <p:spPr>
          <a:xfrm>
            <a:off x="9022096" y="4382982"/>
            <a:ext cx="1391870" cy="949813"/>
          </a:xfrm>
          <a:custGeom>
            <a:avLst/>
            <a:gdLst>
              <a:gd name="connsiteX0" fmla="*/ 998364 w 1395812"/>
              <a:gd name="connsiteY0" fmla="*/ 0 h 952504"/>
              <a:gd name="connsiteX1" fmla="*/ 1395812 w 1395812"/>
              <a:gd name="connsiteY1" fmla="*/ 780036 h 952504"/>
              <a:gd name="connsiteX2" fmla="*/ 1301818 w 1395812"/>
              <a:gd name="connsiteY2" fmla="*/ 825315 h 952504"/>
              <a:gd name="connsiteX3" fmla="*/ 671830 w 1395812"/>
              <a:gd name="connsiteY3" fmla="*/ 952504 h 952504"/>
              <a:gd name="connsiteX4" fmla="*/ 41842 w 1395812"/>
              <a:gd name="connsiteY4" fmla="*/ 825315 h 952504"/>
              <a:gd name="connsiteX5" fmla="*/ 0 w 1395812"/>
              <a:gd name="connsiteY5" fmla="*/ 805159 h 952504"/>
              <a:gd name="connsiteX6" fmla="*/ 369361 w 1395812"/>
              <a:gd name="connsiteY6" fmla="*/ 13061 h 952504"/>
              <a:gd name="connsiteX7" fmla="*/ 382060 w 1395812"/>
              <a:gd name="connsiteY7" fmla="*/ 19954 h 952504"/>
              <a:gd name="connsiteX8" fmla="*/ 671830 w 1395812"/>
              <a:gd name="connsiteY8" fmla="*/ 78456 h 952504"/>
              <a:gd name="connsiteX9" fmla="*/ 961600 w 1395812"/>
              <a:gd name="connsiteY9" fmla="*/ 19954 h 952504"/>
              <a:gd name="connsiteX10" fmla="*/ 998364 w 1395812"/>
              <a:gd name="connsiteY10" fmla="*/ 0 h 952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5812" h="952504">
                <a:moveTo>
                  <a:pt x="998364" y="0"/>
                </a:moveTo>
                <a:lnTo>
                  <a:pt x="1395812" y="780036"/>
                </a:lnTo>
                <a:lnTo>
                  <a:pt x="1301818" y="825315"/>
                </a:lnTo>
                <a:cubicBezTo>
                  <a:pt x="1108185" y="907215"/>
                  <a:pt x="895297" y="952504"/>
                  <a:pt x="671830" y="952504"/>
                </a:cubicBezTo>
                <a:cubicBezTo>
                  <a:pt x="448364" y="952504"/>
                  <a:pt x="235475" y="907215"/>
                  <a:pt x="41842" y="825315"/>
                </a:cubicBezTo>
                <a:lnTo>
                  <a:pt x="0" y="805159"/>
                </a:lnTo>
                <a:lnTo>
                  <a:pt x="369361" y="13061"/>
                </a:lnTo>
                <a:lnTo>
                  <a:pt x="382060" y="19954"/>
                </a:lnTo>
                <a:cubicBezTo>
                  <a:pt x="471124" y="57625"/>
                  <a:pt x="569044" y="78456"/>
                  <a:pt x="671830" y="78456"/>
                </a:cubicBezTo>
                <a:cubicBezTo>
                  <a:pt x="774616" y="78456"/>
                  <a:pt x="872536" y="57625"/>
                  <a:pt x="961600" y="19954"/>
                </a:cubicBezTo>
                <a:lnTo>
                  <a:pt x="998364"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2" name="Graphic 180">
            <a:extLst>
              <a:ext uri="{FF2B5EF4-FFF2-40B4-BE49-F238E27FC236}">
                <a16:creationId xmlns:a16="http://schemas.microsoft.com/office/drawing/2014/main" id="{061D5AB2-687B-D233-AE67-5E0B5D24E227}"/>
              </a:ext>
            </a:extLst>
          </p:cNvPr>
          <p:cNvSpPr>
            <a:spLocks noChangeAspect="1"/>
          </p:cNvSpPr>
          <p:nvPr/>
        </p:nvSpPr>
        <p:spPr>
          <a:xfrm>
            <a:off x="8930807" y="2372365"/>
            <a:ext cx="480908" cy="480913"/>
          </a:xfrm>
          <a:custGeom>
            <a:avLst/>
            <a:gdLst>
              <a:gd name="connsiteX0" fmla="*/ 296483 w 822962"/>
              <a:gd name="connsiteY0" fmla="*/ 246901 h 822973"/>
              <a:gd name="connsiteX1" fmla="*/ 289935 w 822962"/>
              <a:gd name="connsiteY1" fmla="*/ 243115 h 822973"/>
              <a:gd name="connsiteX2" fmla="*/ 289057 w 822962"/>
              <a:gd name="connsiteY2" fmla="*/ 242559 h 822973"/>
              <a:gd name="connsiteX3" fmla="*/ 275394 w 822962"/>
              <a:gd name="connsiteY3" fmla="*/ 224143 h 822973"/>
              <a:gd name="connsiteX4" fmla="*/ 278522 w 822962"/>
              <a:gd name="connsiteY4" fmla="*/ 200470 h 822973"/>
              <a:gd name="connsiteX5" fmla="*/ 302653 w 822962"/>
              <a:gd name="connsiteY5" fmla="*/ 158673 h 822973"/>
              <a:gd name="connsiteX6" fmla="*/ 321480 w 822962"/>
              <a:gd name="connsiteY6" fmla="*/ 144326 h 822973"/>
              <a:gd name="connsiteX7" fmla="*/ 345016 w 822962"/>
              <a:gd name="connsiteY7" fmla="*/ 147380 h 822973"/>
              <a:gd name="connsiteX8" fmla="*/ 345189 w 822962"/>
              <a:gd name="connsiteY8" fmla="*/ 147473 h 822973"/>
              <a:gd name="connsiteX9" fmla="*/ 345189 w 822962"/>
              <a:gd name="connsiteY9" fmla="*/ 147454 h 822973"/>
              <a:gd name="connsiteX10" fmla="*/ 351716 w 822962"/>
              <a:gd name="connsiteY10" fmla="*/ 151222 h 822973"/>
              <a:gd name="connsiteX11" fmla="*/ 353985 w 822962"/>
              <a:gd name="connsiteY11" fmla="*/ 149887 h 822973"/>
              <a:gd name="connsiteX12" fmla="*/ 356226 w 822962"/>
              <a:gd name="connsiteY12" fmla="*/ 148616 h 822973"/>
              <a:gd name="connsiteX13" fmla="*/ 356226 w 822962"/>
              <a:gd name="connsiteY13" fmla="*/ 141043 h 822973"/>
              <a:gd name="connsiteX14" fmla="*/ 365396 w 822962"/>
              <a:gd name="connsiteY14" fmla="*/ 118942 h 822973"/>
              <a:gd name="connsiteX15" fmla="*/ 387497 w 822962"/>
              <a:gd name="connsiteY15" fmla="*/ 109771 h 822973"/>
              <a:gd name="connsiteX16" fmla="*/ 435468 w 822962"/>
              <a:gd name="connsiteY16" fmla="*/ 109771 h 822973"/>
              <a:gd name="connsiteX17" fmla="*/ 457578 w 822962"/>
              <a:gd name="connsiteY17" fmla="*/ 118942 h 822973"/>
              <a:gd name="connsiteX18" fmla="*/ 466748 w 822962"/>
              <a:gd name="connsiteY18" fmla="*/ 141043 h 822973"/>
              <a:gd name="connsiteX19" fmla="*/ 466748 w 822962"/>
              <a:gd name="connsiteY19" fmla="*/ 148642 h 822973"/>
              <a:gd name="connsiteX20" fmla="*/ 468969 w 822962"/>
              <a:gd name="connsiteY20" fmla="*/ 149895 h 822973"/>
              <a:gd name="connsiteX21" fmla="*/ 469005 w 822962"/>
              <a:gd name="connsiteY21" fmla="*/ 149913 h 822973"/>
              <a:gd name="connsiteX22" fmla="*/ 469023 w 822962"/>
              <a:gd name="connsiteY22" fmla="*/ 149895 h 822973"/>
              <a:gd name="connsiteX23" fmla="*/ 471264 w 822962"/>
              <a:gd name="connsiteY23" fmla="*/ 151220 h 822973"/>
              <a:gd name="connsiteX24" fmla="*/ 477800 w 822962"/>
              <a:gd name="connsiteY24" fmla="*/ 147443 h 822973"/>
              <a:gd name="connsiteX25" fmla="*/ 501502 w 822962"/>
              <a:gd name="connsiteY25" fmla="*/ 144323 h 822973"/>
              <a:gd name="connsiteX26" fmla="*/ 520475 w 822962"/>
              <a:gd name="connsiteY26" fmla="*/ 158861 h 822973"/>
              <a:gd name="connsiteX27" fmla="*/ 520859 w 822962"/>
              <a:gd name="connsiteY27" fmla="*/ 159584 h 822973"/>
              <a:gd name="connsiteX28" fmla="*/ 544460 w 822962"/>
              <a:gd name="connsiteY28" fmla="*/ 200467 h 822973"/>
              <a:gd name="connsiteX29" fmla="*/ 547589 w 822962"/>
              <a:gd name="connsiteY29" fmla="*/ 224131 h 822973"/>
              <a:gd name="connsiteX30" fmla="*/ 533039 w 822962"/>
              <a:gd name="connsiteY30" fmla="*/ 243103 h 822973"/>
              <a:gd name="connsiteX31" fmla="*/ 526482 w 822962"/>
              <a:gd name="connsiteY31" fmla="*/ 246898 h 822973"/>
              <a:gd name="connsiteX32" fmla="*/ 526508 w 822962"/>
              <a:gd name="connsiteY32" fmla="*/ 249523 h 822973"/>
              <a:gd name="connsiteX33" fmla="*/ 526482 w 822962"/>
              <a:gd name="connsiteY33" fmla="*/ 252139 h 822973"/>
              <a:gd name="connsiteX34" fmla="*/ 533039 w 822962"/>
              <a:gd name="connsiteY34" fmla="*/ 255917 h 822973"/>
              <a:gd name="connsiteX35" fmla="*/ 547589 w 822962"/>
              <a:gd name="connsiteY35" fmla="*/ 274889 h 822973"/>
              <a:gd name="connsiteX36" fmla="*/ 544460 w 822962"/>
              <a:gd name="connsiteY36" fmla="*/ 298553 h 822973"/>
              <a:gd name="connsiteX37" fmla="*/ 520457 w 822962"/>
              <a:gd name="connsiteY37" fmla="*/ 340138 h 822973"/>
              <a:gd name="connsiteX38" fmla="*/ 520484 w 822962"/>
              <a:gd name="connsiteY38" fmla="*/ 340138 h 822973"/>
              <a:gd name="connsiteX39" fmla="*/ 501512 w 822962"/>
              <a:gd name="connsiteY39" fmla="*/ 354688 h 822973"/>
              <a:gd name="connsiteX40" fmla="*/ 477985 w 822962"/>
              <a:gd name="connsiteY40" fmla="*/ 351643 h 822973"/>
              <a:gd name="connsiteX41" fmla="*/ 477804 w 822962"/>
              <a:gd name="connsiteY41" fmla="*/ 351551 h 822973"/>
              <a:gd name="connsiteX42" fmla="*/ 477804 w 822962"/>
              <a:gd name="connsiteY42" fmla="*/ 351569 h 822973"/>
              <a:gd name="connsiteX43" fmla="*/ 471267 w 822962"/>
              <a:gd name="connsiteY43" fmla="*/ 347800 h 822973"/>
              <a:gd name="connsiteX44" fmla="*/ 468999 w 822962"/>
              <a:gd name="connsiteY44" fmla="*/ 349146 h 822973"/>
              <a:gd name="connsiteX45" fmla="*/ 466758 w 822962"/>
              <a:gd name="connsiteY45" fmla="*/ 350408 h 822973"/>
              <a:gd name="connsiteX46" fmla="*/ 466758 w 822962"/>
              <a:gd name="connsiteY46" fmla="*/ 357980 h 822973"/>
              <a:gd name="connsiteX47" fmla="*/ 457587 w 822962"/>
              <a:gd name="connsiteY47" fmla="*/ 380091 h 822973"/>
              <a:gd name="connsiteX48" fmla="*/ 435477 w 822962"/>
              <a:gd name="connsiteY48" fmla="*/ 389261 h 822973"/>
              <a:gd name="connsiteX49" fmla="*/ 387507 w 822962"/>
              <a:gd name="connsiteY49" fmla="*/ 389261 h 822973"/>
              <a:gd name="connsiteX50" fmla="*/ 365405 w 822962"/>
              <a:gd name="connsiteY50" fmla="*/ 380091 h 822973"/>
              <a:gd name="connsiteX51" fmla="*/ 356235 w 822962"/>
              <a:gd name="connsiteY51" fmla="*/ 357980 h 822973"/>
              <a:gd name="connsiteX52" fmla="*/ 356235 w 822962"/>
              <a:gd name="connsiteY52" fmla="*/ 350390 h 822973"/>
              <a:gd name="connsiteX53" fmla="*/ 354023 w 822962"/>
              <a:gd name="connsiteY53" fmla="*/ 349137 h 822973"/>
              <a:gd name="connsiteX54" fmla="*/ 353988 w 822962"/>
              <a:gd name="connsiteY54" fmla="*/ 349119 h 822973"/>
              <a:gd name="connsiteX55" fmla="*/ 353969 w 822962"/>
              <a:gd name="connsiteY55" fmla="*/ 349137 h 822973"/>
              <a:gd name="connsiteX56" fmla="*/ 351728 w 822962"/>
              <a:gd name="connsiteY56" fmla="*/ 347812 h 822973"/>
              <a:gd name="connsiteX57" fmla="*/ 345201 w 822962"/>
              <a:gd name="connsiteY57" fmla="*/ 351572 h 822973"/>
              <a:gd name="connsiteX58" fmla="*/ 344269 w 822962"/>
              <a:gd name="connsiteY58" fmla="*/ 352066 h 822973"/>
              <a:gd name="connsiteX59" fmla="*/ 321484 w 822962"/>
              <a:gd name="connsiteY59" fmla="*/ 354700 h 822973"/>
              <a:gd name="connsiteX60" fmla="*/ 302511 w 822962"/>
              <a:gd name="connsiteY60" fmla="*/ 340163 h 822973"/>
              <a:gd name="connsiteX61" fmla="*/ 302137 w 822962"/>
              <a:gd name="connsiteY61" fmla="*/ 339448 h 822973"/>
              <a:gd name="connsiteX62" fmla="*/ 278527 w 822962"/>
              <a:gd name="connsiteY62" fmla="*/ 298565 h 822973"/>
              <a:gd name="connsiteX63" fmla="*/ 275398 w 822962"/>
              <a:gd name="connsiteY63" fmla="*/ 274901 h 822973"/>
              <a:gd name="connsiteX64" fmla="*/ 289935 w 822962"/>
              <a:gd name="connsiteY64" fmla="*/ 255929 h 822973"/>
              <a:gd name="connsiteX65" fmla="*/ 296493 w 822962"/>
              <a:gd name="connsiteY65" fmla="*/ 252143 h 822973"/>
              <a:gd name="connsiteX66" fmla="*/ 296467 w 822962"/>
              <a:gd name="connsiteY66" fmla="*/ 249517 h 822973"/>
              <a:gd name="connsiteX67" fmla="*/ 296484 w 822962"/>
              <a:gd name="connsiteY67" fmla="*/ 246901 h 822973"/>
              <a:gd name="connsiteX68" fmla="*/ 118069 w 822962"/>
              <a:gd name="connsiteY68" fmla="*/ 116203 h 822973"/>
              <a:gd name="connsiteX69" fmla="*/ 117759 w 822962"/>
              <a:gd name="connsiteY69" fmla="*/ 116751 h 822973"/>
              <a:gd name="connsiteX70" fmla="*/ 117694 w 822962"/>
              <a:gd name="connsiteY70" fmla="*/ 116861 h 822973"/>
              <a:gd name="connsiteX71" fmla="*/ 116158 w 822962"/>
              <a:gd name="connsiteY71" fmla="*/ 129544 h 822973"/>
              <a:gd name="connsiteX72" fmla="*/ 124185 w 822962"/>
              <a:gd name="connsiteY72" fmla="*/ 140317 h 822973"/>
              <a:gd name="connsiteX73" fmla="*/ 124203 w 822962"/>
              <a:gd name="connsiteY73" fmla="*/ 140317 h 822973"/>
              <a:gd name="connsiteX74" fmla="*/ 137526 w 822962"/>
              <a:gd name="connsiteY74" fmla="*/ 142228 h 822973"/>
              <a:gd name="connsiteX75" fmla="*/ 148299 w 822962"/>
              <a:gd name="connsiteY75" fmla="*/ 134200 h 822973"/>
              <a:gd name="connsiteX76" fmla="*/ 148299 w 822962"/>
              <a:gd name="connsiteY76" fmla="*/ 134183 h 822973"/>
              <a:gd name="connsiteX77" fmla="*/ 150209 w 822962"/>
              <a:gd name="connsiteY77" fmla="*/ 120860 h 822973"/>
              <a:gd name="connsiteX78" fmla="*/ 142181 w 822962"/>
              <a:gd name="connsiteY78" fmla="*/ 110079 h 822973"/>
              <a:gd name="connsiteX79" fmla="*/ 141634 w 822962"/>
              <a:gd name="connsiteY79" fmla="*/ 109769 h 822973"/>
              <a:gd name="connsiteX80" fmla="*/ 141634 w 822962"/>
              <a:gd name="connsiteY80" fmla="*/ 109787 h 822973"/>
              <a:gd name="connsiteX81" fmla="*/ 141524 w 822962"/>
              <a:gd name="connsiteY81" fmla="*/ 109712 h 822973"/>
              <a:gd name="connsiteX82" fmla="*/ 128840 w 822962"/>
              <a:gd name="connsiteY82" fmla="*/ 108177 h 822973"/>
              <a:gd name="connsiteX83" fmla="*/ 118068 w 822962"/>
              <a:gd name="connsiteY83" fmla="*/ 116205 h 822973"/>
              <a:gd name="connsiteX84" fmla="*/ 91241 w 822962"/>
              <a:gd name="connsiteY84" fmla="*/ 135762 h 822973"/>
              <a:gd name="connsiteX85" fmla="*/ 95429 w 822962"/>
              <a:gd name="connsiteY85" fmla="*/ 104124 h 822973"/>
              <a:gd name="connsiteX86" fmla="*/ 96361 w 822962"/>
              <a:gd name="connsiteY86" fmla="*/ 102487 h 822973"/>
              <a:gd name="connsiteX87" fmla="*/ 96387 w 822962"/>
              <a:gd name="connsiteY87" fmla="*/ 102505 h 822973"/>
              <a:gd name="connsiteX88" fmla="*/ 122611 w 822962"/>
              <a:gd name="connsiteY88" fmla="*/ 83255 h 822973"/>
              <a:gd name="connsiteX89" fmla="*/ 154240 w 822962"/>
              <a:gd name="connsiteY89" fmla="*/ 87452 h 822973"/>
              <a:gd name="connsiteX90" fmla="*/ 155886 w 822962"/>
              <a:gd name="connsiteY90" fmla="*/ 88375 h 822973"/>
              <a:gd name="connsiteX91" fmla="*/ 155868 w 822962"/>
              <a:gd name="connsiteY91" fmla="*/ 88402 h 822973"/>
              <a:gd name="connsiteX92" fmla="*/ 175106 w 822962"/>
              <a:gd name="connsiteY92" fmla="*/ 114616 h 822973"/>
              <a:gd name="connsiteX93" fmla="*/ 170287 w 822962"/>
              <a:gd name="connsiteY93" fmla="*/ 147343 h 822973"/>
              <a:gd name="connsiteX94" fmla="*/ 143733 w 822962"/>
              <a:gd name="connsiteY94" fmla="*/ 167122 h 822973"/>
              <a:gd name="connsiteX95" fmla="*/ 111014 w 822962"/>
              <a:gd name="connsiteY95" fmla="*/ 162294 h 822973"/>
              <a:gd name="connsiteX96" fmla="*/ 91226 w 822962"/>
              <a:gd name="connsiteY96" fmla="*/ 135749 h 822973"/>
              <a:gd name="connsiteX97" fmla="*/ 110068 w 822962"/>
              <a:gd name="connsiteY97" fmla="*/ 679785 h 822973"/>
              <a:gd name="connsiteX98" fmla="*/ 109758 w 822962"/>
              <a:gd name="connsiteY98" fmla="*/ 680332 h 822973"/>
              <a:gd name="connsiteX99" fmla="*/ 109776 w 822962"/>
              <a:gd name="connsiteY99" fmla="*/ 680332 h 822973"/>
              <a:gd name="connsiteX100" fmla="*/ 109702 w 822962"/>
              <a:gd name="connsiteY100" fmla="*/ 680442 h 822973"/>
              <a:gd name="connsiteX101" fmla="*/ 108166 w 822962"/>
              <a:gd name="connsiteY101" fmla="*/ 693126 h 822973"/>
              <a:gd name="connsiteX102" fmla="*/ 116202 w 822962"/>
              <a:gd name="connsiteY102" fmla="*/ 703898 h 822973"/>
              <a:gd name="connsiteX103" fmla="*/ 129525 w 822962"/>
              <a:gd name="connsiteY103" fmla="*/ 705809 h 822973"/>
              <a:gd name="connsiteX104" fmla="*/ 140298 w 822962"/>
              <a:gd name="connsiteY104" fmla="*/ 697781 h 822973"/>
              <a:gd name="connsiteX105" fmla="*/ 140298 w 822962"/>
              <a:gd name="connsiteY105" fmla="*/ 697764 h 822973"/>
              <a:gd name="connsiteX106" fmla="*/ 142209 w 822962"/>
              <a:gd name="connsiteY106" fmla="*/ 684441 h 822973"/>
              <a:gd name="connsiteX107" fmla="*/ 134181 w 822962"/>
              <a:gd name="connsiteY107" fmla="*/ 673660 h 822973"/>
              <a:gd name="connsiteX108" fmla="*/ 133633 w 822962"/>
              <a:gd name="connsiteY108" fmla="*/ 673350 h 822973"/>
              <a:gd name="connsiteX109" fmla="*/ 133633 w 822962"/>
              <a:gd name="connsiteY109" fmla="*/ 673368 h 822973"/>
              <a:gd name="connsiteX110" fmla="*/ 133523 w 822962"/>
              <a:gd name="connsiteY110" fmla="*/ 673294 h 822973"/>
              <a:gd name="connsiteX111" fmla="*/ 120848 w 822962"/>
              <a:gd name="connsiteY111" fmla="*/ 671758 h 822973"/>
              <a:gd name="connsiteX112" fmla="*/ 110068 w 822962"/>
              <a:gd name="connsiteY112" fmla="*/ 679786 h 822973"/>
              <a:gd name="connsiteX113" fmla="*/ 83249 w 822962"/>
              <a:gd name="connsiteY113" fmla="*/ 699344 h 822973"/>
              <a:gd name="connsiteX114" fmla="*/ 87437 w 822962"/>
              <a:gd name="connsiteY114" fmla="*/ 667705 h 822973"/>
              <a:gd name="connsiteX115" fmla="*/ 88369 w 822962"/>
              <a:gd name="connsiteY115" fmla="*/ 666077 h 822973"/>
              <a:gd name="connsiteX116" fmla="*/ 88396 w 822962"/>
              <a:gd name="connsiteY116" fmla="*/ 666077 h 822973"/>
              <a:gd name="connsiteX117" fmla="*/ 114619 w 822962"/>
              <a:gd name="connsiteY117" fmla="*/ 646839 h 822973"/>
              <a:gd name="connsiteX118" fmla="*/ 146257 w 822962"/>
              <a:gd name="connsiteY118" fmla="*/ 651036 h 822973"/>
              <a:gd name="connsiteX119" fmla="*/ 147894 w 822962"/>
              <a:gd name="connsiteY119" fmla="*/ 651959 h 822973"/>
              <a:gd name="connsiteX120" fmla="*/ 147877 w 822962"/>
              <a:gd name="connsiteY120" fmla="*/ 651986 h 822973"/>
              <a:gd name="connsiteX121" fmla="*/ 167126 w 822962"/>
              <a:gd name="connsiteY121" fmla="*/ 678209 h 822973"/>
              <a:gd name="connsiteX122" fmla="*/ 162307 w 822962"/>
              <a:gd name="connsiteY122" fmla="*/ 710928 h 822973"/>
              <a:gd name="connsiteX123" fmla="*/ 135762 w 822962"/>
              <a:gd name="connsiteY123" fmla="*/ 730710 h 822973"/>
              <a:gd name="connsiteX124" fmla="*/ 103035 w 822962"/>
              <a:gd name="connsiteY124" fmla="*/ 725887 h 822973"/>
              <a:gd name="connsiteX125" fmla="*/ 83247 w 822962"/>
              <a:gd name="connsiteY125" fmla="*/ 699344 h 822973"/>
              <a:gd name="connsiteX126" fmla="*/ 673883 w 822962"/>
              <a:gd name="connsiteY126" fmla="*/ 687997 h 822973"/>
              <a:gd name="connsiteX127" fmla="*/ 673517 w 822962"/>
              <a:gd name="connsiteY127" fmla="*/ 688544 h 822973"/>
              <a:gd name="connsiteX128" fmla="*/ 673591 w 822962"/>
              <a:gd name="connsiteY128" fmla="*/ 688544 h 822973"/>
              <a:gd name="connsiteX129" fmla="*/ 673517 w 822962"/>
              <a:gd name="connsiteY129" fmla="*/ 688654 h 822973"/>
              <a:gd name="connsiteX130" fmla="*/ 671915 w 822962"/>
              <a:gd name="connsiteY130" fmla="*/ 701338 h 822973"/>
              <a:gd name="connsiteX131" fmla="*/ 679982 w 822962"/>
              <a:gd name="connsiteY131" fmla="*/ 712110 h 822973"/>
              <a:gd name="connsiteX132" fmla="*/ 693278 w 822962"/>
              <a:gd name="connsiteY132" fmla="*/ 714021 h 822973"/>
              <a:gd name="connsiteX133" fmla="*/ 704104 w 822962"/>
              <a:gd name="connsiteY133" fmla="*/ 705993 h 822973"/>
              <a:gd name="connsiteX134" fmla="*/ 705997 w 822962"/>
              <a:gd name="connsiteY134" fmla="*/ 692662 h 822973"/>
              <a:gd name="connsiteX135" fmla="*/ 698005 w 822962"/>
              <a:gd name="connsiteY135" fmla="*/ 681881 h 822973"/>
              <a:gd name="connsiteX136" fmla="*/ 697428 w 822962"/>
              <a:gd name="connsiteY136" fmla="*/ 681571 h 822973"/>
              <a:gd name="connsiteX137" fmla="*/ 697428 w 822962"/>
              <a:gd name="connsiteY137" fmla="*/ 681589 h 822973"/>
              <a:gd name="connsiteX138" fmla="*/ 697353 w 822962"/>
              <a:gd name="connsiteY138" fmla="*/ 681515 h 822973"/>
              <a:gd name="connsiteX139" fmla="*/ 684643 w 822962"/>
              <a:gd name="connsiteY139" fmla="*/ 679988 h 822973"/>
              <a:gd name="connsiteX140" fmla="*/ 673889 w 822962"/>
              <a:gd name="connsiteY140" fmla="*/ 688016 h 822973"/>
              <a:gd name="connsiteX141" fmla="*/ 647007 w 822962"/>
              <a:gd name="connsiteY141" fmla="*/ 707556 h 822973"/>
              <a:gd name="connsiteX142" fmla="*/ 651222 w 822962"/>
              <a:gd name="connsiteY142" fmla="*/ 675926 h 822973"/>
              <a:gd name="connsiteX143" fmla="*/ 652163 w 822962"/>
              <a:gd name="connsiteY143" fmla="*/ 674290 h 822973"/>
              <a:gd name="connsiteX144" fmla="*/ 678377 w 822962"/>
              <a:gd name="connsiteY144" fmla="*/ 655061 h 822973"/>
              <a:gd name="connsiteX145" fmla="*/ 710042 w 822962"/>
              <a:gd name="connsiteY145" fmla="*/ 659258 h 822973"/>
              <a:gd name="connsiteX146" fmla="*/ 711643 w 822962"/>
              <a:gd name="connsiteY146" fmla="*/ 660190 h 822973"/>
              <a:gd name="connsiteX147" fmla="*/ 711643 w 822962"/>
              <a:gd name="connsiteY147" fmla="*/ 660208 h 822973"/>
              <a:gd name="connsiteX148" fmla="*/ 730892 w 822962"/>
              <a:gd name="connsiteY148" fmla="*/ 686431 h 822973"/>
              <a:gd name="connsiteX149" fmla="*/ 726099 w 822962"/>
              <a:gd name="connsiteY149" fmla="*/ 719151 h 822973"/>
              <a:gd name="connsiteX150" fmla="*/ 699520 w 822962"/>
              <a:gd name="connsiteY150" fmla="*/ 738940 h 822973"/>
              <a:gd name="connsiteX151" fmla="*/ 666840 w 822962"/>
              <a:gd name="connsiteY151" fmla="*/ 734132 h 822973"/>
              <a:gd name="connsiteX152" fmla="*/ 666840 w 822962"/>
              <a:gd name="connsiteY152" fmla="*/ 734109 h 822973"/>
              <a:gd name="connsiteX153" fmla="*/ 647007 w 822962"/>
              <a:gd name="connsiteY153" fmla="*/ 707566 h 822973"/>
              <a:gd name="connsiteX154" fmla="*/ 681875 w 822962"/>
              <a:gd name="connsiteY154" fmla="*/ 123993 h 822973"/>
              <a:gd name="connsiteX155" fmla="*/ 681509 w 822962"/>
              <a:gd name="connsiteY155" fmla="*/ 124532 h 822973"/>
              <a:gd name="connsiteX156" fmla="*/ 681583 w 822962"/>
              <a:gd name="connsiteY156" fmla="*/ 124532 h 822973"/>
              <a:gd name="connsiteX157" fmla="*/ 681509 w 822962"/>
              <a:gd name="connsiteY157" fmla="*/ 124651 h 822973"/>
              <a:gd name="connsiteX158" fmla="*/ 679982 w 822962"/>
              <a:gd name="connsiteY158" fmla="*/ 137325 h 822973"/>
              <a:gd name="connsiteX159" fmla="*/ 687974 w 822962"/>
              <a:gd name="connsiteY159" fmla="*/ 148106 h 822973"/>
              <a:gd name="connsiteX160" fmla="*/ 701342 w 822962"/>
              <a:gd name="connsiteY160" fmla="*/ 150017 h 822973"/>
              <a:gd name="connsiteX161" fmla="*/ 712096 w 822962"/>
              <a:gd name="connsiteY161" fmla="*/ 141989 h 822973"/>
              <a:gd name="connsiteX162" fmla="*/ 713988 w 822962"/>
              <a:gd name="connsiteY162" fmla="*/ 128657 h 822973"/>
              <a:gd name="connsiteX163" fmla="*/ 705997 w 822962"/>
              <a:gd name="connsiteY163" fmla="*/ 117877 h 822973"/>
              <a:gd name="connsiteX164" fmla="*/ 705411 w 822962"/>
              <a:gd name="connsiteY164" fmla="*/ 117567 h 822973"/>
              <a:gd name="connsiteX165" fmla="*/ 705336 w 822962"/>
              <a:gd name="connsiteY165" fmla="*/ 117514 h 822973"/>
              <a:gd name="connsiteX166" fmla="*/ 692626 w 822962"/>
              <a:gd name="connsiteY166" fmla="*/ 115968 h 822973"/>
              <a:gd name="connsiteX167" fmla="*/ 681872 w 822962"/>
              <a:gd name="connsiteY167" fmla="*/ 124005 h 822973"/>
              <a:gd name="connsiteX168" fmla="*/ 654999 w 822962"/>
              <a:gd name="connsiteY168" fmla="*/ 143552 h 822973"/>
              <a:gd name="connsiteX169" fmla="*/ 659214 w 822962"/>
              <a:gd name="connsiteY169" fmla="*/ 111914 h 822973"/>
              <a:gd name="connsiteX170" fmla="*/ 660155 w 822962"/>
              <a:gd name="connsiteY170" fmla="*/ 110285 h 822973"/>
              <a:gd name="connsiteX171" fmla="*/ 686369 w 822962"/>
              <a:gd name="connsiteY171" fmla="*/ 91048 h 822973"/>
              <a:gd name="connsiteX172" fmla="*/ 718037 w 822962"/>
              <a:gd name="connsiteY172" fmla="*/ 95236 h 822973"/>
              <a:gd name="connsiteX173" fmla="*/ 719637 w 822962"/>
              <a:gd name="connsiteY173" fmla="*/ 96168 h 822973"/>
              <a:gd name="connsiteX174" fmla="*/ 719637 w 822962"/>
              <a:gd name="connsiteY174" fmla="*/ 96195 h 822973"/>
              <a:gd name="connsiteX175" fmla="*/ 738885 w 822962"/>
              <a:gd name="connsiteY175" fmla="*/ 122409 h 822973"/>
              <a:gd name="connsiteX176" fmla="*/ 734092 w 822962"/>
              <a:gd name="connsiteY176" fmla="*/ 155128 h 822973"/>
              <a:gd name="connsiteX177" fmla="*/ 734092 w 822962"/>
              <a:gd name="connsiteY177" fmla="*/ 155146 h 822973"/>
              <a:gd name="connsiteX178" fmla="*/ 707511 w 822962"/>
              <a:gd name="connsiteY178" fmla="*/ 174925 h 822973"/>
              <a:gd name="connsiteX179" fmla="*/ 674823 w 822962"/>
              <a:gd name="connsiteY179" fmla="*/ 170106 h 822973"/>
              <a:gd name="connsiteX180" fmla="*/ 654991 w 822962"/>
              <a:gd name="connsiteY180" fmla="*/ 143551 h 822973"/>
              <a:gd name="connsiteX181" fmla="*/ 248594 w 822962"/>
              <a:gd name="connsiteY181" fmla="*/ 719014 h 822973"/>
              <a:gd name="connsiteX182" fmla="*/ 180442 w 822962"/>
              <a:gd name="connsiteY182" fmla="*/ 725361 h 822973"/>
              <a:gd name="connsiteX183" fmla="*/ 168839 w 822962"/>
              <a:gd name="connsiteY183" fmla="*/ 739283 h 822973"/>
              <a:gd name="connsiteX184" fmla="*/ 169890 w 822962"/>
              <a:gd name="connsiteY184" fmla="*/ 743344 h 822973"/>
              <a:gd name="connsiteX185" fmla="*/ 197375 w 822962"/>
              <a:gd name="connsiteY185" fmla="*/ 804960 h 822973"/>
              <a:gd name="connsiteX186" fmla="*/ 214309 w 822962"/>
              <a:gd name="connsiteY186" fmla="*/ 811444 h 822973"/>
              <a:gd name="connsiteX187" fmla="*/ 220783 w 822962"/>
              <a:gd name="connsiteY187" fmla="*/ 794505 h 822973"/>
              <a:gd name="connsiteX188" fmla="*/ 210195 w 822962"/>
              <a:gd name="connsiteY188" fmla="*/ 770769 h 822973"/>
              <a:gd name="connsiteX189" fmla="*/ 418175 w 822962"/>
              <a:gd name="connsiteY189" fmla="*/ 822897 h 822973"/>
              <a:gd name="connsiteX190" fmla="*/ 635048 w 822962"/>
              <a:gd name="connsiteY190" fmla="*/ 756451 h 822973"/>
              <a:gd name="connsiteX191" fmla="*/ 638826 w 822962"/>
              <a:gd name="connsiteY191" fmla="*/ 738719 h 822973"/>
              <a:gd name="connsiteX192" fmla="*/ 621085 w 822962"/>
              <a:gd name="connsiteY192" fmla="*/ 734947 h 822973"/>
              <a:gd name="connsiteX193" fmla="*/ 417784 w 822962"/>
              <a:gd name="connsiteY193" fmla="*/ 797286 h 822973"/>
              <a:gd name="connsiteX194" fmla="*/ 220830 w 822962"/>
              <a:gd name="connsiteY194" fmla="*/ 747345 h 822973"/>
              <a:gd name="connsiteX195" fmla="*/ 250896 w 822962"/>
              <a:gd name="connsiteY195" fmla="*/ 744541 h 822973"/>
              <a:gd name="connsiteX196" fmla="*/ 262499 w 822962"/>
              <a:gd name="connsiteY196" fmla="*/ 730627 h 822973"/>
              <a:gd name="connsiteX197" fmla="*/ 248580 w 822962"/>
              <a:gd name="connsiteY197" fmla="*/ 719021 h 822973"/>
              <a:gd name="connsiteX198" fmla="*/ 602650 w 822962"/>
              <a:gd name="connsiteY198" fmla="*/ 28223 h 822973"/>
              <a:gd name="connsiteX199" fmla="*/ 613404 w 822962"/>
              <a:gd name="connsiteY199" fmla="*/ 53471 h 822973"/>
              <a:gd name="connsiteX200" fmla="*/ 403457 w 822962"/>
              <a:gd name="connsiteY200" fmla="*/ 71 h 822973"/>
              <a:gd name="connsiteX201" fmla="*/ 186790 w 822962"/>
              <a:gd name="connsiteY201" fmla="*/ 66201 h 822973"/>
              <a:gd name="connsiteX202" fmla="*/ 183022 w 822962"/>
              <a:gd name="connsiteY202" fmla="*/ 83942 h 822973"/>
              <a:gd name="connsiteX203" fmla="*/ 200762 w 822962"/>
              <a:gd name="connsiteY203" fmla="*/ 87710 h 822973"/>
              <a:gd name="connsiteX204" fmla="*/ 403858 w 822962"/>
              <a:gd name="connsiteY204" fmla="*/ 25696 h 822973"/>
              <a:gd name="connsiteX205" fmla="*/ 601666 w 822962"/>
              <a:gd name="connsiteY205" fmla="*/ 76289 h 822973"/>
              <a:gd name="connsiteX206" fmla="*/ 573037 w 822962"/>
              <a:gd name="connsiteY206" fmla="*/ 78465 h 822973"/>
              <a:gd name="connsiteX207" fmla="*/ 561188 w 822962"/>
              <a:gd name="connsiteY207" fmla="*/ 92226 h 822973"/>
              <a:gd name="connsiteX208" fmla="*/ 574949 w 822962"/>
              <a:gd name="connsiteY208" fmla="*/ 104076 h 822973"/>
              <a:gd name="connsiteX209" fmla="*/ 642213 w 822962"/>
              <a:gd name="connsiteY209" fmla="*/ 98983 h 822973"/>
              <a:gd name="connsiteX210" fmla="*/ 642213 w 822962"/>
              <a:gd name="connsiteY210" fmla="*/ 98965 h 822973"/>
              <a:gd name="connsiteX211" fmla="*/ 642358 w 822962"/>
              <a:gd name="connsiteY211" fmla="*/ 98947 h 822973"/>
              <a:gd name="connsiteX212" fmla="*/ 646282 w 822962"/>
              <a:gd name="connsiteY212" fmla="*/ 97968 h 822973"/>
              <a:gd name="connsiteX213" fmla="*/ 653038 w 822962"/>
              <a:gd name="connsiteY213" fmla="*/ 81144 h 822973"/>
              <a:gd name="connsiteX214" fmla="*/ 626264 w 822962"/>
              <a:gd name="connsiteY214" fmla="*/ 18169 h 822973"/>
              <a:gd name="connsiteX215" fmla="*/ 609428 w 822962"/>
              <a:gd name="connsiteY215" fmla="*/ 11394 h 822973"/>
              <a:gd name="connsiteX216" fmla="*/ 602644 w 822962"/>
              <a:gd name="connsiteY216" fmla="*/ 28218 h 822973"/>
              <a:gd name="connsiteX217" fmla="*/ 28223 w 822962"/>
              <a:gd name="connsiteY217" fmla="*/ 219295 h 822973"/>
              <a:gd name="connsiteX218" fmla="*/ 53471 w 822962"/>
              <a:gd name="connsiteY218" fmla="*/ 208541 h 822973"/>
              <a:gd name="connsiteX219" fmla="*/ 59 w 822962"/>
              <a:gd name="connsiteY219" fmla="*/ 417893 h 822973"/>
              <a:gd name="connsiteX220" fmla="*/ 65493 w 822962"/>
              <a:gd name="connsiteY220" fmla="*/ 634103 h 822973"/>
              <a:gd name="connsiteX221" fmla="*/ 83233 w 822962"/>
              <a:gd name="connsiteY221" fmla="*/ 637969 h 822973"/>
              <a:gd name="connsiteX222" fmla="*/ 87099 w 822962"/>
              <a:gd name="connsiteY222" fmla="*/ 620229 h 822973"/>
              <a:gd name="connsiteX223" fmla="*/ 25687 w 822962"/>
              <a:gd name="connsiteY223" fmla="*/ 417491 h 822973"/>
              <a:gd name="connsiteX224" fmla="*/ 76288 w 822962"/>
              <a:gd name="connsiteY224" fmla="*/ 220286 h 822973"/>
              <a:gd name="connsiteX225" fmla="*/ 78464 w 822962"/>
              <a:gd name="connsiteY225" fmla="*/ 248905 h 822973"/>
              <a:gd name="connsiteX226" fmla="*/ 92225 w 822962"/>
              <a:gd name="connsiteY226" fmla="*/ 260755 h 822973"/>
              <a:gd name="connsiteX227" fmla="*/ 104075 w 822962"/>
              <a:gd name="connsiteY227" fmla="*/ 246994 h 822973"/>
              <a:gd name="connsiteX228" fmla="*/ 98982 w 822962"/>
              <a:gd name="connsiteY228" fmla="*/ 179721 h 822973"/>
              <a:gd name="connsiteX229" fmla="*/ 98964 w 822962"/>
              <a:gd name="connsiteY229" fmla="*/ 179721 h 822973"/>
              <a:gd name="connsiteX230" fmla="*/ 98964 w 822962"/>
              <a:gd name="connsiteY230" fmla="*/ 179593 h 822973"/>
              <a:gd name="connsiteX231" fmla="*/ 98964 w 822962"/>
              <a:gd name="connsiteY231" fmla="*/ 179585 h 822973"/>
              <a:gd name="connsiteX232" fmla="*/ 97976 w 822962"/>
              <a:gd name="connsiteY232" fmla="*/ 175661 h 822973"/>
              <a:gd name="connsiteX233" fmla="*/ 81153 w 822962"/>
              <a:gd name="connsiteY233" fmla="*/ 168878 h 822973"/>
              <a:gd name="connsiteX234" fmla="*/ 18177 w 822962"/>
              <a:gd name="connsiteY234" fmla="*/ 195688 h 822973"/>
              <a:gd name="connsiteX235" fmla="*/ 11394 w 822962"/>
              <a:gd name="connsiteY235" fmla="*/ 212524 h 822973"/>
              <a:gd name="connsiteX236" fmla="*/ 28217 w 822962"/>
              <a:gd name="connsiteY236" fmla="*/ 219298 h 822973"/>
              <a:gd name="connsiteX237" fmla="*/ 718989 w 822962"/>
              <a:gd name="connsiteY237" fmla="*/ 573366 h 822973"/>
              <a:gd name="connsiteX238" fmla="*/ 725314 w 822962"/>
              <a:gd name="connsiteY238" fmla="*/ 641508 h 822973"/>
              <a:gd name="connsiteX239" fmla="*/ 739259 w 822962"/>
              <a:gd name="connsiteY239" fmla="*/ 653102 h 822973"/>
              <a:gd name="connsiteX240" fmla="*/ 743328 w 822962"/>
              <a:gd name="connsiteY240" fmla="*/ 652052 h 822973"/>
              <a:gd name="connsiteX241" fmla="*/ 804920 w 822962"/>
              <a:gd name="connsiteY241" fmla="*/ 624566 h 822973"/>
              <a:gd name="connsiteX242" fmla="*/ 811382 w 822962"/>
              <a:gd name="connsiteY242" fmla="*/ 607632 h 822973"/>
              <a:gd name="connsiteX243" fmla="*/ 794458 w 822962"/>
              <a:gd name="connsiteY243" fmla="*/ 601149 h 822973"/>
              <a:gd name="connsiteX244" fmla="*/ 771141 w 822962"/>
              <a:gd name="connsiteY244" fmla="*/ 611547 h 822973"/>
              <a:gd name="connsiteX245" fmla="*/ 822858 w 822962"/>
              <a:gd name="connsiteY245" fmla="*/ 403094 h 822973"/>
              <a:gd name="connsiteX246" fmla="*/ 755169 w 822962"/>
              <a:gd name="connsiteY246" fmla="*/ 185459 h 822973"/>
              <a:gd name="connsiteX247" fmla="*/ 737445 w 822962"/>
              <a:gd name="connsiteY247" fmla="*/ 181792 h 822973"/>
              <a:gd name="connsiteX248" fmla="*/ 733810 w 822962"/>
              <a:gd name="connsiteY248" fmla="*/ 199524 h 822973"/>
              <a:gd name="connsiteX249" fmla="*/ 797300 w 822962"/>
              <a:gd name="connsiteY249" fmla="*/ 403588 h 822973"/>
              <a:gd name="connsiteX250" fmla="*/ 747328 w 822962"/>
              <a:gd name="connsiteY250" fmla="*/ 601609 h 822973"/>
              <a:gd name="connsiteX251" fmla="*/ 744494 w 822962"/>
              <a:gd name="connsiteY251" fmla="*/ 571039 h 822973"/>
              <a:gd name="connsiteX252" fmla="*/ 730625 w 822962"/>
              <a:gd name="connsiteY252" fmla="*/ 559446 h 822973"/>
              <a:gd name="connsiteX253" fmla="*/ 718997 w 822962"/>
              <a:gd name="connsiteY253" fmla="*/ 573364 h 822973"/>
              <a:gd name="connsiteX254" fmla="*/ 579150 w 822962"/>
              <a:gd name="connsiteY254" fmla="*/ 481415 h 822973"/>
              <a:gd name="connsiteX255" fmla="*/ 558073 w 822962"/>
              <a:gd name="connsiteY255" fmla="*/ 472682 h 822973"/>
              <a:gd name="connsiteX256" fmla="*/ 536996 w 822962"/>
              <a:gd name="connsiteY256" fmla="*/ 481415 h 822973"/>
              <a:gd name="connsiteX257" fmla="*/ 528262 w 822962"/>
              <a:gd name="connsiteY257" fmla="*/ 502492 h 822973"/>
              <a:gd name="connsiteX258" fmla="*/ 536996 w 822962"/>
              <a:gd name="connsiteY258" fmla="*/ 523569 h 822973"/>
              <a:gd name="connsiteX259" fmla="*/ 558073 w 822962"/>
              <a:gd name="connsiteY259" fmla="*/ 532293 h 822973"/>
              <a:gd name="connsiteX260" fmla="*/ 579150 w 822962"/>
              <a:gd name="connsiteY260" fmla="*/ 523569 h 822973"/>
              <a:gd name="connsiteX261" fmla="*/ 587883 w 822962"/>
              <a:gd name="connsiteY261" fmla="*/ 502492 h 822973"/>
              <a:gd name="connsiteX262" fmla="*/ 579150 w 822962"/>
              <a:gd name="connsiteY262" fmla="*/ 481415 h 822973"/>
              <a:gd name="connsiteX263" fmla="*/ 558073 w 822962"/>
              <a:gd name="connsiteY263" fmla="*/ 446961 h 822973"/>
              <a:gd name="connsiteX264" fmla="*/ 597336 w 822962"/>
              <a:gd name="connsiteY264" fmla="*/ 463229 h 822973"/>
              <a:gd name="connsiteX265" fmla="*/ 613603 w 822962"/>
              <a:gd name="connsiteY265" fmla="*/ 502492 h 822973"/>
              <a:gd name="connsiteX266" fmla="*/ 597336 w 822962"/>
              <a:gd name="connsiteY266" fmla="*/ 541747 h 822973"/>
              <a:gd name="connsiteX267" fmla="*/ 558073 w 822962"/>
              <a:gd name="connsiteY267" fmla="*/ 558015 h 822973"/>
              <a:gd name="connsiteX268" fmla="*/ 518809 w 822962"/>
              <a:gd name="connsiteY268" fmla="*/ 541747 h 822973"/>
              <a:gd name="connsiteX269" fmla="*/ 502542 w 822962"/>
              <a:gd name="connsiteY269" fmla="*/ 502492 h 822973"/>
              <a:gd name="connsiteX270" fmla="*/ 518809 w 822962"/>
              <a:gd name="connsiteY270" fmla="*/ 463229 h 822973"/>
              <a:gd name="connsiteX271" fmla="*/ 558073 w 822962"/>
              <a:gd name="connsiteY271" fmla="*/ 446961 h 822973"/>
              <a:gd name="connsiteX272" fmla="*/ 286000 w 822962"/>
              <a:gd name="connsiteY272" fmla="*/ 481415 h 822973"/>
              <a:gd name="connsiteX273" fmla="*/ 264924 w 822962"/>
              <a:gd name="connsiteY273" fmla="*/ 472682 h 822973"/>
              <a:gd name="connsiteX274" fmla="*/ 243847 w 822962"/>
              <a:gd name="connsiteY274" fmla="*/ 481415 h 822973"/>
              <a:gd name="connsiteX275" fmla="*/ 235113 w 822962"/>
              <a:gd name="connsiteY275" fmla="*/ 502492 h 822973"/>
              <a:gd name="connsiteX276" fmla="*/ 243847 w 822962"/>
              <a:gd name="connsiteY276" fmla="*/ 523569 h 822973"/>
              <a:gd name="connsiteX277" fmla="*/ 264924 w 822962"/>
              <a:gd name="connsiteY277" fmla="*/ 532293 h 822973"/>
              <a:gd name="connsiteX278" fmla="*/ 286000 w 822962"/>
              <a:gd name="connsiteY278" fmla="*/ 523569 h 822973"/>
              <a:gd name="connsiteX279" fmla="*/ 294725 w 822962"/>
              <a:gd name="connsiteY279" fmla="*/ 502492 h 822973"/>
              <a:gd name="connsiteX280" fmla="*/ 286000 w 822962"/>
              <a:gd name="connsiteY280" fmla="*/ 481415 h 822973"/>
              <a:gd name="connsiteX281" fmla="*/ 264924 w 822962"/>
              <a:gd name="connsiteY281" fmla="*/ 446961 h 822973"/>
              <a:gd name="connsiteX282" fmla="*/ 304187 w 822962"/>
              <a:gd name="connsiteY282" fmla="*/ 463229 h 822973"/>
              <a:gd name="connsiteX283" fmla="*/ 320454 w 822962"/>
              <a:gd name="connsiteY283" fmla="*/ 502492 h 822973"/>
              <a:gd name="connsiteX284" fmla="*/ 304187 w 822962"/>
              <a:gd name="connsiteY284" fmla="*/ 541747 h 822973"/>
              <a:gd name="connsiteX285" fmla="*/ 264924 w 822962"/>
              <a:gd name="connsiteY285" fmla="*/ 558015 h 822973"/>
              <a:gd name="connsiteX286" fmla="*/ 225660 w 822962"/>
              <a:gd name="connsiteY286" fmla="*/ 541747 h 822973"/>
              <a:gd name="connsiteX287" fmla="*/ 209393 w 822962"/>
              <a:gd name="connsiteY287" fmla="*/ 502492 h 822973"/>
              <a:gd name="connsiteX288" fmla="*/ 225660 w 822962"/>
              <a:gd name="connsiteY288" fmla="*/ 463229 h 822973"/>
              <a:gd name="connsiteX289" fmla="*/ 264924 w 822962"/>
              <a:gd name="connsiteY289" fmla="*/ 446961 h 822973"/>
              <a:gd name="connsiteX290" fmla="*/ 432571 w 822962"/>
              <a:gd name="connsiteY290" fmla="*/ 228443 h 822973"/>
              <a:gd name="connsiteX291" fmla="*/ 411494 w 822962"/>
              <a:gd name="connsiteY291" fmla="*/ 219709 h 822973"/>
              <a:gd name="connsiteX292" fmla="*/ 390417 w 822962"/>
              <a:gd name="connsiteY292" fmla="*/ 228443 h 822973"/>
              <a:gd name="connsiteX293" fmla="*/ 381693 w 822962"/>
              <a:gd name="connsiteY293" fmla="*/ 249510 h 822973"/>
              <a:gd name="connsiteX294" fmla="*/ 390417 w 822962"/>
              <a:gd name="connsiteY294" fmla="*/ 270587 h 822973"/>
              <a:gd name="connsiteX295" fmla="*/ 411494 w 822962"/>
              <a:gd name="connsiteY295" fmla="*/ 279321 h 822973"/>
              <a:gd name="connsiteX296" fmla="*/ 432571 w 822962"/>
              <a:gd name="connsiteY296" fmla="*/ 270587 h 822973"/>
              <a:gd name="connsiteX297" fmla="*/ 441304 w 822962"/>
              <a:gd name="connsiteY297" fmla="*/ 249510 h 822973"/>
              <a:gd name="connsiteX298" fmla="*/ 432571 w 822962"/>
              <a:gd name="connsiteY298" fmla="*/ 228443 h 822973"/>
              <a:gd name="connsiteX299" fmla="*/ 450758 w 822962"/>
              <a:gd name="connsiteY299" fmla="*/ 210256 h 822973"/>
              <a:gd name="connsiteX300" fmla="*/ 411494 w 822962"/>
              <a:gd name="connsiteY300" fmla="*/ 193989 h 822973"/>
              <a:gd name="connsiteX301" fmla="*/ 372239 w 822962"/>
              <a:gd name="connsiteY301" fmla="*/ 210256 h 822973"/>
              <a:gd name="connsiteX302" fmla="*/ 355972 w 822962"/>
              <a:gd name="connsiteY302" fmla="*/ 249511 h 822973"/>
              <a:gd name="connsiteX303" fmla="*/ 372239 w 822962"/>
              <a:gd name="connsiteY303" fmla="*/ 288775 h 822973"/>
              <a:gd name="connsiteX304" fmla="*/ 411494 w 822962"/>
              <a:gd name="connsiteY304" fmla="*/ 305042 h 822973"/>
              <a:gd name="connsiteX305" fmla="*/ 450758 w 822962"/>
              <a:gd name="connsiteY305" fmla="*/ 288775 h 822973"/>
              <a:gd name="connsiteX306" fmla="*/ 467025 w 822962"/>
              <a:gd name="connsiteY306" fmla="*/ 249511 h 822973"/>
              <a:gd name="connsiteX307" fmla="*/ 450758 w 822962"/>
              <a:gd name="connsiteY307" fmla="*/ 210256 h 822973"/>
              <a:gd name="connsiteX308" fmla="*/ 443066 w 822962"/>
              <a:gd name="connsiteY308" fmla="*/ 499862 h 822973"/>
              <a:gd name="connsiteX309" fmla="*/ 443040 w 822962"/>
              <a:gd name="connsiteY309" fmla="*/ 502469 h 822973"/>
              <a:gd name="connsiteX310" fmla="*/ 443075 w 822962"/>
              <a:gd name="connsiteY310" fmla="*/ 505104 h 822973"/>
              <a:gd name="connsiteX311" fmla="*/ 436518 w 822962"/>
              <a:gd name="connsiteY311" fmla="*/ 508890 h 822973"/>
              <a:gd name="connsiteX312" fmla="*/ 436536 w 822962"/>
              <a:gd name="connsiteY312" fmla="*/ 508907 h 822973"/>
              <a:gd name="connsiteX313" fmla="*/ 421969 w 822962"/>
              <a:gd name="connsiteY313" fmla="*/ 527853 h 822973"/>
              <a:gd name="connsiteX314" fmla="*/ 425106 w 822962"/>
              <a:gd name="connsiteY314" fmla="*/ 551525 h 822973"/>
              <a:gd name="connsiteX315" fmla="*/ 448505 w 822962"/>
              <a:gd name="connsiteY315" fmla="*/ 592052 h 822973"/>
              <a:gd name="connsiteX316" fmla="*/ 449493 w 822962"/>
              <a:gd name="connsiteY316" fmla="*/ 593835 h 822973"/>
              <a:gd name="connsiteX317" fmla="*/ 449493 w 822962"/>
              <a:gd name="connsiteY317" fmla="*/ 593816 h 822973"/>
              <a:gd name="connsiteX318" fmla="*/ 468064 w 822962"/>
              <a:gd name="connsiteY318" fmla="*/ 607670 h 822973"/>
              <a:gd name="connsiteX319" fmla="*/ 490394 w 822962"/>
              <a:gd name="connsiteY319" fmla="*/ 605265 h 822973"/>
              <a:gd name="connsiteX320" fmla="*/ 492486 w 822962"/>
              <a:gd name="connsiteY320" fmla="*/ 604131 h 822973"/>
              <a:gd name="connsiteX321" fmla="*/ 498329 w 822962"/>
              <a:gd name="connsiteY321" fmla="*/ 600747 h 822973"/>
              <a:gd name="connsiteX322" fmla="*/ 499857 w 822962"/>
              <a:gd name="connsiteY322" fmla="*/ 601660 h 822973"/>
              <a:gd name="connsiteX323" fmla="*/ 500541 w 822962"/>
              <a:gd name="connsiteY323" fmla="*/ 602089 h 822973"/>
              <a:gd name="connsiteX324" fmla="*/ 502818 w 822962"/>
              <a:gd name="connsiteY324" fmla="*/ 603369 h 822973"/>
              <a:gd name="connsiteX325" fmla="*/ 502818 w 822962"/>
              <a:gd name="connsiteY325" fmla="*/ 610942 h 822973"/>
              <a:gd name="connsiteX326" fmla="*/ 511989 w 822962"/>
              <a:gd name="connsiteY326" fmla="*/ 633042 h 822973"/>
              <a:gd name="connsiteX327" fmla="*/ 534089 w 822962"/>
              <a:gd name="connsiteY327" fmla="*/ 642213 h 822973"/>
              <a:gd name="connsiteX328" fmla="*/ 582060 w 822962"/>
              <a:gd name="connsiteY328" fmla="*/ 642213 h 822973"/>
              <a:gd name="connsiteX329" fmla="*/ 604161 w 822962"/>
              <a:gd name="connsiteY329" fmla="*/ 633042 h 822973"/>
              <a:gd name="connsiteX330" fmla="*/ 613331 w 822962"/>
              <a:gd name="connsiteY330" fmla="*/ 610942 h 822973"/>
              <a:gd name="connsiteX331" fmla="*/ 613331 w 822962"/>
              <a:gd name="connsiteY331" fmla="*/ 603369 h 822973"/>
              <a:gd name="connsiteX332" fmla="*/ 615564 w 822962"/>
              <a:gd name="connsiteY332" fmla="*/ 602098 h 822973"/>
              <a:gd name="connsiteX333" fmla="*/ 617842 w 822962"/>
              <a:gd name="connsiteY333" fmla="*/ 600761 h 822973"/>
              <a:gd name="connsiteX334" fmla="*/ 624369 w 822962"/>
              <a:gd name="connsiteY334" fmla="*/ 604529 h 822973"/>
              <a:gd name="connsiteX335" fmla="*/ 624369 w 822962"/>
              <a:gd name="connsiteY335" fmla="*/ 604512 h 822973"/>
              <a:gd name="connsiteX336" fmla="*/ 624562 w 822962"/>
              <a:gd name="connsiteY336" fmla="*/ 604613 h 822973"/>
              <a:gd name="connsiteX337" fmla="*/ 648098 w 822962"/>
              <a:gd name="connsiteY337" fmla="*/ 607658 h 822973"/>
              <a:gd name="connsiteX338" fmla="*/ 667053 w 822962"/>
              <a:gd name="connsiteY338" fmla="*/ 593121 h 822973"/>
              <a:gd name="connsiteX339" fmla="*/ 667053 w 822962"/>
              <a:gd name="connsiteY339" fmla="*/ 593102 h 822973"/>
              <a:gd name="connsiteX340" fmla="*/ 691020 w 822962"/>
              <a:gd name="connsiteY340" fmla="*/ 551517 h 822973"/>
              <a:gd name="connsiteX341" fmla="*/ 694148 w 822962"/>
              <a:gd name="connsiteY341" fmla="*/ 527845 h 822973"/>
              <a:gd name="connsiteX342" fmla="*/ 680498 w 822962"/>
              <a:gd name="connsiteY342" fmla="*/ 509429 h 822973"/>
              <a:gd name="connsiteX343" fmla="*/ 679629 w 822962"/>
              <a:gd name="connsiteY343" fmla="*/ 508872 h 822973"/>
              <a:gd name="connsiteX344" fmla="*/ 673093 w 822962"/>
              <a:gd name="connsiteY344" fmla="*/ 505086 h 822973"/>
              <a:gd name="connsiteX345" fmla="*/ 673093 w 822962"/>
              <a:gd name="connsiteY345" fmla="*/ 499838 h 822973"/>
              <a:gd name="connsiteX346" fmla="*/ 679629 w 822962"/>
              <a:gd name="connsiteY346" fmla="*/ 496053 h 822973"/>
              <a:gd name="connsiteX347" fmla="*/ 694157 w 822962"/>
              <a:gd name="connsiteY347" fmla="*/ 477080 h 822973"/>
              <a:gd name="connsiteX348" fmla="*/ 691029 w 822962"/>
              <a:gd name="connsiteY348" fmla="*/ 453416 h 822973"/>
              <a:gd name="connsiteX349" fmla="*/ 667419 w 822962"/>
              <a:gd name="connsiteY349" fmla="*/ 412542 h 822973"/>
              <a:gd name="connsiteX350" fmla="*/ 667053 w 822962"/>
              <a:gd name="connsiteY350" fmla="*/ 411827 h 822973"/>
              <a:gd name="connsiteX351" fmla="*/ 648098 w 822962"/>
              <a:gd name="connsiteY351" fmla="*/ 397290 h 822973"/>
              <a:gd name="connsiteX352" fmla="*/ 625304 w 822962"/>
              <a:gd name="connsiteY352" fmla="*/ 399924 h 822973"/>
              <a:gd name="connsiteX353" fmla="*/ 624372 w 822962"/>
              <a:gd name="connsiteY353" fmla="*/ 400419 h 822973"/>
              <a:gd name="connsiteX354" fmla="*/ 617853 w 822962"/>
              <a:gd name="connsiteY354" fmla="*/ 404177 h 822973"/>
              <a:gd name="connsiteX355" fmla="*/ 615612 w 822962"/>
              <a:gd name="connsiteY355" fmla="*/ 402853 h 822973"/>
              <a:gd name="connsiteX356" fmla="*/ 615594 w 822962"/>
              <a:gd name="connsiteY356" fmla="*/ 402880 h 822973"/>
              <a:gd name="connsiteX357" fmla="*/ 615559 w 822962"/>
              <a:gd name="connsiteY357" fmla="*/ 402853 h 822973"/>
              <a:gd name="connsiteX358" fmla="*/ 613338 w 822962"/>
              <a:gd name="connsiteY358" fmla="*/ 401600 h 822973"/>
              <a:gd name="connsiteX359" fmla="*/ 613338 w 822962"/>
              <a:gd name="connsiteY359" fmla="*/ 394009 h 822973"/>
              <a:gd name="connsiteX360" fmla="*/ 604167 w 822962"/>
              <a:gd name="connsiteY360" fmla="*/ 371899 h 822973"/>
              <a:gd name="connsiteX361" fmla="*/ 582066 w 822962"/>
              <a:gd name="connsiteY361" fmla="*/ 362738 h 822973"/>
              <a:gd name="connsiteX362" fmla="*/ 534096 w 822962"/>
              <a:gd name="connsiteY362" fmla="*/ 362738 h 822973"/>
              <a:gd name="connsiteX363" fmla="*/ 511995 w 822962"/>
              <a:gd name="connsiteY363" fmla="*/ 371899 h 822973"/>
              <a:gd name="connsiteX364" fmla="*/ 502825 w 822962"/>
              <a:gd name="connsiteY364" fmla="*/ 394009 h 822973"/>
              <a:gd name="connsiteX365" fmla="*/ 502825 w 822962"/>
              <a:gd name="connsiteY365" fmla="*/ 401573 h 822973"/>
              <a:gd name="connsiteX366" fmla="*/ 500583 w 822962"/>
              <a:gd name="connsiteY366" fmla="*/ 402836 h 822973"/>
              <a:gd name="connsiteX367" fmla="*/ 498315 w 822962"/>
              <a:gd name="connsiteY367" fmla="*/ 404181 h 822973"/>
              <a:gd name="connsiteX368" fmla="*/ 491787 w 822962"/>
              <a:gd name="connsiteY368" fmla="*/ 400412 h 822973"/>
              <a:gd name="connsiteX369" fmla="*/ 491787 w 822962"/>
              <a:gd name="connsiteY369" fmla="*/ 400439 h 822973"/>
              <a:gd name="connsiteX370" fmla="*/ 491606 w 822962"/>
              <a:gd name="connsiteY370" fmla="*/ 400338 h 822973"/>
              <a:gd name="connsiteX371" fmla="*/ 468079 w 822962"/>
              <a:gd name="connsiteY371" fmla="*/ 397284 h 822973"/>
              <a:gd name="connsiteX372" fmla="*/ 449107 w 822962"/>
              <a:gd name="connsiteY372" fmla="*/ 411821 h 822973"/>
              <a:gd name="connsiteX373" fmla="*/ 449124 w 822962"/>
              <a:gd name="connsiteY373" fmla="*/ 411821 h 822973"/>
              <a:gd name="connsiteX374" fmla="*/ 425112 w 822962"/>
              <a:gd name="connsiteY374" fmla="*/ 453419 h 822973"/>
              <a:gd name="connsiteX375" fmla="*/ 421975 w 822962"/>
              <a:gd name="connsiteY375" fmla="*/ 477083 h 822973"/>
              <a:gd name="connsiteX376" fmla="*/ 436524 w 822962"/>
              <a:gd name="connsiteY376" fmla="*/ 496055 h 822973"/>
              <a:gd name="connsiteX377" fmla="*/ 443082 w 822962"/>
              <a:gd name="connsiteY377" fmla="*/ 499841 h 822973"/>
              <a:gd name="connsiteX378" fmla="*/ 449368 w 822962"/>
              <a:gd name="connsiteY378" fmla="*/ 473874 h 822973"/>
              <a:gd name="connsiteX379" fmla="*/ 462735 w 822962"/>
              <a:gd name="connsiteY379" fmla="*/ 481592 h 822973"/>
              <a:gd name="connsiteX380" fmla="*/ 469073 w 822962"/>
              <a:gd name="connsiteY380" fmla="*/ 493900 h 822973"/>
              <a:gd name="connsiteX381" fmla="*/ 468662 w 822962"/>
              <a:gd name="connsiteY381" fmla="*/ 502466 h 822973"/>
              <a:gd name="connsiteX382" fmla="*/ 469037 w 822962"/>
              <a:gd name="connsiteY382" fmla="*/ 510431 h 822973"/>
              <a:gd name="connsiteX383" fmla="*/ 462765 w 822962"/>
              <a:gd name="connsiteY383" fmla="*/ 523362 h 822973"/>
              <a:gd name="connsiteX384" fmla="*/ 449380 w 822962"/>
              <a:gd name="connsiteY384" fmla="*/ 531089 h 822973"/>
              <a:gd name="connsiteX385" fmla="*/ 449380 w 822962"/>
              <a:gd name="connsiteY385" fmla="*/ 531072 h 822973"/>
              <a:gd name="connsiteX386" fmla="*/ 449335 w 822962"/>
              <a:gd name="connsiteY386" fmla="*/ 531089 h 822973"/>
              <a:gd name="connsiteX387" fmla="*/ 446793 w 822962"/>
              <a:gd name="connsiteY387" fmla="*/ 534492 h 822973"/>
              <a:gd name="connsiteX388" fmla="*/ 447314 w 822962"/>
              <a:gd name="connsiteY388" fmla="*/ 538772 h 822973"/>
              <a:gd name="connsiteX389" fmla="*/ 470686 w 822962"/>
              <a:gd name="connsiteY389" fmla="*/ 579262 h 822973"/>
              <a:gd name="connsiteX390" fmla="*/ 470897 w 822962"/>
              <a:gd name="connsiteY390" fmla="*/ 579563 h 822973"/>
              <a:gd name="connsiteX391" fmla="*/ 470871 w 822962"/>
              <a:gd name="connsiteY391" fmla="*/ 579581 h 822973"/>
              <a:gd name="connsiteX392" fmla="*/ 470888 w 822962"/>
              <a:gd name="connsiteY392" fmla="*/ 579607 h 822973"/>
              <a:gd name="connsiteX393" fmla="*/ 471299 w 822962"/>
              <a:gd name="connsiteY393" fmla="*/ 580265 h 822973"/>
              <a:gd name="connsiteX394" fmla="*/ 474701 w 822962"/>
              <a:gd name="connsiteY394" fmla="*/ 582852 h 822973"/>
              <a:gd name="connsiteX395" fmla="*/ 478589 w 822962"/>
              <a:gd name="connsiteY395" fmla="*/ 582543 h 822973"/>
              <a:gd name="connsiteX396" fmla="*/ 478928 w 822962"/>
              <a:gd name="connsiteY396" fmla="*/ 582340 h 822973"/>
              <a:gd name="connsiteX397" fmla="*/ 492305 w 822962"/>
              <a:gd name="connsiteY397" fmla="*/ 574613 h 822973"/>
              <a:gd name="connsiteX398" fmla="*/ 506167 w 822962"/>
              <a:gd name="connsiteY398" fmla="*/ 575262 h 822973"/>
              <a:gd name="connsiteX399" fmla="*/ 512733 w 822962"/>
              <a:gd name="connsiteY399" fmla="*/ 579542 h 822973"/>
              <a:gd name="connsiteX400" fmla="*/ 513400 w 822962"/>
              <a:gd name="connsiteY400" fmla="*/ 579899 h 822973"/>
              <a:gd name="connsiteX401" fmla="*/ 520046 w 822962"/>
              <a:gd name="connsiteY401" fmla="*/ 583393 h 822973"/>
              <a:gd name="connsiteX402" fmla="*/ 528533 w 822962"/>
              <a:gd name="connsiteY402" fmla="*/ 595490 h 822973"/>
              <a:gd name="connsiteX403" fmla="*/ 528533 w 822962"/>
              <a:gd name="connsiteY403" fmla="*/ 610944 h 822973"/>
              <a:gd name="connsiteX404" fmla="*/ 530170 w 822962"/>
              <a:gd name="connsiteY404" fmla="*/ 614867 h 822973"/>
              <a:gd name="connsiteX405" fmla="*/ 534084 w 822962"/>
              <a:gd name="connsiteY405" fmla="*/ 616504 h 822973"/>
              <a:gd name="connsiteX406" fmla="*/ 582054 w 822962"/>
              <a:gd name="connsiteY406" fmla="*/ 616504 h 822973"/>
              <a:gd name="connsiteX407" fmla="*/ 585977 w 822962"/>
              <a:gd name="connsiteY407" fmla="*/ 614867 h 822973"/>
              <a:gd name="connsiteX408" fmla="*/ 587615 w 822962"/>
              <a:gd name="connsiteY408" fmla="*/ 610944 h 822973"/>
              <a:gd name="connsiteX409" fmla="*/ 587615 w 822962"/>
              <a:gd name="connsiteY409" fmla="*/ 595635 h 822973"/>
              <a:gd name="connsiteX410" fmla="*/ 595157 w 822962"/>
              <a:gd name="connsiteY410" fmla="*/ 583785 h 822973"/>
              <a:gd name="connsiteX411" fmla="*/ 602819 w 822962"/>
              <a:gd name="connsiteY411" fmla="*/ 579898 h 822973"/>
              <a:gd name="connsiteX412" fmla="*/ 609641 w 822962"/>
              <a:gd name="connsiteY412" fmla="*/ 575520 h 822973"/>
              <a:gd name="connsiteX413" fmla="*/ 623860 w 822962"/>
              <a:gd name="connsiteY413" fmla="*/ 574615 h 822973"/>
              <a:gd name="connsiteX414" fmla="*/ 637228 w 822962"/>
              <a:gd name="connsiteY414" fmla="*/ 582333 h 822973"/>
              <a:gd name="connsiteX415" fmla="*/ 637228 w 822962"/>
              <a:gd name="connsiteY415" fmla="*/ 582351 h 822973"/>
              <a:gd name="connsiteX416" fmla="*/ 641478 w 822962"/>
              <a:gd name="connsiteY416" fmla="*/ 582845 h 822973"/>
              <a:gd name="connsiteX417" fmla="*/ 644824 w 822962"/>
              <a:gd name="connsiteY417" fmla="*/ 580259 h 822973"/>
              <a:gd name="connsiteX418" fmla="*/ 644899 w 822962"/>
              <a:gd name="connsiteY418" fmla="*/ 580276 h 822973"/>
              <a:gd name="connsiteX419" fmla="*/ 668866 w 822962"/>
              <a:gd name="connsiteY419" fmla="*/ 538763 h 822973"/>
              <a:gd name="connsiteX420" fmla="*/ 669378 w 822962"/>
              <a:gd name="connsiteY420" fmla="*/ 534483 h 822973"/>
              <a:gd name="connsiteX421" fmla="*/ 667202 w 822962"/>
              <a:gd name="connsiteY421" fmla="*/ 531310 h 822973"/>
              <a:gd name="connsiteX422" fmla="*/ 666764 w 822962"/>
              <a:gd name="connsiteY422" fmla="*/ 531080 h 822973"/>
              <a:gd name="connsiteX423" fmla="*/ 653396 w 822962"/>
              <a:gd name="connsiteY423" fmla="*/ 523362 h 822973"/>
              <a:gd name="connsiteX424" fmla="*/ 647077 w 822962"/>
              <a:gd name="connsiteY424" fmla="*/ 511054 h 822973"/>
              <a:gd name="connsiteX425" fmla="*/ 647515 w 822962"/>
              <a:gd name="connsiteY425" fmla="*/ 502488 h 822973"/>
              <a:gd name="connsiteX426" fmla="*/ 647077 w 822962"/>
              <a:gd name="connsiteY426" fmla="*/ 494513 h 822973"/>
              <a:gd name="connsiteX427" fmla="*/ 653396 w 822962"/>
              <a:gd name="connsiteY427" fmla="*/ 481592 h 822973"/>
              <a:gd name="connsiteX428" fmla="*/ 666764 w 822962"/>
              <a:gd name="connsiteY428" fmla="*/ 473865 h 822973"/>
              <a:gd name="connsiteX429" fmla="*/ 669380 w 822962"/>
              <a:gd name="connsiteY429" fmla="*/ 470462 h 822973"/>
              <a:gd name="connsiteX430" fmla="*/ 668869 w 822962"/>
              <a:gd name="connsiteY430" fmla="*/ 466182 h 822973"/>
              <a:gd name="connsiteX431" fmla="*/ 645259 w 822962"/>
              <a:gd name="connsiteY431" fmla="*/ 425335 h 822973"/>
              <a:gd name="connsiteX432" fmla="*/ 644830 w 822962"/>
              <a:gd name="connsiteY432" fmla="*/ 424686 h 822973"/>
              <a:gd name="connsiteX433" fmla="*/ 641484 w 822962"/>
              <a:gd name="connsiteY433" fmla="*/ 422091 h 822973"/>
              <a:gd name="connsiteX434" fmla="*/ 637561 w 822962"/>
              <a:gd name="connsiteY434" fmla="*/ 422412 h 822973"/>
              <a:gd name="connsiteX435" fmla="*/ 637222 w 822962"/>
              <a:gd name="connsiteY435" fmla="*/ 422615 h 822973"/>
              <a:gd name="connsiteX436" fmla="*/ 623837 w 822962"/>
              <a:gd name="connsiteY436" fmla="*/ 430342 h 822973"/>
              <a:gd name="connsiteX437" fmla="*/ 609975 w 822962"/>
              <a:gd name="connsiteY437" fmla="*/ 429684 h 822973"/>
              <a:gd name="connsiteX438" fmla="*/ 602743 w 822962"/>
              <a:gd name="connsiteY438" fmla="*/ 425038 h 822973"/>
              <a:gd name="connsiteX439" fmla="*/ 602760 w 822962"/>
              <a:gd name="connsiteY439" fmla="*/ 425011 h 822973"/>
              <a:gd name="connsiteX440" fmla="*/ 596105 w 822962"/>
              <a:gd name="connsiteY440" fmla="*/ 421537 h 822973"/>
              <a:gd name="connsiteX441" fmla="*/ 587610 w 822962"/>
              <a:gd name="connsiteY441" fmla="*/ 409441 h 822973"/>
              <a:gd name="connsiteX442" fmla="*/ 587610 w 822962"/>
              <a:gd name="connsiteY442" fmla="*/ 393986 h 822973"/>
              <a:gd name="connsiteX443" fmla="*/ 585972 w 822962"/>
              <a:gd name="connsiteY443" fmla="*/ 390064 h 822973"/>
              <a:gd name="connsiteX444" fmla="*/ 582050 w 822962"/>
              <a:gd name="connsiteY444" fmla="*/ 388435 h 822973"/>
              <a:gd name="connsiteX445" fmla="*/ 534079 w 822962"/>
              <a:gd name="connsiteY445" fmla="*/ 388435 h 822973"/>
              <a:gd name="connsiteX446" fmla="*/ 530165 w 822962"/>
              <a:gd name="connsiteY446" fmla="*/ 390064 h 822973"/>
              <a:gd name="connsiteX447" fmla="*/ 528528 w 822962"/>
              <a:gd name="connsiteY447" fmla="*/ 393986 h 822973"/>
              <a:gd name="connsiteX448" fmla="*/ 528528 w 822962"/>
              <a:gd name="connsiteY448" fmla="*/ 409295 h 822973"/>
              <a:gd name="connsiteX449" fmla="*/ 520994 w 822962"/>
              <a:gd name="connsiteY449" fmla="*/ 421145 h 822973"/>
              <a:gd name="connsiteX450" fmla="*/ 513332 w 822962"/>
              <a:gd name="connsiteY450" fmla="*/ 425023 h 822973"/>
              <a:gd name="connsiteX451" fmla="*/ 506501 w 822962"/>
              <a:gd name="connsiteY451" fmla="*/ 429402 h 822973"/>
              <a:gd name="connsiteX452" fmla="*/ 492282 w 822962"/>
              <a:gd name="connsiteY452" fmla="*/ 430306 h 822973"/>
              <a:gd name="connsiteX453" fmla="*/ 478914 w 822962"/>
              <a:gd name="connsiteY453" fmla="*/ 422588 h 822973"/>
              <a:gd name="connsiteX454" fmla="*/ 478914 w 822962"/>
              <a:gd name="connsiteY454" fmla="*/ 422561 h 822973"/>
              <a:gd name="connsiteX455" fmla="*/ 474691 w 822962"/>
              <a:gd name="connsiteY455" fmla="*/ 422059 h 822973"/>
              <a:gd name="connsiteX456" fmla="*/ 471288 w 822962"/>
              <a:gd name="connsiteY456" fmla="*/ 424654 h 822973"/>
              <a:gd name="connsiteX457" fmla="*/ 471271 w 822962"/>
              <a:gd name="connsiteY457" fmla="*/ 424654 h 822973"/>
              <a:gd name="connsiteX458" fmla="*/ 447304 w 822962"/>
              <a:gd name="connsiteY458" fmla="*/ 466150 h 822973"/>
              <a:gd name="connsiteX459" fmla="*/ 446782 w 822962"/>
              <a:gd name="connsiteY459" fmla="*/ 470430 h 822973"/>
              <a:gd name="connsiteX460" fmla="*/ 449369 w 822962"/>
              <a:gd name="connsiteY460" fmla="*/ 473833 h 822973"/>
              <a:gd name="connsiteX461" fmla="*/ 149910 w 822962"/>
              <a:gd name="connsiteY461" fmla="*/ 499862 h 822973"/>
              <a:gd name="connsiteX462" fmla="*/ 149882 w 822962"/>
              <a:gd name="connsiteY462" fmla="*/ 502469 h 822973"/>
              <a:gd name="connsiteX463" fmla="*/ 149910 w 822962"/>
              <a:gd name="connsiteY463" fmla="*/ 505104 h 822973"/>
              <a:gd name="connsiteX464" fmla="*/ 143352 w 822962"/>
              <a:gd name="connsiteY464" fmla="*/ 508890 h 822973"/>
              <a:gd name="connsiteX465" fmla="*/ 128814 w 822962"/>
              <a:gd name="connsiteY465" fmla="*/ 527862 h 822973"/>
              <a:gd name="connsiteX466" fmla="*/ 131943 w 822962"/>
              <a:gd name="connsiteY466" fmla="*/ 551535 h 822973"/>
              <a:gd name="connsiteX467" fmla="*/ 155544 w 822962"/>
              <a:gd name="connsiteY467" fmla="*/ 592409 h 822973"/>
              <a:gd name="connsiteX468" fmla="*/ 155928 w 822962"/>
              <a:gd name="connsiteY468" fmla="*/ 593132 h 822973"/>
              <a:gd name="connsiteX469" fmla="*/ 174900 w 822962"/>
              <a:gd name="connsiteY469" fmla="*/ 607670 h 822973"/>
              <a:gd name="connsiteX470" fmla="*/ 197685 w 822962"/>
              <a:gd name="connsiteY470" fmla="*/ 605026 h 822973"/>
              <a:gd name="connsiteX471" fmla="*/ 198626 w 822962"/>
              <a:gd name="connsiteY471" fmla="*/ 604541 h 822973"/>
              <a:gd name="connsiteX472" fmla="*/ 205163 w 822962"/>
              <a:gd name="connsiteY472" fmla="*/ 600755 h 822973"/>
              <a:gd name="connsiteX473" fmla="*/ 206690 w 822962"/>
              <a:gd name="connsiteY473" fmla="*/ 601669 h 822973"/>
              <a:gd name="connsiteX474" fmla="*/ 207383 w 822962"/>
              <a:gd name="connsiteY474" fmla="*/ 602097 h 822973"/>
              <a:gd name="connsiteX475" fmla="*/ 209696 w 822962"/>
              <a:gd name="connsiteY475" fmla="*/ 603404 h 822973"/>
              <a:gd name="connsiteX476" fmla="*/ 209696 w 822962"/>
              <a:gd name="connsiteY476" fmla="*/ 610947 h 822973"/>
              <a:gd name="connsiteX477" fmla="*/ 209652 w 822962"/>
              <a:gd name="connsiteY477" fmla="*/ 610947 h 822973"/>
              <a:gd name="connsiteX478" fmla="*/ 218823 w 822962"/>
              <a:gd name="connsiteY478" fmla="*/ 633047 h 822973"/>
              <a:gd name="connsiteX479" fmla="*/ 240933 w 822962"/>
              <a:gd name="connsiteY479" fmla="*/ 642219 h 822973"/>
              <a:gd name="connsiteX480" fmla="*/ 288903 w 822962"/>
              <a:gd name="connsiteY480" fmla="*/ 642219 h 822973"/>
              <a:gd name="connsiteX481" fmla="*/ 311004 w 822962"/>
              <a:gd name="connsiteY481" fmla="*/ 633047 h 822973"/>
              <a:gd name="connsiteX482" fmla="*/ 320165 w 822962"/>
              <a:gd name="connsiteY482" fmla="*/ 610947 h 822973"/>
              <a:gd name="connsiteX483" fmla="*/ 320121 w 822962"/>
              <a:gd name="connsiteY483" fmla="*/ 610947 h 822973"/>
              <a:gd name="connsiteX484" fmla="*/ 320121 w 822962"/>
              <a:gd name="connsiteY484" fmla="*/ 603404 h 822973"/>
              <a:gd name="connsiteX485" fmla="*/ 322407 w 822962"/>
              <a:gd name="connsiteY485" fmla="*/ 602106 h 822973"/>
              <a:gd name="connsiteX486" fmla="*/ 324675 w 822962"/>
              <a:gd name="connsiteY486" fmla="*/ 600770 h 822973"/>
              <a:gd name="connsiteX487" fmla="*/ 331202 w 822962"/>
              <a:gd name="connsiteY487" fmla="*/ 604538 h 822973"/>
              <a:gd name="connsiteX488" fmla="*/ 331202 w 822962"/>
              <a:gd name="connsiteY488" fmla="*/ 604520 h 822973"/>
              <a:gd name="connsiteX489" fmla="*/ 331256 w 822962"/>
              <a:gd name="connsiteY489" fmla="*/ 604538 h 822973"/>
              <a:gd name="connsiteX490" fmla="*/ 354920 w 822962"/>
              <a:gd name="connsiteY490" fmla="*/ 607667 h 822973"/>
              <a:gd name="connsiteX491" fmla="*/ 373318 w 822962"/>
              <a:gd name="connsiteY491" fmla="*/ 594079 h 822973"/>
              <a:gd name="connsiteX492" fmla="*/ 373491 w 822962"/>
              <a:gd name="connsiteY492" fmla="*/ 593822 h 822973"/>
              <a:gd name="connsiteX493" fmla="*/ 373473 w 822962"/>
              <a:gd name="connsiteY493" fmla="*/ 593822 h 822973"/>
              <a:gd name="connsiteX494" fmla="*/ 373883 w 822962"/>
              <a:gd name="connsiteY494" fmla="*/ 593129 h 822973"/>
              <a:gd name="connsiteX495" fmla="*/ 373866 w 822962"/>
              <a:gd name="connsiteY495" fmla="*/ 593111 h 822973"/>
              <a:gd name="connsiteX496" fmla="*/ 397869 w 822962"/>
              <a:gd name="connsiteY496" fmla="*/ 551525 h 822973"/>
              <a:gd name="connsiteX497" fmla="*/ 400998 w 822962"/>
              <a:gd name="connsiteY497" fmla="*/ 527853 h 822973"/>
              <a:gd name="connsiteX498" fmla="*/ 387335 w 822962"/>
              <a:gd name="connsiteY498" fmla="*/ 509437 h 822973"/>
              <a:gd name="connsiteX499" fmla="*/ 386456 w 822962"/>
              <a:gd name="connsiteY499" fmla="*/ 508881 h 822973"/>
              <a:gd name="connsiteX500" fmla="*/ 379899 w 822962"/>
              <a:gd name="connsiteY500" fmla="*/ 505094 h 822973"/>
              <a:gd name="connsiteX501" fmla="*/ 379917 w 822962"/>
              <a:gd name="connsiteY501" fmla="*/ 502478 h 822973"/>
              <a:gd name="connsiteX502" fmla="*/ 379890 w 822962"/>
              <a:gd name="connsiteY502" fmla="*/ 499853 h 822973"/>
              <a:gd name="connsiteX503" fmla="*/ 386448 w 822962"/>
              <a:gd name="connsiteY503" fmla="*/ 496066 h 822973"/>
              <a:gd name="connsiteX504" fmla="*/ 386430 w 822962"/>
              <a:gd name="connsiteY504" fmla="*/ 496049 h 822973"/>
              <a:gd name="connsiteX505" fmla="*/ 400988 w 822962"/>
              <a:gd name="connsiteY505" fmla="*/ 477094 h 822973"/>
              <a:gd name="connsiteX506" fmla="*/ 397860 w 822962"/>
              <a:gd name="connsiteY506" fmla="*/ 453430 h 822973"/>
              <a:gd name="connsiteX507" fmla="*/ 374077 w 822962"/>
              <a:gd name="connsiteY507" fmla="*/ 412217 h 822973"/>
              <a:gd name="connsiteX508" fmla="*/ 373592 w 822962"/>
              <a:gd name="connsiteY508" fmla="*/ 411404 h 822973"/>
              <a:gd name="connsiteX509" fmla="*/ 354910 w 822962"/>
              <a:gd name="connsiteY509" fmla="*/ 397287 h 822973"/>
              <a:gd name="connsiteX510" fmla="*/ 332116 w 822962"/>
              <a:gd name="connsiteY510" fmla="*/ 399929 h 822973"/>
              <a:gd name="connsiteX511" fmla="*/ 331193 w 822962"/>
              <a:gd name="connsiteY511" fmla="*/ 400415 h 822973"/>
              <a:gd name="connsiteX512" fmla="*/ 324657 w 822962"/>
              <a:gd name="connsiteY512" fmla="*/ 404192 h 822973"/>
              <a:gd name="connsiteX513" fmla="*/ 323130 w 822962"/>
              <a:gd name="connsiteY513" fmla="*/ 403287 h 822973"/>
              <a:gd name="connsiteX514" fmla="*/ 322436 w 822962"/>
              <a:gd name="connsiteY514" fmla="*/ 402849 h 822973"/>
              <a:gd name="connsiteX515" fmla="*/ 320114 w 822962"/>
              <a:gd name="connsiteY515" fmla="*/ 401552 h 822973"/>
              <a:gd name="connsiteX516" fmla="*/ 320114 w 822962"/>
              <a:gd name="connsiteY516" fmla="*/ 394018 h 822973"/>
              <a:gd name="connsiteX517" fmla="*/ 320159 w 822962"/>
              <a:gd name="connsiteY517" fmla="*/ 394018 h 822973"/>
              <a:gd name="connsiteX518" fmla="*/ 310998 w 822962"/>
              <a:gd name="connsiteY518" fmla="*/ 371908 h 822973"/>
              <a:gd name="connsiteX519" fmla="*/ 288896 w 822962"/>
              <a:gd name="connsiteY519" fmla="*/ 362747 h 822973"/>
              <a:gd name="connsiteX520" fmla="*/ 240927 w 822962"/>
              <a:gd name="connsiteY520" fmla="*/ 362747 h 822973"/>
              <a:gd name="connsiteX521" fmla="*/ 218816 w 822962"/>
              <a:gd name="connsiteY521" fmla="*/ 371908 h 822973"/>
              <a:gd name="connsiteX522" fmla="*/ 209645 w 822962"/>
              <a:gd name="connsiteY522" fmla="*/ 394018 h 822973"/>
              <a:gd name="connsiteX523" fmla="*/ 209645 w 822962"/>
              <a:gd name="connsiteY523" fmla="*/ 401581 h 822973"/>
              <a:gd name="connsiteX524" fmla="*/ 207404 w 822962"/>
              <a:gd name="connsiteY524" fmla="*/ 402844 h 822973"/>
              <a:gd name="connsiteX525" fmla="*/ 205135 w 822962"/>
              <a:gd name="connsiteY525" fmla="*/ 404189 h 822973"/>
              <a:gd name="connsiteX526" fmla="*/ 198608 w 822962"/>
              <a:gd name="connsiteY526" fmla="*/ 400421 h 822973"/>
              <a:gd name="connsiteX527" fmla="*/ 198608 w 822962"/>
              <a:gd name="connsiteY527" fmla="*/ 400447 h 822973"/>
              <a:gd name="connsiteX528" fmla="*/ 198555 w 822962"/>
              <a:gd name="connsiteY528" fmla="*/ 400421 h 822973"/>
              <a:gd name="connsiteX529" fmla="*/ 174891 w 822962"/>
              <a:gd name="connsiteY529" fmla="*/ 397292 h 822973"/>
              <a:gd name="connsiteX530" fmla="*/ 156502 w 822962"/>
              <a:gd name="connsiteY530" fmla="*/ 410871 h 822973"/>
              <a:gd name="connsiteX531" fmla="*/ 156319 w 822962"/>
              <a:gd name="connsiteY531" fmla="*/ 411127 h 822973"/>
              <a:gd name="connsiteX532" fmla="*/ 156319 w 822962"/>
              <a:gd name="connsiteY532" fmla="*/ 411145 h 822973"/>
              <a:gd name="connsiteX533" fmla="*/ 155918 w 822962"/>
              <a:gd name="connsiteY533" fmla="*/ 411829 h 822973"/>
              <a:gd name="connsiteX534" fmla="*/ 155945 w 822962"/>
              <a:gd name="connsiteY534" fmla="*/ 411829 h 822973"/>
              <a:gd name="connsiteX535" fmla="*/ 131932 w 822962"/>
              <a:gd name="connsiteY535" fmla="*/ 453427 h 822973"/>
              <a:gd name="connsiteX536" fmla="*/ 128804 w 822962"/>
              <a:gd name="connsiteY536" fmla="*/ 477091 h 822973"/>
              <a:gd name="connsiteX537" fmla="*/ 143342 w 822962"/>
              <a:gd name="connsiteY537" fmla="*/ 496063 h 822973"/>
              <a:gd name="connsiteX538" fmla="*/ 149899 w 822962"/>
              <a:gd name="connsiteY538" fmla="*/ 499850 h 822973"/>
              <a:gd name="connsiteX539" fmla="*/ 156220 w 822962"/>
              <a:gd name="connsiteY539" fmla="*/ 473874 h 822973"/>
              <a:gd name="connsiteX540" fmla="*/ 169578 w 822962"/>
              <a:gd name="connsiteY540" fmla="*/ 481592 h 822973"/>
              <a:gd name="connsiteX541" fmla="*/ 175915 w 822962"/>
              <a:gd name="connsiteY541" fmla="*/ 493900 h 822973"/>
              <a:gd name="connsiteX542" fmla="*/ 175504 w 822962"/>
              <a:gd name="connsiteY542" fmla="*/ 502466 h 822973"/>
              <a:gd name="connsiteX543" fmla="*/ 175879 w 822962"/>
              <a:gd name="connsiteY543" fmla="*/ 510441 h 822973"/>
              <a:gd name="connsiteX544" fmla="*/ 169608 w 822962"/>
              <a:gd name="connsiteY544" fmla="*/ 523362 h 822973"/>
              <a:gd name="connsiteX545" fmla="*/ 156231 w 822962"/>
              <a:gd name="connsiteY545" fmla="*/ 531089 h 822973"/>
              <a:gd name="connsiteX546" fmla="*/ 153636 w 822962"/>
              <a:gd name="connsiteY546" fmla="*/ 534492 h 822973"/>
              <a:gd name="connsiteX547" fmla="*/ 154156 w 822962"/>
              <a:gd name="connsiteY547" fmla="*/ 538772 h 822973"/>
              <a:gd name="connsiteX548" fmla="*/ 177731 w 822962"/>
              <a:gd name="connsiteY548" fmla="*/ 579610 h 822973"/>
              <a:gd name="connsiteX549" fmla="*/ 178142 w 822962"/>
              <a:gd name="connsiteY549" fmla="*/ 580268 h 822973"/>
              <a:gd name="connsiteX550" fmla="*/ 181544 w 822962"/>
              <a:gd name="connsiteY550" fmla="*/ 582855 h 822973"/>
              <a:gd name="connsiteX551" fmla="*/ 185440 w 822962"/>
              <a:gd name="connsiteY551" fmla="*/ 582533 h 822973"/>
              <a:gd name="connsiteX552" fmla="*/ 185771 w 822962"/>
              <a:gd name="connsiteY552" fmla="*/ 582340 h 822973"/>
              <a:gd name="connsiteX553" fmla="*/ 199148 w 822962"/>
              <a:gd name="connsiteY553" fmla="*/ 574613 h 822973"/>
              <a:gd name="connsiteX554" fmla="*/ 213009 w 822962"/>
              <a:gd name="connsiteY554" fmla="*/ 575262 h 822973"/>
              <a:gd name="connsiteX555" fmla="*/ 219575 w 822962"/>
              <a:gd name="connsiteY555" fmla="*/ 579542 h 822973"/>
              <a:gd name="connsiteX556" fmla="*/ 220242 w 822962"/>
              <a:gd name="connsiteY556" fmla="*/ 579899 h 822973"/>
              <a:gd name="connsiteX557" fmla="*/ 227842 w 822962"/>
              <a:gd name="connsiteY557" fmla="*/ 583831 h 822973"/>
              <a:gd name="connsiteX558" fmla="*/ 235331 w 822962"/>
              <a:gd name="connsiteY558" fmla="*/ 595491 h 822973"/>
              <a:gd name="connsiteX559" fmla="*/ 235331 w 822962"/>
              <a:gd name="connsiteY559" fmla="*/ 610945 h 822973"/>
              <a:gd name="connsiteX560" fmla="*/ 235375 w 822962"/>
              <a:gd name="connsiteY560" fmla="*/ 610945 h 822973"/>
              <a:gd name="connsiteX561" fmla="*/ 237021 w 822962"/>
              <a:gd name="connsiteY561" fmla="*/ 614867 h 822973"/>
              <a:gd name="connsiteX562" fmla="*/ 240944 w 822962"/>
              <a:gd name="connsiteY562" fmla="*/ 616505 h 822973"/>
              <a:gd name="connsiteX563" fmla="*/ 288914 w 822962"/>
              <a:gd name="connsiteY563" fmla="*/ 616505 h 822973"/>
              <a:gd name="connsiteX564" fmla="*/ 292829 w 822962"/>
              <a:gd name="connsiteY564" fmla="*/ 614867 h 822973"/>
              <a:gd name="connsiteX565" fmla="*/ 294466 w 822962"/>
              <a:gd name="connsiteY565" fmla="*/ 610945 h 822973"/>
              <a:gd name="connsiteX566" fmla="*/ 294519 w 822962"/>
              <a:gd name="connsiteY566" fmla="*/ 610945 h 822973"/>
              <a:gd name="connsiteX567" fmla="*/ 294519 w 822962"/>
              <a:gd name="connsiteY567" fmla="*/ 596634 h 822973"/>
              <a:gd name="connsiteX568" fmla="*/ 302009 w 822962"/>
              <a:gd name="connsiteY568" fmla="*/ 583787 h 822973"/>
              <a:gd name="connsiteX569" fmla="*/ 309670 w 822962"/>
              <a:gd name="connsiteY569" fmla="*/ 579899 h 822973"/>
              <a:gd name="connsiteX570" fmla="*/ 316493 w 822962"/>
              <a:gd name="connsiteY570" fmla="*/ 575521 h 822973"/>
              <a:gd name="connsiteX571" fmla="*/ 330721 w 822962"/>
              <a:gd name="connsiteY571" fmla="*/ 574616 h 822973"/>
              <a:gd name="connsiteX572" fmla="*/ 343303 w 822962"/>
              <a:gd name="connsiteY572" fmla="*/ 581876 h 822973"/>
              <a:gd name="connsiteX573" fmla="*/ 344618 w 822962"/>
              <a:gd name="connsiteY573" fmla="*/ 582626 h 822973"/>
              <a:gd name="connsiteX574" fmla="*/ 348312 w 822962"/>
              <a:gd name="connsiteY574" fmla="*/ 582855 h 822973"/>
              <a:gd name="connsiteX575" fmla="*/ 351440 w 822962"/>
              <a:gd name="connsiteY575" fmla="*/ 580679 h 822973"/>
              <a:gd name="connsiteX576" fmla="*/ 352107 w 822962"/>
              <a:gd name="connsiteY576" fmla="*/ 579563 h 822973"/>
              <a:gd name="connsiteX577" fmla="*/ 352125 w 822962"/>
              <a:gd name="connsiteY577" fmla="*/ 579581 h 822973"/>
              <a:gd name="connsiteX578" fmla="*/ 375691 w 822962"/>
              <a:gd name="connsiteY578" fmla="*/ 538781 h 822973"/>
              <a:gd name="connsiteX579" fmla="*/ 376212 w 822962"/>
              <a:gd name="connsiteY579" fmla="*/ 534501 h 822973"/>
              <a:gd name="connsiteX580" fmla="*/ 374018 w 822962"/>
              <a:gd name="connsiteY580" fmla="*/ 531328 h 822973"/>
              <a:gd name="connsiteX581" fmla="*/ 373616 w 822962"/>
              <a:gd name="connsiteY581" fmla="*/ 531098 h 822973"/>
              <a:gd name="connsiteX582" fmla="*/ 360257 w 822962"/>
              <a:gd name="connsiteY582" fmla="*/ 523380 h 822973"/>
              <a:gd name="connsiteX583" fmla="*/ 353911 w 822962"/>
              <a:gd name="connsiteY583" fmla="*/ 511072 h 822973"/>
              <a:gd name="connsiteX584" fmla="*/ 354322 w 822962"/>
              <a:gd name="connsiteY584" fmla="*/ 502494 h 822973"/>
              <a:gd name="connsiteX585" fmla="*/ 353956 w 822962"/>
              <a:gd name="connsiteY585" fmla="*/ 494529 h 822973"/>
              <a:gd name="connsiteX586" fmla="*/ 360228 w 822962"/>
              <a:gd name="connsiteY586" fmla="*/ 481607 h 822973"/>
              <a:gd name="connsiteX587" fmla="*/ 373613 w 822962"/>
              <a:gd name="connsiteY587" fmla="*/ 473880 h 822973"/>
              <a:gd name="connsiteX588" fmla="*/ 373631 w 822962"/>
              <a:gd name="connsiteY588" fmla="*/ 473897 h 822973"/>
              <a:gd name="connsiteX589" fmla="*/ 373667 w 822962"/>
              <a:gd name="connsiteY589" fmla="*/ 473880 h 822973"/>
              <a:gd name="connsiteX590" fmla="*/ 376208 w 822962"/>
              <a:gd name="connsiteY590" fmla="*/ 470478 h 822973"/>
              <a:gd name="connsiteX591" fmla="*/ 375688 w 822962"/>
              <a:gd name="connsiteY591" fmla="*/ 466197 h 822973"/>
              <a:gd name="connsiteX592" fmla="*/ 351702 w 822962"/>
              <a:gd name="connsiteY592" fmla="*/ 424648 h 822973"/>
              <a:gd name="connsiteX593" fmla="*/ 348300 w 822962"/>
              <a:gd name="connsiteY593" fmla="*/ 422106 h 822973"/>
              <a:gd name="connsiteX594" fmla="*/ 344412 w 822962"/>
              <a:gd name="connsiteY594" fmla="*/ 422427 h 822973"/>
              <a:gd name="connsiteX595" fmla="*/ 344073 w 822962"/>
              <a:gd name="connsiteY595" fmla="*/ 422630 h 822973"/>
              <a:gd name="connsiteX596" fmla="*/ 330696 w 822962"/>
              <a:gd name="connsiteY596" fmla="*/ 430357 h 822973"/>
              <a:gd name="connsiteX597" fmla="*/ 316835 w 822962"/>
              <a:gd name="connsiteY597" fmla="*/ 429699 h 822973"/>
              <a:gd name="connsiteX598" fmla="*/ 310269 w 822962"/>
              <a:gd name="connsiteY598" fmla="*/ 425419 h 822973"/>
              <a:gd name="connsiteX599" fmla="*/ 309602 w 822962"/>
              <a:gd name="connsiteY599" fmla="*/ 425053 h 822973"/>
              <a:gd name="connsiteX600" fmla="*/ 302002 w 822962"/>
              <a:gd name="connsiteY600" fmla="*/ 421121 h 822973"/>
              <a:gd name="connsiteX601" fmla="*/ 294514 w 822962"/>
              <a:gd name="connsiteY601" fmla="*/ 409470 h 822973"/>
              <a:gd name="connsiteX602" fmla="*/ 294514 w 822962"/>
              <a:gd name="connsiteY602" fmla="*/ 394016 h 822973"/>
              <a:gd name="connsiteX603" fmla="*/ 294460 w 822962"/>
              <a:gd name="connsiteY603" fmla="*/ 394016 h 822973"/>
              <a:gd name="connsiteX604" fmla="*/ 292823 w 822962"/>
              <a:gd name="connsiteY604" fmla="*/ 390093 h 822973"/>
              <a:gd name="connsiteX605" fmla="*/ 288909 w 822962"/>
              <a:gd name="connsiteY605" fmla="*/ 388465 h 822973"/>
              <a:gd name="connsiteX606" fmla="*/ 240939 w 822962"/>
              <a:gd name="connsiteY606" fmla="*/ 388465 h 822973"/>
              <a:gd name="connsiteX607" fmla="*/ 237015 w 822962"/>
              <a:gd name="connsiteY607" fmla="*/ 390093 h 822973"/>
              <a:gd name="connsiteX608" fmla="*/ 235379 w 822962"/>
              <a:gd name="connsiteY608" fmla="*/ 394016 h 822973"/>
              <a:gd name="connsiteX609" fmla="*/ 235379 w 822962"/>
              <a:gd name="connsiteY609" fmla="*/ 409325 h 822973"/>
              <a:gd name="connsiteX610" fmla="*/ 227836 w 822962"/>
              <a:gd name="connsiteY610" fmla="*/ 421175 h 822973"/>
              <a:gd name="connsiteX611" fmla="*/ 220174 w 822962"/>
              <a:gd name="connsiteY611" fmla="*/ 425053 h 822973"/>
              <a:gd name="connsiteX612" fmla="*/ 213351 w 822962"/>
              <a:gd name="connsiteY612" fmla="*/ 429432 h 822973"/>
              <a:gd name="connsiteX613" fmla="*/ 199123 w 822962"/>
              <a:gd name="connsiteY613" fmla="*/ 430337 h 822973"/>
              <a:gd name="connsiteX614" fmla="*/ 186541 w 822962"/>
              <a:gd name="connsiteY614" fmla="*/ 423068 h 822973"/>
              <a:gd name="connsiteX615" fmla="*/ 185226 w 822962"/>
              <a:gd name="connsiteY615" fmla="*/ 422327 h 822973"/>
              <a:gd name="connsiteX616" fmla="*/ 181532 w 822962"/>
              <a:gd name="connsiteY616" fmla="*/ 422089 h 822973"/>
              <a:gd name="connsiteX617" fmla="*/ 178404 w 822962"/>
              <a:gd name="connsiteY617" fmla="*/ 424265 h 822973"/>
              <a:gd name="connsiteX618" fmla="*/ 177737 w 822962"/>
              <a:gd name="connsiteY618" fmla="*/ 425390 h 822973"/>
              <a:gd name="connsiteX619" fmla="*/ 177710 w 822962"/>
              <a:gd name="connsiteY619" fmla="*/ 425372 h 822973"/>
              <a:gd name="connsiteX620" fmla="*/ 154144 w 822962"/>
              <a:gd name="connsiteY620" fmla="*/ 466181 h 822973"/>
              <a:gd name="connsiteX621" fmla="*/ 153624 w 822962"/>
              <a:gd name="connsiteY621" fmla="*/ 470461 h 822973"/>
              <a:gd name="connsiteX622" fmla="*/ 156219 w 822962"/>
              <a:gd name="connsiteY622" fmla="*/ 473863 h 822973"/>
              <a:gd name="connsiteX623" fmla="*/ 302798 w 822962"/>
              <a:gd name="connsiteY623" fmla="*/ 220897 h 822973"/>
              <a:gd name="connsiteX624" fmla="*/ 316166 w 822962"/>
              <a:gd name="connsiteY624" fmla="*/ 228616 h 822973"/>
              <a:gd name="connsiteX625" fmla="*/ 322512 w 822962"/>
              <a:gd name="connsiteY625" fmla="*/ 240924 h 822973"/>
              <a:gd name="connsiteX626" fmla="*/ 322101 w 822962"/>
              <a:gd name="connsiteY626" fmla="*/ 249502 h 822973"/>
              <a:gd name="connsiteX627" fmla="*/ 322467 w 822962"/>
              <a:gd name="connsiteY627" fmla="*/ 257467 h 822973"/>
              <a:gd name="connsiteX628" fmla="*/ 316195 w 822962"/>
              <a:gd name="connsiteY628" fmla="*/ 270389 h 822973"/>
              <a:gd name="connsiteX629" fmla="*/ 302819 w 822962"/>
              <a:gd name="connsiteY629" fmla="*/ 278124 h 822973"/>
              <a:gd name="connsiteX630" fmla="*/ 300232 w 822962"/>
              <a:gd name="connsiteY630" fmla="*/ 281518 h 822973"/>
              <a:gd name="connsiteX631" fmla="*/ 300744 w 822962"/>
              <a:gd name="connsiteY631" fmla="*/ 285807 h 822973"/>
              <a:gd name="connsiteX632" fmla="*/ 324318 w 822962"/>
              <a:gd name="connsiteY632" fmla="*/ 326645 h 822973"/>
              <a:gd name="connsiteX633" fmla="*/ 324729 w 822962"/>
              <a:gd name="connsiteY633" fmla="*/ 327303 h 822973"/>
              <a:gd name="connsiteX634" fmla="*/ 328131 w 822962"/>
              <a:gd name="connsiteY634" fmla="*/ 329890 h 822973"/>
              <a:gd name="connsiteX635" fmla="*/ 332019 w 822962"/>
              <a:gd name="connsiteY635" fmla="*/ 329569 h 822973"/>
              <a:gd name="connsiteX636" fmla="*/ 332358 w 822962"/>
              <a:gd name="connsiteY636" fmla="*/ 329366 h 822973"/>
              <a:gd name="connsiteX637" fmla="*/ 345735 w 822962"/>
              <a:gd name="connsiteY637" fmla="*/ 321638 h 822973"/>
              <a:gd name="connsiteX638" fmla="*/ 359597 w 822962"/>
              <a:gd name="connsiteY638" fmla="*/ 322297 h 822973"/>
              <a:gd name="connsiteX639" fmla="*/ 366830 w 822962"/>
              <a:gd name="connsiteY639" fmla="*/ 326943 h 822973"/>
              <a:gd name="connsiteX640" fmla="*/ 366830 w 822962"/>
              <a:gd name="connsiteY640" fmla="*/ 326961 h 822973"/>
              <a:gd name="connsiteX641" fmla="*/ 373467 w 822962"/>
              <a:gd name="connsiteY641" fmla="*/ 330434 h 822973"/>
              <a:gd name="connsiteX642" fmla="*/ 381962 w 822962"/>
              <a:gd name="connsiteY642" fmla="*/ 342531 h 822973"/>
              <a:gd name="connsiteX643" fmla="*/ 381962 w 822962"/>
              <a:gd name="connsiteY643" fmla="*/ 357977 h 822973"/>
              <a:gd name="connsiteX644" fmla="*/ 383599 w 822962"/>
              <a:gd name="connsiteY644" fmla="*/ 361900 h 822973"/>
              <a:gd name="connsiteX645" fmla="*/ 387513 w 822962"/>
              <a:gd name="connsiteY645" fmla="*/ 363537 h 822973"/>
              <a:gd name="connsiteX646" fmla="*/ 435484 w 822962"/>
              <a:gd name="connsiteY646" fmla="*/ 363537 h 822973"/>
              <a:gd name="connsiteX647" fmla="*/ 439406 w 822962"/>
              <a:gd name="connsiteY647" fmla="*/ 361900 h 822973"/>
              <a:gd name="connsiteX648" fmla="*/ 441044 w 822962"/>
              <a:gd name="connsiteY648" fmla="*/ 357977 h 822973"/>
              <a:gd name="connsiteX649" fmla="*/ 441044 w 822962"/>
              <a:gd name="connsiteY649" fmla="*/ 342680 h 822973"/>
              <a:gd name="connsiteX650" fmla="*/ 448586 w 822962"/>
              <a:gd name="connsiteY650" fmla="*/ 330822 h 822973"/>
              <a:gd name="connsiteX651" fmla="*/ 456248 w 822962"/>
              <a:gd name="connsiteY651" fmla="*/ 326943 h 822973"/>
              <a:gd name="connsiteX652" fmla="*/ 463070 w 822962"/>
              <a:gd name="connsiteY652" fmla="*/ 322565 h 822973"/>
              <a:gd name="connsiteX653" fmla="*/ 477298 w 822962"/>
              <a:gd name="connsiteY653" fmla="*/ 321660 h 822973"/>
              <a:gd name="connsiteX654" fmla="*/ 490666 w 822962"/>
              <a:gd name="connsiteY654" fmla="*/ 329379 h 822973"/>
              <a:gd name="connsiteX655" fmla="*/ 490666 w 822962"/>
              <a:gd name="connsiteY655" fmla="*/ 329405 h 822973"/>
              <a:gd name="connsiteX656" fmla="*/ 494890 w 822962"/>
              <a:gd name="connsiteY656" fmla="*/ 329908 h 822973"/>
              <a:gd name="connsiteX657" fmla="*/ 498292 w 822962"/>
              <a:gd name="connsiteY657" fmla="*/ 327322 h 822973"/>
              <a:gd name="connsiteX658" fmla="*/ 498319 w 822962"/>
              <a:gd name="connsiteY658" fmla="*/ 327322 h 822973"/>
              <a:gd name="connsiteX659" fmla="*/ 522286 w 822962"/>
              <a:gd name="connsiteY659" fmla="*/ 285826 h 822973"/>
              <a:gd name="connsiteX660" fmla="*/ 522798 w 822962"/>
              <a:gd name="connsiteY660" fmla="*/ 281537 h 822973"/>
              <a:gd name="connsiteX661" fmla="*/ 520212 w 822962"/>
              <a:gd name="connsiteY661" fmla="*/ 278143 h 822973"/>
              <a:gd name="connsiteX662" fmla="*/ 506844 w 822962"/>
              <a:gd name="connsiteY662" fmla="*/ 270425 h 822973"/>
              <a:gd name="connsiteX663" fmla="*/ 500506 w 822962"/>
              <a:gd name="connsiteY663" fmla="*/ 258117 h 822973"/>
              <a:gd name="connsiteX664" fmla="*/ 500917 w 822962"/>
              <a:gd name="connsiteY664" fmla="*/ 249551 h 822973"/>
              <a:gd name="connsiteX665" fmla="*/ 500551 w 822962"/>
              <a:gd name="connsiteY665" fmla="*/ 241586 h 822973"/>
              <a:gd name="connsiteX666" fmla="*/ 506823 w 822962"/>
              <a:gd name="connsiteY666" fmla="*/ 228655 h 822973"/>
              <a:gd name="connsiteX667" fmla="*/ 520200 w 822962"/>
              <a:gd name="connsiteY667" fmla="*/ 220928 h 822973"/>
              <a:gd name="connsiteX668" fmla="*/ 522787 w 822962"/>
              <a:gd name="connsiteY668" fmla="*/ 217526 h 822973"/>
              <a:gd name="connsiteX669" fmla="*/ 522275 w 822962"/>
              <a:gd name="connsiteY669" fmla="*/ 213245 h 822973"/>
              <a:gd name="connsiteX670" fmla="*/ 498691 w 822962"/>
              <a:gd name="connsiteY670" fmla="*/ 172407 h 822973"/>
              <a:gd name="connsiteX671" fmla="*/ 498290 w 822962"/>
              <a:gd name="connsiteY671" fmla="*/ 171748 h 822973"/>
              <a:gd name="connsiteX672" fmla="*/ 494888 w 822962"/>
              <a:gd name="connsiteY672" fmla="*/ 169162 h 822973"/>
              <a:gd name="connsiteX673" fmla="*/ 490664 w 822962"/>
              <a:gd name="connsiteY673" fmla="*/ 169683 h 822973"/>
              <a:gd name="connsiteX674" fmla="*/ 477278 w 822962"/>
              <a:gd name="connsiteY674" fmla="*/ 177411 h 822973"/>
              <a:gd name="connsiteX675" fmla="*/ 463417 w 822962"/>
              <a:gd name="connsiteY675" fmla="*/ 176762 h 822973"/>
              <a:gd name="connsiteX676" fmla="*/ 456192 w 822962"/>
              <a:gd name="connsiteY676" fmla="*/ 172115 h 822973"/>
              <a:gd name="connsiteX677" fmla="*/ 456211 w 822962"/>
              <a:gd name="connsiteY677" fmla="*/ 172097 h 822973"/>
              <a:gd name="connsiteX678" fmla="*/ 449555 w 822962"/>
              <a:gd name="connsiteY678" fmla="*/ 168623 h 822973"/>
              <a:gd name="connsiteX679" fmla="*/ 441051 w 822962"/>
              <a:gd name="connsiteY679" fmla="*/ 156527 h 822973"/>
              <a:gd name="connsiteX680" fmla="*/ 441051 w 822962"/>
              <a:gd name="connsiteY680" fmla="*/ 141073 h 822973"/>
              <a:gd name="connsiteX681" fmla="*/ 439414 w 822962"/>
              <a:gd name="connsiteY681" fmla="*/ 137159 h 822973"/>
              <a:gd name="connsiteX682" fmla="*/ 435491 w 822962"/>
              <a:gd name="connsiteY682" fmla="*/ 135512 h 822973"/>
              <a:gd name="connsiteX683" fmla="*/ 387521 w 822962"/>
              <a:gd name="connsiteY683" fmla="*/ 135512 h 822973"/>
              <a:gd name="connsiteX684" fmla="*/ 383607 w 822962"/>
              <a:gd name="connsiteY684" fmla="*/ 137159 h 822973"/>
              <a:gd name="connsiteX685" fmla="*/ 381969 w 822962"/>
              <a:gd name="connsiteY685" fmla="*/ 141073 h 822973"/>
              <a:gd name="connsiteX686" fmla="*/ 381969 w 822962"/>
              <a:gd name="connsiteY686" fmla="*/ 156381 h 822973"/>
              <a:gd name="connsiteX687" fmla="*/ 374436 w 822962"/>
              <a:gd name="connsiteY687" fmla="*/ 168239 h 822973"/>
              <a:gd name="connsiteX688" fmla="*/ 366774 w 822962"/>
              <a:gd name="connsiteY688" fmla="*/ 172118 h 822973"/>
              <a:gd name="connsiteX689" fmla="*/ 359943 w 822962"/>
              <a:gd name="connsiteY689" fmla="*/ 176496 h 822973"/>
              <a:gd name="connsiteX690" fmla="*/ 345724 w 822962"/>
              <a:gd name="connsiteY690" fmla="*/ 177410 h 822973"/>
              <a:gd name="connsiteX691" fmla="*/ 332356 w 822962"/>
              <a:gd name="connsiteY691" fmla="*/ 169692 h 822973"/>
              <a:gd name="connsiteX692" fmla="*/ 332356 w 822962"/>
              <a:gd name="connsiteY692" fmla="*/ 169674 h 822973"/>
              <a:gd name="connsiteX693" fmla="*/ 328132 w 822962"/>
              <a:gd name="connsiteY693" fmla="*/ 169171 h 822973"/>
              <a:gd name="connsiteX694" fmla="*/ 324730 w 822962"/>
              <a:gd name="connsiteY694" fmla="*/ 171704 h 822973"/>
              <a:gd name="connsiteX695" fmla="*/ 300744 w 822962"/>
              <a:gd name="connsiteY695" fmla="*/ 213254 h 822973"/>
              <a:gd name="connsiteX696" fmla="*/ 300232 w 822962"/>
              <a:gd name="connsiteY696" fmla="*/ 217534 h 822973"/>
              <a:gd name="connsiteX697" fmla="*/ 302418 w 822962"/>
              <a:gd name="connsiteY697" fmla="*/ 220716 h 822973"/>
              <a:gd name="connsiteX698" fmla="*/ 302819 w 822962"/>
              <a:gd name="connsiteY698" fmla="*/ 220936 h 822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Lst>
            <a:rect l="l" t="t" r="r" b="b"/>
            <a:pathLst>
              <a:path w="822962" h="822973">
                <a:moveTo>
                  <a:pt x="296483" y="246901"/>
                </a:moveTo>
                <a:lnTo>
                  <a:pt x="289935" y="243115"/>
                </a:lnTo>
                <a:cubicBezTo>
                  <a:pt x="289634" y="242943"/>
                  <a:pt x="289340" y="242749"/>
                  <a:pt x="289057" y="242559"/>
                </a:cubicBezTo>
                <a:cubicBezTo>
                  <a:pt x="282071" y="238198"/>
                  <a:pt x="277371" y="231522"/>
                  <a:pt x="275394" y="224143"/>
                </a:cubicBezTo>
                <a:cubicBezTo>
                  <a:pt x="273328" y="216451"/>
                  <a:pt x="274215" y="207947"/>
                  <a:pt x="278522" y="200470"/>
                </a:cubicBezTo>
                <a:lnTo>
                  <a:pt x="302653" y="158673"/>
                </a:lnTo>
                <a:cubicBezTo>
                  <a:pt x="306997" y="151303"/>
                  <a:pt x="313872" y="146365"/>
                  <a:pt x="321480" y="144326"/>
                </a:cubicBezTo>
                <a:cubicBezTo>
                  <a:pt x="329115" y="142278"/>
                  <a:pt x="337565" y="143138"/>
                  <a:pt x="345016" y="147380"/>
                </a:cubicBezTo>
                <a:lnTo>
                  <a:pt x="345189" y="147473"/>
                </a:lnTo>
                <a:lnTo>
                  <a:pt x="345189" y="147454"/>
                </a:lnTo>
                <a:lnTo>
                  <a:pt x="351716" y="151222"/>
                </a:lnTo>
                <a:cubicBezTo>
                  <a:pt x="352467" y="150774"/>
                  <a:pt x="353217" y="150327"/>
                  <a:pt x="353985" y="149887"/>
                </a:cubicBezTo>
                <a:cubicBezTo>
                  <a:pt x="354744" y="149448"/>
                  <a:pt x="355493" y="149017"/>
                  <a:pt x="356226" y="148616"/>
                </a:cubicBezTo>
                <a:lnTo>
                  <a:pt x="356226" y="141043"/>
                </a:lnTo>
                <a:cubicBezTo>
                  <a:pt x="356226" y="132420"/>
                  <a:pt x="359747" y="124613"/>
                  <a:pt x="365396" y="118942"/>
                </a:cubicBezTo>
                <a:cubicBezTo>
                  <a:pt x="371058" y="113280"/>
                  <a:pt x="378875" y="109771"/>
                  <a:pt x="387497" y="109771"/>
                </a:cubicBezTo>
                <a:lnTo>
                  <a:pt x="435468" y="109771"/>
                </a:lnTo>
                <a:cubicBezTo>
                  <a:pt x="444099" y="109771"/>
                  <a:pt x="451907" y="113292"/>
                  <a:pt x="457578" y="118942"/>
                </a:cubicBezTo>
                <a:cubicBezTo>
                  <a:pt x="463239" y="124612"/>
                  <a:pt x="466748" y="132420"/>
                  <a:pt x="466748" y="141043"/>
                </a:cubicBezTo>
                <a:lnTo>
                  <a:pt x="466748" y="148642"/>
                </a:lnTo>
                <a:cubicBezTo>
                  <a:pt x="467499" y="149044"/>
                  <a:pt x="468240" y="149464"/>
                  <a:pt x="468969" y="149895"/>
                </a:cubicBezTo>
                <a:lnTo>
                  <a:pt x="469005" y="149913"/>
                </a:lnTo>
                <a:lnTo>
                  <a:pt x="469023" y="149895"/>
                </a:lnTo>
                <a:cubicBezTo>
                  <a:pt x="469773" y="150333"/>
                  <a:pt x="470523" y="150774"/>
                  <a:pt x="471264" y="151220"/>
                </a:cubicBezTo>
                <a:lnTo>
                  <a:pt x="477800" y="147443"/>
                </a:lnTo>
                <a:cubicBezTo>
                  <a:pt x="485281" y="143126"/>
                  <a:pt x="493793" y="142257"/>
                  <a:pt x="501502" y="144323"/>
                </a:cubicBezTo>
                <a:cubicBezTo>
                  <a:pt x="509221" y="146389"/>
                  <a:pt x="516168" y="151411"/>
                  <a:pt x="520475" y="158861"/>
                </a:cubicBezTo>
                <a:cubicBezTo>
                  <a:pt x="520603" y="159098"/>
                  <a:pt x="520740" y="159337"/>
                  <a:pt x="520859" y="159584"/>
                </a:cubicBezTo>
                <a:lnTo>
                  <a:pt x="544460" y="200467"/>
                </a:lnTo>
                <a:cubicBezTo>
                  <a:pt x="548776" y="207938"/>
                  <a:pt x="549655" y="216442"/>
                  <a:pt x="547589" y="224131"/>
                </a:cubicBezTo>
                <a:cubicBezTo>
                  <a:pt x="545523" y="231849"/>
                  <a:pt x="540511" y="238796"/>
                  <a:pt x="533039" y="243103"/>
                </a:cubicBezTo>
                <a:lnTo>
                  <a:pt x="526482" y="246898"/>
                </a:lnTo>
                <a:cubicBezTo>
                  <a:pt x="526508" y="247767"/>
                  <a:pt x="526508" y="248645"/>
                  <a:pt x="526508" y="249523"/>
                </a:cubicBezTo>
                <a:cubicBezTo>
                  <a:pt x="526508" y="250392"/>
                  <a:pt x="526508" y="251271"/>
                  <a:pt x="526482" y="252139"/>
                </a:cubicBezTo>
                <a:lnTo>
                  <a:pt x="533039" y="255917"/>
                </a:lnTo>
                <a:cubicBezTo>
                  <a:pt x="540510" y="260224"/>
                  <a:pt x="545520" y="267165"/>
                  <a:pt x="547589" y="274889"/>
                </a:cubicBezTo>
                <a:cubicBezTo>
                  <a:pt x="549646" y="282581"/>
                  <a:pt x="548768" y="291084"/>
                  <a:pt x="544460" y="298553"/>
                </a:cubicBezTo>
                <a:lnTo>
                  <a:pt x="520457" y="340138"/>
                </a:lnTo>
                <a:lnTo>
                  <a:pt x="520484" y="340138"/>
                </a:lnTo>
                <a:cubicBezTo>
                  <a:pt x="516177" y="347600"/>
                  <a:pt x="509227" y="352619"/>
                  <a:pt x="501512" y="354688"/>
                </a:cubicBezTo>
                <a:cubicBezTo>
                  <a:pt x="493868" y="356745"/>
                  <a:pt x="485427" y="355885"/>
                  <a:pt x="477985" y="351643"/>
                </a:cubicBezTo>
                <a:lnTo>
                  <a:pt x="477804" y="351551"/>
                </a:lnTo>
                <a:lnTo>
                  <a:pt x="477804" y="351569"/>
                </a:lnTo>
                <a:lnTo>
                  <a:pt x="471267" y="347800"/>
                </a:lnTo>
                <a:cubicBezTo>
                  <a:pt x="470517" y="348259"/>
                  <a:pt x="469767" y="348696"/>
                  <a:pt x="468999" y="349146"/>
                </a:cubicBezTo>
                <a:cubicBezTo>
                  <a:pt x="468240" y="349583"/>
                  <a:pt x="467499" y="350006"/>
                  <a:pt x="466758" y="350408"/>
                </a:cubicBezTo>
                <a:lnTo>
                  <a:pt x="466758" y="357980"/>
                </a:lnTo>
                <a:cubicBezTo>
                  <a:pt x="466758" y="366603"/>
                  <a:pt x="463245" y="374432"/>
                  <a:pt x="457587" y="380091"/>
                </a:cubicBezTo>
                <a:cubicBezTo>
                  <a:pt x="451917" y="385752"/>
                  <a:pt x="444100" y="389261"/>
                  <a:pt x="435477" y="389261"/>
                </a:cubicBezTo>
                <a:lnTo>
                  <a:pt x="387507" y="389261"/>
                </a:lnTo>
                <a:cubicBezTo>
                  <a:pt x="378884" y="389261"/>
                  <a:pt x="371055" y="385740"/>
                  <a:pt x="365405" y="380091"/>
                </a:cubicBezTo>
                <a:cubicBezTo>
                  <a:pt x="359744" y="374420"/>
                  <a:pt x="356235" y="366604"/>
                  <a:pt x="356235" y="357980"/>
                </a:cubicBezTo>
                <a:lnTo>
                  <a:pt x="356235" y="350390"/>
                </a:lnTo>
                <a:cubicBezTo>
                  <a:pt x="355493" y="349988"/>
                  <a:pt x="354753" y="349569"/>
                  <a:pt x="354023" y="349137"/>
                </a:cubicBezTo>
                <a:lnTo>
                  <a:pt x="353988" y="349119"/>
                </a:lnTo>
                <a:lnTo>
                  <a:pt x="353969" y="349137"/>
                </a:lnTo>
                <a:cubicBezTo>
                  <a:pt x="353210" y="348699"/>
                  <a:pt x="352470" y="348259"/>
                  <a:pt x="351728" y="347812"/>
                </a:cubicBezTo>
                <a:lnTo>
                  <a:pt x="345201" y="351572"/>
                </a:lnTo>
                <a:cubicBezTo>
                  <a:pt x="344900" y="351753"/>
                  <a:pt x="344588" y="351911"/>
                  <a:pt x="344269" y="352066"/>
                </a:cubicBezTo>
                <a:cubicBezTo>
                  <a:pt x="337018" y="355954"/>
                  <a:pt x="328880" y="356683"/>
                  <a:pt x="321484" y="354700"/>
                </a:cubicBezTo>
                <a:cubicBezTo>
                  <a:pt x="313765" y="352634"/>
                  <a:pt x="306818" y="347613"/>
                  <a:pt x="302511" y="340163"/>
                </a:cubicBezTo>
                <a:cubicBezTo>
                  <a:pt x="302383" y="339924"/>
                  <a:pt x="302255" y="339686"/>
                  <a:pt x="302137" y="339448"/>
                </a:cubicBezTo>
                <a:lnTo>
                  <a:pt x="278527" y="298565"/>
                </a:lnTo>
                <a:cubicBezTo>
                  <a:pt x="274211" y="291094"/>
                  <a:pt x="273332" y="282590"/>
                  <a:pt x="275398" y="274901"/>
                </a:cubicBezTo>
                <a:cubicBezTo>
                  <a:pt x="277464" y="267174"/>
                  <a:pt x="282485" y="260236"/>
                  <a:pt x="289935" y="255929"/>
                </a:cubicBezTo>
                <a:lnTo>
                  <a:pt x="296493" y="252143"/>
                </a:lnTo>
                <a:cubicBezTo>
                  <a:pt x="296475" y="251274"/>
                  <a:pt x="296467" y="250387"/>
                  <a:pt x="296467" y="249517"/>
                </a:cubicBezTo>
                <a:cubicBezTo>
                  <a:pt x="296467" y="248649"/>
                  <a:pt x="296467" y="247770"/>
                  <a:pt x="296484" y="246901"/>
                </a:cubicBezTo>
                <a:close/>
                <a:moveTo>
                  <a:pt x="118069" y="116203"/>
                </a:moveTo>
                <a:lnTo>
                  <a:pt x="117759" y="116751"/>
                </a:lnTo>
                <a:lnTo>
                  <a:pt x="117694" y="116861"/>
                </a:lnTo>
                <a:cubicBezTo>
                  <a:pt x="115545" y="120847"/>
                  <a:pt x="115098" y="125374"/>
                  <a:pt x="116158" y="129544"/>
                </a:cubicBezTo>
                <a:cubicBezTo>
                  <a:pt x="117265" y="133896"/>
                  <a:pt x="120016" y="137828"/>
                  <a:pt x="124185" y="140317"/>
                </a:cubicBezTo>
                <a:lnTo>
                  <a:pt x="124203" y="140317"/>
                </a:lnTo>
                <a:cubicBezTo>
                  <a:pt x="128346" y="142785"/>
                  <a:pt x="133127" y="143335"/>
                  <a:pt x="137526" y="142228"/>
                </a:cubicBezTo>
                <a:cubicBezTo>
                  <a:pt x="141878" y="141121"/>
                  <a:pt x="145810" y="138361"/>
                  <a:pt x="148299" y="134200"/>
                </a:cubicBezTo>
                <a:lnTo>
                  <a:pt x="148299" y="134183"/>
                </a:lnTo>
                <a:cubicBezTo>
                  <a:pt x="150778" y="130039"/>
                  <a:pt x="151317" y="125259"/>
                  <a:pt x="150209" y="120860"/>
                </a:cubicBezTo>
                <a:cubicBezTo>
                  <a:pt x="149102" y="116499"/>
                  <a:pt x="146352" y="112567"/>
                  <a:pt x="142181" y="110079"/>
                </a:cubicBezTo>
                <a:lnTo>
                  <a:pt x="141634" y="109769"/>
                </a:lnTo>
                <a:lnTo>
                  <a:pt x="141634" y="109787"/>
                </a:lnTo>
                <a:cubicBezTo>
                  <a:pt x="141634" y="109787"/>
                  <a:pt x="141524" y="109712"/>
                  <a:pt x="141524" y="109712"/>
                </a:cubicBezTo>
                <a:cubicBezTo>
                  <a:pt x="137529" y="107564"/>
                  <a:pt x="133011" y="107126"/>
                  <a:pt x="128840" y="108177"/>
                </a:cubicBezTo>
                <a:cubicBezTo>
                  <a:pt x="124488" y="109275"/>
                  <a:pt x="120557" y="112043"/>
                  <a:pt x="118068" y="116205"/>
                </a:cubicBezTo>
                <a:close/>
                <a:moveTo>
                  <a:pt x="91241" y="135762"/>
                </a:moveTo>
                <a:cubicBezTo>
                  <a:pt x="88633" y="125449"/>
                  <a:pt x="89842" y="114137"/>
                  <a:pt x="95429" y="104124"/>
                </a:cubicBezTo>
                <a:cubicBezTo>
                  <a:pt x="95694" y="103568"/>
                  <a:pt x="96006" y="103017"/>
                  <a:pt x="96361" y="102487"/>
                </a:cubicBezTo>
                <a:lnTo>
                  <a:pt x="96387" y="102505"/>
                </a:lnTo>
                <a:cubicBezTo>
                  <a:pt x="102522" y="92548"/>
                  <a:pt x="112068" y="85916"/>
                  <a:pt x="122611" y="83255"/>
                </a:cubicBezTo>
                <a:cubicBezTo>
                  <a:pt x="132925" y="80647"/>
                  <a:pt x="144236" y="81856"/>
                  <a:pt x="154240" y="87452"/>
                </a:cubicBezTo>
                <a:cubicBezTo>
                  <a:pt x="154796" y="87708"/>
                  <a:pt x="155347" y="88030"/>
                  <a:pt x="155886" y="88375"/>
                </a:cubicBezTo>
                <a:lnTo>
                  <a:pt x="155868" y="88402"/>
                </a:lnTo>
                <a:cubicBezTo>
                  <a:pt x="165825" y="94536"/>
                  <a:pt x="172448" y="104082"/>
                  <a:pt x="175106" y="114616"/>
                </a:cubicBezTo>
                <a:cubicBezTo>
                  <a:pt x="177812" y="125305"/>
                  <a:pt x="176421" y="137056"/>
                  <a:pt x="170287" y="147343"/>
                </a:cubicBezTo>
                <a:cubicBezTo>
                  <a:pt x="164160" y="157603"/>
                  <a:pt x="154466" y="164413"/>
                  <a:pt x="143733" y="167122"/>
                </a:cubicBezTo>
                <a:cubicBezTo>
                  <a:pt x="133053" y="169819"/>
                  <a:pt x="121293" y="168438"/>
                  <a:pt x="111014" y="162294"/>
                </a:cubicBezTo>
                <a:cubicBezTo>
                  <a:pt x="100745" y="156178"/>
                  <a:pt x="93935" y="146486"/>
                  <a:pt x="91226" y="135749"/>
                </a:cubicBezTo>
                <a:close/>
                <a:moveTo>
                  <a:pt x="110068" y="679785"/>
                </a:moveTo>
                <a:lnTo>
                  <a:pt x="109758" y="680332"/>
                </a:lnTo>
                <a:lnTo>
                  <a:pt x="109776" y="680332"/>
                </a:lnTo>
                <a:lnTo>
                  <a:pt x="109702" y="680442"/>
                </a:lnTo>
                <a:cubicBezTo>
                  <a:pt x="107552" y="684428"/>
                  <a:pt x="107115" y="688955"/>
                  <a:pt x="108166" y="693126"/>
                </a:cubicBezTo>
                <a:cubicBezTo>
                  <a:pt x="109273" y="697477"/>
                  <a:pt x="112032" y="701409"/>
                  <a:pt x="116202" y="703898"/>
                </a:cubicBezTo>
                <a:cubicBezTo>
                  <a:pt x="120345" y="706366"/>
                  <a:pt x="125126" y="706916"/>
                  <a:pt x="129525" y="705809"/>
                </a:cubicBezTo>
                <a:cubicBezTo>
                  <a:pt x="133886" y="704702"/>
                  <a:pt x="137818" y="701952"/>
                  <a:pt x="140298" y="697781"/>
                </a:cubicBezTo>
                <a:lnTo>
                  <a:pt x="140298" y="697764"/>
                </a:lnTo>
                <a:cubicBezTo>
                  <a:pt x="142777" y="693620"/>
                  <a:pt x="143325" y="688840"/>
                  <a:pt x="142209" y="684441"/>
                </a:cubicBezTo>
                <a:cubicBezTo>
                  <a:pt x="141110" y="680080"/>
                  <a:pt x="138351" y="676148"/>
                  <a:pt x="134181" y="673660"/>
                </a:cubicBezTo>
                <a:lnTo>
                  <a:pt x="133633" y="673350"/>
                </a:lnTo>
                <a:lnTo>
                  <a:pt x="133633" y="673368"/>
                </a:lnTo>
                <a:lnTo>
                  <a:pt x="133523" y="673294"/>
                </a:lnTo>
                <a:cubicBezTo>
                  <a:pt x="129537" y="671145"/>
                  <a:pt x="125010" y="670708"/>
                  <a:pt x="120848" y="671758"/>
                </a:cubicBezTo>
                <a:cubicBezTo>
                  <a:pt x="116488" y="672866"/>
                  <a:pt x="112556" y="675625"/>
                  <a:pt x="110068" y="679786"/>
                </a:cubicBezTo>
                <a:close/>
                <a:moveTo>
                  <a:pt x="83249" y="699344"/>
                </a:moveTo>
                <a:cubicBezTo>
                  <a:pt x="80641" y="689030"/>
                  <a:pt x="81850" y="677719"/>
                  <a:pt x="87437" y="667705"/>
                </a:cubicBezTo>
                <a:cubicBezTo>
                  <a:pt x="87702" y="667157"/>
                  <a:pt x="88024" y="666598"/>
                  <a:pt x="88369" y="666077"/>
                </a:cubicBezTo>
                <a:lnTo>
                  <a:pt x="88396" y="666077"/>
                </a:lnTo>
                <a:cubicBezTo>
                  <a:pt x="94530" y="656129"/>
                  <a:pt x="104076" y="649509"/>
                  <a:pt x="114619" y="646839"/>
                </a:cubicBezTo>
                <a:cubicBezTo>
                  <a:pt x="124933" y="644232"/>
                  <a:pt x="136244" y="645440"/>
                  <a:pt x="146257" y="651036"/>
                </a:cubicBezTo>
                <a:cubicBezTo>
                  <a:pt x="146814" y="651302"/>
                  <a:pt x="147364" y="651614"/>
                  <a:pt x="147894" y="651959"/>
                </a:cubicBezTo>
                <a:lnTo>
                  <a:pt x="147877" y="651986"/>
                </a:lnTo>
                <a:cubicBezTo>
                  <a:pt x="157842" y="658121"/>
                  <a:pt x="164456" y="667666"/>
                  <a:pt x="167126" y="678209"/>
                </a:cubicBezTo>
                <a:cubicBezTo>
                  <a:pt x="169823" y="688890"/>
                  <a:pt x="168433" y="700650"/>
                  <a:pt x="162307" y="710928"/>
                </a:cubicBezTo>
                <a:cubicBezTo>
                  <a:pt x="156182" y="721185"/>
                  <a:pt x="146487" y="727998"/>
                  <a:pt x="135762" y="730710"/>
                </a:cubicBezTo>
                <a:cubicBezTo>
                  <a:pt x="125074" y="733416"/>
                  <a:pt x="113313" y="732021"/>
                  <a:pt x="103035" y="725887"/>
                </a:cubicBezTo>
                <a:cubicBezTo>
                  <a:pt x="92775" y="719768"/>
                  <a:pt x="85956" y="710080"/>
                  <a:pt x="83247" y="699344"/>
                </a:cubicBezTo>
                <a:close/>
                <a:moveTo>
                  <a:pt x="673883" y="687997"/>
                </a:moveTo>
                <a:lnTo>
                  <a:pt x="673517" y="688544"/>
                </a:lnTo>
                <a:lnTo>
                  <a:pt x="673591" y="688544"/>
                </a:lnTo>
                <a:lnTo>
                  <a:pt x="673517" y="688654"/>
                </a:lnTo>
                <a:cubicBezTo>
                  <a:pt x="671341" y="692640"/>
                  <a:pt x="670900" y="697167"/>
                  <a:pt x="671915" y="701338"/>
                </a:cubicBezTo>
                <a:cubicBezTo>
                  <a:pt x="673076" y="705699"/>
                  <a:pt x="675838" y="709621"/>
                  <a:pt x="679982" y="712110"/>
                </a:cubicBezTo>
                <a:cubicBezTo>
                  <a:pt x="684125" y="714578"/>
                  <a:pt x="688915" y="715128"/>
                  <a:pt x="693278" y="714021"/>
                </a:cubicBezTo>
                <a:cubicBezTo>
                  <a:pt x="697639" y="712923"/>
                  <a:pt x="701636" y="710155"/>
                  <a:pt x="704104" y="705993"/>
                </a:cubicBezTo>
                <a:cubicBezTo>
                  <a:pt x="706571" y="701841"/>
                  <a:pt x="707083" y="697061"/>
                  <a:pt x="705997" y="692662"/>
                </a:cubicBezTo>
                <a:cubicBezTo>
                  <a:pt x="704908" y="688301"/>
                  <a:pt x="702148" y="684369"/>
                  <a:pt x="698005" y="681881"/>
                </a:cubicBezTo>
                <a:lnTo>
                  <a:pt x="697428" y="681571"/>
                </a:lnTo>
                <a:lnTo>
                  <a:pt x="697428" y="681589"/>
                </a:lnTo>
                <a:lnTo>
                  <a:pt x="697353" y="681515"/>
                </a:lnTo>
                <a:cubicBezTo>
                  <a:pt x="693359" y="679365"/>
                  <a:pt x="688787" y="678928"/>
                  <a:pt x="684643" y="679988"/>
                </a:cubicBezTo>
                <a:cubicBezTo>
                  <a:pt x="680282" y="681095"/>
                  <a:pt x="676369" y="683845"/>
                  <a:pt x="673889" y="688016"/>
                </a:cubicBezTo>
                <a:close/>
                <a:moveTo>
                  <a:pt x="647007" y="707556"/>
                </a:moveTo>
                <a:cubicBezTo>
                  <a:pt x="644390" y="697242"/>
                  <a:pt x="645626" y="685931"/>
                  <a:pt x="651222" y="675926"/>
                </a:cubicBezTo>
                <a:cubicBezTo>
                  <a:pt x="651514" y="675370"/>
                  <a:pt x="651799" y="674819"/>
                  <a:pt x="652163" y="674290"/>
                </a:cubicBezTo>
                <a:cubicBezTo>
                  <a:pt x="658336" y="664351"/>
                  <a:pt x="667855" y="657722"/>
                  <a:pt x="678377" y="655061"/>
                </a:cubicBezTo>
                <a:cubicBezTo>
                  <a:pt x="688691" y="652465"/>
                  <a:pt x="700019" y="653671"/>
                  <a:pt x="710042" y="659258"/>
                </a:cubicBezTo>
                <a:cubicBezTo>
                  <a:pt x="710554" y="659523"/>
                  <a:pt x="711131" y="659835"/>
                  <a:pt x="711643" y="660190"/>
                </a:cubicBezTo>
                <a:lnTo>
                  <a:pt x="711643" y="660208"/>
                </a:lnTo>
                <a:cubicBezTo>
                  <a:pt x="721588" y="666342"/>
                  <a:pt x="728202" y="675888"/>
                  <a:pt x="730892" y="686431"/>
                </a:cubicBezTo>
                <a:cubicBezTo>
                  <a:pt x="733582" y="697112"/>
                  <a:pt x="732203" y="708872"/>
                  <a:pt x="726099" y="719151"/>
                </a:cubicBezTo>
                <a:cubicBezTo>
                  <a:pt x="719927" y="729423"/>
                  <a:pt x="710262" y="736227"/>
                  <a:pt x="699520" y="738940"/>
                </a:cubicBezTo>
                <a:cubicBezTo>
                  <a:pt x="688839" y="741645"/>
                  <a:pt x="677079" y="740251"/>
                  <a:pt x="666840" y="734132"/>
                </a:cubicBezTo>
                <a:lnTo>
                  <a:pt x="666840" y="734109"/>
                </a:lnTo>
                <a:cubicBezTo>
                  <a:pt x="656526" y="727990"/>
                  <a:pt x="649769" y="718305"/>
                  <a:pt x="647007" y="707566"/>
                </a:cubicBezTo>
                <a:close/>
                <a:moveTo>
                  <a:pt x="681875" y="123993"/>
                </a:moveTo>
                <a:lnTo>
                  <a:pt x="681509" y="124532"/>
                </a:lnTo>
                <a:lnTo>
                  <a:pt x="681583" y="124532"/>
                </a:lnTo>
                <a:lnTo>
                  <a:pt x="681509" y="124651"/>
                </a:lnTo>
                <a:cubicBezTo>
                  <a:pt x="679333" y="128637"/>
                  <a:pt x="678892" y="133164"/>
                  <a:pt x="679982" y="137325"/>
                </a:cubicBezTo>
                <a:cubicBezTo>
                  <a:pt x="681071" y="141677"/>
                  <a:pt x="683830" y="145618"/>
                  <a:pt x="687974" y="148106"/>
                </a:cubicBezTo>
                <a:cubicBezTo>
                  <a:pt x="692117" y="150574"/>
                  <a:pt x="696907" y="151124"/>
                  <a:pt x="701342" y="150017"/>
                </a:cubicBezTo>
                <a:cubicBezTo>
                  <a:pt x="705702" y="148910"/>
                  <a:pt x="709616" y="146138"/>
                  <a:pt x="712096" y="141989"/>
                </a:cubicBezTo>
                <a:cubicBezTo>
                  <a:pt x="714563" y="137846"/>
                  <a:pt x="715141" y="133056"/>
                  <a:pt x="713988" y="128657"/>
                </a:cubicBezTo>
                <a:cubicBezTo>
                  <a:pt x="712899" y="124306"/>
                  <a:pt x="710140" y="120364"/>
                  <a:pt x="705997" y="117877"/>
                </a:cubicBezTo>
                <a:lnTo>
                  <a:pt x="705411" y="117567"/>
                </a:lnTo>
                <a:lnTo>
                  <a:pt x="705336" y="117514"/>
                </a:lnTo>
                <a:cubicBezTo>
                  <a:pt x="701342" y="115364"/>
                  <a:pt x="696770" y="114918"/>
                  <a:pt x="692626" y="115968"/>
                </a:cubicBezTo>
                <a:cubicBezTo>
                  <a:pt x="688265" y="117076"/>
                  <a:pt x="684351" y="119835"/>
                  <a:pt x="681872" y="124005"/>
                </a:cubicBezTo>
                <a:close/>
                <a:moveTo>
                  <a:pt x="654999" y="143552"/>
                </a:moveTo>
                <a:cubicBezTo>
                  <a:pt x="652457" y="133238"/>
                  <a:pt x="653618" y="121927"/>
                  <a:pt x="659214" y="111914"/>
                </a:cubicBezTo>
                <a:cubicBezTo>
                  <a:pt x="659505" y="111358"/>
                  <a:pt x="659791" y="110807"/>
                  <a:pt x="660155" y="110285"/>
                </a:cubicBezTo>
                <a:cubicBezTo>
                  <a:pt x="666328" y="100338"/>
                  <a:pt x="675847" y="93718"/>
                  <a:pt x="686369" y="91048"/>
                </a:cubicBezTo>
                <a:cubicBezTo>
                  <a:pt x="696683" y="88440"/>
                  <a:pt x="708011" y="89649"/>
                  <a:pt x="718037" y="95236"/>
                </a:cubicBezTo>
                <a:cubicBezTo>
                  <a:pt x="718624" y="95501"/>
                  <a:pt x="719127" y="95823"/>
                  <a:pt x="719637" y="96168"/>
                </a:cubicBezTo>
                <a:lnTo>
                  <a:pt x="719637" y="96195"/>
                </a:lnTo>
                <a:cubicBezTo>
                  <a:pt x="729581" y="102320"/>
                  <a:pt x="736272" y="111875"/>
                  <a:pt x="738885" y="122409"/>
                </a:cubicBezTo>
                <a:cubicBezTo>
                  <a:pt x="741575" y="133097"/>
                  <a:pt x="740188" y="144849"/>
                  <a:pt x="734092" y="155128"/>
                </a:cubicBezTo>
                <a:lnTo>
                  <a:pt x="734092" y="155146"/>
                </a:lnTo>
                <a:cubicBezTo>
                  <a:pt x="727996" y="165406"/>
                  <a:pt x="718258" y="172208"/>
                  <a:pt x="707511" y="174925"/>
                </a:cubicBezTo>
                <a:cubicBezTo>
                  <a:pt x="696831" y="177630"/>
                  <a:pt x="685062" y="176231"/>
                  <a:pt x="674823" y="170106"/>
                </a:cubicBezTo>
                <a:cubicBezTo>
                  <a:pt x="664581" y="163989"/>
                  <a:pt x="657753" y="154285"/>
                  <a:pt x="654991" y="143551"/>
                </a:cubicBezTo>
                <a:close/>
                <a:moveTo>
                  <a:pt x="248594" y="719014"/>
                </a:moveTo>
                <a:lnTo>
                  <a:pt x="180442" y="725361"/>
                </a:lnTo>
                <a:cubicBezTo>
                  <a:pt x="173391" y="726001"/>
                  <a:pt x="168208" y="732234"/>
                  <a:pt x="168839" y="739283"/>
                </a:cubicBezTo>
                <a:cubicBezTo>
                  <a:pt x="168967" y="740723"/>
                  <a:pt x="169333" y="742095"/>
                  <a:pt x="169890" y="743344"/>
                </a:cubicBezTo>
                <a:lnTo>
                  <a:pt x="197375" y="804960"/>
                </a:lnTo>
                <a:cubicBezTo>
                  <a:pt x="200266" y="811421"/>
                  <a:pt x="207844" y="814325"/>
                  <a:pt x="214309" y="811444"/>
                </a:cubicBezTo>
                <a:cubicBezTo>
                  <a:pt x="220774" y="808564"/>
                  <a:pt x="223673" y="800975"/>
                  <a:pt x="220783" y="794505"/>
                </a:cubicBezTo>
                <a:lnTo>
                  <a:pt x="210195" y="770769"/>
                </a:lnTo>
                <a:cubicBezTo>
                  <a:pt x="275912" y="807482"/>
                  <a:pt x="347637" y="824254"/>
                  <a:pt x="418175" y="822897"/>
                </a:cubicBezTo>
                <a:cubicBezTo>
                  <a:pt x="494939" y="821419"/>
                  <a:pt x="570316" y="798483"/>
                  <a:pt x="635048" y="756451"/>
                </a:cubicBezTo>
                <a:cubicBezTo>
                  <a:pt x="640974" y="752603"/>
                  <a:pt x="642639" y="744655"/>
                  <a:pt x="638826" y="738719"/>
                </a:cubicBezTo>
                <a:cubicBezTo>
                  <a:pt x="634968" y="732776"/>
                  <a:pt x="627030" y="731091"/>
                  <a:pt x="621085" y="734947"/>
                </a:cubicBezTo>
                <a:cubicBezTo>
                  <a:pt x="560369" y="774381"/>
                  <a:pt x="489717" y="795892"/>
                  <a:pt x="417784" y="797286"/>
                </a:cubicBezTo>
                <a:cubicBezTo>
                  <a:pt x="350934" y="798574"/>
                  <a:pt x="282978" y="782504"/>
                  <a:pt x="220830" y="747345"/>
                </a:cubicBezTo>
                <a:lnTo>
                  <a:pt x="250896" y="744541"/>
                </a:lnTo>
                <a:cubicBezTo>
                  <a:pt x="257947" y="743901"/>
                  <a:pt x="263138" y="737675"/>
                  <a:pt x="262499" y="730627"/>
                </a:cubicBezTo>
                <a:cubicBezTo>
                  <a:pt x="261859" y="723586"/>
                  <a:pt x="255623" y="718381"/>
                  <a:pt x="248580" y="719021"/>
                </a:cubicBezTo>
                <a:close/>
                <a:moveTo>
                  <a:pt x="602650" y="28223"/>
                </a:moveTo>
                <a:lnTo>
                  <a:pt x="613404" y="53471"/>
                </a:lnTo>
                <a:cubicBezTo>
                  <a:pt x="547155" y="15925"/>
                  <a:pt x="474720" y="-1256"/>
                  <a:pt x="403457" y="71"/>
                </a:cubicBezTo>
                <a:cubicBezTo>
                  <a:pt x="326793" y="1497"/>
                  <a:pt x="251507" y="24321"/>
                  <a:pt x="186790" y="66201"/>
                </a:cubicBezTo>
                <a:cubicBezTo>
                  <a:pt x="180855" y="70060"/>
                  <a:pt x="179164" y="77997"/>
                  <a:pt x="183022" y="83942"/>
                </a:cubicBezTo>
                <a:cubicBezTo>
                  <a:pt x="186889" y="89877"/>
                  <a:pt x="194827" y="91559"/>
                  <a:pt x="200762" y="87710"/>
                </a:cubicBezTo>
                <a:cubicBezTo>
                  <a:pt x="261443" y="48428"/>
                  <a:pt x="332017" y="27030"/>
                  <a:pt x="403858" y="25696"/>
                </a:cubicBezTo>
                <a:cubicBezTo>
                  <a:pt x="471022" y="24452"/>
                  <a:pt x="539296" y="40728"/>
                  <a:pt x="601666" y="76289"/>
                </a:cubicBezTo>
                <a:lnTo>
                  <a:pt x="573037" y="78465"/>
                </a:lnTo>
                <a:cubicBezTo>
                  <a:pt x="565959" y="78986"/>
                  <a:pt x="560667" y="85159"/>
                  <a:pt x="561188" y="92226"/>
                </a:cubicBezTo>
                <a:cubicBezTo>
                  <a:pt x="561717" y="99304"/>
                  <a:pt x="567882" y="104606"/>
                  <a:pt x="574949" y="104076"/>
                </a:cubicBezTo>
                <a:lnTo>
                  <a:pt x="642213" y="98983"/>
                </a:lnTo>
                <a:lnTo>
                  <a:pt x="642213" y="98965"/>
                </a:lnTo>
                <a:lnTo>
                  <a:pt x="642358" y="98947"/>
                </a:lnTo>
                <a:cubicBezTo>
                  <a:pt x="643665" y="98828"/>
                  <a:pt x="645046" y="98510"/>
                  <a:pt x="646282" y="97968"/>
                </a:cubicBezTo>
                <a:cubicBezTo>
                  <a:pt x="652818" y="95196"/>
                  <a:pt x="655862" y="87663"/>
                  <a:pt x="653038" y="81144"/>
                </a:cubicBezTo>
                <a:lnTo>
                  <a:pt x="626264" y="18169"/>
                </a:lnTo>
                <a:cubicBezTo>
                  <a:pt x="623483" y="11650"/>
                  <a:pt x="615959" y="8614"/>
                  <a:pt x="609428" y="11394"/>
                </a:cubicBezTo>
                <a:cubicBezTo>
                  <a:pt x="602919" y="14174"/>
                  <a:pt x="599874" y="21699"/>
                  <a:pt x="602644" y="28218"/>
                </a:cubicBezTo>
                <a:close/>
                <a:moveTo>
                  <a:pt x="28223" y="219295"/>
                </a:moveTo>
                <a:lnTo>
                  <a:pt x="53471" y="208541"/>
                </a:lnTo>
                <a:cubicBezTo>
                  <a:pt x="16044" y="274597"/>
                  <a:pt x="-1146" y="346813"/>
                  <a:pt x="59" y="417893"/>
                </a:cubicBezTo>
                <a:cubicBezTo>
                  <a:pt x="1366" y="494367"/>
                  <a:pt x="23943" y="569485"/>
                  <a:pt x="65493" y="634103"/>
                </a:cubicBezTo>
                <a:cubicBezTo>
                  <a:pt x="69323" y="640064"/>
                  <a:pt x="77271" y="641803"/>
                  <a:pt x="83233" y="637969"/>
                </a:cubicBezTo>
                <a:cubicBezTo>
                  <a:pt x="89195" y="634138"/>
                  <a:pt x="90933" y="626191"/>
                  <a:pt x="87099" y="620229"/>
                </a:cubicBezTo>
                <a:cubicBezTo>
                  <a:pt x="48092" y="559575"/>
                  <a:pt x="26905" y="489142"/>
                  <a:pt x="25687" y="417491"/>
                </a:cubicBezTo>
                <a:cubicBezTo>
                  <a:pt x="24544" y="350521"/>
                  <a:pt x="40828" y="282465"/>
                  <a:pt x="76288" y="220286"/>
                </a:cubicBezTo>
                <a:lnTo>
                  <a:pt x="78464" y="248905"/>
                </a:lnTo>
                <a:cubicBezTo>
                  <a:pt x="78994" y="255984"/>
                  <a:pt x="85159" y="261285"/>
                  <a:pt x="92225" y="260755"/>
                </a:cubicBezTo>
                <a:cubicBezTo>
                  <a:pt x="99304" y="260226"/>
                  <a:pt x="104605" y="254070"/>
                  <a:pt x="104075" y="246994"/>
                </a:cubicBezTo>
                <a:lnTo>
                  <a:pt x="98982" y="179721"/>
                </a:lnTo>
                <a:lnTo>
                  <a:pt x="98964" y="179721"/>
                </a:lnTo>
                <a:lnTo>
                  <a:pt x="98964" y="179593"/>
                </a:lnTo>
                <a:lnTo>
                  <a:pt x="98964" y="179585"/>
                </a:lnTo>
                <a:cubicBezTo>
                  <a:pt x="98845" y="178260"/>
                  <a:pt x="98515" y="176941"/>
                  <a:pt x="97976" y="175661"/>
                </a:cubicBezTo>
                <a:cubicBezTo>
                  <a:pt x="95205" y="169142"/>
                  <a:pt x="87672" y="166107"/>
                  <a:pt x="81153" y="168878"/>
                </a:cubicBezTo>
                <a:lnTo>
                  <a:pt x="18177" y="195688"/>
                </a:lnTo>
                <a:cubicBezTo>
                  <a:pt x="11658" y="198460"/>
                  <a:pt x="8622" y="205993"/>
                  <a:pt x="11394" y="212524"/>
                </a:cubicBezTo>
                <a:cubicBezTo>
                  <a:pt x="14174" y="219034"/>
                  <a:pt x="21707" y="222078"/>
                  <a:pt x="28217" y="219298"/>
                </a:cubicBezTo>
                <a:close/>
                <a:moveTo>
                  <a:pt x="718989" y="573366"/>
                </a:moveTo>
                <a:lnTo>
                  <a:pt x="725314" y="641508"/>
                </a:lnTo>
                <a:cubicBezTo>
                  <a:pt x="725962" y="648548"/>
                  <a:pt x="732203" y="653742"/>
                  <a:pt x="739259" y="653102"/>
                </a:cubicBezTo>
                <a:cubicBezTo>
                  <a:pt x="740706" y="652974"/>
                  <a:pt x="742093" y="652609"/>
                  <a:pt x="743328" y="652052"/>
                </a:cubicBezTo>
                <a:lnTo>
                  <a:pt x="804920" y="624566"/>
                </a:lnTo>
                <a:cubicBezTo>
                  <a:pt x="811382" y="621685"/>
                  <a:pt x="814293" y="614098"/>
                  <a:pt x="811382" y="607632"/>
                </a:cubicBezTo>
                <a:cubicBezTo>
                  <a:pt x="808547" y="601167"/>
                  <a:pt x="800927" y="598268"/>
                  <a:pt x="794458" y="601149"/>
                </a:cubicBezTo>
                <a:lnTo>
                  <a:pt x="771141" y="611547"/>
                </a:lnTo>
                <a:cubicBezTo>
                  <a:pt x="807816" y="545663"/>
                  <a:pt x="824458" y="473762"/>
                  <a:pt x="822858" y="403094"/>
                </a:cubicBezTo>
                <a:cubicBezTo>
                  <a:pt x="821189" y="325979"/>
                  <a:pt x="797795" y="250305"/>
                  <a:pt x="755169" y="185459"/>
                </a:cubicBezTo>
                <a:cubicBezTo>
                  <a:pt x="751313" y="179542"/>
                  <a:pt x="743396" y="177908"/>
                  <a:pt x="737445" y="181792"/>
                </a:cubicBezTo>
                <a:cubicBezTo>
                  <a:pt x="731562" y="185679"/>
                  <a:pt x="729894" y="193616"/>
                  <a:pt x="733810" y="199524"/>
                </a:cubicBezTo>
                <a:cubicBezTo>
                  <a:pt x="773762" y="260332"/>
                  <a:pt x="795700" y="331289"/>
                  <a:pt x="797300" y="403588"/>
                </a:cubicBezTo>
                <a:cubicBezTo>
                  <a:pt x="798748" y="470778"/>
                  <a:pt x="782693" y="539132"/>
                  <a:pt x="747328" y="601609"/>
                </a:cubicBezTo>
                <a:lnTo>
                  <a:pt x="744494" y="571039"/>
                </a:lnTo>
                <a:cubicBezTo>
                  <a:pt x="743907" y="563999"/>
                  <a:pt x="737666" y="558806"/>
                  <a:pt x="730625" y="559446"/>
                </a:cubicBezTo>
                <a:cubicBezTo>
                  <a:pt x="723569" y="560086"/>
                  <a:pt x="718342" y="566313"/>
                  <a:pt x="718997" y="573364"/>
                </a:cubicBezTo>
                <a:close/>
                <a:moveTo>
                  <a:pt x="579150" y="481415"/>
                </a:moveTo>
                <a:cubicBezTo>
                  <a:pt x="573333" y="475591"/>
                  <a:pt x="565699" y="472682"/>
                  <a:pt x="558073" y="472682"/>
                </a:cubicBezTo>
                <a:cubicBezTo>
                  <a:pt x="550446" y="472682"/>
                  <a:pt x="542812" y="475599"/>
                  <a:pt x="536996" y="481415"/>
                </a:cubicBezTo>
                <a:cubicBezTo>
                  <a:pt x="531179" y="487232"/>
                  <a:pt x="528262" y="494866"/>
                  <a:pt x="528262" y="502492"/>
                </a:cubicBezTo>
                <a:cubicBezTo>
                  <a:pt x="528262" y="510118"/>
                  <a:pt x="531179" y="517744"/>
                  <a:pt x="536996" y="523569"/>
                </a:cubicBezTo>
                <a:cubicBezTo>
                  <a:pt x="542812" y="529386"/>
                  <a:pt x="550446" y="532293"/>
                  <a:pt x="558073" y="532293"/>
                </a:cubicBezTo>
                <a:cubicBezTo>
                  <a:pt x="565699" y="532293"/>
                  <a:pt x="573333" y="529386"/>
                  <a:pt x="579150" y="523569"/>
                </a:cubicBezTo>
                <a:cubicBezTo>
                  <a:pt x="584966" y="517744"/>
                  <a:pt x="587883" y="510118"/>
                  <a:pt x="587883" y="502492"/>
                </a:cubicBezTo>
                <a:cubicBezTo>
                  <a:pt x="587883" y="494866"/>
                  <a:pt x="584966" y="487232"/>
                  <a:pt x="579150" y="481415"/>
                </a:cubicBezTo>
                <a:close/>
                <a:moveTo>
                  <a:pt x="558073" y="446961"/>
                </a:moveTo>
                <a:cubicBezTo>
                  <a:pt x="572292" y="446961"/>
                  <a:pt x="586493" y="452385"/>
                  <a:pt x="597336" y="463229"/>
                </a:cubicBezTo>
                <a:cubicBezTo>
                  <a:pt x="608179" y="474072"/>
                  <a:pt x="613603" y="488282"/>
                  <a:pt x="613603" y="502492"/>
                </a:cubicBezTo>
                <a:cubicBezTo>
                  <a:pt x="613603" y="516702"/>
                  <a:pt x="608171" y="530903"/>
                  <a:pt x="597336" y="541747"/>
                </a:cubicBezTo>
                <a:cubicBezTo>
                  <a:pt x="586493" y="552591"/>
                  <a:pt x="572282" y="558015"/>
                  <a:pt x="558073" y="558015"/>
                </a:cubicBezTo>
                <a:cubicBezTo>
                  <a:pt x="543863" y="558015"/>
                  <a:pt x="529652" y="552591"/>
                  <a:pt x="518809" y="541747"/>
                </a:cubicBezTo>
                <a:cubicBezTo>
                  <a:pt x="507974" y="530904"/>
                  <a:pt x="502542" y="516703"/>
                  <a:pt x="502542" y="502492"/>
                </a:cubicBezTo>
                <a:cubicBezTo>
                  <a:pt x="502542" y="488282"/>
                  <a:pt x="507965" y="474072"/>
                  <a:pt x="518809" y="463229"/>
                </a:cubicBezTo>
                <a:cubicBezTo>
                  <a:pt x="529652" y="452385"/>
                  <a:pt x="543872" y="446961"/>
                  <a:pt x="558073" y="446961"/>
                </a:cubicBezTo>
                <a:close/>
                <a:moveTo>
                  <a:pt x="286000" y="481415"/>
                </a:moveTo>
                <a:cubicBezTo>
                  <a:pt x="280176" y="475591"/>
                  <a:pt x="272550" y="472682"/>
                  <a:pt x="264924" y="472682"/>
                </a:cubicBezTo>
                <a:cubicBezTo>
                  <a:pt x="257297" y="472682"/>
                  <a:pt x="249663" y="475599"/>
                  <a:pt x="243847" y="481415"/>
                </a:cubicBezTo>
                <a:cubicBezTo>
                  <a:pt x="238021" y="487232"/>
                  <a:pt x="235113" y="494866"/>
                  <a:pt x="235113" y="502492"/>
                </a:cubicBezTo>
                <a:cubicBezTo>
                  <a:pt x="235113" y="510118"/>
                  <a:pt x="238021" y="517744"/>
                  <a:pt x="243847" y="523569"/>
                </a:cubicBezTo>
                <a:cubicBezTo>
                  <a:pt x="249663" y="529386"/>
                  <a:pt x="257289" y="532293"/>
                  <a:pt x="264924" y="532293"/>
                </a:cubicBezTo>
                <a:cubicBezTo>
                  <a:pt x="272559" y="532293"/>
                  <a:pt x="280176" y="529386"/>
                  <a:pt x="286000" y="523569"/>
                </a:cubicBezTo>
                <a:cubicBezTo>
                  <a:pt x="291817" y="517744"/>
                  <a:pt x="294725" y="510118"/>
                  <a:pt x="294725" y="502492"/>
                </a:cubicBezTo>
                <a:cubicBezTo>
                  <a:pt x="294725" y="494866"/>
                  <a:pt x="291817" y="487232"/>
                  <a:pt x="286000" y="481415"/>
                </a:cubicBezTo>
                <a:close/>
                <a:moveTo>
                  <a:pt x="264924" y="446961"/>
                </a:moveTo>
                <a:cubicBezTo>
                  <a:pt x="279133" y="446961"/>
                  <a:pt x="293344" y="452385"/>
                  <a:pt x="304187" y="463229"/>
                </a:cubicBezTo>
                <a:cubicBezTo>
                  <a:pt x="315030" y="474072"/>
                  <a:pt x="320454" y="488282"/>
                  <a:pt x="320454" y="502492"/>
                </a:cubicBezTo>
                <a:cubicBezTo>
                  <a:pt x="320454" y="516702"/>
                  <a:pt x="315031" y="530903"/>
                  <a:pt x="304187" y="541747"/>
                </a:cubicBezTo>
                <a:cubicBezTo>
                  <a:pt x="293344" y="552591"/>
                  <a:pt x="279133" y="558015"/>
                  <a:pt x="264924" y="558015"/>
                </a:cubicBezTo>
                <a:cubicBezTo>
                  <a:pt x="250714" y="558015"/>
                  <a:pt x="236503" y="552591"/>
                  <a:pt x="225660" y="541747"/>
                </a:cubicBezTo>
                <a:cubicBezTo>
                  <a:pt x="214817" y="530903"/>
                  <a:pt x="209393" y="516703"/>
                  <a:pt x="209393" y="502492"/>
                </a:cubicBezTo>
                <a:cubicBezTo>
                  <a:pt x="209393" y="488282"/>
                  <a:pt x="214808" y="474072"/>
                  <a:pt x="225660" y="463229"/>
                </a:cubicBezTo>
                <a:cubicBezTo>
                  <a:pt x="236503" y="452385"/>
                  <a:pt x="250714" y="446961"/>
                  <a:pt x="264924" y="446961"/>
                </a:cubicBezTo>
                <a:close/>
                <a:moveTo>
                  <a:pt x="432571" y="228443"/>
                </a:moveTo>
                <a:cubicBezTo>
                  <a:pt x="426755" y="222618"/>
                  <a:pt x="419129" y="219709"/>
                  <a:pt x="411494" y="219709"/>
                </a:cubicBezTo>
                <a:cubicBezTo>
                  <a:pt x="403860" y="219709"/>
                  <a:pt x="396234" y="222617"/>
                  <a:pt x="390417" y="228443"/>
                </a:cubicBezTo>
                <a:cubicBezTo>
                  <a:pt x="384601" y="234259"/>
                  <a:pt x="381693" y="241885"/>
                  <a:pt x="381693" y="249510"/>
                </a:cubicBezTo>
                <a:cubicBezTo>
                  <a:pt x="381693" y="257137"/>
                  <a:pt x="384601" y="264771"/>
                  <a:pt x="390417" y="270587"/>
                </a:cubicBezTo>
                <a:cubicBezTo>
                  <a:pt x="396234" y="276412"/>
                  <a:pt x="403868" y="279321"/>
                  <a:pt x="411494" y="279321"/>
                </a:cubicBezTo>
                <a:cubicBezTo>
                  <a:pt x="419120" y="279321"/>
                  <a:pt x="426755" y="276413"/>
                  <a:pt x="432571" y="270587"/>
                </a:cubicBezTo>
                <a:cubicBezTo>
                  <a:pt x="438387" y="264771"/>
                  <a:pt x="441304" y="257145"/>
                  <a:pt x="441304" y="249510"/>
                </a:cubicBezTo>
                <a:cubicBezTo>
                  <a:pt x="441304" y="241875"/>
                  <a:pt x="438387" y="234258"/>
                  <a:pt x="432571" y="228443"/>
                </a:cubicBezTo>
                <a:close/>
                <a:moveTo>
                  <a:pt x="450758" y="210256"/>
                </a:moveTo>
                <a:cubicBezTo>
                  <a:pt x="439915" y="199413"/>
                  <a:pt x="425704" y="193989"/>
                  <a:pt x="411494" y="193989"/>
                </a:cubicBezTo>
                <a:cubicBezTo>
                  <a:pt x="397284" y="193989"/>
                  <a:pt x="383074" y="199412"/>
                  <a:pt x="372239" y="210256"/>
                </a:cubicBezTo>
                <a:cubicBezTo>
                  <a:pt x="361396" y="221099"/>
                  <a:pt x="355972" y="235310"/>
                  <a:pt x="355972" y="249511"/>
                </a:cubicBezTo>
                <a:cubicBezTo>
                  <a:pt x="355972" y="263713"/>
                  <a:pt x="361404" y="277932"/>
                  <a:pt x="372239" y="288775"/>
                </a:cubicBezTo>
                <a:cubicBezTo>
                  <a:pt x="383074" y="299618"/>
                  <a:pt x="397293" y="305042"/>
                  <a:pt x="411494" y="305042"/>
                </a:cubicBezTo>
                <a:cubicBezTo>
                  <a:pt x="425696" y="305042"/>
                  <a:pt x="439915" y="299619"/>
                  <a:pt x="450758" y="288775"/>
                </a:cubicBezTo>
                <a:cubicBezTo>
                  <a:pt x="461601" y="277932"/>
                  <a:pt x="467025" y="263721"/>
                  <a:pt x="467025" y="249511"/>
                </a:cubicBezTo>
                <a:cubicBezTo>
                  <a:pt x="467025" y="235301"/>
                  <a:pt x="461602" y="221100"/>
                  <a:pt x="450758" y="210256"/>
                </a:cubicBezTo>
                <a:close/>
                <a:moveTo>
                  <a:pt x="443066" y="499862"/>
                </a:moveTo>
                <a:cubicBezTo>
                  <a:pt x="443040" y="500722"/>
                  <a:pt x="443040" y="501600"/>
                  <a:pt x="443040" y="502469"/>
                </a:cubicBezTo>
                <a:cubicBezTo>
                  <a:pt x="443040" y="503356"/>
                  <a:pt x="443057" y="504226"/>
                  <a:pt x="443075" y="505104"/>
                </a:cubicBezTo>
                <a:lnTo>
                  <a:pt x="436518" y="508890"/>
                </a:lnTo>
                <a:lnTo>
                  <a:pt x="436536" y="508907"/>
                </a:lnTo>
                <a:cubicBezTo>
                  <a:pt x="429055" y="513233"/>
                  <a:pt x="424038" y="520174"/>
                  <a:pt x="421969" y="527853"/>
                </a:cubicBezTo>
                <a:cubicBezTo>
                  <a:pt x="419911" y="535545"/>
                  <a:pt x="420790" y="544049"/>
                  <a:pt x="425106" y="551525"/>
                </a:cubicBezTo>
                <a:lnTo>
                  <a:pt x="448505" y="592052"/>
                </a:lnTo>
                <a:cubicBezTo>
                  <a:pt x="448778" y="592665"/>
                  <a:pt x="449109" y="593248"/>
                  <a:pt x="449493" y="593835"/>
                </a:cubicBezTo>
                <a:lnTo>
                  <a:pt x="449493" y="593816"/>
                </a:lnTo>
                <a:cubicBezTo>
                  <a:pt x="453836" y="600904"/>
                  <a:pt x="460584" y="605657"/>
                  <a:pt x="468064" y="607670"/>
                </a:cubicBezTo>
                <a:cubicBezTo>
                  <a:pt x="475296" y="609608"/>
                  <a:pt x="483253" y="608941"/>
                  <a:pt x="490394" y="605265"/>
                </a:cubicBezTo>
                <a:cubicBezTo>
                  <a:pt x="491117" y="604964"/>
                  <a:pt x="491811" y="604580"/>
                  <a:pt x="492486" y="604131"/>
                </a:cubicBezTo>
                <a:lnTo>
                  <a:pt x="498329" y="600747"/>
                </a:lnTo>
                <a:lnTo>
                  <a:pt x="499857" y="601660"/>
                </a:lnTo>
                <a:cubicBezTo>
                  <a:pt x="500086" y="601815"/>
                  <a:pt x="500306" y="601952"/>
                  <a:pt x="500541" y="602089"/>
                </a:cubicBezTo>
                <a:cubicBezTo>
                  <a:pt x="501291" y="602527"/>
                  <a:pt x="502041" y="602949"/>
                  <a:pt x="502818" y="603369"/>
                </a:cubicBezTo>
                <a:lnTo>
                  <a:pt x="502818" y="610942"/>
                </a:lnTo>
                <a:cubicBezTo>
                  <a:pt x="502818" y="619564"/>
                  <a:pt x="506330" y="627380"/>
                  <a:pt x="511989" y="633042"/>
                </a:cubicBezTo>
                <a:cubicBezTo>
                  <a:pt x="517650" y="638713"/>
                  <a:pt x="525467" y="642213"/>
                  <a:pt x="534089" y="642213"/>
                </a:cubicBezTo>
                <a:lnTo>
                  <a:pt x="582060" y="642213"/>
                </a:lnTo>
                <a:cubicBezTo>
                  <a:pt x="590682" y="642213"/>
                  <a:pt x="598512" y="638701"/>
                  <a:pt x="604161" y="633042"/>
                </a:cubicBezTo>
                <a:cubicBezTo>
                  <a:pt x="609831" y="627381"/>
                  <a:pt x="613331" y="619564"/>
                  <a:pt x="613331" y="610942"/>
                </a:cubicBezTo>
                <a:lnTo>
                  <a:pt x="613331" y="603369"/>
                </a:lnTo>
                <a:cubicBezTo>
                  <a:pt x="614064" y="602958"/>
                  <a:pt x="614814" y="602535"/>
                  <a:pt x="615564" y="602098"/>
                </a:cubicBezTo>
                <a:cubicBezTo>
                  <a:pt x="616332" y="601660"/>
                  <a:pt x="617091" y="601211"/>
                  <a:pt x="617842" y="600761"/>
                </a:cubicBezTo>
                <a:lnTo>
                  <a:pt x="624369" y="604529"/>
                </a:lnTo>
                <a:lnTo>
                  <a:pt x="624369" y="604512"/>
                </a:lnTo>
                <a:lnTo>
                  <a:pt x="624562" y="604613"/>
                </a:lnTo>
                <a:cubicBezTo>
                  <a:pt x="631998" y="608854"/>
                  <a:pt x="640446" y="609706"/>
                  <a:pt x="648098" y="607658"/>
                </a:cubicBezTo>
                <a:cubicBezTo>
                  <a:pt x="655798" y="605592"/>
                  <a:pt x="662776" y="600571"/>
                  <a:pt x="667053" y="593121"/>
                </a:cubicBezTo>
                <a:lnTo>
                  <a:pt x="667053" y="593102"/>
                </a:lnTo>
                <a:lnTo>
                  <a:pt x="691020" y="551517"/>
                </a:lnTo>
                <a:cubicBezTo>
                  <a:pt x="695381" y="544046"/>
                  <a:pt x="696250" y="535533"/>
                  <a:pt x="694148" y="527845"/>
                </a:cubicBezTo>
                <a:cubicBezTo>
                  <a:pt x="692184" y="520466"/>
                  <a:pt x="687463" y="513790"/>
                  <a:pt x="680498" y="509429"/>
                </a:cubicBezTo>
                <a:cubicBezTo>
                  <a:pt x="680207" y="509227"/>
                  <a:pt x="679921" y="509045"/>
                  <a:pt x="679629" y="508872"/>
                </a:cubicBezTo>
                <a:lnTo>
                  <a:pt x="673093" y="505086"/>
                </a:lnTo>
                <a:lnTo>
                  <a:pt x="673093" y="499838"/>
                </a:lnTo>
                <a:lnTo>
                  <a:pt x="679629" y="496053"/>
                </a:lnTo>
                <a:cubicBezTo>
                  <a:pt x="687109" y="491745"/>
                  <a:pt x="692119" y="484804"/>
                  <a:pt x="694157" y="477080"/>
                </a:cubicBezTo>
                <a:cubicBezTo>
                  <a:pt x="696261" y="469389"/>
                  <a:pt x="695393" y="460885"/>
                  <a:pt x="691029" y="453416"/>
                </a:cubicBezTo>
                <a:lnTo>
                  <a:pt x="667419" y="412542"/>
                </a:lnTo>
                <a:cubicBezTo>
                  <a:pt x="667345" y="412303"/>
                  <a:pt x="667199" y="412066"/>
                  <a:pt x="667053" y="411827"/>
                </a:cubicBezTo>
                <a:cubicBezTo>
                  <a:pt x="662764" y="404365"/>
                  <a:pt x="655796" y="399356"/>
                  <a:pt x="648098" y="397290"/>
                </a:cubicBezTo>
                <a:cubicBezTo>
                  <a:pt x="640692" y="395305"/>
                  <a:pt x="632555" y="396037"/>
                  <a:pt x="625304" y="399924"/>
                </a:cubicBezTo>
                <a:cubicBezTo>
                  <a:pt x="624982" y="400079"/>
                  <a:pt x="624673" y="400233"/>
                  <a:pt x="624372" y="400419"/>
                </a:cubicBezTo>
                <a:lnTo>
                  <a:pt x="617853" y="404177"/>
                </a:lnTo>
                <a:cubicBezTo>
                  <a:pt x="617103" y="403728"/>
                  <a:pt x="616353" y="403281"/>
                  <a:pt x="615612" y="402853"/>
                </a:cubicBezTo>
                <a:lnTo>
                  <a:pt x="615594" y="402880"/>
                </a:lnTo>
                <a:lnTo>
                  <a:pt x="615559" y="402853"/>
                </a:lnTo>
                <a:cubicBezTo>
                  <a:pt x="614817" y="402424"/>
                  <a:pt x="614076" y="402010"/>
                  <a:pt x="613338" y="401600"/>
                </a:cubicBezTo>
                <a:lnTo>
                  <a:pt x="613338" y="394009"/>
                </a:lnTo>
                <a:cubicBezTo>
                  <a:pt x="613338" y="385387"/>
                  <a:pt x="609825" y="377559"/>
                  <a:pt x="604167" y="371899"/>
                </a:cubicBezTo>
                <a:cubicBezTo>
                  <a:pt x="598506" y="366238"/>
                  <a:pt x="590689" y="362738"/>
                  <a:pt x="582066" y="362738"/>
                </a:cubicBezTo>
                <a:lnTo>
                  <a:pt x="534096" y="362738"/>
                </a:lnTo>
                <a:cubicBezTo>
                  <a:pt x="525473" y="362738"/>
                  <a:pt x="517645" y="366250"/>
                  <a:pt x="511995" y="371899"/>
                </a:cubicBezTo>
                <a:cubicBezTo>
                  <a:pt x="506324" y="377570"/>
                  <a:pt x="502825" y="385387"/>
                  <a:pt x="502825" y="394009"/>
                </a:cubicBezTo>
                <a:lnTo>
                  <a:pt x="502825" y="401573"/>
                </a:lnTo>
                <a:cubicBezTo>
                  <a:pt x="502092" y="401984"/>
                  <a:pt x="501342" y="402407"/>
                  <a:pt x="500583" y="402836"/>
                </a:cubicBezTo>
                <a:cubicBezTo>
                  <a:pt x="499815" y="403284"/>
                  <a:pt x="499056" y="403723"/>
                  <a:pt x="498315" y="404181"/>
                </a:cubicBezTo>
                <a:lnTo>
                  <a:pt x="491787" y="400412"/>
                </a:lnTo>
                <a:lnTo>
                  <a:pt x="491787" y="400439"/>
                </a:lnTo>
                <a:lnTo>
                  <a:pt x="491606" y="400338"/>
                </a:lnTo>
                <a:cubicBezTo>
                  <a:pt x="484170" y="396087"/>
                  <a:pt x="475722" y="395236"/>
                  <a:pt x="468079" y="397284"/>
                </a:cubicBezTo>
                <a:cubicBezTo>
                  <a:pt x="460361" y="399349"/>
                  <a:pt x="453413" y="404371"/>
                  <a:pt x="449107" y="411821"/>
                </a:cubicBezTo>
                <a:lnTo>
                  <a:pt x="449124" y="411821"/>
                </a:lnTo>
                <a:lnTo>
                  <a:pt x="425112" y="453419"/>
                </a:lnTo>
                <a:cubicBezTo>
                  <a:pt x="420796" y="460890"/>
                  <a:pt x="419918" y="469394"/>
                  <a:pt x="421975" y="477083"/>
                </a:cubicBezTo>
                <a:cubicBezTo>
                  <a:pt x="424050" y="484810"/>
                  <a:pt x="429062" y="491748"/>
                  <a:pt x="436524" y="496055"/>
                </a:cubicBezTo>
                <a:lnTo>
                  <a:pt x="443082" y="499841"/>
                </a:lnTo>
                <a:close/>
                <a:moveTo>
                  <a:pt x="449368" y="473874"/>
                </a:moveTo>
                <a:lnTo>
                  <a:pt x="462735" y="481592"/>
                </a:lnTo>
                <a:cubicBezTo>
                  <a:pt x="466932" y="484033"/>
                  <a:pt x="469558" y="488751"/>
                  <a:pt x="469073" y="493900"/>
                </a:cubicBezTo>
                <a:cubicBezTo>
                  <a:pt x="468799" y="496808"/>
                  <a:pt x="468662" y="499668"/>
                  <a:pt x="468662" y="502466"/>
                </a:cubicBezTo>
                <a:cubicBezTo>
                  <a:pt x="468662" y="505083"/>
                  <a:pt x="468790" y="507744"/>
                  <a:pt x="469037" y="510431"/>
                </a:cubicBezTo>
                <a:cubicBezTo>
                  <a:pt x="469751" y="515462"/>
                  <a:pt x="467427" y="520665"/>
                  <a:pt x="462765" y="523362"/>
                </a:cubicBezTo>
                <a:lnTo>
                  <a:pt x="449380" y="531089"/>
                </a:lnTo>
                <a:lnTo>
                  <a:pt x="449380" y="531072"/>
                </a:lnTo>
                <a:lnTo>
                  <a:pt x="449335" y="531089"/>
                </a:lnTo>
                <a:cubicBezTo>
                  <a:pt x="448047" y="531831"/>
                  <a:pt x="447168" y="533074"/>
                  <a:pt x="446793" y="534492"/>
                </a:cubicBezTo>
                <a:cubicBezTo>
                  <a:pt x="446418" y="535917"/>
                  <a:pt x="446555" y="537454"/>
                  <a:pt x="447314" y="538772"/>
                </a:cubicBezTo>
                <a:lnTo>
                  <a:pt x="470686" y="579262"/>
                </a:lnTo>
                <a:lnTo>
                  <a:pt x="470897" y="579563"/>
                </a:lnTo>
                <a:lnTo>
                  <a:pt x="470871" y="579581"/>
                </a:lnTo>
                <a:lnTo>
                  <a:pt x="470888" y="579607"/>
                </a:lnTo>
                <a:cubicBezTo>
                  <a:pt x="471035" y="579828"/>
                  <a:pt x="471171" y="580045"/>
                  <a:pt x="471299" y="580265"/>
                </a:cubicBezTo>
                <a:cubicBezTo>
                  <a:pt x="472067" y="581581"/>
                  <a:pt x="473302" y="582477"/>
                  <a:pt x="474701" y="582852"/>
                </a:cubicBezTo>
                <a:cubicBezTo>
                  <a:pt x="475991" y="583191"/>
                  <a:pt x="477362" y="583117"/>
                  <a:pt x="478589" y="582543"/>
                </a:cubicBezTo>
                <a:lnTo>
                  <a:pt x="478928" y="582340"/>
                </a:lnTo>
                <a:lnTo>
                  <a:pt x="492305" y="574613"/>
                </a:lnTo>
                <a:cubicBezTo>
                  <a:pt x="496529" y="572181"/>
                  <a:pt x="501943" y="572252"/>
                  <a:pt x="506167" y="575262"/>
                </a:cubicBezTo>
                <a:cubicBezTo>
                  <a:pt x="508387" y="576833"/>
                  <a:pt x="510584" y="578271"/>
                  <a:pt x="512733" y="579542"/>
                </a:cubicBezTo>
                <a:cubicBezTo>
                  <a:pt x="512962" y="579652"/>
                  <a:pt x="513182" y="579780"/>
                  <a:pt x="513400" y="579899"/>
                </a:cubicBezTo>
                <a:cubicBezTo>
                  <a:pt x="515641" y="581188"/>
                  <a:pt x="517862" y="582357"/>
                  <a:pt x="520046" y="583393"/>
                </a:cubicBezTo>
                <a:cubicBezTo>
                  <a:pt x="524993" y="585185"/>
                  <a:pt x="528533" y="589930"/>
                  <a:pt x="528533" y="595490"/>
                </a:cubicBezTo>
                <a:lnTo>
                  <a:pt x="528533" y="610944"/>
                </a:lnTo>
                <a:cubicBezTo>
                  <a:pt x="528533" y="612463"/>
                  <a:pt x="529155" y="613862"/>
                  <a:pt x="530170" y="614867"/>
                </a:cubicBezTo>
                <a:cubicBezTo>
                  <a:pt x="531176" y="615873"/>
                  <a:pt x="532566" y="616504"/>
                  <a:pt x="534084" y="616504"/>
                </a:cubicBezTo>
                <a:lnTo>
                  <a:pt x="582054" y="616504"/>
                </a:lnTo>
                <a:cubicBezTo>
                  <a:pt x="583572" y="616504"/>
                  <a:pt x="584971" y="615873"/>
                  <a:pt x="585977" y="614867"/>
                </a:cubicBezTo>
                <a:cubicBezTo>
                  <a:pt x="586984" y="613862"/>
                  <a:pt x="587615" y="612463"/>
                  <a:pt x="587615" y="610944"/>
                </a:cubicBezTo>
                <a:lnTo>
                  <a:pt x="587615" y="595635"/>
                </a:lnTo>
                <a:cubicBezTo>
                  <a:pt x="587560" y="590698"/>
                  <a:pt x="590368" y="585953"/>
                  <a:pt x="595157" y="583785"/>
                </a:cubicBezTo>
                <a:cubicBezTo>
                  <a:pt x="598092" y="582440"/>
                  <a:pt x="600652" y="581151"/>
                  <a:pt x="602819" y="579898"/>
                </a:cubicBezTo>
                <a:cubicBezTo>
                  <a:pt x="605039" y="578618"/>
                  <a:pt x="607317" y="577154"/>
                  <a:pt x="609641" y="575520"/>
                </a:cubicBezTo>
                <a:cubicBezTo>
                  <a:pt x="613648" y="572466"/>
                  <a:pt x="619244" y="571927"/>
                  <a:pt x="623860" y="574615"/>
                </a:cubicBezTo>
                <a:lnTo>
                  <a:pt x="637228" y="582333"/>
                </a:lnTo>
                <a:lnTo>
                  <a:pt x="637228" y="582351"/>
                </a:lnTo>
                <a:cubicBezTo>
                  <a:pt x="638517" y="583084"/>
                  <a:pt x="640035" y="583220"/>
                  <a:pt x="641478" y="582845"/>
                </a:cubicBezTo>
                <a:cubicBezTo>
                  <a:pt x="642860" y="582479"/>
                  <a:pt x="644095" y="581583"/>
                  <a:pt x="644824" y="580259"/>
                </a:cubicBezTo>
                <a:lnTo>
                  <a:pt x="644899" y="580276"/>
                </a:lnTo>
                <a:lnTo>
                  <a:pt x="668866" y="538763"/>
                </a:lnTo>
                <a:cubicBezTo>
                  <a:pt x="669598" y="537447"/>
                  <a:pt x="669735" y="535911"/>
                  <a:pt x="669378" y="534483"/>
                </a:cubicBezTo>
                <a:cubicBezTo>
                  <a:pt x="669011" y="533202"/>
                  <a:pt x="668288" y="532059"/>
                  <a:pt x="667202" y="531310"/>
                </a:cubicBezTo>
                <a:lnTo>
                  <a:pt x="666764" y="531080"/>
                </a:lnTo>
                <a:lnTo>
                  <a:pt x="653396" y="523362"/>
                </a:lnTo>
                <a:cubicBezTo>
                  <a:pt x="649182" y="520921"/>
                  <a:pt x="646565" y="516203"/>
                  <a:pt x="647077" y="511054"/>
                </a:cubicBezTo>
                <a:cubicBezTo>
                  <a:pt x="647369" y="508146"/>
                  <a:pt x="647515" y="505286"/>
                  <a:pt x="647515" y="502488"/>
                </a:cubicBezTo>
                <a:cubicBezTo>
                  <a:pt x="647515" y="499871"/>
                  <a:pt x="647369" y="497210"/>
                  <a:pt x="647077" y="494513"/>
                </a:cubicBezTo>
                <a:cubicBezTo>
                  <a:pt x="646420" y="489474"/>
                  <a:pt x="648750" y="484292"/>
                  <a:pt x="653396" y="481592"/>
                </a:cubicBezTo>
                <a:lnTo>
                  <a:pt x="666764" y="473865"/>
                </a:lnTo>
                <a:cubicBezTo>
                  <a:pt x="668071" y="473097"/>
                  <a:pt x="669014" y="471852"/>
                  <a:pt x="669380" y="470462"/>
                </a:cubicBezTo>
                <a:cubicBezTo>
                  <a:pt x="669747" y="469027"/>
                  <a:pt x="669600" y="467500"/>
                  <a:pt x="668869" y="466182"/>
                </a:cubicBezTo>
                <a:lnTo>
                  <a:pt x="645259" y="425335"/>
                </a:lnTo>
                <a:cubicBezTo>
                  <a:pt x="645113" y="425124"/>
                  <a:pt x="644967" y="424898"/>
                  <a:pt x="644830" y="424686"/>
                </a:cubicBezTo>
                <a:cubicBezTo>
                  <a:pt x="644098" y="423371"/>
                  <a:pt x="642866" y="422475"/>
                  <a:pt x="641484" y="422091"/>
                </a:cubicBezTo>
                <a:cubicBezTo>
                  <a:pt x="640169" y="421751"/>
                  <a:pt x="638787" y="421826"/>
                  <a:pt x="637561" y="422412"/>
                </a:cubicBezTo>
                <a:lnTo>
                  <a:pt x="637222" y="422615"/>
                </a:lnTo>
                <a:lnTo>
                  <a:pt x="623837" y="430342"/>
                </a:lnTo>
                <a:cubicBezTo>
                  <a:pt x="619622" y="432774"/>
                  <a:pt x="614199" y="432694"/>
                  <a:pt x="609975" y="429684"/>
                </a:cubicBezTo>
                <a:cubicBezTo>
                  <a:pt x="607680" y="428047"/>
                  <a:pt x="605266" y="426503"/>
                  <a:pt x="602743" y="425038"/>
                </a:cubicBezTo>
                <a:lnTo>
                  <a:pt x="602760" y="425011"/>
                </a:lnTo>
                <a:cubicBezTo>
                  <a:pt x="600620" y="423784"/>
                  <a:pt x="598408" y="422624"/>
                  <a:pt x="596105" y="421537"/>
                </a:cubicBezTo>
                <a:cubicBezTo>
                  <a:pt x="591157" y="419754"/>
                  <a:pt x="587610" y="415010"/>
                  <a:pt x="587610" y="409441"/>
                </a:cubicBezTo>
                <a:lnTo>
                  <a:pt x="587610" y="393986"/>
                </a:lnTo>
                <a:cubicBezTo>
                  <a:pt x="587610" y="392459"/>
                  <a:pt x="586987" y="391070"/>
                  <a:pt x="585972" y="390064"/>
                </a:cubicBezTo>
                <a:cubicBezTo>
                  <a:pt x="584957" y="389057"/>
                  <a:pt x="583577" y="388435"/>
                  <a:pt x="582050" y="388435"/>
                </a:cubicBezTo>
                <a:lnTo>
                  <a:pt x="534079" y="388435"/>
                </a:lnTo>
                <a:cubicBezTo>
                  <a:pt x="532562" y="388435"/>
                  <a:pt x="531171" y="389057"/>
                  <a:pt x="530165" y="390064"/>
                </a:cubicBezTo>
                <a:cubicBezTo>
                  <a:pt x="529150" y="391079"/>
                  <a:pt x="528528" y="392459"/>
                  <a:pt x="528528" y="393986"/>
                </a:cubicBezTo>
                <a:lnTo>
                  <a:pt x="528528" y="409295"/>
                </a:lnTo>
                <a:cubicBezTo>
                  <a:pt x="528582" y="414224"/>
                  <a:pt x="525774" y="418969"/>
                  <a:pt x="520994" y="421145"/>
                </a:cubicBezTo>
                <a:cubicBezTo>
                  <a:pt x="518051" y="422481"/>
                  <a:pt x="515500" y="423779"/>
                  <a:pt x="513332" y="425023"/>
                </a:cubicBezTo>
                <a:cubicBezTo>
                  <a:pt x="511100" y="426312"/>
                  <a:pt x="508826" y="427767"/>
                  <a:pt x="506501" y="429402"/>
                </a:cubicBezTo>
                <a:cubicBezTo>
                  <a:pt x="502507" y="432456"/>
                  <a:pt x="496898" y="432986"/>
                  <a:pt x="492282" y="430306"/>
                </a:cubicBezTo>
                <a:lnTo>
                  <a:pt x="478914" y="422588"/>
                </a:lnTo>
                <a:lnTo>
                  <a:pt x="478914" y="422561"/>
                </a:lnTo>
                <a:cubicBezTo>
                  <a:pt x="477626" y="421821"/>
                  <a:pt x="476099" y="421684"/>
                  <a:pt x="474691" y="422059"/>
                </a:cubicBezTo>
                <a:cubicBezTo>
                  <a:pt x="473301" y="422433"/>
                  <a:pt x="472056" y="423330"/>
                  <a:pt x="471288" y="424654"/>
                </a:cubicBezTo>
                <a:lnTo>
                  <a:pt x="471271" y="424654"/>
                </a:lnTo>
                <a:cubicBezTo>
                  <a:pt x="471271" y="424654"/>
                  <a:pt x="447304" y="466150"/>
                  <a:pt x="447304" y="466150"/>
                </a:cubicBezTo>
                <a:cubicBezTo>
                  <a:pt x="446545" y="467457"/>
                  <a:pt x="446408" y="468993"/>
                  <a:pt x="446782" y="470430"/>
                </a:cubicBezTo>
                <a:cubicBezTo>
                  <a:pt x="447149" y="471821"/>
                  <a:pt x="448045" y="473056"/>
                  <a:pt x="449369" y="473833"/>
                </a:cubicBezTo>
                <a:close/>
                <a:moveTo>
                  <a:pt x="149910" y="499862"/>
                </a:moveTo>
                <a:cubicBezTo>
                  <a:pt x="149891" y="500722"/>
                  <a:pt x="149882" y="501600"/>
                  <a:pt x="149882" y="502469"/>
                </a:cubicBezTo>
                <a:cubicBezTo>
                  <a:pt x="149882" y="503356"/>
                  <a:pt x="149882" y="504226"/>
                  <a:pt x="149910" y="505104"/>
                </a:cubicBezTo>
                <a:lnTo>
                  <a:pt x="143352" y="508890"/>
                </a:lnTo>
                <a:cubicBezTo>
                  <a:pt x="135890" y="513197"/>
                  <a:pt x="130880" y="520147"/>
                  <a:pt x="128814" y="527862"/>
                </a:cubicBezTo>
                <a:cubicBezTo>
                  <a:pt x="126749" y="535554"/>
                  <a:pt x="127636" y="544058"/>
                  <a:pt x="131943" y="551535"/>
                </a:cubicBezTo>
                <a:lnTo>
                  <a:pt x="155544" y="592409"/>
                </a:lnTo>
                <a:cubicBezTo>
                  <a:pt x="155672" y="592647"/>
                  <a:pt x="155800" y="592885"/>
                  <a:pt x="155928" y="593132"/>
                </a:cubicBezTo>
                <a:cubicBezTo>
                  <a:pt x="160235" y="600594"/>
                  <a:pt x="167185" y="605604"/>
                  <a:pt x="174900" y="607670"/>
                </a:cubicBezTo>
                <a:cubicBezTo>
                  <a:pt x="182297" y="609655"/>
                  <a:pt x="190426" y="608914"/>
                  <a:pt x="197685" y="605026"/>
                </a:cubicBezTo>
                <a:cubicBezTo>
                  <a:pt x="197996" y="604881"/>
                  <a:pt x="198308" y="604717"/>
                  <a:pt x="198626" y="604541"/>
                </a:cubicBezTo>
                <a:lnTo>
                  <a:pt x="205163" y="600755"/>
                </a:lnTo>
                <a:lnTo>
                  <a:pt x="206690" y="601669"/>
                </a:lnTo>
                <a:cubicBezTo>
                  <a:pt x="206919" y="601823"/>
                  <a:pt x="207148" y="601961"/>
                  <a:pt x="207383" y="602097"/>
                </a:cubicBezTo>
                <a:cubicBezTo>
                  <a:pt x="208142" y="602547"/>
                  <a:pt x="208920" y="602976"/>
                  <a:pt x="209696" y="603404"/>
                </a:cubicBezTo>
                <a:lnTo>
                  <a:pt x="209696" y="610947"/>
                </a:lnTo>
                <a:lnTo>
                  <a:pt x="209652" y="610947"/>
                </a:lnTo>
                <a:cubicBezTo>
                  <a:pt x="209652" y="619570"/>
                  <a:pt x="213164" y="627386"/>
                  <a:pt x="218823" y="633047"/>
                </a:cubicBezTo>
                <a:cubicBezTo>
                  <a:pt x="224483" y="638709"/>
                  <a:pt x="232309" y="642219"/>
                  <a:pt x="240933" y="642219"/>
                </a:cubicBezTo>
                <a:lnTo>
                  <a:pt x="288903" y="642219"/>
                </a:lnTo>
                <a:cubicBezTo>
                  <a:pt x="297526" y="642219"/>
                  <a:pt x="305342" y="638706"/>
                  <a:pt x="311004" y="633047"/>
                </a:cubicBezTo>
                <a:cubicBezTo>
                  <a:pt x="316665" y="627386"/>
                  <a:pt x="320165" y="619570"/>
                  <a:pt x="320165" y="610947"/>
                </a:cubicBezTo>
                <a:lnTo>
                  <a:pt x="320121" y="610947"/>
                </a:lnTo>
                <a:lnTo>
                  <a:pt x="320121" y="603404"/>
                </a:lnTo>
                <a:cubicBezTo>
                  <a:pt x="320870" y="602984"/>
                  <a:pt x="321629" y="602553"/>
                  <a:pt x="322407" y="602106"/>
                </a:cubicBezTo>
                <a:cubicBezTo>
                  <a:pt x="323165" y="601669"/>
                  <a:pt x="323934" y="601219"/>
                  <a:pt x="324675" y="600770"/>
                </a:cubicBezTo>
                <a:lnTo>
                  <a:pt x="331202" y="604538"/>
                </a:lnTo>
                <a:lnTo>
                  <a:pt x="331202" y="604520"/>
                </a:lnTo>
                <a:lnTo>
                  <a:pt x="331256" y="604538"/>
                </a:lnTo>
                <a:cubicBezTo>
                  <a:pt x="338727" y="608854"/>
                  <a:pt x="347231" y="609732"/>
                  <a:pt x="354920" y="607667"/>
                </a:cubicBezTo>
                <a:cubicBezTo>
                  <a:pt x="362308" y="605681"/>
                  <a:pt x="368984" y="601020"/>
                  <a:pt x="373318" y="594079"/>
                </a:cubicBezTo>
                <a:lnTo>
                  <a:pt x="373491" y="593822"/>
                </a:lnTo>
                <a:lnTo>
                  <a:pt x="373473" y="593822"/>
                </a:lnTo>
                <a:cubicBezTo>
                  <a:pt x="373473" y="593822"/>
                  <a:pt x="373883" y="593129"/>
                  <a:pt x="373883" y="593129"/>
                </a:cubicBezTo>
                <a:lnTo>
                  <a:pt x="373866" y="593111"/>
                </a:lnTo>
                <a:lnTo>
                  <a:pt x="397869" y="551525"/>
                </a:lnTo>
                <a:cubicBezTo>
                  <a:pt x="402185" y="544055"/>
                  <a:pt x="403063" y="535541"/>
                  <a:pt x="400998" y="527853"/>
                </a:cubicBezTo>
                <a:cubicBezTo>
                  <a:pt x="399021" y="520475"/>
                  <a:pt x="394321" y="513798"/>
                  <a:pt x="387335" y="509437"/>
                </a:cubicBezTo>
                <a:cubicBezTo>
                  <a:pt x="387052" y="509235"/>
                  <a:pt x="386757" y="509053"/>
                  <a:pt x="386456" y="508881"/>
                </a:cubicBezTo>
                <a:lnTo>
                  <a:pt x="379899" y="505094"/>
                </a:lnTo>
                <a:cubicBezTo>
                  <a:pt x="379917" y="504226"/>
                  <a:pt x="379917" y="503347"/>
                  <a:pt x="379917" y="502478"/>
                </a:cubicBezTo>
                <a:cubicBezTo>
                  <a:pt x="379917" y="501600"/>
                  <a:pt x="379917" y="500722"/>
                  <a:pt x="379890" y="499853"/>
                </a:cubicBezTo>
                <a:lnTo>
                  <a:pt x="386448" y="496066"/>
                </a:lnTo>
                <a:lnTo>
                  <a:pt x="386430" y="496049"/>
                </a:lnTo>
                <a:cubicBezTo>
                  <a:pt x="393910" y="491714"/>
                  <a:pt x="398920" y="484783"/>
                  <a:pt x="400988" y="477094"/>
                </a:cubicBezTo>
                <a:cubicBezTo>
                  <a:pt x="403054" y="469402"/>
                  <a:pt x="402176" y="460898"/>
                  <a:pt x="397860" y="453430"/>
                </a:cubicBezTo>
                <a:lnTo>
                  <a:pt x="374077" y="412217"/>
                </a:lnTo>
                <a:cubicBezTo>
                  <a:pt x="373922" y="411943"/>
                  <a:pt x="373767" y="411669"/>
                  <a:pt x="373592" y="411404"/>
                </a:cubicBezTo>
                <a:cubicBezTo>
                  <a:pt x="369249" y="404162"/>
                  <a:pt x="362444" y="399308"/>
                  <a:pt x="354910" y="397287"/>
                </a:cubicBezTo>
                <a:cubicBezTo>
                  <a:pt x="347514" y="395301"/>
                  <a:pt x="339376" y="396033"/>
                  <a:pt x="332116" y="399929"/>
                </a:cubicBezTo>
                <a:cubicBezTo>
                  <a:pt x="331807" y="400076"/>
                  <a:pt x="331503" y="400239"/>
                  <a:pt x="331193" y="400415"/>
                </a:cubicBezTo>
                <a:lnTo>
                  <a:pt x="324657" y="404192"/>
                </a:lnTo>
                <a:lnTo>
                  <a:pt x="323130" y="403287"/>
                </a:lnTo>
                <a:cubicBezTo>
                  <a:pt x="322900" y="403132"/>
                  <a:pt x="322671" y="402986"/>
                  <a:pt x="322436" y="402849"/>
                </a:cubicBezTo>
                <a:cubicBezTo>
                  <a:pt x="321677" y="402412"/>
                  <a:pt x="320900" y="401981"/>
                  <a:pt x="320114" y="401552"/>
                </a:cubicBezTo>
                <a:lnTo>
                  <a:pt x="320114" y="394018"/>
                </a:lnTo>
                <a:lnTo>
                  <a:pt x="320159" y="394018"/>
                </a:lnTo>
                <a:cubicBezTo>
                  <a:pt x="320159" y="385396"/>
                  <a:pt x="316647" y="377567"/>
                  <a:pt x="310998" y="371908"/>
                </a:cubicBezTo>
                <a:cubicBezTo>
                  <a:pt x="305336" y="366247"/>
                  <a:pt x="297519" y="362747"/>
                  <a:pt x="288896" y="362747"/>
                </a:cubicBezTo>
                <a:lnTo>
                  <a:pt x="240927" y="362747"/>
                </a:lnTo>
                <a:cubicBezTo>
                  <a:pt x="232304" y="362747"/>
                  <a:pt x="224474" y="366259"/>
                  <a:pt x="218816" y="371908"/>
                </a:cubicBezTo>
                <a:cubicBezTo>
                  <a:pt x="213155" y="377578"/>
                  <a:pt x="209645" y="385395"/>
                  <a:pt x="209645" y="394018"/>
                </a:cubicBezTo>
                <a:lnTo>
                  <a:pt x="209645" y="401581"/>
                </a:lnTo>
                <a:cubicBezTo>
                  <a:pt x="208913" y="401992"/>
                  <a:pt x="208172" y="402415"/>
                  <a:pt x="207404" y="402844"/>
                </a:cubicBezTo>
                <a:cubicBezTo>
                  <a:pt x="206645" y="403293"/>
                  <a:pt x="205877" y="403731"/>
                  <a:pt x="205135" y="404189"/>
                </a:cubicBezTo>
                <a:lnTo>
                  <a:pt x="198608" y="400421"/>
                </a:lnTo>
                <a:lnTo>
                  <a:pt x="198608" y="400447"/>
                </a:lnTo>
                <a:lnTo>
                  <a:pt x="198555" y="400421"/>
                </a:lnTo>
                <a:cubicBezTo>
                  <a:pt x="191093" y="396105"/>
                  <a:pt x="182580" y="395226"/>
                  <a:pt x="174891" y="397292"/>
                </a:cubicBezTo>
                <a:cubicBezTo>
                  <a:pt x="167503" y="399269"/>
                  <a:pt x="160827" y="403948"/>
                  <a:pt x="156502" y="410871"/>
                </a:cubicBezTo>
                <a:lnTo>
                  <a:pt x="156319" y="411127"/>
                </a:lnTo>
                <a:lnTo>
                  <a:pt x="156319" y="411145"/>
                </a:lnTo>
                <a:cubicBezTo>
                  <a:pt x="156319" y="411145"/>
                  <a:pt x="155918" y="411829"/>
                  <a:pt x="155918" y="411829"/>
                </a:cubicBezTo>
                <a:lnTo>
                  <a:pt x="155945" y="411829"/>
                </a:lnTo>
                <a:lnTo>
                  <a:pt x="131932" y="453427"/>
                </a:lnTo>
                <a:cubicBezTo>
                  <a:pt x="127616" y="460898"/>
                  <a:pt x="126739" y="469402"/>
                  <a:pt x="128804" y="477091"/>
                </a:cubicBezTo>
                <a:cubicBezTo>
                  <a:pt x="130870" y="484818"/>
                  <a:pt x="135892" y="491756"/>
                  <a:pt x="143342" y="496063"/>
                </a:cubicBezTo>
                <a:lnTo>
                  <a:pt x="149899" y="499850"/>
                </a:lnTo>
                <a:close/>
                <a:moveTo>
                  <a:pt x="156220" y="473874"/>
                </a:moveTo>
                <a:lnTo>
                  <a:pt x="169578" y="481592"/>
                </a:lnTo>
                <a:cubicBezTo>
                  <a:pt x="173766" y="484033"/>
                  <a:pt x="176400" y="488751"/>
                  <a:pt x="175915" y="493900"/>
                </a:cubicBezTo>
                <a:cubicBezTo>
                  <a:pt x="175642" y="496808"/>
                  <a:pt x="175504" y="499668"/>
                  <a:pt x="175504" y="502466"/>
                </a:cubicBezTo>
                <a:cubicBezTo>
                  <a:pt x="175504" y="505083"/>
                  <a:pt x="175632" y="507744"/>
                  <a:pt x="175879" y="510441"/>
                </a:cubicBezTo>
                <a:cubicBezTo>
                  <a:pt x="176594" y="515471"/>
                  <a:pt x="174269" y="520662"/>
                  <a:pt x="169608" y="523362"/>
                </a:cubicBezTo>
                <a:lnTo>
                  <a:pt x="156231" y="531089"/>
                </a:lnTo>
                <a:cubicBezTo>
                  <a:pt x="154906" y="531848"/>
                  <a:pt x="154019" y="533102"/>
                  <a:pt x="153636" y="534492"/>
                </a:cubicBezTo>
                <a:cubicBezTo>
                  <a:pt x="153260" y="535917"/>
                  <a:pt x="153397" y="537454"/>
                  <a:pt x="154156" y="538772"/>
                </a:cubicBezTo>
                <a:lnTo>
                  <a:pt x="177731" y="579610"/>
                </a:lnTo>
                <a:cubicBezTo>
                  <a:pt x="177877" y="579831"/>
                  <a:pt x="178005" y="580048"/>
                  <a:pt x="178142" y="580268"/>
                </a:cubicBezTo>
                <a:cubicBezTo>
                  <a:pt x="178901" y="581584"/>
                  <a:pt x="180154" y="582480"/>
                  <a:pt x="181544" y="582855"/>
                </a:cubicBezTo>
                <a:cubicBezTo>
                  <a:pt x="182833" y="583194"/>
                  <a:pt x="184205" y="583119"/>
                  <a:pt x="185440" y="582533"/>
                </a:cubicBezTo>
                <a:lnTo>
                  <a:pt x="185771" y="582340"/>
                </a:lnTo>
                <a:lnTo>
                  <a:pt x="199148" y="574613"/>
                </a:lnTo>
                <a:cubicBezTo>
                  <a:pt x="203362" y="572181"/>
                  <a:pt x="208795" y="572252"/>
                  <a:pt x="213009" y="575262"/>
                </a:cubicBezTo>
                <a:cubicBezTo>
                  <a:pt x="215242" y="576833"/>
                  <a:pt x="217427" y="578271"/>
                  <a:pt x="219575" y="579542"/>
                </a:cubicBezTo>
                <a:cubicBezTo>
                  <a:pt x="219805" y="579652"/>
                  <a:pt x="220025" y="579780"/>
                  <a:pt x="220242" y="579899"/>
                </a:cubicBezTo>
                <a:cubicBezTo>
                  <a:pt x="222811" y="581381"/>
                  <a:pt x="225344" y="582697"/>
                  <a:pt x="227842" y="583831"/>
                </a:cubicBezTo>
                <a:cubicBezTo>
                  <a:pt x="232259" y="585852"/>
                  <a:pt x="235331" y="590314"/>
                  <a:pt x="235331" y="595491"/>
                </a:cubicBezTo>
                <a:lnTo>
                  <a:pt x="235331" y="610945"/>
                </a:lnTo>
                <a:lnTo>
                  <a:pt x="235375" y="610945"/>
                </a:lnTo>
                <a:cubicBezTo>
                  <a:pt x="235375" y="612463"/>
                  <a:pt x="236006" y="613862"/>
                  <a:pt x="237021" y="614867"/>
                </a:cubicBezTo>
                <a:cubicBezTo>
                  <a:pt x="238036" y="615873"/>
                  <a:pt x="239417" y="616505"/>
                  <a:pt x="240944" y="616505"/>
                </a:cubicBezTo>
                <a:lnTo>
                  <a:pt x="288914" y="616505"/>
                </a:lnTo>
                <a:cubicBezTo>
                  <a:pt x="290432" y="616505"/>
                  <a:pt x="291822" y="615873"/>
                  <a:pt x="292829" y="614867"/>
                </a:cubicBezTo>
                <a:cubicBezTo>
                  <a:pt x="293835" y="613862"/>
                  <a:pt x="294466" y="612463"/>
                  <a:pt x="294466" y="610945"/>
                </a:cubicBezTo>
                <a:lnTo>
                  <a:pt x="294519" y="610945"/>
                </a:lnTo>
                <a:lnTo>
                  <a:pt x="294519" y="596634"/>
                </a:lnTo>
                <a:cubicBezTo>
                  <a:pt x="294043" y="591347"/>
                  <a:pt x="296906" y="586100"/>
                  <a:pt x="302009" y="583787"/>
                </a:cubicBezTo>
                <a:cubicBezTo>
                  <a:pt x="304952" y="582441"/>
                  <a:pt x="307512" y="581153"/>
                  <a:pt x="309670" y="579899"/>
                </a:cubicBezTo>
                <a:cubicBezTo>
                  <a:pt x="311902" y="578619"/>
                  <a:pt x="314168" y="577155"/>
                  <a:pt x="316493" y="575521"/>
                </a:cubicBezTo>
                <a:cubicBezTo>
                  <a:pt x="320498" y="572467"/>
                  <a:pt x="326095" y="571928"/>
                  <a:pt x="330721" y="574616"/>
                </a:cubicBezTo>
                <a:lnTo>
                  <a:pt x="343303" y="581876"/>
                </a:lnTo>
                <a:cubicBezTo>
                  <a:pt x="343752" y="582096"/>
                  <a:pt x="344190" y="582352"/>
                  <a:pt x="344618" y="582626"/>
                </a:cubicBezTo>
                <a:cubicBezTo>
                  <a:pt x="345797" y="583120"/>
                  <a:pt x="347098" y="583174"/>
                  <a:pt x="348312" y="582855"/>
                </a:cubicBezTo>
                <a:cubicBezTo>
                  <a:pt x="349547" y="582524"/>
                  <a:pt x="350673" y="581778"/>
                  <a:pt x="351440" y="580679"/>
                </a:cubicBezTo>
                <a:cubicBezTo>
                  <a:pt x="351643" y="580304"/>
                  <a:pt x="351860" y="579920"/>
                  <a:pt x="352107" y="579563"/>
                </a:cubicBezTo>
                <a:lnTo>
                  <a:pt x="352125" y="579581"/>
                </a:lnTo>
                <a:lnTo>
                  <a:pt x="375691" y="538781"/>
                </a:lnTo>
                <a:cubicBezTo>
                  <a:pt x="376450" y="537466"/>
                  <a:pt x="376587" y="535930"/>
                  <a:pt x="376212" y="534501"/>
                </a:cubicBezTo>
                <a:cubicBezTo>
                  <a:pt x="375863" y="533221"/>
                  <a:pt x="375104" y="532078"/>
                  <a:pt x="374018" y="531328"/>
                </a:cubicBezTo>
                <a:lnTo>
                  <a:pt x="373616" y="531098"/>
                </a:lnTo>
                <a:lnTo>
                  <a:pt x="360257" y="523380"/>
                </a:lnTo>
                <a:cubicBezTo>
                  <a:pt x="356060" y="520939"/>
                  <a:pt x="353435" y="516222"/>
                  <a:pt x="353911" y="511072"/>
                </a:cubicBezTo>
                <a:cubicBezTo>
                  <a:pt x="354194" y="508165"/>
                  <a:pt x="354322" y="505304"/>
                  <a:pt x="354322" y="502494"/>
                </a:cubicBezTo>
                <a:cubicBezTo>
                  <a:pt x="354322" y="499886"/>
                  <a:pt x="354194" y="497216"/>
                  <a:pt x="353956" y="494529"/>
                </a:cubicBezTo>
                <a:cubicBezTo>
                  <a:pt x="353233" y="489498"/>
                  <a:pt x="355566" y="484307"/>
                  <a:pt x="360228" y="481607"/>
                </a:cubicBezTo>
                <a:lnTo>
                  <a:pt x="373613" y="473880"/>
                </a:lnTo>
                <a:lnTo>
                  <a:pt x="373631" y="473897"/>
                </a:lnTo>
                <a:lnTo>
                  <a:pt x="373667" y="473880"/>
                </a:lnTo>
                <a:cubicBezTo>
                  <a:pt x="374956" y="473138"/>
                  <a:pt x="375825" y="471886"/>
                  <a:pt x="376208" y="470478"/>
                </a:cubicBezTo>
                <a:cubicBezTo>
                  <a:pt x="376584" y="469043"/>
                  <a:pt x="376447" y="467507"/>
                  <a:pt x="375688" y="466197"/>
                </a:cubicBezTo>
                <a:lnTo>
                  <a:pt x="351702" y="424648"/>
                </a:lnTo>
                <a:cubicBezTo>
                  <a:pt x="350961" y="423359"/>
                  <a:pt x="349708" y="422481"/>
                  <a:pt x="348300" y="422106"/>
                </a:cubicBezTo>
                <a:cubicBezTo>
                  <a:pt x="347012" y="421767"/>
                  <a:pt x="345630" y="421841"/>
                  <a:pt x="344412" y="422427"/>
                </a:cubicBezTo>
                <a:lnTo>
                  <a:pt x="344073" y="422630"/>
                </a:lnTo>
                <a:lnTo>
                  <a:pt x="330696" y="430357"/>
                </a:lnTo>
                <a:cubicBezTo>
                  <a:pt x="326473" y="432789"/>
                  <a:pt x="321059" y="432709"/>
                  <a:pt x="316835" y="429699"/>
                </a:cubicBezTo>
                <a:cubicBezTo>
                  <a:pt x="314614" y="428119"/>
                  <a:pt x="312417" y="426681"/>
                  <a:pt x="310269" y="425419"/>
                </a:cubicBezTo>
                <a:cubicBezTo>
                  <a:pt x="310048" y="425300"/>
                  <a:pt x="309819" y="425190"/>
                  <a:pt x="309602" y="425053"/>
                </a:cubicBezTo>
                <a:cubicBezTo>
                  <a:pt x="307033" y="423570"/>
                  <a:pt x="304491" y="422255"/>
                  <a:pt x="302002" y="421121"/>
                </a:cubicBezTo>
                <a:cubicBezTo>
                  <a:pt x="297585" y="419100"/>
                  <a:pt x="294514" y="414638"/>
                  <a:pt x="294514" y="409470"/>
                </a:cubicBezTo>
                <a:lnTo>
                  <a:pt x="294514" y="394016"/>
                </a:lnTo>
                <a:lnTo>
                  <a:pt x="294460" y="394016"/>
                </a:lnTo>
                <a:cubicBezTo>
                  <a:pt x="294460" y="392490"/>
                  <a:pt x="293838" y="391099"/>
                  <a:pt x="292823" y="390093"/>
                </a:cubicBezTo>
                <a:cubicBezTo>
                  <a:pt x="291808" y="389088"/>
                  <a:pt x="290427" y="388465"/>
                  <a:pt x="288909" y="388465"/>
                </a:cubicBezTo>
                <a:lnTo>
                  <a:pt x="240939" y="388465"/>
                </a:lnTo>
                <a:cubicBezTo>
                  <a:pt x="239412" y="388465"/>
                  <a:pt x="238022" y="389088"/>
                  <a:pt x="237015" y="390093"/>
                </a:cubicBezTo>
                <a:cubicBezTo>
                  <a:pt x="236009" y="391108"/>
                  <a:pt x="235379" y="392490"/>
                  <a:pt x="235379" y="394016"/>
                </a:cubicBezTo>
                <a:lnTo>
                  <a:pt x="235379" y="409325"/>
                </a:lnTo>
                <a:cubicBezTo>
                  <a:pt x="235432" y="414254"/>
                  <a:pt x="232625" y="418998"/>
                  <a:pt x="227836" y="421175"/>
                </a:cubicBezTo>
                <a:cubicBezTo>
                  <a:pt x="224901" y="422511"/>
                  <a:pt x="222341" y="423809"/>
                  <a:pt x="220174" y="425053"/>
                </a:cubicBezTo>
                <a:cubicBezTo>
                  <a:pt x="217953" y="426343"/>
                  <a:pt x="215667" y="427798"/>
                  <a:pt x="213351" y="429432"/>
                </a:cubicBezTo>
                <a:cubicBezTo>
                  <a:pt x="209346" y="432486"/>
                  <a:pt x="203749" y="433015"/>
                  <a:pt x="199123" y="430337"/>
                </a:cubicBezTo>
                <a:lnTo>
                  <a:pt x="186541" y="423068"/>
                </a:lnTo>
                <a:cubicBezTo>
                  <a:pt x="186092" y="422848"/>
                  <a:pt x="185654" y="422600"/>
                  <a:pt x="185226" y="422327"/>
                </a:cubicBezTo>
                <a:cubicBezTo>
                  <a:pt x="184056" y="421824"/>
                  <a:pt x="182746" y="421771"/>
                  <a:pt x="181532" y="422089"/>
                </a:cubicBezTo>
                <a:cubicBezTo>
                  <a:pt x="180297" y="422428"/>
                  <a:pt x="179171" y="423166"/>
                  <a:pt x="178404" y="424265"/>
                </a:cubicBezTo>
                <a:cubicBezTo>
                  <a:pt x="178201" y="424649"/>
                  <a:pt x="177975" y="425023"/>
                  <a:pt x="177737" y="425390"/>
                </a:cubicBezTo>
                <a:lnTo>
                  <a:pt x="177710" y="425372"/>
                </a:lnTo>
                <a:lnTo>
                  <a:pt x="154144" y="466181"/>
                </a:lnTo>
                <a:cubicBezTo>
                  <a:pt x="153385" y="467497"/>
                  <a:pt x="153249" y="469024"/>
                  <a:pt x="153624" y="470461"/>
                </a:cubicBezTo>
                <a:cubicBezTo>
                  <a:pt x="153998" y="471851"/>
                  <a:pt x="154895" y="473087"/>
                  <a:pt x="156219" y="473863"/>
                </a:cubicBezTo>
                <a:close/>
                <a:moveTo>
                  <a:pt x="302798" y="220897"/>
                </a:moveTo>
                <a:lnTo>
                  <a:pt x="316166" y="228616"/>
                </a:lnTo>
                <a:cubicBezTo>
                  <a:pt x="320362" y="231056"/>
                  <a:pt x="322988" y="235775"/>
                  <a:pt x="322512" y="240924"/>
                </a:cubicBezTo>
                <a:cubicBezTo>
                  <a:pt x="322229" y="243831"/>
                  <a:pt x="322092" y="246692"/>
                  <a:pt x="322101" y="249502"/>
                </a:cubicBezTo>
                <a:cubicBezTo>
                  <a:pt x="322101" y="252119"/>
                  <a:pt x="322229" y="254780"/>
                  <a:pt x="322467" y="257467"/>
                </a:cubicBezTo>
                <a:cubicBezTo>
                  <a:pt x="323190" y="262498"/>
                  <a:pt x="320866" y="267701"/>
                  <a:pt x="316195" y="270389"/>
                </a:cubicBezTo>
                <a:lnTo>
                  <a:pt x="302819" y="278124"/>
                </a:lnTo>
                <a:cubicBezTo>
                  <a:pt x="301493" y="278892"/>
                  <a:pt x="300606" y="280128"/>
                  <a:pt x="300232" y="281518"/>
                </a:cubicBezTo>
                <a:cubicBezTo>
                  <a:pt x="299848" y="282943"/>
                  <a:pt x="299994" y="284488"/>
                  <a:pt x="300744" y="285807"/>
                </a:cubicBezTo>
                <a:lnTo>
                  <a:pt x="324318" y="326645"/>
                </a:lnTo>
                <a:cubicBezTo>
                  <a:pt x="324456" y="326866"/>
                  <a:pt x="324592" y="327083"/>
                  <a:pt x="324729" y="327303"/>
                </a:cubicBezTo>
                <a:cubicBezTo>
                  <a:pt x="325488" y="328619"/>
                  <a:pt x="326742" y="329515"/>
                  <a:pt x="328131" y="329890"/>
                </a:cubicBezTo>
                <a:cubicBezTo>
                  <a:pt x="329420" y="330229"/>
                  <a:pt x="330792" y="330154"/>
                  <a:pt x="332019" y="329569"/>
                </a:cubicBezTo>
                <a:lnTo>
                  <a:pt x="332358" y="329366"/>
                </a:lnTo>
                <a:lnTo>
                  <a:pt x="345735" y="321638"/>
                </a:lnTo>
                <a:cubicBezTo>
                  <a:pt x="349950" y="319207"/>
                  <a:pt x="355382" y="319287"/>
                  <a:pt x="359597" y="322297"/>
                </a:cubicBezTo>
                <a:cubicBezTo>
                  <a:pt x="361892" y="323934"/>
                  <a:pt x="364306" y="325478"/>
                  <a:pt x="366830" y="326943"/>
                </a:cubicBezTo>
                <a:lnTo>
                  <a:pt x="366830" y="326961"/>
                </a:lnTo>
                <a:cubicBezTo>
                  <a:pt x="368952" y="328187"/>
                  <a:pt x="371172" y="329348"/>
                  <a:pt x="373467" y="330434"/>
                </a:cubicBezTo>
                <a:cubicBezTo>
                  <a:pt x="378423" y="332217"/>
                  <a:pt x="381962" y="336962"/>
                  <a:pt x="381962" y="342531"/>
                </a:cubicBezTo>
                <a:lnTo>
                  <a:pt x="381962" y="357977"/>
                </a:lnTo>
                <a:cubicBezTo>
                  <a:pt x="381962" y="359504"/>
                  <a:pt x="382593" y="360894"/>
                  <a:pt x="383599" y="361900"/>
                </a:cubicBezTo>
                <a:cubicBezTo>
                  <a:pt x="384614" y="362906"/>
                  <a:pt x="385995" y="363537"/>
                  <a:pt x="387513" y="363537"/>
                </a:cubicBezTo>
                <a:lnTo>
                  <a:pt x="435484" y="363537"/>
                </a:lnTo>
                <a:cubicBezTo>
                  <a:pt x="437011" y="363537"/>
                  <a:pt x="438400" y="362906"/>
                  <a:pt x="439406" y="361900"/>
                </a:cubicBezTo>
                <a:cubicBezTo>
                  <a:pt x="440413" y="360894"/>
                  <a:pt x="441044" y="359504"/>
                  <a:pt x="441044" y="357977"/>
                </a:cubicBezTo>
                <a:lnTo>
                  <a:pt x="441044" y="342680"/>
                </a:lnTo>
                <a:cubicBezTo>
                  <a:pt x="440999" y="337742"/>
                  <a:pt x="443797" y="332998"/>
                  <a:pt x="448586" y="330822"/>
                </a:cubicBezTo>
                <a:cubicBezTo>
                  <a:pt x="451531" y="329485"/>
                  <a:pt x="454081" y="328188"/>
                  <a:pt x="456248" y="326943"/>
                </a:cubicBezTo>
                <a:cubicBezTo>
                  <a:pt x="458481" y="325655"/>
                  <a:pt x="460746" y="324199"/>
                  <a:pt x="463070" y="322565"/>
                </a:cubicBezTo>
                <a:cubicBezTo>
                  <a:pt x="467077" y="319512"/>
                  <a:pt x="472673" y="318981"/>
                  <a:pt x="477298" y="321660"/>
                </a:cubicBezTo>
                <a:lnTo>
                  <a:pt x="490666" y="329379"/>
                </a:lnTo>
                <a:lnTo>
                  <a:pt x="490666" y="329405"/>
                </a:lnTo>
                <a:cubicBezTo>
                  <a:pt x="491955" y="330147"/>
                  <a:pt x="493482" y="330283"/>
                  <a:pt x="494890" y="329908"/>
                </a:cubicBezTo>
                <a:cubicBezTo>
                  <a:pt x="496280" y="329543"/>
                  <a:pt x="497516" y="328637"/>
                  <a:pt x="498292" y="327322"/>
                </a:cubicBezTo>
                <a:lnTo>
                  <a:pt x="498319" y="327322"/>
                </a:lnTo>
                <a:cubicBezTo>
                  <a:pt x="498319" y="327322"/>
                  <a:pt x="522286" y="285826"/>
                  <a:pt x="522286" y="285826"/>
                </a:cubicBezTo>
                <a:cubicBezTo>
                  <a:pt x="523045" y="284510"/>
                  <a:pt x="523182" y="282975"/>
                  <a:pt x="522798" y="281537"/>
                </a:cubicBezTo>
                <a:cubicBezTo>
                  <a:pt x="522432" y="280147"/>
                  <a:pt x="521536" y="278902"/>
                  <a:pt x="520212" y="278143"/>
                </a:cubicBezTo>
                <a:lnTo>
                  <a:pt x="506844" y="270425"/>
                </a:lnTo>
                <a:cubicBezTo>
                  <a:pt x="502647" y="267984"/>
                  <a:pt x="500013" y="263266"/>
                  <a:pt x="500506" y="258117"/>
                </a:cubicBezTo>
                <a:cubicBezTo>
                  <a:pt x="500781" y="255209"/>
                  <a:pt x="500917" y="252348"/>
                  <a:pt x="500917" y="249551"/>
                </a:cubicBezTo>
                <a:cubicBezTo>
                  <a:pt x="500917" y="246934"/>
                  <a:pt x="500789" y="244273"/>
                  <a:pt x="500551" y="241586"/>
                </a:cubicBezTo>
                <a:cubicBezTo>
                  <a:pt x="499828" y="236546"/>
                  <a:pt x="502152" y="231352"/>
                  <a:pt x="506823" y="228655"/>
                </a:cubicBezTo>
                <a:lnTo>
                  <a:pt x="520200" y="220928"/>
                </a:lnTo>
                <a:cubicBezTo>
                  <a:pt x="521525" y="220169"/>
                  <a:pt x="522412" y="218925"/>
                  <a:pt x="522787" y="217526"/>
                </a:cubicBezTo>
                <a:cubicBezTo>
                  <a:pt x="523171" y="216109"/>
                  <a:pt x="523024" y="214564"/>
                  <a:pt x="522275" y="213245"/>
                </a:cubicBezTo>
                <a:lnTo>
                  <a:pt x="498691" y="172407"/>
                </a:lnTo>
                <a:cubicBezTo>
                  <a:pt x="498546" y="172187"/>
                  <a:pt x="498409" y="171969"/>
                  <a:pt x="498290" y="171748"/>
                </a:cubicBezTo>
                <a:cubicBezTo>
                  <a:pt x="497522" y="170433"/>
                  <a:pt x="496277" y="169537"/>
                  <a:pt x="494888" y="169162"/>
                </a:cubicBezTo>
                <a:cubicBezTo>
                  <a:pt x="493488" y="168787"/>
                  <a:pt x="491961" y="168924"/>
                  <a:pt x="490664" y="169683"/>
                </a:cubicBezTo>
                <a:lnTo>
                  <a:pt x="477278" y="177411"/>
                </a:lnTo>
                <a:cubicBezTo>
                  <a:pt x="473064" y="179852"/>
                  <a:pt x="467641" y="179771"/>
                  <a:pt x="463417" y="176762"/>
                </a:cubicBezTo>
                <a:cubicBezTo>
                  <a:pt x="461131" y="175133"/>
                  <a:pt x="458708" y="173579"/>
                  <a:pt x="456192" y="172115"/>
                </a:cubicBezTo>
                <a:lnTo>
                  <a:pt x="456211" y="172097"/>
                </a:lnTo>
                <a:cubicBezTo>
                  <a:pt x="454061" y="170871"/>
                  <a:pt x="451850" y="169710"/>
                  <a:pt x="449555" y="168623"/>
                </a:cubicBezTo>
                <a:cubicBezTo>
                  <a:pt x="444599" y="166840"/>
                  <a:pt x="441051" y="162096"/>
                  <a:pt x="441051" y="156527"/>
                </a:cubicBezTo>
                <a:lnTo>
                  <a:pt x="441051" y="141073"/>
                </a:lnTo>
                <a:cubicBezTo>
                  <a:pt x="441051" y="139555"/>
                  <a:pt x="440429" y="138165"/>
                  <a:pt x="439414" y="137159"/>
                </a:cubicBezTo>
                <a:cubicBezTo>
                  <a:pt x="438408" y="136152"/>
                  <a:pt x="437017" y="135512"/>
                  <a:pt x="435491" y="135512"/>
                </a:cubicBezTo>
                <a:lnTo>
                  <a:pt x="387521" y="135512"/>
                </a:lnTo>
                <a:cubicBezTo>
                  <a:pt x="386002" y="135512"/>
                  <a:pt x="384612" y="136143"/>
                  <a:pt x="383607" y="137159"/>
                </a:cubicBezTo>
                <a:cubicBezTo>
                  <a:pt x="382601" y="138165"/>
                  <a:pt x="381969" y="139555"/>
                  <a:pt x="381969" y="141073"/>
                </a:cubicBezTo>
                <a:lnTo>
                  <a:pt x="381969" y="156381"/>
                </a:lnTo>
                <a:cubicBezTo>
                  <a:pt x="382023" y="161320"/>
                  <a:pt x="379225" y="166064"/>
                  <a:pt x="374436" y="168239"/>
                </a:cubicBezTo>
                <a:cubicBezTo>
                  <a:pt x="371492" y="169576"/>
                  <a:pt x="368941" y="170874"/>
                  <a:pt x="366774" y="172118"/>
                </a:cubicBezTo>
                <a:cubicBezTo>
                  <a:pt x="364541" y="173398"/>
                  <a:pt x="362268" y="174863"/>
                  <a:pt x="359943" y="176496"/>
                </a:cubicBezTo>
                <a:cubicBezTo>
                  <a:pt x="355948" y="179560"/>
                  <a:pt x="350340" y="180089"/>
                  <a:pt x="345724" y="177410"/>
                </a:cubicBezTo>
                <a:lnTo>
                  <a:pt x="332356" y="169692"/>
                </a:lnTo>
                <a:lnTo>
                  <a:pt x="332356" y="169674"/>
                </a:lnTo>
                <a:cubicBezTo>
                  <a:pt x="331058" y="168933"/>
                  <a:pt x="329540" y="168796"/>
                  <a:pt x="328132" y="169171"/>
                </a:cubicBezTo>
                <a:cubicBezTo>
                  <a:pt x="326724" y="169546"/>
                  <a:pt x="325471" y="170424"/>
                  <a:pt x="324730" y="171704"/>
                </a:cubicBezTo>
                <a:lnTo>
                  <a:pt x="300744" y="213254"/>
                </a:lnTo>
                <a:cubicBezTo>
                  <a:pt x="299985" y="214570"/>
                  <a:pt x="299848" y="216105"/>
                  <a:pt x="300232" y="217534"/>
                </a:cubicBezTo>
                <a:cubicBezTo>
                  <a:pt x="300563" y="218814"/>
                  <a:pt x="301322" y="219957"/>
                  <a:pt x="302418" y="220716"/>
                </a:cubicBezTo>
                <a:lnTo>
                  <a:pt x="302819" y="220936"/>
                </a:lnTo>
                <a:close/>
              </a:path>
            </a:pathLst>
          </a:custGeom>
          <a:solidFill>
            <a:schemeClr val="bg1"/>
          </a:solidFill>
          <a:ln w="762" cap="flat">
            <a:noFill/>
            <a:prstDash val="solid"/>
            <a:miter/>
          </a:ln>
        </p:spPr>
        <p:txBody>
          <a:bodyPr rtlCol="0" anchor="ctr"/>
          <a:lstStyle/>
          <a:p>
            <a:endParaRPr lang="en-GB"/>
          </a:p>
        </p:txBody>
      </p:sp>
      <p:grpSp>
        <p:nvGrpSpPr>
          <p:cNvPr id="40" name="Group 39">
            <a:extLst>
              <a:ext uri="{FF2B5EF4-FFF2-40B4-BE49-F238E27FC236}">
                <a16:creationId xmlns:a16="http://schemas.microsoft.com/office/drawing/2014/main" id="{7EA8D273-84B6-D3DA-D3BA-E43C425F63E9}"/>
              </a:ext>
            </a:extLst>
          </p:cNvPr>
          <p:cNvGrpSpPr>
            <a:grpSpLocks noChangeAspect="1"/>
          </p:cNvGrpSpPr>
          <p:nvPr/>
        </p:nvGrpSpPr>
        <p:grpSpPr>
          <a:xfrm>
            <a:off x="9959284" y="2372365"/>
            <a:ext cx="478599" cy="480913"/>
            <a:chOff x="10656888" y="4908551"/>
            <a:chExt cx="1312863" cy="1319213"/>
          </a:xfrm>
          <a:solidFill>
            <a:schemeClr val="bg1"/>
          </a:solidFill>
        </p:grpSpPr>
        <p:sp>
          <p:nvSpPr>
            <p:cNvPr id="41" name="Freeform 608">
              <a:extLst>
                <a:ext uri="{FF2B5EF4-FFF2-40B4-BE49-F238E27FC236}">
                  <a16:creationId xmlns:a16="http://schemas.microsoft.com/office/drawing/2014/main" id="{F7D4E54B-8B4E-3E9A-0100-6A4A08743220}"/>
                </a:ext>
              </a:extLst>
            </p:cNvPr>
            <p:cNvSpPr>
              <a:spLocks noEditPoints="1"/>
            </p:cNvSpPr>
            <p:nvPr/>
          </p:nvSpPr>
          <p:spPr bwMode="auto">
            <a:xfrm>
              <a:off x="10671176" y="4908551"/>
              <a:ext cx="1298575" cy="933450"/>
            </a:xfrm>
            <a:custGeom>
              <a:avLst/>
              <a:gdLst>
                <a:gd name="T0" fmla="*/ 10 w 3182"/>
                <a:gd name="T1" fmla="*/ 1887 h 2285"/>
                <a:gd name="T2" fmla="*/ 1191 w 3182"/>
                <a:gd name="T3" fmla="*/ 2065 h 2285"/>
                <a:gd name="T4" fmla="*/ 1328 w 3182"/>
                <a:gd name="T5" fmla="*/ 2053 h 2285"/>
                <a:gd name="T6" fmla="*/ 1488 w 3182"/>
                <a:gd name="T7" fmla="*/ 2105 h 2285"/>
                <a:gd name="T8" fmla="*/ 1698 w 3182"/>
                <a:gd name="T9" fmla="*/ 2280 h 2285"/>
                <a:gd name="T10" fmla="*/ 1919 w 3182"/>
                <a:gd name="T11" fmla="*/ 2101 h 2285"/>
                <a:gd name="T12" fmla="*/ 2166 w 3182"/>
                <a:gd name="T13" fmla="*/ 2100 h 2285"/>
                <a:gd name="T14" fmla="*/ 2335 w 3182"/>
                <a:gd name="T15" fmla="*/ 1825 h 2285"/>
                <a:gd name="T16" fmla="*/ 2206 w 3182"/>
                <a:gd name="T17" fmla="*/ 1707 h 2285"/>
                <a:gd name="T18" fmla="*/ 2424 w 3182"/>
                <a:gd name="T19" fmla="*/ 1690 h 2285"/>
                <a:gd name="T20" fmla="*/ 2871 w 3182"/>
                <a:gd name="T21" fmla="*/ 1654 h 2285"/>
                <a:gd name="T22" fmla="*/ 3116 w 3182"/>
                <a:gd name="T23" fmla="*/ 1405 h 2285"/>
                <a:gd name="T24" fmla="*/ 3179 w 3182"/>
                <a:gd name="T25" fmla="*/ 1067 h 2285"/>
                <a:gd name="T26" fmla="*/ 3035 w 3182"/>
                <a:gd name="T27" fmla="*/ 749 h 2285"/>
                <a:gd name="T28" fmla="*/ 2671 w 3182"/>
                <a:gd name="T29" fmla="*/ 557 h 2285"/>
                <a:gd name="T30" fmla="*/ 2223 w 3182"/>
                <a:gd name="T31" fmla="*/ 696 h 2285"/>
                <a:gd name="T32" fmla="*/ 2021 w 3182"/>
                <a:gd name="T33" fmla="*/ 1112 h 2285"/>
                <a:gd name="T34" fmla="*/ 1931 w 3182"/>
                <a:gd name="T35" fmla="*/ 1193 h 2285"/>
                <a:gd name="T36" fmla="*/ 1860 w 3182"/>
                <a:gd name="T37" fmla="*/ 992 h 2285"/>
                <a:gd name="T38" fmla="*/ 1638 w 3182"/>
                <a:gd name="T39" fmla="*/ 0 h 2285"/>
                <a:gd name="T40" fmla="*/ 1634 w 3182"/>
                <a:gd name="T41" fmla="*/ 112 h 2285"/>
                <a:gd name="T42" fmla="*/ 1582 w 3182"/>
                <a:gd name="T43" fmla="*/ 984 h 2285"/>
                <a:gd name="T44" fmla="*/ 1512 w 3182"/>
                <a:gd name="T45" fmla="*/ 1143 h 2285"/>
                <a:gd name="T46" fmla="*/ 1291 w 3182"/>
                <a:gd name="T47" fmla="*/ 1203 h 2285"/>
                <a:gd name="T48" fmla="*/ 1112 w 3182"/>
                <a:gd name="T49" fmla="*/ 1350 h 2285"/>
                <a:gd name="T50" fmla="*/ 1103 w 3182"/>
                <a:gd name="T51" fmla="*/ 1499 h 2285"/>
                <a:gd name="T52" fmla="*/ 1185 w 3182"/>
                <a:gd name="T53" fmla="*/ 1638 h 2285"/>
                <a:gd name="T54" fmla="*/ 1098 w 3182"/>
                <a:gd name="T55" fmla="*/ 1786 h 2285"/>
                <a:gd name="T56" fmla="*/ 1085 w 3182"/>
                <a:gd name="T57" fmla="*/ 1890 h 2285"/>
                <a:gd name="T58" fmla="*/ 146 w 3182"/>
                <a:gd name="T59" fmla="*/ 1886 h 2285"/>
                <a:gd name="T60" fmla="*/ 101 w 3182"/>
                <a:gd name="T61" fmla="*/ 1198 h 2285"/>
                <a:gd name="T62" fmla="*/ 1521 w 3182"/>
                <a:gd name="T63" fmla="*/ 90 h 2285"/>
                <a:gd name="T64" fmla="*/ 2993 w 3182"/>
                <a:gd name="T65" fmla="*/ 840 h 2285"/>
                <a:gd name="T66" fmla="*/ 3078 w 3182"/>
                <a:gd name="T67" fmla="*/ 1252 h 2285"/>
                <a:gd name="T68" fmla="*/ 2922 w 3182"/>
                <a:gd name="T69" fmla="*/ 1509 h 2285"/>
                <a:gd name="T70" fmla="*/ 2638 w 3182"/>
                <a:gd name="T71" fmla="*/ 1630 h 2285"/>
                <a:gd name="T72" fmla="*/ 2357 w 3182"/>
                <a:gd name="T73" fmla="*/ 1566 h 2285"/>
                <a:gd name="T74" fmla="*/ 2319 w 3182"/>
                <a:gd name="T75" fmla="*/ 1473 h 2285"/>
                <a:gd name="T76" fmla="*/ 2209 w 3182"/>
                <a:gd name="T77" fmla="*/ 1232 h 2285"/>
                <a:gd name="T78" fmla="*/ 2102 w 3182"/>
                <a:gd name="T79" fmla="*/ 1161 h 2285"/>
                <a:gd name="T80" fmla="*/ 2192 w 3182"/>
                <a:gd name="T81" fmla="*/ 865 h 2285"/>
                <a:gd name="T82" fmla="*/ 2466 w 3182"/>
                <a:gd name="T83" fmla="*/ 663 h 2285"/>
                <a:gd name="T84" fmla="*/ 2816 w 3182"/>
                <a:gd name="T85" fmla="*/ 692 h 2285"/>
                <a:gd name="T86" fmla="*/ 1828 w 3182"/>
                <a:gd name="T87" fmla="*/ 1235 h 2285"/>
                <a:gd name="T88" fmla="*/ 2078 w 3182"/>
                <a:gd name="T89" fmla="*/ 1318 h 2285"/>
                <a:gd name="T90" fmla="*/ 2215 w 3182"/>
                <a:gd name="T91" fmla="*/ 1433 h 2285"/>
                <a:gd name="T92" fmla="*/ 2117 w 3182"/>
                <a:gd name="T93" fmla="*/ 1535 h 2285"/>
                <a:gd name="T94" fmla="*/ 2146 w 3182"/>
                <a:gd name="T95" fmla="*/ 1794 h 2285"/>
                <a:gd name="T96" fmla="*/ 2164 w 3182"/>
                <a:gd name="T97" fmla="*/ 1961 h 2285"/>
                <a:gd name="T98" fmla="*/ 1971 w 3182"/>
                <a:gd name="T99" fmla="*/ 1962 h 2285"/>
                <a:gd name="T100" fmla="*/ 1783 w 3182"/>
                <a:gd name="T101" fmla="*/ 2115 h 2285"/>
                <a:gd name="T102" fmla="*/ 1603 w 3182"/>
                <a:gd name="T103" fmla="*/ 2106 h 2285"/>
                <a:gd name="T104" fmla="*/ 1464 w 3182"/>
                <a:gd name="T105" fmla="*/ 1991 h 2285"/>
                <a:gd name="T106" fmla="*/ 1254 w 3182"/>
                <a:gd name="T107" fmla="*/ 1987 h 2285"/>
                <a:gd name="T108" fmla="*/ 1180 w 3182"/>
                <a:gd name="T109" fmla="*/ 1836 h 2285"/>
                <a:gd name="T110" fmla="*/ 1277 w 3182"/>
                <a:gd name="T111" fmla="*/ 1684 h 2285"/>
                <a:gd name="T112" fmla="*/ 1168 w 3182"/>
                <a:gd name="T113" fmla="*/ 1437 h 2285"/>
                <a:gd name="T114" fmla="*/ 1286 w 3182"/>
                <a:gd name="T115" fmla="*/ 1301 h 2285"/>
                <a:gd name="T116" fmla="*/ 1546 w 3182"/>
                <a:gd name="T117" fmla="*/ 1248 h 2285"/>
                <a:gd name="T118" fmla="*/ 1601 w 3182"/>
                <a:gd name="T119" fmla="*/ 1083 h 2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182" h="2285">
                  <a:moveTo>
                    <a:pt x="391" y="87"/>
                  </a:moveTo>
                  <a:lnTo>
                    <a:pt x="291" y="193"/>
                  </a:lnTo>
                  <a:lnTo>
                    <a:pt x="155" y="347"/>
                  </a:lnTo>
                  <a:lnTo>
                    <a:pt x="0" y="518"/>
                  </a:lnTo>
                  <a:lnTo>
                    <a:pt x="5" y="1202"/>
                  </a:lnTo>
                  <a:lnTo>
                    <a:pt x="10" y="1887"/>
                  </a:lnTo>
                  <a:lnTo>
                    <a:pt x="65" y="1935"/>
                  </a:lnTo>
                  <a:lnTo>
                    <a:pt x="118" y="1983"/>
                  </a:lnTo>
                  <a:lnTo>
                    <a:pt x="633" y="1983"/>
                  </a:lnTo>
                  <a:lnTo>
                    <a:pt x="1146" y="1983"/>
                  </a:lnTo>
                  <a:lnTo>
                    <a:pt x="1178" y="2042"/>
                  </a:lnTo>
                  <a:lnTo>
                    <a:pt x="1191" y="2065"/>
                  </a:lnTo>
                  <a:lnTo>
                    <a:pt x="1208" y="2087"/>
                  </a:lnTo>
                  <a:lnTo>
                    <a:pt x="1220" y="2095"/>
                  </a:lnTo>
                  <a:lnTo>
                    <a:pt x="1241" y="2097"/>
                  </a:lnTo>
                  <a:lnTo>
                    <a:pt x="1280" y="2081"/>
                  </a:lnTo>
                  <a:lnTo>
                    <a:pt x="1308" y="2065"/>
                  </a:lnTo>
                  <a:lnTo>
                    <a:pt x="1328" y="2053"/>
                  </a:lnTo>
                  <a:lnTo>
                    <a:pt x="1355" y="2041"/>
                  </a:lnTo>
                  <a:lnTo>
                    <a:pt x="1375" y="2040"/>
                  </a:lnTo>
                  <a:lnTo>
                    <a:pt x="1397" y="2052"/>
                  </a:lnTo>
                  <a:lnTo>
                    <a:pt x="1413" y="2063"/>
                  </a:lnTo>
                  <a:lnTo>
                    <a:pt x="1456" y="2089"/>
                  </a:lnTo>
                  <a:lnTo>
                    <a:pt x="1488" y="2105"/>
                  </a:lnTo>
                  <a:lnTo>
                    <a:pt x="1495" y="2108"/>
                  </a:lnTo>
                  <a:lnTo>
                    <a:pt x="1507" y="2121"/>
                  </a:lnTo>
                  <a:lnTo>
                    <a:pt x="1518" y="2156"/>
                  </a:lnTo>
                  <a:lnTo>
                    <a:pt x="1521" y="2195"/>
                  </a:lnTo>
                  <a:lnTo>
                    <a:pt x="1526" y="2275"/>
                  </a:lnTo>
                  <a:lnTo>
                    <a:pt x="1698" y="2280"/>
                  </a:lnTo>
                  <a:lnTo>
                    <a:pt x="1868" y="2285"/>
                  </a:lnTo>
                  <a:lnTo>
                    <a:pt x="1868" y="2210"/>
                  </a:lnTo>
                  <a:lnTo>
                    <a:pt x="1868" y="2186"/>
                  </a:lnTo>
                  <a:lnTo>
                    <a:pt x="1873" y="2152"/>
                  </a:lnTo>
                  <a:lnTo>
                    <a:pt x="1888" y="2127"/>
                  </a:lnTo>
                  <a:lnTo>
                    <a:pt x="1919" y="2101"/>
                  </a:lnTo>
                  <a:lnTo>
                    <a:pt x="1943" y="2085"/>
                  </a:lnTo>
                  <a:lnTo>
                    <a:pt x="2020" y="2033"/>
                  </a:lnTo>
                  <a:lnTo>
                    <a:pt x="2085" y="2067"/>
                  </a:lnTo>
                  <a:lnTo>
                    <a:pt x="2112" y="2080"/>
                  </a:lnTo>
                  <a:lnTo>
                    <a:pt x="2157" y="2098"/>
                  </a:lnTo>
                  <a:lnTo>
                    <a:pt x="2166" y="2100"/>
                  </a:lnTo>
                  <a:lnTo>
                    <a:pt x="2171" y="2098"/>
                  </a:lnTo>
                  <a:lnTo>
                    <a:pt x="2188" y="2078"/>
                  </a:lnTo>
                  <a:lnTo>
                    <a:pt x="2227" y="2022"/>
                  </a:lnTo>
                  <a:lnTo>
                    <a:pt x="2287" y="1925"/>
                  </a:lnTo>
                  <a:lnTo>
                    <a:pt x="2330" y="1843"/>
                  </a:lnTo>
                  <a:lnTo>
                    <a:pt x="2335" y="1825"/>
                  </a:lnTo>
                  <a:lnTo>
                    <a:pt x="2331" y="1816"/>
                  </a:lnTo>
                  <a:lnTo>
                    <a:pt x="2295" y="1784"/>
                  </a:lnTo>
                  <a:lnTo>
                    <a:pt x="2268" y="1767"/>
                  </a:lnTo>
                  <a:lnTo>
                    <a:pt x="2247" y="1753"/>
                  </a:lnTo>
                  <a:lnTo>
                    <a:pt x="2219" y="1731"/>
                  </a:lnTo>
                  <a:lnTo>
                    <a:pt x="2206" y="1707"/>
                  </a:lnTo>
                  <a:lnTo>
                    <a:pt x="2201" y="1672"/>
                  </a:lnTo>
                  <a:lnTo>
                    <a:pt x="2201" y="1647"/>
                  </a:lnTo>
                  <a:lnTo>
                    <a:pt x="2201" y="1568"/>
                  </a:lnTo>
                  <a:lnTo>
                    <a:pt x="2296" y="1627"/>
                  </a:lnTo>
                  <a:lnTo>
                    <a:pt x="2342" y="1653"/>
                  </a:lnTo>
                  <a:lnTo>
                    <a:pt x="2424" y="1690"/>
                  </a:lnTo>
                  <a:lnTo>
                    <a:pt x="2504" y="1710"/>
                  </a:lnTo>
                  <a:lnTo>
                    <a:pt x="2592" y="1716"/>
                  </a:lnTo>
                  <a:lnTo>
                    <a:pt x="2643" y="1713"/>
                  </a:lnTo>
                  <a:lnTo>
                    <a:pt x="2694" y="1709"/>
                  </a:lnTo>
                  <a:lnTo>
                    <a:pt x="2788" y="1689"/>
                  </a:lnTo>
                  <a:lnTo>
                    <a:pt x="2871" y="1654"/>
                  </a:lnTo>
                  <a:lnTo>
                    <a:pt x="2948" y="1605"/>
                  </a:lnTo>
                  <a:lnTo>
                    <a:pt x="2985" y="1573"/>
                  </a:lnTo>
                  <a:lnTo>
                    <a:pt x="3008" y="1552"/>
                  </a:lnTo>
                  <a:lnTo>
                    <a:pt x="3049" y="1505"/>
                  </a:lnTo>
                  <a:lnTo>
                    <a:pt x="3085" y="1456"/>
                  </a:lnTo>
                  <a:lnTo>
                    <a:pt x="3116" y="1405"/>
                  </a:lnTo>
                  <a:lnTo>
                    <a:pt x="3140" y="1351"/>
                  </a:lnTo>
                  <a:lnTo>
                    <a:pt x="3159" y="1296"/>
                  </a:lnTo>
                  <a:lnTo>
                    <a:pt x="3173" y="1239"/>
                  </a:lnTo>
                  <a:lnTo>
                    <a:pt x="3181" y="1182"/>
                  </a:lnTo>
                  <a:lnTo>
                    <a:pt x="3182" y="1124"/>
                  </a:lnTo>
                  <a:lnTo>
                    <a:pt x="3179" y="1067"/>
                  </a:lnTo>
                  <a:lnTo>
                    <a:pt x="3169" y="1010"/>
                  </a:lnTo>
                  <a:lnTo>
                    <a:pt x="3154" y="954"/>
                  </a:lnTo>
                  <a:lnTo>
                    <a:pt x="3133" y="900"/>
                  </a:lnTo>
                  <a:lnTo>
                    <a:pt x="3106" y="847"/>
                  </a:lnTo>
                  <a:lnTo>
                    <a:pt x="3073" y="797"/>
                  </a:lnTo>
                  <a:lnTo>
                    <a:pt x="3035" y="749"/>
                  </a:lnTo>
                  <a:lnTo>
                    <a:pt x="3013" y="727"/>
                  </a:lnTo>
                  <a:lnTo>
                    <a:pt x="2979" y="694"/>
                  </a:lnTo>
                  <a:lnTo>
                    <a:pt x="2906" y="641"/>
                  </a:lnTo>
                  <a:lnTo>
                    <a:pt x="2830" y="600"/>
                  </a:lnTo>
                  <a:lnTo>
                    <a:pt x="2751" y="573"/>
                  </a:lnTo>
                  <a:lnTo>
                    <a:pt x="2671" y="557"/>
                  </a:lnTo>
                  <a:lnTo>
                    <a:pt x="2590" y="554"/>
                  </a:lnTo>
                  <a:lnTo>
                    <a:pt x="2510" y="561"/>
                  </a:lnTo>
                  <a:lnTo>
                    <a:pt x="2432" y="580"/>
                  </a:lnTo>
                  <a:lnTo>
                    <a:pt x="2358" y="609"/>
                  </a:lnTo>
                  <a:lnTo>
                    <a:pt x="2288" y="648"/>
                  </a:lnTo>
                  <a:lnTo>
                    <a:pt x="2223" y="696"/>
                  </a:lnTo>
                  <a:lnTo>
                    <a:pt x="2165" y="754"/>
                  </a:lnTo>
                  <a:lnTo>
                    <a:pt x="2116" y="820"/>
                  </a:lnTo>
                  <a:lnTo>
                    <a:pt x="2075" y="894"/>
                  </a:lnTo>
                  <a:lnTo>
                    <a:pt x="2044" y="975"/>
                  </a:lnTo>
                  <a:lnTo>
                    <a:pt x="2026" y="1064"/>
                  </a:lnTo>
                  <a:lnTo>
                    <a:pt x="2021" y="1112"/>
                  </a:lnTo>
                  <a:lnTo>
                    <a:pt x="2017" y="1161"/>
                  </a:lnTo>
                  <a:lnTo>
                    <a:pt x="2010" y="1212"/>
                  </a:lnTo>
                  <a:lnTo>
                    <a:pt x="2006" y="1229"/>
                  </a:lnTo>
                  <a:lnTo>
                    <a:pt x="2003" y="1230"/>
                  </a:lnTo>
                  <a:lnTo>
                    <a:pt x="1981" y="1218"/>
                  </a:lnTo>
                  <a:lnTo>
                    <a:pt x="1931" y="1193"/>
                  </a:lnTo>
                  <a:lnTo>
                    <a:pt x="1911" y="1183"/>
                  </a:lnTo>
                  <a:lnTo>
                    <a:pt x="1885" y="1164"/>
                  </a:lnTo>
                  <a:lnTo>
                    <a:pt x="1872" y="1141"/>
                  </a:lnTo>
                  <a:lnTo>
                    <a:pt x="1866" y="1104"/>
                  </a:lnTo>
                  <a:lnTo>
                    <a:pt x="1865" y="1077"/>
                  </a:lnTo>
                  <a:lnTo>
                    <a:pt x="1860" y="992"/>
                  </a:lnTo>
                  <a:lnTo>
                    <a:pt x="1798" y="987"/>
                  </a:lnTo>
                  <a:lnTo>
                    <a:pt x="1735" y="982"/>
                  </a:lnTo>
                  <a:lnTo>
                    <a:pt x="1735" y="540"/>
                  </a:lnTo>
                  <a:lnTo>
                    <a:pt x="1735" y="97"/>
                  </a:lnTo>
                  <a:lnTo>
                    <a:pt x="1686" y="48"/>
                  </a:lnTo>
                  <a:lnTo>
                    <a:pt x="1638" y="0"/>
                  </a:lnTo>
                  <a:lnTo>
                    <a:pt x="1056" y="0"/>
                  </a:lnTo>
                  <a:lnTo>
                    <a:pt x="475" y="0"/>
                  </a:lnTo>
                  <a:lnTo>
                    <a:pt x="391" y="87"/>
                  </a:lnTo>
                  <a:close/>
                  <a:moveTo>
                    <a:pt x="1620" y="100"/>
                  </a:moveTo>
                  <a:lnTo>
                    <a:pt x="1625" y="103"/>
                  </a:lnTo>
                  <a:lnTo>
                    <a:pt x="1634" y="112"/>
                  </a:lnTo>
                  <a:lnTo>
                    <a:pt x="1643" y="139"/>
                  </a:lnTo>
                  <a:lnTo>
                    <a:pt x="1651" y="291"/>
                  </a:lnTo>
                  <a:lnTo>
                    <a:pt x="1651" y="550"/>
                  </a:lnTo>
                  <a:lnTo>
                    <a:pt x="1651" y="983"/>
                  </a:lnTo>
                  <a:lnTo>
                    <a:pt x="1605" y="983"/>
                  </a:lnTo>
                  <a:lnTo>
                    <a:pt x="1582" y="984"/>
                  </a:lnTo>
                  <a:lnTo>
                    <a:pt x="1549" y="996"/>
                  </a:lnTo>
                  <a:lnTo>
                    <a:pt x="1528" y="1021"/>
                  </a:lnTo>
                  <a:lnTo>
                    <a:pt x="1519" y="1062"/>
                  </a:lnTo>
                  <a:lnTo>
                    <a:pt x="1518" y="1090"/>
                  </a:lnTo>
                  <a:lnTo>
                    <a:pt x="1517" y="1112"/>
                  </a:lnTo>
                  <a:lnTo>
                    <a:pt x="1512" y="1143"/>
                  </a:lnTo>
                  <a:lnTo>
                    <a:pt x="1497" y="1166"/>
                  </a:lnTo>
                  <a:lnTo>
                    <a:pt x="1466" y="1189"/>
                  </a:lnTo>
                  <a:lnTo>
                    <a:pt x="1441" y="1203"/>
                  </a:lnTo>
                  <a:lnTo>
                    <a:pt x="1368" y="1248"/>
                  </a:lnTo>
                  <a:lnTo>
                    <a:pt x="1313" y="1217"/>
                  </a:lnTo>
                  <a:lnTo>
                    <a:pt x="1291" y="1203"/>
                  </a:lnTo>
                  <a:lnTo>
                    <a:pt x="1247" y="1185"/>
                  </a:lnTo>
                  <a:lnTo>
                    <a:pt x="1233" y="1183"/>
                  </a:lnTo>
                  <a:lnTo>
                    <a:pt x="1227" y="1185"/>
                  </a:lnTo>
                  <a:lnTo>
                    <a:pt x="1208" y="1204"/>
                  </a:lnTo>
                  <a:lnTo>
                    <a:pt x="1169" y="1256"/>
                  </a:lnTo>
                  <a:lnTo>
                    <a:pt x="1112" y="1350"/>
                  </a:lnTo>
                  <a:lnTo>
                    <a:pt x="1081" y="1414"/>
                  </a:lnTo>
                  <a:lnTo>
                    <a:pt x="1069" y="1445"/>
                  </a:lnTo>
                  <a:lnTo>
                    <a:pt x="1068" y="1455"/>
                  </a:lnTo>
                  <a:lnTo>
                    <a:pt x="1069" y="1460"/>
                  </a:lnTo>
                  <a:lnTo>
                    <a:pt x="1078" y="1474"/>
                  </a:lnTo>
                  <a:lnTo>
                    <a:pt x="1103" y="1499"/>
                  </a:lnTo>
                  <a:lnTo>
                    <a:pt x="1126" y="1515"/>
                  </a:lnTo>
                  <a:lnTo>
                    <a:pt x="1145" y="1526"/>
                  </a:lnTo>
                  <a:lnTo>
                    <a:pt x="1169" y="1545"/>
                  </a:lnTo>
                  <a:lnTo>
                    <a:pt x="1181" y="1570"/>
                  </a:lnTo>
                  <a:lnTo>
                    <a:pt x="1185" y="1609"/>
                  </a:lnTo>
                  <a:lnTo>
                    <a:pt x="1185" y="1638"/>
                  </a:lnTo>
                  <a:lnTo>
                    <a:pt x="1185" y="1668"/>
                  </a:lnTo>
                  <a:lnTo>
                    <a:pt x="1181" y="1708"/>
                  </a:lnTo>
                  <a:lnTo>
                    <a:pt x="1168" y="1735"/>
                  </a:lnTo>
                  <a:lnTo>
                    <a:pt x="1140" y="1758"/>
                  </a:lnTo>
                  <a:lnTo>
                    <a:pt x="1118" y="1773"/>
                  </a:lnTo>
                  <a:lnTo>
                    <a:pt x="1098" y="1786"/>
                  </a:lnTo>
                  <a:lnTo>
                    <a:pt x="1073" y="1806"/>
                  </a:lnTo>
                  <a:lnTo>
                    <a:pt x="1062" y="1823"/>
                  </a:lnTo>
                  <a:lnTo>
                    <a:pt x="1063" y="1840"/>
                  </a:lnTo>
                  <a:lnTo>
                    <a:pt x="1068" y="1850"/>
                  </a:lnTo>
                  <a:lnTo>
                    <a:pt x="1081" y="1876"/>
                  </a:lnTo>
                  <a:lnTo>
                    <a:pt x="1085" y="1890"/>
                  </a:lnTo>
                  <a:lnTo>
                    <a:pt x="1077" y="1893"/>
                  </a:lnTo>
                  <a:lnTo>
                    <a:pt x="1002" y="1898"/>
                  </a:lnTo>
                  <a:lnTo>
                    <a:pt x="796" y="1901"/>
                  </a:lnTo>
                  <a:lnTo>
                    <a:pt x="446" y="1898"/>
                  </a:lnTo>
                  <a:lnTo>
                    <a:pt x="231" y="1892"/>
                  </a:lnTo>
                  <a:lnTo>
                    <a:pt x="146" y="1886"/>
                  </a:lnTo>
                  <a:lnTo>
                    <a:pt x="133" y="1883"/>
                  </a:lnTo>
                  <a:lnTo>
                    <a:pt x="128" y="1880"/>
                  </a:lnTo>
                  <a:lnTo>
                    <a:pt x="119" y="1870"/>
                  </a:lnTo>
                  <a:lnTo>
                    <a:pt x="110" y="1833"/>
                  </a:lnTo>
                  <a:lnTo>
                    <a:pt x="102" y="1604"/>
                  </a:lnTo>
                  <a:lnTo>
                    <a:pt x="101" y="1198"/>
                  </a:lnTo>
                  <a:lnTo>
                    <a:pt x="101" y="532"/>
                  </a:lnTo>
                  <a:lnTo>
                    <a:pt x="305" y="307"/>
                  </a:lnTo>
                  <a:lnTo>
                    <a:pt x="506" y="83"/>
                  </a:lnTo>
                  <a:lnTo>
                    <a:pt x="1046" y="83"/>
                  </a:lnTo>
                  <a:lnTo>
                    <a:pt x="1286" y="84"/>
                  </a:lnTo>
                  <a:lnTo>
                    <a:pt x="1521" y="90"/>
                  </a:lnTo>
                  <a:lnTo>
                    <a:pt x="1606" y="96"/>
                  </a:lnTo>
                  <a:lnTo>
                    <a:pt x="1620" y="100"/>
                  </a:lnTo>
                  <a:close/>
                  <a:moveTo>
                    <a:pt x="2838" y="705"/>
                  </a:moveTo>
                  <a:lnTo>
                    <a:pt x="2875" y="728"/>
                  </a:lnTo>
                  <a:lnTo>
                    <a:pt x="2939" y="780"/>
                  </a:lnTo>
                  <a:lnTo>
                    <a:pt x="2993" y="840"/>
                  </a:lnTo>
                  <a:lnTo>
                    <a:pt x="3036" y="907"/>
                  </a:lnTo>
                  <a:lnTo>
                    <a:pt x="3068" y="978"/>
                  </a:lnTo>
                  <a:lnTo>
                    <a:pt x="3087" y="1054"/>
                  </a:lnTo>
                  <a:lnTo>
                    <a:pt x="3093" y="1132"/>
                  </a:lnTo>
                  <a:lnTo>
                    <a:pt x="3087" y="1212"/>
                  </a:lnTo>
                  <a:lnTo>
                    <a:pt x="3078" y="1252"/>
                  </a:lnTo>
                  <a:lnTo>
                    <a:pt x="3070" y="1280"/>
                  </a:lnTo>
                  <a:lnTo>
                    <a:pt x="3050" y="1334"/>
                  </a:lnTo>
                  <a:lnTo>
                    <a:pt x="3024" y="1384"/>
                  </a:lnTo>
                  <a:lnTo>
                    <a:pt x="2994" y="1430"/>
                  </a:lnTo>
                  <a:lnTo>
                    <a:pt x="2960" y="1472"/>
                  </a:lnTo>
                  <a:lnTo>
                    <a:pt x="2922" y="1509"/>
                  </a:lnTo>
                  <a:lnTo>
                    <a:pt x="2881" y="1542"/>
                  </a:lnTo>
                  <a:lnTo>
                    <a:pt x="2836" y="1570"/>
                  </a:lnTo>
                  <a:lnTo>
                    <a:pt x="2789" y="1593"/>
                  </a:lnTo>
                  <a:lnTo>
                    <a:pt x="2740" y="1611"/>
                  </a:lnTo>
                  <a:lnTo>
                    <a:pt x="2690" y="1623"/>
                  </a:lnTo>
                  <a:lnTo>
                    <a:pt x="2638" y="1630"/>
                  </a:lnTo>
                  <a:lnTo>
                    <a:pt x="2585" y="1631"/>
                  </a:lnTo>
                  <a:lnTo>
                    <a:pt x="2531" y="1626"/>
                  </a:lnTo>
                  <a:lnTo>
                    <a:pt x="2478" y="1614"/>
                  </a:lnTo>
                  <a:lnTo>
                    <a:pt x="2424" y="1597"/>
                  </a:lnTo>
                  <a:lnTo>
                    <a:pt x="2398" y="1585"/>
                  </a:lnTo>
                  <a:lnTo>
                    <a:pt x="2357" y="1566"/>
                  </a:lnTo>
                  <a:lnTo>
                    <a:pt x="2306" y="1539"/>
                  </a:lnTo>
                  <a:lnTo>
                    <a:pt x="2291" y="1524"/>
                  </a:lnTo>
                  <a:lnTo>
                    <a:pt x="2289" y="1514"/>
                  </a:lnTo>
                  <a:lnTo>
                    <a:pt x="2296" y="1498"/>
                  </a:lnTo>
                  <a:lnTo>
                    <a:pt x="2308" y="1485"/>
                  </a:lnTo>
                  <a:lnTo>
                    <a:pt x="2319" y="1473"/>
                  </a:lnTo>
                  <a:lnTo>
                    <a:pt x="2328" y="1453"/>
                  </a:lnTo>
                  <a:lnTo>
                    <a:pt x="2320" y="1421"/>
                  </a:lnTo>
                  <a:lnTo>
                    <a:pt x="2290" y="1365"/>
                  </a:lnTo>
                  <a:lnTo>
                    <a:pt x="2265" y="1322"/>
                  </a:lnTo>
                  <a:lnTo>
                    <a:pt x="2243" y="1284"/>
                  </a:lnTo>
                  <a:lnTo>
                    <a:pt x="2209" y="1232"/>
                  </a:lnTo>
                  <a:lnTo>
                    <a:pt x="2182" y="1202"/>
                  </a:lnTo>
                  <a:lnTo>
                    <a:pt x="2157" y="1189"/>
                  </a:lnTo>
                  <a:lnTo>
                    <a:pt x="2143" y="1187"/>
                  </a:lnTo>
                  <a:lnTo>
                    <a:pt x="2128" y="1185"/>
                  </a:lnTo>
                  <a:lnTo>
                    <a:pt x="2109" y="1178"/>
                  </a:lnTo>
                  <a:lnTo>
                    <a:pt x="2102" y="1161"/>
                  </a:lnTo>
                  <a:lnTo>
                    <a:pt x="2103" y="1126"/>
                  </a:lnTo>
                  <a:lnTo>
                    <a:pt x="2106" y="1098"/>
                  </a:lnTo>
                  <a:lnTo>
                    <a:pt x="2112" y="1062"/>
                  </a:lnTo>
                  <a:lnTo>
                    <a:pt x="2130" y="992"/>
                  </a:lnTo>
                  <a:lnTo>
                    <a:pt x="2157" y="926"/>
                  </a:lnTo>
                  <a:lnTo>
                    <a:pt x="2192" y="865"/>
                  </a:lnTo>
                  <a:lnTo>
                    <a:pt x="2234" y="810"/>
                  </a:lnTo>
                  <a:lnTo>
                    <a:pt x="2283" y="761"/>
                  </a:lnTo>
                  <a:lnTo>
                    <a:pt x="2339" y="719"/>
                  </a:lnTo>
                  <a:lnTo>
                    <a:pt x="2400" y="685"/>
                  </a:lnTo>
                  <a:lnTo>
                    <a:pt x="2433" y="672"/>
                  </a:lnTo>
                  <a:lnTo>
                    <a:pt x="2466" y="663"/>
                  </a:lnTo>
                  <a:lnTo>
                    <a:pt x="2566" y="654"/>
                  </a:lnTo>
                  <a:lnTo>
                    <a:pt x="2628" y="655"/>
                  </a:lnTo>
                  <a:lnTo>
                    <a:pt x="2667" y="657"/>
                  </a:lnTo>
                  <a:lnTo>
                    <a:pt x="2727" y="663"/>
                  </a:lnTo>
                  <a:lnTo>
                    <a:pt x="2774" y="674"/>
                  </a:lnTo>
                  <a:lnTo>
                    <a:pt x="2816" y="692"/>
                  </a:lnTo>
                  <a:lnTo>
                    <a:pt x="2838" y="705"/>
                  </a:lnTo>
                  <a:close/>
                  <a:moveTo>
                    <a:pt x="1785" y="1152"/>
                  </a:moveTo>
                  <a:lnTo>
                    <a:pt x="1785" y="1173"/>
                  </a:lnTo>
                  <a:lnTo>
                    <a:pt x="1789" y="1202"/>
                  </a:lnTo>
                  <a:lnTo>
                    <a:pt x="1802" y="1220"/>
                  </a:lnTo>
                  <a:lnTo>
                    <a:pt x="1828" y="1235"/>
                  </a:lnTo>
                  <a:lnTo>
                    <a:pt x="1848" y="1243"/>
                  </a:lnTo>
                  <a:lnTo>
                    <a:pt x="1876" y="1256"/>
                  </a:lnTo>
                  <a:lnTo>
                    <a:pt x="1939" y="1293"/>
                  </a:lnTo>
                  <a:lnTo>
                    <a:pt x="1965" y="1312"/>
                  </a:lnTo>
                  <a:lnTo>
                    <a:pt x="2020" y="1353"/>
                  </a:lnTo>
                  <a:lnTo>
                    <a:pt x="2078" y="1318"/>
                  </a:lnTo>
                  <a:lnTo>
                    <a:pt x="2124" y="1291"/>
                  </a:lnTo>
                  <a:lnTo>
                    <a:pt x="2140" y="1283"/>
                  </a:lnTo>
                  <a:lnTo>
                    <a:pt x="2152" y="1301"/>
                  </a:lnTo>
                  <a:lnTo>
                    <a:pt x="2185" y="1360"/>
                  </a:lnTo>
                  <a:lnTo>
                    <a:pt x="2207" y="1402"/>
                  </a:lnTo>
                  <a:lnTo>
                    <a:pt x="2215" y="1433"/>
                  </a:lnTo>
                  <a:lnTo>
                    <a:pt x="2209" y="1445"/>
                  </a:lnTo>
                  <a:lnTo>
                    <a:pt x="2201" y="1450"/>
                  </a:lnTo>
                  <a:lnTo>
                    <a:pt x="2172" y="1467"/>
                  </a:lnTo>
                  <a:lnTo>
                    <a:pt x="2143" y="1490"/>
                  </a:lnTo>
                  <a:lnTo>
                    <a:pt x="2129" y="1506"/>
                  </a:lnTo>
                  <a:lnTo>
                    <a:pt x="2117" y="1535"/>
                  </a:lnTo>
                  <a:lnTo>
                    <a:pt x="2111" y="1597"/>
                  </a:lnTo>
                  <a:lnTo>
                    <a:pt x="2111" y="1643"/>
                  </a:lnTo>
                  <a:lnTo>
                    <a:pt x="2111" y="1688"/>
                  </a:lnTo>
                  <a:lnTo>
                    <a:pt x="2113" y="1744"/>
                  </a:lnTo>
                  <a:lnTo>
                    <a:pt x="2123" y="1774"/>
                  </a:lnTo>
                  <a:lnTo>
                    <a:pt x="2146" y="1794"/>
                  </a:lnTo>
                  <a:lnTo>
                    <a:pt x="2165" y="1805"/>
                  </a:lnTo>
                  <a:lnTo>
                    <a:pt x="2186" y="1818"/>
                  </a:lnTo>
                  <a:lnTo>
                    <a:pt x="2215" y="1843"/>
                  </a:lnTo>
                  <a:lnTo>
                    <a:pt x="2218" y="1850"/>
                  </a:lnTo>
                  <a:lnTo>
                    <a:pt x="2212" y="1869"/>
                  </a:lnTo>
                  <a:lnTo>
                    <a:pt x="2164" y="1961"/>
                  </a:lnTo>
                  <a:lnTo>
                    <a:pt x="2141" y="1997"/>
                  </a:lnTo>
                  <a:lnTo>
                    <a:pt x="2137" y="1997"/>
                  </a:lnTo>
                  <a:lnTo>
                    <a:pt x="2102" y="1979"/>
                  </a:lnTo>
                  <a:lnTo>
                    <a:pt x="2078" y="1965"/>
                  </a:lnTo>
                  <a:lnTo>
                    <a:pt x="2016" y="1928"/>
                  </a:lnTo>
                  <a:lnTo>
                    <a:pt x="1971" y="1962"/>
                  </a:lnTo>
                  <a:lnTo>
                    <a:pt x="1921" y="1996"/>
                  </a:lnTo>
                  <a:lnTo>
                    <a:pt x="1856" y="2032"/>
                  </a:lnTo>
                  <a:lnTo>
                    <a:pt x="1834" y="2043"/>
                  </a:lnTo>
                  <a:lnTo>
                    <a:pt x="1806" y="2062"/>
                  </a:lnTo>
                  <a:lnTo>
                    <a:pt x="1790" y="2084"/>
                  </a:lnTo>
                  <a:lnTo>
                    <a:pt x="1783" y="2115"/>
                  </a:lnTo>
                  <a:lnTo>
                    <a:pt x="1781" y="2137"/>
                  </a:lnTo>
                  <a:lnTo>
                    <a:pt x="1776" y="2208"/>
                  </a:lnTo>
                  <a:lnTo>
                    <a:pt x="1693" y="2208"/>
                  </a:lnTo>
                  <a:lnTo>
                    <a:pt x="1610" y="2208"/>
                  </a:lnTo>
                  <a:lnTo>
                    <a:pt x="1605" y="2130"/>
                  </a:lnTo>
                  <a:lnTo>
                    <a:pt x="1603" y="2106"/>
                  </a:lnTo>
                  <a:lnTo>
                    <a:pt x="1597" y="2073"/>
                  </a:lnTo>
                  <a:lnTo>
                    <a:pt x="1586" y="2054"/>
                  </a:lnTo>
                  <a:lnTo>
                    <a:pt x="1564" y="2041"/>
                  </a:lnTo>
                  <a:lnTo>
                    <a:pt x="1548" y="2035"/>
                  </a:lnTo>
                  <a:lnTo>
                    <a:pt x="1524" y="2025"/>
                  </a:lnTo>
                  <a:lnTo>
                    <a:pt x="1464" y="1991"/>
                  </a:lnTo>
                  <a:lnTo>
                    <a:pt x="1438" y="1972"/>
                  </a:lnTo>
                  <a:lnTo>
                    <a:pt x="1380" y="1927"/>
                  </a:lnTo>
                  <a:lnTo>
                    <a:pt x="1316" y="1963"/>
                  </a:lnTo>
                  <a:lnTo>
                    <a:pt x="1293" y="1977"/>
                  </a:lnTo>
                  <a:lnTo>
                    <a:pt x="1267" y="1987"/>
                  </a:lnTo>
                  <a:lnTo>
                    <a:pt x="1254" y="1987"/>
                  </a:lnTo>
                  <a:lnTo>
                    <a:pt x="1236" y="1976"/>
                  </a:lnTo>
                  <a:lnTo>
                    <a:pt x="1210" y="1936"/>
                  </a:lnTo>
                  <a:lnTo>
                    <a:pt x="1193" y="1902"/>
                  </a:lnTo>
                  <a:lnTo>
                    <a:pt x="1178" y="1871"/>
                  </a:lnTo>
                  <a:lnTo>
                    <a:pt x="1174" y="1846"/>
                  </a:lnTo>
                  <a:lnTo>
                    <a:pt x="1180" y="1836"/>
                  </a:lnTo>
                  <a:lnTo>
                    <a:pt x="1186" y="1832"/>
                  </a:lnTo>
                  <a:lnTo>
                    <a:pt x="1215" y="1815"/>
                  </a:lnTo>
                  <a:lnTo>
                    <a:pt x="1244" y="1793"/>
                  </a:lnTo>
                  <a:lnTo>
                    <a:pt x="1257" y="1777"/>
                  </a:lnTo>
                  <a:lnTo>
                    <a:pt x="1270" y="1747"/>
                  </a:lnTo>
                  <a:lnTo>
                    <a:pt x="1277" y="1684"/>
                  </a:lnTo>
                  <a:lnTo>
                    <a:pt x="1278" y="1637"/>
                  </a:lnTo>
                  <a:lnTo>
                    <a:pt x="1280" y="1502"/>
                  </a:lnTo>
                  <a:lnTo>
                    <a:pt x="1223" y="1472"/>
                  </a:lnTo>
                  <a:lnTo>
                    <a:pt x="1201" y="1460"/>
                  </a:lnTo>
                  <a:lnTo>
                    <a:pt x="1171" y="1441"/>
                  </a:lnTo>
                  <a:lnTo>
                    <a:pt x="1168" y="1437"/>
                  </a:lnTo>
                  <a:lnTo>
                    <a:pt x="1175" y="1418"/>
                  </a:lnTo>
                  <a:lnTo>
                    <a:pt x="1222" y="1330"/>
                  </a:lnTo>
                  <a:lnTo>
                    <a:pt x="1238" y="1305"/>
                  </a:lnTo>
                  <a:lnTo>
                    <a:pt x="1243" y="1299"/>
                  </a:lnTo>
                  <a:lnTo>
                    <a:pt x="1256" y="1294"/>
                  </a:lnTo>
                  <a:lnTo>
                    <a:pt x="1286" y="1301"/>
                  </a:lnTo>
                  <a:lnTo>
                    <a:pt x="1318" y="1317"/>
                  </a:lnTo>
                  <a:lnTo>
                    <a:pt x="1380" y="1348"/>
                  </a:lnTo>
                  <a:lnTo>
                    <a:pt x="1435" y="1308"/>
                  </a:lnTo>
                  <a:lnTo>
                    <a:pt x="1460" y="1291"/>
                  </a:lnTo>
                  <a:lnTo>
                    <a:pt x="1520" y="1259"/>
                  </a:lnTo>
                  <a:lnTo>
                    <a:pt x="1546" y="1248"/>
                  </a:lnTo>
                  <a:lnTo>
                    <a:pt x="1564" y="1242"/>
                  </a:lnTo>
                  <a:lnTo>
                    <a:pt x="1587" y="1230"/>
                  </a:lnTo>
                  <a:lnTo>
                    <a:pt x="1598" y="1212"/>
                  </a:lnTo>
                  <a:lnTo>
                    <a:pt x="1601" y="1180"/>
                  </a:lnTo>
                  <a:lnTo>
                    <a:pt x="1601" y="1157"/>
                  </a:lnTo>
                  <a:lnTo>
                    <a:pt x="1601" y="1083"/>
                  </a:lnTo>
                  <a:lnTo>
                    <a:pt x="1693" y="1083"/>
                  </a:lnTo>
                  <a:lnTo>
                    <a:pt x="1785" y="1083"/>
                  </a:lnTo>
                  <a:lnTo>
                    <a:pt x="1785" y="11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609">
              <a:extLst>
                <a:ext uri="{FF2B5EF4-FFF2-40B4-BE49-F238E27FC236}">
                  <a16:creationId xmlns:a16="http://schemas.microsoft.com/office/drawing/2014/main" id="{4D648CF2-D7A5-A79A-EA16-8205ACE511DF}"/>
                </a:ext>
              </a:extLst>
            </p:cNvPr>
            <p:cNvSpPr>
              <a:spLocks/>
            </p:cNvSpPr>
            <p:nvPr/>
          </p:nvSpPr>
          <p:spPr bwMode="auto">
            <a:xfrm>
              <a:off x="10874376" y="4970464"/>
              <a:ext cx="34925" cy="33338"/>
            </a:xfrm>
            <a:custGeom>
              <a:avLst/>
              <a:gdLst>
                <a:gd name="T0" fmla="*/ 0 w 84"/>
                <a:gd name="T1" fmla="*/ 42 h 83"/>
                <a:gd name="T2" fmla="*/ 1 w 84"/>
                <a:gd name="T3" fmla="*/ 53 h 83"/>
                <a:gd name="T4" fmla="*/ 5 w 84"/>
                <a:gd name="T5" fmla="*/ 70 h 83"/>
                <a:gd name="T6" fmla="*/ 14 w 84"/>
                <a:gd name="T7" fmla="*/ 79 h 83"/>
                <a:gd name="T8" fmla="*/ 30 w 84"/>
                <a:gd name="T9" fmla="*/ 83 h 83"/>
                <a:gd name="T10" fmla="*/ 42 w 84"/>
                <a:gd name="T11" fmla="*/ 83 h 83"/>
                <a:gd name="T12" fmla="*/ 54 w 84"/>
                <a:gd name="T13" fmla="*/ 83 h 83"/>
                <a:gd name="T14" fmla="*/ 70 w 84"/>
                <a:gd name="T15" fmla="*/ 79 h 83"/>
                <a:gd name="T16" fmla="*/ 80 w 84"/>
                <a:gd name="T17" fmla="*/ 70 h 83"/>
                <a:gd name="T18" fmla="*/ 83 w 84"/>
                <a:gd name="T19" fmla="*/ 53 h 83"/>
                <a:gd name="T20" fmla="*/ 84 w 84"/>
                <a:gd name="T21" fmla="*/ 42 h 83"/>
                <a:gd name="T22" fmla="*/ 83 w 84"/>
                <a:gd name="T23" fmla="*/ 30 h 83"/>
                <a:gd name="T24" fmla="*/ 80 w 84"/>
                <a:gd name="T25" fmla="*/ 14 h 83"/>
                <a:gd name="T26" fmla="*/ 70 w 84"/>
                <a:gd name="T27" fmla="*/ 4 h 83"/>
                <a:gd name="T28" fmla="*/ 54 w 84"/>
                <a:gd name="T29" fmla="*/ 0 h 83"/>
                <a:gd name="T30" fmla="*/ 42 w 84"/>
                <a:gd name="T31" fmla="*/ 0 h 83"/>
                <a:gd name="T32" fmla="*/ 30 w 84"/>
                <a:gd name="T33" fmla="*/ 0 h 83"/>
                <a:gd name="T34" fmla="*/ 14 w 84"/>
                <a:gd name="T35" fmla="*/ 4 h 83"/>
                <a:gd name="T36" fmla="*/ 5 w 84"/>
                <a:gd name="T37" fmla="*/ 14 h 83"/>
                <a:gd name="T38" fmla="*/ 1 w 84"/>
                <a:gd name="T39" fmla="*/ 30 h 83"/>
                <a:gd name="T40" fmla="*/ 0 w 84"/>
                <a:gd name="T41" fmla="*/ 42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 h="83">
                  <a:moveTo>
                    <a:pt x="0" y="42"/>
                  </a:moveTo>
                  <a:lnTo>
                    <a:pt x="1" y="53"/>
                  </a:lnTo>
                  <a:lnTo>
                    <a:pt x="5" y="70"/>
                  </a:lnTo>
                  <a:lnTo>
                    <a:pt x="14" y="79"/>
                  </a:lnTo>
                  <a:lnTo>
                    <a:pt x="30" y="83"/>
                  </a:lnTo>
                  <a:lnTo>
                    <a:pt x="42" y="83"/>
                  </a:lnTo>
                  <a:lnTo>
                    <a:pt x="54" y="83"/>
                  </a:lnTo>
                  <a:lnTo>
                    <a:pt x="70" y="79"/>
                  </a:lnTo>
                  <a:lnTo>
                    <a:pt x="80" y="70"/>
                  </a:lnTo>
                  <a:lnTo>
                    <a:pt x="83" y="53"/>
                  </a:lnTo>
                  <a:lnTo>
                    <a:pt x="84" y="42"/>
                  </a:lnTo>
                  <a:lnTo>
                    <a:pt x="83" y="30"/>
                  </a:lnTo>
                  <a:lnTo>
                    <a:pt x="80" y="14"/>
                  </a:lnTo>
                  <a:lnTo>
                    <a:pt x="70" y="4"/>
                  </a:lnTo>
                  <a:lnTo>
                    <a:pt x="54" y="0"/>
                  </a:lnTo>
                  <a:lnTo>
                    <a:pt x="42" y="0"/>
                  </a:lnTo>
                  <a:lnTo>
                    <a:pt x="30" y="0"/>
                  </a:lnTo>
                  <a:lnTo>
                    <a:pt x="14" y="4"/>
                  </a:lnTo>
                  <a:lnTo>
                    <a:pt x="5" y="14"/>
                  </a:lnTo>
                  <a:lnTo>
                    <a:pt x="1" y="3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610">
              <a:extLst>
                <a:ext uri="{FF2B5EF4-FFF2-40B4-BE49-F238E27FC236}">
                  <a16:creationId xmlns:a16="http://schemas.microsoft.com/office/drawing/2014/main" id="{BFEE1F31-081A-9A57-8921-EF6BFE888801}"/>
                </a:ext>
              </a:extLst>
            </p:cNvPr>
            <p:cNvSpPr>
              <a:spLocks noEditPoints="1"/>
            </p:cNvSpPr>
            <p:nvPr/>
          </p:nvSpPr>
          <p:spPr bwMode="auto">
            <a:xfrm>
              <a:off x="11099801" y="5018089"/>
              <a:ext cx="176213" cy="169863"/>
            </a:xfrm>
            <a:custGeom>
              <a:avLst/>
              <a:gdLst>
                <a:gd name="T0" fmla="*/ 19 w 433"/>
                <a:gd name="T1" fmla="*/ 20 h 416"/>
                <a:gd name="T2" fmla="*/ 15 w 433"/>
                <a:gd name="T3" fmla="*/ 27 h 416"/>
                <a:gd name="T4" fmla="*/ 7 w 433"/>
                <a:gd name="T5" fmla="*/ 61 h 416"/>
                <a:gd name="T6" fmla="*/ 0 w 433"/>
                <a:gd name="T7" fmla="*/ 142 h 416"/>
                <a:gd name="T8" fmla="*/ 0 w 433"/>
                <a:gd name="T9" fmla="*/ 274 h 416"/>
                <a:gd name="T10" fmla="*/ 7 w 433"/>
                <a:gd name="T11" fmla="*/ 355 h 416"/>
                <a:gd name="T12" fmla="*/ 15 w 433"/>
                <a:gd name="T13" fmla="*/ 389 h 416"/>
                <a:gd name="T14" fmla="*/ 19 w 433"/>
                <a:gd name="T15" fmla="*/ 396 h 416"/>
                <a:gd name="T16" fmla="*/ 27 w 433"/>
                <a:gd name="T17" fmla="*/ 401 h 416"/>
                <a:gd name="T18" fmla="*/ 62 w 433"/>
                <a:gd name="T19" fmla="*/ 409 h 416"/>
                <a:gd name="T20" fmla="*/ 147 w 433"/>
                <a:gd name="T21" fmla="*/ 416 h 416"/>
                <a:gd name="T22" fmla="*/ 285 w 433"/>
                <a:gd name="T23" fmla="*/ 416 h 416"/>
                <a:gd name="T24" fmla="*/ 370 w 433"/>
                <a:gd name="T25" fmla="*/ 409 h 416"/>
                <a:gd name="T26" fmla="*/ 405 w 433"/>
                <a:gd name="T27" fmla="*/ 401 h 416"/>
                <a:gd name="T28" fmla="*/ 413 w 433"/>
                <a:gd name="T29" fmla="*/ 396 h 416"/>
                <a:gd name="T30" fmla="*/ 417 w 433"/>
                <a:gd name="T31" fmla="*/ 390 h 416"/>
                <a:gd name="T32" fmla="*/ 425 w 433"/>
                <a:gd name="T33" fmla="*/ 360 h 416"/>
                <a:gd name="T34" fmla="*/ 432 w 433"/>
                <a:gd name="T35" fmla="*/ 284 h 416"/>
                <a:gd name="T36" fmla="*/ 433 w 433"/>
                <a:gd name="T37" fmla="*/ 208 h 416"/>
                <a:gd name="T38" fmla="*/ 432 w 433"/>
                <a:gd name="T39" fmla="*/ 132 h 416"/>
                <a:gd name="T40" fmla="*/ 425 w 433"/>
                <a:gd name="T41" fmla="*/ 56 h 416"/>
                <a:gd name="T42" fmla="*/ 417 w 433"/>
                <a:gd name="T43" fmla="*/ 26 h 416"/>
                <a:gd name="T44" fmla="*/ 413 w 433"/>
                <a:gd name="T45" fmla="*/ 20 h 416"/>
                <a:gd name="T46" fmla="*/ 406 w 433"/>
                <a:gd name="T47" fmla="*/ 15 h 416"/>
                <a:gd name="T48" fmla="*/ 376 w 433"/>
                <a:gd name="T49" fmla="*/ 7 h 416"/>
                <a:gd name="T50" fmla="*/ 296 w 433"/>
                <a:gd name="T51" fmla="*/ 1 h 416"/>
                <a:gd name="T52" fmla="*/ 216 w 433"/>
                <a:gd name="T53" fmla="*/ 0 h 416"/>
                <a:gd name="T54" fmla="*/ 136 w 433"/>
                <a:gd name="T55" fmla="*/ 1 h 416"/>
                <a:gd name="T56" fmla="*/ 56 w 433"/>
                <a:gd name="T57" fmla="*/ 7 h 416"/>
                <a:gd name="T58" fmla="*/ 26 w 433"/>
                <a:gd name="T59" fmla="*/ 15 h 416"/>
                <a:gd name="T60" fmla="*/ 19 w 433"/>
                <a:gd name="T61" fmla="*/ 20 h 416"/>
                <a:gd name="T62" fmla="*/ 333 w 433"/>
                <a:gd name="T63" fmla="*/ 200 h 416"/>
                <a:gd name="T64" fmla="*/ 333 w 433"/>
                <a:gd name="T65" fmla="*/ 316 h 416"/>
                <a:gd name="T66" fmla="*/ 216 w 433"/>
                <a:gd name="T67" fmla="*/ 316 h 416"/>
                <a:gd name="T68" fmla="*/ 99 w 433"/>
                <a:gd name="T69" fmla="*/ 316 h 416"/>
                <a:gd name="T70" fmla="*/ 99 w 433"/>
                <a:gd name="T71" fmla="*/ 200 h 416"/>
                <a:gd name="T72" fmla="*/ 99 w 433"/>
                <a:gd name="T73" fmla="*/ 83 h 416"/>
                <a:gd name="T74" fmla="*/ 216 w 433"/>
                <a:gd name="T75" fmla="*/ 83 h 416"/>
                <a:gd name="T76" fmla="*/ 333 w 433"/>
                <a:gd name="T77" fmla="*/ 83 h 416"/>
                <a:gd name="T78" fmla="*/ 333 w 433"/>
                <a:gd name="T79" fmla="*/ 200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33" h="416">
                  <a:moveTo>
                    <a:pt x="19" y="20"/>
                  </a:moveTo>
                  <a:lnTo>
                    <a:pt x="15" y="27"/>
                  </a:lnTo>
                  <a:lnTo>
                    <a:pt x="7" y="61"/>
                  </a:lnTo>
                  <a:lnTo>
                    <a:pt x="0" y="142"/>
                  </a:lnTo>
                  <a:lnTo>
                    <a:pt x="0" y="274"/>
                  </a:lnTo>
                  <a:lnTo>
                    <a:pt x="7" y="355"/>
                  </a:lnTo>
                  <a:lnTo>
                    <a:pt x="15" y="389"/>
                  </a:lnTo>
                  <a:lnTo>
                    <a:pt x="19" y="396"/>
                  </a:lnTo>
                  <a:lnTo>
                    <a:pt x="27" y="401"/>
                  </a:lnTo>
                  <a:lnTo>
                    <a:pt x="62" y="409"/>
                  </a:lnTo>
                  <a:lnTo>
                    <a:pt x="147" y="416"/>
                  </a:lnTo>
                  <a:lnTo>
                    <a:pt x="285" y="416"/>
                  </a:lnTo>
                  <a:lnTo>
                    <a:pt x="370" y="409"/>
                  </a:lnTo>
                  <a:lnTo>
                    <a:pt x="405" y="401"/>
                  </a:lnTo>
                  <a:lnTo>
                    <a:pt x="413" y="396"/>
                  </a:lnTo>
                  <a:lnTo>
                    <a:pt x="417" y="390"/>
                  </a:lnTo>
                  <a:lnTo>
                    <a:pt x="425" y="360"/>
                  </a:lnTo>
                  <a:lnTo>
                    <a:pt x="432" y="284"/>
                  </a:lnTo>
                  <a:lnTo>
                    <a:pt x="433" y="208"/>
                  </a:lnTo>
                  <a:lnTo>
                    <a:pt x="432" y="132"/>
                  </a:lnTo>
                  <a:lnTo>
                    <a:pt x="425" y="56"/>
                  </a:lnTo>
                  <a:lnTo>
                    <a:pt x="417" y="26"/>
                  </a:lnTo>
                  <a:lnTo>
                    <a:pt x="413" y="20"/>
                  </a:lnTo>
                  <a:lnTo>
                    <a:pt x="406" y="15"/>
                  </a:lnTo>
                  <a:lnTo>
                    <a:pt x="376" y="7"/>
                  </a:lnTo>
                  <a:lnTo>
                    <a:pt x="296" y="1"/>
                  </a:lnTo>
                  <a:lnTo>
                    <a:pt x="216" y="0"/>
                  </a:lnTo>
                  <a:lnTo>
                    <a:pt x="136" y="1"/>
                  </a:lnTo>
                  <a:lnTo>
                    <a:pt x="56" y="7"/>
                  </a:lnTo>
                  <a:lnTo>
                    <a:pt x="26" y="15"/>
                  </a:lnTo>
                  <a:lnTo>
                    <a:pt x="19" y="20"/>
                  </a:lnTo>
                  <a:close/>
                  <a:moveTo>
                    <a:pt x="333" y="200"/>
                  </a:moveTo>
                  <a:lnTo>
                    <a:pt x="333" y="316"/>
                  </a:lnTo>
                  <a:lnTo>
                    <a:pt x="216" y="316"/>
                  </a:lnTo>
                  <a:lnTo>
                    <a:pt x="99" y="316"/>
                  </a:lnTo>
                  <a:lnTo>
                    <a:pt x="99" y="200"/>
                  </a:lnTo>
                  <a:lnTo>
                    <a:pt x="99" y="83"/>
                  </a:lnTo>
                  <a:lnTo>
                    <a:pt x="216" y="83"/>
                  </a:lnTo>
                  <a:lnTo>
                    <a:pt x="333" y="83"/>
                  </a:lnTo>
                  <a:lnTo>
                    <a:pt x="333" y="2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4" name="Freeform 611">
              <a:extLst>
                <a:ext uri="{FF2B5EF4-FFF2-40B4-BE49-F238E27FC236}">
                  <a16:creationId xmlns:a16="http://schemas.microsoft.com/office/drawing/2014/main" id="{FC57226F-EB6E-2557-5212-BB7354177F06}"/>
                </a:ext>
              </a:extLst>
            </p:cNvPr>
            <p:cNvSpPr>
              <a:spLocks/>
            </p:cNvSpPr>
            <p:nvPr/>
          </p:nvSpPr>
          <p:spPr bwMode="auto">
            <a:xfrm>
              <a:off x="10874376" y="5038726"/>
              <a:ext cx="34925" cy="33338"/>
            </a:xfrm>
            <a:custGeom>
              <a:avLst/>
              <a:gdLst>
                <a:gd name="T0" fmla="*/ 0 w 84"/>
                <a:gd name="T1" fmla="*/ 41 h 83"/>
                <a:gd name="T2" fmla="*/ 1 w 84"/>
                <a:gd name="T3" fmla="*/ 53 h 83"/>
                <a:gd name="T4" fmla="*/ 5 w 84"/>
                <a:gd name="T5" fmla="*/ 69 h 83"/>
                <a:gd name="T6" fmla="*/ 14 w 84"/>
                <a:gd name="T7" fmla="*/ 79 h 83"/>
                <a:gd name="T8" fmla="*/ 30 w 84"/>
                <a:gd name="T9" fmla="*/ 83 h 83"/>
                <a:gd name="T10" fmla="*/ 42 w 84"/>
                <a:gd name="T11" fmla="*/ 83 h 83"/>
                <a:gd name="T12" fmla="*/ 54 w 84"/>
                <a:gd name="T13" fmla="*/ 83 h 83"/>
                <a:gd name="T14" fmla="*/ 70 w 84"/>
                <a:gd name="T15" fmla="*/ 79 h 83"/>
                <a:gd name="T16" fmla="*/ 80 w 84"/>
                <a:gd name="T17" fmla="*/ 69 h 83"/>
                <a:gd name="T18" fmla="*/ 83 w 84"/>
                <a:gd name="T19" fmla="*/ 53 h 83"/>
                <a:gd name="T20" fmla="*/ 84 w 84"/>
                <a:gd name="T21" fmla="*/ 41 h 83"/>
                <a:gd name="T22" fmla="*/ 83 w 84"/>
                <a:gd name="T23" fmla="*/ 30 h 83"/>
                <a:gd name="T24" fmla="*/ 80 w 84"/>
                <a:gd name="T25" fmla="*/ 13 h 83"/>
                <a:gd name="T26" fmla="*/ 70 w 84"/>
                <a:gd name="T27" fmla="*/ 4 h 83"/>
                <a:gd name="T28" fmla="*/ 54 w 84"/>
                <a:gd name="T29" fmla="*/ 0 h 83"/>
                <a:gd name="T30" fmla="*/ 42 w 84"/>
                <a:gd name="T31" fmla="*/ 0 h 83"/>
                <a:gd name="T32" fmla="*/ 30 w 84"/>
                <a:gd name="T33" fmla="*/ 0 h 83"/>
                <a:gd name="T34" fmla="*/ 14 w 84"/>
                <a:gd name="T35" fmla="*/ 4 h 83"/>
                <a:gd name="T36" fmla="*/ 5 w 84"/>
                <a:gd name="T37" fmla="*/ 13 h 83"/>
                <a:gd name="T38" fmla="*/ 1 w 84"/>
                <a:gd name="T39" fmla="*/ 30 h 83"/>
                <a:gd name="T40" fmla="*/ 0 w 84"/>
                <a:gd name="T41" fmla="*/ 4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 h="83">
                  <a:moveTo>
                    <a:pt x="0" y="41"/>
                  </a:moveTo>
                  <a:lnTo>
                    <a:pt x="1" y="53"/>
                  </a:lnTo>
                  <a:lnTo>
                    <a:pt x="5" y="69"/>
                  </a:lnTo>
                  <a:lnTo>
                    <a:pt x="14" y="79"/>
                  </a:lnTo>
                  <a:lnTo>
                    <a:pt x="30" y="83"/>
                  </a:lnTo>
                  <a:lnTo>
                    <a:pt x="42" y="83"/>
                  </a:lnTo>
                  <a:lnTo>
                    <a:pt x="54" y="83"/>
                  </a:lnTo>
                  <a:lnTo>
                    <a:pt x="70" y="79"/>
                  </a:lnTo>
                  <a:lnTo>
                    <a:pt x="80" y="69"/>
                  </a:lnTo>
                  <a:lnTo>
                    <a:pt x="83" y="53"/>
                  </a:lnTo>
                  <a:lnTo>
                    <a:pt x="84" y="41"/>
                  </a:lnTo>
                  <a:lnTo>
                    <a:pt x="83" y="30"/>
                  </a:lnTo>
                  <a:lnTo>
                    <a:pt x="80" y="13"/>
                  </a:lnTo>
                  <a:lnTo>
                    <a:pt x="70" y="4"/>
                  </a:lnTo>
                  <a:lnTo>
                    <a:pt x="54" y="0"/>
                  </a:lnTo>
                  <a:lnTo>
                    <a:pt x="42" y="0"/>
                  </a:lnTo>
                  <a:lnTo>
                    <a:pt x="30" y="0"/>
                  </a:lnTo>
                  <a:lnTo>
                    <a:pt x="14" y="4"/>
                  </a:lnTo>
                  <a:lnTo>
                    <a:pt x="5" y="13"/>
                  </a:lnTo>
                  <a:lnTo>
                    <a:pt x="1" y="30"/>
                  </a:lnTo>
                  <a:lnTo>
                    <a:pt x="0"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5" name="Freeform 612">
              <a:extLst>
                <a:ext uri="{FF2B5EF4-FFF2-40B4-BE49-F238E27FC236}">
                  <a16:creationId xmlns:a16="http://schemas.microsoft.com/office/drawing/2014/main" id="{323553DB-52E7-6C33-9275-0ABFFCE9CA1E}"/>
                </a:ext>
              </a:extLst>
            </p:cNvPr>
            <p:cNvSpPr>
              <a:spLocks/>
            </p:cNvSpPr>
            <p:nvPr/>
          </p:nvSpPr>
          <p:spPr bwMode="auto">
            <a:xfrm>
              <a:off x="10733088" y="5106989"/>
              <a:ext cx="36513" cy="39688"/>
            </a:xfrm>
            <a:custGeom>
              <a:avLst/>
              <a:gdLst>
                <a:gd name="T0" fmla="*/ 5 w 90"/>
                <a:gd name="T1" fmla="*/ 21 h 95"/>
                <a:gd name="T2" fmla="*/ 0 w 90"/>
                <a:gd name="T3" fmla="*/ 37 h 95"/>
                <a:gd name="T4" fmla="*/ 1 w 90"/>
                <a:gd name="T5" fmla="*/ 65 h 95"/>
                <a:gd name="T6" fmla="*/ 15 w 90"/>
                <a:gd name="T7" fmla="*/ 86 h 95"/>
                <a:gd name="T8" fmla="*/ 37 w 90"/>
                <a:gd name="T9" fmla="*/ 95 h 95"/>
                <a:gd name="T10" fmla="*/ 52 w 90"/>
                <a:gd name="T11" fmla="*/ 94 h 95"/>
                <a:gd name="T12" fmla="*/ 62 w 90"/>
                <a:gd name="T13" fmla="*/ 92 h 95"/>
                <a:gd name="T14" fmla="*/ 76 w 90"/>
                <a:gd name="T15" fmla="*/ 86 h 95"/>
                <a:gd name="T16" fmla="*/ 86 w 90"/>
                <a:gd name="T17" fmla="*/ 75 h 95"/>
                <a:gd name="T18" fmla="*/ 90 w 90"/>
                <a:gd name="T19" fmla="*/ 58 h 95"/>
                <a:gd name="T20" fmla="*/ 90 w 90"/>
                <a:gd name="T21" fmla="*/ 47 h 95"/>
                <a:gd name="T22" fmla="*/ 90 w 90"/>
                <a:gd name="T23" fmla="*/ 37 h 95"/>
                <a:gd name="T24" fmla="*/ 86 w 90"/>
                <a:gd name="T25" fmla="*/ 20 h 95"/>
                <a:gd name="T26" fmla="*/ 76 w 90"/>
                <a:gd name="T27" fmla="*/ 9 h 95"/>
                <a:gd name="T28" fmla="*/ 62 w 90"/>
                <a:gd name="T29" fmla="*/ 2 h 95"/>
                <a:gd name="T30" fmla="*/ 52 w 90"/>
                <a:gd name="T31" fmla="*/ 1 h 95"/>
                <a:gd name="T32" fmla="*/ 36 w 90"/>
                <a:gd name="T33" fmla="*/ 0 h 95"/>
                <a:gd name="T34" fmla="*/ 16 w 90"/>
                <a:gd name="T35" fmla="*/ 7 h 95"/>
                <a:gd name="T36" fmla="*/ 7 w 90"/>
                <a:gd name="T37" fmla="*/ 15 h 95"/>
                <a:gd name="T38" fmla="*/ 5 w 90"/>
                <a:gd name="T39" fmla="*/ 2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 h="95">
                  <a:moveTo>
                    <a:pt x="5" y="21"/>
                  </a:moveTo>
                  <a:lnTo>
                    <a:pt x="0" y="37"/>
                  </a:lnTo>
                  <a:lnTo>
                    <a:pt x="1" y="65"/>
                  </a:lnTo>
                  <a:lnTo>
                    <a:pt x="15" y="86"/>
                  </a:lnTo>
                  <a:lnTo>
                    <a:pt x="37" y="95"/>
                  </a:lnTo>
                  <a:lnTo>
                    <a:pt x="52" y="94"/>
                  </a:lnTo>
                  <a:lnTo>
                    <a:pt x="62" y="92"/>
                  </a:lnTo>
                  <a:lnTo>
                    <a:pt x="76" y="86"/>
                  </a:lnTo>
                  <a:lnTo>
                    <a:pt x="86" y="75"/>
                  </a:lnTo>
                  <a:lnTo>
                    <a:pt x="90" y="58"/>
                  </a:lnTo>
                  <a:lnTo>
                    <a:pt x="90" y="47"/>
                  </a:lnTo>
                  <a:lnTo>
                    <a:pt x="90" y="37"/>
                  </a:lnTo>
                  <a:lnTo>
                    <a:pt x="86" y="20"/>
                  </a:lnTo>
                  <a:lnTo>
                    <a:pt x="76" y="9"/>
                  </a:lnTo>
                  <a:lnTo>
                    <a:pt x="62" y="2"/>
                  </a:lnTo>
                  <a:lnTo>
                    <a:pt x="52" y="1"/>
                  </a:lnTo>
                  <a:lnTo>
                    <a:pt x="36" y="0"/>
                  </a:lnTo>
                  <a:lnTo>
                    <a:pt x="16" y="7"/>
                  </a:lnTo>
                  <a:lnTo>
                    <a:pt x="7" y="15"/>
                  </a:lnTo>
                  <a:lnTo>
                    <a:pt x="5"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6" name="Freeform 613">
              <a:extLst>
                <a:ext uri="{FF2B5EF4-FFF2-40B4-BE49-F238E27FC236}">
                  <a16:creationId xmlns:a16="http://schemas.microsoft.com/office/drawing/2014/main" id="{2726E717-1337-54BF-06CD-38D544ABED7D}"/>
                </a:ext>
              </a:extLst>
            </p:cNvPr>
            <p:cNvSpPr>
              <a:spLocks/>
            </p:cNvSpPr>
            <p:nvPr/>
          </p:nvSpPr>
          <p:spPr bwMode="auto">
            <a:xfrm>
              <a:off x="10807701" y="5106989"/>
              <a:ext cx="33338" cy="39688"/>
            </a:xfrm>
            <a:custGeom>
              <a:avLst/>
              <a:gdLst>
                <a:gd name="T0" fmla="*/ 0 w 81"/>
                <a:gd name="T1" fmla="*/ 47 h 98"/>
                <a:gd name="T2" fmla="*/ 0 w 81"/>
                <a:gd name="T3" fmla="*/ 62 h 98"/>
                <a:gd name="T4" fmla="*/ 3 w 81"/>
                <a:gd name="T5" fmla="*/ 83 h 98"/>
                <a:gd name="T6" fmla="*/ 13 w 81"/>
                <a:gd name="T7" fmla="*/ 94 h 98"/>
                <a:gd name="T8" fmla="*/ 30 w 81"/>
                <a:gd name="T9" fmla="*/ 98 h 98"/>
                <a:gd name="T10" fmla="*/ 43 w 81"/>
                <a:gd name="T11" fmla="*/ 98 h 98"/>
                <a:gd name="T12" fmla="*/ 56 w 81"/>
                <a:gd name="T13" fmla="*/ 98 h 98"/>
                <a:gd name="T14" fmla="*/ 72 w 81"/>
                <a:gd name="T15" fmla="*/ 94 h 98"/>
                <a:gd name="T16" fmla="*/ 80 w 81"/>
                <a:gd name="T17" fmla="*/ 84 h 98"/>
                <a:gd name="T18" fmla="*/ 81 w 81"/>
                <a:gd name="T19" fmla="*/ 66 h 98"/>
                <a:gd name="T20" fmla="*/ 80 w 81"/>
                <a:gd name="T21" fmla="*/ 52 h 98"/>
                <a:gd name="T22" fmla="*/ 78 w 81"/>
                <a:gd name="T23" fmla="*/ 40 h 98"/>
                <a:gd name="T24" fmla="*/ 72 w 81"/>
                <a:gd name="T25" fmla="*/ 23 h 98"/>
                <a:gd name="T26" fmla="*/ 62 w 81"/>
                <a:gd name="T27" fmla="*/ 10 h 98"/>
                <a:gd name="T28" fmla="*/ 48 w 81"/>
                <a:gd name="T29" fmla="*/ 3 h 98"/>
                <a:gd name="T30" fmla="*/ 38 w 81"/>
                <a:gd name="T31" fmla="*/ 2 h 98"/>
                <a:gd name="T32" fmla="*/ 26 w 81"/>
                <a:gd name="T33" fmla="*/ 0 h 98"/>
                <a:gd name="T34" fmla="*/ 11 w 81"/>
                <a:gd name="T35" fmla="*/ 2 h 98"/>
                <a:gd name="T36" fmla="*/ 3 w 81"/>
                <a:gd name="T37" fmla="*/ 12 h 98"/>
                <a:gd name="T38" fmla="*/ 0 w 81"/>
                <a:gd name="T39" fmla="*/ 32 h 98"/>
                <a:gd name="T40" fmla="*/ 0 w 81"/>
                <a:gd name="T41" fmla="*/ 47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1" h="98">
                  <a:moveTo>
                    <a:pt x="0" y="47"/>
                  </a:moveTo>
                  <a:lnTo>
                    <a:pt x="0" y="62"/>
                  </a:lnTo>
                  <a:lnTo>
                    <a:pt x="3" y="83"/>
                  </a:lnTo>
                  <a:lnTo>
                    <a:pt x="13" y="94"/>
                  </a:lnTo>
                  <a:lnTo>
                    <a:pt x="30" y="98"/>
                  </a:lnTo>
                  <a:lnTo>
                    <a:pt x="43" y="98"/>
                  </a:lnTo>
                  <a:lnTo>
                    <a:pt x="56" y="98"/>
                  </a:lnTo>
                  <a:lnTo>
                    <a:pt x="72" y="94"/>
                  </a:lnTo>
                  <a:lnTo>
                    <a:pt x="80" y="84"/>
                  </a:lnTo>
                  <a:lnTo>
                    <a:pt x="81" y="66"/>
                  </a:lnTo>
                  <a:lnTo>
                    <a:pt x="80" y="52"/>
                  </a:lnTo>
                  <a:lnTo>
                    <a:pt x="78" y="40"/>
                  </a:lnTo>
                  <a:lnTo>
                    <a:pt x="72" y="23"/>
                  </a:lnTo>
                  <a:lnTo>
                    <a:pt x="62" y="10"/>
                  </a:lnTo>
                  <a:lnTo>
                    <a:pt x="48" y="3"/>
                  </a:lnTo>
                  <a:lnTo>
                    <a:pt x="38" y="2"/>
                  </a:lnTo>
                  <a:lnTo>
                    <a:pt x="26" y="0"/>
                  </a:lnTo>
                  <a:lnTo>
                    <a:pt x="11" y="2"/>
                  </a:lnTo>
                  <a:lnTo>
                    <a:pt x="3" y="12"/>
                  </a:lnTo>
                  <a:lnTo>
                    <a:pt x="0" y="32"/>
                  </a:lnTo>
                  <a:lnTo>
                    <a:pt x="0" y="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7" name="Freeform 614">
              <a:extLst>
                <a:ext uri="{FF2B5EF4-FFF2-40B4-BE49-F238E27FC236}">
                  <a16:creationId xmlns:a16="http://schemas.microsoft.com/office/drawing/2014/main" id="{305E29EB-5C4A-3D0E-BC38-3521DDA9C613}"/>
                </a:ext>
              </a:extLst>
            </p:cNvPr>
            <p:cNvSpPr>
              <a:spLocks/>
            </p:cNvSpPr>
            <p:nvPr/>
          </p:nvSpPr>
          <p:spPr bwMode="auto">
            <a:xfrm>
              <a:off x="10874376" y="5105401"/>
              <a:ext cx="34925" cy="41275"/>
            </a:xfrm>
            <a:custGeom>
              <a:avLst/>
              <a:gdLst>
                <a:gd name="T0" fmla="*/ 0 w 84"/>
                <a:gd name="T1" fmla="*/ 50 h 100"/>
                <a:gd name="T2" fmla="*/ 1 w 84"/>
                <a:gd name="T3" fmla="*/ 65 h 100"/>
                <a:gd name="T4" fmla="*/ 4 w 84"/>
                <a:gd name="T5" fmla="*/ 85 h 100"/>
                <a:gd name="T6" fmla="*/ 13 w 84"/>
                <a:gd name="T7" fmla="*/ 96 h 100"/>
                <a:gd name="T8" fmla="*/ 30 w 84"/>
                <a:gd name="T9" fmla="*/ 100 h 100"/>
                <a:gd name="T10" fmla="*/ 42 w 84"/>
                <a:gd name="T11" fmla="*/ 100 h 100"/>
                <a:gd name="T12" fmla="*/ 54 w 84"/>
                <a:gd name="T13" fmla="*/ 100 h 100"/>
                <a:gd name="T14" fmla="*/ 71 w 84"/>
                <a:gd name="T15" fmla="*/ 96 h 100"/>
                <a:gd name="T16" fmla="*/ 80 w 84"/>
                <a:gd name="T17" fmla="*/ 85 h 100"/>
                <a:gd name="T18" fmla="*/ 83 w 84"/>
                <a:gd name="T19" fmla="*/ 65 h 100"/>
                <a:gd name="T20" fmla="*/ 84 w 84"/>
                <a:gd name="T21" fmla="*/ 50 h 100"/>
                <a:gd name="T22" fmla="*/ 83 w 84"/>
                <a:gd name="T23" fmla="*/ 36 h 100"/>
                <a:gd name="T24" fmla="*/ 80 w 84"/>
                <a:gd name="T25" fmla="*/ 16 h 100"/>
                <a:gd name="T26" fmla="*/ 71 w 84"/>
                <a:gd name="T27" fmla="*/ 5 h 100"/>
                <a:gd name="T28" fmla="*/ 54 w 84"/>
                <a:gd name="T29" fmla="*/ 1 h 100"/>
                <a:gd name="T30" fmla="*/ 42 w 84"/>
                <a:gd name="T31" fmla="*/ 0 h 100"/>
                <a:gd name="T32" fmla="*/ 30 w 84"/>
                <a:gd name="T33" fmla="*/ 1 h 100"/>
                <a:gd name="T34" fmla="*/ 13 w 84"/>
                <a:gd name="T35" fmla="*/ 5 h 100"/>
                <a:gd name="T36" fmla="*/ 4 w 84"/>
                <a:gd name="T37" fmla="*/ 16 h 100"/>
                <a:gd name="T38" fmla="*/ 1 w 84"/>
                <a:gd name="T39" fmla="*/ 36 h 100"/>
                <a:gd name="T40" fmla="*/ 0 w 84"/>
                <a:gd name="T41" fmla="*/ 5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 h="100">
                  <a:moveTo>
                    <a:pt x="0" y="50"/>
                  </a:moveTo>
                  <a:lnTo>
                    <a:pt x="1" y="65"/>
                  </a:lnTo>
                  <a:lnTo>
                    <a:pt x="4" y="85"/>
                  </a:lnTo>
                  <a:lnTo>
                    <a:pt x="13" y="96"/>
                  </a:lnTo>
                  <a:lnTo>
                    <a:pt x="30" y="100"/>
                  </a:lnTo>
                  <a:lnTo>
                    <a:pt x="42" y="100"/>
                  </a:lnTo>
                  <a:lnTo>
                    <a:pt x="54" y="100"/>
                  </a:lnTo>
                  <a:lnTo>
                    <a:pt x="71" y="96"/>
                  </a:lnTo>
                  <a:lnTo>
                    <a:pt x="80" y="85"/>
                  </a:lnTo>
                  <a:lnTo>
                    <a:pt x="83" y="65"/>
                  </a:lnTo>
                  <a:lnTo>
                    <a:pt x="84" y="50"/>
                  </a:lnTo>
                  <a:lnTo>
                    <a:pt x="83" y="36"/>
                  </a:lnTo>
                  <a:lnTo>
                    <a:pt x="80" y="16"/>
                  </a:lnTo>
                  <a:lnTo>
                    <a:pt x="71" y="5"/>
                  </a:lnTo>
                  <a:lnTo>
                    <a:pt x="54" y="1"/>
                  </a:lnTo>
                  <a:lnTo>
                    <a:pt x="42" y="0"/>
                  </a:lnTo>
                  <a:lnTo>
                    <a:pt x="30" y="1"/>
                  </a:lnTo>
                  <a:lnTo>
                    <a:pt x="13" y="5"/>
                  </a:lnTo>
                  <a:lnTo>
                    <a:pt x="4" y="16"/>
                  </a:lnTo>
                  <a:lnTo>
                    <a:pt x="1" y="36"/>
                  </a:lnTo>
                  <a:lnTo>
                    <a:pt x="0"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8" name="Freeform 615">
              <a:extLst>
                <a:ext uri="{FF2B5EF4-FFF2-40B4-BE49-F238E27FC236}">
                  <a16:creationId xmlns:a16="http://schemas.microsoft.com/office/drawing/2014/main" id="{308449E4-F97E-94CF-4F7E-7B2352093A18}"/>
                </a:ext>
              </a:extLst>
            </p:cNvPr>
            <p:cNvSpPr>
              <a:spLocks/>
            </p:cNvSpPr>
            <p:nvPr/>
          </p:nvSpPr>
          <p:spPr bwMode="auto">
            <a:xfrm>
              <a:off x="10780713" y="5256214"/>
              <a:ext cx="247650" cy="31750"/>
            </a:xfrm>
            <a:custGeom>
              <a:avLst/>
              <a:gdLst>
                <a:gd name="T0" fmla="*/ 3 w 606"/>
                <a:gd name="T1" fmla="*/ 23 h 78"/>
                <a:gd name="T2" fmla="*/ 0 w 606"/>
                <a:gd name="T3" fmla="*/ 35 h 78"/>
                <a:gd name="T4" fmla="*/ 4 w 606"/>
                <a:gd name="T5" fmla="*/ 59 h 78"/>
                <a:gd name="T6" fmla="*/ 10 w 606"/>
                <a:gd name="T7" fmla="*/ 66 h 78"/>
                <a:gd name="T8" fmla="*/ 17 w 606"/>
                <a:gd name="T9" fmla="*/ 69 h 78"/>
                <a:gd name="T10" fmla="*/ 64 w 606"/>
                <a:gd name="T11" fmla="*/ 74 h 78"/>
                <a:gd name="T12" fmla="*/ 194 w 606"/>
                <a:gd name="T13" fmla="*/ 78 h 78"/>
                <a:gd name="T14" fmla="*/ 316 w 606"/>
                <a:gd name="T15" fmla="*/ 78 h 78"/>
                <a:gd name="T16" fmla="*/ 491 w 606"/>
                <a:gd name="T17" fmla="*/ 75 h 78"/>
                <a:gd name="T18" fmla="*/ 589 w 606"/>
                <a:gd name="T19" fmla="*/ 65 h 78"/>
                <a:gd name="T20" fmla="*/ 604 w 606"/>
                <a:gd name="T21" fmla="*/ 55 h 78"/>
                <a:gd name="T22" fmla="*/ 606 w 606"/>
                <a:gd name="T23" fmla="*/ 45 h 78"/>
                <a:gd name="T24" fmla="*/ 606 w 606"/>
                <a:gd name="T25" fmla="*/ 40 h 78"/>
                <a:gd name="T26" fmla="*/ 606 w 606"/>
                <a:gd name="T27" fmla="*/ 34 h 78"/>
                <a:gd name="T28" fmla="*/ 603 w 606"/>
                <a:gd name="T29" fmla="*/ 25 h 78"/>
                <a:gd name="T30" fmla="*/ 589 w 606"/>
                <a:gd name="T31" fmla="*/ 15 h 78"/>
                <a:gd name="T32" fmla="*/ 488 w 606"/>
                <a:gd name="T33" fmla="*/ 5 h 78"/>
                <a:gd name="T34" fmla="*/ 310 w 606"/>
                <a:gd name="T35" fmla="*/ 1 h 78"/>
                <a:gd name="T36" fmla="*/ 143 w 606"/>
                <a:gd name="T37" fmla="*/ 0 h 78"/>
                <a:gd name="T38" fmla="*/ 35 w 606"/>
                <a:gd name="T39" fmla="*/ 6 h 78"/>
                <a:gd name="T40" fmla="*/ 8 w 606"/>
                <a:gd name="T41" fmla="*/ 15 h 78"/>
                <a:gd name="T42" fmla="*/ 3 w 606"/>
                <a:gd name="T43" fmla="*/ 2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6" h="78">
                  <a:moveTo>
                    <a:pt x="3" y="23"/>
                  </a:moveTo>
                  <a:lnTo>
                    <a:pt x="0" y="35"/>
                  </a:lnTo>
                  <a:lnTo>
                    <a:pt x="4" y="59"/>
                  </a:lnTo>
                  <a:lnTo>
                    <a:pt x="10" y="66"/>
                  </a:lnTo>
                  <a:lnTo>
                    <a:pt x="17" y="69"/>
                  </a:lnTo>
                  <a:lnTo>
                    <a:pt x="64" y="74"/>
                  </a:lnTo>
                  <a:lnTo>
                    <a:pt x="194" y="78"/>
                  </a:lnTo>
                  <a:lnTo>
                    <a:pt x="316" y="78"/>
                  </a:lnTo>
                  <a:lnTo>
                    <a:pt x="491" y="75"/>
                  </a:lnTo>
                  <a:lnTo>
                    <a:pt x="589" y="65"/>
                  </a:lnTo>
                  <a:lnTo>
                    <a:pt x="604" y="55"/>
                  </a:lnTo>
                  <a:lnTo>
                    <a:pt x="606" y="45"/>
                  </a:lnTo>
                  <a:lnTo>
                    <a:pt x="606" y="40"/>
                  </a:lnTo>
                  <a:lnTo>
                    <a:pt x="606" y="34"/>
                  </a:lnTo>
                  <a:lnTo>
                    <a:pt x="603" y="25"/>
                  </a:lnTo>
                  <a:lnTo>
                    <a:pt x="589" y="15"/>
                  </a:lnTo>
                  <a:lnTo>
                    <a:pt x="488" y="5"/>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9" name="Freeform 616">
              <a:extLst>
                <a:ext uri="{FF2B5EF4-FFF2-40B4-BE49-F238E27FC236}">
                  <a16:creationId xmlns:a16="http://schemas.microsoft.com/office/drawing/2014/main" id="{D8FF7B08-D9B2-0345-9562-46385E0FE60E}"/>
                </a:ext>
              </a:extLst>
            </p:cNvPr>
            <p:cNvSpPr>
              <a:spLocks/>
            </p:cNvSpPr>
            <p:nvPr/>
          </p:nvSpPr>
          <p:spPr bwMode="auto">
            <a:xfrm>
              <a:off x="10780713" y="5359401"/>
              <a:ext cx="247650" cy="31750"/>
            </a:xfrm>
            <a:custGeom>
              <a:avLst/>
              <a:gdLst>
                <a:gd name="T0" fmla="*/ 3 w 606"/>
                <a:gd name="T1" fmla="*/ 23 h 78"/>
                <a:gd name="T2" fmla="*/ 0 w 606"/>
                <a:gd name="T3" fmla="*/ 35 h 78"/>
                <a:gd name="T4" fmla="*/ 4 w 606"/>
                <a:gd name="T5" fmla="*/ 59 h 78"/>
                <a:gd name="T6" fmla="*/ 10 w 606"/>
                <a:gd name="T7" fmla="*/ 66 h 78"/>
                <a:gd name="T8" fmla="*/ 17 w 606"/>
                <a:gd name="T9" fmla="*/ 69 h 78"/>
                <a:gd name="T10" fmla="*/ 64 w 606"/>
                <a:gd name="T11" fmla="*/ 74 h 78"/>
                <a:gd name="T12" fmla="*/ 194 w 606"/>
                <a:gd name="T13" fmla="*/ 78 h 78"/>
                <a:gd name="T14" fmla="*/ 316 w 606"/>
                <a:gd name="T15" fmla="*/ 78 h 78"/>
                <a:gd name="T16" fmla="*/ 491 w 606"/>
                <a:gd name="T17" fmla="*/ 75 h 78"/>
                <a:gd name="T18" fmla="*/ 589 w 606"/>
                <a:gd name="T19" fmla="*/ 65 h 78"/>
                <a:gd name="T20" fmla="*/ 604 w 606"/>
                <a:gd name="T21" fmla="*/ 55 h 78"/>
                <a:gd name="T22" fmla="*/ 606 w 606"/>
                <a:gd name="T23" fmla="*/ 45 h 78"/>
                <a:gd name="T24" fmla="*/ 606 w 606"/>
                <a:gd name="T25" fmla="*/ 40 h 78"/>
                <a:gd name="T26" fmla="*/ 606 w 606"/>
                <a:gd name="T27" fmla="*/ 34 h 78"/>
                <a:gd name="T28" fmla="*/ 603 w 606"/>
                <a:gd name="T29" fmla="*/ 25 h 78"/>
                <a:gd name="T30" fmla="*/ 589 w 606"/>
                <a:gd name="T31" fmla="*/ 15 h 78"/>
                <a:gd name="T32" fmla="*/ 488 w 606"/>
                <a:gd name="T33" fmla="*/ 5 h 78"/>
                <a:gd name="T34" fmla="*/ 310 w 606"/>
                <a:gd name="T35" fmla="*/ 1 h 78"/>
                <a:gd name="T36" fmla="*/ 143 w 606"/>
                <a:gd name="T37" fmla="*/ 0 h 78"/>
                <a:gd name="T38" fmla="*/ 35 w 606"/>
                <a:gd name="T39" fmla="*/ 6 h 78"/>
                <a:gd name="T40" fmla="*/ 8 w 606"/>
                <a:gd name="T41" fmla="*/ 15 h 78"/>
                <a:gd name="T42" fmla="*/ 3 w 606"/>
                <a:gd name="T43" fmla="*/ 2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6" h="78">
                  <a:moveTo>
                    <a:pt x="3" y="23"/>
                  </a:moveTo>
                  <a:lnTo>
                    <a:pt x="0" y="35"/>
                  </a:lnTo>
                  <a:lnTo>
                    <a:pt x="4" y="59"/>
                  </a:lnTo>
                  <a:lnTo>
                    <a:pt x="10" y="66"/>
                  </a:lnTo>
                  <a:lnTo>
                    <a:pt x="17" y="69"/>
                  </a:lnTo>
                  <a:lnTo>
                    <a:pt x="64" y="74"/>
                  </a:lnTo>
                  <a:lnTo>
                    <a:pt x="194" y="78"/>
                  </a:lnTo>
                  <a:lnTo>
                    <a:pt x="316" y="78"/>
                  </a:lnTo>
                  <a:lnTo>
                    <a:pt x="491" y="75"/>
                  </a:lnTo>
                  <a:lnTo>
                    <a:pt x="589" y="65"/>
                  </a:lnTo>
                  <a:lnTo>
                    <a:pt x="604" y="55"/>
                  </a:lnTo>
                  <a:lnTo>
                    <a:pt x="606" y="45"/>
                  </a:lnTo>
                  <a:lnTo>
                    <a:pt x="606" y="40"/>
                  </a:lnTo>
                  <a:lnTo>
                    <a:pt x="606" y="34"/>
                  </a:lnTo>
                  <a:lnTo>
                    <a:pt x="603" y="25"/>
                  </a:lnTo>
                  <a:lnTo>
                    <a:pt x="589" y="15"/>
                  </a:lnTo>
                  <a:lnTo>
                    <a:pt x="488" y="5"/>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0" name="Freeform 617">
              <a:extLst>
                <a:ext uri="{FF2B5EF4-FFF2-40B4-BE49-F238E27FC236}">
                  <a16:creationId xmlns:a16="http://schemas.microsoft.com/office/drawing/2014/main" id="{F1C1A6B6-0739-C7CB-7B4A-A7967B150527}"/>
                </a:ext>
              </a:extLst>
            </p:cNvPr>
            <p:cNvSpPr>
              <a:spLocks/>
            </p:cNvSpPr>
            <p:nvPr/>
          </p:nvSpPr>
          <p:spPr bwMode="auto">
            <a:xfrm>
              <a:off x="10780713" y="5461001"/>
              <a:ext cx="247650" cy="31750"/>
            </a:xfrm>
            <a:custGeom>
              <a:avLst/>
              <a:gdLst>
                <a:gd name="T0" fmla="*/ 3 w 606"/>
                <a:gd name="T1" fmla="*/ 23 h 78"/>
                <a:gd name="T2" fmla="*/ 0 w 606"/>
                <a:gd name="T3" fmla="*/ 35 h 78"/>
                <a:gd name="T4" fmla="*/ 4 w 606"/>
                <a:gd name="T5" fmla="*/ 59 h 78"/>
                <a:gd name="T6" fmla="*/ 10 w 606"/>
                <a:gd name="T7" fmla="*/ 66 h 78"/>
                <a:gd name="T8" fmla="*/ 17 w 606"/>
                <a:gd name="T9" fmla="*/ 69 h 78"/>
                <a:gd name="T10" fmla="*/ 64 w 606"/>
                <a:gd name="T11" fmla="*/ 74 h 78"/>
                <a:gd name="T12" fmla="*/ 194 w 606"/>
                <a:gd name="T13" fmla="*/ 78 h 78"/>
                <a:gd name="T14" fmla="*/ 316 w 606"/>
                <a:gd name="T15" fmla="*/ 78 h 78"/>
                <a:gd name="T16" fmla="*/ 491 w 606"/>
                <a:gd name="T17" fmla="*/ 75 h 78"/>
                <a:gd name="T18" fmla="*/ 589 w 606"/>
                <a:gd name="T19" fmla="*/ 65 h 78"/>
                <a:gd name="T20" fmla="*/ 604 w 606"/>
                <a:gd name="T21" fmla="*/ 55 h 78"/>
                <a:gd name="T22" fmla="*/ 606 w 606"/>
                <a:gd name="T23" fmla="*/ 45 h 78"/>
                <a:gd name="T24" fmla="*/ 606 w 606"/>
                <a:gd name="T25" fmla="*/ 40 h 78"/>
                <a:gd name="T26" fmla="*/ 606 w 606"/>
                <a:gd name="T27" fmla="*/ 34 h 78"/>
                <a:gd name="T28" fmla="*/ 603 w 606"/>
                <a:gd name="T29" fmla="*/ 25 h 78"/>
                <a:gd name="T30" fmla="*/ 589 w 606"/>
                <a:gd name="T31" fmla="*/ 15 h 78"/>
                <a:gd name="T32" fmla="*/ 488 w 606"/>
                <a:gd name="T33" fmla="*/ 5 h 78"/>
                <a:gd name="T34" fmla="*/ 310 w 606"/>
                <a:gd name="T35" fmla="*/ 1 h 78"/>
                <a:gd name="T36" fmla="*/ 143 w 606"/>
                <a:gd name="T37" fmla="*/ 0 h 78"/>
                <a:gd name="T38" fmla="*/ 35 w 606"/>
                <a:gd name="T39" fmla="*/ 6 h 78"/>
                <a:gd name="T40" fmla="*/ 8 w 606"/>
                <a:gd name="T41" fmla="*/ 15 h 78"/>
                <a:gd name="T42" fmla="*/ 3 w 606"/>
                <a:gd name="T43" fmla="*/ 2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6" h="78">
                  <a:moveTo>
                    <a:pt x="3" y="23"/>
                  </a:moveTo>
                  <a:lnTo>
                    <a:pt x="0" y="35"/>
                  </a:lnTo>
                  <a:lnTo>
                    <a:pt x="4" y="59"/>
                  </a:lnTo>
                  <a:lnTo>
                    <a:pt x="10" y="66"/>
                  </a:lnTo>
                  <a:lnTo>
                    <a:pt x="17" y="69"/>
                  </a:lnTo>
                  <a:lnTo>
                    <a:pt x="64" y="74"/>
                  </a:lnTo>
                  <a:lnTo>
                    <a:pt x="194" y="78"/>
                  </a:lnTo>
                  <a:lnTo>
                    <a:pt x="316" y="78"/>
                  </a:lnTo>
                  <a:lnTo>
                    <a:pt x="491" y="75"/>
                  </a:lnTo>
                  <a:lnTo>
                    <a:pt x="589" y="65"/>
                  </a:lnTo>
                  <a:lnTo>
                    <a:pt x="604" y="55"/>
                  </a:lnTo>
                  <a:lnTo>
                    <a:pt x="606" y="45"/>
                  </a:lnTo>
                  <a:lnTo>
                    <a:pt x="606" y="40"/>
                  </a:lnTo>
                  <a:lnTo>
                    <a:pt x="606" y="34"/>
                  </a:lnTo>
                  <a:lnTo>
                    <a:pt x="603" y="25"/>
                  </a:lnTo>
                  <a:lnTo>
                    <a:pt x="589" y="15"/>
                  </a:lnTo>
                  <a:lnTo>
                    <a:pt x="488" y="5"/>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1" name="Freeform 618">
              <a:extLst>
                <a:ext uri="{FF2B5EF4-FFF2-40B4-BE49-F238E27FC236}">
                  <a16:creationId xmlns:a16="http://schemas.microsoft.com/office/drawing/2014/main" id="{B448A854-612B-D404-0651-A9F6AD68AC48}"/>
                </a:ext>
              </a:extLst>
            </p:cNvPr>
            <p:cNvSpPr>
              <a:spLocks/>
            </p:cNvSpPr>
            <p:nvPr/>
          </p:nvSpPr>
          <p:spPr bwMode="auto">
            <a:xfrm>
              <a:off x="10780713" y="5562601"/>
              <a:ext cx="250825" cy="34925"/>
            </a:xfrm>
            <a:custGeom>
              <a:avLst/>
              <a:gdLst>
                <a:gd name="T0" fmla="*/ 3 w 613"/>
                <a:gd name="T1" fmla="*/ 23 h 83"/>
                <a:gd name="T2" fmla="*/ 0 w 613"/>
                <a:gd name="T3" fmla="*/ 35 h 83"/>
                <a:gd name="T4" fmla="*/ 4 w 613"/>
                <a:gd name="T5" fmla="*/ 59 h 83"/>
                <a:gd name="T6" fmla="*/ 10 w 613"/>
                <a:gd name="T7" fmla="*/ 66 h 83"/>
                <a:gd name="T8" fmla="*/ 24 w 613"/>
                <a:gd name="T9" fmla="*/ 71 h 83"/>
                <a:gd name="T10" fmla="*/ 129 w 613"/>
                <a:gd name="T11" fmla="*/ 79 h 83"/>
                <a:gd name="T12" fmla="*/ 297 w 613"/>
                <a:gd name="T13" fmla="*/ 83 h 83"/>
                <a:gd name="T14" fmla="*/ 495 w 613"/>
                <a:gd name="T15" fmla="*/ 83 h 83"/>
                <a:gd name="T16" fmla="*/ 595 w 613"/>
                <a:gd name="T17" fmla="*/ 81 h 83"/>
                <a:gd name="T18" fmla="*/ 599 w 613"/>
                <a:gd name="T19" fmla="*/ 81 h 83"/>
                <a:gd name="T20" fmla="*/ 607 w 613"/>
                <a:gd name="T21" fmla="*/ 76 h 83"/>
                <a:gd name="T22" fmla="*/ 613 w 613"/>
                <a:gd name="T23" fmla="*/ 59 h 83"/>
                <a:gd name="T24" fmla="*/ 611 w 613"/>
                <a:gd name="T25" fmla="*/ 43 h 83"/>
                <a:gd name="T26" fmla="*/ 610 w 613"/>
                <a:gd name="T27" fmla="*/ 30 h 83"/>
                <a:gd name="T28" fmla="*/ 599 w 613"/>
                <a:gd name="T29" fmla="*/ 18 h 83"/>
                <a:gd name="T30" fmla="*/ 582 w 613"/>
                <a:gd name="T31" fmla="*/ 12 h 83"/>
                <a:gd name="T32" fmla="*/ 536 w 613"/>
                <a:gd name="T33" fmla="*/ 7 h 83"/>
                <a:gd name="T34" fmla="*/ 411 w 613"/>
                <a:gd name="T35" fmla="*/ 3 h 83"/>
                <a:gd name="T36" fmla="*/ 310 w 613"/>
                <a:gd name="T37" fmla="*/ 1 h 83"/>
                <a:gd name="T38" fmla="*/ 143 w 613"/>
                <a:gd name="T39" fmla="*/ 0 h 83"/>
                <a:gd name="T40" fmla="*/ 35 w 613"/>
                <a:gd name="T41" fmla="*/ 6 h 83"/>
                <a:gd name="T42" fmla="*/ 8 w 613"/>
                <a:gd name="T43" fmla="*/ 15 h 83"/>
                <a:gd name="T44" fmla="*/ 3 w 613"/>
                <a:gd name="T45" fmla="*/ 2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13" h="83">
                  <a:moveTo>
                    <a:pt x="3" y="23"/>
                  </a:moveTo>
                  <a:lnTo>
                    <a:pt x="0" y="35"/>
                  </a:lnTo>
                  <a:lnTo>
                    <a:pt x="4" y="59"/>
                  </a:lnTo>
                  <a:lnTo>
                    <a:pt x="10" y="66"/>
                  </a:lnTo>
                  <a:lnTo>
                    <a:pt x="24" y="71"/>
                  </a:lnTo>
                  <a:lnTo>
                    <a:pt x="129" y="79"/>
                  </a:lnTo>
                  <a:lnTo>
                    <a:pt x="297" y="83"/>
                  </a:lnTo>
                  <a:lnTo>
                    <a:pt x="495" y="83"/>
                  </a:lnTo>
                  <a:lnTo>
                    <a:pt x="595" y="81"/>
                  </a:lnTo>
                  <a:lnTo>
                    <a:pt x="599" y="81"/>
                  </a:lnTo>
                  <a:lnTo>
                    <a:pt x="607" y="76"/>
                  </a:lnTo>
                  <a:lnTo>
                    <a:pt x="613" y="59"/>
                  </a:lnTo>
                  <a:lnTo>
                    <a:pt x="611" y="43"/>
                  </a:lnTo>
                  <a:lnTo>
                    <a:pt x="610" y="30"/>
                  </a:lnTo>
                  <a:lnTo>
                    <a:pt x="599" y="18"/>
                  </a:lnTo>
                  <a:lnTo>
                    <a:pt x="582" y="12"/>
                  </a:lnTo>
                  <a:lnTo>
                    <a:pt x="536" y="7"/>
                  </a:lnTo>
                  <a:lnTo>
                    <a:pt x="411" y="3"/>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2" name="Freeform 619">
              <a:extLst>
                <a:ext uri="{FF2B5EF4-FFF2-40B4-BE49-F238E27FC236}">
                  <a16:creationId xmlns:a16="http://schemas.microsoft.com/office/drawing/2014/main" id="{D5379979-F7AD-6873-134F-37717BBDB272}"/>
                </a:ext>
              </a:extLst>
            </p:cNvPr>
            <p:cNvSpPr>
              <a:spLocks noEditPoints="1"/>
            </p:cNvSpPr>
            <p:nvPr/>
          </p:nvSpPr>
          <p:spPr bwMode="auto">
            <a:xfrm>
              <a:off x="11596688" y="5276851"/>
              <a:ext cx="266700" cy="195263"/>
            </a:xfrm>
            <a:custGeom>
              <a:avLst/>
              <a:gdLst>
                <a:gd name="T0" fmla="*/ 335 w 655"/>
                <a:gd name="T1" fmla="*/ 117 h 481"/>
                <a:gd name="T2" fmla="*/ 265 w 655"/>
                <a:gd name="T3" fmla="*/ 167 h 481"/>
                <a:gd name="T4" fmla="*/ 238 w 655"/>
                <a:gd name="T5" fmla="*/ 147 h 481"/>
                <a:gd name="T6" fmla="*/ 216 w 655"/>
                <a:gd name="T7" fmla="*/ 124 h 481"/>
                <a:gd name="T8" fmla="*/ 169 w 655"/>
                <a:gd name="T9" fmla="*/ 101 h 481"/>
                <a:gd name="T10" fmla="*/ 115 w 655"/>
                <a:gd name="T11" fmla="*/ 100 h 481"/>
                <a:gd name="T12" fmla="*/ 64 w 655"/>
                <a:gd name="T13" fmla="*/ 117 h 481"/>
                <a:gd name="T14" fmla="*/ 35 w 655"/>
                <a:gd name="T15" fmla="*/ 143 h 481"/>
                <a:gd name="T16" fmla="*/ 2 w 655"/>
                <a:gd name="T17" fmla="*/ 204 h 481"/>
                <a:gd name="T18" fmla="*/ 1 w 655"/>
                <a:gd name="T19" fmla="*/ 228 h 481"/>
                <a:gd name="T20" fmla="*/ 58 w 655"/>
                <a:gd name="T21" fmla="*/ 316 h 481"/>
                <a:gd name="T22" fmla="*/ 188 w 655"/>
                <a:gd name="T23" fmla="*/ 453 h 481"/>
                <a:gd name="T24" fmla="*/ 227 w 655"/>
                <a:gd name="T25" fmla="*/ 477 h 481"/>
                <a:gd name="T26" fmla="*/ 281 w 655"/>
                <a:gd name="T27" fmla="*/ 478 h 481"/>
                <a:gd name="T28" fmla="*/ 347 w 655"/>
                <a:gd name="T29" fmla="*/ 444 h 481"/>
                <a:gd name="T30" fmla="*/ 485 w 655"/>
                <a:gd name="T31" fmla="*/ 333 h 481"/>
                <a:gd name="T32" fmla="*/ 613 w 655"/>
                <a:gd name="T33" fmla="*/ 212 h 481"/>
                <a:gd name="T34" fmla="*/ 652 w 655"/>
                <a:gd name="T35" fmla="*/ 143 h 481"/>
                <a:gd name="T36" fmla="*/ 651 w 655"/>
                <a:gd name="T37" fmla="*/ 93 h 481"/>
                <a:gd name="T38" fmla="*/ 639 w 655"/>
                <a:gd name="T39" fmla="*/ 61 h 481"/>
                <a:gd name="T40" fmla="*/ 594 w 655"/>
                <a:gd name="T41" fmla="*/ 10 h 481"/>
                <a:gd name="T42" fmla="*/ 529 w 655"/>
                <a:gd name="T43" fmla="*/ 1 h 481"/>
                <a:gd name="T44" fmla="*/ 446 w 655"/>
                <a:gd name="T45" fmla="*/ 32 h 481"/>
                <a:gd name="T46" fmla="*/ 375 w 655"/>
                <a:gd name="T47" fmla="*/ 83 h 481"/>
                <a:gd name="T48" fmla="*/ 575 w 655"/>
                <a:gd name="T49" fmla="*/ 113 h 481"/>
                <a:gd name="T50" fmla="*/ 563 w 655"/>
                <a:gd name="T51" fmla="*/ 146 h 481"/>
                <a:gd name="T52" fmla="*/ 439 w 655"/>
                <a:gd name="T53" fmla="*/ 262 h 481"/>
                <a:gd name="T54" fmla="*/ 333 w 655"/>
                <a:gd name="T55" fmla="*/ 348 h 481"/>
                <a:gd name="T56" fmla="*/ 250 w 655"/>
                <a:gd name="T57" fmla="*/ 396 h 481"/>
                <a:gd name="T58" fmla="*/ 226 w 655"/>
                <a:gd name="T59" fmla="*/ 385 h 481"/>
                <a:gd name="T60" fmla="*/ 134 w 655"/>
                <a:gd name="T61" fmla="*/ 274 h 481"/>
                <a:gd name="T62" fmla="*/ 106 w 655"/>
                <a:gd name="T63" fmla="*/ 214 h 481"/>
                <a:gd name="T64" fmla="*/ 110 w 655"/>
                <a:gd name="T65" fmla="*/ 202 h 481"/>
                <a:gd name="T66" fmla="*/ 138 w 655"/>
                <a:gd name="T67" fmla="*/ 184 h 481"/>
                <a:gd name="T68" fmla="*/ 198 w 655"/>
                <a:gd name="T69" fmla="*/ 209 h 481"/>
                <a:gd name="T70" fmla="*/ 222 w 655"/>
                <a:gd name="T71" fmla="*/ 242 h 481"/>
                <a:gd name="T72" fmla="*/ 262 w 655"/>
                <a:gd name="T73" fmla="*/ 267 h 481"/>
                <a:gd name="T74" fmla="*/ 351 w 655"/>
                <a:gd name="T75" fmla="*/ 211 h 481"/>
                <a:gd name="T76" fmla="*/ 437 w 655"/>
                <a:gd name="T77" fmla="*/ 142 h 481"/>
                <a:gd name="T78" fmla="*/ 531 w 655"/>
                <a:gd name="T79" fmla="*/ 86 h 481"/>
                <a:gd name="T80" fmla="*/ 560 w 655"/>
                <a:gd name="T81" fmla="*/ 90 h 481"/>
                <a:gd name="T82" fmla="*/ 573 w 655"/>
                <a:gd name="T83" fmla="*/ 108 h 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55" h="481">
                  <a:moveTo>
                    <a:pt x="375" y="83"/>
                  </a:moveTo>
                  <a:lnTo>
                    <a:pt x="335" y="117"/>
                  </a:lnTo>
                  <a:lnTo>
                    <a:pt x="275" y="162"/>
                  </a:lnTo>
                  <a:lnTo>
                    <a:pt x="265" y="167"/>
                  </a:lnTo>
                  <a:lnTo>
                    <a:pt x="260" y="165"/>
                  </a:lnTo>
                  <a:lnTo>
                    <a:pt x="238" y="147"/>
                  </a:lnTo>
                  <a:lnTo>
                    <a:pt x="225" y="133"/>
                  </a:lnTo>
                  <a:lnTo>
                    <a:pt x="216" y="124"/>
                  </a:lnTo>
                  <a:lnTo>
                    <a:pt x="194" y="110"/>
                  </a:lnTo>
                  <a:lnTo>
                    <a:pt x="169" y="101"/>
                  </a:lnTo>
                  <a:lnTo>
                    <a:pt x="142" y="98"/>
                  </a:lnTo>
                  <a:lnTo>
                    <a:pt x="115" y="100"/>
                  </a:lnTo>
                  <a:lnTo>
                    <a:pt x="89" y="106"/>
                  </a:lnTo>
                  <a:lnTo>
                    <a:pt x="64" y="117"/>
                  </a:lnTo>
                  <a:lnTo>
                    <a:pt x="44" y="133"/>
                  </a:lnTo>
                  <a:lnTo>
                    <a:pt x="35" y="143"/>
                  </a:lnTo>
                  <a:lnTo>
                    <a:pt x="21" y="163"/>
                  </a:lnTo>
                  <a:lnTo>
                    <a:pt x="2" y="204"/>
                  </a:lnTo>
                  <a:lnTo>
                    <a:pt x="0" y="218"/>
                  </a:lnTo>
                  <a:lnTo>
                    <a:pt x="1" y="228"/>
                  </a:lnTo>
                  <a:lnTo>
                    <a:pt x="16" y="257"/>
                  </a:lnTo>
                  <a:lnTo>
                    <a:pt x="58" y="316"/>
                  </a:lnTo>
                  <a:lnTo>
                    <a:pt x="134" y="402"/>
                  </a:lnTo>
                  <a:lnTo>
                    <a:pt x="188" y="453"/>
                  </a:lnTo>
                  <a:lnTo>
                    <a:pt x="217" y="473"/>
                  </a:lnTo>
                  <a:lnTo>
                    <a:pt x="227" y="477"/>
                  </a:lnTo>
                  <a:lnTo>
                    <a:pt x="248" y="481"/>
                  </a:lnTo>
                  <a:lnTo>
                    <a:pt x="281" y="478"/>
                  </a:lnTo>
                  <a:lnTo>
                    <a:pt x="304" y="469"/>
                  </a:lnTo>
                  <a:lnTo>
                    <a:pt x="347" y="444"/>
                  </a:lnTo>
                  <a:lnTo>
                    <a:pt x="428" y="381"/>
                  </a:lnTo>
                  <a:lnTo>
                    <a:pt x="485" y="333"/>
                  </a:lnTo>
                  <a:lnTo>
                    <a:pt x="540" y="285"/>
                  </a:lnTo>
                  <a:lnTo>
                    <a:pt x="613" y="212"/>
                  </a:lnTo>
                  <a:lnTo>
                    <a:pt x="642" y="169"/>
                  </a:lnTo>
                  <a:lnTo>
                    <a:pt x="652" y="143"/>
                  </a:lnTo>
                  <a:lnTo>
                    <a:pt x="655" y="118"/>
                  </a:lnTo>
                  <a:lnTo>
                    <a:pt x="651" y="93"/>
                  </a:lnTo>
                  <a:lnTo>
                    <a:pt x="647" y="80"/>
                  </a:lnTo>
                  <a:lnTo>
                    <a:pt x="639" y="61"/>
                  </a:lnTo>
                  <a:lnTo>
                    <a:pt x="619" y="30"/>
                  </a:lnTo>
                  <a:lnTo>
                    <a:pt x="594" y="10"/>
                  </a:lnTo>
                  <a:lnTo>
                    <a:pt x="564" y="0"/>
                  </a:lnTo>
                  <a:lnTo>
                    <a:pt x="529" y="1"/>
                  </a:lnTo>
                  <a:lnTo>
                    <a:pt x="490" y="12"/>
                  </a:lnTo>
                  <a:lnTo>
                    <a:pt x="446" y="32"/>
                  </a:lnTo>
                  <a:lnTo>
                    <a:pt x="400" y="64"/>
                  </a:lnTo>
                  <a:lnTo>
                    <a:pt x="375" y="83"/>
                  </a:lnTo>
                  <a:close/>
                  <a:moveTo>
                    <a:pt x="573" y="108"/>
                  </a:moveTo>
                  <a:lnTo>
                    <a:pt x="575" y="113"/>
                  </a:lnTo>
                  <a:lnTo>
                    <a:pt x="574" y="125"/>
                  </a:lnTo>
                  <a:lnTo>
                    <a:pt x="563" y="146"/>
                  </a:lnTo>
                  <a:lnTo>
                    <a:pt x="520" y="191"/>
                  </a:lnTo>
                  <a:lnTo>
                    <a:pt x="439" y="262"/>
                  </a:lnTo>
                  <a:lnTo>
                    <a:pt x="380" y="312"/>
                  </a:lnTo>
                  <a:lnTo>
                    <a:pt x="333" y="348"/>
                  </a:lnTo>
                  <a:lnTo>
                    <a:pt x="275" y="385"/>
                  </a:lnTo>
                  <a:lnTo>
                    <a:pt x="250" y="396"/>
                  </a:lnTo>
                  <a:lnTo>
                    <a:pt x="243" y="395"/>
                  </a:lnTo>
                  <a:lnTo>
                    <a:pt x="226" y="385"/>
                  </a:lnTo>
                  <a:lnTo>
                    <a:pt x="180" y="336"/>
                  </a:lnTo>
                  <a:lnTo>
                    <a:pt x="134" y="274"/>
                  </a:lnTo>
                  <a:lnTo>
                    <a:pt x="112" y="234"/>
                  </a:lnTo>
                  <a:lnTo>
                    <a:pt x="106" y="214"/>
                  </a:lnTo>
                  <a:lnTo>
                    <a:pt x="107" y="208"/>
                  </a:lnTo>
                  <a:lnTo>
                    <a:pt x="110" y="202"/>
                  </a:lnTo>
                  <a:lnTo>
                    <a:pt x="119" y="191"/>
                  </a:lnTo>
                  <a:lnTo>
                    <a:pt x="138" y="184"/>
                  </a:lnTo>
                  <a:lnTo>
                    <a:pt x="168" y="188"/>
                  </a:lnTo>
                  <a:lnTo>
                    <a:pt x="198" y="209"/>
                  </a:lnTo>
                  <a:lnTo>
                    <a:pt x="210" y="225"/>
                  </a:lnTo>
                  <a:lnTo>
                    <a:pt x="222" y="242"/>
                  </a:lnTo>
                  <a:lnTo>
                    <a:pt x="250" y="264"/>
                  </a:lnTo>
                  <a:lnTo>
                    <a:pt x="262" y="267"/>
                  </a:lnTo>
                  <a:lnTo>
                    <a:pt x="278" y="261"/>
                  </a:lnTo>
                  <a:lnTo>
                    <a:pt x="351" y="211"/>
                  </a:lnTo>
                  <a:lnTo>
                    <a:pt x="397" y="175"/>
                  </a:lnTo>
                  <a:lnTo>
                    <a:pt x="437" y="142"/>
                  </a:lnTo>
                  <a:lnTo>
                    <a:pt x="498" y="100"/>
                  </a:lnTo>
                  <a:lnTo>
                    <a:pt x="531" y="86"/>
                  </a:lnTo>
                  <a:lnTo>
                    <a:pt x="547" y="85"/>
                  </a:lnTo>
                  <a:lnTo>
                    <a:pt x="560" y="90"/>
                  </a:lnTo>
                  <a:lnTo>
                    <a:pt x="570" y="100"/>
                  </a:lnTo>
                  <a:lnTo>
                    <a:pt x="573"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3" name="Freeform 620">
              <a:extLst>
                <a:ext uri="{FF2B5EF4-FFF2-40B4-BE49-F238E27FC236}">
                  <a16:creationId xmlns:a16="http://schemas.microsoft.com/office/drawing/2014/main" id="{8145087B-8131-2B7E-4802-BF4D4C03F3DC}"/>
                </a:ext>
              </a:extLst>
            </p:cNvPr>
            <p:cNvSpPr>
              <a:spLocks noEditPoints="1"/>
            </p:cNvSpPr>
            <p:nvPr/>
          </p:nvSpPr>
          <p:spPr bwMode="auto">
            <a:xfrm>
              <a:off x="11245851" y="5461001"/>
              <a:ext cx="234950" cy="234950"/>
            </a:xfrm>
            <a:custGeom>
              <a:avLst/>
              <a:gdLst>
                <a:gd name="T0" fmla="*/ 145 w 575"/>
                <a:gd name="T1" fmla="*/ 41 h 578"/>
                <a:gd name="T2" fmla="*/ 76 w 575"/>
                <a:gd name="T3" fmla="*/ 94 h 578"/>
                <a:gd name="T4" fmla="*/ 29 w 575"/>
                <a:gd name="T5" fmla="*/ 162 h 578"/>
                <a:gd name="T6" fmla="*/ 4 w 575"/>
                <a:gd name="T7" fmla="*/ 239 h 578"/>
                <a:gd name="T8" fmla="*/ 1 w 575"/>
                <a:gd name="T9" fmla="*/ 319 h 578"/>
                <a:gd name="T10" fmla="*/ 20 w 575"/>
                <a:gd name="T11" fmla="*/ 398 h 578"/>
                <a:gd name="T12" fmla="*/ 60 w 575"/>
                <a:gd name="T13" fmla="*/ 468 h 578"/>
                <a:gd name="T14" fmla="*/ 122 w 575"/>
                <a:gd name="T15" fmla="*/ 526 h 578"/>
                <a:gd name="T16" fmla="*/ 182 w 575"/>
                <a:gd name="T17" fmla="*/ 557 h 578"/>
                <a:gd name="T18" fmla="*/ 263 w 575"/>
                <a:gd name="T19" fmla="*/ 577 h 578"/>
                <a:gd name="T20" fmla="*/ 363 w 575"/>
                <a:gd name="T21" fmla="*/ 569 h 578"/>
                <a:gd name="T22" fmla="*/ 449 w 575"/>
                <a:gd name="T23" fmla="*/ 528 h 578"/>
                <a:gd name="T24" fmla="*/ 516 w 575"/>
                <a:gd name="T25" fmla="*/ 462 h 578"/>
                <a:gd name="T26" fmla="*/ 560 w 575"/>
                <a:gd name="T27" fmla="*/ 378 h 578"/>
                <a:gd name="T28" fmla="*/ 575 w 575"/>
                <a:gd name="T29" fmla="*/ 285 h 578"/>
                <a:gd name="T30" fmla="*/ 558 w 575"/>
                <a:gd name="T31" fmla="*/ 190 h 578"/>
                <a:gd name="T32" fmla="*/ 503 w 575"/>
                <a:gd name="T33" fmla="*/ 100 h 578"/>
                <a:gd name="T34" fmla="*/ 465 w 575"/>
                <a:gd name="T35" fmla="*/ 64 h 578"/>
                <a:gd name="T36" fmla="*/ 392 w 575"/>
                <a:gd name="T37" fmla="*/ 19 h 578"/>
                <a:gd name="T38" fmla="*/ 313 w 575"/>
                <a:gd name="T39" fmla="*/ 0 h 578"/>
                <a:gd name="T40" fmla="*/ 230 w 575"/>
                <a:gd name="T41" fmla="*/ 8 h 578"/>
                <a:gd name="T42" fmla="*/ 166 w 575"/>
                <a:gd name="T43" fmla="*/ 31 h 578"/>
                <a:gd name="T44" fmla="*/ 403 w 575"/>
                <a:gd name="T45" fmla="*/ 125 h 578"/>
                <a:gd name="T46" fmla="*/ 455 w 575"/>
                <a:gd name="T47" fmla="*/ 179 h 578"/>
                <a:gd name="T48" fmla="*/ 487 w 575"/>
                <a:gd name="T49" fmla="*/ 288 h 578"/>
                <a:gd name="T50" fmla="*/ 457 w 575"/>
                <a:gd name="T51" fmla="*/ 396 h 578"/>
                <a:gd name="T52" fmla="*/ 384 w 575"/>
                <a:gd name="T53" fmla="*/ 465 h 578"/>
                <a:gd name="T54" fmla="*/ 341 w 575"/>
                <a:gd name="T55" fmla="*/ 482 h 578"/>
                <a:gd name="T56" fmla="*/ 288 w 575"/>
                <a:gd name="T57" fmla="*/ 489 h 578"/>
                <a:gd name="T58" fmla="*/ 219 w 575"/>
                <a:gd name="T59" fmla="*/ 477 h 578"/>
                <a:gd name="T60" fmla="*/ 157 w 575"/>
                <a:gd name="T61" fmla="*/ 444 h 578"/>
                <a:gd name="T62" fmla="*/ 112 w 575"/>
                <a:gd name="T63" fmla="*/ 393 h 578"/>
                <a:gd name="T64" fmla="*/ 92 w 575"/>
                <a:gd name="T65" fmla="*/ 351 h 578"/>
                <a:gd name="T66" fmla="*/ 79 w 575"/>
                <a:gd name="T67" fmla="*/ 272 h 578"/>
                <a:gd name="T68" fmla="*/ 104 w 575"/>
                <a:gd name="T69" fmla="*/ 204 h 578"/>
                <a:gd name="T70" fmla="*/ 141 w 575"/>
                <a:gd name="T71" fmla="*/ 148 h 578"/>
                <a:gd name="T72" fmla="*/ 208 w 575"/>
                <a:gd name="T73" fmla="*/ 100 h 578"/>
                <a:gd name="T74" fmla="*/ 287 w 575"/>
                <a:gd name="T75" fmla="*/ 85 h 578"/>
                <a:gd name="T76" fmla="*/ 369 w 575"/>
                <a:gd name="T77" fmla="*/ 105 h 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75" h="578">
                  <a:moveTo>
                    <a:pt x="166" y="31"/>
                  </a:moveTo>
                  <a:lnTo>
                    <a:pt x="145" y="41"/>
                  </a:lnTo>
                  <a:lnTo>
                    <a:pt x="107" y="65"/>
                  </a:lnTo>
                  <a:lnTo>
                    <a:pt x="76" y="94"/>
                  </a:lnTo>
                  <a:lnTo>
                    <a:pt x="50" y="126"/>
                  </a:lnTo>
                  <a:lnTo>
                    <a:pt x="29" y="162"/>
                  </a:lnTo>
                  <a:lnTo>
                    <a:pt x="14" y="199"/>
                  </a:lnTo>
                  <a:lnTo>
                    <a:pt x="4" y="239"/>
                  </a:lnTo>
                  <a:lnTo>
                    <a:pt x="0" y="279"/>
                  </a:lnTo>
                  <a:lnTo>
                    <a:pt x="1" y="319"/>
                  </a:lnTo>
                  <a:lnTo>
                    <a:pt x="8" y="359"/>
                  </a:lnTo>
                  <a:lnTo>
                    <a:pt x="20" y="398"/>
                  </a:lnTo>
                  <a:lnTo>
                    <a:pt x="38" y="434"/>
                  </a:lnTo>
                  <a:lnTo>
                    <a:pt x="60" y="468"/>
                  </a:lnTo>
                  <a:lnTo>
                    <a:pt x="88" y="499"/>
                  </a:lnTo>
                  <a:lnTo>
                    <a:pt x="122" y="526"/>
                  </a:lnTo>
                  <a:lnTo>
                    <a:pt x="161" y="548"/>
                  </a:lnTo>
                  <a:lnTo>
                    <a:pt x="182" y="557"/>
                  </a:lnTo>
                  <a:lnTo>
                    <a:pt x="210" y="567"/>
                  </a:lnTo>
                  <a:lnTo>
                    <a:pt x="263" y="577"/>
                  </a:lnTo>
                  <a:lnTo>
                    <a:pt x="315" y="578"/>
                  </a:lnTo>
                  <a:lnTo>
                    <a:pt x="363" y="569"/>
                  </a:lnTo>
                  <a:lnTo>
                    <a:pt x="408" y="552"/>
                  </a:lnTo>
                  <a:lnTo>
                    <a:pt x="449" y="528"/>
                  </a:lnTo>
                  <a:lnTo>
                    <a:pt x="485" y="497"/>
                  </a:lnTo>
                  <a:lnTo>
                    <a:pt x="516" y="462"/>
                  </a:lnTo>
                  <a:lnTo>
                    <a:pt x="541" y="422"/>
                  </a:lnTo>
                  <a:lnTo>
                    <a:pt x="560" y="378"/>
                  </a:lnTo>
                  <a:lnTo>
                    <a:pt x="571" y="332"/>
                  </a:lnTo>
                  <a:lnTo>
                    <a:pt x="575" y="285"/>
                  </a:lnTo>
                  <a:lnTo>
                    <a:pt x="571" y="237"/>
                  </a:lnTo>
                  <a:lnTo>
                    <a:pt x="558" y="190"/>
                  </a:lnTo>
                  <a:lnTo>
                    <a:pt x="536" y="143"/>
                  </a:lnTo>
                  <a:lnTo>
                    <a:pt x="503" y="100"/>
                  </a:lnTo>
                  <a:lnTo>
                    <a:pt x="482" y="79"/>
                  </a:lnTo>
                  <a:lnTo>
                    <a:pt x="465" y="64"/>
                  </a:lnTo>
                  <a:lnTo>
                    <a:pt x="429" y="38"/>
                  </a:lnTo>
                  <a:lnTo>
                    <a:pt x="392" y="19"/>
                  </a:lnTo>
                  <a:lnTo>
                    <a:pt x="353" y="7"/>
                  </a:lnTo>
                  <a:lnTo>
                    <a:pt x="313" y="0"/>
                  </a:lnTo>
                  <a:lnTo>
                    <a:pt x="272" y="1"/>
                  </a:lnTo>
                  <a:lnTo>
                    <a:pt x="230" y="8"/>
                  </a:lnTo>
                  <a:lnTo>
                    <a:pt x="187" y="21"/>
                  </a:lnTo>
                  <a:lnTo>
                    <a:pt x="166" y="31"/>
                  </a:lnTo>
                  <a:close/>
                  <a:moveTo>
                    <a:pt x="389" y="116"/>
                  </a:moveTo>
                  <a:lnTo>
                    <a:pt x="403" y="125"/>
                  </a:lnTo>
                  <a:lnTo>
                    <a:pt x="427" y="145"/>
                  </a:lnTo>
                  <a:lnTo>
                    <a:pt x="455" y="179"/>
                  </a:lnTo>
                  <a:lnTo>
                    <a:pt x="479" y="232"/>
                  </a:lnTo>
                  <a:lnTo>
                    <a:pt x="487" y="288"/>
                  </a:lnTo>
                  <a:lnTo>
                    <a:pt x="479" y="344"/>
                  </a:lnTo>
                  <a:lnTo>
                    <a:pt x="457" y="396"/>
                  </a:lnTo>
                  <a:lnTo>
                    <a:pt x="421" y="440"/>
                  </a:lnTo>
                  <a:lnTo>
                    <a:pt x="384" y="465"/>
                  </a:lnTo>
                  <a:lnTo>
                    <a:pt x="356" y="478"/>
                  </a:lnTo>
                  <a:lnTo>
                    <a:pt x="341" y="482"/>
                  </a:lnTo>
                  <a:lnTo>
                    <a:pt x="323" y="486"/>
                  </a:lnTo>
                  <a:lnTo>
                    <a:pt x="288" y="489"/>
                  </a:lnTo>
                  <a:lnTo>
                    <a:pt x="253" y="486"/>
                  </a:lnTo>
                  <a:lnTo>
                    <a:pt x="219" y="477"/>
                  </a:lnTo>
                  <a:lnTo>
                    <a:pt x="186" y="463"/>
                  </a:lnTo>
                  <a:lnTo>
                    <a:pt x="157" y="444"/>
                  </a:lnTo>
                  <a:lnTo>
                    <a:pt x="132" y="420"/>
                  </a:lnTo>
                  <a:lnTo>
                    <a:pt x="112" y="393"/>
                  </a:lnTo>
                  <a:lnTo>
                    <a:pt x="104" y="377"/>
                  </a:lnTo>
                  <a:lnTo>
                    <a:pt x="92" y="351"/>
                  </a:lnTo>
                  <a:lnTo>
                    <a:pt x="79" y="309"/>
                  </a:lnTo>
                  <a:lnTo>
                    <a:pt x="79" y="272"/>
                  </a:lnTo>
                  <a:lnTo>
                    <a:pt x="92" y="230"/>
                  </a:lnTo>
                  <a:lnTo>
                    <a:pt x="104" y="204"/>
                  </a:lnTo>
                  <a:lnTo>
                    <a:pt x="115" y="183"/>
                  </a:lnTo>
                  <a:lnTo>
                    <a:pt x="141" y="148"/>
                  </a:lnTo>
                  <a:lnTo>
                    <a:pt x="172" y="120"/>
                  </a:lnTo>
                  <a:lnTo>
                    <a:pt x="208" y="100"/>
                  </a:lnTo>
                  <a:lnTo>
                    <a:pt x="247" y="88"/>
                  </a:lnTo>
                  <a:lnTo>
                    <a:pt x="287" y="85"/>
                  </a:lnTo>
                  <a:lnTo>
                    <a:pt x="328" y="90"/>
                  </a:lnTo>
                  <a:lnTo>
                    <a:pt x="369" y="105"/>
                  </a:lnTo>
                  <a:lnTo>
                    <a:pt x="389" y="1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4" name="Freeform 624">
              <a:extLst>
                <a:ext uri="{FF2B5EF4-FFF2-40B4-BE49-F238E27FC236}">
                  <a16:creationId xmlns:a16="http://schemas.microsoft.com/office/drawing/2014/main" id="{4ECB452C-10C6-A39D-1A9E-4A1BFDBA1E3F}"/>
                </a:ext>
              </a:extLst>
            </p:cNvPr>
            <p:cNvSpPr>
              <a:spLocks noEditPoints="1"/>
            </p:cNvSpPr>
            <p:nvPr/>
          </p:nvSpPr>
          <p:spPr bwMode="auto">
            <a:xfrm>
              <a:off x="10656888" y="5753101"/>
              <a:ext cx="1219200" cy="474663"/>
            </a:xfrm>
            <a:custGeom>
              <a:avLst/>
              <a:gdLst>
                <a:gd name="T0" fmla="*/ 38 w 2983"/>
                <a:gd name="T1" fmla="*/ 54 h 1163"/>
                <a:gd name="T2" fmla="*/ 2 w 2983"/>
                <a:gd name="T3" fmla="*/ 189 h 1163"/>
                <a:gd name="T4" fmla="*/ 5 w 2983"/>
                <a:gd name="T5" fmla="*/ 877 h 1163"/>
                <a:gd name="T6" fmla="*/ 63 w 2983"/>
                <a:gd name="T7" fmla="*/ 1017 h 1163"/>
                <a:gd name="T8" fmla="*/ 243 w 2983"/>
                <a:gd name="T9" fmla="*/ 1032 h 1163"/>
                <a:gd name="T10" fmla="*/ 439 w 2983"/>
                <a:gd name="T11" fmla="*/ 1009 h 1163"/>
                <a:gd name="T12" fmla="*/ 483 w 2983"/>
                <a:gd name="T13" fmla="*/ 949 h 1163"/>
                <a:gd name="T14" fmla="*/ 565 w 2983"/>
                <a:gd name="T15" fmla="*/ 935 h 1163"/>
                <a:gd name="T16" fmla="*/ 1013 w 2983"/>
                <a:gd name="T17" fmla="*/ 1061 h 1163"/>
                <a:gd name="T18" fmla="*/ 1472 w 2983"/>
                <a:gd name="T19" fmla="*/ 1163 h 1163"/>
                <a:gd name="T20" fmla="*/ 1768 w 2983"/>
                <a:gd name="T21" fmla="*/ 1137 h 1163"/>
                <a:gd name="T22" fmla="*/ 2576 w 2983"/>
                <a:gd name="T23" fmla="*/ 634 h 1163"/>
                <a:gd name="T24" fmla="*/ 2955 w 2983"/>
                <a:gd name="T25" fmla="*/ 357 h 1163"/>
                <a:gd name="T26" fmla="*/ 2983 w 2983"/>
                <a:gd name="T27" fmla="*/ 252 h 1163"/>
                <a:gd name="T28" fmla="*/ 2942 w 2983"/>
                <a:gd name="T29" fmla="*/ 138 h 1163"/>
                <a:gd name="T30" fmla="*/ 2845 w 2983"/>
                <a:gd name="T31" fmla="*/ 67 h 1163"/>
                <a:gd name="T32" fmla="*/ 2672 w 2983"/>
                <a:gd name="T33" fmla="*/ 92 h 1163"/>
                <a:gd name="T34" fmla="*/ 1942 w 2983"/>
                <a:gd name="T35" fmla="*/ 464 h 1163"/>
                <a:gd name="T36" fmla="*/ 1869 w 2983"/>
                <a:gd name="T37" fmla="*/ 330 h 1163"/>
                <a:gd name="T38" fmla="*/ 1637 w 2983"/>
                <a:gd name="T39" fmla="*/ 299 h 1163"/>
                <a:gd name="T40" fmla="*/ 1330 w 2983"/>
                <a:gd name="T41" fmla="*/ 246 h 1163"/>
                <a:gd name="T42" fmla="*/ 1014 w 2983"/>
                <a:gd name="T43" fmla="*/ 119 h 1163"/>
                <a:gd name="T44" fmla="*/ 688 w 2983"/>
                <a:gd name="T45" fmla="*/ 66 h 1163"/>
                <a:gd name="T46" fmla="*/ 515 w 2983"/>
                <a:gd name="T47" fmla="*/ 92 h 1163"/>
                <a:gd name="T48" fmla="*/ 454 w 2983"/>
                <a:gd name="T49" fmla="*/ 53 h 1163"/>
                <a:gd name="T50" fmla="*/ 293 w 2983"/>
                <a:gd name="T51" fmla="*/ 2 h 1163"/>
                <a:gd name="T52" fmla="*/ 200 w 2983"/>
                <a:gd name="T53" fmla="*/ 175 h 1163"/>
                <a:gd name="T54" fmla="*/ 165 w 2983"/>
                <a:gd name="T55" fmla="*/ 247 h 1163"/>
                <a:gd name="T56" fmla="*/ 95 w 2983"/>
                <a:gd name="T57" fmla="*/ 227 h 1163"/>
                <a:gd name="T58" fmla="*/ 88 w 2983"/>
                <a:gd name="T59" fmla="*/ 132 h 1163"/>
                <a:gd name="T60" fmla="*/ 167 w 2983"/>
                <a:gd name="T61" fmla="*/ 99 h 1163"/>
                <a:gd name="T62" fmla="*/ 200 w 2983"/>
                <a:gd name="T63" fmla="*/ 175 h 1163"/>
                <a:gd name="T64" fmla="*/ 323 w 2983"/>
                <a:gd name="T65" fmla="*/ 249 h 1163"/>
                <a:gd name="T66" fmla="*/ 283 w 2983"/>
                <a:gd name="T67" fmla="*/ 172 h 1163"/>
                <a:gd name="T68" fmla="*/ 319 w 2983"/>
                <a:gd name="T69" fmla="*/ 100 h 1163"/>
                <a:gd name="T70" fmla="*/ 389 w 2983"/>
                <a:gd name="T71" fmla="*/ 125 h 1163"/>
                <a:gd name="T72" fmla="*/ 941 w 2983"/>
                <a:gd name="T73" fmla="*/ 187 h 1163"/>
                <a:gd name="T74" fmla="*/ 1375 w 2983"/>
                <a:gd name="T75" fmla="*/ 354 h 1163"/>
                <a:gd name="T76" fmla="*/ 1716 w 2983"/>
                <a:gd name="T77" fmla="*/ 383 h 1163"/>
                <a:gd name="T78" fmla="*/ 1836 w 2983"/>
                <a:gd name="T79" fmla="*/ 421 h 1163"/>
                <a:gd name="T80" fmla="*/ 1793 w 2983"/>
                <a:gd name="T81" fmla="*/ 547 h 1163"/>
                <a:gd name="T82" fmla="*/ 1690 w 2983"/>
                <a:gd name="T83" fmla="*/ 613 h 1163"/>
                <a:gd name="T84" fmla="*/ 1033 w 2983"/>
                <a:gd name="T85" fmla="*/ 632 h 1163"/>
                <a:gd name="T86" fmla="*/ 1480 w 2983"/>
                <a:gd name="T87" fmla="*/ 715 h 1163"/>
                <a:gd name="T88" fmla="*/ 1811 w 2983"/>
                <a:gd name="T89" fmla="*/ 653 h 1163"/>
                <a:gd name="T90" fmla="*/ 2152 w 2983"/>
                <a:gd name="T91" fmla="*/ 449 h 1163"/>
                <a:gd name="T92" fmla="*/ 2768 w 2983"/>
                <a:gd name="T93" fmla="*/ 154 h 1163"/>
                <a:gd name="T94" fmla="*/ 2881 w 2983"/>
                <a:gd name="T95" fmla="*/ 194 h 1163"/>
                <a:gd name="T96" fmla="*/ 2870 w 2983"/>
                <a:gd name="T97" fmla="*/ 320 h 1163"/>
                <a:gd name="T98" fmla="*/ 2484 w 2983"/>
                <a:gd name="T99" fmla="*/ 595 h 1163"/>
                <a:gd name="T100" fmla="*/ 1738 w 2983"/>
                <a:gd name="T101" fmla="*/ 1064 h 1163"/>
                <a:gd name="T102" fmla="*/ 1473 w 2983"/>
                <a:gd name="T103" fmla="*/ 1079 h 1163"/>
                <a:gd name="T104" fmla="*/ 915 w 2983"/>
                <a:gd name="T105" fmla="*/ 940 h 1163"/>
                <a:gd name="T106" fmla="*/ 558 w 2983"/>
                <a:gd name="T107" fmla="*/ 846 h 1163"/>
                <a:gd name="T108" fmla="*/ 490 w 2983"/>
                <a:gd name="T109" fmla="*/ 804 h 1163"/>
                <a:gd name="T110" fmla="*/ 483 w 2983"/>
                <a:gd name="T111" fmla="*/ 202 h 1163"/>
                <a:gd name="T112" fmla="*/ 746 w 2983"/>
                <a:gd name="T113" fmla="*/ 152 h 1163"/>
                <a:gd name="T114" fmla="*/ 392 w 2983"/>
                <a:gd name="T115" fmla="*/ 940 h 1163"/>
                <a:gd name="T116" fmla="*/ 83 w 2983"/>
                <a:gd name="T117" fmla="*/ 332 h 1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83" h="1163">
                  <a:moveTo>
                    <a:pt x="100" y="10"/>
                  </a:moveTo>
                  <a:lnTo>
                    <a:pt x="88" y="16"/>
                  </a:lnTo>
                  <a:lnTo>
                    <a:pt x="54" y="40"/>
                  </a:lnTo>
                  <a:lnTo>
                    <a:pt x="38" y="54"/>
                  </a:lnTo>
                  <a:lnTo>
                    <a:pt x="25" y="65"/>
                  </a:lnTo>
                  <a:lnTo>
                    <a:pt x="12" y="90"/>
                  </a:lnTo>
                  <a:lnTo>
                    <a:pt x="7" y="118"/>
                  </a:lnTo>
                  <a:lnTo>
                    <a:pt x="2" y="189"/>
                  </a:lnTo>
                  <a:lnTo>
                    <a:pt x="0" y="370"/>
                  </a:lnTo>
                  <a:lnTo>
                    <a:pt x="0" y="515"/>
                  </a:lnTo>
                  <a:lnTo>
                    <a:pt x="0" y="701"/>
                  </a:lnTo>
                  <a:lnTo>
                    <a:pt x="5" y="877"/>
                  </a:lnTo>
                  <a:lnTo>
                    <a:pt x="16" y="952"/>
                  </a:lnTo>
                  <a:lnTo>
                    <a:pt x="32" y="988"/>
                  </a:lnTo>
                  <a:lnTo>
                    <a:pt x="46" y="1005"/>
                  </a:lnTo>
                  <a:lnTo>
                    <a:pt x="63" y="1017"/>
                  </a:lnTo>
                  <a:lnTo>
                    <a:pt x="85" y="1025"/>
                  </a:lnTo>
                  <a:lnTo>
                    <a:pt x="125" y="1031"/>
                  </a:lnTo>
                  <a:lnTo>
                    <a:pt x="198" y="1032"/>
                  </a:lnTo>
                  <a:lnTo>
                    <a:pt x="243" y="1032"/>
                  </a:lnTo>
                  <a:lnTo>
                    <a:pt x="296" y="1032"/>
                  </a:lnTo>
                  <a:lnTo>
                    <a:pt x="369" y="1029"/>
                  </a:lnTo>
                  <a:lnTo>
                    <a:pt x="413" y="1022"/>
                  </a:lnTo>
                  <a:lnTo>
                    <a:pt x="439" y="1009"/>
                  </a:lnTo>
                  <a:lnTo>
                    <a:pt x="450" y="999"/>
                  </a:lnTo>
                  <a:lnTo>
                    <a:pt x="463" y="984"/>
                  </a:lnTo>
                  <a:lnTo>
                    <a:pt x="481" y="957"/>
                  </a:lnTo>
                  <a:lnTo>
                    <a:pt x="483" y="949"/>
                  </a:lnTo>
                  <a:lnTo>
                    <a:pt x="484" y="942"/>
                  </a:lnTo>
                  <a:lnTo>
                    <a:pt x="498" y="934"/>
                  </a:lnTo>
                  <a:lnTo>
                    <a:pt x="525" y="931"/>
                  </a:lnTo>
                  <a:lnTo>
                    <a:pt x="565" y="935"/>
                  </a:lnTo>
                  <a:lnTo>
                    <a:pt x="647" y="951"/>
                  </a:lnTo>
                  <a:lnTo>
                    <a:pt x="800" y="993"/>
                  </a:lnTo>
                  <a:lnTo>
                    <a:pt x="895" y="1024"/>
                  </a:lnTo>
                  <a:lnTo>
                    <a:pt x="1013" y="1061"/>
                  </a:lnTo>
                  <a:lnTo>
                    <a:pt x="1224" y="1124"/>
                  </a:lnTo>
                  <a:lnTo>
                    <a:pt x="1283" y="1139"/>
                  </a:lnTo>
                  <a:lnTo>
                    <a:pt x="1341" y="1151"/>
                  </a:lnTo>
                  <a:lnTo>
                    <a:pt x="1472" y="1163"/>
                  </a:lnTo>
                  <a:lnTo>
                    <a:pt x="1605" y="1163"/>
                  </a:lnTo>
                  <a:lnTo>
                    <a:pt x="1695" y="1153"/>
                  </a:lnTo>
                  <a:lnTo>
                    <a:pt x="1746" y="1143"/>
                  </a:lnTo>
                  <a:lnTo>
                    <a:pt x="1768" y="1137"/>
                  </a:lnTo>
                  <a:lnTo>
                    <a:pt x="1795" y="1126"/>
                  </a:lnTo>
                  <a:lnTo>
                    <a:pt x="1907" y="1062"/>
                  </a:lnTo>
                  <a:lnTo>
                    <a:pt x="2166" y="902"/>
                  </a:lnTo>
                  <a:lnTo>
                    <a:pt x="2576" y="634"/>
                  </a:lnTo>
                  <a:lnTo>
                    <a:pt x="2825" y="463"/>
                  </a:lnTo>
                  <a:lnTo>
                    <a:pt x="2926" y="387"/>
                  </a:lnTo>
                  <a:lnTo>
                    <a:pt x="2945" y="369"/>
                  </a:lnTo>
                  <a:lnTo>
                    <a:pt x="2955" y="357"/>
                  </a:lnTo>
                  <a:lnTo>
                    <a:pt x="2969" y="331"/>
                  </a:lnTo>
                  <a:lnTo>
                    <a:pt x="2978" y="303"/>
                  </a:lnTo>
                  <a:lnTo>
                    <a:pt x="2983" y="270"/>
                  </a:lnTo>
                  <a:lnTo>
                    <a:pt x="2983" y="252"/>
                  </a:lnTo>
                  <a:lnTo>
                    <a:pt x="2983" y="230"/>
                  </a:lnTo>
                  <a:lnTo>
                    <a:pt x="2978" y="196"/>
                  </a:lnTo>
                  <a:lnTo>
                    <a:pt x="2965" y="167"/>
                  </a:lnTo>
                  <a:lnTo>
                    <a:pt x="2942" y="138"/>
                  </a:lnTo>
                  <a:lnTo>
                    <a:pt x="2925" y="120"/>
                  </a:lnTo>
                  <a:lnTo>
                    <a:pt x="2905" y="101"/>
                  </a:lnTo>
                  <a:lnTo>
                    <a:pt x="2875" y="77"/>
                  </a:lnTo>
                  <a:lnTo>
                    <a:pt x="2845" y="67"/>
                  </a:lnTo>
                  <a:lnTo>
                    <a:pt x="2802" y="68"/>
                  </a:lnTo>
                  <a:lnTo>
                    <a:pt x="2770" y="70"/>
                  </a:lnTo>
                  <a:lnTo>
                    <a:pt x="2740" y="74"/>
                  </a:lnTo>
                  <a:lnTo>
                    <a:pt x="2672" y="92"/>
                  </a:lnTo>
                  <a:lnTo>
                    <a:pt x="2572" y="136"/>
                  </a:lnTo>
                  <a:lnTo>
                    <a:pt x="2418" y="213"/>
                  </a:lnTo>
                  <a:lnTo>
                    <a:pt x="2308" y="270"/>
                  </a:lnTo>
                  <a:lnTo>
                    <a:pt x="1942" y="464"/>
                  </a:lnTo>
                  <a:lnTo>
                    <a:pt x="1925" y="415"/>
                  </a:lnTo>
                  <a:lnTo>
                    <a:pt x="1913" y="381"/>
                  </a:lnTo>
                  <a:lnTo>
                    <a:pt x="1890" y="346"/>
                  </a:lnTo>
                  <a:lnTo>
                    <a:pt x="1869" y="330"/>
                  </a:lnTo>
                  <a:lnTo>
                    <a:pt x="1840" y="318"/>
                  </a:lnTo>
                  <a:lnTo>
                    <a:pt x="1800" y="310"/>
                  </a:lnTo>
                  <a:lnTo>
                    <a:pt x="1717" y="302"/>
                  </a:lnTo>
                  <a:lnTo>
                    <a:pt x="1637" y="299"/>
                  </a:lnTo>
                  <a:lnTo>
                    <a:pt x="1567" y="296"/>
                  </a:lnTo>
                  <a:lnTo>
                    <a:pt x="1471" y="288"/>
                  </a:lnTo>
                  <a:lnTo>
                    <a:pt x="1401" y="273"/>
                  </a:lnTo>
                  <a:lnTo>
                    <a:pt x="1330" y="246"/>
                  </a:lnTo>
                  <a:lnTo>
                    <a:pt x="1283" y="225"/>
                  </a:lnTo>
                  <a:lnTo>
                    <a:pt x="1224" y="199"/>
                  </a:lnTo>
                  <a:lnTo>
                    <a:pt x="1114" y="154"/>
                  </a:lnTo>
                  <a:lnTo>
                    <a:pt x="1014" y="119"/>
                  </a:lnTo>
                  <a:lnTo>
                    <a:pt x="923" y="93"/>
                  </a:lnTo>
                  <a:lnTo>
                    <a:pt x="840" y="76"/>
                  </a:lnTo>
                  <a:lnTo>
                    <a:pt x="762" y="67"/>
                  </a:lnTo>
                  <a:lnTo>
                    <a:pt x="688" y="66"/>
                  </a:lnTo>
                  <a:lnTo>
                    <a:pt x="618" y="73"/>
                  </a:lnTo>
                  <a:lnTo>
                    <a:pt x="583" y="80"/>
                  </a:lnTo>
                  <a:lnTo>
                    <a:pt x="554" y="87"/>
                  </a:lnTo>
                  <a:lnTo>
                    <a:pt x="515" y="92"/>
                  </a:lnTo>
                  <a:lnTo>
                    <a:pt x="492" y="90"/>
                  </a:lnTo>
                  <a:lnTo>
                    <a:pt x="475" y="77"/>
                  </a:lnTo>
                  <a:lnTo>
                    <a:pt x="467" y="67"/>
                  </a:lnTo>
                  <a:lnTo>
                    <a:pt x="454" y="53"/>
                  </a:lnTo>
                  <a:lnTo>
                    <a:pt x="415" y="25"/>
                  </a:lnTo>
                  <a:lnTo>
                    <a:pt x="395" y="17"/>
                  </a:lnTo>
                  <a:lnTo>
                    <a:pt x="372" y="11"/>
                  </a:lnTo>
                  <a:lnTo>
                    <a:pt x="293" y="2"/>
                  </a:lnTo>
                  <a:lnTo>
                    <a:pt x="200" y="0"/>
                  </a:lnTo>
                  <a:lnTo>
                    <a:pt x="122" y="5"/>
                  </a:lnTo>
                  <a:lnTo>
                    <a:pt x="100" y="10"/>
                  </a:lnTo>
                  <a:close/>
                  <a:moveTo>
                    <a:pt x="200" y="175"/>
                  </a:moveTo>
                  <a:lnTo>
                    <a:pt x="200" y="201"/>
                  </a:lnTo>
                  <a:lnTo>
                    <a:pt x="198" y="233"/>
                  </a:lnTo>
                  <a:lnTo>
                    <a:pt x="188" y="246"/>
                  </a:lnTo>
                  <a:lnTo>
                    <a:pt x="165" y="247"/>
                  </a:lnTo>
                  <a:lnTo>
                    <a:pt x="147" y="245"/>
                  </a:lnTo>
                  <a:lnTo>
                    <a:pt x="130" y="243"/>
                  </a:lnTo>
                  <a:lnTo>
                    <a:pt x="108" y="238"/>
                  </a:lnTo>
                  <a:lnTo>
                    <a:pt x="95" y="227"/>
                  </a:lnTo>
                  <a:lnTo>
                    <a:pt x="88" y="208"/>
                  </a:lnTo>
                  <a:lnTo>
                    <a:pt x="87" y="194"/>
                  </a:lnTo>
                  <a:lnTo>
                    <a:pt x="84" y="168"/>
                  </a:lnTo>
                  <a:lnTo>
                    <a:pt x="88" y="132"/>
                  </a:lnTo>
                  <a:lnTo>
                    <a:pt x="102" y="109"/>
                  </a:lnTo>
                  <a:lnTo>
                    <a:pt x="130" y="99"/>
                  </a:lnTo>
                  <a:lnTo>
                    <a:pt x="150" y="99"/>
                  </a:lnTo>
                  <a:lnTo>
                    <a:pt x="167" y="99"/>
                  </a:lnTo>
                  <a:lnTo>
                    <a:pt x="188" y="103"/>
                  </a:lnTo>
                  <a:lnTo>
                    <a:pt x="197" y="117"/>
                  </a:lnTo>
                  <a:lnTo>
                    <a:pt x="200" y="150"/>
                  </a:lnTo>
                  <a:lnTo>
                    <a:pt x="200" y="175"/>
                  </a:lnTo>
                  <a:close/>
                  <a:moveTo>
                    <a:pt x="397" y="177"/>
                  </a:moveTo>
                  <a:lnTo>
                    <a:pt x="402" y="249"/>
                  </a:lnTo>
                  <a:lnTo>
                    <a:pt x="343" y="249"/>
                  </a:lnTo>
                  <a:lnTo>
                    <a:pt x="323" y="249"/>
                  </a:lnTo>
                  <a:lnTo>
                    <a:pt x="297" y="245"/>
                  </a:lnTo>
                  <a:lnTo>
                    <a:pt x="286" y="231"/>
                  </a:lnTo>
                  <a:lnTo>
                    <a:pt x="283" y="198"/>
                  </a:lnTo>
                  <a:lnTo>
                    <a:pt x="283" y="172"/>
                  </a:lnTo>
                  <a:lnTo>
                    <a:pt x="283" y="146"/>
                  </a:lnTo>
                  <a:lnTo>
                    <a:pt x="286" y="115"/>
                  </a:lnTo>
                  <a:lnTo>
                    <a:pt x="296" y="102"/>
                  </a:lnTo>
                  <a:lnTo>
                    <a:pt x="319" y="100"/>
                  </a:lnTo>
                  <a:lnTo>
                    <a:pt x="338" y="102"/>
                  </a:lnTo>
                  <a:lnTo>
                    <a:pt x="356" y="104"/>
                  </a:lnTo>
                  <a:lnTo>
                    <a:pt x="378" y="110"/>
                  </a:lnTo>
                  <a:lnTo>
                    <a:pt x="389" y="125"/>
                  </a:lnTo>
                  <a:lnTo>
                    <a:pt x="395" y="155"/>
                  </a:lnTo>
                  <a:lnTo>
                    <a:pt x="397" y="177"/>
                  </a:lnTo>
                  <a:close/>
                  <a:moveTo>
                    <a:pt x="887" y="174"/>
                  </a:moveTo>
                  <a:lnTo>
                    <a:pt x="941" y="187"/>
                  </a:lnTo>
                  <a:lnTo>
                    <a:pt x="1096" y="240"/>
                  </a:lnTo>
                  <a:lnTo>
                    <a:pt x="1170" y="270"/>
                  </a:lnTo>
                  <a:lnTo>
                    <a:pt x="1256" y="307"/>
                  </a:lnTo>
                  <a:lnTo>
                    <a:pt x="1375" y="354"/>
                  </a:lnTo>
                  <a:lnTo>
                    <a:pt x="1465" y="375"/>
                  </a:lnTo>
                  <a:lnTo>
                    <a:pt x="1561" y="382"/>
                  </a:lnTo>
                  <a:lnTo>
                    <a:pt x="1627" y="382"/>
                  </a:lnTo>
                  <a:lnTo>
                    <a:pt x="1716" y="383"/>
                  </a:lnTo>
                  <a:lnTo>
                    <a:pt x="1789" y="391"/>
                  </a:lnTo>
                  <a:lnTo>
                    <a:pt x="1816" y="401"/>
                  </a:lnTo>
                  <a:lnTo>
                    <a:pt x="1825" y="409"/>
                  </a:lnTo>
                  <a:lnTo>
                    <a:pt x="1836" y="421"/>
                  </a:lnTo>
                  <a:lnTo>
                    <a:pt x="1843" y="451"/>
                  </a:lnTo>
                  <a:lnTo>
                    <a:pt x="1835" y="486"/>
                  </a:lnTo>
                  <a:lnTo>
                    <a:pt x="1811" y="525"/>
                  </a:lnTo>
                  <a:lnTo>
                    <a:pt x="1793" y="547"/>
                  </a:lnTo>
                  <a:lnTo>
                    <a:pt x="1781" y="561"/>
                  </a:lnTo>
                  <a:lnTo>
                    <a:pt x="1755" y="583"/>
                  </a:lnTo>
                  <a:lnTo>
                    <a:pt x="1726" y="600"/>
                  </a:lnTo>
                  <a:lnTo>
                    <a:pt x="1690" y="613"/>
                  </a:lnTo>
                  <a:lnTo>
                    <a:pt x="1615" y="625"/>
                  </a:lnTo>
                  <a:lnTo>
                    <a:pt x="1457" y="632"/>
                  </a:lnTo>
                  <a:lnTo>
                    <a:pt x="1342" y="632"/>
                  </a:lnTo>
                  <a:lnTo>
                    <a:pt x="1033" y="632"/>
                  </a:lnTo>
                  <a:lnTo>
                    <a:pt x="1033" y="674"/>
                  </a:lnTo>
                  <a:lnTo>
                    <a:pt x="1033" y="715"/>
                  </a:lnTo>
                  <a:lnTo>
                    <a:pt x="1358" y="715"/>
                  </a:lnTo>
                  <a:lnTo>
                    <a:pt x="1480" y="715"/>
                  </a:lnTo>
                  <a:lnTo>
                    <a:pt x="1644" y="709"/>
                  </a:lnTo>
                  <a:lnTo>
                    <a:pt x="1721" y="696"/>
                  </a:lnTo>
                  <a:lnTo>
                    <a:pt x="1760" y="683"/>
                  </a:lnTo>
                  <a:lnTo>
                    <a:pt x="1811" y="653"/>
                  </a:lnTo>
                  <a:lnTo>
                    <a:pt x="1847" y="624"/>
                  </a:lnTo>
                  <a:lnTo>
                    <a:pt x="1867" y="609"/>
                  </a:lnTo>
                  <a:lnTo>
                    <a:pt x="1954" y="557"/>
                  </a:lnTo>
                  <a:lnTo>
                    <a:pt x="2152" y="449"/>
                  </a:lnTo>
                  <a:lnTo>
                    <a:pt x="2469" y="287"/>
                  </a:lnTo>
                  <a:lnTo>
                    <a:pt x="2665" y="194"/>
                  </a:lnTo>
                  <a:lnTo>
                    <a:pt x="2749" y="159"/>
                  </a:lnTo>
                  <a:lnTo>
                    <a:pt x="2768" y="154"/>
                  </a:lnTo>
                  <a:lnTo>
                    <a:pt x="2790" y="152"/>
                  </a:lnTo>
                  <a:lnTo>
                    <a:pt x="2828" y="157"/>
                  </a:lnTo>
                  <a:lnTo>
                    <a:pt x="2859" y="172"/>
                  </a:lnTo>
                  <a:lnTo>
                    <a:pt x="2881" y="194"/>
                  </a:lnTo>
                  <a:lnTo>
                    <a:pt x="2894" y="222"/>
                  </a:lnTo>
                  <a:lnTo>
                    <a:pt x="2898" y="254"/>
                  </a:lnTo>
                  <a:lnTo>
                    <a:pt x="2890" y="287"/>
                  </a:lnTo>
                  <a:lnTo>
                    <a:pt x="2870" y="320"/>
                  </a:lnTo>
                  <a:lnTo>
                    <a:pt x="2855" y="335"/>
                  </a:lnTo>
                  <a:lnTo>
                    <a:pt x="2832" y="355"/>
                  </a:lnTo>
                  <a:lnTo>
                    <a:pt x="2727" y="430"/>
                  </a:lnTo>
                  <a:lnTo>
                    <a:pt x="2484" y="595"/>
                  </a:lnTo>
                  <a:lnTo>
                    <a:pt x="2094" y="850"/>
                  </a:lnTo>
                  <a:lnTo>
                    <a:pt x="1856" y="999"/>
                  </a:lnTo>
                  <a:lnTo>
                    <a:pt x="1758" y="1056"/>
                  </a:lnTo>
                  <a:lnTo>
                    <a:pt x="1738" y="1064"/>
                  </a:lnTo>
                  <a:lnTo>
                    <a:pt x="1706" y="1072"/>
                  </a:lnTo>
                  <a:lnTo>
                    <a:pt x="1637" y="1082"/>
                  </a:lnTo>
                  <a:lnTo>
                    <a:pt x="1560" y="1085"/>
                  </a:lnTo>
                  <a:lnTo>
                    <a:pt x="1473" y="1079"/>
                  </a:lnTo>
                  <a:lnTo>
                    <a:pt x="1375" y="1064"/>
                  </a:lnTo>
                  <a:lnTo>
                    <a:pt x="1264" y="1040"/>
                  </a:lnTo>
                  <a:lnTo>
                    <a:pt x="1071" y="989"/>
                  </a:lnTo>
                  <a:lnTo>
                    <a:pt x="915" y="940"/>
                  </a:lnTo>
                  <a:lnTo>
                    <a:pt x="800" y="904"/>
                  </a:lnTo>
                  <a:lnTo>
                    <a:pt x="626" y="854"/>
                  </a:lnTo>
                  <a:lnTo>
                    <a:pt x="595" y="849"/>
                  </a:lnTo>
                  <a:lnTo>
                    <a:pt x="558" y="846"/>
                  </a:lnTo>
                  <a:lnTo>
                    <a:pt x="522" y="839"/>
                  </a:lnTo>
                  <a:lnTo>
                    <a:pt x="508" y="835"/>
                  </a:lnTo>
                  <a:lnTo>
                    <a:pt x="496" y="822"/>
                  </a:lnTo>
                  <a:lnTo>
                    <a:pt x="490" y="804"/>
                  </a:lnTo>
                  <a:lnTo>
                    <a:pt x="485" y="754"/>
                  </a:lnTo>
                  <a:lnTo>
                    <a:pt x="483" y="622"/>
                  </a:lnTo>
                  <a:lnTo>
                    <a:pt x="483" y="515"/>
                  </a:lnTo>
                  <a:lnTo>
                    <a:pt x="483" y="202"/>
                  </a:lnTo>
                  <a:lnTo>
                    <a:pt x="538" y="184"/>
                  </a:lnTo>
                  <a:lnTo>
                    <a:pt x="583" y="170"/>
                  </a:lnTo>
                  <a:lnTo>
                    <a:pt x="665" y="155"/>
                  </a:lnTo>
                  <a:lnTo>
                    <a:pt x="746" y="152"/>
                  </a:lnTo>
                  <a:lnTo>
                    <a:pt x="835" y="163"/>
                  </a:lnTo>
                  <a:lnTo>
                    <a:pt x="887" y="174"/>
                  </a:lnTo>
                  <a:close/>
                  <a:moveTo>
                    <a:pt x="397" y="635"/>
                  </a:moveTo>
                  <a:lnTo>
                    <a:pt x="392" y="940"/>
                  </a:lnTo>
                  <a:lnTo>
                    <a:pt x="242" y="940"/>
                  </a:lnTo>
                  <a:lnTo>
                    <a:pt x="92" y="940"/>
                  </a:lnTo>
                  <a:lnTo>
                    <a:pt x="87" y="635"/>
                  </a:lnTo>
                  <a:lnTo>
                    <a:pt x="83" y="332"/>
                  </a:lnTo>
                  <a:lnTo>
                    <a:pt x="242" y="332"/>
                  </a:lnTo>
                  <a:lnTo>
                    <a:pt x="400" y="332"/>
                  </a:lnTo>
                  <a:lnTo>
                    <a:pt x="397" y="6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55" name="Graphic 4">
            <a:extLst>
              <a:ext uri="{FF2B5EF4-FFF2-40B4-BE49-F238E27FC236}">
                <a16:creationId xmlns:a16="http://schemas.microsoft.com/office/drawing/2014/main" id="{F525DAA8-2DE2-8C0B-1D2C-5BBEADCD65EF}"/>
              </a:ext>
            </a:extLst>
          </p:cNvPr>
          <p:cNvGrpSpPr>
            <a:grpSpLocks noChangeAspect="1"/>
          </p:cNvGrpSpPr>
          <p:nvPr/>
        </p:nvGrpSpPr>
        <p:grpSpPr>
          <a:xfrm>
            <a:off x="9436191" y="4664481"/>
            <a:ext cx="480913" cy="480913"/>
            <a:chOff x="5056922" y="-47904"/>
            <a:chExt cx="888382" cy="888382"/>
          </a:xfrm>
          <a:solidFill>
            <a:schemeClr val="bg1"/>
          </a:solidFill>
        </p:grpSpPr>
        <p:sp>
          <p:nvSpPr>
            <p:cNvPr id="56" name="Freeform: Shape 55">
              <a:extLst>
                <a:ext uri="{FF2B5EF4-FFF2-40B4-BE49-F238E27FC236}">
                  <a16:creationId xmlns:a16="http://schemas.microsoft.com/office/drawing/2014/main" id="{ADA58F02-58AF-3622-4420-EE5F9B471302}"/>
                </a:ext>
              </a:extLst>
            </p:cNvPr>
            <p:cNvSpPr/>
            <p:nvPr/>
          </p:nvSpPr>
          <p:spPr>
            <a:xfrm>
              <a:off x="5271235" y="697602"/>
              <a:ext cx="85725" cy="85725"/>
            </a:xfrm>
            <a:custGeom>
              <a:avLst/>
              <a:gdLst>
                <a:gd name="csX0" fmla="*/ 42863 w 85725"/>
                <a:gd name="csY0" fmla="*/ 0 h 85725"/>
                <a:gd name="csX1" fmla="*/ 0 w 85725"/>
                <a:gd name="csY1" fmla="*/ 42863 h 85725"/>
                <a:gd name="csX2" fmla="*/ 42863 w 85725"/>
                <a:gd name="csY2" fmla="*/ 85725 h 85725"/>
                <a:gd name="csX3" fmla="*/ 85725 w 85725"/>
                <a:gd name="csY3" fmla="*/ 42863 h 85725"/>
                <a:gd name="csX4" fmla="*/ 42863 w 85725"/>
                <a:gd name="csY4" fmla="*/ 0 h 85725"/>
                <a:gd name="csX5" fmla="*/ 42863 w 85725"/>
                <a:gd name="csY5" fmla="*/ 57150 h 85725"/>
                <a:gd name="csX6" fmla="*/ 28575 w 85725"/>
                <a:gd name="csY6" fmla="*/ 42863 h 85725"/>
                <a:gd name="csX7" fmla="*/ 42863 w 85725"/>
                <a:gd name="csY7" fmla="*/ 28575 h 85725"/>
                <a:gd name="csX8" fmla="*/ 57150 w 85725"/>
                <a:gd name="csY8" fmla="*/ 42863 h 85725"/>
                <a:gd name="csX9" fmla="*/ 42863 w 85725"/>
                <a:gd name="csY9" fmla="*/ 57150 h 85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5725" h="85725">
                  <a:moveTo>
                    <a:pt x="42863" y="0"/>
                  </a:moveTo>
                  <a:cubicBezTo>
                    <a:pt x="19231" y="0"/>
                    <a:pt x="0" y="19231"/>
                    <a:pt x="0" y="42863"/>
                  </a:cubicBezTo>
                  <a:cubicBezTo>
                    <a:pt x="0" y="66494"/>
                    <a:pt x="19231" y="85725"/>
                    <a:pt x="42863" y="85725"/>
                  </a:cubicBezTo>
                  <a:cubicBezTo>
                    <a:pt x="66494" y="85725"/>
                    <a:pt x="85725" y="66494"/>
                    <a:pt x="85725" y="42863"/>
                  </a:cubicBezTo>
                  <a:cubicBezTo>
                    <a:pt x="85725" y="19231"/>
                    <a:pt x="66494" y="0"/>
                    <a:pt x="42863" y="0"/>
                  </a:cubicBezTo>
                  <a:close/>
                  <a:moveTo>
                    <a:pt x="42863" y="57150"/>
                  </a:moveTo>
                  <a:cubicBezTo>
                    <a:pt x="34976" y="57150"/>
                    <a:pt x="28575" y="50749"/>
                    <a:pt x="28575" y="42863"/>
                  </a:cubicBezTo>
                  <a:cubicBezTo>
                    <a:pt x="28575" y="34976"/>
                    <a:pt x="34976" y="28575"/>
                    <a:pt x="42863" y="28575"/>
                  </a:cubicBezTo>
                  <a:cubicBezTo>
                    <a:pt x="50749" y="28575"/>
                    <a:pt x="57150" y="34976"/>
                    <a:pt x="57150" y="42863"/>
                  </a:cubicBezTo>
                  <a:cubicBezTo>
                    <a:pt x="57150" y="50749"/>
                    <a:pt x="50749" y="57150"/>
                    <a:pt x="42863" y="57150"/>
                  </a:cubicBezTo>
                  <a:close/>
                </a:path>
              </a:pathLst>
            </a:custGeom>
            <a:grpFill/>
            <a:ln w="14288" cap="flat">
              <a:noFill/>
              <a:prstDash val="solid"/>
              <a:miter/>
            </a:ln>
          </p:spPr>
          <p:txBody>
            <a:bodyPr/>
            <a:lstStyle/>
            <a:p>
              <a:endParaRPr lang="en-GB"/>
            </a:p>
          </p:txBody>
        </p:sp>
        <p:sp>
          <p:nvSpPr>
            <p:cNvPr id="57" name="Freeform: Shape 56">
              <a:extLst>
                <a:ext uri="{FF2B5EF4-FFF2-40B4-BE49-F238E27FC236}">
                  <a16:creationId xmlns:a16="http://schemas.microsoft.com/office/drawing/2014/main" id="{851EA194-F831-FF99-FC21-7D5B4D139DE2}"/>
                </a:ext>
              </a:extLst>
            </p:cNvPr>
            <p:cNvSpPr/>
            <p:nvPr/>
          </p:nvSpPr>
          <p:spPr>
            <a:xfrm>
              <a:off x="5056922" y="-47904"/>
              <a:ext cx="888382" cy="888382"/>
            </a:xfrm>
            <a:custGeom>
              <a:avLst/>
              <a:gdLst>
                <a:gd name="csX0" fmla="*/ 507721 w 888382"/>
                <a:gd name="csY0" fmla="*/ 374032 h 888382"/>
                <a:gd name="csX1" fmla="*/ 514350 w 888382"/>
                <a:gd name="csY1" fmla="*/ 316882 h 888382"/>
                <a:gd name="csX2" fmla="*/ 501120 w 888382"/>
                <a:gd name="csY2" fmla="*/ 236015 h 888382"/>
                <a:gd name="csX3" fmla="*/ 514350 w 888382"/>
                <a:gd name="csY3" fmla="*/ 222785 h 888382"/>
                <a:gd name="csX4" fmla="*/ 628650 w 888382"/>
                <a:gd name="csY4" fmla="*/ 337085 h 888382"/>
                <a:gd name="csX5" fmla="*/ 785813 w 888382"/>
                <a:gd name="csY5" fmla="*/ 179922 h 888382"/>
                <a:gd name="csX6" fmla="*/ 853064 w 888382"/>
                <a:gd name="csY6" fmla="*/ 247174 h 888382"/>
                <a:gd name="csX7" fmla="*/ 888383 w 888382"/>
                <a:gd name="csY7" fmla="*/ 0 h 888382"/>
                <a:gd name="csX8" fmla="*/ 641209 w 888382"/>
                <a:gd name="csY8" fmla="*/ 35319 h 888382"/>
                <a:gd name="csX9" fmla="*/ 708460 w 888382"/>
                <a:gd name="csY9" fmla="*/ 102570 h 888382"/>
                <a:gd name="csX10" fmla="*/ 628650 w 888382"/>
                <a:gd name="csY10" fmla="*/ 182380 h 888382"/>
                <a:gd name="csX11" fmla="*/ 514350 w 888382"/>
                <a:gd name="csY11" fmla="*/ 68080 h 888382"/>
                <a:gd name="csX12" fmla="*/ 442898 w 888382"/>
                <a:gd name="csY12" fmla="*/ 139532 h 888382"/>
                <a:gd name="csX13" fmla="*/ 257175 w 888382"/>
                <a:gd name="csY13" fmla="*/ 59707 h 888382"/>
                <a:gd name="csX14" fmla="*/ 0 w 888382"/>
                <a:gd name="csY14" fmla="*/ 316882 h 888382"/>
                <a:gd name="csX15" fmla="*/ 182566 w 888382"/>
                <a:gd name="csY15" fmla="*/ 562942 h 888382"/>
                <a:gd name="csX16" fmla="*/ 187423 w 888382"/>
                <a:gd name="csY16" fmla="*/ 571086 h 888382"/>
                <a:gd name="csX17" fmla="*/ 200011 w 888382"/>
                <a:gd name="csY17" fmla="*/ 615048 h 888382"/>
                <a:gd name="csX18" fmla="*/ 159106 w 888382"/>
                <a:gd name="csY18" fmla="*/ 762967 h 888382"/>
                <a:gd name="csX19" fmla="*/ 157163 w 888382"/>
                <a:gd name="csY19" fmla="*/ 782569 h 888382"/>
                <a:gd name="csX20" fmla="*/ 157163 w 888382"/>
                <a:gd name="csY20" fmla="*/ 788370 h 888382"/>
                <a:gd name="csX21" fmla="*/ 257175 w 888382"/>
                <a:gd name="csY21" fmla="*/ 888382 h 888382"/>
                <a:gd name="csX22" fmla="*/ 800100 w 888382"/>
                <a:gd name="csY22" fmla="*/ 888382 h 888382"/>
                <a:gd name="csX23" fmla="*/ 800100 w 888382"/>
                <a:gd name="csY23" fmla="*/ 774082 h 888382"/>
                <a:gd name="csX24" fmla="*/ 849292 w 888382"/>
                <a:gd name="csY24" fmla="*/ 774082 h 888382"/>
                <a:gd name="csX25" fmla="*/ 814745 w 888382"/>
                <a:gd name="csY25" fmla="*/ 681957 h 888382"/>
                <a:gd name="csX26" fmla="*/ 885825 w 888382"/>
                <a:gd name="csY26" fmla="*/ 729334 h 888382"/>
                <a:gd name="csX27" fmla="*/ 885825 w 888382"/>
                <a:gd name="csY27" fmla="*/ 437826 h 888382"/>
                <a:gd name="csX28" fmla="*/ 790142 w 888382"/>
                <a:gd name="csY28" fmla="*/ 374032 h 888382"/>
                <a:gd name="csX29" fmla="*/ 771525 w 888382"/>
                <a:gd name="csY29" fmla="*/ 402607 h 888382"/>
                <a:gd name="csX30" fmla="*/ 771525 w 888382"/>
                <a:gd name="csY30" fmla="*/ 631207 h 888382"/>
                <a:gd name="csX31" fmla="*/ 742950 w 888382"/>
                <a:gd name="csY31" fmla="*/ 631207 h 888382"/>
                <a:gd name="csX32" fmla="*/ 742950 w 888382"/>
                <a:gd name="csY32" fmla="*/ 516907 h 888382"/>
                <a:gd name="csX33" fmla="*/ 628650 w 888382"/>
                <a:gd name="csY33" fmla="*/ 516907 h 888382"/>
                <a:gd name="csX34" fmla="*/ 628650 w 888382"/>
                <a:gd name="csY34" fmla="*/ 431182 h 888382"/>
                <a:gd name="csX35" fmla="*/ 487204 w 888382"/>
                <a:gd name="csY35" fmla="*/ 431182 h 888382"/>
                <a:gd name="csX36" fmla="*/ 499334 w 888382"/>
                <a:gd name="csY36" fmla="*/ 402607 h 888382"/>
                <a:gd name="csX37" fmla="*/ 314339 w 888382"/>
                <a:gd name="csY37" fmla="*/ 615048 h 888382"/>
                <a:gd name="csX38" fmla="*/ 326927 w 888382"/>
                <a:gd name="csY38" fmla="*/ 571100 h 888382"/>
                <a:gd name="csX39" fmla="*/ 331784 w 888382"/>
                <a:gd name="csY39" fmla="*/ 562942 h 888382"/>
                <a:gd name="csX40" fmla="*/ 342900 w 888382"/>
                <a:gd name="csY40" fmla="*/ 559056 h 888382"/>
                <a:gd name="csX41" fmla="*/ 342900 w 888382"/>
                <a:gd name="csY41" fmla="*/ 631207 h 888382"/>
                <a:gd name="csX42" fmla="*/ 318811 w 888382"/>
                <a:gd name="csY42" fmla="*/ 631207 h 888382"/>
                <a:gd name="csX43" fmla="*/ 371475 w 888382"/>
                <a:gd name="csY43" fmla="*/ 546911 h 888382"/>
                <a:gd name="csX44" fmla="*/ 470859 w 888382"/>
                <a:gd name="csY44" fmla="*/ 459757 h 888382"/>
                <a:gd name="csX45" fmla="*/ 600075 w 888382"/>
                <a:gd name="csY45" fmla="*/ 459757 h 888382"/>
                <a:gd name="csX46" fmla="*/ 600075 w 888382"/>
                <a:gd name="csY46" fmla="*/ 516907 h 888382"/>
                <a:gd name="csX47" fmla="*/ 514350 w 888382"/>
                <a:gd name="csY47" fmla="*/ 516907 h 888382"/>
                <a:gd name="csX48" fmla="*/ 514350 w 888382"/>
                <a:gd name="csY48" fmla="*/ 631207 h 888382"/>
                <a:gd name="csX49" fmla="*/ 371475 w 888382"/>
                <a:gd name="csY49" fmla="*/ 631207 h 888382"/>
                <a:gd name="csX50" fmla="*/ 542925 w 888382"/>
                <a:gd name="csY50" fmla="*/ 545482 h 888382"/>
                <a:gd name="csX51" fmla="*/ 714375 w 888382"/>
                <a:gd name="csY51" fmla="*/ 545482 h 888382"/>
                <a:gd name="csX52" fmla="*/ 714375 w 888382"/>
                <a:gd name="csY52" fmla="*/ 631207 h 888382"/>
                <a:gd name="csX53" fmla="*/ 542925 w 888382"/>
                <a:gd name="csY53" fmla="*/ 631207 h 888382"/>
                <a:gd name="csX54" fmla="*/ 628650 w 888382"/>
                <a:gd name="csY54" fmla="*/ 222785 h 888382"/>
                <a:gd name="csX55" fmla="*/ 748865 w 888382"/>
                <a:gd name="csY55" fmla="*/ 102570 h 888382"/>
                <a:gd name="csX56" fmla="*/ 701816 w 888382"/>
                <a:gd name="csY56" fmla="*/ 55521 h 888382"/>
                <a:gd name="csX57" fmla="*/ 854693 w 888382"/>
                <a:gd name="csY57" fmla="*/ 33690 h 888382"/>
                <a:gd name="csX58" fmla="*/ 832861 w 888382"/>
                <a:gd name="csY58" fmla="*/ 186566 h 888382"/>
                <a:gd name="csX59" fmla="*/ 785813 w 888382"/>
                <a:gd name="csY59" fmla="*/ 139517 h 888382"/>
                <a:gd name="csX60" fmla="*/ 628650 w 888382"/>
                <a:gd name="csY60" fmla="*/ 296680 h 888382"/>
                <a:gd name="csX61" fmla="*/ 514350 w 888382"/>
                <a:gd name="csY61" fmla="*/ 182380 h 888382"/>
                <a:gd name="csX62" fmla="*/ 214098 w 888382"/>
                <a:gd name="csY62" fmla="*/ 482632 h 888382"/>
                <a:gd name="csX63" fmla="*/ 162906 w 888382"/>
                <a:gd name="csY63" fmla="*/ 459929 h 888382"/>
                <a:gd name="csX64" fmla="*/ 514350 w 888382"/>
                <a:gd name="csY64" fmla="*/ 108485 h 888382"/>
                <a:gd name="csX65" fmla="*/ 428625 w 888382"/>
                <a:gd name="csY65" fmla="*/ 316882 h 888382"/>
                <a:gd name="csX66" fmla="*/ 257175 w 888382"/>
                <a:gd name="csY66" fmla="*/ 488332 h 888382"/>
                <a:gd name="csX67" fmla="*/ 249203 w 888382"/>
                <a:gd name="csY67" fmla="*/ 487932 h 888382"/>
                <a:gd name="csX68" fmla="*/ 428211 w 888382"/>
                <a:gd name="csY68" fmla="*/ 308924 h 888382"/>
                <a:gd name="csX69" fmla="*/ 428625 w 888382"/>
                <a:gd name="csY69" fmla="*/ 316882 h 888382"/>
                <a:gd name="csX70" fmla="*/ 85725 w 888382"/>
                <a:gd name="csY70" fmla="*/ 316882 h 888382"/>
                <a:gd name="csX71" fmla="*/ 257175 w 888382"/>
                <a:gd name="csY71" fmla="*/ 145432 h 888382"/>
                <a:gd name="csX72" fmla="*/ 382362 w 888382"/>
                <a:gd name="csY72" fmla="*/ 200068 h 888382"/>
                <a:gd name="csX73" fmla="*/ 140389 w 888382"/>
                <a:gd name="csY73" fmla="*/ 442041 h 888382"/>
                <a:gd name="csX74" fmla="*/ 85725 w 888382"/>
                <a:gd name="csY74" fmla="*/ 316882 h 888382"/>
                <a:gd name="csX75" fmla="*/ 28575 w 888382"/>
                <a:gd name="csY75" fmla="*/ 316882 h 888382"/>
                <a:gd name="csX76" fmla="*/ 257175 w 888382"/>
                <a:gd name="csY76" fmla="*/ 88282 h 888382"/>
                <a:gd name="csX77" fmla="*/ 422710 w 888382"/>
                <a:gd name="csY77" fmla="*/ 159720 h 888382"/>
                <a:gd name="csX78" fmla="*/ 402550 w 888382"/>
                <a:gd name="csY78" fmla="*/ 179880 h 888382"/>
                <a:gd name="csX79" fmla="*/ 257175 w 888382"/>
                <a:gd name="csY79" fmla="*/ 116857 h 888382"/>
                <a:gd name="csX80" fmla="*/ 57150 w 888382"/>
                <a:gd name="csY80" fmla="*/ 316882 h 888382"/>
                <a:gd name="csX81" fmla="*/ 257175 w 888382"/>
                <a:gd name="csY81" fmla="*/ 516907 h 888382"/>
                <a:gd name="csX82" fmla="*/ 457200 w 888382"/>
                <a:gd name="csY82" fmla="*/ 316882 h 888382"/>
                <a:gd name="csX83" fmla="*/ 454085 w 888382"/>
                <a:gd name="csY83" fmla="*/ 283050 h 888382"/>
                <a:gd name="csX84" fmla="*/ 478260 w 888382"/>
                <a:gd name="csY84" fmla="*/ 258875 h 888382"/>
                <a:gd name="csX85" fmla="*/ 485775 w 888382"/>
                <a:gd name="csY85" fmla="*/ 316882 h 888382"/>
                <a:gd name="csX86" fmla="*/ 257175 w 888382"/>
                <a:gd name="csY86" fmla="*/ 545482 h 888382"/>
                <a:gd name="csX87" fmla="*/ 28575 w 888382"/>
                <a:gd name="csY87" fmla="*/ 316882 h 888382"/>
                <a:gd name="csX88" fmla="*/ 257175 w 888382"/>
                <a:gd name="csY88" fmla="*/ 574057 h 888382"/>
                <a:gd name="csX89" fmla="*/ 295080 w 888382"/>
                <a:gd name="csY89" fmla="*/ 570943 h 888382"/>
                <a:gd name="csX90" fmla="*/ 286707 w 888382"/>
                <a:gd name="csY90" fmla="*/ 602632 h 888382"/>
                <a:gd name="csX91" fmla="*/ 227628 w 888382"/>
                <a:gd name="csY91" fmla="*/ 602632 h 888382"/>
                <a:gd name="csX92" fmla="*/ 219256 w 888382"/>
                <a:gd name="csY92" fmla="*/ 570943 h 888382"/>
                <a:gd name="csX93" fmla="*/ 257175 w 888382"/>
                <a:gd name="csY93" fmla="*/ 574057 h 888382"/>
                <a:gd name="csX94" fmla="*/ 185738 w 888382"/>
                <a:gd name="csY94" fmla="*/ 788370 h 888382"/>
                <a:gd name="csX95" fmla="*/ 185738 w 888382"/>
                <a:gd name="csY95" fmla="*/ 782569 h 888382"/>
                <a:gd name="csX96" fmla="*/ 186881 w 888382"/>
                <a:gd name="csY96" fmla="*/ 769568 h 888382"/>
                <a:gd name="csX97" fmla="*/ 225185 w 888382"/>
                <a:gd name="csY97" fmla="*/ 631207 h 888382"/>
                <a:gd name="csX98" fmla="*/ 289665 w 888382"/>
                <a:gd name="csY98" fmla="*/ 631207 h 888382"/>
                <a:gd name="csX99" fmla="*/ 327241 w 888382"/>
                <a:gd name="csY99" fmla="*/ 768539 h 888382"/>
                <a:gd name="csX100" fmla="*/ 328613 w 888382"/>
                <a:gd name="csY100" fmla="*/ 782569 h 888382"/>
                <a:gd name="csX101" fmla="*/ 328613 w 888382"/>
                <a:gd name="csY101" fmla="*/ 788370 h 888382"/>
                <a:gd name="csX102" fmla="*/ 257175 w 888382"/>
                <a:gd name="csY102" fmla="*/ 859807 h 888382"/>
                <a:gd name="csX103" fmla="*/ 185738 w 888382"/>
                <a:gd name="csY103" fmla="*/ 788370 h 888382"/>
                <a:gd name="csX104" fmla="*/ 771525 w 888382"/>
                <a:gd name="csY104" fmla="*/ 859807 h 888382"/>
                <a:gd name="csX105" fmla="*/ 327027 w 888382"/>
                <a:gd name="csY105" fmla="*/ 859807 h 888382"/>
                <a:gd name="csX106" fmla="*/ 357188 w 888382"/>
                <a:gd name="csY106" fmla="*/ 788370 h 888382"/>
                <a:gd name="csX107" fmla="*/ 357188 w 888382"/>
                <a:gd name="csY107" fmla="*/ 782569 h 888382"/>
                <a:gd name="csX108" fmla="*/ 356745 w 888382"/>
                <a:gd name="csY108" fmla="*/ 774082 h 888382"/>
                <a:gd name="csX109" fmla="*/ 771525 w 888382"/>
                <a:gd name="csY109" fmla="*/ 774082 h 888382"/>
                <a:gd name="csX110" fmla="*/ 350458 w 888382"/>
                <a:gd name="csY110" fmla="*/ 745507 h 888382"/>
                <a:gd name="csX111" fmla="*/ 326727 w 888382"/>
                <a:gd name="csY111" fmla="*/ 659782 h 888382"/>
                <a:gd name="csX112" fmla="*/ 775911 w 888382"/>
                <a:gd name="csY112" fmla="*/ 659782 h 888382"/>
                <a:gd name="csX113" fmla="*/ 808058 w 888382"/>
                <a:gd name="csY113" fmla="*/ 745507 h 888382"/>
                <a:gd name="csX114" fmla="*/ 857250 w 888382"/>
                <a:gd name="csY114" fmla="*/ 675956 h 888382"/>
                <a:gd name="csX115" fmla="*/ 800100 w 888382"/>
                <a:gd name="csY115" fmla="*/ 637851 h 888382"/>
                <a:gd name="csX116" fmla="*/ 800100 w 888382"/>
                <a:gd name="csY116" fmla="*/ 415009 h 888382"/>
                <a:gd name="csX117" fmla="*/ 857250 w 888382"/>
                <a:gd name="csY117" fmla="*/ 453114 h 8883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Lst>
              <a:rect l="l" t="t" r="r" b="b"/>
              <a:pathLst>
                <a:path w="888382" h="888382">
                  <a:moveTo>
                    <a:pt x="507721" y="374032"/>
                  </a:moveTo>
                  <a:cubicBezTo>
                    <a:pt x="511921" y="355616"/>
                    <a:pt x="514350" y="336542"/>
                    <a:pt x="514350" y="316882"/>
                  </a:cubicBezTo>
                  <a:cubicBezTo>
                    <a:pt x="514350" y="289165"/>
                    <a:pt x="509749" y="262033"/>
                    <a:pt x="501120" y="236015"/>
                  </a:cubicBezTo>
                  <a:lnTo>
                    <a:pt x="514350" y="222785"/>
                  </a:lnTo>
                  <a:lnTo>
                    <a:pt x="628650" y="337085"/>
                  </a:lnTo>
                  <a:lnTo>
                    <a:pt x="785813" y="179922"/>
                  </a:lnTo>
                  <a:lnTo>
                    <a:pt x="853064" y="247174"/>
                  </a:lnTo>
                  <a:lnTo>
                    <a:pt x="888383" y="0"/>
                  </a:lnTo>
                  <a:lnTo>
                    <a:pt x="641209" y="35319"/>
                  </a:lnTo>
                  <a:lnTo>
                    <a:pt x="708460" y="102570"/>
                  </a:lnTo>
                  <a:lnTo>
                    <a:pt x="628650" y="182380"/>
                  </a:lnTo>
                  <a:lnTo>
                    <a:pt x="514350" y="68080"/>
                  </a:lnTo>
                  <a:lnTo>
                    <a:pt x="442898" y="139532"/>
                  </a:lnTo>
                  <a:cubicBezTo>
                    <a:pt x="394449" y="88811"/>
                    <a:pt x="327770" y="59707"/>
                    <a:pt x="257175" y="59707"/>
                  </a:cubicBezTo>
                  <a:cubicBezTo>
                    <a:pt x="115372" y="59707"/>
                    <a:pt x="0" y="175079"/>
                    <a:pt x="0" y="316882"/>
                  </a:cubicBezTo>
                  <a:cubicBezTo>
                    <a:pt x="0" y="432740"/>
                    <a:pt x="77052" y="530866"/>
                    <a:pt x="182566" y="562942"/>
                  </a:cubicBezTo>
                  <a:lnTo>
                    <a:pt x="187423" y="571086"/>
                  </a:lnTo>
                  <a:cubicBezTo>
                    <a:pt x="195353" y="584430"/>
                    <a:pt x="199668" y="599575"/>
                    <a:pt x="200011" y="615048"/>
                  </a:cubicBezTo>
                  <a:lnTo>
                    <a:pt x="159106" y="762967"/>
                  </a:lnTo>
                  <a:cubicBezTo>
                    <a:pt x="157820" y="769425"/>
                    <a:pt x="157163" y="776011"/>
                    <a:pt x="157163" y="782569"/>
                  </a:cubicBezTo>
                  <a:lnTo>
                    <a:pt x="157163" y="788370"/>
                  </a:lnTo>
                  <a:cubicBezTo>
                    <a:pt x="157163" y="843505"/>
                    <a:pt x="202040" y="888382"/>
                    <a:pt x="257175" y="888382"/>
                  </a:cubicBezTo>
                  <a:lnTo>
                    <a:pt x="800100" y="888382"/>
                  </a:lnTo>
                  <a:lnTo>
                    <a:pt x="800100" y="774082"/>
                  </a:lnTo>
                  <a:lnTo>
                    <a:pt x="849292" y="774082"/>
                  </a:lnTo>
                  <a:lnTo>
                    <a:pt x="814745" y="681957"/>
                  </a:lnTo>
                  <a:lnTo>
                    <a:pt x="885825" y="729334"/>
                  </a:lnTo>
                  <a:lnTo>
                    <a:pt x="885825" y="437826"/>
                  </a:lnTo>
                  <a:lnTo>
                    <a:pt x="790142" y="374032"/>
                  </a:lnTo>
                  <a:close/>
                  <a:moveTo>
                    <a:pt x="771525" y="402607"/>
                  </a:moveTo>
                  <a:lnTo>
                    <a:pt x="771525" y="631207"/>
                  </a:lnTo>
                  <a:lnTo>
                    <a:pt x="742950" y="631207"/>
                  </a:lnTo>
                  <a:lnTo>
                    <a:pt x="742950" y="516907"/>
                  </a:lnTo>
                  <a:lnTo>
                    <a:pt x="628650" y="516907"/>
                  </a:lnTo>
                  <a:lnTo>
                    <a:pt x="628650" y="431182"/>
                  </a:lnTo>
                  <a:lnTo>
                    <a:pt x="487204" y="431182"/>
                  </a:lnTo>
                  <a:cubicBezTo>
                    <a:pt x="491804" y="421953"/>
                    <a:pt x="495848" y="412423"/>
                    <a:pt x="499334" y="402607"/>
                  </a:cubicBezTo>
                  <a:close/>
                  <a:moveTo>
                    <a:pt x="314339" y="615048"/>
                  </a:moveTo>
                  <a:cubicBezTo>
                    <a:pt x="314668" y="599575"/>
                    <a:pt x="318997" y="584416"/>
                    <a:pt x="326927" y="571100"/>
                  </a:cubicBezTo>
                  <a:lnTo>
                    <a:pt x="331784" y="562942"/>
                  </a:lnTo>
                  <a:cubicBezTo>
                    <a:pt x="335556" y="561799"/>
                    <a:pt x="339200" y="560370"/>
                    <a:pt x="342900" y="559056"/>
                  </a:cubicBezTo>
                  <a:lnTo>
                    <a:pt x="342900" y="631207"/>
                  </a:lnTo>
                  <a:lnTo>
                    <a:pt x="318811" y="631207"/>
                  </a:lnTo>
                  <a:close/>
                  <a:moveTo>
                    <a:pt x="371475" y="546911"/>
                  </a:moveTo>
                  <a:cubicBezTo>
                    <a:pt x="411666" y="526852"/>
                    <a:pt x="445999" y="496805"/>
                    <a:pt x="470859" y="459757"/>
                  </a:cubicBezTo>
                  <a:lnTo>
                    <a:pt x="600075" y="459757"/>
                  </a:lnTo>
                  <a:lnTo>
                    <a:pt x="600075" y="516907"/>
                  </a:lnTo>
                  <a:lnTo>
                    <a:pt x="514350" y="516907"/>
                  </a:lnTo>
                  <a:lnTo>
                    <a:pt x="514350" y="631207"/>
                  </a:lnTo>
                  <a:lnTo>
                    <a:pt x="371475" y="631207"/>
                  </a:lnTo>
                  <a:close/>
                  <a:moveTo>
                    <a:pt x="542925" y="545482"/>
                  </a:moveTo>
                  <a:lnTo>
                    <a:pt x="714375" y="545482"/>
                  </a:lnTo>
                  <a:lnTo>
                    <a:pt x="714375" y="631207"/>
                  </a:lnTo>
                  <a:lnTo>
                    <a:pt x="542925" y="631207"/>
                  </a:lnTo>
                  <a:close/>
                  <a:moveTo>
                    <a:pt x="628650" y="222785"/>
                  </a:moveTo>
                  <a:lnTo>
                    <a:pt x="748865" y="102570"/>
                  </a:lnTo>
                  <a:lnTo>
                    <a:pt x="701816" y="55521"/>
                  </a:lnTo>
                  <a:lnTo>
                    <a:pt x="854693" y="33690"/>
                  </a:lnTo>
                  <a:lnTo>
                    <a:pt x="832861" y="186566"/>
                  </a:lnTo>
                  <a:lnTo>
                    <a:pt x="785813" y="139517"/>
                  </a:lnTo>
                  <a:lnTo>
                    <a:pt x="628650" y="296680"/>
                  </a:lnTo>
                  <a:lnTo>
                    <a:pt x="514350" y="182380"/>
                  </a:lnTo>
                  <a:lnTo>
                    <a:pt x="214098" y="482632"/>
                  </a:lnTo>
                  <a:cubicBezTo>
                    <a:pt x="195667" y="477831"/>
                    <a:pt x="178394" y="470173"/>
                    <a:pt x="162906" y="459929"/>
                  </a:cubicBezTo>
                  <a:lnTo>
                    <a:pt x="514350" y="108485"/>
                  </a:lnTo>
                  <a:close/>
                  <a:moveTo>
                    <a:pt x="428625" y="316882"/>
                  </a:moveTo>
                  <a:cubicBezTo>
                    <a:pt x="428625" y="411423"/>
                    <a:pt x="351715" y="488332"/>
                    <a:pt x="257175" y="488332"/>
                  </a:cubicBezTo>
                  <a:cubicBezTo>
                    <a:pt x="254489" y="488332"/>
                    <a:pt x="251860" y="488047"/>
                    <a:pt x="249203" y="487932"/>
                  </a:cubicBezTo>
                  <a:lnTo>
                    <a:pt x="428211" y="308924"/>
                  </a:lnTo>
                  <a:cubicBezTo>
                    <a:pt x="428325" y="311582"/>
                    <a:pt x="428625" y="314225"/>
                    <a:pt x="428625" y="316882"/>
                  </a:cubicBezTo>
                  <a:close/>
                  <a:moveTo>
                    <a:pt x="85725" y="316882"/>
                  </a:moveTo>
                  <a:cubicBezTo>
                    <a:pt x="85725" y="222342"/>
                    <a:pt x="162635" y="145432"/>
                    <a:pt x="257175" y="145432"/>
                  </a:cubicBezTo>
                  <a:cubicBezTo>
                    <a:pt x="305110" y="145432"/>
                    <a:pt x="349958" y="165321"/>
                    <a:pt x="382362" y="200068"/>
                  </a:cubicBezTo>
                  <a:lnTo>
                    <a:pt x="140389" y="442041"/>
                  </a:lnTo>
                  <a:cubicBezTo>
                    <a:pt x="106842" y="410737"/>
                    <a:pt x="85725" y="366274"/>
                    <a:pt x="85725" y="316882"/>
                  </a:cubicBezTo>
                  <a:close/>
                  <a:moveTo>
                    <a:pt x="28575" y="316882"/>
                  </a:moveTo>
                  <a:cubicBezTo>
                    <a:pt x="28575" y="190838"/>
                    <a:pt x="131131" y="88282"/>
                    <a:pt x="257175" y="88282"/>
                  </a:cubicBezTo>
                  <a:cubicBezTo>
                    <a:pt x="320140" y="88282"/>
                    <a:pt x="379605" y="114329"/>
                    <a:pt x="422710" y="159720"/>
                  </a:cubicBezTo>
                  <a:lnTo>
                    <a:pt x="402550" y="179880"/>
                  </a:lnTo>
                  <a:cubicBezTo>
                    <a:pt x="364817" y="139760"/>
                    <a:pt x="312782" y="116857"/>
                    <a:pt x="257175" y="116857"/>
                  </a:cubicBezTo>
                  <a:cubicBezTo>
                    <a:pt x="146876" y="116857"/>
                    <a:pt x="57150" y="206583"/>
                    <a:pt x="57150" y="316882"/>
                  </a:cubicBezTo>
                  <a:cubicBezTo>
                    <a:pt x="57150" y="427182"/>
                    <a:pt x="146876" y="516907"/>
                    <a:pt x="257175" y="516907"/>
                  </a:cubicBezTo>
                  <a:cubicBezTo>
                    <a:pt x="367475" y="516907"/>
                    <a:pt x="457200" y="427182"/>
                    <a:pt x="457200" y="316882"/>
                  </a:cubicBezTo>
                  <a:cubicBezTo>
                    <a:pt x="457200" y="305495"/>
                    <a:pt x="455986" y="294180"/>
                    <a:pt x="454085" y="283050"/>
                  </a:cubicBezTo>
                  <a:lnTo>
                    <a:pt x="478260" y="258875"/>
                  </a:lnTo>
                  <a:cubicBezTo>
                    <a:pt x="483189" y="277720"/>
                    <a:pt x="485775" y="297123"/>
                    <a:pt x="485775" y="316882"/>
                  </a:cubicBezTo>
                  <a:cubicBezTo>
                    <a:pt x="485775" y="442927"/>
                    <a:pt x="383219" y="545482"/>
                    <a:pt x="257175" y="545482"/>
                  </a:cubicBezTo>
                  <a:cubicBezTo>
                    <a:pt x="131131" y="545482"/>
                    <a:pt x="28575" y="442927"/>
                    <a:pt x="28575" y="316882"/>
                  </a:cubicBezTo>
                  <a:close/>
                  <a:moveTo>
                    <a:pt x="257175" y="574057"/>
                  </a:moveTo>
                  <a:cubicBezTo>
                    <a:pt x="270091" y="574057"/>
                    <a:pt x="282678" y="572786"/>
                    <a:pt x="295080" y="570943"/>
                  </a:cubicBezTo>
                  <a:cubicBezTo>
                    <a:pt x="290808" y="581058"/>
                    <a:pt x="288036" y="591731"/>
                    <a:pt x="286707" y="602632"/>
                  </a:cubicBezTo>
                  <a:lnTo>
                    <a:pt x="227628" y="602632"/>
                  </a:lnTo>
                  <a:cubicBezTo>
                    <a:pt x="226300" y="591731"/>
                    <a:pt x="223528" y="581058"/>
                    <a:pt x="219256" y="570943"/>
                  </a:cubicBezTo>
                  <a:cubicBezTo>
                    <a:pt x="231672" y="572786"/>
                    <a:pt x="244259" y="574057"/>
                    <a:pt x="257175" y="574057"/>
                  </a:cubicBezTo>
                  <a:close/>
                  <a:moveTo>
                    <a:pt x="185738" y="788370"/>
                  </a:moveTo>
                  <a:lnTo>
                    <a:pt x="185738" y="782569"/>
                  </a:lnTo>
                  <a:cubicBezTo>
                    <a:pt x="185738" y="777883"/>
                    <a:pt x="186195" y="773168"/>
                    <a:pt x="186881" y="769568"/>
                  </a:cubicBezTo>
                  <a:lnTo>
                    <a:pt x="225185" y="631207"/>
                  </a:lnTo>
                  <a:lnTo>
                    <a:pt x="289665" y="631207"/>
                  </a:lnTo>
                  <a:lnTo>
                    <a:pt x="327241" y="768539"/>
                  </a:lnTo>
                  <a:cubicBezTo>
                    <a:pt x="328155" y="773168"/>
                    <a:pt x="328613" y="777883"/>
                    <a:pt x="328613" y="782569"/>
                  </a:cubicBezTo>
                  <a:lnTo>
                    <a:pt x="328613" y="788370"/>
                  </a:lnTo>
                  <a:cubicBezTo>
                    <a:pt x="328613" y="827761"/>
                    <a:pt x="296566" y="859807"/>
                    <a:pt x="257175" y="859807"/>
                  </a:cubicBezTo>
                  <a:cubicBezTo>
                    <a:pt x="217784" y="859807"/>
                    <a:pt x="185738" y="827761"/>
                    <a:pt x="185738" y="788370"/>
                  </a:cubicBezTo>
                  <a:close/>
                  <a:moveTo>
                    <a:pt x="771525" y="859807"/>
                  </a:moveTo>
                  <a:lnTo>
                    <a:pt x="327027" y="859807"/>
                  </a:lnTo>
                  <a:cubicBezTo>
                    <a:pt x="345615" y="841634"/>
                    <a:pt x="357188" y="816345"/>
                    <a:pt x="357188" y="788370"/>
                  </a:cubicBezTo>
                  <a:lnTo>
                    <a:pt x="357188" y="782569"/>
                  </a:lnTo>
                  <a:cubicBezTo>
                    <a:pt x="357188" y="779783"/>
                    <a:pt x="357002" y="776954"/>
                    <a:pt x="356745" y="774082"/>
                  </a:cubicBezTo>
                  <a:lnTo>
                    <a:pt x="771525" y="774082"/>
                  </a:lnTo>
                  <a:close/>
                  <a:moveTo>
                    <a:pt x="350458" y="745507"/>
                  </a:moveTo>
                  <a:lnTo>
                    <a:pt x="326727" y="659782"/>
                  </a:lnTo>
                  <a:lnTo>
                    <a:pt x="775911" y="659782"/>
                  </a:lnTo>
                  <a:lnTo>
                    <a:pt x="808058" y="745507"/>
                  </a:lnTo>
                  <a:close/>
                  <a:moveTo>
                    <a:pt x="857250" y="675956"/>
                  </a:moveTo>
                  <a:lnTo>
                    <a:pt x="800100" y="637851"/>
                  </a:lnTo>
                  <a:lnTo>
                    <a:pt x="800100" y="415009"/>
                  </a:lnTo>
                  <a:lnTo>
                    <a:pt x="857250" y="453114"/>
                  </a:lnTo>
                  <a:close/>
                </a:path>
              </a:pathLst>
            </a:custGeom>
            <a:grpFill/>
            <a:ln w="14288" cap="flat">
              <a:noFill/>
              <a:prstDash val="solid"/>
              <a:miter/>
            </a:ln>
          </p:spPr>
          <p:txBody>
            <a:bodyPr/>
            <a:lstStyle/>
            <a:p>
              <a:endParaRPr lang="en-GB"/>
            </a:p>
          </p:txBody>
        </p:sp>
      </p:grpSp>
      <p:sp>
        <p:nvSpPr>
          <p:cNvPr id="58" name="Graphic 16">
            <a:extLst>
              <a:ext uri="{FF2B5EF4-FFF2-40B4-BE49-F238E27FC236}">
                <a16:creationId xmlns:a16="http://schemas.microsoft.com/office/drawing/2014/main" id="{7FDC0F19-03E1-CA80-0013-A98D89D2DD78}"/>
              </a:ext>
            </a:extLst>
          </p:cNvPr>
          <p:cNvSpPr>
            <a:spLocks noChangeAspect="1"/>
          </p:cNvSpPr>
          <p:nvPr/>
        </p:nvSpPr>
        <p:spPr>
          <a:xfrm>
            <a:off x="8296865" y="3223836"/>
            <a:ext cx="503557" cy="480913"/>
          </a:xfrm>
          <a:custGeom>
            <a:avLst/>
            <a:gdLst>
              <a:gd name="csX0" fmla="*/ 529197 w 900114"/>
              <a:gd name="csY0" fmla="*/ 753967 h 859639"/>
              <a:gd name="csX1" fmla="*/ 514455 w 900114"/>
              <a:gd name="csY1" fmla="*/ 753967 h 859639"/>
              <a:gd name="csX2" fmla="*/ 514455 w 900114"/>
              <a:gd name="csY2" fmla="*/ 516963 h 859639"/>
              <a:gd name="csX3" fmla="*/ 501954 w 900114"/>
              <a:gd name="csY3" fmla="*/ 504461 h 859639"/>
              <a:gd name="csX4" fmla="*/ 442191 w 900114"/>
              <a:gd name="csY4" fmla="*/ 504461 h 859639"/>
              <a:gd name="csX5" fmla="*/ 429689 w 900114"/>
              <a:gd name="csY5" fmla="*/ 516963 h 859639"/>
              <a:gd name="csX6" fmla="*/ 429689 w 900114"/>
              <a:gd name="csY6" fmla="*/ 753967 h 859639"/>
              <a:gd name="csX7" fmla="*/ 407235 w 900114"/>
              <a:gd name="csY7" fmla="*/ 753967 h 859639"/>
              <a:gd name="csX8" fmla="*/ 407235 w 900114"/>
              <a:gd name="csY8" fmla="*/ 634949 h 859639"/>
              <a:gd name="csX9" fmla="*/ 394733 w 900114"/>
              <a:gd name="csY9" fmla="*/ 622447 h 859639"/>
              <a:gd name="csX10" fmla="*/ 334970 w 900114"/>
              <a:gd name="csY10" fmla="*/ 622447 h 859639"/>
              <a:gd name="csX11" fmla="*/ 322469 w 900114"/>
              <a:gd name="csY11" fmla="*/ 634949 h 859639"/>
              <a:gd name="csX12" fmla="*/ 322469 w 900114"/>
              <a:gd name="csY12" fmla="*/ 753967 h 859639"/>
              <a:gd name="csX13" fmla="*/ 300016 w 900114"/>
              <a:gd name="csY13" fmla="*/ 753967 h 859639"/>
              <a:gd name="csX14" fmla="*/ 300016 w 900114"/>
              <a:gd name="csY14" fmla="*/ 569034 h 859639"/>
              <a:gd name="csX15" fmla="*/ 287515 w 900114"/>
              <a:gd name="csY15" fmla="*/ 556532 h 859639"/>
              <a:gd name="csX16" fmla="*/ 227752 w 900114"/>
              <a:gd name="csY16" fmla="*/ 556532 h 859639"/>
              <a:gd name="csX17" fmla="*/ 215250 w 900114"/>
              <a:gd name="csY17" fmla="*/ 569034 h 859639"/>
              <a:gd name="csX18" fmla="*/ 215250 w 900114"/>
              <a:gd name="csY18" fmla="*/ 753967 h 859639"/>
              <a:gd name="csX19" fmla="*/ 192796 w 900114"/>
              <a:gd name="csY19" fmla="*/ 753967 h 859639"/>
              <a:gd name="csX20" fmla="*/ 192796 w 900114"/>
              <a:gd name="csY20" fmla="*/ 672739 h 859639"/>
              <a:gd name="csX21" fmla="*/ 180294 w 900114"/>
              <a:gd name="csY21" fmla="*/ 660238 h 859639"/>
              <a:gd name="csX22" fmla="*/ 120533 w 900114"/>
              <a:gd name="csY22" fmla="*/ 660238 h 859639"/>
              <a:gd name="csX23" fmla="*/ 108031 w 900114"/>
              <a:gd name="csY23" fmla="*/ 672739 h 859639"/>
              <a:gd name="csX24" fmla="*/ 108031 w 900114"/>
              <a:gd name="csY24" fmla="*/ 753967 h 859639"/>
              <a:gd name="csX25" fmla="*/ 93288 w 900114"/>
              <a:gd name="csY25" fmla="*/ 753967 h 859639"/>
              <a:gd name="csX26" fmla="*/ 80787 w 900114"/>
              <a:gd name="csY26" fmla="*/ 766469 h 859639"/>
              <a:gd name="csX27" fmla="*/ 93288 w 900114"/>
              <a:gd name="csY27" fmla="*/ 778971 h 859639"/>
              <a:gd name="csX28" fmla="*/ 529197 w 900114"/>
              <a:gd name="csY28" fmla="*/ 778971 h 859639"/>
              <a:gd name="csX29" fmla="*/ 541698 w 900114"/>
              <a:gd name="csY29" fmla="*/ 766469 h 859639"/>
              <a:gd name="csX30" fmla="*/ 529197 w 900114"/>
              <a:gd name="csY30" fmla="*/ 753967 h 859639"/>
              <a:gd name="csX31" fmla="*/ 454693 w 900114"/>
              <a:gd name="csY31" fmla="*/ 529464 h 859639"/>
              <a:gd name="csX32" fmla="*/ 489452 w 900114"/>
              <a:gd name="csY32" fmla="*/ 529464 h 859639"/>
              <a:gd name="csX33" fmla="*/ 489452 w 900114"/>
              <a:gd name="csY33" fmla="*/ 753967 h 859639"/>
              <a:gd name="csX34" fmla="*/ 454693 w 900114"/>
              <a:gd name="csY34" fmla="*/ 753967 h 859639"/>
              <a:gd name="csX35" fmla="*/ 347472 w 900114"/>
              <a:gd name="csY35" fmla="*/ 647451 h 859639"/>
              <a:gd name="csX36" fmla="*/ 382232 w 900114"/>
              <a:gd name="csY36" fmla="*/ 647451 h 859639"/>
              <a:gd name="csX37" fmla="*/ 382232 w 900114"/>
              <a:gd name="csY37" fmla="*/ 753967 h 859639"/>
              <a:gd name="csX38" fmla="*/ 347472 w 900114"/>
              <a:gd name="csY38" fmla="*/ 753967 h 859639"/>
              <a:gd name="csX39" fmla="*/ 240253 w 900114"/>
              <a:gd name="csY39" fmla="*/ 581535 h 859639"/>
              <a:gd name="csX40" fmla="*/ 275013 w 900114"/>
              <a:gd name="csY40" fmla="*/ 581535 h 859639"/>
              <a:gd name="csX41" fmla="*/ 275013 w 900114"/>
              <a:gd name="csY41" fmla="*/ 753967 h 859639"/>
              <a:gd name="csX42" fmla="*/ 240253 w 900114"/>
              <a:gd name="csY42" fmla="*/ 753967 h 859639"/>
              <a:gd name="csX43" fmla="*/ 133034 w 900114"/>
              <a:gd name="csY43" fmla="*/ 685239 h 859639"/>
              <a:gd name="csX44" fmla="*/ 167792 w 900114"/>
              <a:gd name="csY44" fmla="*/ 685239 h 859639"/>
              <a:gd name="csX45" fmla="*/ 167792 w 900114"/>
              <a:gd name="csY45" fmla="*/ 753966 h 859639"/>
              <a:gd name="csX46" fmla="*/ 133034 w 900114"/>
              <a:gd name="csY46" fmla="*/ 753966 h 859639"/>
              <a:gd name="csX47" fmla="*/ 364853 w 900114"/>
              <a:gd name="csY47" fmla="*/ 518083 h 859639"/>
              <a:gd name="csX48" fmla="*/ 338519 w 900114"/>
              <a:gd name="csY48" fmla="*/ 527293 h 859639"/>
              <a:gd name="csX49" fmla="*/ 298116 w 900114"/>
              <a:gd name="csY49" fmla="*/ 499637 h 859639"/>
              <a:gd name="csX50" fmla="*/ 300016 w 900114"/>
              <a:gd name="csY50" fmla="*/ 487079 h 859639"/>
              <a:gd name="csX51" fmla="*/ 257634 w 900114"/>
              <a:gd name="csY51" fmla="*/ 444697 h 859639"/>
              <a:gd name="csX52" fmla="*/ 215252 w 900114"/>
              <a:gd name="csY52" fmla="*/ 487079 h 859639"/>
              <a:gd name="csX53" fmla="*/ 219599 w 900114"/>
              <a:gd name="csY53" fmla="*/ 505753 h 859639"/>
              <a:gd name="csX54" fmla="*/ 171293 w 900114"/>
              <a:gd name="csY54" fmla="*/ 551289 h 859639"/>
              <a:gd name="csX55" fmla="*/ 150415 w 900114"/>
              <a:gd name="csY55" fmla="*/ 545766 h 859639"/>
              <a:gd name="csX56" fmla="*/ 108033 w 900114"/>
              <a:gd name="csY56" fmla="*/ 588149 h 859639"/>
              <a:gd name="csX57" fmla="*/ 150415 w 900114"/>
              <a:gd name="csY57" fmla="*/ 630531 h 859639"/>
              <a:gd name="csX58" fmla="*/ 192796 w 900114"/>
              <a:gd name="csY58" fmla="*/ 588149 h 859639"/>
              <a:gd name="csX59" fmla="*/ 188449 w 900114"/>
              <a:gd name="csY59" fmla="*/ 569477 h 859639"/>
              <a:gd name="csX60" fmla="*/ 236756 w 900114"/>
              <a:gd name="csY60" fmla="*/ 523940 h 859639"/>
              <a:gd name="csX61" fmla="*/ 257634 w 900114"/>
              <a:gd name="csY61" fmla="*/ 529461 h 859639"/>
              <a:gd name="csX62" fmla="*/ 283966 w 900114"/>
              <a:gd name="csY62" fmla="*/ 520251 h 859639"/>
              <a:gd name="csX63" fmla="*/ 324369 w 900114"/>
              <a:gd name="csY63" fmla="*/ 547906 h 859639"/>
              <a:gd name="csX64" fmla="*/ 322469 w 900114"/>
              <a:gd name="csY64" fmla="*/ 560465 h 859639"/>
              <a:gd name="csX65" fmla="*/ 364851 w 900114"/>
              <a:gd name="csY65" fmla="*/ 602847 h 859639"/>
              <a:gd name="csX66" fmla="*/ 407233 w 900114"/>
              <a:gd name="csY66" fmla="*/ 560465 h 859639"/>
              <a:gd name="csX67" fmla="*/ 400664 w 900114"/>
              <a:gd name="csY67" fmla="*/ 537842 h 859639"/>
              <a:gd name="csX68" fmla="*/ 455244 w 900114"/>
              <a:gd name="csY68" fmla="*/ 474059 h 859639"/>
              <a:gd name="csX69" fmla="*/ 472072 w 900114"/>
              <a:gd name="csY69" fmla="*/ 477551 h 859639"/>
              <a:gd name="csX70" fmla="*/ 514454 w 900114"/>
              <a:gd name="csY70" fmla="*/ 435169 h 859639"/>
              <a:gd name="csX71" fmla="*/ 472072 w 900114"/>
              <a:gd name="csY71" fmla="*/ 392787 h 859639"/>
              <a:gd name="csX72" fmla="*/ 429688 w 900114"/>
              <a:gd name="csY72" fmla="*/ 435169 h 859639"/>
              <a:gd name="csX73" fmla="*/ 436258 w 900114"/>
              <a:gd name="csY73" fmla="*/ 457791 h 859639"/>
              <a:gd name="csX74" fmla="*/ 381678 w 900114"/>
              <a:gd name="csY74" fmla="*/ 521572 h 859639"/>
              <a:gd name="csX75" fmla="*/ 364851 w 900114"/>
              <a:gd name="csY75" fmla="*/ 518081 h 859639"/>
              <a:gd name="csX76" fmla="*/ 150415 w 900114"/>
              <a:gd name="csY76" fmla="*/ 605529 h 859639"/>
              <a:gd name="csX77" fmla="*/ 133036 w 900114"/>
              <a:gd name="csY77" fmla="*/ 588150 h 859639"/>
              <a:gd name="csX78" fmla="*/ 150415 w 900114"/>
              <a:gd name="csY78" fmla="*/ 570771 h 859639"/>
              <a:gd name="csX79" fmla="*/ 167792 w 900114"/>
              <a:gd name="csY79" fmla="*/ 588150 h 859639"/>
              <a:gd name="csX80" fmla="*/ 150415 w 900114"/>
              <a:gd name="csY80" fmla="*/ 605529 h 859639"/>
              <a:gd name="csX81" fmla="*/ 257634 w 900114"/>
              <a:gd name="csY81" fmla="*/ 504458 h 859639"/>
              <a:gd name="csX82" fmla="*/ 240255 w 900114"/>
              <a:gd name="csY82" fmla="*/ 487079 h 859639"/>
              <a:gd name="csX83" fmla="*/ 257634 w 900114"/>
              <a:gd name="csY83" fmla="*/ 469700 h 859639"/>
              <a:gd name="csX84" fmla="*/ 275013 w 900114"/>
              <a:gd name="csY84" fmla="*/ 487079 h 859639"/>
              <a:gd name="csX85" fmla="*/ 257634 w 900114"/>
              <a:gd name="csY85" fmla="*/ 504458 h 859639"/>
              <a:gd name="csX86" fmla="*/ 364853 w 900114"/>
              <a:gd name="csY86" fmla="*/ 577845 h 859639"/>
              <a:gd name="csX87" fmla="*/ 347474 w 900114"/>
              <a:gd name="csY87" fmla="*/ 560467 h 859639"/>
              <a:gd name="csX88" fmla="*/ 364853 w 900114"/>
              <a:gd name="csY88" fmla="*/ 543088 h 859639"/>
              <a:gd name="csX89" fmla="*/ 382232 w 900114"/>
              <a:gd name="csY89" fmla="*/ 560467 h 859639"/>
              <a:gd name="csX90" fmla="*/ 364853 w 900114"/>
              <a:gd name="csY90" fmla="*/ 577845 h 859639"/>
              <a:gd name="csX91" fmla="*/ 472073 w 900114"/>
              <a:gd name="csY91" fmla="*/ 417790 h 859639"/>
              <a:gd name="csX92" fmla="*/ 489452 w 900114"/>
              <a:gd name="csY92" fmla="*/ 435169 h 859639"/>
              <a:gd name="csX93" fmla="*/ 472073 w 900114"/>
              <a:gd name="csY93" fmla="*/ 452548 h 859639"/>
              <a:gd name="csX94" fmla="*/ 454693 w 900114"/>
              <a:gd name="csY94" fmla="*/ 435169 h 859639"/>
              <a:gd name="csX95" fmla="*/ 472073 w 900114"/>
              <a:gd name="csY95" fmla="*/ 417790 h 859639"/>
              <a:gd name="csX96" fmla="*/ 207437 w 900114"/>
              <a:gd name="csY96" fmla="*/ 399741 h 859639"/>
              <a:gd name="csX97" fmla="*/ 219938 w 900114"/>
              <a:gd name="csY97" fmla="*/ 387239 h 859639"/>
              <a:gd name="csX98" fmla="*/ 219938 w 900114"/>
              <a:gd name="csY98" fmla="*/ 280308 h 859639"/>
              <a:gd name="csX99" fmla="*/ 312557 w 900114"/>
              <a:gd name="csY99" fmla="*/ 226834 h 859639"/>
              <a:gd name="csX100" fmla="*/ 318383 w 900114"/>
              <a:gd name="csY100" fmla="*/ 219238 h 859639"/>
              <a:gd name="csX101" fmla="*/ 317127 w 900114"/>
              <a:gd name="csY101" fmla="*/ 209748 h 859639"/>
              <a:gd name="csX102" fmla="*/ 207437 w 900114"/>
              <a:gd name="csY102" fmla="*/ 146440 h 859639"/>
              <a:gd name="csX103" fmla="*/ 80787 w 900114"/>
              <a:gd name="csY103" fmla="*/ 273091 h 859639"/>
              <a:gd name="csX104" fmla="*/ 207437 w 900114"/>
              <a:gd name="csY104" fmla="*/ 399743 h 859639"/>
              <a:gd name="csX105" fmla="*/ 288547 w 900114"/>
              <a:gd name="csY105" fmla="*/ 211826 h 859639"/>
              <a:gd name="csX106" fmla="*/ 219938 w 900114"/>
              <a:gd name="csY106" fmla="*/ 251439 h 859639"/>
              <a:gd name="csX107" fmla="*/ 219938 w 900114"/>
              <a:gd name="csY107" fmla="*/ 172238 h 859639"/>
              <a:gd name="csX108" fmla="*/ 288547 w 900114"/>
              <a:gd name="csY108" fmla="*/ 211826 h 859639"/>
              <a:gd name="csX109" fmla="*/ 194935 w 900114"/>
              <a:gd name="csY109" fmla="*/ 172239 h 859639"/>
              <a:gd name="csX110" fmla="*/ 194935 w 900114"/>
              <a:gd name="csY110" fmla="*/ 373974 h 859639"/>
              <a:gd name="csX111" fmla="*/ 105790 w 900114"/>
              <a:gd name="csY111" fmla="*/ 273091 h 859639"/>
              <a:gd name="csX112" fmla="*/ 194935 w 900114"/>
              <a:gd name="csY112" fmla="*/ 172239 h 859639"/>
              <a:gd name="csX113" fmla="*/ 333751 w 900114"/>
              <a:gd name="csY113" fmla="*/ 233506 h 859639"/>
              <a:gd name="csX114" fmla="*/ 323589 w 900114"/>
              <a:gd name="csY114" fmla="*/ 234553 h 859639"/>
              <a:gd name="csX115" fmla="*/ 236356 w 900114"/>
              <a:gd name="csY115" fmla="*/ 284916 h 859639"/>
              <a:gd name="csX116" fmla="*/ 230106 w 900114"/>
              <a:gd name="csY116" fmla="*/ 295742 h 859639"/>
              <a:gd name="csX117" fmla="*/ 230106 w 900114"/>
              <a:gd name="csY117" fmla="*/ 396451 h 859639"/>
              <a:gd name="csX118" fmla="*/ 234278 w 900114"/>
              <a:gd name="csY118" fmla="*/ 405774 h 859639"/>
              <a:gd name="csX119" fmla="*/ 242607 w 900114"/>
              <a:gd name="csY119" fmla="*/ 408953 h 859639"/>
              <a:gd name="csX120" fmla="*/ 244009 w 900114"/>
              <a:gd name="csY120" fmla="*/ 408874 h 859639"/>
              <a:gd name="csX121" fmla="*/ 351317 w 900114"/>
              <a:gd name="csY121" fmla="*/ 288641 h 859639"/>
              <a:gd name="csX122" fmla="*/ 341302 w 900114"/>
              <a:gd name="csY122" fmla="*/ 240389 h 859639"/>
              <a:gd name="csX123" fmla="*/ 333751 w 900114"/>
              <a:gd name="csY123" fmla="*/ 233506 h 859639"/>
              <a:gd name="csX124" fmla="*/ 255109 w 900114"/>
              <a:gd name="csY124" fmla="*/ 381421 h 859639"/>
              <a:gd name="csX125" fmla="*/ 255109 w 900114"/>
              <a:gd name="csY125" fmla="*/ 302961 h 859639"/>
              <a:gd name="csX126" fmla="*/ 323055 w 900114"/>
              <a:gd name="csY126" fmla="*/ 263731 h 859639"/>
              <a:gd name="csX127" fmla="*/ 326314 w 900114"/>
              <a:gd name="csY127" fmla="*/ 288641 h 859639"/>
              <a:gd name="csX128" fmla="*/ 255109 w 900114"/>
              <a:gd name="csY128" fmla="*/ 381421 h 859639"/>
              <a:gd name="csX129" fmla="*/ 541700 w 900114"/>
              <a:gd name="csY129" fmla="*/ 279560 h 859639"/>
              <a:gd name="csX130" fmla="*/ 529198 w 900114"/>
              <a:gd name="csY130" fmla="*/ 292062 h 859639"/>
              <a:gd name="csX131" fmla="*/ 391226 w 900114"/>
              <a:gd name="csY131" fmla="*/ 292062 h 859639"/>
              <a:gd name="csX132" fmla="*/ 378724 w 900114"/>
              <a:gd name="csY132" fmla="*/ 279560 h 859639"/>
              <a:gd name="csX133" fmla="*/ 391226 w 900114"/>
              <a:gd name="csY133" fmla="*/ 267058 h 859639"/>
              <a:gd name="csX134" fmla="*/ 529198 w 900114"/>
              <a:gd name="csY134" fmla="*/ 267058 h 859639"/>
              <a:gd name="csX135" fmla="*/ 541700 w 900114"/>
              <a:gd name="csY135" fmla="*/ 279560 h 859639"/>
              <a:gd name="csX136" fmla="*/ 541700 w 900114"/>
              <a:gd name="csY136" fmla="*/ 167141 h 859639"/>
              <a:gd name="csX137" fmla="*/ 529198 w 900114"/>
              <a:gd name="csY137" fmla="*/ 179642 h 859639"/>
              <a:gd name="csX138" fmla="*/ 340978 w 900114"/>
              <a:gd name="csY138" fmla="*/ 179642 h 859639"/>
              <a:gd name="csX139" fmla="*/ 328477 w 900114"/>
              <a:gd name="csY139" fmla="*/ 167141 h 859639"/>
              <a:gd name="csX140" fmla="*/ 340978 w 900114"/>
              <a:gd name="csY140" fmla="*/ 154639 h 859639"/>
              <a:gd name="csX141" fmla="*/ 529198 w 900114"/>
              <a:gd name="csY141" fmla="*/ 154639 h 859639"/>
              <a:gd name="csX142" fmla="*/ 541700 w 900114"/>
              <a:gd name="csY142" fmla="*/ 167141 h 859639"/>
              <a:gd name="csX143" fmla="*/ 541700 w 900114"/>
              <a:gd name="csY143" fmla="*/ 335771 h 859639"/>
              <a:gd name="csX144" fmla="*/ 529198 w 900114"/>
              <a:gd name="csY144" fmla="*/ 348272 h 859639"/>
              <a:gd name="csX145" fmla="*/ 460213 w 900114"/>
              <a:gd name="csY145" fmla="*/ 348272 h 859639"/>
              <a:gd name="csX146" fmla="*/ 447711 w 900114"/>
              <a:gd name="csY146" fmla="*/ 335771 h 859639"/>
              <a:gd name="csX147" fmla="*/ 460213 w 900114"/>
              <a:gd name="csY147" fmla="*/ 323269 h 859639"/>
              <a:gd name="csX148" fmla="*/ 529198 w 900114"/>
              <a:gd name="csY148" fmla="*/ 323269 h 859639"/>
              <a:gd name="csX149" fmla="*/ 541700 w 900114"/>
              <a:gd name="csY149" fmla="*/ 335771 h 859639"/>
              <a:gd name="csX150" fmla="*/ 541700 w 900114"/>
              <a:gd name="csY150" fmla="*/ 223351 h 859639"/>
              <a:gd name="csX151" fmla="*/ 529198 w 900114"/>
              <a:gd name="csY151" fmla="*/ 235853 h 859639"/>
              <a:gd name="csX152" fmla="*/ 391226 w 900114"/>
              <a:gd name="csY152" fmla="*/ 235853 h 859639"/>
              <a:gd name="csX153" fmla="*/ 378724 w 900114"/>
              <a:gd name="csY153" fmla="*/ 223351 h 859639"/>
              <a:gd name="csX154" fmla="*/ 391226 w 900114"/>
              <a:gd name="csY154" fmla="*/ 210850 h 859639"/>
              <a:gd name="csX155" fmla="*/ 529198 w 900114"/>
              <a:gd name="csY155" fmla="*/ 210850 h 859639"/>
              <a:gd name="csX156" fmla="*/ 541700 w 900114"/>
              <a:gd name="csY156" fmla="*/ 223351 h 859639"/>
              <a:gd name="csX157" fmla="*/ 861052 w 900114"/>
              <a:gd name="csY157" fmla="*/ 27337 h 859639"/>
              <a:gd name="csX158" fmla="*/ 777703 w 900114"/>
              <a:gd name="csY158" fmla="*/ 0 h 859639"/>
              <a:gd name="csX159" fmla="*/ 694353 w 900114"/>
              <a:gd name="csY159" fmla="*/ 27337 h 859639"/>
              <a:gd name="csX160" fmla="*/ 692056 w 900114"/>
              <a:gd name="csY160" fmla="*/ 29272 h 859639"/>
              <a:gd name="csX161" fmla="*/ 651456 w 900114"/>
              <a:gd name="csY161" fmla="*/ 0 h 859639"/>
              <a:gd name="csX162" fmla="*/ 383021 w 900114"/>
              <a:gd name="csY162" fmla="*/ 0 h 859639"/>
              <a:gd name="csX163" fmla="*/ 114584 w 900114"/>
              <a:gd name="csY163" fmla="*/ 0 h 859639"/>
              <a:gd name="csX164" fmla="*/ 71777 w 900114"/>
              <a:gd name="csY164" fmla="*/ 42809 h 859639"/>
              <a:gd name="csX165" fmla="*/ 71777 w 900114"/>
              <a:gd name="csY165" fmla="*/ 71779 h 859639"/>
              <a:gd name="csX166" fmla="*/ 42809 w 900114"/>
              <a:gd name="csY166" fmla="*/ 71779 h 859639"/>
              <a:gd name="csX167" fmla="*/ 0 w 900114"/>
              <a:gd name="csY167" fmla="*/ 114586 h 859639"/>
              <a:gd name="csX168" fmla="*/ 0 w 900114"/>
              <a:gd name="csY168" fmla="*/ 816833 h 859639"/>
              <a:gd name="csX169" fmla="*/ 42809 w 900114"/>
              <a:gd name="csY169" fmla="*/ 859640 h 859639"/>
              <a:gd name="csX170" fmla="*/ 579680 w 900114"/>
              <a:gd name="csY170" fmla="*/ 859640 h 859639"/>
              <a:gd name="csX171" fmla="*/ 622487 w 900114"/>
              <a:gd name="csY171" fmla="*/ 816833 h 859639"/>
              <a:gd name="csX172" fmla="*/ 622487 w 900114"/>
              <a:gd name="csY172" fmla="*/ 787863 h 859639"/>
              <a:gd name="csX173" fmla="*/ 651456 w 900114"/>
              <a:gd name="csY173" fmla="*/ 787863 h 859639"/>
              <a:gd name="csX174" fmla="*/ 694265 w 900114"/>
              <a:gd name="csY174" fmla="*/ 745054 h 859639"/>
              <a:gd name="csX175" fmla="*/ 694265 w 900114"/>
              <a:gd name="csY175" fmla="*/ 711553 h 859639"/>
              <a:gd name="csX176" fmla="*/ 777704 w 900114"/>
              <a:gd name="csY176" fmla="*/ 711553 h 859639"/>
              <a:gd name="csX177" fmla="*/ 790206 w 900114"/>
              <a:gd name="csY177" fmla="*/ 699052 h 859639"/>
              <a:gd name="csX178" fmla="*/ 790206 w 900114"/>
              <a:gd name="csY178" fmla="*/ 412893 h 859639"/>
              <a:gd name="csX179" fmla="*/ 777704 w 900114"/>
              <a:gd name="csY179" fmla="*/ 400391 h 859639"/>
              <a:gd name="csX180" fmla="*/ 765203 w 900114"/>
              <a:gd name="csY180" fmla="*/ 412893 h 859639"/>
              <a:gd name="csX181" fmla="*/ 765203 w 900114"/>
              <a:gd name="csY181" fmla="*/ 686552 h 859639"/>
              <a:gd name="csX182" fmla="*/ 694265 w 900114"/>
              <a:gd name="csY182" fmla="*/ 686552 h 859639"/>
              <a:gd name="csX183" fmla="*/ 694265 w 900114"/>
              <a:gd name="csY183" fmla="*/ 207867 h 859639"/>
              <a:gd name="csX184" fmla="*/ 710248 w 900114"/>
              <a:gd name="csY184" fmla="*/ 250690 h 859639"/>
              <a:gd name="csX185" fmla="*/ 710248 w 900114"/>
              <a:gd name="csY185" fmla="*/ 254241 h 859639"/>
              <a:gd name="csX186" fmla="*/ 742093 w 900114"/>
              <a:gd name="csY186" fmla="*/ 286086 h 859639"/>
              <a:gd name="csX187" fmla="*/ 813316 w 900114"/>
              <a:gd name="csY187" fmla="*/ 286086 h 859639"/>
              <a:gd name="csX188" fmla="*/ 845159 w 900114"/>
              <a:gd name="csY188" fmla="*/ 254241 h 859639"/>
              <a:gd name="csX189" fmla="*/ 845159 w 900114"/>
              <a:gd name="csY189" fmla="*/ 250690 h 859639"/>
              <a:gd name="csX190" fmla="*/ 867260 w 900114"/>
              <a:gd name="csY190" fmla="*/ 199221 h 859639"/>
              <a:gd name="csX191" fmla="*/ 900114 w 900114"/>
              <a:gd name="csY191" fmla="*/ 110962 h 859639"/>
              <a:gd name="csX192" fmla="*/ 861054 w 900114"/>
              <a:gd name="csY192" fmla="*/ 27337 h 859639"/>
              <a:gd name="csX193" fmla="*/ 597484 w 900114"/>
              <a:gd name="csY193" fmla="*/ 816833 h 859639"/>
              <a:gd name="csX194" fmla="*/ 579680 w 900114"/>
              <a:gd name="csY194" fmla="*/ 834637 h 859639"/>
              <a:gd name="csX195" fmla="*/ 42809 w 900114"/>
              <a:gd name="csY195" fmla="*/ 834637 h 859639"/>
              <a:gd name="csX196" fmla="*/ 25003 w 900114"/>
              <a:gd name="csY196" fmla="*/ 816833 h 859639"/>
              <a:gd name="csX197" fmla="*/ 25003 w 900114"/>
              <a:gd name="csY197" fmla="*/ 114586 h 859639"/>
              <a:gd name="csX198" fmla="*/ 42809 w 900114"/>
              <a:gd name="csY198" fmla="*/ 96782 h 859639"/>
              <a:gd name="csX199" fmla="*/ 579678 w 900114"/>
              <a:gd name="csY199" fmla="*/ 96782 h 859639"/>
              <a:gd name="csX200" fmla="*/ 597484 w 900114"/>
              <a:gd name="csY200" fmla="*/ 114586 h 859639"/>
              <a:gd name="csX201" fmla="*/ 651456 w 900114"/>
              <a:gd name="csY201" fmla="*/ 762860 h 859639"/>
              <a:gd name="csX202" fmla="*/ 622487 w 900114"/>
              <a:gd name="csY202" fmla="*/ 762860 h 859639"/>
              <a:gd name="csX203" fmla="*/ 622487 w 900114"/>
              <a:gd name="csY203" fmla="*/ 114586 h 859639"/>
              <a:gd name="csX204" fmla="*/ 579678 w 900114"/>
              <a:gd name="csY204" fmla="*/ 71779 h 859639"/>
              <a:gd name="csX205" fmla="*/ 96780 w 900114"/>
              <a:gd name="csY205" fmla="*/ 71779 h 859639"/>
              <a:gd name="csX206" fmla="*/ 96780 w 900114"/>
              <a:gd name="csY206" fmla="*/ 42809 h 859639"/>
              <a:gd name="csX207" fmla="*/ 114584 w 900114"/>
              <a:gd name="csY207" fmla="*/ 25003 h 859639"/>
              <a:gd name="csX208" fmla="*/ 383021 w 900114"/>
              <a:gd name="csY208" fmla="*/ 25003 h 859639"/>
              <a:gd name="csX209" fmla="*/ 651456 w 900114"/>
              <a:gd name="csY209" fmla="*/ 25003 h 859639"/>
              <a:gd name="csX210" fmla="*/ 669260 w 900114"/>
              <a:gd name="csY210" fmla="*/ 42809 h 859639"/>
              <a:gd name="csX211" fmla="*/ 669260 w 900114"/>
              <a:gd name="csY211" fmla="*/ 56278 h 859639"/>
              <a:gd name="csX212" fmla="*/ 655294 w 900114"/>
              <a:gd name="csY212" fmla="*/ 110962 h 859639"/>
              <a:gd name="csX213" fmla="*/ 669260 w 900114"/>
              <a:gd name="csY213" fmla="*/ 169803 h 859639"/>
              <a:gd name="csX214" fmla="*/ 669260 w 900114"/>
              <a:gd name="csY214" fmla="*/ 697000 h 859639"/>
              <a:gd name="csX215" fmla="*/ 669078 w 900114"/>
              <a:gd name="csY215" fmla="*/ 699053 h 859639"/>
              <a:gd name="csX216" fmla="*/ 669262 w 900114"/>
              <a:gd name="csY216" fmla="*/ 701107 h 859639"/>
              <a:gd name="csX217" fmla="*/ 669262 w 900114"/>
              <a:gd name="csY217" fmla="*/ 745054 h 859639"/>
              <a:gd name="csX218" fmla="*/ 651456 w 900114"/>
              <a:gd name="csY218" fmla="*/ 762860 h 859639"/>
              <a:gd name="csX219" fmla="*/ 766444 w 900114"/>
              <a:gd name="csY219" fmla="*/ 160415 h 859639"/>
              <a:gd name="csX220" fmla="*/ 777703 w 900114"/>
              <a:gd name="csY220" fmla="*/ 149156 h 859639"/>
              <a:gd name="csX221" fmla="*/ 788961 w 900114"/>
              <a:gd name="csY221" fmla="*/ 160415 h 859639"/>
              <a:gd name="csX222" fmla="*/ 777703 w 900114"/>
              <a:gd name="csY222" fmla="*/ 171671 h 859639"/>
              <a:gd name="csX223" fmla="*/ 766444 w 900114"/>
              <a:gd name="csY223" fmla="*/ 160415 h 859639"/>
              <a:gd name="csX224" fmla="*/ 846938 w 900114"/>
              <a:gd name="csY224" fmla="*/ 184655 h 859639"/>
              <a:gd name="csX225" fmla="*/ 820154 w 900114"/>
              <a:gd name="csY225" fmla="*/ 250690 h 859639"/>
              <a:gd name="csX226" fmla="*/ 820154 w 900114"/>
              <a:gd name="csY226" fmla="*/ 254241 h 859639"/>
              <a:gd name="csX227" fmla="*/ 813314 w 900114"/>
              <a:gd name="csY227" fmla="*/ 261083 h 859639"/>
              <a:gd name="csX228" fmla="*/ 790204 w 900114"/>
              <a:gd name="csY228" fmla="*/ 261083 h 859639"/>
              <a:gd name="csX229" fmla="*/ 790204 w 900114"/>
              <a:gd name="csY229" fmla="*/ 194408 h 859639"/>
              <a:gd name="csX230" fmla="*/ 813964 w 900114"/>
              <a:gd name="csY230" fmla="*/ 160415 h 859639"/>
              <a:gd name="csX231" fmla="*/ 777703 w 900114"/>
              <a:gd name="csY231" fmla="*/ 124153 h 859639"/>
              <a:gd name="csX232" fmla="*/ 741441 w 900114"/>
              <a:gd name="csY232" fmla="*/ 160415 h 859639"/>
              <a:gd name="csX233" fmla="*/ 765201 w 900114"/>
              <a:gd name="csY233" fmla="*/ 194408 h 859639"/>
              <a:gd name="csX234" fmla="*/ 765201 w 900114"/>
              <a:gd name="csY234" fmla="*/ 261083 h 859639"/>
              <a:gd name="csX235" fmla="*/ 742093 w 900114"/>
              <a:gd name="csY235" fmla="*/ 261083 h 859639"/>
              <a:gd name="csX236" fmla="*/ 735251 w 900114"/>
              <a:gd name="csY236" fmla="*/ 254241 h 859639"/>
              <a:gd name="csX237" fmla="*/ 735251 w 900114"/>
              <a:gd name="csY237" fmla="*/ 250690 h 859639"/>
              <a:gd name="csX238" fmla="*/ 708467 w 900114"/>
              <a:gd name="csY238" fmla="*/ 184653 h 859639"/>
              <a:gd name="csX239" fmla="*/ 680298 w 900114"/>
              <a:gd name="csY239" fmla="*/ 110960 h 859639"/>
              <a:gd name="csX240" fmla="*/ 777704 w 900114"/>
              <a:gd name="csY240" fmla="*/ 25003 h 859639"/>
              <a:gd name="csX241" fmla="*/ 875111 w 900114"/>
              <a:gd name="csY241" fmla="*/ 110960 h 859639"/>
              <a:gd name="csX242" fmla="*/ 846942 w 900114"/>
              <a:gd name="csY242" fmla="*/ 184653 h 859639"/>
              <a:gd name="csX243" fmla="*/ 831047 w 900114"/>
              <a:gd name="csY243" fmla="*/ 343007 h 859639"/>
              <a:gd name="csX244" fmla="*/ 818545 w 900114"/>
              <a:gd name="csY244" fmla="*/ 355509 h 859639"/>
              <a:gd name="csX245" fmla="*/ 790204 w 900114"/>
              <a:gd name="csY245" fmla="*/ 355509 h 859639"/>
              <a:gd name="csX246" fmla="*/ 790204 w 900114"/>
              <a:gd name="csY246" fmla="*/ 361795 h 859639"/>
              <a:gd name="csX247" fmla="*/ 777703 w 900114"/>
              <a:gd name="csY247" fmla="*/ 374297 h 859639"/>
              <a:gd name="csX248" fmla="*/ 765201 w 900114"/>
              <a:gd name="csY248" fmla="*/ 361795 h 859639"/>
              <a:gd name="csX249" fmla="*/ 765201 w 900114"/>
              <a:gd name="csY249" fmla="*/ 355509 h 859639"/>
              <a:gd name="csX250" fmla="*/ 736862 w 900114"/>
              <a:gd name="csY250" fmla="*/ 355509 h 859639"/>
              <a:gd name="csX251" fmla="*/ 724360 w 900114"/>
              <a:gd name="csY251" fmla="*/ 343007 h 859639"/>
              <a:gd name="csX252" fmla="*/ 736862 w 900114"/>
              <a:gd name="csY252" fmla="*/ 330506 h 859639"/>
              <a:gd name="csX253" fmla="*/ 818545 w 900114"/>
              <a:gd name="csY253" fmla="*/ 330506 h 859639"/>
              <a:gd name="csX254" fmla="*/ 831047 w 900114"/>
              <a:gd name="csY254" fmla="*/ 343007 h 859639"/>
              <a:gd name="csX255" fmla="*/ 834433 w 900114"/>
              <a:gd name="csY255" fmla="*/ 308296 h 859639"/>
              <a:gd name="csX256" fmla="*/ 821931 w 900114"/>
              <a:gd name="csY256" fmla="*/ 320797 h 859639"/>
              <a:gd name="csX257" fmla="*/ 733476 w 900114"/>
              <a:gd name="csY257" fmla="*/ 320797 h 859639"/>
              <a:gd name="csX258" fmla="*/ 720974 w 900114"/>
              <a:gd name="csY258" fmla="*/ 308296 h 859639"/>
              <a:gd name="csX259" fmla="*/ 733476 w 900114"/>
              <a:gd name="csY259" fmla="*/ 295794 h 859639"/>
              <a:gd name="csX260" fmla="*/ 821931 w 900114"/>
              <a:gd name="csY260" fmla="*/ 295794 h 859639"/>
              <a:gd name="csX261" fmla="*/ 834433 w 900114"/>
              <a:gd name="csY261" fmla="*/ 308296 h 8596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Lst>
            <a:rect l="l" t="t" r="r" b="b"/>
            <a:pathLst>
              <a:path w="900114" h="859639">
                <a:moveTo>
                  <a:pt x="529197" y="753967"/>
                </a:moveTo>
                <a:lnTo>
                  <a:pt x="514455" y="753967"/>
                </a:lnTo>
                <a:lnTo>
                  <a:pt x="514455" y="516963"/>
                </a:lnTo>
                <a:cubicBezTo>
                  <a:pt x="514455" y="510058"/>
                  <a:pt x="508858" y="504461"/>
                  <a:pt x="501954" y="504461"/>
                </a:cubicBezTo>
                <a:lnTo>
                  <a:pt x="442191" y="504461"/>
                </a:lnTo>
                <a:cubicBezTo>
                  <a:pt x="435287" y="504461"/>
                  <a:pt x="429689" y="510058"/>
                  <a:pt x="429689" y="516963"/>
                </a:cubicBezTo>
                <a:lnTo>
                  <a:pt x="429689" y="753967"/>
                </a:lnTo>
                <a:lnTo>
                  <a:pt x="407235" y="753967"/>
                </a:lnTo>
                <a:lnTo>
                  <a:pt x="407235" y="634949"/>
                </a:lnTo>
                <a:cubicBezTo>
                  <a:pt x="407235" y="628045"/>
                  <a:pt x="401638" y="622447"/>
                  <a:pt x="394733" y="622447"/>
                </a:cubicBezTo>
                <a:lnTo>
                  <a:pt x="334970" y="622447"/>
                </a:lnTo>
                <a:cubicBezTo>
                  <a:pt x="328066" y="622447"/>
                  <a:pt x="322469" y="628045"/>
                  <a:pt x="322469" y="634949"/>
                </a:cubicBezTo>
                <a:lnTo>
                  <a:pt x="322469" y="753967"/>
                </a:lnTo>
                <a:lnTo>
                  <a:pt x="300016" y="753967"/>
                </a:lnTo>
                <a:lnTo>
                  <a:pt x="300016" y="569034"/>
                </a:lnTo>
                <a:cubicBezTo>
                  <a:pt x="300016" y="562129"/>
                  <a:pt x="294419" y="556532"/>
                  <a:pt x="287515" y="556532"/>
                </a:cubicBezTo>
                <a:lnTo>
                  <a:pt x="227752" y="556532"/>
                </a:lnTo>
                <a:cubicBezTo>
                  <a:pt x="220847" y="556532"/>
                  <a:pt x="215250" y="562129"/>
                  <a:pt x="215250" y="569034"/>
                </a:cubicBezTo>
                <a:lnTo>
                  <a:pt x="215250" y="753967"/>
                </a:lnTo>
                <a:lnTo>
                  <a:pt x="192796" y="753967"/>
                </a:lnTo>
                <a:lnTo>
                  <a:pt x="192796" y="672739"/>
                </a:lnTo>
                <a:cubicBezTo>
                  <a:pt x="192796" y="665835"/>
                  <a:pt x="187198" y="660238"/>
                  <a:pt x="180294" y="660238"/>
                </a:cubicBezTo>
                <a:lnTo>
                  <a:pt x="120533" y="660238"/>
                </a:lnTo>
                <a:cubicBezTo>
                  <a:pt x="113628" y="660238"/>
                  <a:pt x="108031" y="665835"/>
                  <a:pt x="108031" y="672739"/>
                </a:cubicBezTo>
                <a:lnTo>
                  <a:pt x="108031" y="753967"/>
                </a:lnTo>
                <a:lnTo>
                  <a:pt x="93288" y="753967"/>
                </a:lnTo>
                <a:cubicBezTo>
                  <a:pt x="86384" y="753967"/>
                  <a:pt x="80787" y="759565"/>
                  <a:pt x="80787" y="766469"/>
                </a:cubicBezTo>
                <a:cubicBezTo>
                  <a:pt x="80787" y="773373"/>
                  <a:pt x="86384" y="778971"/>
                  <a:pt x="93288" y="778971"/>
                </a:cubicBezTo>
                <a:lnTo>
                  <a:pt x="529197" y="778971"/>
                </a:lnTo>
                <a:cubicBezTo>
                  <a:pt x="536101" y="778971"/>
                  <a:pt x="541698" y="773373"/>
                  <a:pt x="541698" y="766469"/>
                </a:cubicBezTo>
                <a:cubicBezTo>
                  <a:pt x="541698" y="759565"/>
                  <a:pt x="536101" y="753967"/>
                  <a:pt x="529197" y="753967"/>
                </a:cubicBezTo>
                <a:close/>
                <a:moveTo>
                  <a:pt x="454693" y="529464"/>
                </a:moveTo>
                <a:lnTo>
                  <a:pt x="489452" y="529464"/>
                </a:lnTo>
                <a:lnTo>
                  <a:pt x="489452" y="753967"/>
                </a:lnTo>
                <a:lnTo>
                  <a:pt x="454693" y="753967"/>
                </a:lnTo>
                <a:close/>
                <a:moveTo>
                  <a:pt x="347472" y="647451"/>
                </a:moveTo>
                <a:lnTo>
                  <a:pt x="382232" y="647451"/>
                </a:lnTo>
                <a:lnTo>
                  <a:pt x="382232" y="753967"/>
                </a:lnTo>
                <a:lnTo>
                  <a:pt x="347472" y="753967"/>
                </a:lnTo>
                <a:close/>
                <a:moveTo>
                  <a:pt x="240253" y="581535"/>
                </a:moveTo>
                <a:lnTo>
                  <a:pt x="275013" y="581535"/>
                </a:lnTo>
                <a:lnTo>
                  <a:pt x="275013" y="753967"/>
                </a:lnTo>
                <a:lnTo>
                  <a:pt x="240253" y="753967"/>
                </a:lnTo>
                <a:close/>
                <a:moveTo>
                  <a:pt x="133034" y="685239"/>
                </a:moveTo>
                <a:lnTo>
                  <a:pt x="167792" y="685239"/>
                </a:lnTo>
                <a:lnTo>
                  <a:pt x="167792" y="753966"/>
                </a:lnTo>
                <a:lnTo>
                  <a:pt x="133034" y="753966"/>
                </a:lnTo>
                <a:close/>
                <a:moveTo>
                  <a:pt x="364853" y="518083"/>
                </a:moveTo>
                <a:cubicBezTo>
                  <a:pt x="354907" y="518083"/>
                  <a:pt x="345758" y="521535"/>
                  <a:pt x="338519" y="527293"/>
                </a:cubicBezTo>
                <a:lnTo>
                  <a:pt x="298116" y="499637"/>
                </a:lnTo>
                <a:cubicBezTo>
                  <a:pt x="299350" y="495667"/>
                  <a:pt x="300016" y="491449"/>
                  <a:pt x="300016" y="487079"/>
                </a:cubicBezTo>
                <a:cubicBezTo>
                  <a:pt x="300016" y="463710"/>
                  <a:pt x="281003" y="444697"/>
                  <a:pt x="257634" y="444697"/>
                </a:cubicBezTo>
                <a:cubicBezTo>
                  <a:pt x="234265" y="444697"/>
                  <a:pt x="215252" y="463710"/>
                  <a:pt x="215252" y="487079"/>
                </a:cubicBezTo>
                <a:cubicBezTo>
                  <a:pt x="215252" y="493778"/>
                  <a:pt x="216820" y="500114"/>
                  <a:pt x="219599" y="505753"/>
                </a:cubicBezTo>
                <a:lnTo>
                  <a:pt x="171293" y="551289"/>
                </a:lnTo>
                <a:cubicBezTo>
                  <a:pt x="165126" y="547781"/>
                  <a:pt x="158004" y="545766"/>
                  <a:pt x="150415" y="545766"/>
                </a:cubicBezTo>
                <a:cubicBezTo>
                  <a:pt x="127044" y="545766"/>
                  <a:pt x="108033" y="564780"/>
                  <a:pt x="108033" y="588149"/>
                </a:cubicBezTo>
                <a:cubicBezTo>
                  <a:pt x="108033" y="611518"/>
                  <a:pt x="127046" y="630531"/>
                  <a:pt x="150415" y="630531"/>
                </a:cubicBezTo>
                <a:cubicBezTo>
                  <a:pt x="173784" y="630531"/>
                  <a:pt x="192796" y="611518"/>
                  <a:pt x="192796" y="588149"/>
                </a:cubicBezTo>
                <a:cubicBezTo>
                  <a:pt x="192796" y="581450"/>
                  <a:pt x="191227" y="575113"/>
                  <a:pt x="188449" y="569477"/>
                </a:cubicBezTo>
                <a:lnTo>
                  <a:pt x="236756" y="523940"/>
                </a:lnTo>
                <a:cubicBezTo>
                  <a:pt x="242923" y="527448"/>
                  <a:pt x="250046" y="529461"/>
                  <a:pt x="257634" y="529461"/>
                </a:cubicBezTo>
                <a:cubicBezTo>
                  <a:pt x="267580" y="529461"/>
                  <a:pt x="276729" y="526009"/>
                  <a:pt x="283966" y="520251"/>
                </a:cubicBezTo>
                <a:lnTo>
                  <a:pt x="324369" y="547906"/>
                </a:lnTo>
                <a:cubicBezTo>
                  <a:pt x="323135" y="551876"/>
                  <a:pt x="322469" y="556095"/>
                  <a:pt x="322469" y="560465"/>
                </a:cubicBezTo>
                <a:cubicBezTo>
                  <a:pt x="322469" y="583836"/>
                  <a:pt x="341482" y="602847"/>
                  <a:pt x="364851" y="602847"/>
                </a:cubicBezTo>
                <a:cubicBezTo>
                  <a:pt x="388220" y="602847"/>
                  <a:pt x="407233" y="583834"/>
                  <a:pt x="407233" y="560465"/>
                </a:cubicBezTo>
                <a:cubicBezTo>
                  <a:pt x="407233" y="552149"/>
                  <a:pt x="404817" y="544393"/>
                  <a:pt x="400664" y="537842"/>
                </a:cubicBezTo>
                <a:lnTo>
                  <a:pt x="455244" y="474059"/>
                </a:lnTo>
                <a:cubicBezTo>
                  <a:pt x="460406" y="476301"/>
                  <a:pt x="466094" y="477551"/>
                  <a:pt x="472072" y="477551"/>
                </a:cubicBezTo>
                <a:cubicBezTo>
                  <a:pt x="495442" y="477551"/>
                  <a:pt x="514454" y="458538"/>
                  <a:pt x="514454" y="435169"/>
                </a:cubicBezTo>
                <a:cubicBezTo>
                  <a:pt x="514454" y="411800"/>
                  <a:pt x="495440" y="392787"/>
                  <a:pt x="472072" y="392787"/>
                </a:cubicBezTo>
                <a:cubicBezTo>
                  <a:pt x="448703" y="392787"/>
                  <a:pt x="429688" y="411800"/>
                  <a:pt x="429688" y="435169"/>
                </a:cubicBezTo>
                <a:cubicBezTo>
                  <a:pt x="429688" y="443484"/>
                  <a:pt x="432104" y="451240"/>
                  <a:pt x="436258" y="457791"/>
                </a:cubicBezTo>
                <a:lnTo>
                  <a:pt x="381678" y="521572"/>
                </a:lnTo>
                <a:cubicBezTo>
                  <a:pt x="376517" y="519331"/>
                  <a:pt x="370829" y="518081"/>
                  <a:pt x="364851" y="518081"/>
                </a:cubicBezTo>
                <a:close/>
                <a:moveTo>
                  <a:pt x="150415" y="605529"/>
                </a:moveTo>
                <a:cubicBezTo>
                  <a:pt x="140832" y="605529"/>
                  <a:pt x="133036" y="597734"/>
                  <a:pt x="133036" y="588150"/>
                </a:cubicBezTo>
                <a:cubicBezTo>
                  <a:pt x="133036" y="578567"/>
                  <a:pt x="140832" y="570771"/>
                  <a:pt x="150415" y="570771"/>
                </a:cubicBezTo>
                <a:cubicBezTo>
                  <a:pt x="159999" y="570771"/>
                  <a:pt x="167792" y="578567"/>
                  <a:pt x="167792" y="588150"/>
                </a:cubicBezTo>
                <a:cubicBezTo>
                  <a:pt x="167792" y="597734"/>
                  <a:pt x="159997" y="605529"/>
                  <a:pt x="150415" y="605529"/>
                </a:cubicBezTo>
                <a:close/>
                <a:moveTo>
                  <a:pt x="257634" y="504458"/>
                </a:moveTo>
                <a:cubicBezTo>
                  <a:pt x="248051" y="504458"/>
                  <a:pt x="240255" y="496662"/>
                  <a:pt x="240255" y="487079"/>
                </a:cubicBezTo>
                <a:cubicBezTo>
                  <a:pt x="240255" y="477495"/>
                  <a:pt x="248051" y="469700"/>
                  <a:pt x="257634" y="469700"/>
                </a:cubicBezTo>
                <a:cubicBezTo>
                  <a:pt x="267217" y="469700"/>
                  <a:pt x="275013" y="477495"/>
                  <a:pt x="275013" y="487079"/>
                </a:cubicBezTo>
                <a:cubicBezTo>
                  <a:pt x="275013" y="496662"/>
                  <a:pt x="267217" y="504458"/>
                  <a:pt x="257634" y="504458"/>
                </a:cubicBezTo>
                <a:close/>
                <a:moveTo>
                  <a:pt x="364853" y="577845"/>
                </a:moveTo>
                <a:cubicBezTo>
                  <a:pt x="355269" y="577845"/>
                  <a:pt x="347474" y="570050"/>
                  <a:pt x="347474" y="560467"/>
                </a:cubicBezTo>
                <a:cubicBezTo>
                  <a:pt x="347474" y="550883"/>
                  <a:pt x="355269" y="543088"/>
                  <a:pt x="364853" y="543088"/>
                </a:cubicBezTo>
                <a:cubicBezTo>
                  <a:pt x="374436" y="543088"/>
                  <a:pt x="382232" y="550883"/>
                  <a:pt x="382232" y="560467"/>
                </a:cubicBezTo>
                <a:cubicBezTo>
                  <a:pt x="382232" y="570050"/>
                  <a:pt x="374436" y="577845"/>
                  <a:pt x="364853" y="577845"/>
                </a:cubicBezTo>
                <a:close/>
                <a:moveTo>
                  <a:pt x="472073" y="417790"/>
                </a:moveTo>
                <a:cubicBezTo>
                  <a:pt x="481657" y="417790"/>
                  <a:pt x="489452" y="425585"/>
                  <a:pt x="489452" y="435169"/>
                </a:cubicBezTo>
                <a:cubicBezTo>
                  <a:pt x="489452" y="444752"/>
                  <a:pt x="481657" y="452548"/>
                  <a:pt x="472073" y="452548"/>
                </a:cubicBezTo>
                <a:cubicBezTo>
                  <a:pt x="462490" y="452548"/>
                  <a:pt x="454693" y="444752"/>
                  <a:pt x="454693" y="435169"/>
                </a:cubicBezTo>
                <a:cubicBezTo>
                  <a:pt x="454693" y="425585"/>
                  <a:pt x="462490" y="417790"/>
                  <a:pt x="472073" y="417790"/>
                </a:cubicBezTo>
                <a:close/>
                <a:moveTo>
                  <a:pt x="207437" y="399741"/>
                </a:moveTo>
                <a:cubicBezTo>
                  <a:pt x="214341" y="399741"/>
                  <a:pt x="219938" y="394144"/>
                  <a:pt x="219938" y="387239"/>
                </a:cubicBezTo>
                <a:lnTo>
                  <a:pt x="219938" y="280308"/>
                </a:lnTo>
                <a:lnTo>
                  <a:pt x="312557" y="226834"/>
                </a:lnTo>
                <a:cubicBezTo>
                  <a:pt x="315429" y="225175"/>
                  <a:pt x="317525" y="222442"/>
                  <a:pt x="318383" y="219238"/>
                </a:cubicBezTo>
                <a:cubicBezTo>
                  <a:pt x="319240" y="216034"/>
                  <a:pt x="318790" y="212619"/>
                  <a:pt x="317127" y="209748"/>
                </a:cubicBezTo>
                <a:cubicBezTo>
                  <a:pt x="294535" y="170698"/>
                  <a:pt x="252503" y="146440"/>
                  <a:pt x="207437" y="146440"/>
                </a:cubicBezTo>
                <a:cubicBezTo>
                  <a:pt x="137601" y="146440"/>
                  <a:pt x="80787" y="203256"/>
                  <a:pt x="80787" y="273091"/>
                </a:cubicBezTo>
                <a:cubicBezTo>
                  <a:pt x="80787" y="342927"/>
                  <a:pt x="137601" y="399743"/>
                  <a:pt x="207437" y="399743"/>
                </a:cubicBezTo>
                <a:close/>
                <a:moveTo>
                  <a:pt x="288547" y="211826"/>
                </a:moveTo>
                <a:lnTo>
                  <a:pt x="219938" y="251439"/>
                </a:lnTo>
                <a:lnTo>
                  <a:pt x="219938" y="172238"/>
                </a:lnTo>
                <a:cubicBezTo>
                  <a:pt x="247124" y="175636"/>
                  <a:pt x="271980" y="189967"/>
                  <a:pt x="288547" y="211826"/>
                </a:cubicBezTo>
                <a:close/>
                <a:moveTo>
                  <a:pt x="194935" y="172239"/>
                </a:moveTo>
                <a:lnTo>
                  <a:pt x="194935" y="373974"/>
                </a:lnTo>
                <a:cubicBezTo>
                  <a:pt x="144763" y="367794"/>
                  <a:pt x="105790" y="324908"/>
                  <a:pt x="105790" y="273091"/>
                </a:cubicBezTo>
                <a:cubicBezTo>
                  <a:pt x="105790" y="221274"/>
                  <a:pt x="144768" y="178424"/>
                  <a:pt x="194935" y="172239"/>
                </a:cubicBezTo>
                <a:close/>
                <a:moveTo>
                  <a:pt x="333751" y="233506"/>
                </a:moveTo>
                <a:cubicBezTo>
                  <a:pt x="330368" y="232392"/>
                  <a:pt x="326673" y="232770"/>
                  <a:pt x="323589" y="234553"/>
                </a:cubicBezTo>
                <a:lnTo>
                  <a:pt x="236356" y="284916"/>
                </a:lnTo>
                <a:cubicBezTo>
                  <a:pt x="232488" y="287148"/>
                  <a:pt x="230106" y="291276"/>
                  <a:pt x="230106" y="295742"/>
                </a:cubicBezTo>
                <a:lnTo>
                  <a:pt x="230106" y="396451"/>
                </a:lnTo>
                <a:cubicBezTo>
                  <a:pt x="230106" y="400011"/>
                  <a:pt x="231624" y="403402"/>
                  <a:pt x="234278" y="405774"/>
                </a:cubicBezTo>
                <a:cubicBezTo>
                  <a:pt x="236581" y="407831"/>
                  <a:pt x="239550" y="408953"/>
                  <a:pt x="242607" y="408953"/>
                </a:cubicBezTo>
                <a:cubicBezTo>
                  <a:pt x="243073" y="408953"/>
                  <a:pt x="243539" y="408926"/>
                  <a:pt x="244009" y="408874"/>
                </a:cubicBezTo>
                <a:cubicBezTo>
                  <a:pt x="305185" y="401970"/>
                  <a:pt x="351317" y="350281"/>
                  <a:pt x="351317" y="288641"/>
                </a:cubicBezTo>
                <a:cubicBezTo>
                  <a:pt x="351317" y="271888"/>
                  <a:pt x="347947" y="255653"/>
                  <a:pt x="341302" y="240389"/>
                </a:cubicBezTo>
                <a:cubicBezTo>
                  <a:pt x="339880" y="237124"/>
                  <a:pt x="337133" y="234620"/>
                  <a:pt x="333751" y="233506"/>
                </a:cubicBezTo>
                <a:close/>
                <a:moveTo>
                  <a:pt x="255109" y="381421"/>
                </a:moveTo>
                <a:lnTo>
                  <a:pt x="255109" y="302961"/>
                </a:lnTo>
                <a:lnTo>
                  <a:pt x="323055" y="263731"/>
                </a:lnTo>
                <a:cubicBezTo>
                  <a:pt x="325223" y="271800"/>
                  <a:pt x="326314" y="280133"/>
                  <a:pt x="326314" y="288641"/>
                </a:cubicBezTo>
                <a:cubicBezTo>
                  <a:pt x="326314" y="332752"/>
                  <a:pt x="296550" y="370437"/>
                  <a:pt x="255109" y="381421"/>
                </a:cubicBezTo>
                <a:close/>
                <a:moveTo>
                  <a:pt x="541700" y="279560"/>
                </a:moveTo>
                <a:cubicBezTo>
                  <a:pt x="541700" y="286464"/>
                  <a:pt x="536103" y="292062"/>
                  <a:pt x="529198" y="292062"/>
                </a:cubicBezTo>
                <a:lnTo>
                  <a:pt x="391226" y="292062"/>
                </a:lnTo>
                <a:cubicBezTo>
                  <a:pt x="384321" y="292062"/>
                  <a:pt x="378724" y="286464"/>
                  <a:pt x="378724" y="279560"/>
                </a:cubicBezTo>
                <a:cubicBezTo>
                  <a:pt x="378724" y="272656"/>
                  <a:pt x="384321" y="267058"/>
                  <a:pt x="391226" y="267058"/>
                </a:cubicBezTo>
                <a:lnTo>
                  <a:pt x="529198" y="267058"/>
                </a:lnTo>
                <a:cubicBezTo>
                  <a:pt x="536103" y="267058"/>
                  <a:pt x="541700" y="272656"/>
                  <a:pt x="541700" y="279560"/>
                </a:cubicBezTo>
                <a:close/>
                <a:moveTo>
                  <a:pt x="541700" y="167141"/>
                </a:moveTo>
                <a:cubicBezTo>
                  <a:pt x="541700" y="174045"/>
                  <a:pt x="536103" y="179642"/>
                  <a:pt x="529198" y="179642"/>
                </a:cubicBezTo>
                <a:lnTo>
                  <a:pt x="340978" y="179642"/>
                </a:lnTo>
                <a:cubicBezTo>
                  <a:pt x="334074" y="179642"/>
                  <a:pt x="328477" y="174045"/>
                  <a:pt x="328477" y="167141"/>
                </a:cubicBezTo>
                <a:cubicBezTo>
                  <a:pt x="328477" y="160236"/>
                  <a:pt x="334074" y="154639"/>
                  <a:pt x="340978" y="154639"/>
                </a:cubicBezTo>
                <a:lnTo>
                  <a:pt x="529198" y="154639"/>
                </a:lnTo>
                <a:cubicBezTo>
                  <a:pt x="536103" y="154639"/>
                  <a:pt x="541700" y="160236"/>
                  <a:pt x="541700" y="167141"/>
                </a:cubicBezTo>
                <a:close/>
                <a:moveTo>
                  <a:pt x="541700" y="335771"/>
                </a:moveTo>
                <a:cubicBezTo>
                  <a:pt x="541700" y="342675"/>
                  <a:pt x="536103" y="348272"/>
                  <a:pt x="529198" y="348272"/>
                </a:cubicBezTo>
                <a:lnTo>
                  <a:pt x="460213" y="348272"/>
                </a:lnTo>
                <a:cubicBezTo>
                  <a:pt x="453308" y="348272"/>
                  <a:pt x="447711" y="342675"/>
                  <a:pt x="447711" y="335771"/>
                </a:cubicBezTo>
                <a:cubicBezTo>
                  <a:pt x="447711" y="328866"/>
                  <a:pt x="453308" y="323269"/>
                  <a:pt x="460213" y="323269"/>
                </a:cubicBezTo>
                <a:lnTo>
                  <a:pt x="529198" y="323269"/>
                </a:lnTo>
                <a:cubicBezTo>
                  <a:pt x="536103" y="323269"/>
                  <a:pt x="541700" y="328866"/>
                  <a:pt x="541700" y="335771"/>
                </a:cubicBezTo>
                <a:close/>
                <a:moveTo>
                  <a:pt x="541700" y="223351"/>
                </a:moveTo>
                <a:cubicBezTo>
                  <a:pt x="541700" y="230256"/>
                  <a:pt x="536103" y="235853"/>
                  <a:pt x="529198" y="235853"/>
                </a:cubicBezTo>
                <a:lnTo>
                  <a:pt x="391226" y="235853"/>
                </a:lnTo>
                <a:cubicBezTo>
                  <a:pt x="384321" y="235853"/>
                  <a:pt x="378724" y="230256"/>
                  <a:pt x="378724" y="223351"/>
                </a:cubicBezTo>
                <a:cubicBezTo>
                  <a:pt x="378724" y="216447"/>
                  <a:pt x="384321" y="210850"/>
                  <a:pt x="391226" y="210850"/>
                </a:cubicBezTo>
                <a:lnTo>
                  <a:pt x="529198" y="210850"/>
                </a:lnTo>
                <a:cubicBezTo>
                  <a:pt x="536103" y="210850"/>
                  <a:pt x="541700" y="216447"/>
                  <a:pt x="541700" y="223351"/>
                </a:cubicBezTo>
                <a:close/>
                <a:moveTo>
                  <a:pt x="861052" y="27337"/>
                </a:moveTo>
                <a:cubicBezTo>
                  <a:pt x="838914" y="9708"/>
                  <a:pt x="809314" y="0"/>
                  <a:pt x="777703" y="0"/>
                </a:cubicBezTo>
                <a:cubicBezTo>
                  <a:pt x="746092" y="0"/>
                  <a:pt x="716491" y="9708"/>
                  <a:pt x="694353" y="27337"/>
                </a:cubicBezTo>
                <a:cubicBezTo>
                  <a:pt x="693563" y="27966"/>
                  <a:pt x="692822" y="28627"/>
                  <a:pt x="692056" y="29272"/>
                </a:cubicBezTo>
                <a:cubicBezTo>
                  <a:pt x="686377" y="12284"/>
                  <a:pt x="670328" y="0"/>
                  <a:pt x="651456" y="0"/>
                </a:cubicBezTo>
                <a:lnTo>
                  <a:pt x="383021" y="0"/>
                </a:lnTo>
                <a:cubicBezTo>
                  <a:pt x="383021" y="0"/>
                  <a:pt x="114584" y="0"/>
                  <a:pt x="114584" y="0"/>
                </a:cubicBezTo>
                <a:cubicBezTo>
                  <a:pt x="90979" y="0"/>
                  <a:pt x="71777" y="19204"/>
                  <a:pt x="71777" y="42809"/>
                </a:cubicBezTo>
                <a:lnTo>
                  <a:pt x="71777" y="71779"/>
                </a:lnTo>
                <a:lnTo>
                  <a:pt x="42809" y="71779"/>
                </a:lnTo>
                <a:cubicBezTo>
                  <a:pt x="19204" y="71779"/>
                  <a:pt x="0" y="90981"/>
                  <a:pt x="0" y="114586"/>
                </a:cubicBezTo>
                <a:lnTo>
                  <a:pt x="0" y="816833"/>
                </a:lnTo>
                <a:cubicBezTo>
                  <a:pt x="0" y="840435"/>
                  <a:pt x="19204" y="859640"/>
                  <a:pt x="42809" y="859640"/>
                </a:cubicBezTo>
                <a:lnTo>
                  <a:pt x="579680" y="859640"/>
                </a:lnTo>
                <a:cubicBezTo>
                  <a:pt x="603284" y="859640"/>
                  <a:pt x="622487" y="840435"/>
                  <a:pt x="622487" y="816833"/>
                </a:cubicBezTo>
                <a:lnTo>
                  <a:pt x="622487" y="787863"/>
                </a:lnTo>
                <a:lnTo>
                  <a:pt x="651456" y="787863"/>
                </a:lnTo>
                <a:cubicBezTo>
                  <a:pt x="675061" y="787863"/>
                  <a:pt x="694265" y="768659"/>
                  <a:pt x="694265" y="745054"/>
                </a:cubicBezTo>
                <a:lnTo>
                  <a:pt x="694265" y="711553"/>
                </a:lnTo>
                <a:lnTo>
                  <a:pt x="777704" y="711553"/>
                </a:lnTo>
                <a:cubicBezTo>
                  <a:pt x="784609" y="711553"/>
                  <a:pt x="790206" y="705956"/>
                  <a:pt x="790206" y="699052"/>
                </a:cubicBezTo>
                <a:lnTo>
                  <a:pt x="790206" y="412893"/>
                </a:lnTo>
                <a:cubicBezTo>
                  <a:pt x="790206" y="405988"/>
                  <a:pt x="784609" y="400391"/>
                  <a:pt x="777704" y="400391"/>
                </a:cubicBezTo>
                <a:cubicBezTo>
                  <a:pt x="770800" y="400391"/>
                  <a:pt x="765203" y="405988"/>
                  <a:pt x="765203" y="412893"/>
                </a:cubicBezTo>
                <a:lnTo>
                  <a:pt x="765203" y="686552"/>
                </a:lnTo>
                <a:lnTo>
                  <a:pt x="694265" y="686552"/>
                </a:lnTo>
                <a:lnTo>
                  <a:pt x="694265" y="207867"/>
                </a:lnTo>
                <a:cubicBezTo>
                  <a:pt x="703563" y="221349"/>
                  <a:pt x="710248" y="233615"/>
                  <a:pt x="710248" y="250690"/>
                </a:cubicBezTo>
                <a:lnTo>
                  <a:pt x="710248" y="254241"/>
                </a:lnTo>
                <a:cubicBezTo>
                  <a:pt x="710248" y="271800"/>
                  <a:pt x="724533" y="286086"/>
                  <a:pt x="742093" y="286086"/>
                </a:cubicBezTo>
                <a:lnTo>
                  <a:pt x="813316" y="286086"/>
                </a:lnTo>
                <a:cubicBezTo>
                  <a:pt x="830873" y="286086"/>
                  <a:pt x="845159" y="271800"/>
                  <a:pt x="845159" y="254241"/>
                </a:cubicBezTo>
                <a:lnTo>
                  <a:pt x="845159" y="250690"/>
                </a:lnTo>
                <a:cubicBezTo>
                  <a:pt x="845159" y="230056"/>
                  <a:pt x="854912" y="216448"/>
                  <a:pt x="867260" y="199221"/>
                </a:cubicBezTo>
                <a:cubicBezTo>
                  <a:pt x="882659" y="177738"/>
                  <a:pt x="900114" y="153389"/>
                  <a:pt x="900114" y="110962"/>
                </a:cubicBezTo>
                <a:cubicBezTo>
                  <a:pt x="900114" y="76602"/>
                  <a:pt x="886607" y="47686"/>
                  <a:pt x="861054" y="27337"/>
                </a:cubicBezTo>
                <a:close/>
                <a:moveTo>
                  <a:pt x="597484" y="816833"/>
                </a:moveTo>
                <a:cubicBezTo>
                  <a:pt x="597484" y="826650"/>
                  <a:pt x="589497" y="834637"/>
                  <a:pt x="579680" y="834637"/>
                </a:cubicBezTo>
                <a:lnTo>
                  <a:pt x="42809" y="834637"/>
                </a:lnTo>
                <a:cubicBezTo>
                  <a:pt x="32992" y="834637"/>
                  <a:pt x="25003" y="826650"/>
                  <a:pt x="25003" y="816833"/>
                </a:cubicBezTo>
                <a:lnTo>
                  <a:pt x="25003" y="114586"/>
                </a:lnTo>
                <a:cubicBezTo>
                  <a:pt x="25003" y="104768"/>
                  <a:pt x="32992" y="96782"/>
                  <a:pt x="42809" y="96782"/>
                </a:cubicBezTo>
                <a:lnTo>
                  <a:pt x="579678" y="96782"/>
                </a:lnTo>
                <a:cubicBezTo>
                  <a:pt x="589495" y="96782"/>
                  <a:pt x="597484" y="104768"/>
                  <a:pt x="597484" y="114586"/>
                </a:cubicBezTo>
                <a:close/>
                <a:moveTo>
                  <a:pt x="651456" y="762860"/>
                </a:moveTo>
                <a:lnTo>
                  <a:pt x="622487" y="762860"/>
                </a:lnTo>
                <a:lnTo>
                  <a:pt x="622487" y="114586"/>
                </a:lnTo>
                <a:cubicBezTo>
                  <a:pt x="622487" y="90981"/>
                  <a:pt x="603283" y="71779"/>
                  <a:pt x="579678" y="71779"/>
                </a:cubicBezTo>
                <a:lnTo>
                  <a:pt x="96780" y="71779"/>
                </a:lnTo>
                <a:lnTo>
                  <a:pt x="96780" y="42809"/>
                </a:lnTo>
                <a:cubicBezTo>
                  <a:pt x="96780" y="32990"/>
                  <a:pt x="104767" y="25003"/>
                  <a:pt x="114584" y="25003"/>
                </a:cubicBezTo>
                <a:lnTo>
                  <a:pt x="383021" y="25003"/>
                </a:lnTo>
                <a:cubicBezTo>
                  <a:pt x="383021" y="25003"/>
                  <a:pt x="651456" y="25003"/>
                  <a:pt x="651456" y="25003"/>
                </a:cubicBezTo>
                <a:cubicBezTo>
                  <a:pt x="661274" y="25003"/>
                  <a:pt x="669260" y="32990"/>
                  <a:pt x="669260" y="42809"/>
                </a:cubicBezTo>
                <a:lnTo>
                  <a:pt x="669260" y="56278"/>
                </a:lnTo>
                <a:cubicBezTo>
                  <a:pt x="660075" y="72168"/>
                  <a:pt x="655294" y="90599"/>
                  <a:pt x="655294" y="110962"/>
                </a:cubicBezTo>
                <a:cubicBezTo>
                  <a:pt x="655294" y="135729"/>
                  <a:pt x="661247" y="154330"/>
                  <a:pt x="669260" y="169803"/>
                </a:cubicBezTo>
                <a:lnTo>
                  <a:pt x="669260" y="697000"/>
                </a:lnTo>
                <a:cubicBezTo>
                  <a:pt x="669152" y="697669"/>
                  <a:pt x="669078" y="698353"/>
                  <a:pt x="669078" y="699053"/>
                </a:cubicBezTo>
                <a:cubicBezTo>
                  <a:pt x="669078" y="699754"/>
                  <a:pt x="669150" y="700438"/>
                  <a:pt x="669262" y="701107"/>
                </a:cubicBezTo>
                <a:lnTo>
                  <a:pt x="669262" y="745054"/>
                </a:lnTo>
                <a:cubicBezTo>
                  <a:pt x="669262" y="754871"/>
                  <a:pt x="661274" y="762860"/>
                  <a:pt x="651456" y="762860"/>
                </a:cubicBezTo>
                <a:close/>
                <a:moveTo>
                  <a:pt x="766444" y="160415"/>
                </a:moveTo>
                <a:cubicBezTo>
                  <a:pt x="766444" y="154207"/>
                  <a:pt x="771495" y="149156"/>
                  <a:pt x="777703" y="149156"/>
                </a:cubicBezTo>
                <a:cubicBezTo>
                  <a:pt x="783911" y="149156"/>
                  <a:pt x="788961" y="154207"/>
                  <a:pt x="788961" y="160415"/>
                </a:cubicBezTo>
                <a:cubicBezTo>
                  <a:pt x="788961" y="166623"/>
                  <a:pt x="783911" y="171671"/>
                  <a:pt x="777703" y="171671"/>
                </a:cubicBezTo>
                <a:cubicBezTo>
                  <a:pt x="771495" y="171671"/>
                  <a:pt x="766444" y="166621"/>
                  <a:pt x="766444" y="160415"/>
                </a:cubicBezTo>
                <a:close/>
                <a:moveTo>
                  <a:pt x="846938" y="184655"/>
                </a:moveTo>
                <a:cubicBezTo>
                  <a:pt x="833770" y="203025"/>
                  <a:pt x="820154" y="222019"/>
                  <a:pt x="820154" y="250690"/>
                </a:cubicBezTo>
                <a:lnTo>
                  <a:pt x="820154" y="254241"/>
                </a:lnTo>
                <a:cubicBezTo>
                  <a:pt x="820154" y="257950"/>
                  <a:pt x="817022" y="261083"/>
                  <a:pt x="813314" y="261083"/>
                </a:cubicBezTo>
                <a:lnTo>
                  <a:pt x="790204" y="261083"/>
                </a:lnTo>
                <a:lnTo>
                  <a:pt x="790204" y="194408"/>
                </a:lnTo>
                <a:cubicBezTo>
                  <a:pt x="804047" y="189299"/>
                  <a:pt x="813964" y="176011"/>
                  <a:pt x="813964" y="160415"/>
                </a:cubicBezTo>
                <a:cubicBezTo>
                  <a:pt x="813964" y="140421"/>
                  <a:pt x="797698" y="124153"/>
                  <a:pt x="777703" y="124153"/>
                </a:cubicBezTo>
                <a:cubicBezTo>
                  <a:pt x="757707" y="124153"/>
                  <a:pt x="741441" y="140419"/>
                  <a:pt x="741441" y="160415"/>
                </a:cubicBezTo>
                <a:cubicBezTo>
                  <a:pt x="741441" y="176011"/>
                  <a:pt x="751356" y="189299"/>
                  <a:pt x="765201" y="194408"/>
                </a:cubicBezTo>
                <a:lnTo>
                  <a:pt x="765201" y="261083"/>
                </a:lnTo>
                <a:lnTo>
                  <a:pt x="742093" y="261083"/>
                </a:lnTo>
                <a:cubicBezTo>
                  <a:pt x="738383" y="261083"/>
                  <a:pt x="735251" y="257950"/>
                  <a:pt x="735251" y="254241"/>
                </a:cubicBezTo>
                <a:lnTo>
                  <a:pt x="735251" y="250690"/>
                </a:lnTo>
                <a:cubicBezTo>
                  <a:pt x="735251" y="222019"/>
                  <a:pt x="721635" y="203024"/>
                  <a:pt x="708467" y="184653"/>
                </a:cubicBezTo>
                <a:cubicBezTo>
                  <a:pt x="693981" y="164442"/>
                  <a:pt x="680298" y="145352"/>
                  <a:pt x="680298" y="110960"/>
                </a:cubicBezTo>
                <a:cubicBezTo>
                  <a:pt x="680298" y="51901"/>
                  <a:pt x="730790" y="25003"/>
                  <a:pt x="777704" y="25003"/>
                </a:cubicBezTo>
                <a:cubicBezTo>
                  <a:pt x="824619" y="25003"/>
                  <a:pt x="875111" y="51903"/>
                  <a:pt x="875111" y="110960"/>
                </a:cubicBezTo>
                <a:cubicBezTo>
                  <a:pt x="875111" y="145352"/>
                  <a:pt x="861427" y="164442"/>
                  <a:pt x="846942" y="184653"/>
                </a:cubicBezTo>
                <a:close/>
                <a:moveTo>
                  <a:pt x="831047" y="343007"/>
                </a:moveTo>
                <a:cubicBezTo>
                  <a:pt x="831047" y="349912"/>
                  <a:pt x="825450" y="355509"/>
                  <a:pt x="818545" y="355509"/>
                </a:cubicBezTo>
                <a:lnTo>
                  <a:pt x="790204" y="355509"/>
                </a:lnTo>
                <a:lnTo>
                  <a:pt x="790204" y="361795"/>
                </a:lnTo>
                <a:cubicBezTo>
                  <a:pt x="790204" y="368700"/>
                  <a:pt x="784607" y="374297"/>
                  <a:pt x="777703" y="374297"/>
                </a:cubicBezTo>
                <a:cubicBezTo>
                  <a:pt x="770798" y="374297"/>
                  <a:pt x="765201" y="368700"/>
                  <a:pt x="765201" y="361795"/>
                </a:cubicBezTo>
                <a:lnTo>
                  <a:pt x="765201" y="355509"/>
                </a:lnTo>
                <a:lnTo>
                  <a:pt x="736862" y="355509"/>
                </a:lnTo>
                <a:cubicBezTo>
                  <a:pt x="729957" y="355509"/>
                  <a:pt x="724360" y="349912"/>
                  <a:pt x="724360" y="343007"/>
                </a:cubicBezTo>
                <a:cubicBezTo>
                  <a:pt x="724360" y="336103"/>
                  <a:pt x="729957" y="330506"/>
                  <a:pt x="736862" y="330506"/>
                </a:cubicBezTo>
                <a:lnTo>
                  <a:pt x="818545" y="330506"/>
                </a:lnTo>
                <a:cubicBezTo>
                  <a:pt x="825450" y="330506"/>
                  <a:pt x="831047" y="336103"/>
                  <a:pt x="831047" y="343007"/>
                </a:cubicBezTo>
                <a:close/>
                <a:moveTo>
                  <a:pt x="834433" y="308296"/>
                </a:moveTo>
                <a:cubicBezTo>
                  <a:pt x="834433" y="315200"/>
                  <a:pt x="828836" y="320797"/>
                  <a:pt x="821931" y="320797"/>
                </a:cubicBezTo>
                <a:lnTo>
                  <a:pt x="733476" y="320797"/>
                </a:lnTo>
                <a:cubicBezTo>
                  <a:pt x="726571" y="320797"/>
                  <a:pt x="720974" y="315200"/>
                  <a:pt x="720974" y="308296"/>
                </a:cubicBezTo>
                <a:cubicBezTo>
                  <a:pt x="720974" y="301391"/>
                  <a:pt x="726571" y="295794"/>
                  <a:pt x="733476" y="295794"/>
                </a:cubicBezTo>
                <a:lnTo>
                  <a:pt x="821931" y="295794"/>
                </a:lnTo>
                <a:cubicBezTo>
                  <a:pt x="828836" y="295794"/>
                  <a:pt x="834433" y="301391"/>
                  <a:pt x="834433" y="308296"/>
                </a:cubicBezTo>
                <a:close/>
              </a:path>
            </a:pathLst>
          </a:custGeom>
          <a:solidFill>
            <a:schemeClr val="bg1"/>
          </a:solidFill>
          <a:ln w="1786" cap="flat">
            <a:noFill/>
            <a:prstDash val="solid"/>
            <a:miter/>
          </a:ln>
        </p:spPr>
        <p:txBody>
          <a:bodyPr/>
          <a:lstStyle/>
          <a:p>
            <a:endParaRPr lang="en-GB"/>
          </a:p>
        </p:txBody>
      </p:sp>
      <p:sp>
        <p:nvSpPr>
          <p:cNvPr id="59" name="Graphic 18">
            <a:extLst>
              <a:ext uri="{FF2B5EF4-FFF2-40B4-BE49-F238E27FC236}">
                <a16:creationId xmlns:a16="http://schemas.microsoft.com/office/drawing/2014/main" id="{C91413E7-B0F2-2671-5055-01125C9BBDD5}"/>
              </a:ext>
            </a:extLst>
          </p:cNvPr>
          <p:cNvSpPr>
            <a:spLocks noChangeAspect="1"/>
          </p:cNvSpPr>
          <p:nvPr/>
        </p:nvSpPr>
        <p:spPr>
          <a:xfrm>
            <a:off x="10370793" y="4195192"/>
            <a:ext cx="509904" cy="480913"/>
          </a:xfrm>
          <a:custGeom>
            <a:avLst/>
            <a:gdLst>
              <a:gd name="csX0" fmla="*/ 870956 w 910843"/>
              <a:gd name="csY0" fmla="*/ 0 h 859057"/>
              <a:gd name="csX1" fmla="*/ 365797 w 910843"/>
              <a:gd name="csY1" fmla="*/ 0 h 859057"/>
              <a:gd name="csX2" fmla="*/ 325910 w 910843"/>
              <a:gd name="csY2" fmla="*/ 39887 h 859057"/>
              <a:gd name="csX3" fmla="*/ 325910 w 910843"/>
              <a:gd name="csY3" fmla="*/ 419631 h 859057"/>
              <a:gd name="csX4" fmla="*/ 310574 w 910843"/>
              <a:gd name="csY4" fmla="*/ 407154 h 859057"/>
              <a:gd name="csX5" fmla="*/ 308009 w 910843"/>
              <a:gd name="csY5" fmla="*/ 393012 h 859057"/>
              <a:gd name="csX6" fmla="*/ 297681 w 910843"/>
              <a:gd name="csY6" fmla="*/ 375122 h 859057"/>
              <a:gd name="csX7" fmla="*/ 268547 w 910843"/>
              <a:gd name="csY7" fmla="*/ 367317 h 859057"/>
              <a:gd name="csX8" fmla="*/ 156606 w 910843"/>
              <a:gd name="csY8" fmla="*/ 431947 h 859057"/>
              <a:gd name="csX9" fmla="*/ 148800 w 910843"/>
              <a:gd name="csY9" fmla="*/ 461081 h 859057"/>
              <a:gd name="csX10" fmla="*/ 159128 w 910843"/>
              <a:gd name="csY10" fmla="*/ 478971 h 859057"/>
              <a:gd name="csX11" fmla="*/ 170090 w 910843"/>
              <a:gd name="csY11" fmla="*/ 488229 h 859057"/>
              <a:gd name="csX12" fmla="*/ 177568 w 910843"/>
              <a:gd name="csY12" fmla="*/ 524073 h 859057"/>
              <a:gd name="csX13" fmla="*/ 23117 w 910843"/>
              <a:gd name="csY13" fmla="*/ 613245 h 859057"/>
              <a:gd name="csX14" fmla="*/ 6188 w 910843"/>
              <a:gd name="csY14" fmla="*/ 676427 h 859057"/>
              <a:gd name="csX15" fmla="*/ 46321 w 910843"/>
              <a:gd name="csY15" fmla="*/ 699545 h 859057"/>
              <a:gd name="csX16" fmla="*/ 69371 w 910843"/>
              <a:gd name="csY16" fmla="*/ 693358 h 859057"/>
              <a:gd name="csX17" fmla="*/ 223297 w 910843"/>
              <a:gd name="csY17" fmla="*/ 604488 h 859057"/>
              <a:gd name="csX18" fmla="*/ 252440 w 910843"/>
              <a:gd name="csY18" fmla="*/ 630888 h 859057"/>
              <a:gd name="csX19" fmla="*/ 255004 w 910843"/>
              <a:gd name="csY19" fmla="*/ 645031 h 859057"/>
              <a:gd name="csX20" fmla="*/ 265333 w 910843"/>
              <a:gd name="csY20" fmla="*/ 662919 h 859057"/>
              <a:gd name="csX21" fmla="*/ 278286 w 910843"/>
              <a:gd name="csY21" fmla="*/ 672848 h 859057"/>
              <a:gd name="csX22" fmla="*/ 283853 w 910843"/>
              <a:gd name="csY22" fmla="*/ 673586 h 859057"/>
              <a:gd name="csX23" fmla="*/ 294468 w 910843"/>
              <a:gd name="csY23" fmla="*/ 670725 h 859057"/>
              <a:gd name="csX24" fmla="*/ 325912 w 910843"/>
              <a:gd name="csY24" fmla="*/ 652571 h 859057"/>
              <a:gd name="csX25" fmla="*/ 325912 w 910843"/>
              <a:gd name="csY25" fmla="*/ 697491 h 859057"/>
              <a:gd name="csX26" fmla="*/ 225679 w 910843"/>
              <a:gd name="csY26" fmla="*/ 697491 h 859057"/>
              <a:gd name="csX27" fmla="*/ 183540 w 910843"/>
              <a:gd name="csY27" fmla="*/ 739630 h 859057"/>
              <a:gd name="csX28" fmla="*/ 183540 w 910843"/>
              <a:gd name="csY28" fmla="*/ 759731 h 859057"/>
              <a:gd name="csX29" fmla="*/ 172226 w 910843"/>
              <a:gd name="csY29" fmla="*/ 759731 h 859057"/>
              <a:gd name="csX30" fmla="*/ 144014 w 910843"/>
              <a:gd name="csY30" fmla="*/ 787943 h 859057"/>
              <a:gd name="csX31" fmla="*/ 144014 w 910843"/>
              <a:gd name="csY31" fmla="*/ 830845 h 859057"/>
              <a:gd name="csX32" fmla="*/ 172226 w 910843"/>
              <a:gd name="csY32" fmla="*/ 859057 h 859057"/>
              <a:gd name="csX33" fmla="*/ 417855 w 910843"/>
              <a:gd name="csY33" fmla="*/ 859057 h 859057"/>
              <a:gd name="csX34" fmla="*/ 438074 w 910843"/>
              <a:gd name="csY34" fmla="*/ 850480 h 859057"/>
              <a:gd name="csX35" fmla="*/ 870956 w 910843"/>
              <a:gd name="csY35" fmla="*/ 850480 h 859057"/>
              <a:gd name="csX36" fmla="*/ 910844 w 910843"/>
              <a:gd name="csY36" fmla="*/ 810592 h 859057"/>
              <a:gd name="csX37" fmla="*/ 910844 w 910843"/>
              <a:gd name="csY37" fmla="*/ 39887 h 859057"/>
              <a:gd name="csX38" fmla="*/ 870956 w 910843"/>
              <a:gd name="csY38" fmla="*/ 0 h 859057"/>
              <a:gd name="csX39" fmla="*/ 276559 w 910843"/>
              <a:gd name="csY39" fmla="*/ 395685 h 859057"/>
              <a:gd name="csX40" fmla="*/ 279641 w 910843"/>
              <a:gd name="csY40" fmla="*/ 401022 h 859057"/>
              <a:gd name="csX41" fmla="*/ 180252 w 910843"/>
              <a:gd name="csY41" fmla="*/ 458404 h 859057"/>
              <a:gd name="csX42" fmla="*/ 177171 w 910843"/>
              <a:gd name="csY42" fmla="*/ 453067 h 859057"/>
              <a:gd name="csX43" fmla="*/ 55083 w 910843"/>
              <a:gd name="csY43" fmla="*/ 668609 h 859057"/>
              <a:gd name="csX44" fmla="*/ 30935 w 910843"/>
              <a:gd name="csY44" fmla="*/ 662138 h 859057"/>
              <a:gd name="csX45" fmla="*/ 37406 w 910843"/>
              <a:gd name="csY45" fmla="*/ 637989 h 859057"/>
              <a:gd name="csX46" fmla="*/ 188039 w 910843"/>
              <a:gd name="csY46" fmla="*/ 551021 h 859057"/>
              <a:gd name="csX47" fmla="*/ 196840 w 910843"/>
              <a:gd name="csY47" fmla="*/ 567903 h 859057"/>
              <a:gd name="csX48" fmla="*/ 205545 w 910843"/>
              <a:gd name="csY48" fmla="*/ 581739 h 859057"/>
              <a:gd name="csX49" fmla="*/ 221586 w 910843"/>
              <a:gd name="csY49" fmla="*/ 553614 h 859057"/>
              <a:gd name="csX50" fmla="*/ 198142 w 910843"/>
              <a:gd name="csY50" fmla="*/ 481071 h 859057"/>
              <a:gd name="csX51" fmla="*/ 290327 w 910843"/>
              <a:gd name="csY51" fmla="*/ 427848 h 859057"/>
              <a:gd name="csX52" fmla="*/ 341428 w 910843"/>
              <a:gd name="csY52" fmla="*/ 484423 h 859057"/>
              <a:gd name="csX53" fmla="*/ 364872 w 910843"/>
              <a:gd name="csY53" fmla="*/ 556968 h 859057"/>
              <a:gd name="csX54" fmla="*/ 272687 w 910843"/>
              <a:gd name="csY54" fmla="*/ 610191 h 859057"/>
              <a:gd name="csX55" fmla="*/ 221586 w 910843"/>
              <a:gd name="csY55" fmla="*/ 553614 h 859057"/>
              <a:gd name="csX56" fmla="*/ 286455 w 910843"/>
              <a:gd name="csY56" fmla="*/ 642354 h 859057"/>
              <a:gd name="csX57" fmla="*/ 283374 w 910843"/>
              <a:gd name="csY57" fmla="*/ 637017 h 859057"/>
              <a:gd name="csX58" fmla="*/ 382761 w 910843"/>
              <a:gd name="csY58" fmla="*/ 579635 h 859057"/>
              <a:gd name="csX59" fmla="*/ 385842 w 910843"/>
              <a:gd name="csY59" fmla="*/ 584971 h 859057"/>
              <a:gd name="csX60" fmla="*/ 212113 w 910843"/>
              <a:gd name="csY60" fmla="*/ 739628 h 859057"/>
              <a:gd name="csX61" fmla="*/ 225678 w 910843"/>
              <a:gd name="csY61" fmla="*/ 726064 h 859057"/>
              <a:gd name="csX62" fmla="*/ 364402 w 910843"/>
              <a:gd name="csY62" fmla="*/ 726064 h 859057"/>
              <a:gd name="csX63" fmla="*/ 377966 w 910843"/>
              <a:gd name="csY63" fmla="*/ 739628 h 859057"/>
              <a:gd name="csX64" fmla="*/ 377966 w 910843"/>
              <a:gd name="csY64" fmla="*/ 759729 h 859057"/>
              <a:gd name="csX65" fmla="*/ 212112 w 910843"/>
              <a:gd name="csY65" fmla="*/ 759729 h 859057"/>
              <a:gd name="csX66" fmla="*/ 212112 w 910843"/>
              <a:gd name="csY66" fmla="*/ 739628 h 859057"/>
              <a:gd name="csX67" fmla="*/ 417493 w 910843"/>
              <a:gd name="csY67" fmla="*/ 830482 h 859057"/>
              <a:gd name="csX68" fmla="*/ 172589 w 910843"/>
              <a:gd name="csY68" fmla="*/ 830482 h 859057"/>
              <a:gd name="csX69" fmla="*/ 172589 w 910843"/>
              <a:gd name="csY69" fmla="*/ 788304 h 859057"/>
              <a:gd name="csX70" fmla="*/ 417494 w 910843"/>
              <a:gd name="csY70" fmla="*/ 788304 h 859057"/>
              <a:gd name="csX71" fmla="*/ 417494 w 910843"/>
              <a:gd name="csY71" fmla="*/ 830482 h 859057"/>
              <a:gd name="csX72" fmla="*/ 882269 w 910843"/>
              <a:gd name="csY72" fmla="*/ 810592 h 859057"/>
              <a:gd name="csX73" fmla="*/ 870956 w 910843"/>
              <a:gd name="csY73" fmla="*/ 821905 h 859057"/>
              <a:gd name="csX74" fmla="*/ 446068 w 910843"/>
              <a:gd name="csY74" fmla="*/ 821905 h 859057"/>
              <a:gd name="csX75" fmla="*/ 446068 w 910843"/>
              <a:gd name="csY75" fmla="*/ 787943 h 859057"/>
              <a:gd name="csX76" fmla="*/ 417853 w 910843"/>
              <a:gd name="csY76" fmla="*/ 759731 h 859057"/>
              <a:gd name="csX77" fmla="*/ 406541 w 910843"/>
              <a:gd name="csY77" fmla="*/ 759731 h 859057"/>
              <a:gd name="csX78" fmla="*/ 406541 w 910843"/>
              <a:gd name="csY78" fmla="*/ 739630 h 859057"/>
              <a:gd name="csX79" fmla="*/ 364402 w 910843"/>
              <a:gd name="csY79" fmla="*/ 697491 h 859057"/>
              <a:gd name="csX80" fmla="*/ 354485 w 910843"/>
              <a:gd name="csY80" fmla="*/ 697491 h 859057"/>
              <a:gd name="csX81" fmla="*/ 354485 w 910843"/>
              <a:gd name="csY81" fmla="*/ 636074 h 859057"/>
              <a:gd name="csX82" fmla="*/ 406406 w 910843"/>
              <a:gd name="csY82" fmla="*/ 606097 h 859057"/>
              <a:gd name="csX83" fmla="*/ 414214 w 910843"/>
              <a:gd name="csY83" fmla="*/ 576963 h 859057"/>
              <a:gd name="csX84" fmla="*/ 403886 w 910843"/>
              <a:gd name="csY84" fmla="*/ 559075 h 859057"/>
              <a:gd name="csX85" fmla="*/ 392918 w 910843"/>
              <a:gd name="csY85" fmla="*/ 549783 h 859057"/>
              <a:gd name="csX86" fmla="*/ 366174 w 910843"/>
              <a:gd name="csY86" fmla="*/ 470139 h 859057"/>
              <a:gd name="csX87" fmla="*/ 354485 w 910843"/>
              <a:gd name="csY87" fmla="*/ 452014 h 859057"/>
              <a:gd name="csX88" fmla="*/ 354485 w 910843"/>
              <a:gd name="csY88" fmla="*/ 39887 h 859057"/>
              <a:gd name="csX89" fmla="*/ 365797 w 910843"/>
              <a:gd name="csY89" fmla="*/ 28575 h 859057"/>
              <a:gd name="csX90" fmla="*/ 870956 w 910843"/>
              <a:gd name="csY90" fmla="*/ 28575 h 859057"/>
              <a:gd name="csX91" fmla="*/ 882269 w 910843"/>
              <a:gd name="csY91" fmla="*/ 39887 h 859057"/>
              <a:gd name="csX92" fmla="*/ 840810 w 910843"/>
              <a:gd name="csY92" fmla="*/ 409882 h 859057"/>
              <a:gd name="csX93" fmla="*/ 826522 w 910843"/>
              <a:gd name="csY93" fmla="*/ 424169 h 859057"/>
              <a:gd name="csX94" fmla="*/ 654122 w 910843"/>
              <a:gd name="csY94" fmla="*/ 424169 h 859057"/>
              <a:gd name="csX95" fmla="*/ 639835 w 910843"/>
              <a:gd name="csY95" fmla="*/ 409882 h 859057"/>
              <a:gd name="csX96" fmla="*/ 654122 w 910843"/>
              <a:gd name="csY96" fmla="*/ 395594 h 859057"/>
              <a:gd name="csX97" fmla="*/ 826522 w 910843"/>
              <a:gd name="csY97" fmla="*/ 395594 h 859057"/>
              <a:gd name="csX98" fmla="*/ 840810 w 910843"/>
              <a:gd name="csY98" fmla="*/ 409882 h 859057"/>
              <a:gd name="csX99" fmla="*/ 840810 w 910843"/>
              <a:gd name="csY99" fmla="*/ 345382 h 859057"/>
              <a:gd name="csX100" fmla="*/ 826522 w 910843"/>
              <a:gd name="csY100" fmla="*/ 359670 h 859057"/>
              <a:gd name="csX101" fmla="*/ 654122 w 910843"/>
              <a:gd name="csY101" fmla="*/ 359670 h 859057"/>
              <a:gd name="csX102" fmla="*/ 639835 w 910843"/>
              <a:gd name="csY102" fmla="*/ 345382 h 859057"/>
              <a:gd name="csX103" fmla="*/ 654122 w 910843"/>
              <a:gd name="csY103" fmla="*/ 331095 h 859057"/>
              <a:gd name="csX104" fmla="*/ 826522 w 910843"/>
              <a:gd name="csY104" fmla="*/ 331095 h 859057"/>
              <a:gd name="csX105" fmla="*/ 840810 w 910843"/>
              <a:gd name="csY105" fmla="*/ 345382 h 859057"/>
              <a:gd name="csX106" fmla="*/ 674886 w 910843"/>
              <a:gd name="csY106" fmla="*/ 147234 h 859057"/>
              <a:gd name="csX107" fmla="*/ 608179 w 910843"/>
              <a:gd name="csY107" fmla="*/ 205995 h 859057"/>
              <a:gd name="csX108" fmla="*/ 598735 w 910843"/>
              <a:gd name="csY108" fmla="*/ 209562 h 859057"/>
              <a:gd name="csX109" fmla="*/ 597512 w 910843"/>
              <a:gd name="csY109" fmla="*/ 209510 h 859057"/>
              <a:gd name="csX110" fmla="*/ 587601 w 910843"/>
              <a:gd name="csY110" fmla="*/ 204229 h 859057"/>
              <a:gd name="csX111" fmla="*/ 560178 w 910843"/>
              <a:gd name="csY111" fmla="*/ 170130 h 859057"/>
              <a:gd name="csX112" fmla="*/ 562357 w 910843"/>
              <a:gd name="csY112" fmla="*/ 150042 h 859057"/>
              <a:gd name="csX113" fmla="*/ 582445 w 910843"/>
              <a:gd name="csY113" fmla="*/ 152221 h 859057"/>
              <a:gd name="csX114" fmla="*/ 600505 w 910843"/>
              <a:gd name="csY114" fmla="*/ 174675 h 859057"/>
              <a:gd name="csX115" fmla="*/ 655997 w 910843"/>
              <a:gd name="csY115" fmla="*/ 125793 h 859057"/>
              <a:gd name="csX116" fmla="*/ 676162 w 910843"/>
              <a:gd name="csY116" fmla="*/ 127069 h 859057"/>
              <a:gd name="csX117" fmla="*/ 674886 w 910843"/>
              <a:gd name="csY117" fmla="*/ 147234 h 859057"/>
              <a:gd name="csX118" fmla="*/ 731075 w 910843"/>
              <a:gd name="csY118" fmla="*/ 165894 h 859057"/>
              <a:gd name="csX119" fmla="*/ 618377 w 910843"/>
              <a:gd name="csY119" fmla="*/ 53196 h 859057"/>
              <a:gd name="csX120" fmla="*/ 505679 w 910843"/>
              <a:gd name="csY120" fmla="*/ 165894 h 859057"/>
              <a:gd name="csX121" fmla="*/ 618377 w 910843"/>
              <a:gd name="csY121" fmla="*/ 278592 h 859057"/>
              <a:gd name="csX122" fmla="*/ 731075 w 910843"/>
              <a:gd name="csY122" fmla="*/ 165894 h 859057"/>
              <a:gd name="csX123" fmla="*/ 618377 w 910843"/>
              <a:gd name="csY123" fmla="*/ 250017 h 859057"/>
              <a:gd name="csX124" fmla="*/ 534254 w 910843"/>
              <a:gd name="csY124" fmla="*/ 165894 h 859057"/>
              <a:gd name="csX125" fmla="*/ 618377 w 910843"/>
              <a:gd name="csY125" fmla="*/ 81771 h 859057"/>
              <a:gd name="csX126" fmla="*/ 702500 w 910843"/>
              <a:gd name="csY126" fmla="*/ 165894 h 859057"/>
              <a:gd name="csX127" fmla="*/ 618377 w 910843"/>
              <a:gd name="csY127" fmla="*/ 250017 h 859057"/>
              <a:gd name="csX128" fmla="*/ 589664 w 910843"/>
              <a:gd name="csY128" fmla="*/ 310250 h 859057"/>
              <a:gd name="csX129" fmla="*/ 483476 w 910843"/>
              <a:gd name="csY129" fmla="*/ 310250 h 859057"/>
              <a:gd name="csX130" fmla="*/ 469188 w 910843"/>
              <a:gd name="csY130" fmla="*/ 324537 h 859057"/>
              <a:gd name="csX131" fmla="*/ 469188 w 910843"/>
              <a:gd name="csY131" fmla="*/ 430725 h 859057"/>
              <a:gd name="csX132" fmla="*/ 483476 w 910843"/>
              <a:gd name="csY132" fmla="*/ 445013 h 859057"/>
              <a:gd name="csX133" fmla="*/ 589664 w 910843"/>
              <a:gd name="csY133" fmla="*/ 445013 h 859057"/>
              <a:gd name="csX134" fmla="*/ 603952 w 910843"/>
              <a:gd name="csY134" fmla="*/ 430725 h 859057"/>
              <a:gd name="csX135" fmla="*/ 603952 w 910843"/>
              <a:gd name="csY135" fmla="*/ 324537 h 859057"/>
              <a:gd name="csX136" fmla="*/ 589664 w 910843"/>
              <a:gd name="csY136" fmla="*/ 310250 h 859057"/>
              <a:gd name="csX137" fmla="*/ 575377 w 910843"/>
              <a:gd name="csY137" fmla="*/ 416438 h 859057"/>
              <a:gd name="csX138" fmla="*/ 497763 w 910843"/>
              <a:gd name="csY138" fmla="*/ 416438 h 859057"/>
              <a:gd name="csX139" fmla="*/ 497763 w 910843"/>
              <a:gd name="csY139" fmla="*/ 338825 h 859057"/>
              <a:gd name="csX140" fmla="*/ 575377 w 910843"/>
              <a:gd name="csY140" fmla="*/ 338825 h 859057"/>
              <a:gd name="csX141" fmla="*/ 589664 w 910843"/>
              <a:gd name="csY141" fmla="*/ 477483 h 859057"/>
              <a:gd name="csX142" fmla="*/ 483476 w 910843"/>
              <a:gd name="csY142" fmla="*/ 477483 h 859057"/>
              <a:gd name="csX143" fmla="*/ 469188 w 910843"/>
              <a:gd name="csY143" fmla="*/ 491770 h 859057"/>
              <a:gd name="csX144" fmla="*/ 469188 w 910843"/>
              <a:gd name="csY144" fmla="*/ 597959 h 859057"/>
              <a:gd name="csX145" fmla="*/ 483476 w 910843"/>
              <a:gd name="csY145" fmla="*/ 612246 h 859057"/>
              <a:gd name="csX146" fmla="*/ 589664 w 910843"/>
              <a:gd name="csY146" fmla="*/ 612246 h 859057"/>
              <a:gd name="csX147" fmla="*/ 603952 w 910843"/>
              <a:gd name="csY147" fmla="*/ 597959 h 859057"/>
              <a:gd name="csX148" fmla="*/ 603952 w 910843"/>
              <a:gd name="csY148" fmla="*/ 491770 h 859057"/>
              <a:gd name="csX149" fmla="*/ 589664 w 910843"/>
              <a:gd name="csY149" fmla="*/ 477483 h 859057"/>
              <a:gd name="csX150" fmla="*/ 575377 w 910843"/>
              <a:gd name="csY150" fmla="*/ 583669 h 859057"/>
              <a:gd name="csX151" fmla="*/ 497763 w 910843"/>
              <a:gd name="csY151" fmla="*/ 583669 h 859057"/>
              <a:gd name="csX152" fmla="*/ 497763 w 910843"/>
              <a:gd name="csY152" fmla="*/ 506056 h 859057"/>
              <a:gd name="csX153" fmla="*/ 575377 w 910843"/>
              <a:gd name="csY153" fmla="*/ 506056 h 859057"/>
              <a:gd name="csX154" fmla="*/ 589664 w 910843"/>
              <a:gd name="csY154" fmla="*/ 644713 h 859057"/>
              <a:gd name="csX155" fmla="*/ 483476 w 910843"/>
              <a:gd name="csY155" fmla="*/ 644713 h 859057"/>
              <a:gd name="csX156" fmla="*/ 469188 w 910843"/>
              <a:gd name="csY156" fmla="*/ 659000 h 859057"/>
              <a:gd name="csX157" fmla="*/ 469188 w 910843"/>
              <a:gd name="csY157" fmla="*/ 765189 h 859057"/>
              <a:gd name="csX158" fmla="*/ 483476 w 910843"/>
              <a:gd name="csY158" fmla="*/ 779476 h 859057"/>
              <a:gd name="csX159" fmla="*/ 589664 w 910843"/>
              <a:gd name="csY159" fmla="*/ 779476 h 859057"/>
              <a:gd name="csX160" fmla="*/ 603952 w 910843"/>
              <a:gd name="csY160" fmla="*/ 765189 h 859057"/>
              <a:gd name="csX161" fmla="*/ 603952 w 910843"/>
              <a:gd name="csY161" fmla="*/ 659000 h 859057"/>
              <a:gd name="csX162" fmla="*/ 589664 w 910843"/>
              <a:gd name="csY162" fmla="*/ 644713 h 859057"/>
              <a:gd name="csX163" fmla="*/ 575377 w 910843"/>
              <a:gd name="csY163" fmla="*/ 750901 h 859057"/>
              <a:gd name="csX164" fmla="*/ 497763 w 910843"/>
              <a:gd name="csY164" fmla="*/ 750901 h 859057"/>
              <a:gd name="csX165" fmla="*/ 497763 w 910843"/>
              <a:gd name="csY165" fmla="*/ 673288 h 859057"/>
              <a:gd name="csX166" fmla="*/ 575377 w 910843"/>
              <a:gd name="csY166" fmla="*/ 673288 h 859057"/>
              <a:gd name="csX167" fmla="*/ 840810 w 910843"/>
              <a:gd name="csY167" fmla="*/ 577113 h 859057"/>
              <a:gd name="csX168" fmla="*/ 826522 w 910843"/>
              <a:gd name="csY168" fmla="*/ 591401 h 859057"/>
              <a:gd name="csX169" fmla="*/ 654122 w 910843"/>
              <a:gd name="csY169" fmla="*/ 591401 h 859057"/>
              <a:gd name="csX170" fmla="*/ 639835 w 910843"/>
              <a:gd name="csY170" fmla="*/ 577113 h 859057"/>
              <a:gd name="csX171" fmla="*/ 654122 w 910843"/>
              <a:gd name="csY171" fmla="*/ 562826 h 859057"/>
              <a:gd name="csX172" fmla="*/ 826522 w 910843"/>
              <a:gd name="csY172" fmla="*/ 562826 h 859057"/>
              <a:gd name="csX173" fmla="*/ 840810 w 910843"/>
              <a:gd name="csY173" fmla="*/ 577113 h 859057"/>
              <a:gd name="csX174" fmla="*/ 840810 w 910843"/>
              <a:gd name="csY174" fmla="*/ 512614 h 859057"/>
              <a:gd name="csX175" fmla="*/ 826522 w 910843"/>
              <a:gd name="csY175" fmla="*/ 526902 h 859057"/>
              <a:gd name="csX176" fmla="*/ 654122 w 910843"/>
              <a:gd name="csY176" fmla="*/ 526902 h 859057"/>
              <a:gd name="csX177" fmla="*/ 639835 w 910843"/>
              <a:gd name="csY177" fmla="*/ 512614 h 859057"/>
              <a:gd name="csX178" fmla="*/ 654122 w 910843"/>
              <a:gd name="csY178" fmla="*/ 498327 h 859057"/>
              <a:gd name="csX179" fmla="*/ 826522 w 910843"/>
              <a:gd name="csY179" fmla="*/ 498327 h 859057"/>
              <a:gd name="csX180" fmla="*/ 840810 w 910843"/>
              <a:gd name="csY180" fmla="*/ 512614 h 859057"/>
              <a:gd name="csX181" fmla="*/ 840810 w 910843"/>
              <a:gd name="csY181" fmla="*/ 679846 h 859057"/>
              <a:gd name="csX182" fmla="*/ 826522 w 910843"/>
              <a:gd name="csY182" fmla="*/ 694133 h 859057"/>
              <a:gd name="csX183" fmla="*/ 654122 w 910843"/>
              <a:gd name="csY183" fmla="*/ 694133 h 859057"/>
              <a:gd name="csX184" fmla="*/ 639835 w 910843"/>
              <a:gd name="csY184" fmla="*/ 679846 h 859057"/>
              <a:gd name="csX185" fmla="*/ 654122 w 910843"/>
              <a:gd name="csY185" fmla="*/ 665558 h 859057"/>
              <a:gd name="csX186" fmla="*/ 826522 w 910843"/>
              <a:gd name="csY186" fmla="*/ 665558 h 859057"/>
              <a:gd name="csX187" fmla="*/ 840810 w 910843"/>
              <a:gd name="csY187" fmla="*/ 679846 h 859057"/>
              <a:gd name="csX188" fmla="*/ 840810 w 910843"/>
              <a:gd name="csY188" fmla="*/ 744345 h 859057"/>
              <a:gd name="csX189" fmla="*/ 826522 w 910843"/>
              <a:gd name="csY189" fmla="*/ 758632 h 859057"/>
              <a:gd name="csX190" fmla="*/ 654122 w 910843"/>
              <a:gd name="csY190" fmla="*/ 758632 h 859057"/>
              <a:gd name="csX191" fmla="*/ 639835 w 910843"/>
              <a:gd name="csY191" fmla="*/ 744345 h 859057"/>
              <a:gd name="csX192" fmla="*/ 654122 w 910843"/>
              <a:gd name="csY192" fmla="*/ 730057 h 859057"/>
              <a:gd name="csX193" fmla="*/ 826522 w 910843"/>
              <a:gd name="csY193" fmla="*/ 730057 h 859057"/>
              <a:gd name="csX194" fmla="*/ 840810 w 910843"/>
              <a:gd name="csY194" fmla="*/ 744345 h 8590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Lst>
            <a:rect l="l" t="t" r="r" b="b"/>
            <a:pathLst>
              <a:path w="910843" h="859057">
                <a:moveTo>
                  <a:pt x="870956" y="0"/>
                </a:moveTo>
                <a:lnTo>
                  <a:pt x="365797" y="0"/>
                </a:lnTo>
                <a:cubicBezTo>
                  <a:pt x="343803" y="0"/>
                  <a:pt x="325910" y="17893"/>
                  <a:pt x="325910" y="39887"/>
                </a:cubicBezTo>
                <a:lnTo>
                  <a:pt x="325910" y="419631"/>
                </a:lnTo>
                <a:cubicBezTo>
                  <a:pt x="320945" y="415105"/>
                  <a:pt x="315817" y="410944"/>
                  <a:pt x="310574" y="407154"/>
                </a:cubicBezTo>
                <a:cubicBezTo>
                  <a:pt x="311390" y="402284"/>
                  <a:pt x="310504" y="397332"/>
                  <a:pt x="308009" y="393012"/>
                </a:cubicBezTo>
                <a:lnTo>
                  <a:pt x="297681" y="375122"/>
                </a:lnTo>
                <a:cubicBezTo>
                  <a:pt x="291800" y="364940"/>
                  <a:pt x="278732" y="361440"/>
                  <a:pt x="268547" y="367317"/>
                </a:cubicBezTo>
                <a:lnTo>
                  <a:pt x="156606" y="431947"/>
                </a:lnTo>
                <a:cubicBezTo>
                  <a:pt x="146423" y="437828"/>
                  <a:pt x="142921" y="450897"/>
                  <a:pt x="148800" y="461081"/>
                </a:cubicBezTo>
                <a:lnTo>
                  <a:pt x="159128" y="478971"/>
                </a:lnTo>
                <a:cubicBezTo>
                  <a:pt x="161691" y="483410"/>
                  <a:pt x="165629" y="486552"/>
                  <a:pt x="170090" y="488229"/>
                </a:cubicBezTo>
                <a:cubicBezTo>
                  <a:pt x="171296" y="499986"/>
                  <a:pt x="173819" y="512039"/>
                  <a:pt x="177568" y="524073"/>
                </a:cubicBezTo>
                <a:lnTo>
                  <a:pt x="23117" y="613245"/>
                </a:lnTo>
                <a:cubicBezTo>
                  <a:pt x="1030" y="625996"/>
                  <a:pt x="-6564" y="654339"/>
                  <a:pt x="6188" y="676427"/>
                </a:cubicBezTo>
                <a:cubicBezTo>
                  <a:pt x="14746" y="691249"/>
                  <a:pt x="30325" y="699545"/>
                  <a:pt x="46321" y="699545"/>
                </a:cubicBezTo>
                <a:cubicBezTo>
                  <a:pt x="54163" y="699545"/>
                  <a:pt x="62105" y="697552"/>
                  <a:pt x="69371" y="693358"/>
                </a:cubicBezTo>
                <a:lnTo>
                  <a:pt x="223297" y="604488"/>
                </a:lnTo>
                <a:cubicBezTo>
                  <a:pt x="232357" y="614579"/>
                  <a:pt x="242172" y="623464"/>
                  <a:pt x="252440" y="630888"/>
                </a:cubicBezTo>
                <a:cubicBezTo>
                  <a:pt x="251624" y="635756"/>
                  <a:pt x="252509" y="640709"/>
                  <a:pt x="255004" y="645031"/>
                </a:cubicBezTo>
                <a:lnTo>
                  <a:pt x="265333" y="662919"/>
                </a:lnTo>
                <a:cubicBezTo>
                  <a:pt x="268178" y="667846"/>
                  <a:pt x="272778" y="671373"/>
                  <a:pt x="278286" y="672848"/>
                </a:cubicBezTo>
                <a:cubicBezTo>
                  <a:pt x="280127" y="673341"/>
                  <a:pt x="281997" y="673586"/>
                  <a:pt x="283853" y="673586"/>
                </a:cubicBezTo>
                <a:cubicBezTo>
                  <a:pt x="287546" y="673586"/>
                  <a:pt x="291188" y="672618"/>
                  <a:pt x="294468" y="670725"/>
                </a:cubicBezTo>
                <a:lnTo>
                  <a:pt x="325912" y="652571"/>
                </a:lnTo>
                <a:lnTo>
                  <a:pt x="325912" y="697491"/>
                </a:lnTo>
                <a:lnTo>
                  <a:pt x="225679" y="697491"/>
                </a:lnTo>
                <a:cubicBezTo>
                  <a:pt x="202444" y="697491"/>
                  <a:pt x="183540" y="716395"/>
                  <a:pt x="183540" y="739630"/>
                </a:cubicBezTo>
                <a:lnTo>
                  <a:pt x="183540" y="759731"/>
                </a:lnTo>
                <a:lnTo>
                  <a:pt x="172226" y="759731"/>
                </a:lnTo>
                <a:cubicBezTo>
                  <a:pt x="156671" y="759731"/>
                  <a:pt x="144014" y="772388"/>
                  <a:pt x="144014" y="787943"/>
                </a:cubicBezTo>
                <a:lnTo>
                  <a:pt x="144014" y="830845"/>
                </a:lnTo>
                <a:cubicBezTo>
                  <a:pt x="144014" y="846400"/>
                  <a:pt x="156671" y="859057"/>
                  <a:pt x="172226" y="859057"/>
                </a:cubicBezTo>
                <a:lnTo>
                  <a:pt x="417855" y="859057"/>
                </a:lnTo>
                <a:cubicBezTo>
                  <a:pt x="425781" y="859057"/>
                  <a:pt x="432943" y="855761"/>
                  <a:pt x="438074" y="850480"/>
                </a:cubicBezTo>
                <a:lnTo>
                  <a:pt x="870956" y="850480"/>
                </a:lnTo>
                <a:cubicBezTo>
                  <a:pt x="892950" y="850480"/>
                  <a:pt x="910844" y="832586"/>
                  <a:pt x="910844" y="810592"/>
                </a:cubicBezTo>
                <a:lnTo>
                  <a:pt x="910844" y="39887"/>
                </a:lnTo>
                <a:cubicBezTo>
                  <a:pt x="910844" y="17893"/>
                  <a:pt x="892950" y="0"/>
                  <a:pt x="870956" y="0"/>
                </a:cubicBezTo>
                <a:close/>
                <a:moveTo>
                  <a:pt x="276559" y="395685"/>
                </a:moveTo>
                <a:lnTo>
                  <a:pt x="279641" y="401022"/>
                </a:lnTo>
                <a:lnTo>
                  <a:pt x="180252" y="458404"/>
                </a:lnTo>
                <a:lnTo>
                  <a:pt x="177171" y="453067"/>
                </a:lnTo>
                <a:close/>
                <a:moveTo>
                  <a:pt x="55083" y="668609"/>
                </a:moveTo>
                <a:cubicBezTo>
                  <a:pt x="46641" y="673482"/>
                  <a:pt x="35809" y="670578"/>
                  <a:pt x="30935" y="662138"/>
                </a:cubicBezTo>
                <a:cubicBezTo>
                  <a:pt x="26062" y="653696"/>
                  <a:pt x="28964" y="642863"/>
                  <a:pt x="37406" y="637989"/>
                </a:cubicBezTo>
                <a:lnTo>
                  <a:pt x="188039" y="551021"/>
                </a:lnTo>
                <a:cubicBezTo>
                  <a:pt x="190711" y="556723"/>
                  <a:pt x="193641" y="562363"/>
                  <a:pt x="196840" y="567903"/>
                </a:cubicBezTo>
                <a:cubicBezTo>
                  <a:pt x="199583" y="572656"/>
                  <a:pt x="202501" y="577261"/>
                  <a:pt x="205545" y="581739"/>
                </a:cubicBezTo>
                <a:close/>
                <a:moveTo>
                  <a:pt x="221586" y="553614"/>
                </a:moveTo>
                <a:cubicBezTo>
                  <a:pt x="207940" y="529977"/>
                  <a:pt x="199765" y="504534"/>
                  <a:pt x="198142" y="481071"/>
                </a:cubicBezTo>
                <a:lnTo>
                  <a:pt x="290327" y="427848"/>
                </a:lnTo>
                <a:cubicBezTo>
                  <a:pt x="309835" y="440987"/>
                  <a:pt x="327780" y="460786"/>
                  <a:pt x="341428" y="484423"/>
                </a:cubicBezTo>
                <a:cubicBezTo>
                  <a:pt x="355074" y="508060"/>
                  <a:pt x="363248" y="533501"/>
                  <a:pt x="364872" y="556968"/>
                </a:cubicBezTo>
                <a:lnTo>
                  <a:pt x="272687" y="610191"/>
                </a:lnTo>
                <a:cubicBezTo>
                  <a:pt x="253179" y="597050"/>
                  <a:pt x="235232" y="577251"/>
                  <a:pt x="221586" y="553614"/>
                </a:cubicBezTo>
                <a:close/>
                <a:moveTo>
                  <a:pt x="286455" y="642354"/>
                </a:moveTo>
                <a:lnTo>
                  <a:pt x="283374" y="637017"/>
                </a:lnTo>
                <a:lnTo>
                  <a:pt x="382761" y="579635"/>
                </a:lnTo>
                <a:lnTo>
                  <a:pt x="385842" y="584971"/>
                </a:lnTo>
                <a:close/>
                <a:moveTo>
                  <a:pt x="212113" y="739628"/>
                </a:moveTo>
                <a:cubicBezTo>
                  <a:pt x="212113" y="732149"/>
                  <a:pt x="218198" y="726064"/>
                  <a:pt x="225678" y="726064"/>
                </a:cubicBezTo>
                <a:lnTo>
                  <a:pt x="364402" y="726064"/>
                </a:lnTo>
                <a:cubicBezTo>
                  <a:pt x="371882" y="726064"/>
                  <a:pt x="377966" y="732149"/>
                  <a:pt x="377966" y="739628"/>
                </a:cubicBezTo>
                <a:lnTo>
                  <a:pt x="377966" y="759729"/>
                </a:lnTo>
                <a:lnTo>
                  <a:pt x="212112" y="759729"/>
                </a:lnTo>
                <a:lnTo>
                  <a:pt x="212112" y="739628"/>
                </a:lnTo>
                <a:close/>
                <a:moveTo>
                  <a:pt x="417493" y="830482"/>
                </a:moveTo>
                <a:lnTo>
                  <a:pt x="172589" y="830482"/>
                </a:lnTo>
                <a:lnTo>
                  <a:pt x="172589" y="788304"/>
                </a:lnTo>
                <a:lnTo>
                  <a:pt x="417494" y="788304"/>
                </a:lnTo>
                <a:lnTo>
                  <a:pt x="417494" y="830482"/>
                </a:lnTo>
                <a:close/>
                <a:moveTo>
                  <a:pt x="882269" y="810592"/>
                </a:moveTo>
                <a:cubicBezTo>
                  <a:pt x="882269" y="816831"/>
                  <a:pt x="877195" y="821905"/>
                  <a:pt x="870956" y="821905"/>
                </a:cubicBezTo>
                <a:lnTo>
                  <a:pt x="446068" y="821905"/>
                </a:lnTo>
                <a:lnTo>
                  <a:pt x="446068" y="787943"/>
                </a:lnTo>
                <a:cubicBezTo>
                  <a:pt x="446068" y="772388"/>
                  <a:pt x="433411" y="759731"/>
                  <a:pt x="417853" y="759731"/>
                </a:cubicBezTo>
                <a:lnTo>
                  <a:pt x="406541" y="759731"/>
                </a:lnTo>
                <a:lnTo>
                  <a:pt x="406541" y="739630"/>
                </a:lnTo>
                <a:cubicBezTo>
                  <a:pt x="406541" y="716395"/>
                  <a:pt x="387637" y="697491"/>
                  <a:pt x="364402" y="697491"/>
                </a:cubicBezTo>
                <a:lnTo>
                  <a:pt x="354485" y="697491"/>
                </a:lnTo>
                <a:lnTo>
                  <a:pt x="354485" y="636074"/>
                </a:lnTo>
                <a:lnTo>
                  <a:pt x="406406" y="606097"/>
                </a:lnTo>
                <a:cubicBezTo>
                  <a:pt x="416591" y="600218"/>
                  <a:pt x="420093" y="587148"/>
                  <a:pt x="414214" y="576963"/>
                </a:cubicBezTo>
                <a:lnTo>
                  <a:pt x="403886" y="559075"/>
                </a:lnTo>
                <a:cubicBezTo>
                  <a:pt x="401391" y="554753"/>
                  <a:pt x="397544" y="551510"/>
                  <a:pt x="392918" y="549783"/>
                </a:cubicBezTo>
                <a:cubicBezTo>
                  <a:pt x="390220" y="523521"/>
                  <a:pt x="380968" y="495766"/>
                  <a:pt x="366174" y="470139"/>
                </a:cubicBezTo>
                <a:cubicBezTo>
                  <a:pt x="362546" y="463856"/>
                  <a:pt x="358628" y="457811"/>
                  <a:pt x="354485" y="452014"/>
                </a:cubicBezTo>
                <a:lnTo>
                  <a:pt x="354485" y="39887"/>
                </a:lnTo>
                <a:cubicBezTo>
                  <a:pt x="354485" y="33649"/>
                  <a:pt x="359559" y="28575"/>
                  <a:pt x="365797" y="28575"/>
                </a:cubicBezTo>
                <a:lnTo>
                  <a:pt x="870956" y="28575"/>
                </a:lnTo>
                <a:cubicBezTo>
                  <a:pt x="877195" y="28575"/>
                  <a:pt x="882269" y="33649"/>
                  <a:pt x="882269" y="39887"/>
                </a:cubicBezTo>
                <a:close/>
                <a:moveTo>
                  <a:pt x="840810" y="409882"/>
                </a:moveTo>
                <a:cubicBezTo>
                  <a:pt x="840810" y="417772"/>
                  <a:pt x="834413" y="424169"/>
                  <a:pt x="826522" y="424169"/>
                </a:cubicBezTo>
                <a:lnTo>
                  <a:pt x="654122" y="424169"/>
                </a:lnTo>
                <a:cubicBezTo>
                  <a:pt x="646232" y="424169"/>
                  <a:pt x="639835" y="417772"/>
                  <a:pt x="639835" y="409882"/>
                </a:cubicBezTo>
                <a:cubicBezTo>
                  <a:pt x="639835" y="401991"/>
                  <a:pt x="646232" y="395594"/>
                  <a:pt x="654122" y="395594"/>
                </a:cubicBezTo>
                <a:lnTo>
                  <a:pt x="826522" y="395594"/>
                </a:lnTo>
                <a:cubicBezTo>
                  <a:pt x="834413" y="395594"/>
                  <a:pt x="840810" y="401991"/>
                  <a:pt x="840810" y="409882"/>
                </a:cubicBezTo>
                <a:close/>
                <a:moveTo>
                  <a:pt x="840810" y="345382"/>
                </a:moveTo>
                <a:cubicBezTo>
                  <a:pt x="840810" y="353273"/>
                  <a:pt x="834413" y="359670"/>
                  <a:pt x="826522" y="359670"/>
                </a:cubicBezTo>
                <a:lnTo>
                  <a:pt x="654122" y="359670"/>
                </a:lnTo>
                <a:cubicBezTo>
                  <a:pt x="646232" y="359670"/>
                  <a:pt x="639835" y="353273"/>
                  <a:pt x="639835" y="345382"/>
                </a:cubicBezTo>
                <a:cubicBezTo>
                  <a:pt x="639835" y="337492"/>
                  <a:pt x="646232" y="331095"/>
                  <a:pt x="654122" y="331095"/>
                </a:cubicBezTo>
                <a:lnTo>
                  <a:pt x="826522" y="331095"/>
                </a:lnTo>
                <a:cubicBezTo>
                  <a:pt x="834413" y="331095"/>
                  <a:pt x="840810" y="337490"/>
                  <a:pt x="840810" y="345382"/>
                </a:cubicBezTo>
                <a:close/>
                <a:moveTo>
                  <a:pt x="674886" y="147234"/>
                </a:moveTo>
                <a:lnTo>
                  <a:pt x="608179" y="205995"/>
                </a:lnTo>
                <a:cubicBezTo>
                  <a:pt x="605559" y="208303"/>
                  <a:pt x="602198" y="209562"/>
                  <a:pt x="598735" y="209562"/>
                </a:cubicBezTo>
                <a:cubicBezTo>
                  <a:pt x="598328" y="209562"/>
                  <a:pt x="597921" y="209544"/>
                  <a:pt x="597512" y="209510"/>
                </a:cubicBezTo>
                <a:cubicBezTo>
                  <a:pt x="593625" y="209176"/>
                  <a:pt x="590045" y="207269"/>
                  <a:pt x="587601" y="204229"/>
                </a:cubicBezTo>
                <a:lnTo>
                  <a:pt x="560178" y="170130"/>
                </a:lnTo>
                <a:cubicBezTo>
                  <a:pt x="555233" y="163981"/>
                  <a:pt x="556208" y="154987"/>
                  <a:pt x="562357" y="150042"/>
                </a:cubicBezTo>
                <a:cubicBezTo>
                  <a:pt x="568504" y="145095"/>
                  <a:pt x="577498" y="146072"/>
                  <a:pt x="582445" y="152221"/>
                </a:cubicBezTo>
                <a:lnTo>
                  <a:pt x="600505" y="174675"/>
                </a:lnTo>
                <a:lnTo>
                  <a:pt x="655997" y="125793"/>
                </a:lnTo>
                <a:cubicBezTo>
                  <a:pt x="661918" y="120576"/>
                  <a:pt x="670947" y="121147"/>
                  <a:pt x="676162" y="127069"/>
                </a:cubicBezTo>
                <a:cubicBezTo>
                  <a:pt x="681377" y="132992"/>
                  <a:pt x="680806" y="142020"/>
                  <a:pt x="674886" y="147234"/>
                </a:cubicBezTo>
                <a:close/>
                <a:moveTo>
                  <a:pt x="731075" y="165894"/>
                </a:moveTo>
                <a:cubicBezTo>
                  <a:pt x="731075" y="103752"/>
                  <a:pt x="680518" y="53196"/>
                  <a:pt x="618377" y="53196"/>
                </a:cubicBezTo>
                <a:cubicBezTo>
                  <a:pt x="556235" y="53196"/>
                  <a:pt x="505679" y="103752"/>
                  <a:pt x="505679" y="165894"/>
                </a:cubicBezTo>
                <a:cubicBezTo>
                  <a:pt x="505679" y="228036"/>
                  <a:pt x="556235" y="278592"/>
                  <a:pt x="618377" y="278592"/>
                </a:cubicBezTo>
                <a:cubicBezTo>
                  <a:pt x="680518" y="278592"/>
                  <a:pt x="731075" y="228036"/>
                  <a:pt x="731075" y="165894"/>
                </a:cubicBezTo>
                <a:close/>
                <a:moveTo>
                  <a:pt x="618377" y="250017"/>
                </a:moveTo>
                <a:cubicBezTo>
                  <a:pt x="571990" y="250017"/>
                  <a:pt x="534254" y="212280"/>
                  <a:pt x="534254" y="165894"/>
                </a:cubicBezTo>
                <a:cubicBezTo>
                  <a:pt x="534254" y="119508"/>
                  <a:pt x="571990" y="81771"/>
                  <a:pt x="618377" y="81771"/>
                </a:cubicBezTo>
                <a:cubicBezTo>
                  <a:pt x="664763" y="81771"/>
                  <a:pt x="702500" y="119508"/>
                  <a:pt x="702500" y="165894"/>
                </a:cubicBezTo>
                <a:cubicBezTo>
                  <a:pt x="702500" y="212280"/>
                  <a:pt x="664763" y="250017"/>
                  <a:pt x="618377" y="250017"/>
                </a:cubicBezTo>
                <a:close/>
                <a:moveTo>
                  <a:pt x="589664" y="310250"/>
                </a:moveTo>
                <a:lnTo>
                  <a:pt x="483476" y="310250"/>
                </a:lnTo>
                <a:cubicBezTo>
                  <a:pt x="475586" y="310250"/>
                  <a:pt x="469188" y="316647"/>
                  <a:pt x="469188" y="324537"/>
                </a:cubicBezTo>
                <a:lnTo>
                  <a:pt x="469188" y="430725"/>
                </a:lnTo>
                <a:cubicBezTo>
                  <a:pt x="469188" y="438616"/>
                  <a:pt x="475586" y="445013"/>
                  <a:pt x="483476" y="445013"/>
                </a:cubicBezTo>
                <a:lnTo>
                  <a:pt x="589664" y="445013"/>
                </a:lnTo>
                <a:cubicBezTo>
                  <a:pt x="597554" y="445013"/>
                  <a:pt x="603952" y="438616"/>
                  <a:pt x="603952" y="430725"/>
                </a:cubicBezTo>
                <a:lnTo>
                  <a:pt x="603952" y="324537"/>
                </a:lnTo>
                <a:cubicBezTo>
                  <a:pt x="603952" y="316647"/>
                  <a:pt x="597554" y="310250"/>
                  <a:pt x="589664" y="310250"/>
                </a:cubicBezTo>
                <a:close/>
                <a:moveTo>
                  <a:pt x="575377" y="416438"/>
                </a:moveTo>
                <a:lnTo>
                  <a:pt x="497763" y="416438"/>
                </a:lnTo>
                <a:lnTo>
                  <a:pt x="497763" y="338825"/>
                </a:lnTo>
                <a:lnTo>
                  <a:pt x="575377" y="338825"/>
                </a:lnTo>
                <a:close/>
                <a:moveTo>
                  <a:pt x="589664" y="477483"/>
                </a:moveTo>
                <a:lnTo>
                  <a:pt x="483476" y="477483"/>
                </a:lnTo>
                <a:cubicBezTo>
                  <a:pt x="475586" y="477483"/>
                  <a:pt x="469188" y="483880"/>
                  <a:pt x="469188" y="491770"/>
                </a:cubicBezTo>
                <a:lnTo>
                  <a:pt x="469188" y="597959"/>
                </a:lnTo>
                <a:cubicBezTo>
                  <a:pt x="469188" y="605849"/>
                  <a:pt x="475586" y="612246"/>
                  <a:pt x="483476" y="612246"/>
                </a:cubicBezTo>
                <a:lnTo>
                  <a:pt x="589664" y="612246"/>
                </a:lnTo>
                <a:cubicBezTo>
                  <a:pt x="597554" y="612246"/>
                  <a:pt x="603952" y="605849"/>
                  <a:pt x="603952" y="597959"/>
                </a:cubicBezTo>
                <a:lnTo>
                  <a:pt x="603952" y="491770"/>
                </a:lnTo>
                <a:cubicBezTo>
                  <a:pt x="603952" y="483878"/>
                  <a:pt x="597554" y="477483"/>
                  <a:pt x="589664" y="477483"/>
                </a:cubicBezTo>
                <a:close/>
                <a:moveTo>
                  <a:pt x="575377" y="583669"/>
                </a:moveTo>
                <a:lnTo>
                  <a:pt x="497763" y="583669"/>
                </a:lnTo>
                <a:lnTo>
                  <a:pt x="497763" y="506056"/>
                </a:lnTo>
                <a:lnTo>
                  <a:pt x="575377" y="506056"/>
                </a:lnTo>
                <a:close/>
                <a:moveTo>
                  <a:pt x="589664" y="644713"/>
                </a:moveTo>
                <a:lnTo>
                  <a:pt x="483476" y="644713"/>
                </a:lnTo>
                <a:cubicBezTo>
                  <a:pt x="475586" y="644713"/>
                  <a:pt x="469188" y="651110"/>
                  <a:pt x="469188" y="659000"/>
                </a:cubicBezTo>
                <a:lnTo>
                  <a:pt x="469188" y="765189"/>
                </a:lnTo>
                <a:cubicBezTo>
                  <a:pt x="469188" y="773079"/>
                  <a:pt x="475586" y="779476"/>
                  <a:pt x="483476" y="779476"/>
                </a:cubicBezTo>
                <a:lnTo>
                  <a:pt x="589664" y="779476"/>
                </a:lnTo>
                <a:cubicBezTo>
                  <a:pt x="597554" y="779476"/>
                  <a:pt x="603952" y="773079"/>
                  <a:pt x="603952" y="765189"/>
                </a:cubicBezTo>
                <a:lnTo>
                  <a:pt x="603952" y="659000"/>
                </a:lnTo>
                <a:cubicBezTo>
                  <a:pt x="603952" y="651110"/>
                  <a:pt x="597554" y="644713"/>
                  <a:pt x="589664" y="644713"/>
                </a:cubicBezTo>
                <a:close/>
                <a:moveTo>
                  <a:pt x="575377" y="750901"/>
                </a:moveTo>
                <a:lnTo>
                  <a:pt x="497763" y="750901"/>
                </a:lnTo>
                <a:lnTo>
                  <a:pt x="497763" y="673288"/>
                </a:lnTo>
                <a:lnTo>
                  <a:pt x="575377" y="673288"/>
                </a:lnTo>
                <a:close/>
                <a:moveTo>
                  <a:pt x="840810" y="577113"/>
                </a:moveTo>
                <a:cubicBezTo>
                  <a:pt x="840810" y="585003"/>
                  <a:pt x="834413" y="591401"/>
                  <a:pt x="826522" y="591401"/>
                </a:cubicBezTo>
                <a:lnTo>
                  <a:pt x="654122" y="591401"/>
                </a:lnTo>
                <a:cubicBezTo>
                  <a:pt x="646232" y="591401"/>
                  <a:pt x="639835" y="585003"/>
                  <a:pt x="639835" y="577113"/>
                </a:cubicBezTo>
                <a:cubicBezTo>
                  <a:pt x="639835" y="569223"/>
                  <a:pt x="646232" y="562826"/>
                  <a:pt x="654122" y="562826"/>
                </a:cubicBezTo>
                <a:lnTo>
                  <a:pt x="826522" y="562826"/>
                </a:lnTo>
                <a:cubicBezTo>
                  <a:pt x="834413" y="562826"/>
                  <a:pt x="840810" y="569223"/>
                  <a:pt x="840810" y="577113"/>
                </a:cubicBezTo>
                <a:close/>
                <a:moveTo>
                  <a:pt x="840810" y="512614"/>
                </a:moveTo>
                <a:cubicBezTo>
                  <a:pt x="840810" y="520504"/>
                  <a:pt x="834413" y="526902"/>
                  <a:pt x="826522" y="526902"/>
                </a:cubicBezTo>
                <a:lnTo>
                  <a:pt x="654122" y="526902"/>
                </a:lnTo>
                <a:cubicBezTo>
                  <a:pt x="646232" y="526902"/>
                  <a:pt x="639835" y="520504"/>
                  <a:pt x="639835" y="512614"/>
                </a:cubicBezTo>
                <a:cubicBezTo>
                  <a:pt x="639835" y="504724"/>
                  <a:pt x="646232" y="498327"/>
                  <a:pt x="654122" y="498327"/>
                </a:cubicBezTo>
                <a:lnTo>
                  <a:pt x="826522" y="498327"/>
                </a:lnTo>
                <a:cubicBezTo>
                  <a:pt x="834413" y="498327"/>
                  <a:pt x="840810" y="504724"/>
                  <a:pt x="840810" y="512614"/>
                </a:cubicBezTo>
                <a:close/>
                <a:moveTo>
                  <a:pt x="840810" y="679846"/>
                </a:moveTo>
                <a:cubicBezTo>
                  <a:pt x="840810" y="687736"/>
                  <a:pt x="834413" y="694133"/>
                  <a:pt x="826522" y="694133"/>
                </a:cubicBezTo>
                <a:lnTo>
                  <a:pt x="654122" y="694133"/>
                </a:lnTo>
                <a:cubicBezTo>
                  <a:pt x="646232" y="694133"/>
                  <a:pt x="639835" y="687736"/>
                  <a:pt x="639835" y="679846"/>
                </a:cubicBezTo>
                <a:cubicBezTo>
                  <a:pt x="639835" y="671955"/>
                  <a:pt x="646232" y="665558"/>
                  <a:pt x="654122" y="665558"/>
                </a:cubicBezTo>
                <a:lnTo>
                  <a:pt x="826522" y="665558"/>
                </a:lnTo>
                <a:cubicBezTo>
                  <a:pt x="834413" y="665558"/>
                  <a:pt x="840810" y="671954"/>
                  <a:pt x="840810" y="679846"/>
                </a:cubicBezTo>
                <a:close/>
                <a:moveTo>
                  <a:pt x="840810" y="744345"/>
                </a:moveTo>
                <a:cubicBezTo>
                  <a:pt x="840810" y="752235"/>
                  <a:pt x="834413" y="758632"/>
                  <a:pt x="826522" y="758632"/>
                </a:cubicBezTo>
                <a:lnTo>
                  <a:pt x="654122" y="758632"/>
                </a:lnTo>
                <a:cubicBezTo>
                  <a:pt x="646232" y="758632"/>
                  <a:pt x="639835" y="752235"/>
                  <a:pt x="639835" y="744345"/>
                </a:cubicBezTo>
                <a:cubicBezTo>
                  <a:pt x="639835" y="736455"/>
                  <a:pt x="646232" y="730057"/>
                  <a:pt x="654122" y="730057"/>
                </a:cubicBezTo>
                <a:lnTo>
                  <a:pt x="826522" y="730057"/>
                </a:lnTo>
                <a:cubicBezTo>
                  <a:pt x="834413" y="730057"/>
                  <a:pt x="840810" y="736453"/>
                  <a:pt x="840810" y="744345"/>
                </a:cubicBezTo>
                <a:close/>
              </a:path>
            </a:pathLst>
          </a:custGeom>
          <a:solidFill>
            <a:schemeClr val="bg1"/>
          </a:solidFill>
          <a:ln w="1786" cap="flat">
            <a:noFill/>
            <a:prstDash val="solid"/>
            <a:miter/>
          </a:ln>
        </p:spPr>
        <p:txBody>
          <a:bodyPr/>
          <a:lstStyle/>
          <a:p>
            <a:endParaRPr lang="en-GB"/>
          </a:p>
        </p:txBody>
      </p:sp>
      <p:sp>
        <p:nvSpPr>
          <p:cNvPr id="60" name="Graphic 22">
            <a:extLst>
              <a:ext uri="{FF2B5EF4-FFF2-40B4-BE49-F238E27FC236}">
                <a16:creationId xmlns:a16="http://schemas.microsoft.com/office/drawing/2014/main" id="{284871B0-6041-BFE9-5E25-00568B5CBFD2}"/>
              </a:ext>
            </a:extLst>
          </p:cNvPr>
          <p:cNvSpPr>
            <a:spLocks noChangeAspect="1"/>
          </p:cNvSpPr>
          <p:nvPr/>
        </p:nvSpPr>
        <p:spPr>
          <a:xfrm>
            <a:off x="10624036" y="3183339"/>
            <a:ext cx="480924" cy="480913"/>
          </a:xfrm>
          <a:custGeom>
            <a:avLst/>
            <a:gdLst>
              <a:gd name="csX0" fmla="*/ 874252 w 882253"/>
              <a:gd name="csY0" fmla="*/ 375922 h 882235"/>
              <a:gd name="csX1" fmla="*/ 779848 w 882253"/>
              <a:gd name="csY1" fmla="*/ 339382 h 882235"/>
              <a:gd name="csX2" fmla="*/ 752558 w 882253"/>
              <a:gd name="csY2" fmla="*/ 273570 h 882235"/>
              <a:gd name="csX3" fmla="*/ 793492 w 882253"/>
              <a:gd name="csY3" fmla="*/ 180951 h 882235"/>
              <a:gd name="csX4" fmla="*/ 790902 w 882253"/>
              <a:gd name="csY4" fmla="*/ 167057 h 882235"/>
              <a:gd name="csX5" fmla="*/ 715179 w 882253"/>
              <a:gd name="csY5" fmla="*/ 91333 h 882235"/>
              <a:gd name="csX6" fmla="*/ 701284 w 882253"/>
              <a:gd name="csY6" fmla="*/ 88743 h 882235"/>
              <a:gd name="csX7" fmla="*/ 608665 w 882253"/>
              <a:gd name="csY7" fmla="*/ 129677 h 882235"/>
              <a:gd name="csX8" fmla="*/ 542871 w 882253"/>
              <a:gd name="csY8" fmla="*/ 102388 h 882235"/>
              <a:gd name="csX9" fmla="*/ 506331 w 882253"/>
              <a:gd name="csY9" fmla="*/ 7983 h 882235"/>
              <a:gd name="csX10" fmla="*/ 494669 w 882253"/>
              <a:gd name="csY10" fmla="*/ 0 h 882235"/>
              <a:gd name="csX11" fmla="*/ 387584 w 882253"/>
              <a:gd name="csY11" fmla="*/ 0 h 882235"/>
              <a:gd name="csX12" fmla="*/ 375922 w 882253"/>
              <a:gd name="csY12" fmla="*/ 7983 h 882235"/>
              <a:gd name="csX13" fmla="*/ 339382 w 882253"/>
              <a:gd name="csY13" fmla="*/ 102388 h 882235"/>
              <a:gd name="csX14" fmla="*/ 273588 w 882253"/>
              <a:gd name="csY14" fmla="*/ 129677 h 882235"/>
              <a:gd name="csX15" fmla="*/ 180951 w 882253"/>
              <a:gd name="csY15" fmla="*/ 88743 h 882235"/>
              <a:gd name="csX16" fmla="*/ 167057 w 882253"/>
              <a:gd name="csY16" fmla="*/ 91333 h 882235"/>
              <a:gd name="csX17" fmla="*/ 91333 w 882253"/>
              <a:gd name="csY17" fmla="*/ 167057 h 882235"/>
              <a:gd name="csX18" fmla="*/ 88743 w 882253"/>
              <a:gd name="csY18" fmla="*/ 180951 h 882235"/>
              <a:gd name="csX19" fmla="*/ 129677 w 882253"/>
              <a:gd name="csY19" fmla="*/ 273570 h 882235"/>
              <a:gd name="csX20" fmla="*/ 102388 w 882253"/>
              <a:gd name="csY20" fmla="*/ 339382 h 882235"/>
              <a:gd name="csX21" fmla="*/ 7983 w 882253"/>
              <a:gd name="csY21" fmla="*/ 375922 h 882235"/>
              <a:gd name="csX22" fmla="*/ 0 w 882253"/>
              <a:gd name="csY22" fmla="*/ 387584 h 882235"/>
              <a:gd name="csX23" fmla="*/ 0 w 882253"/>
              <a:gd name="csY23" fmla="*/ 494669 h 882235"/>
              <a:gd name="csX24" fmla="*/ 7983 w 882253"/>
              <a:gd name="csY24" fmla="*/ 506331 h 882235"/>
              <a:gd name="csX25" fmla="*/ 54810 w 882253"/>
              <a:gd name="csY25" fmla="*/ 524458 h 882235"/>
              <a:gd name="csX26" fmla="*/ 32397 w 882253"/>
              <a:gd name="csY26" fmla="*/ 588395 h 882235"/>
              <a:gd name="csX27" fmla="*/ 32397 w 882253"/>
              <a:gd name="csY27" fmla="*/ 678638 h 882235"/>
              <a:gd name="csX28" fmla="*/ 44898 w 882253"/>
              <a:gd name="csY28" fmla="*/ 691140 h 882235"/>
              <a:gd name="csX29" fmla="*/ 93226 w 882253"/>
              <a:gd name="csY29" fmla="*/ 691140 h 882235"/>
              <a:gd name="csX30" fmla="*/ 88743 w 882253"/>
              <a:gd name="csY30" fmla="*/ 701284 h 882235"/>
              <a:gd name="csX31" fmla="*/ 91333 w 882253"/>
              <a:gd name="csY31" fmla="*/ 715179 h 882235"/>
              <a:gd name="csX32" fmla="*/ 167057 w 882253"/>
              <a:gd name="csY32" fmla="*/ 790902 h 882235"/>
              <a:gd name="csX33" fmla="*/ 180951 w 882253"/>
              <a:gd name="csY33" fmla="*/ 793492 h 882235"/>
              <a:gd name="csX34" fmla="*/ 273570 w 882253"/>
              <a:gd name="csY34" fmla="*/ 752558 h 882235"/>
              <a:gd name="csX35" fmla="*/ 339382 w 882253"/>
              <a:gd name="csY35" fmla="*/ 779848 h 882235"/>
              <a:gd name="csX36" fmla="*/ 375922 w 882253"/>
              <a:gd name="csY36" fmla="*/ 874252 h 882235"/>
              <a:gd name="csX37" fmla="*/ 387584 w 882253"/>
              <a:gd name="csY37" fmla="*/ 882235 h 882235"/>
              <a:gd name="csX38" fmla="*/ 494669 w 882253"/>
              <a:gd name="csY38" fmla="*/ 882235 h 882235"/>
              <a:gd name="csX39" fmla="*/ 506331 w 882253"/>
              <a:gd name="csY39" fmla="*/ 874252 h 882235"/>
              <a:gd name="csX40" fmla="*/ 542871 w 882253"/>
              <a:gd name="csY40" fmla="*/ 779848 h 882235"/>
              <a:gd name="csX41" fmla="*/ 608665 w 882253"/>
              <a:gd name="csY41" fmla="*/ 752558 h 882235"/>
              <a:gd name="csX42" fmla="*/ 701302 w 882253"/>
              <a:gd name="csY42" fmla="*/ 793492 h 882235"/>
              <a:gd name="csX43" fmla="*/ 715197 w 882253"/>
              <a:gd name="csY43" fmla="*/ 790902 h 882235"/>
              <a:gd name="csX44" fmla="*/ 790920 w 882253"/>
              <a:gd name="csY44" fmla="*/ 715179 h 882235"/>
              <a:gd name="csX45" fmla="*/ 793510 w 882253"/>
              <a:gd name="csY45" fmla="*/ 701284 h 882235"/>
              <a:gd name="csX46" fmla="*/ 789027 w 882253"/>
              <a:gd name="csY46" fmla="*/ 691140 h 882235"/>
              <a:gd name="csX47" fmla="*/ 837355 w 882253"/>
              <a:gd name="csY47" fmla="*/ 691140 h 882235"/>
              <a:gd name="csX48" fmla="*/ 849856 w 882253"/>
              <a:gd name="csY48" fmla="*/ 678638 h 882235"/>
              <a:gd name="csX49" fmla="*/ 849856 w 882253"/>
              <a:gd name="csY49" fmla="*/ 588395 h 882235"/>
              <a:gd name="csX50" fmla="*/ 827443 w 882253"/>
              <a:gd name="csY50" fmla="*/ 524458 h 882235"/>
              <a:gd name="csX51" fmla="*/ 874270 w 882253"/>
              <a:gd name="csY51" fmla="*/ 506331 h 882235"/>
              <a:gd name="csX52" fmla="*/ 882253 w 882253"/>
              <a:gd name="csY52" fmla="*/ 494669 h 882235"/>
              <a:gd name="csX53" fmla="*/ 882253 w 882253"/>
              <a:gd name="csY53" fmla="*/ 387584 h 882235"/>
              <a:gd name="csX54" fmla="*/ 874270 w 882253"/>
              <a:gd name="csY54" fmla="*/ 375922 h 882235"/>
              <a:gd name="csX55" fmla="*/ 57400 w 882253"/>
              <a:gd name="csY55" fmla="*/ 588395 h 882235"/>
              <a:gd name="csX56" fmla="*/ 135142 w 882253"/>
              <a:gd name="csY56" fmla="*/ 510653 h 882235"/>
              <a:gd name="csX57" fmla="*/ 140089 w 882253"/>
              <a:gd name="csY57" fmla="*/ 510653 h 882235"/>
              <a:gd name="csX58" fmla="*/ 129088 w 882253"/>
              <a:gd name="csY58" fmla="*/ 602558 h 882235"/>
              <a:gd name="csX59" fmla="*/ 135249 w 882253"/>
              <a:gd name="csY59" fmla="*/ 614863 h 882235"/>
              <a:gd name="csX60" fmla="*/ 158966 w 882253"/>
              <a:gd name="csY60" fmla="*/ 628561 h 882235"/>
              <a:gd name="csX61" fmla="*/ 165217 w 882253"/>
              <a:gd name="csY61" fmla="*/ 630240 h 882235"/>
              <a:gd name="csX62" fmla="*/ 171468 w 882253"/>
              <a:gd name="csY62" fmla="*/ 628561 h 882235"/>
              <a:gd name="csX63" fmla="*/ 195185 w 882253"/>
              <a:gd name="csY63" fmla="*/ 614863 h 882235"/>
              <a:gd name="csX64" fmla="*/ 201347 w 882253"/>
              <a:gd name="csY64" fmla="*/ 602558 h 882235"/>
              <a:gd name="csX65" fmla="*/ 190345 w 882253"/>
              <a:gd name="csY65" fmla="*/ 510653 h 882235"/>
              <a:gd name="csX66" fmla="*/ 195292 w 882253"/>
              <a:gd name="csY66" fmla="*/ 510653 h 882235"/>
              <a:gd name="csX67" fmla="*/ 273034 w 882253"/>
              <a:gd name="csY67" fmla="*/ 588395 h 882235"/>
              <a:gd name="csX68" fmla="*/ 273034 w 882253"/>
              <a:gd name="csY68" fmla="*/ 666137 h 882235"/>
              <a:gd name="csX69" fmla="*/ 248120 w 882253"/>
              <a:gd name="csY69" fmla="*/ 666137 h 882235"/>
              <a:gd name="csX70" fmla="*/ 248120 w 882253"/>
              <a:gd name="csY70" fmla="*/ 592824 h 882235"/>
              <a:gd name="csX71" fmla="*/ 235619 w 882253"/>
              <a:gd name="csY71" fmla="*/ 580323 h 882235"/>
              <a:gd name="csX72" fmla="*/ 223117 w 882253"/>
              <a:gd name="csY72" fmla="*/ 592824 h 882235"/>
              <a:gd name="csX73" fmla="*/ 223117 w 882253"/>
              <a:gd name="csY73" fmla="*/ 666137 h 882235"/>
              <a:gd name="csX74" fmla="*/ 107299 w 882253"/>
              <a:gd name="csY74" fmla="*/ 666137 h 882235"/>
              <a:gd name="csX75" fmla="*/ 107299 w 882253"/>
              <a:gd name="csY75" fmla="*/ 592824 h 882235"/>
              <a:gd name="csX76" fmla="*/ 94798 w 882253"/>
              <a:gd name="csY76" fmla="*/ 580323 h 882235"/>
              <a:gd name="csX77" fmla="*/ 82296 w 882253"/>
              <a:gd name="csY77" fmla="*/ 592824 h 882235"/>
              <a:gd name="csX78" fmla="*/ 82296 w 882253"/>
              <a:gd name="csY78" fmla="*/ 666137 h 882235"/>
              <a:gd name="csX79" fmla="*/ 57382 w 882253"/>
              <a:gd name="csY79" fmla="*/ 666137 h 882235"/>
              <a:gd name="csX80" fmla="*/ 57382 w 882253"/>
              <a:gd name="csY80" fmla="*/ 588395 h 882235"/>
              <a:gd name="csX81" fmla="*/ 364349 w 882253"/>
              <a:gd name="csY81" fmla="*/ 195042 h 882235"/>
              <a:gd name="csX82" fmla="*/ 386888 w 882253"/>
              <a:gd name="csY82" fmla="*/ 238619 h 882235"/>
              <a:gd name="csX83" fmla="*/ 308253 w 882253"/>
              <a:gd name="csY83" fmla="*/ 338489 h 882235"/>
              <a:gd name="csX84" fmla="*/ 308253 w 882253"/>
              <a:gd name="csY84" fmla="*/ 428732 h 882235"/>
              <a:gd name="csX85" fmla="*/ 320754 w 882253"/>
              <a:gd name="csY85" fmla="*/ 441234 h 882235"/>
              <a:gd name="csX86" fmla="*/ 561427 w 882253"/>
              <a:gd name="csY86" fmla="*/ 441234 h 882235"/>
              <a:gd name="csX87" fmla="*/ 573929 w 882253"/>
              <a:gd name="csY87" fmla="*/ 428732 h 882235"/>
              <a:gd name="csX88" fmla="*/ 573929 w 882253"/>
              <a:gd name="csY88" fmla="*/ 338489 h 882235"/>
              <a:gd name="csX89" fmla="*/ 495294 w 882253"/>
              <a:gd name="csY89" fmla="*/ 238619 h 882235"/>
              <a:gd name="csX90" fmla="*/ 517833 w 882253"/>
              <a:gd name="csY90" fmla="*/ 195042 h 882235"/>
              <a:gd name="csX91" fmla="*/ 689229 w 882253"/>
              <a:gd name="csY91" fmla="*/ 360438 h 882235"/>
              <a:gd name="csX92" fmla="*/ 639294 w 882253"/>
              <a:gd name="csY92" fmla="*/ 432983 h 882235"/>
              <a:gd name="csX93" fmla="*/ 662761 w 882253"/>
              <a:gd name="csY93" fmla="*/ 488543 h 882235"/>
              <a:gd name="csX94" fmla="*/ 584127 w 882253"/>
              <a:gd name="csY94" fmla="*/ 588413 h 882235"/>
              <a:gd name="csX95" fmla="*/ 584127 w 882253"/>
              <a:gd name="csY95" fmla="*/ 666155 h 882235"/>
              <a:gd name="csX96" fmla="*/ 441073 w 882253"/>
              <a:gd name="csY96" fmla="*/ 708571 h 882235"/>
              <a:gd name="csX97" fmla="*/ 298019 w 882253"/>
              <a:gd name="csY97" fmla="*/ 666155 h 882235"/>
              <a:gd name="csX98" fmla="*/ 298019 w 882253"/>
              <a:gd name="csY98" fmla="*/ 588413 h 882235"/>
              <a:gd name="csX99" fmla="*/ 219385 w 882253"/>
              <a:gd name="csY99" fmla="*/ 488543 h 882235"/>
              <a:gd name="csX100" fmla="*/ 242852 w 882253"/>
              <a:gd name="csY100" fmla="*/ 432983 h 882235"/>
              <a:gd name="csX101" fmla="*/ 192917 w 882253"/>
              <a:gd name="csY101" fmla="*/ 360438 h 882235"/>
              <a:gd name="csX102" fmla="*/ 364313 w 882253"/>
              <a:gd name="csY102" fmla="*/ 195042 h 882235"/>
              <a:gd name="csX103" fmla="*/ 493776 w 882253"/>
              <a:gd name="csY103" fmla="*/ 183059 h 882235"/>
              <a:gd name="csX104" fmla="*/ 441091 w 882253"/>
              <a:gd name="csY104" fmla="*/ 235744 h 882235"/>
              <a:gd name="csX105" fmla="*/ 388406 w 882253"/>
              <a:gd name="csY105" fmla="*/ 183059 h 882235"/>
              <a:gd name="csX106" fmla="*/ 441091 w 882253"/>
              <a:gd name="csY106" fmla="*/ 130373 h 882235"/>
              <a:gd name="csX107" fmla="*/ 493776 w 882253"/>
              <a:gd name="csY107" fmla="*/ 183059 h 882235"/>
              <a:gd name="csX108" fmla="*/ 511510 w 882253"/>
              <a:gd name="csY108" fmla="*/ 330416 h 882235"/>
              <a:gd name="csX109" fmla="*/ 499009 w 882253"/>
              <a:gd name="csY109" fmla="*/ 342918 h 882235"/>
              <a:gd name="csX110" fmla="*/ 499009 w 882253"/>
              <a:gd name="csY110" fmla="*/ 416231 h 882235"/>
              <a:gd name="csX111" fmla="*/ 383191 w 882253"/>
              <a:gd name="csY111" fmla="*/ 416231 h 882235"/>
              <a:gd name="csX112" fmla="*/ 383191 w 882253"/>
              <a:gd name="csY112" fmla="*/ 342918 h 882235"/>
              <a:gd name="csX113" fmla="*/ 370689 w 882253"/>
              <a:gd name="csY113" fmla="*/ 330416 h 882235"/>
              <a:gd name="csX114" fmla="*/ 358188 w 882253"/>
              <a:gd name="csY114" fmla="*/ 342918 h 882235"/>
              <a:gd name="csX115" fmla="*/ 358188 w 882253"/>
              <a:gd name="csY115" fmla="*/ 416231 h 882235"/>
              <a:gd name="csX116" fmla="*/ 333274 w 882253"/>
              <a:gd name="csY116" fmla="*/ 416231 h 882235"/>
              <a:gd name="csX117" fmla="*/ 333274 w 882253"/>
              <a:gd name="csY117" fmla="*/ 338489 h 882235"/>
              <a:gd name="csX118" fmla="*/ 411016 w 882253"/>
              <a:gd name="csY118" fmla="*/ 260747 h 882235"/>
              <a:gd name="csX119" fmla="*/ 415963 w 882253"/>
              <a:gd name="csY119" fmla="*/ 260747 h 882235"/>
              <a:gd name="csX120" fmla="*/ 404961 w 882253"/>
              <a:gd name="csY120" fmla="*/ 352651 h 882235"/>
              <a:gd name="csX121" fmla="*/ 411123 w 882253"/>
              <a:gd name="csY121" fmla="*/ 364956 h 882235"/>
              <a:gd name="csX122" fmla="*/ 434840 w 882253"/>
              <a:gd name="csY122" fmla="*/ 378654 h 882235"/>
              <a:gd name="csX123" fmla="*/ 441091 w 882253"/>
              <a:gd name="csY123" fmla="*/ 380333 h 882235"/>
              <a:gd name="csX124" fmla="*/ 447342 w 882253"/>
              <a:gd name="csY124" fmla="*/ 378654 h 882235"/>
              <a:gd name="csX125" fmla="*/ 471059 w 882253"/>
              <a:gd name="csY125" fmla="*/ 364956 h 882235"/>
              <a:gd name="csX126" fmla="*/ 477220 w 882253"/>
              <a:gd name="csY126" fmla="*/ 352651 h 882235"/>
              <a:gd name="csX127" fmla="*/ 466219 w 882253"/>
              <a:gd name="csY127" fmla="*/ 260747 h 882235"/>
              <a:gd name="csX128" fmla="*/ 471166 w 882253"/>
              <a:gd name="csY128" fmla="*/ 260747 h 882235"/>
              <a:gd name="csX129" fmla="*/ 548908 w 882253"/>
              <a:gd name="csY129" fmla="*/ 338489 h 882235"/>
              <a:gd name="csX130" fmla="*/ 548908 w 882253"/>
              <a:gd name="csY130" fmla="*/ 416231 h 882235"/>
              <a:gd name="csX131" fmla="*/ 523994 w 882253"/>
              <a:gd name="csY131" fmla="*/ 416231 h 882235"/>
              <a:gd name="csX132" fmla="*/ 523994 w 882253"/>
              <a:gd name="csY132" fmla="*/ 342918 h 882235"/>
              <a:gd name="csX133" fmla="*/ 511493 w 882253"/>
              <a:gd name="csY133" fmla="*/ 330416 h 882235"/>
              <a:gd name="csX134" fmla="*/ 451431 w 882253"/>
              <a:gd name="csY134" fmla="*/ 347436 h 882235"/>
              <a:gd name="csX135" fmla="*/ 441091 w 882253"/>
              <a:gd name="csY135" fmla="*/ 353401 h 882235"/>
              <a:gd name="csX136" fmla="*/ 430768 w 882253"/>
              <a:gd name="csY136" fmla="*/ 347436 h 882235"/>
              <a:gd name="csX137" fmla="*/ 441109 w 882253"/>
              <a:gd name="csY137" fmla="*/ 261176 h 882235"/>
              <a:gd name="csX138" fmla="*/ 713875 w 882253"/>
              <a:gd name="csY138" fmla="*/ 536996 h 882235"/>
              <a:gd name="csX139" fmla="*/ 718322 w 882253"/>
              <a:gd name="csY139" fmla="*/ 522297 h 882235"/>
              <a:gd name="csX140" fmla="*/ 727305 w 882253"/>
              <a:gd name="csY140" fmla="*/ 597360 h 882235"/>
              <a:gd name="csX141" fmla="*/ 716983 w 882253"/>
              <a:gd name="csY141" fmla="*/ 603325 h 882235"/>
              <a:gd name="csX142" fmla="*/ 706642 w 882253"/>
              <a:gd name="csY142" fmla="*/ 597360 h 882235"/>
              <a:gd name="csX143" fmla="*/ 716983 w 882253"/>
              <a:gd name="csY143" fmla="*/ 485668 h 882235"/>
              <a:gd name="csX144" fmla="*/ 664297 w 882253"/>
              <a:gd name="csY144" fmla="*/ 432983 h 882235"/>
              <a:gd name="csX145" fmla="*/ 716983 w 882253"/>
              <a:gd name="csY145" fmla="*/ 380298 h 882235"/>
              <a:gd name="csX146" fmla="*/ 769668 w 882253"/>
              <a:gd name="csY146" fmla="*/ 432983 h 882235"/>
              <a:gd name="csX147" fmla="*/ 716983 w 882253"/>
              <a:gd name="csY147" fmla="*/ 485668 h 882235"/>
              <a:gd name="csX148" fmla="*/ 165217 w 882253"/>
              <a:gd name="csY148" fmla="*/ 511100 h 882235"/>
              <a:gd name="csX149" fmla="*/ 175540 w 882253"/>
              <a:gd name="csY149" fmla="*/ 597360 h 882235"/>
              <a:gd name="csX150" fmla="*/ 165217 w 882253"/>
              <a:gd name="csY150" fmla="*/ 603325 h 882235"/>
              <a:gd name="csX151" fmla="*/ 154877 w 882253"/>
              <a:gd name="csY151" fmla="*/ 597360 h 882235"/>
              <a:gd name="csX152" fmla="*/ 165217 w 882253"/>
              <a:gd name="csY152" fmla="*/ 380315 h 882235"/>
              <a:gd name="csX153" fmla="*/ 217902 w 882253"/>
              <a:gd name="csY153" fmla="*/ 433001 h 882235"/>
              <a:gd name="csX154" fmla="*/ 165217 w 882253"/>
              <a:gd name="csY154" fmla="*/ 485686 h 882235"/>
              <a:gd name="csX155" fmla="*/ 112532 w 882253"/>
              <a:gd name="csY155" fmla="*/ 433001 h 882235"/>
              <a:gd name="csX156" fmla="*/ 165217 w 882253"/>
              <a:gd name="csY156" fmla="*/ 380315 h 882235"/>
              <a:gd name="csX157" fmla="*/ 703534 w 882253"/>
              <a:gd name="csY157" fmla="*/ 767203 h 882235"/>
              <a:gd name="csX158" fmla="*/ 613077 w 882253"/>
              <a:gd name="csY158" fmla="*/ 727234 h 882235"/>
              <a:gd name="csX159" fmla="*/ 601897 w 882253"/>
              <a:gd name="csY159" fmla="*/ 727770 h 882235"/>
              <a:gd name="csX160" fmla="*/ 530031 w 882253"/>
              <a:gd name="csY160" fmla="*/ 757577 h 882235"/>
              <a:gd name="csX161" fmla="*/ 521744 w 882253"/>
              <a:gd name="csY161" fmla="*/ 765096 h 882235"/>
              <a:gd name="csX162" fmla="*/ 486061 w 882253"/>
              <a:gd name="csY162" fmla="*/ 857286 h 882235"/>
              <a:gd name="csX163" fmla="*/ 396103 w 882253"/>
              <a:gd name="csY163" fmla="*/ 857286 h 882235"/>
              <a:gd name="csX164" fmla="*/ 360438 w 882253"/>
              <a:gd name="csY164" fmla="*/ 765114 h 882235"/>
              <a:gd name="csX165" fmla="*/ 352151 w 882253"/>
              <a:gd name="csY165" fmla="*/ 757595 h 882235"/>
              <a:gd name="csX166" fmla="*/ 280267 w 882253"/>
              <a:gd name="csY166" fmla="*/ 727787 h 882235"/>
              <a:gd name="csX167" fmla="*/ 269087 w 882253"/>
              <a:gd name="csY167" fmla="*/ 727252 h 882235"/>
              <a:gd name="csX168" fmla="*/ 178647 w 882253"/>
              <a:gd name="csY168" fmla="*/ 767221 h 882235"/>
              <a:gd name="csX169" fmla="*/ 115032 w 882253"/>
              <a:gd name="csY169" fmla="*/ 703606 h 882235"/>
              <a:gd name="csX170" fmla="*/ 120515 w 882253"/>
              <a:gd name="csY170" fmla="*/ 691194 h 882235"/>
              <a:gd name="csX171" fmla="*/ 235565 w 882253"/>
              <a:gd name="csY171" fmla="*/ 691194 h 882235"/>
              <a:gd name="csX172" fmla="*/ 235601 w 882253"/>
              <a:gd name="csY172" fmla="*/ 691194 h 882235"/>
              <a:gd name="csX173" fmla="*/ 235637 w 882253"/>
              <a:gd name="csY173" fmla="*/ 691194 h 882235"/>
              <a:gd name="csX174" fmla="*/ 285518 w 882253"/>
              <a:gd name="csY174" fmla="*/ 691194 h 882235"/>
              <a:gd name="csX175" fmla="*/ 289608 w 882253"/>
              <a:gd name="csY175" fmla="*/ 690497 h 882235"/>
              <a:gd name="csX176" fmla="*/ 441055 w 882253"/>
              <a:gd name="csY176" fmla="*/ 733592 h 882235"/>
              <a:gd name="csX177" fmla="*/ 592503 w 882253"/>
              <a:gd name="csY177" fmla="*/ 690497 h 882235"/>
              <a:gd name="csX178" fmla="*/ 596592 w 882253"/>
              <a:gd name="csY178" fmla="*/ 691194 h 882235"/>
              <a:gd name="csX179" fmla="*/ 646474 w 882253"/>
              <a:gd name="csY179" fmla="*/ 691194 h 882235"/>
              <a:gd name="csX180" fmla="*/ 646509 w 882253"/>
              <a:gd name="csY180" fmla="*/ 691194 h 882235"/>
              <a:gd name="csX181" fmla="*/ 646545 w 882253"/>
              <a:gd name="csY181" fmla="*/ 691194 h 882235"/>
              <a:gd name="csX182" fmla="*/ 761595 w 882253"/>
              <a:gd name="csY182" fmla="*/ 691194 h 882235"/>
              <a:gd name="csX183" fmla="*/ 767078 w 882253"/>
              <a:gd name="csY183" fmla="*/ 703606 h 882235"/>
              <a:gd name="csX184" fmla="*/ 703463 w 882253"/>
              <a:gd name="csY184" fmla="*/ 767221 h 882235"/>
              <a:gd name="csX185" fmla="*/ 824817 w 882253"/>
              <a:gd name="csY185" fmla="*/ 666173 h 882235"/>
              <a:gd name="csX186" fmla="*/ 799904 w 882253"/>
              <a:gd name="csY186" fmla="*/ 666173 h 882235"/>
              <a:gd name="csX187" fmla="*/ 799904 w 882253"/>
              <a:gd name="csY187" fmla="*/ 592860 h 882235"/>
              <a:gd name="csX188" fmla="*/ 787402 w 882253"/>
              <a:gd name="csY188" fmla="*/ 580358 h 882235"/>
              <a:gd name="csX189" fmla="*/ 774900 w 882253"/>
              <a:gd name="csY189" fmla="*/ 592860 h 882235"/>
              <a:gd name="csX190" fmla="*/ 774900 w 882253"/>
              <a:gd name="csY190" fmla="*/ 666173 h 882235"/>
              <a:gd name="csX191" fmla="*/ 659082 w 882253"/>
              <a:gd name="csY191" fmla="*/ 666173 h 882235"/>
              <a:gd name="csX192" fmla="*/ 659082 w 882253"/>
              <a:gd name="csY192" fmla="*/ 592860 h 882235"/>
              <a:gd name="csX193" fmla="*/ 646581 w 882253"/>
              <a:gd name="csY193" fmla="*/ 580358 h 882235"/>
              <a:gd name="csX194" fmla="*/ 634079 w 882253"/>
              <a:gd name="csY194" fmla="*/ 592860 h 882235"/>
              <a:gd name="csX195" fmla="*/ 634079 w 882253"/>
              <a:gd name="csY195" fmla="*/ 666173 h 882235"/>
              <a:gd name="csX196" fmla="*/ 609165 w 882253"/>
              <a:gd name="csY196" fmla="*/ 666173 h 882235"/>
              <a:gd name="csX197" fmla="*/ 609165 w 882253"/>
              <a:gd name="csY197" fmla="*/ 588431 h 882235"/>
              <a:gd name="csX198" fmla="*/ 686907 w 882253"/>
              <a:gd name="csY198" fmla="*/ 510689 h 882235"/>
              <a:gd name="csX199" fmla="*/ 691854 w 882253"/>
              <a:gd name="csY199" fmla="*/ 510689 h 882235"/>
              <a:gd name="csX200" fmla="*/ 689211 w 882253"/>
              <a:gd name="csY200" fmla="*/ 532781 h 882235"/>
              <a:gd name="csX201" fmla="*/ 689211 w 882253"/>
              <a:gd name="csY201" fmla="*/ 532870 h 882235"/>
              <a:gd name="csX202" fmla="*/ 680853 w 882253"/>
              <a:gd name="csY202" fmla="*/ 602611 h 882235"/>
              <a:gd name="csX203" fmla="*/ 687014 w 882253"/>
              <a:gd name="csY203" fmla="*/ 614916 h 882235"/>
              <a:gd name="csX204" fmla="*/ 710732 w 882253"/>
              <a:gd name="csY204" fmla="*/ 628614 h 882235"/>
              <a:gd name="csX205" fmla="*/ 716983 w 882253"/>
              <a:gd name="csY205" fmla="*/ 630293 h 882235"/>
              <a:gd name="csX206" fmla="*/ 723233 w 882253"/>
              <a:gd name="csY206" fmla="*/ 628614 h 882235"/>
              <a:gd name="csX207" fmla="*/ 746951 w 882253"/>
              <a:gd name="csY207" fmla="*/ 614916 h 882235"/>
              <a:gd name="csX208" fmla="*/ 753112 w 882253"/>
              <a:gd name="csY208" fmla="*/ 602611 h 882235"/>
              <a:gd name="csX209" fmla="*/ 742111 w 882253"/>
              <a:gd name="csY209" fmla="*/ 510707 h 882235"/>
              <a:gd name="csX210" fmla="*/ 747058 w 882253"/>
              <a:gd name="csY210" fmla="*/ 510707 h 882235"/>
              <a:gd name="csX211" fmla="*/ 824800 w 882253"/>
              <a:gd name="csY211" fmla="*/ 588449 h 882235"/>
              <a:gd name="csX212" fmla="*/ 824800 w 882253"/>
              <a:gd name="csY212" fmla="*/ 666190 h 882235"/>
              <a:gd name="csX213" fmla="*/ 857232 w 882253"/>
              <a:gd name="csY213" fmla="*/ 486132 h 882235"/>
              <a:gd name="csX214" fmla="*/ 807494 w 882253"/>
              <a:gd name="csY214" fmla="*/ 505385 h 882235"/>
              <a:gd name="csX215" fmla="*/ 771204 w 882253"/>
              <a:gd name="csY215" fmla="*/ 488561 h 882235"/>
              <a:gd name="csX216" fmla="*/ 794671 w 882253"/>
              <a:gd name="csY216" fmla="*/ 433001 h 882235"/>
              <a:gd name="csX217" fmla="*/ 716983 w 882253"/>
              <a:gd name="csY217" fmla="*/ 355312 h 882235"/>
              <a:gd name="csX218" fmla="*/ 713946 w 882253"/>
              <a:gd name="csY218" fmla="*/ 355384 h 882235"/>
              <a:gd name="csX219" fmla="*/ 517458 w 882253"/>
              <a:gd name="csY219" fmla="*/ 168896 h 882235"/>
              <a:gd name="csX220" fmla="*/ 441091 w 882253"/>
              <a:gd name="csY220" fmla="*/ 105388 h 882235"/>
              <a:gd name="csX221" fmla="*/ 364724 w 882253"/>
              <a:gd name="csY221" fmla="*/ 168896 h 882235"/>
              <a:gd name="csX222" fmla="*/ 168235 w 882253"/>
              <a:gd name="csY222" fmla="*/ 355384 h 882235"/>
              <a:gd name="csX223" fmla="*/ 165199 w 882253"/>
              <a:gd name="csY223" fmla="*/ 355312 h 882235"/>
              <a:gd name="csX224" fmla="*/ 87511 w 882253"/>
              <a:gd name="csY224" fmla="*/ 433001 h 882235"/>
              <a:gd name="csX225" fmla="*/ 110978 w 882253"/>
              <a:gd name="csY225" fmla="*/ 488561 h 882235"/>
              <a:gd name="csX226" fmla="*/ 74688 w 882253"/>
              <a:gd name="csY226" fmla="*/ 505385 h 882235"/>
              <a:gd name="csX227" fmla="*/ 24950 w 882253"/>
              <a:gd name="csY227" fmla="*/ 486132 h 882235"/>
              <a:gd name="csX228" fmla="*/ 24950 w 882253"/>
              <a:gd name="csY228" fmla="*/ 396175 h 882235"/>
              <a:gd name="csX229" fmla="*/ 117122 w 882253"/>
              <a:gd name="csY229" fmla="*/ 360492 h 882235"/>
              <a:gd name="csX230" fmla="*/ 124641 w 882253"/>
              <a:gd name="csY230" fmla="*/ 352205 h 882235"/>
              <a:gd name="csX231" fmla="*/ 154448 w 882253"/>
              <a:gd name="csY231" fmla="*/ 280321 h 882235"/>
              <a:gd name="csX232" fmla="*/ 154984 w 882253"/>
              <a:gd name="csY232" fmla="*/ 269141 h 882235"/>
              <a:gd name="csX233" fmla="*/ 115014 w 882253"/>
              <a:gd name="csY233" fmla="*/ 178701 h 882235"/>
              <a:gd name="csX234" fmla="*/ 178629 w 882253"/>
              <a:gd name="csY234" fmla="*/ 115086 h 882235"/>
              <a:gd name="csX235" fmla="*/ 269087 w 882253"/>
              <a:gd name="csY235" fmla="*/ 155055 h 882235"/>
              <a:gd name="csX236" fmla="*/ 280267 w 882253"/>
              <a:gd name="csY236" fmla="*/ 154519 h 882235"/>
              <a:gd name="csX237" fmla="*/ 352133 w 882253"/>
              <a:gd name="csY237" fmla="*/ 124712 h 882235"/>
              <a:gd name="csX238" fmla="*/ 360420 w 882253"/>
              <a:gd name="csY238" fmla="*/ 117193 h 882235"/>
              <a:gd name="csX239" fmla="*/ 396103 w 882253"/>
              <a:gd name="csY239" fmla="*/ 25003 h 882235"/>
              <a:gd name="csX240" fmla="*/ 486061 w 882253"/>
              <a:gd name="csY240" fmla="*/ 25003 h 882235"/>
              <a:gd name="csX241" fmla="*/ 521744 w 882253"/>
              <a:gd name="csY241" fmla="*/ 117193 h 882235"/>
              <a:gd name="csX242" fmla="*/ 530031 w 882253"/>
              <a:gd name="csY242" fmla="*/ 124712 h 882235"/>
              <a:gd name="csX243" fmla="*/ 601897 w 882253"/>
              <a:gd name="csY243" fmla="*/ 154519 h 882235"/>
              <a:gd name="csX244" fmla="*/ 613077 w 882253"/>
              <a:gd name="csY244" fmla="*/ 155055 h 882235"/>
              <a:gd name="csX245" fmla="*/ 703534 w 882253"/>
              <a:gd name="csY245" fmla="*/ 115086 h 882235"/>
              <a:gd name="csX246" fmla="*/ 767149 w 882253"/>
              <a:gd name="csY246" fmla="*/ 178701 h 882235"/>
              <a:gd name="csX247" fmla="*/ 727180 w 882253"/>
              <a:gd name="csY247" fmla="*/ 269141 h 882235"/>
              <a:gd name="csX248" fmla="*/ 727716 w 882253"/>
              <a:gd name="csY248" fmla="*/ 280321 h 882235"/>
              <a:gd name="csX249" fmla="*/ 757523 w 882253"/>
              <a:gd name="csY249" fmla="*/ 352205 h 882235"/>
              <a:gd name="csX250" fmla="*/ 765042 w 882253"/>
              <a:gd name="csY250" fmla="*/ 360492 h 882235"/>
              <a:gd name="csX251" fmla="*/ 857214 w 882253"/>
              <a:gd name="csY251" fmla="*/ 396175 h 882235"/>
              <a:gd name="csX252" fmla="*/ 857214 w 882253"/>
              <a:gd name="csY252" fmla="*/ 486132 h 882235"/>
              <a:gd name="csX253" fmla="*/ 441109 w 882253"/>
              <a:gd name="csY253" fmla="*/ 624632 h 882235"/>
              <a:gd name="csX254" fmla="*/ 488418 w 882253"/>
              <a:gd name="csY254" fmla="*/ 577322 h 882235"/>
              <a:gd name="csX255" fmla="*/ 441109 w 882253"/>
              <a:gd name="csY255" fmla="*/ 530013 h 882235"/>
              <a:gd name="csX256" fmla="*/ 393799 w 882253"/>
              <a:gd name="csY256" fmla="*/ 577322 h 882235"/>
              <a:gd name="csX257" fmla="*/ 441109 w 882253"/>
              <a:gd name="csY257" fmla="*/ 624632 h 882235"/>
              <a:gd name="csX258" fmla="*/ 441109 w 882253"/>
              <a:gd name="csY258" fmla="*/ 555016 h 882235"/>
              <a:gd name="csX259" fmla="*/ 463415 w 882253"/>
              <a:gd name="csY259" fmla="*/ 577322 h 882235"/>
              <a:gd name="csX260" fmla="*/ 441109 w 882253"/>
              <a:gd name="csY260" fmla="*/ 599629 h 882235"/>
              <a:gd name="csX261" fmla="*/ 418802 w 882253"/>
              <a:gd name="csY261" fmla="*/ 577322 h 882235"/>
              <a:gd name="csX262" fmla="*/ 441109 w 882253"/>
              <a:gd name="csY262" fmla="*/ 555016 h 882235"/>
              <a:gd name="csX263" fmla="*/ 330702 w 882253"/>
              <a:gd name="csY263" fmla="*/ 602218 h 882235"/>
              <a:gd name="csX264" fmla="*/ 349865 w 882253"/>
              <a:gd name="csY264" fmla="*/ 609630 h 882235"/>
              <a:gd name="csX265" fmla="*/ 353741 w 882253"/>
              <a:gd name="csY265" fmla="*/ 618988 h 882235"/>
              <a:gd name="csX266" fmla="*/ 345436 w 882253"/>
              <a:gd name="csY266" fmla="*/ 637794 h 882235"/>
              <a:gd name="csX267" fmla="*/ 348026 w 882253"/>
              <a:gd name="csY267" fmla="*/ 651689 h 882235"/>
              <a:gd name="csX268" fmla="*/ 366742 w 882253"/>
              <a:gd name="csY268" fmla="*/ 670405 h 882235"/>
              <a:gd name="csX269" fmla="*/ 380637 w 882253"/>
              <a:gd name="csY269" fmla="*/ 672995 h 882235"/>
              <a:gd name="csX270" fmla="*/ 399443 w 882253"/>
              <a:gd name="csY270" fmla="*/ 664690 h 882235"/>
              <a:gd name="csX271" fmla="*/ 408819 w 882253"/>
              <a:gd name="csY271" fmla="*/ 668584 h 882235"/>
              <a:gd name="csX272" fmla="*/ 416231 w 882253"/>
              <a:gd name="csY272" fmla="*/ 687747 h 882235"/>
              <a:gd name="csX273" fmla="*/ 427893 w 882253"/>
              <a:gd name="csY273" fmla="*/ 695730 h 882235"/>
              <a:gd name="csX274" fmla="*/ 454343 w 882253"/>
              <a:gd name="csY274" fmla="*/ 695730 h 882235"/>
              <a:gd name="csX275" fmla="*/ 466005 w 882253"/>
              <a:gd name="csY275" fmla="*/ 687747 h 882235"/>
              <a:gd name="csX276" fmla="*/ 473416 w 882253"/>
              <a:gd name="csY276" fmla="*/ 668584 h 882235"/>
              <a:gd name="csX277" fmla="*/ 482775 w 882253"/>
              <a:gd name="csY277" fmla="*/ 664708 h 882235"/>
              <a:gd name="csX278" fmla="*/ 501581 w 882253"/>
              <a:gd name="csY278" fmla="*/ 673013 h 882235"/>
              <a:gd name="csX279" fmla="*/ 515475 w 882253"/>
              <a:gd name="csY279" fmla="*/ 670423 h 882235"/>
              <a:gd name="csX280" fmla="*/ 534192 w 882253"/>
              <a:gd name="csY280" fmla="*/ 651706 h 882235"/>
              <a:gd name="csX281" fmla="*/ 536781 w 882253"/>
              <a:gd name="csY281" fmla="*/ 637812 h 882235"/>
              <a:gd name="csX282" fmla="*/ 528477 w 882253"/>
              <a:gd name="csY282" fmla="*/ 619006 h 882235"/>
              <a:gd name="csX283" fmla="*/ 532352 w 882253"/>
              <a:gd name="csY283" fmla="*/ 609630 h 882235"/>
              <a:gd name="csX284" fmla="*/ 551515 w 882253"/>
              <a:gd name="csY284" fmla="*/ 602218 h 882235"/>
              <a:gd name="csX285" fmla="*/ 559499 w 882253"/>
              <a:gd name="csY285" fmla="*/ 590556 h 882235"/>
              <a:gd name="csX286" fmla="*/ 559499 w 882253"/>
              <a:gd name="csY286" fmla="*/ 564106 h 882235"/>
              <a:gd name="csX287" fmla="*/ 551515 w 882253"/>
              <a:gd name="csY287" fmla="*/ 552444 h 882235"/>
              <a:gd name="csX288" fmla="*/ 532352 w 882253"/>
              <a:gd name="csY288" fmla="*/ 545032 h 882235"/>
              <a:gd name="csX289" fmla="*/ 528459 w 882253"/>
              <a:gd name="csY289" fmla="*/ 535656 h 882235"/>
              <a:gd name="csX290" fmla="*/ 536764 w 882253"/>
              <a:gd name="csY290" fmla="*/ 516850 h 882235"/>
              <a:gd name="csX291" fmla="*/ 534174 w 882253"/>
              <a:gd name="csY291" fmla="*/ 502956 h 882235"/>
              <a:gd name="csX292" fmla="*/ 515457 w 882253"/>
              <a:gd name="csY292" fmla="*/ 484239 h 882235"/>
              <a:gd name="csX293" fmla="*/ 501563 w 882253"/>
              <a:gd name="csY293" fmla="*/ 481650 h 882235"/>
              <a:gd name="csX294" fmla="*/ 482757 w 882253"/>
              <a:gd name="csY294" fmla="*/ 489954 h 882235"/>
              <a:gd name="csX295" fmla="*/ 473398 w 882253"/>
              <a:gd name="csY295" fmla="*/ 486079 h 882235"/>
              <a:gd name="csX296" fmla="*/ 465987 w 882253"/>
              <a:gd name="csY296" fmla="*/ 466916 h 882235"/>
              <a:gd name="csX297" fmla="*/ 454325 w 882253"/>
              <a:gd name="csY297" fmla="*/ 458932 h 882235"/>
              <a:gd name="csX298" fmla="*/ 427875 w 882253"/>
              <a:gd name="csY298" fmla="*/ 458932 h 882235"/>
              <a:gd name="csX299" fmla="*/ 416213 w 882253"/>
              <a:gd name="csY299" fmla="*/ 466916 h 882235"/>
              <a:gd name="csX300" fmla="*/ 408801 w 882253"/>
              <a:gd name="csY300" fmla="*/ 486079 h 882235"/>
              <a:gd name="csX301" fmla="*/ 399443 w 882253"/>
              <a:gd name="csY301" fmla="*/ 489954 h 882235"/>
              <a:gd name="csX302" fmla="*/ 380637 w 882253"/>
              <a:gd name="csY302" fmla="*/ 481650 h 882235"/>
              <a:gd name="csX303" fmla="*/ 366742 w 882253"/>
              <a:gd name="csY303" fmla="*/ 484239 h 882235"/>
              <a:gd name="csX304" fmla="*/ 348026 w 882253"/>
              <a:gd name="csY304" fmla="*/ 502956 h 882235"/>
              <a:gd name="csX305" fmla="*/ 345436 w 882253"/>
              <a:gd name="csY305" fmla="*/ 516850 h 882235"/>
              <a:gd name="csX306" fmla="*/ 353741 w 882253"/>
              <a:gd name="csY306" fmla="*/ 535656 h 882235"/>
              <a:gd name="csX307" fmla="*/ 349865 w 882253"/>
              <a:gd name="csY307" fmla="*/ 545032 h 882235"/>
              <a:gd name="csX308" fmla="*/ 330702 w 882253"/>
              <a:gd name="csY308" fmla="*/ 552444 h 882235"/>
              <a:gd name="csX309" fmla="*/ 322719 w 882253"/>
              <a:gd name="csY309" fmla="*/ 564106 h 882235"/>
              <a:gd name="csX310" fmla="*/ 322719 w 882253"/>
              <a:gd name="csY310" fmla="*/ 590556 h 882235"/>
              <a:gd name="csX311" fmla="*/ 330702 w 882253"/>
              <a:gd name="csY311" fmla="*/ 602218 h 882235"/>
              <a:gd name="csX312" fmla="*/ 347722 w 882253"/>
              <a:gd name="csY312" fmla="*/ 572661 h 882235"/>
              <a:gd name="csX313" fmla="*/ 364474 w 882253"/>
              <a:gd name="csY313" fmla="*/ 566178 h 882235"/>
              <a:gd name="csX314" fmla="*/ 371993 w 882253"/>
              <a:gd name="csY314" fmla="*/ 557891 h 882235"/>
              <a:gd name="csX315" fmla="*/ 378494 w 882253"/>
              <a:gd name="csY315" fmla="*/ 542211 h 882235"/>
              <a:gd name="csX316" fmla="*/ 379030 w 882253"/>
              <a:gd name="csY316" fmla="*/ 531031 h 882235"/>
              <a:gd name="csX317" fmla="*/ 371761 w 882253"/>
              <a:gd name="csY317" fmla="*/ 514582 h 882235"/>
              <a:gd name="csX318" fmla="*/ 378351 w 882253"/>
              <a:gd name="csY318" fmla="*/ 507992 h 882235"/>
              <a:gd name="csX319" fmla="*/ 394799 w 882253"/>
              <a:gd name="csY319" fmla="*/ 515261 h 882235"/>
              <a:gd name="csX320" fmla="*/ 405979 w 882253"/>
              <a:gd name="csY320" fmla="*/ 514725 h 882235"/>
              <a:gd name="csX321" fmla="*/ 421660 w 882253"/>
              <a:gd name="csY321" fmla="*/ 508224 h 882235"/>
              <a:gd name="csX322" fmla="*/ 429947 w 882253"/>
              <a:gd name="csY322" fmla="*/ 500705 h 882235"/>
              <a:gd name="csX323" fmla="*/ 436430 w 882253"/>
              <a:gd name="csY323" fmla="*/ 483953 h 882235"/>
              <a:gd name="csX324" fmla="*/ 445752 w 882253"/>
              <a:gd name="csY324" fmla="*/ 483953 h 882235"/>
              <a:gd name="csX325" fmla="*/ 452235 w 882253"/>
              <a:gd name="csY325" fmla="*/ 500705 h 882235"/>
              <a:gd name="csX326" fmla="*/ 460522 w 882253"/>
              <a:gd name="csY326" fmla="*/ 508224 h 882235"/>
              <a:gd name="csX327" fmla="*/ 476202 w 882253"/>
              <a:gd name="csY327" fmla="*/ 514725 h 882235"/>
              <a:gd name="csX328" fmla="*/ 487382 w 882253"/>
              <a:gd name="csY328" fmla="*/ 515261 h 882235"/>
              <a:gd name="csX329" fmla="*/ 503831 w 882253"/>
              <a:gd name="csY329" fmla="*/ 507992 h 882235"/>
              <a:gd name="csX330" fmla="*/ 510421 w 882253"/>
              <a:gd name="csY330" fmla="*/ 514582 h 882235"/>
              <a:gd name="csX331" fmla="*/ 503152 w 882253"/>
              <a:gd name="csY331" fmla="*/ 531031 h 882235"/>
              <a:gd name="csX332" fmla="*/ 503688 w 882253"/>
              <a:gd name="csY332" fmla="*/ 542211 h 882235"/>
              <a:gd name="csX333" fmla="*/ 510189 w 882253"/>
              <a:gd name="csY333" fmla="*/ 557909 h 882235"/>
              <a:gd name="csX334" fmla="*/ 517708 w 882253"/>
              <a:gd name="csY334" fmla="*/ 566196 h 882235"/>
              <a:gd name="csX335" fmla="*/ 534460 w 882253"/>
              <a:gd name="csY335" fmla="*/ 572679 h 882235"/>
              <a:gd name="csX336" fmla="*/ 534460 w 882253"/>
              <a:gd name="csY336" fmla="*/ 582001 h 882235"/>
              <a:gd name="csX337" fmla="*/ 517708 w 882253"/>
              <a:gd name="csY337" fmla="*/ 588484 h 882235"/>
              <a:gd name="csX338" fmla="*/ 510189 w 882253"/>
              <a:gd name="csY338" fmla="*/ 596771 h 882235"/>
              <a:gd name="csX339" fmla="*/ 503688 w 882253"/>
              <a:gd name="csY339" fmla="*/ 612452 h 882235"/>
              <a:gd name="csX340" fmla="*/ 503152 w 882253"/>
              <a:gd name="csY340" fmla="*/ 623632 h 882235"/>
              <a:gd name="csX341" fmla="*/ 510421 w 882253"/>
              <a:gd name="csY341" fmla="*/ 640080 h 882235"/>
              <a:gd name="csX342" fmla="*/ 503831 w 882253"/>
              <a:gd name="csY342" fmla="*/ 646670 h 882235"/>
              <a:gd name="csX343" fmla="*/ 487382 w 882253"/>
              <a:gd name="csY343" fmla="*/ 639401 h 882235"/>
              <a:gd name="csX344" fmla="*/ 476202 w 882253"/>
              <a:gd name="csY344" fmla="*/ 639937 h 882235"/>
              <a:gd name="csX345" fmla="*/ 460522 w 882253"/>
              <a:gd name="csY345" fmla="*/ 646438 h 882235"/>
              <a:gd name="csX346" fmla="*/ 452235 w 882253"/>
              <a:gd name="csY346" fmla="*/ 653957 h 882235"/>
              <a:gd name="csX347" fmla="*/ 445752 w 882253"/>
              <a:gd name="csY347" fmla="*/ 670709 h 882235"/>
              <a:gd name="csX348" fmla="*/ 436430 w 882253"/>
              <a:gd name="csY348" fmla="*/ 670709 h 882235"/>
              <a:gd name="csX349" fmla="*/ 429947 w 882253"/>
              <a:gd name="csY349" fmla="*/ 653957 h 882235"/>
              <a:gd name="csX350" fmla="*/ 421660 w 882253"/>
              <a:gd name="csY350" fmla="*/ 646438 h 882235"/>
              <a:gd name="csX351" fmla="*/ 405979 w 882253"/>
              <a:gd name="csY351" fmla="*/ 639937 h 882235"/>
              <a:gd name="csX352" fmla="*/ 394799 w 882253"/>
              <a:gd name="csY352" fmla="*/ 639401 h 882235"/>
              <a:gd name="csX353" fmla="*/ 378351 w 882253"/>
              <a:gd name="csY353" fmla="*/ 646670 h 882235"/>
              <a:gd name="csX354" fmla="*/ 371761 w 882253"/>
              <a:gd name="csY354" fmla="*/ 640080 h 882235"/>
              <a:gd name="csX355" fmla="*/ 379030 w 882253"/>
              <a:gd name="csY355" fmla="*/ 623632 h 882235"/>
              <a:gd name="csX356" fmla="*/ 378494 w 882253"/>
              <a:gd name="csY356" fmla="*/ 612452 h 882235"/>
              <a:gd name="csX357" fmla="*/ 371993 w 882253"/>
              <a:gd name="csY357" fmla="*/ 596771 h 882235"/>
              <a:gd name="csX358" fmla="*/ 364474 w 882253"/>
              <a:gd name="csY358" fmla="*/ 588484 h 882235"/>
              <a:gd name="csX359" fmla="*/ 347722 w 882253"/>
              <a:gd name="csY359" fmla="*/ 582001 h 882235"/>
              <a:gd name="csX360" fmla="*/ 347722 w 882253"/>
              <a:gd name="csY360" fmla="*/ 572679 h 8822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Lst>
            <a:rect l="l" t="t" r="r" b="b"/>
            <a:pathLst>
              <a:path w="882253" h="882235">
                <a:moveTo>
                  <a:pt x="874252" y="375922"/>
                </a:moveTo>
                <a:lnTo>
                  <a:pt x="779848" y="339382"/>
                </a:lnTo>
                <a:cubicBezTo>
                  <a:pt x="773025" y="316629"/>
                  <a:pt x="763863" y="294555"/>
                  <a:pt x="752558" y="273570"/>
                </a:cubicBezTo>
                <a:lnTo>
                  <a:pt x="793492" y="180951"/>
                </a:lnTo>
                <a:cubicBezTo>
                  <a:pt x="795582" y="176236"/>
                  <a:pt x="794546" y="170718"/>
                  <a:pt x="790902" y="167057"/>
                </a:cubicBezTo>
                <a:lnTo>
                  <a:pt x="715179" y="91333"/>
                </a:lnTo>
                <a:cubicBezTo>
                  <a:pt x="711535" y="87690"/>
                  <a:pt x="705999" y="86654"/>
                  <a:pt x="701284" y="88743"/>
                </a:cubicBezTo>
                <a:lnTo>
                  <a:pt x="608665" y="129677"/>
                </a:lnTo>
                <a:cubicBezTo>
                  <a:pt x="587698" y="118372"/>
                  <a:pt x="565606" y="109210"/>
                  <a:pt x="542871" y="102388"/>
                </a:cubicBezTo>
                <a:lnTo>
                  <a:pt x="506331" y="7983"/>
                </a:lnTo>
                <a:cubicBezTo>
                  <a:pt x="504474" y="3161"/>
                  <a:pt x="499830" y="0"/>
                  <a:pt x="494669" y="0"/>
                </a:cubicBezTo>
                <a:lnTo>
                  <a:pt x="387584" y="0"/>
                </a:lnTo>
                <a:cubicBezTo>
                  <a:pt x="382423" y="0"/>
                  <a:pt x="377797" y="3179"/>
                  <a:pt x="375922" y="7983"/>
                </a:cubicBezTo>
                <a:lnTo>
                  <a:pt x="339382" y="102388"/>
                </a:lnTo>
                <a:cubicBezTo>
                  <a:pt x="316647" y="109210"/>
                  <a:pt x="294555" y="118372"/>
                  <a:pt x="273588" y="129677"/>
                </a:cubicBezTo>
                <a:lnTo>
                  <a:pt x="180951" y="88743"/>
                </a:lnTo>
                <a:cubicBezTo>
                  <a:pt x="176236" y="86654"/>
                  <a:pt x="170700" y="87690"/>
                  <a:pt x="167057" y="91333"/>
                </a:cubicBezTo>
                <a:lnTo>
                  <a:pt x="91333" y="167057"/>
                </a:lnTo>
                <a:cubicBezTo>
                  <a:pt x="87690" y="170700"/>
                  <a:pt x="86654" y="176218"/>
                  <a:pt x="88743" y="180951"/>
                </a:cubicBezTo>
                <a:lnTo>
                  <a:pt x="129677" y="273570"/>
                </a:lnTo>
                <a:cubicBezTo>
                  <a:pt x="118372" y="294537"/>
                  <a:pt x="109228" y="316611"/>
                  <a:pt x="102388" y="339382"/>
                </a:cubicBezTo>
                <a:lnTo>
                  <a:pt x="7983" y="375922"/>
                </a:lnTo>
                <a:cubicBezTo>
                  <a:pt x="3161" y="377779"/>
                  <a:pt x="0" y="382423"/>
                  <a:pt x="0" y="387584"/>
                </a:cubicBezTo>
                <a:lnTo>
                  <a:pt x="0" y="494669"/>
                </a:lnTo>
                <a:cubicBezTo>
                  <a:pt x="0" y="499830"/>
                  <a:pt x="3179" y="504456"/>
                  <a:pt x="7983" y="506331"/>
                </a:cubicBezTo>
                <a:lnTo>
                  <a:pt x="54810" y="524458"/>
                </a:lnTo>
                <a:cubicBezTo>
                  <a:pt x="40809" y="542014"/>
                  <a:pt x="32397" y="564249"/>
                  <a:pt x="32397" y="588395"/>
                </a:cubicBezTo>
                <a:lnTo>
                  <a:pt x="32397" y="678638"/>
                </a:lnTo>
                <a:cubicBezTo>
                  <a:pt x="32397" y="685550"/>
                  <a:pt x="37987" y="691140"/>
                  <a:pt x="44898" y="691140"/>
                </a:cubicBezTo>
                <a:lnTo>
                  <a:pt x="93226" y="691140"/>
                </a:lnTo>
                <a:lnTo>
                  <a:pt x="88743" y="701284"/>
                </a:lnTo>
                <a:cubicBezTo>
                  <a:pt x="86654" y="705999"/>
                  <a:pt x="87690" y="711518"/>
                  <a:pt x="91333" y="715179"/>
                </a:cubicBezTo>
                <a:lnTo>
                  <a:pt x="167057" y="790902"/>
                </a:lnTo>
                <a:cubicBezTo>
                  <a:pt x="170700" y="794546"/>
                  <a:pt x="176236" y="795582"/>
                  <a:pt x="180951" y="793492"/>
                </a:cubicBezTo>
                <a:lnTo>
                  <a:pt x="273570" y="752558"/>
                </a:lnTo>
                <a:cubicBezTo>
                  <a:pt x="294537" y="763863"/>
                  <a:pt x="316611" y="773007"/>
                  <a:pt x="339382" y="779848"/>
                </a:cubicBezTo>
                <a:lnTo>
                  <a:pt x="375922" y="874252"/>
                </a:lnTo>
                <a:cubicBezTo>
                  <a:pt x="377779" y="879074"/>
                  <a:pt x="382423" y="882235"/>
                  <a:pt x="387584" y="882235"/>
                </a:cubicBezTo>
                <a:lnTo>
                  <a:pt x="494669" y="882235"/>
                </a:lnTo>
                <a:cubicBezTo>
                  <a:pt x="499830" y="882235"/>
                  <a:pt x="504456" y="879056"/>
                  <a:pt x="506331" y="874252"/>
                </a:cubicBezTo>
                <a:lnTo>
                  <a:pt x="542871" y="779848"/>
                </a:lnTo>
                <a:cubicBezTo>
                  <a:pt x="565606" y="773025"/>
                  <a:pt x="587681" y="763863"/>
                  <a:pt x="608665" y="752558"/>
                </a:cubicBezTo>
                <a:lnTo>
                  <a:pt x="701302" y="793492"/>
                </a:lnTo>
                <a:cubicBezTo>
                  <a:pt x="706017" y="795582"/>
                  <a:pt x="711535" y="794546"/>
                  <a:pt x="715197" y="790902"/>
                </a:cubicBezTo>
                <a:lnTo>
                  <a:pt x="790920" y="715179"/>
                </a:lnTo>
                <a:cubicBezTo>
                  <a:pt x="794564" y="711535"/>
                  <a:pt x="795599" y="705999"/>
                  <a:pt x="793510" y="701284"/>
                </a:cubicBezTo>
                <a:lnTo>
                  <a:pt x="789027" y="691140"/>
                </a:lnTo>
                <a:lnTo>
                  <a:pt x="837355" y="691140"/>
                </a:lnTo>
                <a:cubicBezTo>
                  <a:pt x="844266" y="691140"/>
                  <a:pt x="849856" y="685550"/>
                  <a:pt x="849856" y="678638"/>
                </a:cubicBezTo>
                <a:lnTo>
                  <a:pt x="849856" y="588395"/>
                </a:lnTo>
                <a:cubicBezTo>
                  <a:pt x="849856" y="564231"/>
                  <a:pt x="841462" y="542014"/>
                  <a:pt x="827443" y="524458"/>
                </a:cubicBezTo>
                <a:lnTo>
                  <a:pt x="874270" y="506331"/>
                </a:lnTo>
                <a:cubicBezTo>
                  <a:pt x="879092" y="504474"/>
                  <a:pt x="882253" y="499830"/>
                  <a:pt x="882253" y="494669"/>
                </a:cubicBezTo>
                <a:lnTo>
                  <a:pt x="882253" y="387584"/>
                </a:lnTo>
                <a:cubicBezTo>
                  <a:pt x="882253" y="382423"/>
                  <a:pt x="879074" y="377797"/>
                  <a:pt x="874270" y="375922"/>
                </a:cubicBezTo>
                <a:close/>
                <a:moveTo>
                  <a:pt x="57400" y="588395"/>
                </a:moveTo>
                <a:cubicBezTo>
                  <a:pt x="57400" y="545532"/>
                  <a:pt x="92279" y="510653"/>
                  <a:pt x="135142" y="510653"/>
                </a:cubicBezTo>
                <a:lnTo>
                  <a:pt x="140089" y="510653"/>
                </a:lnTo>
                <a:lnTo>
                  <a:pt x="129088" y="602558"/>
                </a:lnTo>
                <a:cubicBezTo>
                  <a:pt x="128498" y="607522"/>
                  <a:pt x="130909" y="612362"/>
                  <a:pt x="135249" y="614863"/>
                </a:cubicBezTo>
                <a:lnTo>
                  <a:pt x="158966" y="628561"/>
                </a:lnTo>
                <a:cubicBezTo>
                  <a:pt x="160895" y="629686"/>
                  <a:pt x="163056" y="630240"/>
                  <a:pt x="165217" y="630240"/>
                </a:cubicBezTo>
                <a:cubicBezTo>
                  <a:pt x="167378" y="630240"/>
                  <a:pt x="169539" y="629686"/>
                  <a:pt x="171468" y="628561"/>
                </a:cubicBezTo>
                <a:lnTo>
                  <a:pt x="195185" y="614863"/>
                </a:lnTo>
                <a:cubicBezTo>
                  <a:pt x="199525" y="612362"/>
                  <a:pt x="201936" y="607522"/>
                  <a:pt x="201347" y="602558"/>
                </a:cubicBezTo>
                <a:lnTo>
                  <a:pt x="190345" y="510653"/>
                </a:lnTo>
                <a:lnTo>
                  <a:pt x="195292" y="510653"/>
                </a:lnTo>
                <a:cubicBezTo>
                  <a:pt x="238155" y="510653"/>
                  <a:pt x="273034" y="545532"/>
                  <a:pt x="273034" y="588395"/>
                </a:cubicBezTo>
                <a:lnTo>
                  <a:pt x="273034" y="666137"/>
                </a:lnTo>
                <a:lnTo>
                  <a:pt x="248120" y="666137"/>
                </a:lnTo>
                <a:lnTo>
                  <a:pt x="248120" y="592824"/>
                </a:lnTo>
                <a:cubicBezTo>
                  <a:pt x="248120" y="585913"/>
                  <a:pt x="242530" y="580323"/>
                  <a:pt x="235619" y="580323"/>
                </a:cubicBezTo>
                <a:cubicBezTo>
                  <a:pt x="228707" y="580323"/>
                  <a:pt x="223117" y="585913"/>
                  <a:pt x="223117" y="592824"/>
                </a:cubicBezTo>
                <a:lnTo>
                  <a:pt x="223117" y="666137"/>
                </a:lnTo>
                <a:lnTo>
                  <a:pt x="107299" y="666137"/>
                </a:lnTo>
                <a:lnTo>
                  <a:pt x="107299" y="592824"/>
                </a:lnTo>
                <a:cubicBezTo>
                  <a:pt x="107299" y="585913"/>
                  <a:pt x="101709" y="580323"/>
                  <a:pt x="94798" y="580323"/>
                </a:cubicBezTo>
                <a:cubicBezTo>
                  <a:pt x="87886" y="580323"/>
                  <a:pt x="82296" y="585913"/>
                  <a:pt x="82296" y="592824"/>
                </a:cubicBezTo>
                <a:lnTo>
                  <a:pt x="82296" y="666137"/>
                </a:lnTo>
                <a:lnTo>
                  <a:pt x="57382" y="666137"/>
                </a:lnTo>
                <a:lnTo>
                  <a:pt x="57382" y="588395"/>
                </a:lnTo>
                <a:close/>
                <a:moveTo>
                  <a:pt x="364349" y="195042"/>
                </a:moveTo>
                <a:cubicBezTo>
                  <a:pt x="366992" y="211991"/>
                  <a:pt x="375136" y="227153"/>
                  <a:pt x="386888" y="238619"/>
                </a:cubicBezTo>
                <a:cubicBezTo>
                  <a:pt x="341828" y="249495"/>
                  <a:pt x="308253" y="290143"/>
                  <a:pt x="308253" y="338489"/>
                </a:cubicBezTo>
                <a:lnTo>
                  <a:pt x="308253" y="428732"/>
                </a:lnTo>
                <a:cubicBezTo>
                  <a:pt x="308253" y="435644"/>
                  <a:pt x="313843" y="441234"/>
                  <a:pt x="320754" y="441234"/>
                </a:cubicBezTo>
                <a:lnTo>
                  <a:pt x="561427" y="441234"/>
                </a:lnTo>
                <a:cubicBezTo>
                  <a:pt x="568339" y="441234"/>
                  <a:pt x="573929" y="435644"/>
                  <a:pt x="573929" y="428732"/>
                </a:cubicBezTo>
                <a:lnTo>
                  <a:pt x="573929" y="338489"/>
                </a:lnTo>
                <a:cubicBezTo>
                  <a:pt x="573929" y="290143"/>
                  <a:pt x="540353" y="249513"/>
                  <a:pt x="495294" y="238619"/>
                </a:cubicBezTo>
                <a:cubicBezTo>
                  <a:pt x="507046" y="227153"/>
                  <a:pt x="515207" y="212009"/>
                  <a:pt x="517833" y="195042"/>
                </a:cubicBezTo>
                <a:cubicBezTo>
                  <a:pt x="597860" y="219474"/>
                  <a:pt x="661886" y="281214"/>
                  <a:pt x="689229" y="360438"/>
                </a:cubicBezTo>
                <a:cubicBezTo>
                  <a:pt x="660065" y="371636"/>
                  <a:pt x="639294" y="399925"/>
                  <a:pt x="639294" y="432983"/>
                </a:cubicBezTo>
                <a:cubicBezTo>
                  <a:pt x="639294" y="454735"/>
                  <a:pt x="648295" y="474434"/>
                  <a:pt x="662761" y="488543"/>
                </a:cubicBezTo>
                <a:cubicBezTo>
                  <a:pt x="617702" y="499420"/>
                  <a:pt x="584127" y="540068"/>
                  <a:pt x="584127" y="588413"/>
                </a:cubicBezTo>
                <a:lnTo>
                  <a:pt x="584127" y="666155"/>
                </a:lnTo>
                <a:cubicBezTo>
                  <a:pt x="541550" y="693908"/>
                  <a:pt x="492240" y="708571"/>
                  <a:pt x="441073" y="708571"/>
                </a:cubicBezTo>
                <a:cubicBezTo>
                  <a:pt x="389906" y="708571"/>
                  <a:pt x="340614" y="693908"/>
                  <a:pt x="298019" y="666155"/>
                </a:cubicBezTo>
                <a:lnTo>
                  <a:pt x="298019" y="588413"/>
                </a:lnTo>
                <a:cubicBezTo>
                  <a:pt x="298019" y="540068"/>
                  <a:pt x="264444" y="499437"/>
                  <a:pt x="219385" y="488543"/>
                </a:cubicBezTo>
                <a:cubicBezTo>
                  <a:pt x="233851" y="474434"/>
                  <a:pt x="242852" y="454735"/>
                  <a:pt x="242852" y="432983"/>
                </a:cubicBezTo>
                <a:cubicBezTo>
                  <a:pt x="242852" y="399925"/>
                  <a:pt x="222081" y="371636"/>
                  <a:pt x="192917" y="360438"/>
                </a:cubicBezTo>
                <a:cubicBezTo>
                  <a:pt x="220242" y="281214"/>
                  <a:pt x="284286" y="219492"/>
                  <a:pt x="364313" y="195042"/>
                </a:cubicBezTo>
                <a:close/>
                <a:moveTo>
                  <a:pt x="493776" y="183059"/>
                </a:moveTo>
                <a:cubicBezTo>
                  <a:pt x="493776" y="212098"/>
                  <a:pt x="470148" y="235744"/>
                  <a:pt x="441091" y="235744"/>
                </a:cubicBezTo>
                <a:cubicBezTo>
                  <a:pt x="412034" y="235744"/>
                  <a:pt x="388406" y="212116"/>
                  <a:pt x="388406" y="183059"/>
                </a:cubicBezTo>
                <a:cubicBezTo>
                  <a:pt x="388406" y="154001"/>
                  <a:pt x="412034" y="130373"/>
                  <a:pt x="441091" y="130373"/>
                </a:cubicBezTo>
                <a:cubicBezTo>
                  <a:pt x="470148" y="130373"/>
                  <a:pt x="493776" y="154001"/>
                  <a:pt x="493776" y="183059"/>
                </a:cubicBezTo>
                <a:close/>
                <a:moveTo>
                  <a:pt x="511510" y="330416"/>
                </a:moveTo>
                <a:cubicBezTo>
                  <a:pt x="504599" y="330416"/>
                  <a:pt x="499009" y="336006"/>
                  <a:pt x="499009" y="342918"/>
                </a:cubicBezTo>
                <a:lnTo>
                  <a:pt x="499009" y="416231"/>
                </a:lnTo>
                <a:lnTo>
                  <a:pt x="383191" y="416231"/>
                </a:lnTo>
                <a:lnTo>
                  <a:pt x="383191" y="342918"/>
                </a:lnTo>
                <a:cubicBezTo>
                  <a:pt x="383191" y="336006"/>
                  <a:pt x="377601" y="330416"/>
                  <a:pt x="370689" y="330416"/>
                </a:cubicBezTo>
                <a:cubicBezTo>
                  <a:pt x="363778" y="330416"/>
                  <a:pt x="358188" y="336006"/>
                  <a:pt x="358188" y="342918"/>
                </a:cubicBezTo>
                <a:lnTo>
                  <a:pt x="358188" y="416231"/>
                </a:lnTo>
                <a:lnTo>
                  <a:pt x="333274" y="416231"/>
                </a:lnTo>
                <a:lnTo>
                  <a:pt x="333274" y="338489"/>
                </a:lnTo>
                <a:cubicBezTo>
                  <a:pt x="333274" y="295626"/>
                  <a:pt x="368153" y="260747"/>
                  <a:pt x="411016" y="260747"/>
                </a:cubicBezTo>
                <a:lnTo>
                  <a:pt x="415963" y="260747"/>
                </a:lnTo>
                <a:lnTo>
                  <a:pt x="404961" y="352651"/>
                </a:lnTo>
                <a:cubicBezTo>
                  <a:pt x="404372" y="357616"/>
                  <a:pt x="406783" y="362456"/>
                  <a:pt x="411123" y="364956"/>
                </a:cubicBezTo>
                <a:lnTo>
                  <a:pt x="434840" y="378654"/>
                </a:lnTo>
                <a:cubicBezTo>
                  <a:pt x="436769" y="379762"/>
                  <a:pt x="438930" y="380333"/>
                  <a:pt x="441091" y="380333"/>
                </a:cubicBezTo>
                <a:cubicBezTo>
                  <a:pt x="443252" y="380333"/>
                  <a:pt x="445413" y="379780"/>
                  <a:pt x="447342" y="378654"/>
                </a:cubicBezTo>
                <a:lnTo>
                  <a:pt x="471059" y="364956"/>
                </a:lnTo>
                <a:cubicBezTo>
                  <a:pt x="475399" y="362456"/>
                  <a:pt x="477810" y="357616"/>
                  <a:pt x="477220" y="352651"/>
                </a:cubicBezTo>
                <a:lnTo>
                  <a:pt x="466219" y="260747"/>
                </a:lnTo>
                <a:lnTo>
                  <a:pt x="471166" y="260747"/>
                </a:lnTo>
                <a:cubicBezTo>
                  <a:pt x="514029" y="260747"/>
                  <a:pt x="548908" y="295626"/>
                  <a:pt x="548908" y="338489"/>
                </a:cubicBezTo>
                <a:lnTo>
                  <a:pt x="548908" y="416231"/>
                </a:lnTo>
                <a:lnTo>
                  <a:pt x="523994" y="416231"/>
                </a:lnTo>
                <a:lnTo>
                  <a:pt x="523994" y="342918"/>
                </a:lnTo>
                <a:cubicBezTo>
                  <a:pt x="523994" y="336006"/>
                  <a:pt x="518404" y="330416"/>
                  <a:pt x="511493" y="330416"/>
                </a:cubicBezTo>
                <a:close/>
                <a:moveTo>
                  <a:pt x="451431" y="347436"/>
                </a:moveTo>
                <a:lnTo>
                  <a:pt x="441091" y="353401"/>
                </a:lnTo>
                <a:lnTo>
                  <a:pt x="430768" y="347436"/>
                </a:lnTo>
                <a:lnTo>
                  <a:pt x="441109" y="261176"/>
                </a:lnTo>
                <a:close/>
                <a:moveTo>
                  <a:pt x="713875" y="536996"/>
                </a:moveTo>
                <a:cubicBezTo>
                  <a:pt x="715482" y="532156"/>
                  <a:pt x="716965" y="527245"/>
                  <a:pt x="718322" y="522297"/>
                </a:cubicBezTo>
                <a:lnTo>
                  <a:pt x="727305" y="597360"/>
                </a:lnTo>
                <a:lnTo>
                  <a:pt x="716983" y="603325"/>
                </a:lnTo>
                <a:lnTo>
                  <a:pt x="706642" y="597360"/>
                </a:lnTo>
                <a:close/>
                <a:moveTo>
                  <a:pt x="716983" y="485668"/>
                </a:moveTo>
                <a:cubicBezTo>
                  <a:pt x="687943" y="485668"/>
                  <a:pt x="664297" y="462040"/>
                  <a:pt x="664297" y="432983"/>
                </a:cubicBezTo>
                <a:cubicBezTo>
                  <a:pt x="664297" y="403925"/>
                  <a:pt x="687925" y="380298"/>
                  <a:pt x="716983" y="380298"/>
                </a:cubicBezTo>
                <a:cubicBezTo>
                  <a:pt x="746040" y="380298"/>
                  <a:pt x="769668" y="403925"/>
                  <a:pt x="769668" y="432983"/>
                </a:cubicBezTo>
                <a:cubicBezTo>
                  <a:pt x="769668" y="462040"/>
                  <a:pt x="746040" y="485668"/>
                  <a:pt x="716983" y="485668"/>
                </a:cubicBezTo>
                <a:close/>
                <a:moveTo>
                  <a:pt x="165217" y="511100"/>
                </a:moveTo>
                <a:lnTo>
                  <a:pt x="175540" y="597360"/>
                </a:lnTo>
                <a:lnTo>
                  <a:pt x="165217" y="603325"/>
                </a:lnTo>
                <a:lnTo>
                  <a:pt x="154877" y="597360"/>
                </a:lnTo>
                <a:close/>
                <a:moveTo>
                  <a:pt x="165217" y="380315"/>
                </a:moveTo>
                <a:cubicBezTo>
                  <a:pt x="194256" y="380315"/>
                  <a:pt x="217902" y="403943"/>
                  <a:pt x="217902" y="433001"/>
                </a:cubicBezTo>
                <a:cubicBezTo>
                  <a:pt x="217902" y="462058"/>
                  <a:pt x="194274" y="485686"/>
                  <a:pt x="165217" y="485686"/>
                </a:cubicBezTo>
                <a:cubicBezTo>
                  <a:pt x="136160" y="485686"/>
                  <a:pt x="112532" y="462058"/>
                  <a:pt x="112532" y="433001"/>
                </a:cubicBezTo>
                <a:cubicBezTo>
                  <a:pt x="112532" y="403943"/>
                  <a:pt x="136160" y="380315"/>
                  <a:pt x="165217" y="380315"/>
                </a:cubicBezTo>
                <a:close/>
                <a:moveTo>
                  <a:pt x="703534" y="767203"/>
                </a:moveTo>
                <a:lnTo>
                  <a:pt x="613077" y="727234"/>
                </a:lnTo>
                <a:cubicBezTo>
                  <a:pt x="609469" y="725644"/>
                  <a:pt x="605326" y="725841"/>
                  <a:pt x="601897" y="727770"/>
                </a:cubicBezTo>
                <a:cubicBezTo>
                  <a:pt x="579180" y="740539"/>
                  <a:pt x="554998" y="750576"/>
                  <a:pt x="530031" y="757577"/>
                </a:cubicBezTo>
                <a:cubicBezTo>
                  <a:pt x="526244" y="758648"/>
                  <a:pt x="523173" y="761434"/>
                  <a:pt x="521744" y="765096"/>
                </a:cubicBezTo>
                <a:lnTo>
                  <a:pt x="486061" y="857286"/>
                </a:lnTo>
                <a:lnTo>
                  <a:pt x="396103" y="857286"/>
                </a:lnTo>
                <a:lnTo>
                  <a:pt x="360438" y="765114"/>
                </a:lnTo>
                <a:cubicBezTo>
                  <a:pt x="359009" y="761434"/>
                  <a:pt x="355955" y="758648"/>
                  <a:pt x="352151" y="757595"/>
                </a:cubicBezTo>
                <a:cubicBezTo>
                  <a:pt x="327148" y="750576"/>
                  <a:pt x="302966" y="740557"/>
                  <a:pt x="280267" y="727787"/>
                </a:cubicBezTo>
                <a:cubicBezTo>
                  <a:pt x="276838" y="725859"/>
                  <a:pt x="272695" y="725662"/>
                  <a:pt x="269087" y="727252"/>
                </a:cubicBezTo>
                <a:lnTo>
                  <a:pt x="178647" y="767221"/>
                </a:lnTo>
                <a:lnTo>
                  <a:pt x="115032" y="703606"/>
                </a:lnTo>
                <a:lnTo>
                  <a:pt x="120515" y="691194"/>
                </a:lnTo>
                <a:lnTo>
                  <a:pt x="235565" y="691194"/>
                </a:lnTo>
                <a:cubicBezTo>
                  <a:pt x="235565" y="691194"/>
                  <a:pt x="235583" y="691194"/>
                  <a:pt x="235601" y="691194"/>
                </a:cubicBezTo>
                <a:cubicBezTo>
                  <a:pt x="235619" y="691194"/>
                  <a:pt x="235619" y="691194"/>
                  <a:pt x="235637" y="691194"/>
                </a:cubicBezTo>
                <a:lnTo>
                  <a:pt x="285518" y="691194"/>
                </a:lnTo>
                <a:cubicBezTo>
                  <a:pt x="286947" y="691194"/>
                  <a:pt x="288322" y="690944"/>
                  <a:pt x="289608" y="690497"/>
                </a:cubicBezTo>
                <a:cubicBezTo>
                  <a:pt x="335042" y="718733"/>
                  <a:pt x="387120" y="733592"/>
                  <a:pt x="441055" y="733592"/>
                </a:cubicBezTo>
                <a:cubicBezTo>
                  <a:pt x="494990" y="733592"/>
                  <a:pt x="547086" y="718715"/>
                  <a:pt x="592503" y="690497"/>
                </a:cubicBezTo>
                <a:cubicBezTo>
                  <a:pt x="593789" y="690944"/>
                  <a:pt x="595164" y="691194"/>
                  <a:pt x="596592" y="691194"/>
                </a:cubicBezTo>
                <a:lnTo>
                  <a:pt x="646474" y="691194"/>
                </a:lnTo>
                <a:cubicBezTo>
                  <a:pt x="646474" y="691194"/>
                  <a:pt x="646492" y="691194"/>
                  <a:pt x="646509" y="691194"/>
                </a:cubicBezTo>
                <a:cubicBezTo>
                  <a:pt x="646527" y="691194"/>
                  <a:pt x="646527" y="691194"/>
                  <a:pt x="646545" y="691194"/>
                </a:cubicBezTo>
                <a:lnTo>
                  <a:pt x="761595" y="691194"/>
                </a:lnTo>
                <a:lnTo>
                  <a:pt x="767078" y="703606"/>
                </a:lnTo>
                <a:lnTo>
                  <a:pt x="703463" y="767221"/>
                </a:lnTo>
                <a:close/>
                <a:moveTo>
                  <a:pt x="824817" y="666173"/>
                </a:moveTo>
                <a:lnTo>
                  <a:pt x="799904" y="666173"/>
                </a:lnTo>
                <a:lnTo>
                  <a:pt x="799904" y="592860"/>
                </a:lnTo>
                <a:cubicBezTo>
                  <a:pt x="799904" y="585948"/>
                  <a:pt x="794314" y="580358"/>
                  <a:pt x="787402" y="580358"/>
                </a:cubicBezTo>
                <a:cubicBezTo>
                  <a:pt x="780490" y="580358"/>
                  <a:pt x="774900" y="585948"/>
                  <a:pt x="774900" y="592860"/>
                </a:cubicBezTo>
                <a:lnTo>
                  <a:pt x="774900" y="666173"/>
                </a:lnTo>
                <a:lnTo>
                  <a:pt x="659082" y="666173"/>
                </a:lnTo>
                <a:lnTo>
                  <a:pt x="659082" y="592860"/>
                </a:lnTo>
                <a:cubicBezTo>
                  <a:pt x="659082" y="585948"/>
                  <a:pt x="653492" y="580358"/>
                  <a:pt x="646581" y="580358"/>
                </a:cubicBezTo>
                <a:cubicBezTo>
                  <a:pt x="639669" y="580358"/>
                  <a:pt x="634079" y="585948"/>
                  <a:pt x="634079" y="592860"/>
                </a:cubicBezTo>
                <a:lnTo>
                  <a:pt x="634079" y="666173"/>
                </a:lnTo>
                <a:lnTo>
                  <a:pt x="609165" y="666173"/>
                </a:lnTo>
                <a:lnTo>
                  <a:pt x="609165" y="588431"/>
                </a:lnTo>
                <a:cubicBezTo>
                  <a:pt x="609165" y="545568"/>
                  <a:pt x="644045" y="510689"/>
                  <a:pt x="686907" y="510689"/>
                </a:cubicBezTo>
                <a:lnTo>
                  <a:pt x="691854" y="510689"/>
                </a:lnTo>
                <a:lnTo>
                  <a:pt x="689211" y="532781"/>
                </a:lnTo>
                <a:cubicBezTo>
                  <a:pt x="689211" y="532781"/>
                  <a:pt x="689211" y="532834"/>
                  <a:pt x="689211" y="532870"/>
                </a:cubicBezTo>
                <a:lnTo>
                  <a:pt x="680853" y="602611"/>
                </a:lnTo>
                <a:cubicBezTo>
                  <a:pt x="680264" y="607576"/>
                  <a:pt x="682675" y="612416"/>
                  <a:pt x="687014" y="614916"/>
                </a:cubicBezTo>
                <a:lnTo>
                  <a:pt x="710732" y="628614"/>
                </a:lnTo>
                <a:cubicBezTo>
                  <a:pt x="712661" y="629739"/>
                  <a:pt x="714822" y="630293"/>
                  <a:pt x="716983" y="630293"/>
                </a:cubicBezTo>
                <a:cubicBezTo>
                  <a:pt x="719143" y="630293"/>
                  <a:pt x="721304" y="629739"/>
                  <a:pt x="723233" y="628614"/>
                </a:cubicBezTo>
                <a:lnTo>
                  <a:pt x="746951" y="614916"/>
                </a:lnTo>
                <a:cubicBezTo>
                  <a:pt x="751290" y="612416"/>
                  <a:pt x="753701" y="607576"/>
                  <a:pt x="753112" y="602611"/>
                </a:cubicBezTo>
                <a:lnTo>
                  <a:pt x="742111" y="510707"/>
                </a:lnTo>
                <a:lnTo>
                  <a:pt x="747058" y="510707"/>
                </a:lnTo>
                <a:cubicBezTo>
                  <a:pt x="789920" y="510707"/>
                  <a:pt x="824800" y="545586"/>
                  <a:pt x="824800" y="588449"/>
                </a:cubicBezTo>
                <a:lnTo>
                  <a:pt x="824800" y="666190"/>
                </a:lnTo>
                <a:close/>
                <a:moveTo>
                  <a:pt x="857232" y="486132"/>
                </a:moveTo>
                <a:lnTo>
                  <a:pt x="807494" y="505385"/>
                </a:lnTo>
                <a:cubicBezTo>
                  <a:pt x="796778" y="497562"/>
                  <a:pt x="784491" y="491776"/>
                  <a:pt x="771204" y="488561"/>
                </a:cubicBezTo>
                <a:cubicBezTo>
                  <a:pt x="785670" y="474452"/>
                  <a:pt x="794671" y="454753"/>
                  <a:pt x="794671" y="433001"/>
                </a:cubicBezTo>
                <a:cubicBezTo>
                  <a:pt x="794671" y="390174"/>
                  <a:pt x="759827" y="355312"/>
                  <a:pt x="716983" y="355312"/>
                </a:cubicBezTo>
                <a:cubicBezTo>
                  <a:pt x="715965" y="355312"/>
                  <a:pt x="714964" y="355348"/>
                  <a:pt x="713946" y="355384"/>
                </a:cubicBezTo>
                <a:cubicBezTo>
                  <a:pt x="683782" y="264587"/>
                  <a:pt x="609737" y="194274"/>
                  <a:pt x="517458" y="168896"/>
                </a:cubicBezTo>
                <a:cubicBezTo>
                  <a:pt x="510778" y="132802"/>
                  <a:pt x="479096" y="105388"/>
                  <a:pt x="441091" y="105388"/>
                </a:cubicBezTo>
                <a:cubicBezTo>
                  <a:pt x="403086" y="105388"/>
                  <a:pt x="371404" y="132820"/>
                  <a:pt x="364724" y="168896"/>
                </a:cubicBezTo>
                <a:cubicBezTo>
                  <a:pt x="272445" y="194274"/>
                  <a:pt x="198400" y="264587"/>
                  <a:pt x="168235" y="355384"/>
                </a:cubicBezTo>
                <a:cubicBezTo>
                  <a:pt x="167235" y="355348"/>
                  <a:pt x="166217" y="355312"/>
                  <a:pt x="165199" y="355312"/>
                </a:cubicBezTo>
                <a:cubicBezTo>
                  <a:pt x="122372" y="355312"/>
                  <a:pt x="87511" y="390156"/>
                  <a:pt x="87511" y="433001"/>
                </a:cubicBezTo>
                <a:cubicBezTo>
                  <a:pt x="87511" y="454753"/>
                  <a:pt x="96512" y="474452"/>
                  <a:pt x="110978" y="488561"/>
                </a:cubicBezTo>
                <a:cubicBezTo>
                  <a:pt x="97691" y="491776"/>
                  <a:pt x="85404" y="497562"/>
                  <a:pt x="74688" y="505385"/>
                </a:cubicBezTo>
                <a:lnTo>
                  <a:pt x="24950" y="486132"/>
                </a:lnTo>
                <a:lnTo>
                  <a:pt x="24950" y="396175"/>
                </a:lnTo>
                <a:lnTo>
                  <a:pt x="117122" y="360492"/>
                </a:lnTo>
                <a:cubicBezTo>
                  <a:pt x="120801" y="359063"/>
                  <a:pt x="123587" y="356009"/>
                  <a:pt x="124641" y="352205"/>
                </a:cubicBezTo>
                <a:cubicBezTo>
                  <a:pt x="131659" y="327202"/>
                  <a:pt x="141678" y="303020"/>
                  <a:pt x="154448" y="280321"/>
                </a:cubicBezTo>
                <a:cubicBezTo>
                  <a:pt x="156377" y="276892"/>
                  <a:pt x="156573" y="272748"/>
                  <a:pt x="154984" y="269141"/>
                </a:cubicBezTo>
                <a:lnTo>
                  <a:pt x="115014" y="178701"/>
                </a:lnTo>
                <a:lnTo>
                  <a:pt x="178629" y="115086"/>
                </a:lnTo>
                <a:lnTo>
                  <a:pt x="269087" y="155055"/>
                </a:lnTo>
                <a:cubicBezTo>
                  <a:pt x="272695" y="156645"/>
                  <a:pt x="276838" y="156448"/>
                  <a:pt x="280267" y="154519"/>
                </a:cubicBezTo>
                <a:cubicBezTo>
                  <a:pt x="302984" y="141750"/>
                  <a:pt x="327166" y="131713"/>
                  <a:pt x="352133" y="124712"/>
                </a:cubicBezTo>
                <a:cubicBezTo>
                  <a:pt x="355920" y="123640"/>
                  <a:pt x="358991" y="120854"/>
                  <a:pt x="360420" y="117193"/>
                </a:cubicBezTo>
                <a:lnTo>
                  <a:pt x="396103" y="25003"/>
                </a:lnTo>
                <a:lnTo>
                  <a:pt x="486061" y="25003"/>
                </a:lnTo>
                <a:lnTo>
                  <a:pt x="521744" y="117193"/>
                </a:lnTo>
                <a:cubicBezTo>
                  <a:pt x="523173" y="120872"/>
                  <a:pt x="526227" y="123658"/>
                  <a:pt x="530031" y="124712"/>
                </a:cubicBezTo>
                <a:cubicBezTo>
                  <a:pt x="555016" y="131731"/>
                  <a:pt x="579197" y="141750"/>
                  <a:pt x="601897" y="154519"/>
                </a:cubicBezTo>
                <a:cubicBezTo>
                  <a:pt x="605326" y="156448"/>
                  <a:pt x="609469" y="156645"/>
                  <a:pt x="613077" y="155055"/>
                </a:cubicBezTo>
                <a:lnTo>
                  <a:pt x="703534" y="115086"/>
                </a:lnTo>
                <a:lnTo>
                  <a:pt x="767149" y="178701"/>
                </a:lnTo>
                <a:lnTo>
                  <a:pt x="727180" y="269141"/>
                </a:lnTo>
                <a:cubicBezTo>
                  <a:pt x="725591" y="272748"/>
                  <a:pt x="725787" y="276892"/>
                  <a:pt x="727716" y="280321"/>
                </a:cubicBezTo>
                <a:cubicBezTo>
                  <a:pt x="740485" y="303038"/>
                  <a:pt x="750522" y="327219"/>
                  <a:pt x="757523" y="352205"/>
                </a:cubicBezTo>
                <a:cubicBezTo>
                  <a:pt x="758595" y="355991"/>
                  <a:pt x="761381" y="359063"/>
                  <a:pt x="765042" y="360492"/>
                </a:cubicBezTo>
                <a:lnTo>
                  <a:pt x="857214" y="396175"/>
                </a:lnTo>
                <a:lnTo>
                  <a:pt x="857214" y="486132"/>
                </a:lnTo>
                <a:close/>
                <a:moveTo>
                  <a:pt x="441109" y="624632"/>
                </a:moveTo>
                <a:cubicBezTo>
                  <a:pt x="467201" y="624632"/>
                  <a:pt x="488418" y="603415"/>
                  <a:pt x="488418" y="577322"/>
                </a:cubicBezTo>
                <a:cubicBezTo>
                  <a:pt x="488418" y="551230"/>
                  <a:pt x="467201" y="530013"/>
                  <a:pt x="441109" y="530013"/>
                </a:cubicBezTo>
                <a:cubicBezTo>
                  <a:pt x="415016" y="530013"/>
                  <a:pt x="393799" y="551230"/>
                  <a:pt x="393799" y="577322"/>
                </a:cubicBezTo>
                <a:cubicBezTo>
                  <a:pt x="393799" y="603415"/>
                  <a:pt x="415016" y="624632"/>
                  <a:pt x="441109" y="624632"/>
                </a:cubicBezTo>
                <a:close/>
                <a:moveTo>
                  <a:pt x="441109" y="555016"/>
                </a:moveTo>
                <a:cubicBezTo>
                  <a:pt x="453414" y="555016"/>
                  <a:pt x="463415" y="565017"/>
                  <a:pt x="463415" y="577322"/>
                </a:cubicBezTo>
                <a:cubicBezTo>
                  <a:pt x="463415" y="589627"/>
                  <a:pt x="453414" y="599629"/>
                  <a:pt x="441109" y="599629"/>
                </a:cubicBezTo>
                <a:cubicBezTo>
                  <a:pt x="428804" y="599629"/>
                  <a:pt x="418802" y="589627"/>
                  <a:pt x="418802" y="577322"/>
                </a:cubicBezTo>
                <a:cubicBezTo>
                  <a:pt x="418802" y="565017"/>
                  <a:pt x="428804" y="555016"/>
                  <a:pt x="441109" y="555016"/>
                </a:cubicBezTo>
                <a:close/>
                <a:moveTo>
                  <a:pt x="330702" y="602218"/>
                </a:moveTo>
                <a:lnTo>
                  <a:pt x="349865" y="609630"/>
                </a:lnTo>
                <a:cubicBezTo>
                  <a:pt x="350990" y="612809"/>
                  <a:pt x="352294" y="615934"/>
                  <a:pt x="353741" y="618988"/>
                </a:cubicBezTo>
                <a:lnTo>
                  <a:pt x="345436" y="637794"/>
                </a:lnTo>
                <a:cubicBezTo>
                  <a:pt x="343346" y="642509"/>
                  <a:pt x="344382" y="648027"/>
                  <a:pt x="348026" y="651689"/>
                </a:cubicBezTo>
                <a:lnTo>
                  <a:pt x="366742" y="670405"/>
                </a:lnTo>
                <a:cubicBezTo>
                  <a:pt x="370386" y="674049"/>
                  <a:pt x="375904" y="675084"/>
                  <a:pt x="380637" y="672995"/>
                </a:cubicBezTo>
                <a:lnTo>
                  <a:pt x="399443" y="664690"/>
                </a:lnTo>
                <a:cubicBezTo>
                  <a:pt x="402497" y="666155"/>
                  <a:pt x="405622" y="667441"/>
                  <a:pt x="408819" y="668584"/>
                </a:cubicBezTo>
                <a:lnTo>
                  <a:pt x="416231" y="687747"/>
                </a:lnTo>
                <a:cubicBezTo>
                  <a:pt x="418088" y="692569"/>
                  <a:pt x="422731" y="695730"/>
                  <a:pt x="427893" y="695730"/>
                </a:cubicBezTo>
                <a:lnTo>
                  <a:pt x="454343" y="695730"/>
                </a:lnTo>
                <a:cubicBezTo>
                  <a:pt x="459504" y="695730"/>
                  <a:pt x="464129" y="692551"/>
                  <a:pt x="466005" y="687747"/>
                </a:cubicBezTo>
                <a:lnTo>
                  <a:pt x="473416" y="668584"/>
                </a:lnTo>
                <a:cubicBezTo>
                  <a:pt x="476595" y="667458"/>
                  <a:pt x="479721" y="666155"/>
                  <a:pt x="482775" y="664708"/>
                </a:cubicBezTo>
                <a:lnTo>
                  <a:pt x="501581" y="673013"/>
                </a:lnTo>
                <a:cubicBezTo>
                  <a:pt x="506295" y="675102"/>
                  <a:pt x="511832" y="674066"/>
                  <a:pt x="515475" y="670423"/>
                </a:cubicBezTo>
                <a:lnTo>
                  <a:pt x="534192" y="651706"/>
                </a:lnTo>
                <a:cubicBezTo>
                  <a:pt x="537835" y="648063"/>
                  <a:pt x="538871" y="642545"/>
                  <a:pt x="536781" y="637812"/>
                </a:cubicBezTo>
                <a:lnTo>
                  <a:pt x="528477" y="619006"/>
                </a:lnTo>
                <a:cubicBezTo>
                  <a:pt x="529941" y="615952"/>
                  <a:pt x="531227" y="612827"/>
                  <a:pt x="532352" y="609630"/>
                </a:cubicBezTo>
                <a:lnTo>
                  <a:pt x="551515" y="602218"/>
                </a:lnTo>
                <a:cubicBezTo>
                  <a:pt x="556337" y="600361"/>
                  <a:pt x="559499" y="595717"/>
                  <a:pt x="559499" y="590556"/>
                </a:cubicBezTo>
                <a:lnTo>
                  <a:pt x="559499" y="564106"/>
                </a:lnTo>
                <a:cubicBezTo>
                  <a:pt x="559499" y="558945"/>
                  <a:pt x="556320" y="554319"/>
                  <a:pt x="551515" y="552444"/>
                </a:cubicBezTo>
                <a:lnTo>
                  <a:pt x="532352" y="545032"/>
                </a:lnTo>
                <a:cubicBezTo>
                  <a:pt x="531227" y="541853"/>
                  <a:pt x="529923" y="538710"/>
                  <a:pt x="528459" y="535656"/>
                </a:cubicBezTo>
                <a:lnTo>
                  <a:pt x="536764" y="516850"/>
                </a:lnTo>
                <a:cubicBezTo>
                  <a:pt x="538853" y="512135"/>
                  <a:pt x="537817" y="506599"/>
                  <a:pt x="534174" y="502956"/>
                </a:cubicBezTo>
                <a:lnTo>
                  <a:pt x="515457" y="484239"/>
                </a:lnTo>
                <a:cubicBezTo>
                  <a:pt x="511814" y="480596"/>
                  <a:pt x="506278" y="479560"/>
                  <a:pt x="501563" y="481650"/>
                </a:cubicBezTo>
                <a:lnTo>
                  <a:pt x="482757" y="489954"/>
                </a:lnTo>
                <a:cubicBezTo>
                  <a:pt x="479703" y="488490"/>
                  <a:pt x="476577" y="487204"/>
                  <a:pt x="473398" y="486079"/>
                </a:cubicBezTo>
                <a:lnTo>
                  <a:pt x="465987" y="466916"/>
                </a:lnTo>
                <a:cubicBezTo>
                  <a:pt x="464129" y="462093"/>
                  <a:pt x="459486" y="458932"/>
                  <a:pt x="454325" y="458932"/>
                </a:cubicBezTo>
                <a:lnTo>
                  <a:pt x="427875" y="458932"/>
                </a:lnTo>
                <a:cubicBezTo>
                  <a:pt x="422714" y="458932"/>
                  <a:pt x="418088" y="462111"/>
                  <a:pt x="416213" y="466916"/>
                </a:cubicBezTo>
                <a:lnTo>
                  <a:pt x="408801" y="486079"/>
                </a:lnTo>
                <a:cubicBezTo>
                  <a:pt x="405622" y="487204"/>
                  <a:pt x="402497" y="488507"/>
                  <a:pt x="399443" y="489954"/>
                </a:cubicBezTo>
                <a:lnTo>
                  <a:pt x="380637" y="481650"/>
                </a:lnTo>
                <a:cubicBezTo>
                  <a:pt x="375904" y="479560"/>
                  <a:pt x="370386" y="480596"/>
                  <a:pt x="366742" y="484239"/>
                </a:cubicBezTo>
                <a:lnTo>
                  <a:pt x="348026" y="502956"/>
                </a:lnTo>
                <a:cubicBezTo>
                  <a:pt x="344382" y="506599"/>
                  <a:pt x="343346" y="512118"/>
                  <a:pt x="345436" y="516850"/>
                </a:cubicBezTo>
                <a:lnTo>
                  <a:pt x="353741" y="535656"/>
                </a:lnTo>
                <a:cubicBezTo>
                  <a:pt x="352276" y="538710"/>
                  <a:pt x="350990" y="541836"/>
                  <a:pt x="349865" y="545032"/>
                </a:cubicBezTo>
                <a:lnTo>
                  <a:pt x="330702" y="552444"/>
                </a:lnTo>
                <a:cubicBezTo>
                  <a:pt x="325880" y="554301"/>
                  <a:pt x="322719" y="558945"/>
                  <a:pt x="322719" y="564106"/>
                </a:cubicBezTo>
                <a:lnTo>
                  <a:pt x="322719" y="590556"/>
                </a:lnTo>
                <a:cubicBezTo>
                  <a:pt x="322719" y="595717"/>
                  <a:pt x="325898" y="600343"/>
                  <a:pt x="330702" y="602218"/>
                </a:cubicBezTo>
                <a:close/>
                <a:moveTo>
                  <a:pt x="347722" y="572661"/>
                </a:moveTo>
                <a:lnTo>
                  <a:pt x="364474" y="566178"/>
                </a:lnTo>
                <a:cubicBezTo>
                  <a:pt x="368153" y="564749"/>
                  <a:pt x="370939" y="561695"/>
                  <a:pt x="371993" y="557891"/>
                </a:cubicBezTo>
                <a:cubicBezTo>
                  <a:pt x="373529" y="552444"/>
                  <a:pt x="375708" y="547158"/>
                  <a:pt x="378494" y="542211"/>
                </a:cubicBezTo>
                <a:cubicBezTo>
                  <a:pt x="380423" y="538782"/>
                  <a:pt x="380619" y="534638"/>
                  <a:pt x="379030" y="531031"/>
                </a:cubicBezTo>
                <a:lnTo>
                  <a:pt x="371761" y="514582"/>
                </a:lnTo>
                <a:lnTo>
                  <a:pt x="378351" y="507992"/>
                </a:lnTo>
                <a:lnTo>
                  <a:pt x="394799" y="515261"/>
                </a:lnTo>
                <a:cubicBezTo>
                  <a:pt x="398407" y="516850"/>
                  <a:pt x="402550" y="516654"/>
                  <a:pt x="405979" y="514725"/>
                </a:cubicBezTo>
                <a:cubicBezTo>
                  <a:pt x="410944" y="511939"/>
                  <a:pt x="416213" y="509742"/>
                  <a:pt x="421660" y="508224"/>
                </a:cubicBezTo>
                <a:cubicBezTo>
                  <a:pt x="425446" y="507171"/>
                  <a:pt x="428518" y="504367"/>
                  <a:pt x="429947" y="500705"/>
                </a:cubicBezTo>
                <a:lnTo>
                  <a:pt x="436430" y="483953"/>
                </a:lnTo>
                <a:lnTo>
                  <a:pt x="445752" y="483953"/>
                </a:lnTo>
                <a:lnTo>
                  <a:pt x="452235" y="500705"/>
                </a:lnTo>
                <a:cubicBezTo>
                  <a:pt x="453664" y="504385"/>
                  <a:pt x="456718" y="507171"/>
                  <a:pt x="460522" y="508224"/>
                </a:cubicBezTo>
                <a:cubicBezTo>
                  <a:pt x="465969" y="509760"/>
                  <a:pt x="471255" y="511939"/>
                  <a:pt x="476202" y="514725"/>
                </a:cubicBezTo>
                <a:cubicBezTo>
                  <a:pt x="479631" y="516654"/>
                  <a:pt x="483775" y="516850"/>
                  <a:pt x="487382" y="515261"/>
                </a:cubicBezTo>
                <a:lnTo>
                  <a:pt x="503831" y="507992"/>
                </a:lnTo>
                <a:lnTo>
                  <a:pt x="510421" y="514582"/>
                </a:lnTo>
                <a:lnTo>
                  <a:pt x="503152" y="531031"/>
                </a:lnTo>
                <a:cubicBezTo>
                  <a:pt x="501563" y="534638"/>
                  <a:pt x="501759" y="538782"/>
                  <a:pt x="503688" y="542211"/>
                </a:cubicBezTo>
                <a:cubicBezTo>
                  <a:pt x="506474" y="547176"/>
                  <a:pt x="508671" y="552462"/>
                  <a:pt x="510189" y="557909"/>
                </a:cubicBezTo>
                <a:cubicBezTo>
                  <a:pt x="511260" y="561695"/>
                  <a:pt x="514046" y="564767"/>
                  <a:pt x="517708" y="566196"/>
                </a:cubicBezTo>
                <a:lnTo>
                  <a:pt x="534460" y="572679"/>
                </a:lnTo>
                <a:lnTo>
                  <a:pt x="534460" y="582001"/>
                </a:lnTo>
                <a:lnTo>
                  <a:pt x="517708" y="588484"/>
                </a:lnTo>
                <a:cubicBezTo>
                  <a:pt x="514029" y="589913"/>
                  <a:pt x="511242" y="592967"/>
                  <a:pt x="510189" y="596771"/>
                </a:cubicBezTo>
                <a:cubicBezTo>
                  <a:pt x="508653" y="602236"/>
                  <a:pt x="506474" y="607505"/>
                  <a:pt x="503688" y="612452"/>
                </a:cubicBezTo>
                <a:cubicBezTo>
                  <a:pt x="501759" y="615881"/>
                  <a:pt x="501563" y="620024"/>
                  <a:pt x="503152" y="623632"/>
                </a:cubicBezTo>
                <a:lnTo>
                  <a:pt x="510421" y="640080"/>
                </a:lnTo>
                <a:lnTo>
                  <a:pt x="503831" y="646670"/>
                </a:lnTo>
                <a:lnTo>
                  <a:pt x="487382" y="639401"/>
                </a:lnTo>
                <a:cubicBezTo>
                  <a:pt x="483775" y="637812"/>
                  <a:pt x="479631" y="638008"/>
                  <a:pt x="476202" y="639937"/>
                </a:cubicBezTo>
                <a:cubicBezTo>
                  <a:pt x="471237" y="642723"/>
                  <a:pt x="465969" y="644920"/>
                  <a:pt x="460522" y="646438"/>
                </a:cubicBezTo>
                <a:cubicBezTo>
                  <a:pt x="456736" y="647492"/>
                  <a:pt x="453664" y="650296"/>
                  <a:pt x="452235" y="653957"/>
                </a:cubicBezTo>
                <a:lnTo>
                  <a:pt x="445752" y="670709"/>
                </a:lnTo>
                <a:lnTo>
                  <a:pt x="436430" y="670709"/>
                </a:lnTo>
                <a:lnTo>
                  <a:pt x="429947" y="653957"/>
                </a:lnTo>
                <a:cubicBezTo>
                  <a:pt x="428518" y="650278"/>
                  <a:pt x="425464" y="647492"/>
                  <a:pt x="421660" y="646438"/>
                </a:cubicBezTo>
                <a:cubicBezTo>
                  <a:pt x="416213" y="644902"/>
                  <a:pt x="410926" y="642723"/>
                  <a:pt x="405979" y="639937"/>
                </a:cubicBezTo>
                <a:cubicBezTo>
                  <a:pt x="402550" y="638008"/>
                  <a:pt x="398407" y="637812"/>
                  <a:pt x="394799" y="639401"/>
                </a:cubicBezTo>
                <a:lnTo>
                  <a:pt x="378351" y="646670"/>
                </a:lnTo>
                <a:lnTo>
                  <a:pt x="371761" y="640080"/>
                </a:lnTo>
                <a:lnTo>
                  <a:pt x="379030" y="623632"/>
                </a:lnTo>
                <a:cubicBezTo>
                  <a:pt x="380619" y="620024"/>
                  <a:pt x="380423" y="615881"/>
                  <a:pt x="378494" y="612452"/>
                </a:cubicBezTo>
                <a:cubicBezTo>
                  <a:pt x="375708" y="607487"/>
                  <a:pt x="373511" y="602218"/>
                  <a:pt x="371993" y="596771"/>
                </a:cubicBezTo>
                <a:cubicBezTo>
                  <a:pt x="370921" y="592985"/>
                  <a:pt x="368135" y="589913"/>
                  <a:pt x="364474" y="588484"/>
                </a:cubicBezTo>
                <a:lnTo>
                  <a:pt x="347722" y="582001"/>
                </a:lnTo>
                <a:lnTo>
                  <a:pt x="347722" y="572679"/>
                </a:lnTo>
                <a:close/>
              </a:path>
            </a:pathLst>
          </a:custGeom>
          <a:solidFill>
            <a:schemeClr val="bg1"/>
          </a:solidFill>
          <a:ln w="1786" cap="flat">
            <a:noFill/>
            <a:prstDash val="solid"/>
            <a:miter/>
          </a:ln>
        </p:spPr>
        <p:txBody>
          <a:bodyPr/>
          <a:lstStyle/>
          <a:p>
            <a:endParaRPr lang="en-GB"/>
          </a:p>
        </p:txBody>
      </p:sp>
      <p:sp>
        <p:nvSpPr>
          <p:cNvPr id="61" name="Freeform 8">
            <a:extLst>
              <a:ext uri="{FF2B5EF4-FFF2-40B4-BE49-F238E27FC236}">
                <a16:creationId xmlns:a16="http://schemas.microsoft.com/office/drawing/2014/main" id="{891BD3CB-A9EF-BD5C-9685-B36B8EBE7011}"/>
              </a:ext>
            </a:extLst>
          </p:cNvPr>
          <p:cNvSpPr/>
          <p:nvPr/>
        </p:nvSpPr>
        <p:spPr>
          <a:xfrm>
            <a:off x="8005186" y="3918238"/>
            <a:ext cx="1343996" cy="1375320"/>
          </a:xfrm>
          <a:custGeom>
            <a:avLst/>
            <a:gdLst>
              <a:gd name="connsiteX0" fmla="*/ 849030 w 1248838"/>
              <a:gd name="connsiteY0" fmla="*/ 0 h 1277945"/>
              <a:gd name="connsiteX1" fmla="*/ 881472 w 1248838"/>
              <a:gd name="connsiteY1" fmla="*/ 104510 h 1277945"/>
              <a:gd name="connsiteX2" fmla="*/ 1151186 w 1248838"/>
              <a:gd name="connsiteY2" fmla="*/ 432041 h 1277945"/>
              <a:gd name="connsiteX3" fmla="*/ 1248838 w 1248838"/>
              <a:gd name="connsiteY3" fmla="*/ 485045 h 1277945"/>
              <a:gd name="connsiteX4" fmla="*/ 879102 w 1248838"/>
              <a:gd name="connsiteY4" fmla="*/ 1277945 h 1277945"/>
              <a:gd name="connsiteX5" fmla="*/ 795943 w 1248838"/>
              <a:gd name="connsiteY5" fmla="*/ 1237885 h 1277945"/>
              <a:gd name="connsiteX6" fmla="*/ 21686 w 1248838"/>
              <a:gd name="connsiteY6" fmla="*/ 296029 h 1277945"/>
              <a:gd name="connsiteX7" fmla="*/ 0 w 1248838"/>
              <a:gd name="connsiteY7" fmla="*/ 211687 h 1277945"/>
              <a:gd name="connsiteX8" fmla="*/ 849030 w 1248838"/>
              <a:gd name="connsiteY8" fmla="*/ 0 h 1277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838" h="1277945">
                <a:moveTo>
                  <a:pt x="849030" y="0"/>
                </a:moveTo>
                <a:lnTo>
                  <a:pt x="881472" y="104510"/>
                </a:lnTo>
                <a:cubicBezTo>
                  <a:pt x="937978" y="238105"/>
                  <a:pt x="1032373" y="351773"/>
                  <a:pt x="1151186" y="432041"/>
                </a:cubicBezTo>
                <a:lnTo>
                  <a:pt x="1248838" y="485045"/>
                </a:lnTo>
                <a:lnTo>
                  <a:pt x="879102" y="1277945"/>
                </a:lnTo>
                <a:lnTo>
                  <a:pt x="795943" y="1237885"/>
                </a:lnTo>
                <a:cubicBezTo>
                  <a:pt x="429017" y="1038559"/>
                  <a:pt x="147790" y="701466"/>
                  <a:pt x="21686" y="296029"/>
                </a:cubicBezTo>
                <a:lnTo>
                  <a:pt x="0" y="211687"/>
                </a:lnTo>
                <a:lnTo>
                  <a:pt x="849030" y="0"/>
                </a:lnTo>
                <a:close/>
              </a:path>
            </a:pathLst>
          </a:custGeom>
          <a:gradFill>
            <a:gsLst>
              <a:gs pos="0">
                <a:schemeClr val="accent2"/>
              </a:gs>
              <a:gs pos="8000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62" name="Group 61">
            <a:extLst>
              <a:ext uri="{FF2B5EF4-FFF2-40B4-BE49-F238E27FC236}">
                <a16:creationId xmlns:a16="http://schemas.microsoft.com/office/drawing/2014/main" id="{BE80D149-42DF-8915-95E0-26B71E4E9915}"/>
              </a:ext>
            </a:extLst>
          </p:cNvPr>
          <p:cNvGrpSpPr>
            <a:grpSpLocks noChangeAspect="1"/>
          </p:cNvGrpSpPr>
          <p:nvPr/>
        </p:nvGrpSpPr>
        <p:grpSpPr>
          <a:xfrm>
            <a:off x="8451345" y="4262874"/>
            <a:ext cx="444877" cy="519024"/>
            <a:chOff x="10645776" y="334963"/>
            <a:chExt cx="1228725" cy="1433513"/>
          </a:xfrm>
          <a:solidFill>
            <a:schemeClr val="bg1"/>
          </a:solidFill>
        </p:grpSpPr>
        <p:sp>
          <p:nvSpPr>
            <p:cNvPr id="63" name="Freeform 20">
              <a:extLst>
                <a:ext uri="{FF2B5EF4-FFF2-40B4-BE49-F238E27FC236}">
                  <a16:creationId xmlns:a16="http://schemas.microsoft.com/office/drawing/2014/main" id="{F974EE6F-D5BE-4432-761A-4BD0C2547D95}"/>
                </a:ext>
              </a:extLst>
            </p:cNvPr>
            <p:cNvSpPr>
              <a:spLocks noEditPoints="1"/>
            </p:cNvSpPr>
            <p:nvPr/>
          </p:nvSpPr>
          <p:spPr bwMode="auto">
            <a:xfrm>
              <a:off x="10645776" y="334963"/>
              <a:ext cx="1228725" cy="1433513"/>
            </a:xfrm>
            <a:custGeom>
              <a:avLst/>
              <a:gdLst>
                <a:gd name="T0" fmla="*/ 838 w 2963"/>
                <a:gd name="T1" fmla="*/ 153 h 3465"/>
                <a:gd name="T2" fmla="*/ 277 w 2963"/>
                <a:gd name="T3" fmla="*/ 259 h 3465"/>
                <a:gd name="T4" fmla="*/ 0 w 2963"/>
                <a:gd name="T5" fmla="*/ 1299 h 3465"/>
                <a:gd name="T6" fmla="*/ 195 w 2963"/>
                <a:gd name="T7" fmla="*/ 3419 h 3465"/>
                <a:gd name="T8" fmla="*/ 2341 w 2963"/>
                <a:gd name="T9" fmla="*/ 3456 h 3465"/>
                <a:gd name="T10" fmla="*/ 2673 w 2963"/>
                <a:gd name="T11" fmla="*/ 3146 h 3465"/>
                <a:gd name="T12" fmla="*/ 2837 w 2963"/>
                <a:gd name="T13" fmla="*/ 2817 h 3465"/>
                <a:gd name="T14" fmla="*/ 2878 w 2963"/>
                <a:gd name="T15" fmla="*/ 2614 h 3465"/>
                <a:gd name="T16" fmla="*/ 2937 w 2963"/>
                <a:gd name="T17" fmla="*/ 2344 h 3465"/>
                <a:gd name="T18" fmla="*/ 2890 w 2963"/>
                <a:gd name="T19" fmla="*/ 2183 h 3465"/>
                <a:gd name="T20" fmla="*/ 2681 w 2963"/>
                <a:gd name="T21" fmla="*/ 1283 h 3465"/>
                <a:gd name="T22" fmla="*/ 2389 w 2963"/>
                <a:gd name="T23" fmla="*/ 258 h 3465"/>
                <a:gd name="T24" fmla="*/ 1790 w 2963"/>
                <a:gd name="T25" fmla="*/ 151 h 3465"/>
                <a:gd name="T26" fmla="*/ 1380 w 2963"/>
                <a:gd name="T27" fmla="*/ 0 h 3465"/>
                <a:gd name="T28" fmla="*/ 1614 w 2963"/>
                <a:gd name="T29" fmla="*/ 229 h 3465"/>
                <a:gd name="T30" fmla="*/ 1336 w 2963"/>
                <a:gd name="T31" fmla="*/ 548 h 3465"/>
                <a:gd name="T32" fmla="*/ 1134 w 2963"/>
                <a:gd name="T33" fmla="*/ 162 h 3465"/>
                <a:gd name="T34" fmla="*/ 731 w 2963"/>
                <a:gd name="T35" fmla="*/ 445 h 3465"/>
                <a:gd name="T36" fmla="*/ 441 w 2963"/>
                <a:gd name="T37" fmla="*/ 3026 h 3465"/>
                <a:gd name="T38" fmla="*/ 2449 w 2963"/>
                <a:gd name="T39" fmla="*/ 3183 h 3465"/>
                <a:gd name="T40" fmla="*/ 2545 w 2963"/>
                <a:gd name="T41" fmla="*/ 2984 h 3465"/>
                <a:gd name="T42" fmla="*/ 2586 w 2963"/>
                <a:gd name="T43" fmla="*/ 3165 h 3465"/>
                <a:gd name="T44" fmla="*/ 223 w 2963"/>
                <a:gd name="T45" fmla="*/ 3343 h 3465"/>
                <a:gd name="T46" fmla="*/ 143 w 2963"/>
                <a:gd name="T47" fmla="*/ 432 h 3465"/>
                <a:gd name="T48" fmla="*/ 2448 w 2963"/>
                <a:gd name="T49" fmla="*/ 356 h 3465"/>
                <a:gd name="T50" fmla="*/ 2575 w 2963"/>
                <a:gd name="T51" fmla="*/ 2015 h 3465"/>
                <a:gd name="T52" fmla="*/ 2400 w 2963"/>
                <a:gd name="T53" fmla="*/ 480 h 3465"/>
                <a:gd name="T54" fmla="*/ 2390 w 2963"/>
                <a:gd name="T55" fmla="*/ 340 h 3465"/>
                <a:gd name="T56" fmla="*/ 2251 w 2963"/>
                <a:gd name="T57" fmla="*/ 532 h 3465"/>
                <a:gd name="T58" fmla="*/ 2353 w 2963"/>
                <a:gd name="T59" fmla="*/ 1951 h 3465"/>
                <a:gd name="T60" fmla="*/ 2218 w 2963"/>
                <a:gd name="T61" fmla="*/ 2053 h 3465"/>
                <a:gd name="T62" fmla="*/ 523 w 2963"/>
                <a:gd name="T63" fmla="*/ 2198 h 3465"/>
                <a:gd name="T64" fmla="*/ 2015 w 2963"/>
                <a:gd name="T65" fmla="*/ 2256 h 3465"/>
                <a:gd name="T66" fmla="*/ 1915 w 2963"/>
                <a:gd name="T67" fmla="*/ 2390 h 3465"/>
                <a:gd name="T68" fmla="*/ 894 w 2963"/>
                <a:gd name="T69" fmla="*/ 2489 h 3465"/>
                <a:gd name="T70" fmla="*/ 1954 w 2963"/>
                <a:gd name="T71" fmla="*/ 2607 h 3465"/>
                <a:gd name="T72" fmla="*/ 1523 w 2963"/>
                <a:gd name="T73" fmla="*/ 2698 h 3465"/>
                <a:gd name="T74" fmla="*/ 2176 w 2963"/>
                <a:gd name="T75" fmla="*/ 2911 h 3465"/>
                <a:gd name="T76" fmla="*/ 2316 w 2963"/>
                <a:gd name="T77" fmla="*/ 2982 h 3465"/>
                <a:gd name="T78" fmla="*/ 2396 w 2963"/>
                <a:gd name="T79" fmla="*/ 3120 h 3465"/>
                <a:gd name="T80" fmla="*/ 717 w 2963"/>
                <a:gd name="T81" fmla="*/ 2943 h 3465"/>
                <a:gd name="T82" fmla="*/ 436 w 2963"/>
                <a:gd name="T83" fmla="*/ 2715 h 3465"/>
                <a:gd name="T84" fmla="*/ 424 w 2963"/>
                <a:gd name="T85" fmla="*/ 532 h 3465"/>
                <a:gd name="T86" fmla="*/ 2605 w 2963"/>
                <a:gd name="T87" fmla="*/ 2150 h 3465"/>
                <a:gd name="T88" fmla="*/ 2775 w 2963"/>
                <a:gd name="T89" fmla="*/ 2188 h 3465"/>
                <a:gd name="T90" fmla="*/ 2791 w 2963"/>
                <a:gd name="T91" fmla="*/ 2374 h 3465"/>
                <a:gd name="T92" fmla="*/ 2878 w 2963"/>
                <a:gd name="T93" fmla="*/ 2513 h 3465"/>
                <a:gd name="T94" fmla="*/ 2756 w 2963"/>
                <a:gd name="T95" fmla="*/ 2670 h 3465"/>
                <a:gd name="T96" fmla="*/ 2702 w 2963"/>
                <a:gd name="T97" fmla="*/ 2819 h 3465"/>
                <a:gd name="T98" fmla="*/ 2508 w 2963"/>
                <a:gd name="T99" fmla="*/ 2856 h 3465"/>
                <a:gd name="T100" fmla="*/ 2368 w 2963"/>
                <a:gd name="T101" fmla="*/ 2876 h 3465"/>
                <a:gd name="T102" fmla="*/ 2210 w 2963"/>
                <a:gd name="T103" fmla="*/ 2796 h 3465"/>
                <a:gd name="T104" fmla="*/ 2093 w 2963"/>
                <a:gd name="T105" fmla="*/ 2724 h 3465"/>
                <a:gd name="T106" fmla="*/ 2045 w 2963"/>
                <a:gd name="T107" fmla="*/ 2543 h 3465"/>
                <a:gd name="T108" fmla="*/ 2015 w 2963"/>
                <a:gd name="T109" fmla="*/ 2408 h 3465"/>
                <a:gd name="T110" fmla="*/ 2112 w 2963"/>
                <a:gd name="T111" fmla="*/ 2251 h 3465"/>
                <a:gd name="T112" fmla="*/ 2190 w 2963"/>
                <a:gd name="T113" fmla="*/ 2130 h 3465"/>
                <a:gd name="T114" fmla="*/ 2361 w 2963"/>
                <a:gd name="T115" fmla="*/ 2070 h 3465"/>
                <a:gd name="T116" fmla="*/ 2501 w 2963"/>
                <a:gd name="T117" fmla="*/ 2065 h 3465"/>
                <a:gd name="T118" fmla="*/ 345 w 2963"/>
                <a:gd name="T119" fmla="*/ 2798 h 3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963" h="3465">
                  <a:moveTo>
                    <a:pt x="1185" y="23"/>
                  </a:moveTo>
                  <a:lnTo>
                    <a:pt x="1160" y="36"/>
                  </a:lnTo>
                  <a:lnTo>
                    <a:pt x="1106" y="76"/>
                  </a:lnTo>
                  <a:lnTo>
                    <a:pt x="1085" y="96"/>
                  </a:lnTo>
                  <a:lnTo>
                    <a:pt x="1069" y="113"/>
                  </a:lnTo>
                  <a:lnTo>
                    <a:pt x="1042" y="134"/>
                  </a:lnTo>
                  <a:lnTo>
                    <a:pt x="1003" y="145"/>
                  </a:lnTo>
                  <a:lnTo>
                    <a:pt x="939" y="150"/>
                  </a:lnTo>
                  <a:lnTo>
                    <a:pt x="890" y="151"/>
                  </a:lnTo>
                  <a:lnTo>
                    <a:pt x="838" y="153"/>
                  </a:lnTo>
                  <a:lnTo>
                    <a:pt x="775" y="157"/>
                  </a:lnTo>
                  <a:lnTo>
                    <a:pt x="751" y="164"/>
                  </a:lnTo>
                  <a:lnTo>
                    <a:pt x="742" y="171"/>
                  </a:lnTo>
                  <a:lnTo>
                    <a:pt x="736" y="186"/>
                  </a:lnTo>
                  <a:lnTo>
                    <a:pt x="735" y="201"/>
                  </a:lnTo>
                  <a:lnTo>
                    <a:pt x="730" y="248"/>
                  </a:lnTo>
                  <a:lnTo>
                    <a:pt x="505" y="248"/>
                  </a:lnTo>
                  <a:lnTo>
                    <a:pt x="436" y="248"/>
                  </a:lnTo>
                  <a:lnTo>
                    <a:pt x="340" y="251"/>
                  </a:lnTo>
                  <a:lnTo>
                    <a:pt x="277" y="259"/>
                  </a:lnTo>
                  <a:lnTo>
                    <a:pt x="229" y="274"/>
                  </a:lnTo>
                  <a:lnTo>
                    <a:pt x="205" y="285"/>
                  </a:lnTo>
                  <a:lnTo>
                    <a:pt x="172" y="301"/>
                  </a:lnTo>
                  <a:lnTo>
                    <a:pt x="113" y="350"/>
                  </a:lnTo>
                  <a:lnTo>
                    <a:pt x="62" y="411"/>
                  </a:lnTo>
                  <a:lnTo>
                    <a:pt x="26" y="480"/>
                  </a:lnTo>
                  <a:lnTo>
                    <a:pt x="15" y="516"/>
                  </a:lnTo>
                  <a:lnTo>
                    <a:pt x="11" y="546"/>
                  </a:lnTo>
                  <a:lnTo>
                    <a:pt x="4" y="738"/>
                  </a:lnTo>
                  <a:lnTo>
                    <a:pt x="0" y="1299"/>
                  </a:lnTo>
                  <a:lnTo>
                    <a:pt x="1" y="1893"/>
                  </a:lnTo>
                  <a:lnTo>
                    <a:pt x="5" y="2651"/>
                  </a:lnTo>
                  <a:lnTo>
                    <a:pt x="14" y="3125"/>
                  </a:lnTo>
                  <a:lnTo>
                    <a:pt x="23" y="3217"/>
                  </a:lnTo>
                  <a:lnTo>
                    <a:pt x="30" y="3247"/>
                  </a:lnTo>
                  <a:lnTo>
                    <a:pt x="35" y="3256"/>
                  </a:lnTo>
                  <a:lnTo>
                    <a:pt x="51" y="3284"/>
                  </a:lnTo>
                  <a:lnTo>
                    <a:pt x="92" y="3336"/>
                  </a:lnTo>
                  <a:lnTo>
                    <a:pt x="141" y="3382"/>
                  </a:lnTo>
                  <a:lnTo>
                    <a:pt x="195" y="3419"/>
                  </a:lnTo>
                  <a:lnTo>
                    <a:pt x="223" y="3433"/>
                  </a:lnTo>
                  <a:lnTo>
                    <a:pt x="235" y="3438"/>
                  </a:lnTo>
                  <a:lnTo>
                    <a:pt x="264" y="3447"/>
                  </a:lnTo>
                  <a:lnTo>
                    <a:pt x="339" y="3456"/>
                  </a:lnTo>
                  <a:lnTo>
                    <a:pt x="562" y="3462"/>
                  </a:lnTo>
                  <a:lnTo>
                    <a:pt x="999" y="3465"/>
                  </a:lnTo>
                  <a:lnTo>
                    <a:pt x="1340" y="3465"/>
                  </a:lnTo>
                  <a:lnTo>
                    <a:pt x="1680" y="3465"/>
                  </a:lnTo>
                  <a:lnTo>
                    <a:pt x="2118" y="3462"/>
                  </a:lnTo>
                  <a:lnTo>
                    <a:pt x="2341" y="3456"/>
                  </a:lnTo>
                  <a:lnTo>
                    <a:pt x="2415" y="3447"/>
                  </a:lnTo>
                  <a:lnTo>
                    <a:pt x="2445" y="3438"/>
                  </a:lnTo>
                  <a:lnTo>
                    <a:pt x="2456" y="3433"/>
                  </a:lnTo>
                  <a:lnTo>
                    <a:pt x="2484" y="3419"/>
                  </a:lnTo>
                  <a:lnTo>
                    <a:pt x="2534" y="3388"/>
                  </a:lnTo>
                  <a:lnTo>
                    <a:pt x="2576" y="3351"/>
                  </a:lnTo>
                  <a:lnTo>
                    <a:pt x="2611" y="3309"/>
                  </a:lnTo>
                  <a:lnTo>
                    <a:pt x="2639" y="3261"/>
                  </a:lnTo>
                  <a:lnTo>
                    <a:pt x="2660" y="3207"/>
                  </a:lnTo>
                  <a:lnTo>
                    <a:pt x="2673" y="3146"/>
                  </a:lnTo>
                  <a:lnTo>
                    <a:pt x="2680" y="3079"/>
                  </a:lnTo>
                  <a:lnTo>
                    <a:pt x="2681" y="3043"/>
                  </a:lnTo>
                  <a:lnTo>
                    <a:pt x="2682" y="2971"/>
                  </a:lnTo>
                  <a:lnTo>
                    <a:pt x="2690" y="2925"/>
                  </a:lnTo>
                  <a:lnTo>
                    <a:pt x="2702" y="2915"/>
                  </a:lnTo>
                  <a:lnTo>
                    <a:pt x="2711" y="2915"/>
                  </a:lnTo>
                  <a:lnTo>
                    <a:pt x="2718" y="2914"/>
                  </a:lnTo>
                  <a:lnTo>
                    <a:pt x="2739" y="2903"/>
                  </a:lnTo>
                  <a:lnTo>
                    <a:pt x="2780" y="2872"/>
                  </a:lnTo>
                  <a:lnTo>
                    <a:pt x="2837" y="2817"/>
                  </a:lnTo>
                  <a:lnTo>
                    <a:pt x="2869" y="2778"/>
                  </a:lnTo>
                  <a:lnTo>
                    <a:pt x="2880" y="2758"/>
                  </a:lnTo>
                  <a:lnTo>
                    <a:pt x="2881" y="2751"/>
                  </a:lnTo>
                  <a:lnTo>
                    <a:pt x="2880" y="2741"/>
                  </a:lnTo>
                  <a:lnTo>
                    <a:pt x="2866" y="2706"/>
                  </a:lnTo>
                  <a:lnTo>
                    <a:pt x="2855" y="2688"/>
                  </a:lnTo>
                  <a:lnTo>
                    <a:pt x="2844" y="2672"/>
                  </a:lnTo>
                  <a:lnTo>
                    <a:pt x="2836" y="2647"/>
                  </a:lnTo>
                  <a:lnTo>
                    <a:pt x="2846" y="2630"/>
                  </a:lnTo>
                  <a:lnTo>
                    <a:pt x="2878" y="2614"/>
                  </a:lnTo>
                  <a:lnTo>
                    <a:pt x="2903" y="2605"/>
                  </a:lnTo>
                  <a:lnTo>
                    <a:pt x="2921" y="2599"/>
                  </a:lnTo>
                  <a:lnTo>
                    <a:pt x="2943" y="2586"/>
                  </a:lnTo>
                  <a:lnTo>
                    <a:pt x="2955" y="2562"/>
                  </a:lnTo>
                  <a:lnTo>
                    <a:pt x="2960" y="2518"/>
                  </a:lnTo>
                  <a:lnTo>
                    <a:pt x="2961" y="2483"/>
                  </a:lnTo>
                  <a:lnTo>
                    <a:pt x="2963" y="2444"/>
                  </a:lnTo>
                  <a:lnTo>
                    <a:pt x="2958" y="2386"/>
                  </a:lnTo>
                  <a:lnTo>
                    <a:pt x="2947" y="2357"/>
                  </a:lnTo>
                  <a:lnTo>
                    <a:pt x="2937" y="2344"/>
                  </a:lnTo>
                  <a:lnTo>
                    <a:pt x="2924" y="2336"/>
                  </a:lnTo>
                  <a:lnTo>
                    <a:pt x="2907" y="2332"/>
                  </a:lnTo>
                  <a:lnTo>
                    <a:pt x="2898" y="2331"/>
                  </a:lnTo>
                  <a:lnTo>
                    <a:pt x="2879" y="2330"/>
                  </a:lnTo>
                  <a:lnTo>
                    <a:pt x="2858" y="2320"/>
                  </a:lnTo>
                  <a:lnTo>
                    <a:pt x="2849" y="2310"/>
                  </a:lnTo>
                  <a:lnTo>
                    <a:pt x="2843" y="2291"/>
                  </a:lnTo>
                  <a:lnTo>
                    <a:pt x="2849" y="2255"/>
                  </a:lnTo>
                  <a:lnTo>
                    <a:pt x="2860" y="2235"/>
                  </a:lnTo>
                  <a:lnTo>
                    <a:pt x="2890" y="2183"/>
                  </a:lnTo>
                  <a:lnTo>
                    <a:pt x="2806" y="2098"/>
                  </a:lnTo>
                  <a:lnTo>
                    <a:pt x="2772" y="2065"/>
                  </a:lnTo>
                  <a:lnTo>
                    <a:pt x="2729" y="2032"/>
                  </a:lnTo>
                  <a:lnTo>
                    <a:pt x="2708" y="2022"/>
                  </a:lnTo>
                  <a:lnTo>
                    <a:pt x="2703" y="2023"/>
                  </a:lnTo>
                  <a:lnTo>
                    <a:pt x="2700" y="2023"/>
                  </a:lnTo>
                  <a:lnTo>
                    <a:pt x="2695" y="2009"/>
                  </a:lnTo>
                  <a:lnTo>
                    <a:pt x="2689" y="1953"/>
                  </a:lnTo>
                  <a:lnTo>
                    <a:pt x="2682" y="1674"/>
                  </a:lnTo>
                  <a:lnTo>
                    <a:pt x="2681" y="1283"/>
                  </a:lnTo>
                  <a:lnTo>
                    <a:pt x="2681" y="538"/>
                  </a:lnTo>
                  <a:lnTo>
                    <a:pt x="2636" y="446"/>
                  </a:lnTo>
                  <a:lnTo>
                    <a:pt x="2625" y="425"/>
                  </a:lnTo>
                  <a:lnTo>
                    <a:pt x="2598" y="385"/>
                  </a:lnTo>
                  <a:lnTo>
                    <a:pt x="2568" y="350"/>
                  </a:lnTo>
                  <a:lnTo>
                    <a:pt x="2535" y="319"/>
                  </a:lnTo>
                  <a:lnTo>
                    <a:pt x="2518" y="306"/>
                  </a:lnTo>
                  <a:lnTo>
                    <a:pt x="2493" y="289"/>
                  </a:lnTo>
                  <a:lnTo>
                    <a:pt x="2450" y="268"/>
                  </a:lnTo>
                  <a:lnTo>
                    <a:pt x="2389" y="258"/>
                  </a:lnTo>
                  <a:lnTo>
                    <a:pt x="2282" y="253"/>
                  </a:lnTo>
                  <a:lnTo>
                    <a:pt x="2198" y="251"/>
                  </a:lnTo>
                  <a:lnTo>
                    <a:pt x="1950" y="246"/>
                  </a:lnTo>
                  <a:lnTo>
                    <a:pt x="1945" y="201"/>
                  </a:lnTo>
                  <a:lnTo>
                    <a:pt x="1943" y="186"/>
                  </a:lnTo>
                  <a:lnTo>
                    <a:pt x="1937" y="171"/>
                  </a:lnTo>
                  <a:lnTo>
                    <a:pt x="1928" y="164"/>
                  </a:lnTo>
                  <a:lnTo>
                    <a:pt x="1904" y="157"/>
                  </a:lnTo>
                  <a:lnTo>
                    <a:pt x="1841" y="153"/>
                  </a:lnTo>
                  <a:lnTo>
                    <a:pt x="1790" y="151"/>
                  </a:lnTo>
                  <a:lnTo>
                    <a:pt x="1741" y="150"/>
                  </a:lnTo>
                  <a:lnTo>
                    <a:pt x="1676" y="145"/>
                  </a:lnTo>
                  <a:lnTo>
                    <a:pt x="1638" y="134"/>
                  </a:lnTo>
                  <a:lnTo>
                    <a:pt x="1610" y="113"/>
                  </a:lnTo>
                  <a:lnTo>
                    <a:pt x="1595" y="96"/>
                  </a:lnTo>
                  <a:lnTo>
                    <a:pt x="1573" y="76"/>
                  </a:lnTo>
                  <a:lnTo>
                    <a:pt x="1516" y="36"/>
                  </a:lnTo>
                  <a:lnTo>
                    <a:pt x="1490" y="23"/>
                  </a:lnTo>
                  <a:lnTo>
                    <a:pt x="1459" y="12"/>
                  </a:lnTo>
                  <a:lnTo>
                    <a:pt x="1380" y="0"/>
                  </a:lnTo>
                  <a:lnTo>
                    <a:pt x="1293" y="0"/>
                  </a:lnTo>
                  <a:lnTo>
                    <a:pt x="1214" y="12"/>
                  </a:lnTo>
                  <a:lnTo>
                    <a:pt x="1185" y="23"/>
                  </a:lnTo>
                  <a:close/>
                  <a:moveTo>
                    <a:pt x="1483" y="106"/>
                  </a:moveTo>
                  <a:lnTo>
                    <a:pt x="1504" y="120"/>
                  </a:lnTo>
                  <a:lnTo>
                    <a:pt x="1544" y="161"/>
                  </a:lnTo>
                  <a:lnTo>
                    <a:pt x="1556" y="181"/>
                  </a:lnTo>
                  <a:lnTo>
                    <a:pt x="1565" y="199"/>
                  </a:lnTo>
                  <a:lnTo>
                    <a:pt x="1583" y="220"/>
                  </a:lnTo>
                  <a:lnTo>
                    <a:pt x="1614" y="229"/>
                  </a:lnTo>
                  <a:lnTo>
                    <a:pt x="1675" y="231"/>
                  </a:lnTo>
                  <a:lnTo>
                    <a:pt x="1723" y="231"/>
                  </a:lnTo>
                  <a:lnTo>
                    <a:pt x="1863" y="231"/>
                  </a:lnTo>
                  <a:lnTo>
                    <a:pt x="1868" y="383"/>
                  </a:lnTo>
                  <a:lnTo>
                    <a:pt x="1870" y="444"/>
                  </a:lnTo>
                  <a:lnTo>
                    <a:pt x="1869" y="530"/>
                  </a:lnTo>
                  <a:lnTo>
                    <a:pt x="1866" y="541"/>
                  </a:lnTo>
                  <a:lnTo>
                    <a:pt x="1834" y="544"/>
                  </a:lnTo>
                  <a:lnTo>
                    <a:pt x="1546" y="548"/>
                  </a:lnTo>
                  <a:lnTo>
                    <a:pt x="1336" y="548"/>
                  </a:lnTo>
                  <a:lnTo>
                    <a:pt x="815" y="548"/>
                  </a:lnTo>
                  <a:lnTo>
                    <a:pt x="815" y="390"/>
                  </a:lnTo>
                  <a:lnTo>
                    <a:pt x="815" y="231"/>
                  </a:lnTo>
                  <a:lnTo>
                    <a:pt x="956" y="231"/>
                  </a:lnTo>
                  <a:lnTo>
                    <a:pt x="1005" y="231"/>
                  </a:lnTo>
                  <a:lnTo>
                    <a:pt x="1065" y="229"/>
                  </a:lnTo>
                  <a:lnTo>
                    <a:pt x="1097" y="220"/>
                  </a:lnTo>
                  <a:lnTo>
                    <a:pt x="1114" y="199"/>
                  </a:lnTo>
                  <a:lnTo>
                    <a:pt x="1123" y="181"/>
                  </a:lnTo>
                  <a:lnTo>
                    <a:pt x="1134" y="162"/>
                  </a:lnTo>
                  <a:lnTo>
                    <a:pt x="1165" y="129"/>
                  </a:lnTo>
                  <a:lnTo>
                    <a:pt x="1204" y="103"/>
                  </a:lnTo>
                  <a:lnTo>
                    <a:pt x="1249" y="84"/>
                  </a:lnTo>
                  <a:lnTo>
                    <a:pt x="1299" y="74"/>
                  </a:lnTo>
                  <a:lnTo>
                    <a:pt x="1351" y="72"/>
                  </a:lnTo>
                  <a:lnTo>
                    <a:pt x="1405" y="78"/>
                  </a:lnTo>
                  <a:lnTo>
                    <a:pt x="1458" y="94"/>
                  </a:lnTo>
                  <a:lnTo>
                    <a:pt x="1483" y="106"/>
                  </a:lnTo>
                  <a:close/>
                  <a:moveTo>
                    <a:pt x="731" y="388"/>
                  </a:moveTo>
                  <a:lnTo>
                    <a:pt x="731" y="445"/>
                  </a:lnTo>
                  <a:lnTo>
                    <a:pt x="513" y="451"/>
                  </a:lnTo>
                  <a:lnTo>
                    <a:pt x="439" y="453"/>
                  </a:lnTo>
                  <a:lnTo>
                    <a:pt x="345" y="457"/>
                  </a:lnTo>
                  <a:lnTo>
                    <a:pt x="296" y="467"/>
                  </a:lnTo>
                  <a:lnTo>
                    <a:pt x="269" y="487"/>
                  </a:lnTo>
                  <a:lnTo>
                    <a:pt x="255" y="503"/>
                  </a:lnTo>
                  <a:lnTo>
                    <a:pt x="215" y="550"/>
                  </a:lnTo>
                  <a:lnTo>
                    <a:pt x="215" y="1670"/>
                  </a:lnTo>
                  <a:lnTo>
                    <a:pt x="215" y="2790"/>
                  </a:lnTo>
                  <a:lnTo>
                    <a:pt x="441" y="3026"/>
                  </a:lnTo>
                  <a:lnTo>
                    <a:pt x="668" y="3265"/>
                  </a:lnTo>
                  <a:lnTo>
                    <a:pt x="1503" y="3265"/>
                  </a:lnTo>
                  <a:lnTo>
                    <a:pt x="1781" y="3265"/>
                  </a:lnTo>
                  <a:lnTo>
                    <a:pt x="2133" y="3263"/>
                  </a:lnTo>
                  <a:lnTo>
                    <a:pt x="2306" y="3256"/>
                  </a:lnTo>
                  <a:lnTo>
                    <a:pt x="2362" y="3246"/>
                  </a:lnTo>
                  <a:lnTo>
                    <a:pt x="2385" y="3237"/>
                  </a:lnTo>
                  <a:lnTo>
                    <a:pt x="2395" y="3231"/>
                  </a:lnTo>
                  <a:lnTo>
                    <a:pt x="2416" y="3217"/>
                  </a:lnTo>
                  <a:lnTo>
                    <a:pt x="2449" y="3183"/>
                  </a:lnTo>
                  <a:lnTo>
                    <a:pt x="2470" y="3140"/>
                  </a:lnTo>
                  <a:lnTo>
                    <a:pt x="2481" y="3087"/>
                  </a:lnTo>
                  <a:lnTo>
                    <a:pt x="2481" y="3056"/>
                  </a:lnTo>
                  <a:lnTo>
                    <a:pt x="2482" y="3041"/>
                  </a:lnTo>
                  <a:lnTo>
                    <a:pt x="2485" y="3018"/>
                  </a:lnTo>
                  <a:lnTo>
                    <a:pt x="2493" y="3004"/>
                  </a:lnTo>
                  <a:lnTo>
                    <a:pt x="2509" y="2997"/>
                  </a:lnTo>
                  <a:lnTo>
                    <a:pt x="2520" y="2995"/>
                  </a:lnTo>
                  <a:lnTo>
                    <a:pt x="2529" y="2993"/>
                  </a:lnTo>
                  <a:lnTo>
                    <a:pt x="2545" y="2984"/>
                  </a:lnTo>
                  <a:lnTo>
                    <a:pt x="2559" y="2968"/>
                  </a:lnTo>
                  <a:lnTo>
                    <a:pt x="2571" y="2946"/>
                  </a:lnTo>
                  <a:lnTo>
                    <a:pt x="2576" y="2931"/>
                  </a:lnTo>
                  <a:lnTo>
                    <a:pt x="2583" y="2913"/>
                  </a:lnTo>
                  <a:lnTo>
                    <a:pt x="2589" y="2901"/>
                  </a:lnTo>
                  <a:lnTo>
                    <a:pt x="2592" y="2901"/>
                  </a:lnTo>
                  <a:lnTo>
                    <a:pt x="2596" y="2936"/>
                  </a:lnTo>
                  <a:lnTo>
                    <a:pt x="2596" y="3023"/>
                  </a:lnTo>
                  <a:lnTo>
                    <a:pt x="2596" y="3087"/>
                  </a:lnTo>
                  <a:lnTo>
                    <a:pt x="2586" y="3165"/>
                  </a:lnTo>
                  <a:lnTo>
                    <a:pt x="2574" y="3209"/>
                  </a:lnTo>
                  <a:lnTo>
                    <a:pt x="2558" y="3246"/>
                  </a:lnTo>
                  <a:lnTo>
                    <a:pt x="2536" y="3279"/>
                  </a:lnTo>
                  <a:lnTo>
                    <a:pt x="2509" y="3307"/>
                  </a:lnTo>
                  <a:lnTo>
                    <a:pt x="2475" y="3332"/>
                  </a:lnTo>
                  <a:lnTo>
                    <a:pt x="2456" y="3343"/>
                  </a:lnTo>
                  <a:lnTo>
                    <a:pt x="2390" y="3381"/>
                  </a:lnTo>
                  <a:lnTo>
                    <a:pt x="1340" y="3381"/>
                  </a:lnTo>
                  <a:lnTo>
                    <a:pt x="290" y="3381"/>
                  </a:lnTo>
                  <a:lnTo>
                    <a:pt x="223" y="3343"/>
                  </a:lnTo>
                  <a:lnTo>
                    <a:pt x="209" y="3335"/>
                  </a:lnTo>
                  <a:lnTo>
                    <a:pt x="179" y="3311"/>
                  </a:lnTo>
                  <a:lnTo>
                    <a:pt x="151" y="3283"/>
                  </a:lnTo>
                  <a:lnTo>
                    <a:pt x="128" y="3254"/>
                  </a:lnTo>
                  <a:lnTo>
                    <a:pt x="120" y="3240"/>
                  </a:lnTo>
                  <a:lnTo>
                    <a:pt x="81" y="3173"/>
                  </a:lnTo>
                  <a:lnTo>
                    <a:pt x="86" y="1840"/>
                  </a:lnTo>
                  <a:lnTo>
                    <a:pt x="90" y="506"/>
                  </a:lnTo>
                  <a:lnTo>
                    <a:pt x="130" y="451"/>
                  </a:lnTo>
                  <a:lnTo>
                    <a:pt x="143" y="432"/>
                  </a:lnTo>
                  <a:lnTo>
                    <a:pt x="170" y="400"/>
                  </a:lnTo>
                  <a:lnTo>
                    <a:pt x="198" y="376"/>
                  </a:lnTo>
                  <a:lnTo>
                    <a:pt x="229" y="358"/>
                  </a:lnTo>
                  <a:lnTo>
                    <a:pt x="268" y="346"/>
                  </a:lnTo>
                  <a:lnTo>
                    <a:pt x="317" y="338"/>
                  </a:lnTo>
                  <a:lnTo>
                    <a:pt x="413" y="332"/>
                  </a:lnTo>
                  <a:lnTo>
                    <a:pt x="503" y="331"/>
                  </a:lnTo>
                  <a:lnTo>
                    <a:pt x="731" y="331"/>
                  </a:lnTo>
                  <a:lnTo>
                    <a:pt x="731" y="388"/>
                  </a:lnTo>
                  <a:close/>
                  <a:moveTo>
                    <a:pt x="2448" y="356"/>
                  </a:moveTo>
                  <a:lnTo>
                    <a:pt x="2470" y="370"/>
                  </a:lnTo>
                  <a:lnTo>
                    <a:pt x="2522" y="417"/>
                  </a:lnTo>
                  <a:lnTo>
                    <a:pt x="2543" y="443"/>
                  </a:lnTo>
                  <a:lnTo>
                    <a:pt x="2590" y="503"/>
                  </a:lnTo>
                  <a:lnTo>
                    <a:pt x="2593" y="1288"/>
                  </a:lnTo>
                  <a:lnTo>
                    <a:pt x="2594" y="1711"/>
                  </a:lnTo>
                  <a:lnTo>
                    <a:pt x="2589" y="1983"/>
                  </a:lnTo>
                  <a:lnTo>
                    <a:pt x="2583" y="2022"/>
                  </a:lnTo>
                  <a:lnTo>
                    <a:pt x="2578" y="2022"/>
                  </a:lnTo>
                  <a:lnTo>
                    <a:pt x="2575" y="2015"/>
                  </a:lnTo>
                  <a:lnTo>
                    <a:pt x="2569" y="2001"/>
                  </a:lnTo>
                  <a:lnTo>
                    <a:pt x="2557" y="1978"/>
                  </a:lnTo>
                  <a:lnTo>
                    <a:pt x="2543" y="1962"/>
                  </a:lnTo>
                  <a:lnTo>
                    <a:pt x="2527" y="1953"/>
                  </a:lnTo>
                  <a:lnTo>
                    <a:pt x="2518" y="1951"/>
                  </a:lnTo>
                  <a:lnTo>
                    <a:pt x="2483" y="1946"/>
                  </a:lnTo>
                  <a:lnTo>
                    <a:pt x="2478" y="1246"/>
                  </a:lnTo>
                  <a:lnTo>
                    <a:pt x="2473" y="545"/>
                  </a:lnTo>
                  <a:lnTo>
                    <a:pt x="2418" y="496"/>
                  </a:lnTo>
                  <a:lnTo>
                    <a:pt x="2400" y="480"/>
                  </a:lnTo>
                  <a:lnTo>
                    <a:pt x="2367" y="459"/>
                  </a:lnTo>
                  <a:lnTo>
                    <a:pt x="2318" y="450"/>
                  </a:lnTo>
                  <a:lnTo>
                    <a:pt x="2227" y="448"/>
                  </a:lnTo>
                  <a:lnTo>
                    <a:pt x="2156" y="448"/>
                  </a:lnTo>
                  <a:lnTo>
                    <a:pt x="1948" y="448"/>
                  </a:lnTo>
                  <a:lnTo>
                    <a:pt x="1948" y="390"/>
                  </a:lnTo>
                  <a:lnTo>
                    <a:pt x="1948" y="331"/>
                  </a:lnTo>
                  <a:lnTo>
                    <a:pt x="2173" y="331"/>
                  </a:lnTo>
                  <a:lnTo>
                    <a:pt x="2287" y="332"/>
                  </a:lnTo>
                  <a:lnTo>
                    <a:pt x="2390" y="340"/>
                  </a:lnTo>
                  <a:lnTo>
                    <a:pt x="2433" y="350"/>
                  </a:lnTo>
                  <a:lnTo>
                    <a:pt x="2448" y="356"/>
                  </a:lnTo>
                  <a:close/>
                  <a:moveTo>
                    <a:pt x="731" y="573"/>
                  </a:moveTo>
                  <a:lnTo>
                    <a:pt x="731" y="615"/>
                  </a:lnTo>
                  <a:lnTo>
                    <a:pt x="1340" y="615"/>
                  </a:lnTo>
                  <a:lnTo>
                    <a:pt x="1948" y="615"/>
                  </a:lnTo>
                  <a:lnTo>
                    <a:pt x="1948" y="573"/>
                  </a:lnTo>
                  <a:lnTo>
                    <a:pt x="1948" y="531"/>
                  </a:lnTo>
                  <a:lnTo>
                    <a:pt x="2146" y="531"/>
                  </a:lnTo>
                  <a:lnTo>
                    <a:pt x="2251" y="532"/>
                  </a:lnTo>
                  <a:lnTo>
                    <a:pt x="2334" y="540"/>
                  </a:lnTo>
                  <a:lnTo>
                    <a:pt x="2363" y="550"/>
                  </a:lnTo>
                  <a:lnTo>
                    <a:pt x="2371" y="558"/>
                  </a:lnTo>
                  <a:lnTo>
                    <a:pt x="2376" y="563"/>
                  </a:lnTo>
                  <a:lnTo>
                    <a:pt x="2383" y="580"/>
                  </a:lnTo>
                  <a:lnTo>
                    <a:pt x="2390" y="630"/>
                  </a:lnTo>
                  <a:lnTo>
                    <a:pt x="2398" y="881"/>
                  </a:lnTo>
                  <a:lnTo>
                    <a:pt x="2398" y="1265"/>
                  </a:lnTo>
                  <a:lnTo>
                    <a:pt x="2398" y="1946"/>
                  </a:lnTo>
                  <a:lnTo>
                    <a:pt x="2353" y="1951"/>
                  </a:lnTo>
                  <a:lnTo>
                    <a:pt x="2340" y="1953"/>
                  </a:lnTo>
                  <a:lnTo>
                    <a:pt x="2321" y="1959"/>
                  </a:lnTo>
                  <a:lnTo>
                    <a:pt x="2309" y="1971"/>
                  </a:lnTo>
                  <a:lnTo>
                    <a:pt x="2303" y="1990"/>
                  </a:lnTo>
                  <a:lnTo>
                    <a:pt x="2301" y="2003"/>
                  </a:lnTo>
                  <a:lnTo>
                    <a:pt x="2298" y="2024"/>
                  </a:lnTo>
                  <a:lnTo>
                    <a:pt x="2286" y="2046"/>
                  </a:lnTo>
                  <a:lnTo>
                    <a:pt x="2275" y="2055"/>
                  </a:lnTo>
                  <a:lnTo>
                    <a:pt x="2255" y="2061"/>
                  </a:lnTo>
                  <a:lnTo>
                    <a:pt x="2218" y="2053"/>
                  </a:lnTo>
                  <a:lnTo>
                    <a:pt x="2196" y="2041"/>
                  </a:lnTo>
                  <a:lnTo>
                    <a:pt x="2148" y="2013"/>
                  </a:lnTo>
                  <a:lnTo>
                    <a:pt x="2068" y="2088"/>
                  </a:lnTo>
                  <a:lnTo>
                    <a:pt x="1986" y="2165"/>
                  </a:lnTo>
                  <a:lnTo>
                    <a:pt x="1255" y="2168"/>
                  </a:lnTo>
                  <a:lnTo>
                    <a:pt x="845" y="2172"/>
                  </a:lnTo>
                  <a:lnTo>
                    <a:pt x="583" y="2180"/>
                  </a:lnTo>
                  <a:lnTo>
                    <a:pt x="535" y="2188"/>
                  </a:lnTo>
                  <a:lnTo>
                    <a:pt x="524" y="2194"/>
                  </a:lnTo>
                  <a:lnTo>
                    <a:pt x="523" y="2198"/>
                  </a:lnTo>
                  <a:lnTo>
                    <a:pt x="524" y="2202"/>
                  </a:lnTo>
                  <a:lnTo>
                    <a:pt x="535" y="2208"/>
                  </a:lnTo>
                  <a:lnTo>
                    <a:pt x="583" y="2216"/>
                  </a:lnTo>
                  <a:lnTo>
                    <a:pt x="846" y="2224"/>
                  </a:lnTo>
                  <a:lnTo>
                    <a:pt x="1258" y="2228"/>
                  </a:lnTo>
                  <a:lnTo>
                    <a:pt x="1663" y="2231"/>
                  </a:lnTo>
                  <a:lnTo>
                    <a:pt x="1937" y="2239"/>
                  </a:lnTo>
                  <a:lnTo>
                    <a:pt x="1993" y="2246"/>
                  </a:lnTo>
                  <a:lnTo>
                    <a:pt x="2011" y="2252"/>
                  </a:lnTo>
                  <a:lnTo>
                    <a:pt x="2015" y="2256"/>
                  </a:lnTo>
                  <a:lnTo>
                    <a:pt x="2024" y="2270"/>
                  </a:lnTo>
                  <a:lnTo>
                    <a:pt x="2029" y="2295"/>
                  </a:lnTo>
                  <a:lnTo>
                    <a:pt x="2016" y="2316"/>
                  </a:lnTo>
                  <a:lnTo>
                    <a:pt x="1987" y="2331"/>
                  </a:lnTo>
                  <a:lnTo>
                    <a:pt x="1966" y="2336"/>
                  </a:lnTo>
                  <a:lnTo>
                    <a:pt x="1952" y="2340"/>
                  </a:lnTo>
                  <a:lnTo>
                    <a:pt x="1931" y="2348"/>
                  </a:lnTo>
                  <a:lnTo>
                    <a:pt x="1920" y="2360"/>
                  </a:lnTo>
                  <a:lnTo>
                    <a:pt x="1915" y="2378"/>
                  </a:lnTo>
                  <a:lnTo>
                    <a:pt x="1915" y="2390"/>
                  </a:lnTo>
                  <a:lnTo>
                    <a:pt x="1915" y="2431"/>
                  </a:lnTo>
                  <a:lnTo>
                    <a:pt x="1403" y="2435"/>
                  </a:lnTo>
                  <a:lnTo>
                    <a:pt x="1089" y="2438"/>
                  </a:lnTo>
                  <a:lnTo>
                    <a:pt x="936" y="2445"/>
                  </a:lnTo>
                  <a:lnTo>
                    <a:pt x="907" y="2450"/>
                  </a:lnTo>
                  <a:lnTo>
                    <a:pt x="894" y="2457"/>
                  </a:lnTo>
                  <a:lnTo>
                    <a:pt x="890" y="2467"/>
                  </a:lnTo>
                  <a:lnTo>
                    <a:pt x="890" y="2473"/>
                  </a:lnTo>
                  <a:lnTo>
                    <a:pt x="890" y="2479"/>
                  </a:lnTo>
                  <a:lnTo>
                    <a:pt x="894" y="2489"/>
                  </a:lnTo>
                  <a:lnTo>
                    <a:pt x="907" y="2496"/>
                  </a:lnTo>
                  <a:lnTo>
                    <a:pt x="936" y="2501"/>
                  </a:lnTo>
                  <a:lnTo>
                    <a:pt x="1089" y="2508"/>
                  </a:lnTo>
                  <a:lnTo>
                    <a:pt x="1403" y="2511"/>
                  </a:lnTo>
                  <a:lnTo>
                    <a:pt x="1915" y="2515"/>
                  </a:lnTo>
                  <a:lnTo>
                    <a:pt x="1915" y="2556"/>
                  </a:lnTo>
                  <a:lnTo>
                    <a:pt x="1915" y="2568"/>
                  </a:lnTo>
                  <a:lnTo>
                    <a:pt x="1920" y="2585"/>
                  </a:lnTo>
                  <a:lnTo>
                    <a:pt x="1933" y="2597"/>
                  </a:lnTo>
                  <a:lnTo>
                    <a:pt x="1954" y="2607"/>
                  </a:lnTo>
                  <a:lnTo>
                    <a:pt x="1970" y="2611"/>
                  </a:lnTo>
                  <a:lnTo>
                    <a:pt x="1995" y="2619"/>
                  </a:lnTo>
                  <a:lnTo>
                    <a:pt x="2016" y="2636"/>
                  </a:lnTo>
                  <a:lnTo>
                    <a:pt x="2022" y="2650"/>
                  </a:lnTo>
                  <a:lnTo>
                    <a:pt x="2023" y="2658"/>
                  </a:lnTo>
                  <a:lnTo>
                    <a:pt x="2023" y="2663"/>
                  </a:lnTo>
                  <a:lnTo>
                    <a:pt x="2018" y="2672"/>
                  </a:lnTo>
                  <a:lnTo>
                    <a:pt x="1994" y="2682"/>
                  </a:lnTo>
                  <a:lnTo>
                    <a:pt x="1826" y="2693"/>
                  </a:lnTo>
                  <a:lnTo>
                    <a:pt x="1523" y="2698"/>
                  </a:lnTo>
                  <a:lnTo>
                    <a:pt x="1023" y="2706"/>
                  </a:lnTo>
                  <a:lnTo>
                    <a:pt x="1018" y="2743"/>
                  </a:lnTo>
                  <a:lnTo>
                    <a:pt x="1013" y="2781"/>
                  </a:lnTo>
                  <a:lnTo>
                    <a:pt x="1510" y="2781"/>
                  </a:lnTo>
                  <a:lnTo>
                    <a:pt x="2008" y="2781"/>
                  </a:lnTo>
                  <a:lnTo>
                    <a:pt x="2073" y="2848"/>
                  </a:lnTo>
                  <a:lnTo>
                    <a:pt x="2098" y="2873"/>
                  </a:lnTo>
                  <a:lnTo>
                    <a:pt x="2137" y="2904"/>
                  </a:lnTo>
                  <a:lnTo>
                    <a:pt x="2161" y="2912"/>
                  </a:lnTo>
                  <a:lnTo>
                    <a:pt x="2176" y="2911"/>
                  </a:lnTo>
                  <a:lnTo>
                    <a:pt x="2201" y="2902"/>
                  </a:lnTo>
                  <a:lnTo>
                    <a:pt x="2221" y="2890"/>
                  </a:lnTo>
                  <a:lnTo>
                    <a:pt x="2237" y="2880"/>
                  </a:lnTo>
                  <a:lnTo>
                    <a:pt x="2257" y="2875"/>
                  </a:lnTo>
                  <a:lnTo>
                    <a:pt x="2268" y="2877"/>
                  </a:lnTo>
                  <a:lnTo>
                    <a:pt x="2282" y="2889"/>
                  </a:lnTo>
                  <a:lnTo>
                    <a:pt x="2298" y="2925"/>
                  </a:lnTo>
                  <a:lnTo>
                    <a:pt x="2305" y="2951"/>
                  </a:lnTo>
                  <a:lnTo>
                    <a:pt x="2308" y="2964"/>
                  </a:lnTo>
                  <a:lnTo>
                    <a:pt x="2316" y="2982"/>
                  </a:lnTo>
                  <a:lnTo>
                    <a:pt x="2328" y="2993"/>
                  </a:lnTo>
                  <a:lnTo>
                    <a:pt x="2345" y="2998"/>
                  </a:lnTo>
                  <a:lnTo>
                    <a:pt x="2356" y="2998"/>
                  </a:lnTo>
                  <a:lnTo>
                    <a:pt x="2369" y="2998"/>
                  </a:lnTo>
                  <a:lnTo>
                    <a:pt x="2386" y="3003"/>
                  </a:lnTo>
                  <a:lnTo>
                    <a:pt x="2395" y="3016"/>
                  </a:lnTo>
                  <a:lnTo>
                    <a:pt x="2398" y="3042"/>
                  </a:lnTo>
                  <a:lnTo>
                    <a:pt x="2398" y="3061"/>
                  </a:lnTo>
                  <a:lnTo>
                    <a:pt x="2398" y="3084"/>
                  </a:lnTo>
                  <a:lnTo>
                    <a:pt x="2396" y="3120"/>
                  </a:lnTo>
                  <a:lnTo>
                    <a:pt x="2385" y="3140"/>
                  </a:lnTo>
                  <a:lnTo>
                    <a:pt x="2372" y="3151"/>
                  </a:lnTo>
                  <a:lnTo>
                    <a:pt x="2339" y="3163"/>
                  </a:lnTo>
                  <a:lnTo>
                    <a:pt x="2261" y="3174"/>
                  </a:lnTo>
                  <a:lnTo>
                    <a:pt x="2135" y="3179"/>
                  </a:lnTo>
                  <a:lnTo>
                    <a:pt x="1840" y="3180"/>
                  </a:lnTo>
                  <a:lnTo>
                    <a:pt x="1530" y="3178"/>
                  </a:lnTo>
                  <a:lnTo>
                    <a:pt x="723" y="3173"/>
                  </a:lnTo>
                  <a:lnTo>
                    <a:pt x="720" y="3015"/>
                  </a:lnTo>
                  <a:lnTo>
                    <a:pt x="717" y="2943"/>
                  </a:lnTo>
                  <a:lnTo>
                    <a:pt x="710" y="2848"/>
                  </a:lnTo>
                  <a:lnTo>
                    <a:pt x="699" y="2805"/>
                  </a:lnTo>
                  <a:lnTo>
                    <a:pt x="688" y="2785"/>
                  </a:lnTo>
                  <a:lnTo>
                    <a:pt x="666" y="2762"/>
                  </a:lnTo>
                  <a:lnTo>
                    <a:pt x="643" y="2748"/>
                  </a:lnTo>
                  <a:lnTo>
                    <a:pt x="627" y="2739"/>
                  </a:lnTo>
                  <a:lnTo>
                    <a:pt x="592" y="2726"/>
                  </a:lnTo>
                  <a:lnTo>
                    <a:pt x="545" y="2718"/>
                  </a:lnTo>
                  <a:lnTo>
                    <a:pt x="480" y="2715"/>
                  </a:lnTo>
                  <a:lnTo>
                    <a:pt x="436" y="2715"/>
                  </a:lnTo>
                  <a:lnTo>
                    <a:pt x="281" y="2715"/>
                  </a:lnTo>
                  <a:lnTo>
                    <a:pt x="281" y="1653"/>
                  </a:lnTo>
                  <a:lnTo>
                    <a:pt x="282" y="1038"/>
                  </a:lnTo>
                  <a:lnTo>
                    <a:pt x="289" y="659"/>
                  </a:lnTo>
                  <a:lnTo>
                    <a:pt x="298" y="589"/>
                  </a:lnTo>
                  <a:lnTo>
                    <a:pt x="305" y="567"/>
                  </a:lnTo>
                  <a:lnTo>
                    <a:pt x="310" y="561"/>
                  </a:lnTo>
                  <a:lnTo>
                    <a:pt x="319" y="553"/>
                  </a:lnTo>
                  <a:lnTo>
                    <a:pt x="345" y="541"/>
                  </a:lnTo>
                  <a:lnTo>
                    <a:pt x="424" y="532"/>
                  </a:lnTo>
                  <a:lnTo>
                    <a:pt x="535" y="531"/>
                  </a:lnTo>
                  <a:lnTo>
                    <a:pt x="731" y="531"/>
                  </a:lnTo>
                  <a:lnTo>
                    <a:pt x="731" y="573"/>
                  </a:lnTo>
                  <a:close/>
                  <a:moveTo>
                    <a:pt x="2501" y="2065"/>
                  </a:moveTo>
                  <a:lnTo>
                    <a:pt x="2506" y="2078"/>
                  </a:lnTo>
                  <a:lnTo>
                    <a:pt x="2520" y="2100"/>
                  </a:lnTo>
                  <a:lnTo>
                    <a:pt x="2538" y="2120"/>
                  </a:lnTo>
                  <a:lnTo>
                    <a:pt x="2558" y="2134"/>
                  </a:lnTo>
                  <a:lnTo>
                    <a:pt x="2581" y="2145"/>
                  </a:lnTo>
                  <a:lnTo>
                    <a:pt x="2605" y="2150"/>
                  </a:lnTo>
                  <a:lnTo>
                    <a:pt x="2629" y="2149"/>
                  </a:lnTo>
                  <a:lnTo>
                    <a:pt x="2652" y="2142"/>
                  </a:lnTo>
                  <a:lnTo>
                    <a:pt x="2663" y="2136"/>
                  </a:lnTo>
                  <a:lnTo>
                    <a:pt x="2676" y="2128"/>
                  </a:lnTo>
                  <a:lnTo>
                    <a:pt x="2695" y="2121"/>
                  </a:lnTo>
                  <a:lnTo>
                    <a:pt x="2711" y="2125"/>
                  </a:lnTo>
                  <a:lnTo>
                    <a:pt x="2731" y="2141"/>
                  </a:lnTo>
                  <a:lnTo>
                    <a:pt x="2745" y="2155"/>
                  </a:lnTo>
                  <a:lnTo>
                    <a:pt x="2758" y="2168"/>
                  </a:lnTo>
                  <a:lnTo>
                    <a:pt x="2775" y="2188"/>
                  </a:lnTo>
                  <a:lnTo>
                    <a:pt x="2779" y="2205"/>
                  </a:lnTo>
                  <a:lnTo>
                    <a:pt x="2772" y="2226"/>
                  </a:lnTo>
                  <a:lnTo>
                    <a:pt x="2765" y="2240"/>
                  </a:lnTo>
                  <a:lnTo>
                    <a:pt x="2758" y="2253"/>
                  </a:lnTo>
                  <a:lnTo>
                    <a:pt x="2751" y="2274"/>
                  </a:lnTo>
                  <a:lnTo>
                    <a:pt x="2752" y="2295"/>
                  </a:lnTo>
                  <a:lnTo>
                    <a:pt x="2762" y="2321"/>
                  </a:lnTo>
                  <a:lnTo>
                    <a:pt x="2770" y="2338"/>
                  </a:lnTo>
                  <a:lnTo>
                    <a:pt x="2776" y="2351"/>
                  </a:lnTo>
                  <a:lnTo>
                    <a:pt x="2791" y="2374"/>
                  </a:lnTo>
                  <a:lnTo>
                    <a:pt x="2807" y="2390"/>
                  </a:lnTo>
                  <a:lnTo>
                    <a:pt x="2825" y="2399"/>
                  </a:lnTo>
                  <a:lnTo>
                    <a:pt x="2835" y="2401"/>
                  </a:lnTo>
                  <a:lnTo>
                    <a:pt x="2846" y="2403"/>
                  </a:lnTo>
                  <a:lnTo>
                    <a:pt x="2862" y="2410"/>
                  </a:lnTo>
                  <a:lnTo>
                    <a:pt x="2871" y="2425"/>
                  </a:lnTo>
                  <a:lnTo>
                    <a:pt x="2877" y="2450"/>
                  </a:lnTo>
                  <a:lnTo>
                    <a:pt x="2878" y="2468"/>
                  </a:lnTo>
                  <a:lnTo>
                    <a:pt x="2880" y="2487"/>
                  </a:lnTo>
                  <a:lnTo>
                    <a:pt x="2878" y="2513"/>
                  </a:lnTo>
                  <a:lnTo>
                    <a:pt x="2869" y="2527"/>
                  </a:lnTo>
                  <a:lnTo>
                    <a:pt x="2850" y="2535"/>
                  </a:lnTo>
                  <a:lnTo>
                    <a:pt x="2835" y="2538"/>
                  </a:lnTo>
                  <a:lnTo>
                    <a:pt x="2823" y="2541"/>
                  </a:lnTo>
                  <a:lnTo>
                    <a:pt x="2801" y="2554"/>
                  </a:lnTo>
                  <a:lnTo>
                    <a:pt x="2783" y="2572"/>
                  </a:lnTo>
                  <a:lnTo>
                    <a:pt x="2769" y="2594"/>
                  </a:lnTo>
                  <a:lnTo>
                    <a:pt x="2760" y="2618"/>
                  </a:lnTo>
                  <a:lnTo>
                    <a:pt x="2755" y="2644"/>
                  </a:lnTo>
                  <a:lnTo>
                    <a:pt x="2756" y="2670"/>
                  </a:lnTo>
                  <a:lnTo>
                    <a:pt x="2763" y="2694"/>
                  </a:lnTo>
                  <a:lnTo>
                    <a:pt x="2770" y="2705"/>
                  </a:lnTo>
                  <a:lnTo>
                    <a:pt x="2778" y="2717"/>
                  </a:lnTo>
                  <a:lnTo>
                    <a:pt x="2786" y="2735"/>
                  </a:lnTo>
                  <a:lnTo>
                    <a:pt x="2783" y="2752"/>
                  </a:lnTo>
                  <a:lnTo>
                    <a:pt x="2767" y="2772"/>
                  </a:lnTo>
                  <a:lnTo>
                    <a:pt x="2753" y="2786"/>
                  </a:lnTo>
                  <a:lnTo>
                    <a:pt x="2739" y="2800"/>
                  </a:lnTo>
                  <a:lnTo>
                    <a:pt x="2719" y="2816"/>
                  </a:lnTo>
                  <a:lnTo>
                    <a:pt x="2702" y="2819"/>
                  </a:lnTo>
                  <a:lnTo>
                    <a:pt x="2684" y="2811"/>
                  </a:lnTo>
                  <a:lnTo>
                    <a:pt x="2671" y="2803"/>
                  </a:lnTo>
                  <a:lnTo>
                    <a:pt x="2660" y="2797"/>
                  </a:lnTo>
                  <a:lnTo>
                    <a:pt x="2636" y="2790"/>
                  </a:lnTo>
                  <a:lnTo>
                    <a:pt x="2611" y="2789"/>
                  </a:lnTo>
                  <a:lnTo>
                    <a:pt x="2585" y="2793"/>
                  </a:lnTo>
                  <a:lnTo>
                    <a:pt x="2560" y="2803"/>
                  </a:lnTo>
                  <a:lnTo>
                    <a:pt x="2538" y="2817"/>
                  </a:lnTo>
                  <a:lnTo>
                    <a:pt x="2521" y="2835"/>
                  </a:lnTo>
                  <a:lnTo>
                    <a:pt x="2508" y="2856"/>
                  </a:lnTo>
                  <a:lnTo>
                    <a:pt x="2505" y="2868"/>
                  </a:lnTo>
                  <a:lnTo>
                    <a:pt x="2502" y="2883"/>
                  </a:lnTo>
                  <a:lnTo>
                    <a:pt x="2494" y="2903"/>
                  </a:lnTo>
                  <a:lnTo>
                    <a:pt x="2479" y="2912"/>
                  </a:lnTo>
                  <a:lnTo>
                    <a:pt x="2454" y="2913"/>
                  </a:lnTo>
                  <a:lnTo>
                    <a:pt x="2435" y="2911"/>
                  </a:lnTo>
                  <a:lnTo>
                    <a:pt x="2418" y="2910"/>
                  </a:lnTo>
                  <a:lnTo>
                    <a:pt x="2393" y="2904"/>
                  </a:lnTo>
                  <a:lnTo>
                    <a:pt x="2377" y="2893"/>
                  </a:lnTo>
                  <a:lnTo>
                    <a:pt x="2368" y="2876"/>
                  </a:lnTo>
                  <a:lnTo>
                    <a:pt x="2365" y="2865"/>
                  </a:lnTo>
                  <a:lnTo>
                    <a:pt x="2362" y="2854"/>
                  </a:lnTo>
                  <a:lnTo>
                    <a:pt x="2350" y="2836"/>
                  </a:lnTo>
                  <a:lnTo>
                    <a:pt x="2333" y="2820"/>
                  </a:lnTo>
                  <a:lnTo>
                    <a:pt x="2308" y="2806"/>
                  </a:lnTo>
                  <a:lnTo>
                    <a:pt x="2293" y="2800"/>
                  </a:lnTo>
                  <a:lnTo>
                    <a:pt x="2274" y="2793"/>
                  </a:lnTo>
                  <a:lnTo>
                    <a:pt x="2246" y="2786"/>
                  </a:lnTo>
                  <a:lnTo>
                    <a:pt x="2227" y="2786"/>
                  </a:lnTo>
                  <a:lnTo>
                    <a:pt x="2210" y="2796"/>
                  </a:lnTo>
                  <a:lnTo>
                    <a:pt x="2200" y="2805"/>
                  </a:lnTo>
                  <a:lnTo>
                    <a:pt x="2189" y="2814"/>
                  </a:lnTo>
                  <a:lnTo>
                    <a:pt x="2174" y="2823"/>
                  </a:lnTo>
                  <a:lnTo>
                    <a:pt x="2158" y="2821"/>
                  </a:lnTo>
                  <a:lnTo>
                    <a:pt x="2137" y="2806"/>
                  </a:lnTo>
                  <a:lnTo>
                    <a:pt x="2121" y="2793"/>
                  </a:lnTo>
                  <a:lnTo>
                    <a:pt x="2106" y="2779"/>
                  </a:lnTo>
                  <a:lnTo>
                    <a:pt x="2088" y="2760"/>
                  </a:lnTo>
                  <a:lnTo>
                    <a:pt x="2084" y="2744"/>
                  </a:lnTo>
                  <a:lnTo>
                    <a:pt x="2093" y="2724"/>
                  </a:lnTo>
                  <a:lnTo>
                    <a:pt x="2103" y="2710"/>
                  </a:lnTo>
                  <a:lnTo>
                    <a:pt x="2112" y="2696"/>
                  </a:lnTo>
                  <a:lnTo>
                    <a:pt x="2121" y="2675"/>
                  </a:lnTo>
                  <a:lnTo>
                    <a:pt x="2122" y="2654"/>
                  </a:lnTo>
                  <a:lnTo>
                    <a:pt x="2114" y="2628"/>
                  </a:lnTo>
                  <a:lnTo>
                    <a:pt x="2106" y="2610"/>
                  </a:lnTo>
                  <a:lnTo>
                    <a:pt x="2099" y="2594"/>
                  </a:lnTo>
                  <a:lnTo>
                    <a:pt x="2084" y="2570"/>
                  </a:lnTo>
                  <a:lnTo>
                    <a:pt x="2067" y="2554"/>
                  </a:lnTo>
                  <a:lnTo>
                    <a:pt x="2045" y="2543"/>
                  </a:lnTo>
                  <a:lnTo>
                    <a:pt x="2031" y="2540"/>
                  </a:lnTo>
                  <a:lnTo>
                    <a:pt x="2016" y="2536"/>
                  </a:lnTo>
                  <a:lnTo>
                    <a:pt x="1996" y="2527"/>
                  </a:lnTo>
                  <a:lnTo>
                    <a:pt x="1985" y="2513"/>
                  </a:lnTo>
                  <a:lnTo>
                    <a:pt x="1982" y="2489"/>
                  </a:lnTo>
                  <a:lnTo>
                    <a:pt x="1981" y="2471"/>
                  </a:lnTo>
                  <a:lnTo>
                    <a:pt x="1982" y="2454"/>
                  </a:lnTo>
                  <a:lnTo>
                    <a:pt x="1985" y="2430"/>
                  </a:lnTo>
                  <a:lnTo>
                    <a:pt x="1996" y="2416"/>
                  </a:lnTo>
                  <a:lnTo>
                    <a:pt x="2015" y="2408"/>
                  </a:lnTo>
                  <a:lnTo>
                    <a:pt x="2030" y="2405"/>
                  </a:lnTo>
                  <a:lnTo>
                    <a:pt x="2042" y="2402"/>
                  </a:lnTo>
                  <a:lnTo>
                    <a:pt x="2063" y="2391"/>
                  </a:lnTo>
                  <a:lnTo>
                    <a:pt x="2081" y="2375"/>
                  </a:lnTo>
                  <a:lnTo>
                    <a:pt x="2097" y="2352"/>
                  </a:lnTo>
                  <a:lnTo>
                    <a:pt x="2105" y="2338"/>
                  </a:lnTo>
                  <a:lnTo>
                    <a:pt x="2113" y="2319"/>
                  </a:lnTo>
                  <a:lnTo>
                    <a:pt x="2123" y="2293"/>
                  </a:lnTo>
                  <a:lnTo>
                    <a:pt x="2122" y="2272"/>
                  </a:lnTo>
                  <a:lnTo>
                    <a:pt x="2112" y="2251"/>
                  </a:lnTo>
                  <a:lnTo>
                    <a:pt x="2103" y="2238"/>
                  </a:lnTo>
                  <a:lnTo>
                    <a:pt x="2094" y="2224"/>
                  </a:lnTo>
                  <a:lnTo>
                    <a:pt x="2085" y="2204"/>
                  </a:lnTo>
                  <a:lnTo>
                    <a:pt x="2088" y="2188"/>
                  </a:lnTo>
                  <a:lnTo>
                    <a:pt x="2104" y="2167"/>
                  </a:lnTo>
                  <a:lnTo>
                    <a:pt x="2118" y="2153"/>
                  </a:lnTo>
                  <a:lnTo>
                    <a:pt x="2132" y="2139"/>
                  </a:lnTo>
                  <a:lnTo>
                    <a:pt x="2152" y="2123"/>
                  </a:lnTo>
                  <a:lnTo>
                    <a:pt x="2169" y="2120"/>
                  </a:lnTo>
                  <a:lnTo>
                    <a:pt x="2190" y="2130"/>
                  </a:lnTo>
                  <a:lnTo>
                    <a:pt x="2205" y="2140"/>
                  </a:lnTo>
                  <a:lnTo>
                    <a:pt x="2219" y="2149"/>
                  </a:lnTo>
                  <a:lnTo>
                    <a:pt x="2239" y="2159"/>
                  </a:lnTo>
                  <a:lnTo>
                    <a:pt x="2258" y="2158"/>
                  </a:lnTo>
                  <a:lnTo>
                    <a:pt x="2283" y="2147"/>
                  </a:lnTo>
                  <a:lnTo>
                    <a:pt x="2301" y="2136"/>
                  </a:lnTo>
                  <a:lnTo>
                    <a:pt x="2323" y="2122"/>
                  </a:lnTo>
                  <a:lnTo>
                    <a:pt x="2349" y="2094"/>
                  </a:lnTo>
                  <a:lnTo>
                    <a:pt x="2359" y="2077"/>
                  </a:lnTo>
                  <a:lnTo>
                    <a:pt x="2361" y="2070"/>
                  </a:lnTo>
                  <a:lnTo>
                    <a:pt x="2363" y="2061"/>
                  </a:lnTo>
                  <a:lnTo>
                    <a:pt x="2371" y="2046"/>
                  </a:lnTo>
                  <a:lnTo>
                    <a:pt x="2383" y="2036"/>
                  </a:lnTo>
                  <a:lnTo>
                    <a:pt x="2401" y="2028"/>
                  </a:lnTo>
                  <a:lnTo>
                    <a:pt x="2411" y="2026"/>
                  </a:lnTo>
                  <a:lnTo>
                    <a:pt x="2450" y="2021"/>
                  </a:lnTo>
                  <a:lnTo>
                    <a:pt x="2470" y="2016"/>
                  </a:lnTo>
                  <a:lnTo>
                    <a:pt x="2476" y="2019"/>
                  </a:lnTo>
                  <a:lnTo>
                    <a:pt x="2493" y="2045"/>
                  </a:lnTo>
                  <a:lnTo>
                    <a:pt x="2501" y="2065"/>
                  </a:lnTo>
                  <a:close/>
                  <a:moveTo>
                    <a:pt x="621" y="2835"/>
                  </a:moveTo>
                  <a:lnTo>
                    <a:pt x="628" y="2845"/>
                  </a:lnTo>
                  <a:lnTo>
                    <a:pt x="638" y="2875"/>
                  </a:lnTo>
                  <a:lnTo>
                    <a:pt x="647" y="2937"/>
                  </a:lnTo>
                  <a:lnTo>
                    <a:pt x="648" y="2996"/>
                  </a:lnTo>
                  <a:lnTo>
                    <a:pt x="648" y="3121"/>
                  </a:lnTo>
                  <a:lnTo>
                    <a:pt x="563" y="3040"/>
                  </a:lnTo>
                  <a:lnTo>
                    <a:pt x="482" y="2957"/>
                  </a:lnTo>
                  <a:lnTo>
                    <a:pt x="411" y="2876"/>
                  </a:lnTo>
                  <a:lnTo>
                    <a:pt x="345" y="2798"/>
                  </a:lnTo>
                  <a:lnTo>
                    <a:pt x="471" y="2798"/>
                  </a:lnTo>
                  <a:lnTo>
                    <a:pt x="510" y="2798"/>
                  </a:lnTo>
                  <a:lnTo>
                    <a:pt x="562" y="2801"/>
                  </a:lnTo>
                  <a:lnTo>
                    <a:pt x="594" y="2809"/>
                  </a:lnTo>
                  <a:lnTo>
                    <a:pt x="613" y="2824"/>
                  </a:lnTo>
                  <a:lnTo>
                    <a:pt x="621" y="28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21">
              <a:extLst>
                <a:ext uri="{FF2B5EF4-FFF2-40B4-BE49-F238E27FC236}">
                  <a16:creationId xmlns:a16="http://schemas.microsoft.com/office/drawing/2014/main" id="{5CDB2E85-3EC1-0F4E-5C75-3D47443EDA4D}"/>
                </a:ext>
              </a:extLst>
            </p:cNvPr>
            <p:cNvSpPr>
              <a:spLocks noEditPoints="1"/>
            </p:cNvSpPr>
            <p:nvPr/>
          </p:nvSpPr>
          <p:spPr bwMode="auto">
            <a:xfrm>
              <a:off x="10990263" y="712788"/>
              <a:ext cx="449263" cy="449263"/>
            </a:xfrm>
            <a:custGeom>
              <a:avLst/>
              <a:gdLst>
                <a:gd name="T0" fmla="*/ 887 w 1085"/>
                <a:gd name="T1" fmla="*/ 37 h 1083"/>
                <a:gd name="T2" fmla="*/ 900 w 1085"/>
                <a:gd name="T3" fmla="*/ 71 h 1083"/>
                <a:gd name="T4" fmla="*/ 918 w 1085"/>
                <a:gd name="T5" fmla="*/ 99 h 1083"/>
                <a:gd name="T6" fmla="*/ 892 w 1085"/>
                <a:gd name="T7" fmla="*/ 116 h 1083"/>
                <a:gd name="T8" fmla="*/ 850 w 1085"/>
                <a:gd name="T9" fmla="*/ 119 h 1083"/>
                <a:gd name="T10" fmla="*/ 667 w 1085"/>
                <a:gd name="T11" fmla="*/ 180 h 1083"/>
                <a:gd name="T12" fmla="*/ 525 w 1085"/>
                <a:gd name="T13" fmla="*/ 251 h 1083"/>
                <a:gd name="T14" fmla="*/ 449 w 1085"/>
                <a:gd name="T15" fmla="*/ 304 h 1083"/>
                <a:gd name="T16" fmla="*/ 281 w 1085"/>
                <a:gd name="T17" fmla="*/ 475 h 1083"/>
                <a:gd name="T18" fmla="*/ 185 w 1085"/>
                <a:gd name="T19" fmla="*/ 621 h 1083"/>
                <a:gd name="T20" fmla="*/ 142 w 1085"/>
                <a:gd name="T21" fmla="*/ 707 h 1083"/>
                <a:gd name="T22" fmla="*/ 101 w 1085"/>
                <a:gd name="T23" fmla="*/ 815 h 1083"/>
                <a:gd name="T24" fmla="*/ 93 w 1085"/>
                <a:gd name="T25" fmla="*/ 837 h 1083"/>
                <a:gd name="T26" fmla="*/ 51 w 1085"/>
                <a:gd name="T27" fmla="*/ 880 h 1083"/>
                <a:gd name="T28" fmla="*/ 12 w 1085"/>
                <a:gd name="T29" fmla="*/ 924 h 1083"/>
                <a:gd name="T30" fmla="*/ 0 w 1085"/>
                <a:gd name="T31" fmla="*/ 992 h 1083"/>
                <a:gd name="T32" fmla="*/ 29 w 1085"/>
                <a:gd name="T33" fmla="*/ 1050 h 1083"/>
                <a:gd name="T34" fmla="*/ 92 w 1085"/>
                <a:gd name="T35" fmla="*/ 1082 h 1083"/>
                <a:gd name="T36" fmla="*/ 130 w 1085"/>
                <a:gd name="T37" fmla="*/ 1082 h 1083"/>
                <a:gd name="T38" fmla="*/ 185 w 1085"/>
                <a:gd name="T39" fmla="*/ 1058 h 1083"/>
                <a:gd name="T40" fmla="*/ 218 w 1085"/>
                <a:gd name="T41" fmla="*/ 1011 h 1083"/>
                <a:gd name="T42" fmla="*/ 222 w 1085"/>
                <a:gd name="T43" fmla="*/ 954 h 1083"/>
                <a:gd name="T44" fmla="*/ 201 w 1085"/>
                <a:gd name="T45" fmla="*/ 911 h 1083"/>
                <a:gd name="T46" fmla="*/ 200 w 1085"/>
                <a:gd name="T47" fmla="*/ 775 h 1083"/>
                <a:gd name="T48" fmla="*/ 262 w 1085"/>
                <a:gd name="T49" fmla="*/ 637 h 1083"/>
                <a:gd name="T50" fmla="*/ 390 w 1085"/>
                <a:gd name="T51" fmla="*/ 470 h 1083"/>
                <a:gd name="T52" fmla="*/ 476 w 1085"/>
                <a:gd name="T53" fmla="*/ 388 h 1083"/>
                <a:gd name="T54" fmla="*/ 648 w 1085"/>
                <a:gd name="T55" fmla="*/ 272 h 1083"/>
                <a:gd name="T56" fmla="*/ 805 w 1085"/>
                <a:gd name="T57" fmla="*/ 215 h 1083"/>
                <a:gd name="T58" fmla="*/ 914 w 1085"/>
                <a:gd name="T59" fmla="*/ 189 h 1083"/>
                <a:gd name="T60" fmla="*/ 950 w 1085"/>
                <a:gd name="T61" fmla="*/ 193 h 1083"/>
                <a:gd name="T62" fmla="*/ 945 w 1085"/>
                <a:gd name="T63" fmla="*/ 212 h 1083"/>
                <a:gd name="T64" fmla="*/ 928 w 1085"/>
                <a:gd name="T65" fmla="*/ 231 h 1083"/>
                <a:gd name="T66" fmla="*/ 920 w 1085"/>
                <a:gd name="T67" fmla="*/ 281 h 1083"/>
                <a:gd name="T68" fmla="*/ 943 w 1085"/>
                <a:gd name="T69" fmla="*/ 306 h 1083"/>
                <a:gd name="T70" fmla="*/ 966 w 1085"/>
                <a:gd name="T71" fmla="*/ 302 h 1083"/>
                <a:gd name="T72" fmla="*/ 1026 w 1085"/>
                <a:gd name="T73" fmla="*/ 236 h 1083"/>
                <a:gd name="T74" fmla="*/ 1081 w 1085"/>
                <a:gd name="T75" fmla="*/ 151 h 1083"/>
                <a:gd name="T76" fmla="*/ 1080 w 1085"/>
                <a:gd name="T77" fmla="*/ 128 h 1083"/>
                <a:gd name="T78" fmla="*/ 983 w 1085"/>
                <a:gd name="T79" fmla="*/ 37 h 1083"/>
                <a:gd name="T80" fmla="*/ 920 w 1085"/>
                <a:gd name="T81" fmla="*/ 0 h 1083"/>
                <a:gd name="T82" fmla="*/ 895 w 1085"/>
                <a:gd name="T83" fmla="*/ 16 h 1083"/>
                <a:gd name="T84" fmla="*/ 151 w 1085"/>
                <a:gd name="T85" fmla="*/ 966 h 1083"/>
                <a:gd name="T86" fmla="*/ 140 w 1085"/>
                <a:gd name="T87" fmla="*/ 988 h 1083"/>
                <a:gd name="T88" fmla="*/ 100 w 1085"/>
                <a:gd name="T89" fmla="*/ 996 h 1083"/>
                <a:gd name="T90" fmla="*/ 83 w 1085"/>
                <a:gd name="T91" fmla="*/ 990 h 1083"/>
                <a:gd name="T92" fmla="*/ 74 w 1085"/>
                <a:gd name="T93" fmla="*/ 971 h 1083"/>
                <a:gd name="T94" fmla="*/ 92 w 1085"/>
                <a:gd name="T95" fmla="*/ 950 h 1083"/>
                <a:gd name="T96" fmla="*/ 135 w 1085"/>
                <a:gd name="T97" fmla="*/ 946 h 1083"/>
                <a:gd name="T98" fmla="*/ 151 w 1085"/>
                <a:gd name="T99" fmla="*/ 966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85" h="1083">
                  <a:moveTo>
                    <a:pt x="890" y="26"/>
                  </a:moveTo>
                  <a:lnTo>
                    <a:pt x="887" y="37"/>
                  </a:lnTo>
                  <a:lnTo>
                    <a:pt x="892" y="62"/>
                  </a:lnTo>
                  <a:lnTo>
                    <a:pt x="900" y="71"/>
                  </a:lnTo>
                  <a:lnTo>
                    <a:pt x="910" y="82"/>
                  </a:lnTo>
                  <a:lnTo>
                    <a:pt x="918" y="99"/>
                  </a:lnTo>
                  <a:lnTo>
                    <a:pt x="912" y="110"/>
                  </a:lnTo>
                  <a:lnTo>
                    <a:pt x="892" y="116"/>
                  </a:lnTo>
                  <a:lnTo>
                    <a:pt x="876" y="116"/>
                  </a:lnTo>
                  <a:lnTo>
                    <a:pt x="850" y="119"/>
                  </a:lnTo>
                  <a:lnTo>
                    <a:pt x="768" y="142"/>
                  </a:lnTo>
                  <a:lnTo>
                    <a:pt x="667" y="180"/>
                  </a:lnTo>
                  <a:lnTo>
                    <a:pt x="567" y="227"/>
                  </a:lnTo>
                  <a:lnTo>
                    <a:pt x="525" y="251"/>
                  </a:lnTo>
                  <a:lnTo>
                    <a:pt x="499" y="267"/>
                  </a:lnTo>
                  <a:lnTo>
                    <a:pt x="449" y="304"/>
                  </a:lnTo>
                  <a:lnTo>
                    <a:pt x="374" y="370"/>
                  </a:lnTo>
                  <a:lnTo>
                    <a:pt x="281" y="475"/>
                  </a:lnTo>
                  <a:lnTo>
                    <a:pt x="220" y="561"/>
                  </a:lnTo>
                  <a:lnTo>
                    <a:pt x="185" y="621"/>
                  </a:lnTo>
                  <a:lnTo>
                    <a:pt x="170" y="651"/>
                  </a:lnTo>
                  <a:lnTo>
                    <a:pt x="142" y="707"/>
                  </a:lnTo>
                  <a:lnTo>
                    <a:pt x="105" y="796"/>
                  </a:lnTo>
                  <a:lnTo>
                    <a:pt x="101" y="815"/>
                  </a:lnTo>
                  <a:lnTo>
                    <a:pt x="101" y="821"/>
                  </a:lnTo>
                  <a:lnTo>
                    <a:pt x="93" y="837"/>
                  </a:lnTo>
                  <a:lnTo>
                    <a:pt x="72" y="864"/>
                  </a:lnTo>
                  <a:lnTo>
                    <a:pt x="51" y="880"/>
                  </a:lnTo>
                  <a:lnTo>
                    <a:pt x="35" y="893"/>
                  </a:lnTo>
                  <a:lnTo>
                    <a:pt x="12" y="924"/>
                  </a:lnTo>
                  <a:lnTo>
                    <a:pt x="1" y="958"/>
                  </a:lnTo>
                  <a:lnTo>
                    <a:pt x="0" y="992"/>
                  </a:lnTo>
                  <a:lnTo>
                    <a:pt x="10" y="1023"/>
                  </a:lnTo>
                  <a:lnTo>
                    <a:pt x="29" y="1050"/>
                  </a:lnTo>
                  <a:lnTo>
                    <a:pt x="56" y="1071"/>
                  </a:lnTo>
                  <a:lnTo>
                    <a:pt x="92" y="1082"/>
                  </a:lnTo>
                  <a:lnTo>
                    <a:pt x="113" y="1083"/>
                  </a:lnTo>
                  <a:lnTo>
                    <a:pt x="130" y="1082"/>
                  </a:lnTo>
                  <a:lnTo>
                    <a:pt x="160" y="1074"/>
                  </a:lnTo>
                  <a:lnTo>
                    <a:pt x="185" y="1058"/>
                  </a:lnTo>
                  <a:lnTo>
                    <a:pt x="205" y="1036"/>
                  </a:lnTo>
                  <a:lnTo>
                    <a:pt x="218" y="1011"/>
                  </a:lnTo>
                  <a:lnTo>
                    <a:pt x="224" y="983"/>
                  </a:lnTo>
                  <a:lnTo>
                    <a:pt x="222" y="954"/>
                  </a:lnTo>
                  <a:lnTo>
                    <a:pt x="211" y="925"/>
                  </a:lnTo>
                  <a:lnTo>
                    <a:pt x="201" y="911"/>
                  </a:lnTo>
                  <a:lnTo>
                    <a:pt x="166" y="868"/>
                  </a:lnTo>
                  <a:lnTo>
                    <a:pt x="200" y="775"/>
                  </a:lnTo>
                  <a:lnTo>
                    <a:pt x="217" y="727"/>
                  </a:lnTo>
                  <a:lnTo>
                    <a:pt x="262" y="637"/>
                  </a:lnTo>
                  <a:lnTo>
                    <a:pt x="320" y="552"/>
                  </a:lnTo>
                  <a:lnTo>
                    <a:pt x="390" y="470"/>
                  </a:lnTo>
                  <a:lnTo>
                    <a:pt x="431" y="430"/>
                  </a:lnTo>
                  <a:lnTo>
                    <a:pt x="476" y="388"/>
                  </a:lnTo>
                  <a:lnTo>
                    <a:pt x="561" y="323"/>
                  </a:lnTo>
                  <a:lnTo>
                    <a:pt x="648" y="272"/>
                  </a:lnTo>
                  <a:lnTo>
                    <a:pt x="747" y="232"/>
                  </a:lnTo>
                  <a:lnTo>
                    <a:pt x="805" y="215"/>
                  </a:lnTo>
                  <a:lnTo>
                    <a:pt x="849" y="202"/>
                  </a:lnTo>
                  <a:lnTo>
                    <a:pt x="914" y="189"/>
                  </a:lnTo>
                  <a:lnTo>
                    <a:pt x="941" y="189"/>
                  </a:lnTo>
                  <a:lnTo>
                    <a:pt x="950" y="193"/>
                  </a:lnTo>
                  <a:lnTo>
                    <a:pt x="952" y="201"/>
                  </a:lnTo>
                  <a:lnTo>
                    <a:pt x="945" y="212"/>
                  </a:lnTo>
                  <a:lnTo>
                    <a:pt x="938" y="220"/>
                  </a:lnTo>
                  <a:lnTo>
                    <a:pt x="928" y="231"/>
                  </a:lnTo>
                  <a:lnTo>
                    <a:pt x="919" y="256"/>
                  </a:lnTo>
                  <a:lnTo>
                    <a:pt x="920" y="281"/>
                  </a:lnTo>
                  <a:lnTo>
                    <a:pt x="933" y="301"/>
                  </a:lnTo>
                  <a:lnTo>
                    <a:pt x="943" y="306"/>
                  </a:lnTo>
                  <a:lnTo>
                    <a:pt x="950" y="308"/>
                  </a:lnTo>
                  <a:lnTo>
                    <a:pt x="966" y="302"/>
                  </a:lnTo>
                  <a:lnTo>
                    <a:pt x="999" y="273"/>
                  </a:lnTo>
                  <a:lnTo>
                    <a:pt x="1026" y="236"/>
                  </a:lnTo>
                  <a:lnTo>
                    <a:pt x="1049" y="204"/>
                  </a:lnTo>
                  <a:lnTo>
                    <a:pt x="1081" y="151"/>
                  </a:lnTo>
                  <a:lnTo>
                    <a:pt x="1085" y="140"/>
                  </a:lnTo>
                  <a:lnTo>
                    <a:pt x="1080" y="128"/>
                  </a:lnTo>
                  <a:lnTo>
                    <a:pt x="1040" y="85"/>
                  </a:lnTo>
                  <a:lnTo>
                    <a:pt x="983" y="37"/>
                  </a:lnTo>
                  <a:lnTo>
                    <a:pt x="933" y="3"/>
                  </a:lnTo>
                  <a:lnTo>
                    <a:pt x="920" y="0"/>
                  </a:lnTo>
                  <a:lnTo>
                    <a:pt x="911" y="1"/>
                  </a:lnTo>
                  <a:lnTo>
                    <a:pt x="895" y="16"/>
                  </a:lnTo>
                  <a:lnTo>
                    <a:pt x="890" y="26"/>
                  </a:lnTo>
                  <a:close/>
                  <a:moveTo>
                    <a:pt x="151" y="966"/>
                  </a:moveTo>
                  <a:lnTo>
                    <a:pt x="150" y="975"/>
                  </a:lnTo>
                  <a:lnTo>
                    <a:pt x="140" y="988"/>
                  </a:lnTo>
                  <a:lnTo>
                    <a:pt x="122" y="995"/>
                  </a:lnTo>
                  <a:lnTo>
                    <a:pt x="100" y="996"/>
                  </a:lnTo>
                  <a:lnTo>
                    <a:pt x="90" y="993"/>
                  </a:lnTo>
                  <a:lnTo>
                    <a:pt x="83" y="990"/>
                  </a:lnTo>
                  <a:lnTo>
                    <a:pt x="75" y="984"/>
                  </a:lnTo>
                  <a:lnTo>
                    <a:pt x="74" y="971"/>
                  </a:lnTo>
                  <a:lnTo>
                    <a:pt x="85" y="958"/>
                  </a:lnTo>
                  <a:lnTo>
                    <a:pt x="92" y="950"/>
                  </a:lnTo>
                  <a:lnTo>
                    <a:pt x="114" y="943"/>
                  </a:lnTo>
                  <a:lnTo>
                    <a:pt x="135" y="946"/>
                  </a:lnTo>
                  <a:lnTo>
                    <a:pt x="150" y="958"/>
                  </a:lnTo>
                  <a:lnTo>
                    <a:pt x="151" y="9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22">
              <a:extLst>
                <a:ext uri="{FF2B5EF4-FFF2-40B4-BE49-F238E27FC236}">
                  <a16:creationId xmlns:a16="http://schemas.microsoft.com/office/drawing/2014/main" id="{3132AB38-D5CA-4EE9-A3A2-2A9843A04895}"/>
                </a:ext>
              </a:extLst>
            </p:cNvPr>
            <p:cNvSpPr>
              <a:spLocks/>
            </p:cNvSpPr>
            <p:nvPr/>
          </p:nvSpPr>
          <p:spPr bwMode="auto">
            <a:xfrm>
              <a:off x="10958513" y="727076"/>
              <a:ext cx="93663" cy="88900"/>
            </a:xfrm>
            <a:custGeom>
              <a:avLst/>
              <a:gdLst>
                <a:gd name="T0" fmla="*/ 2 w 227"/>
                <a:gd name="T1" fmla="*/ 18 h 214"/>
                <a:gd name="T2" fmla="*/ 0 w 227"/>
                <a:gd name="T3" fmla="*/ 22 h 214"/>
                <a:gd name="T4" fmla="*/ 1 w 227"/>
                <a:gd name="T5" fmla="*/ 33 h 214"/>
                <a:gd name="T6" fmla="*/ 9 w 227"/>
                <a:gd name="T7" fmla="*/ 53 h 214"/>
                <a:gd name="T8" fmla="*/ 19 w 227"/>
                <a:gd name="T9" fmla="*/ 67 h 214"/>
                <a:gd name="T10" fmla="*/ 28 w 227"/>
                <a:gd name="T11" fmla="*/ 77 h 214"/>
                <a:gd name="T12" fmla="*/ 38 w 227"/>
                <a:gd name="T13" fmla="*/ 92 h 214"/>
                <a:gd name="T14" fmla="*/ 39 w 227"/>
                <a:gd name="T15" fmla="*/ 106 h 214"/>
                <a:gd name="T16" fmla="*/ 30 w 227"/>
                <a:gd name="T17" fmla="*/ 123 h 214"/>
                <a:gd name="T18" fmla="*/ 22 w 227"/>
                <a:gd name="T19" fmla="*/ 135 h 214"/>
                <a:gd name="T20" fmla="*/ 14 w 227"/>
                <a:gd name="T21" fmla="*/ 147 h 214"/>
                <a:gd name="T22" fmla="*/ 5 w 227"/>
                <a:gd name="T23" fmla="*/ 169 h 214"/>
                <a:gd name="T24" fmla="*/ 3 w 227"/>
                <a:gd name="T25" fmla="*/ 187 h 214"/>
                <a:gd name="T26" fmla="*/ 7 w 227"/>
                <a:gd name="T27" fmla="*/ 202 h 214"/>
                <a:gd name="T28" fmla="*/ 17 w 227"/>
                <a:gd name="T29" fmla="*/ 211 h 214"/>
                <a:gd name="T30" fmla="*/ 31 w 227"/>
                <a:gd name="T31" fmla="*/ 214 h 214"/>
                <a:gd name="T32" fmla="*/ 49 w 227"/>
                <a:gd name="T33" fmla="*/ 210 h 214"/>
                <a:gd name="T34" fmla="*/ 70 w 227"/>
                <a:gd name="T35" fmla="*/ 198 h 214"/>
                <a:gd name="T36" fmla="*/ 81 w 227"/>
                <a:gd name="T37" fmla="*/ 188 h 214"/>
                <a:gd name="T38" fmla="*/ 91 w 227"/>
                <a:gd name="T39" fmla="*/ 180 h 214"/>
                <a:gd name="T40" fmla="*/ 105 w 227"/>
                <a:gd name="T41" fmla="*/ 171 h 214"/>
                <a:gd name="T42" fmla="*/ 117 w 227"/>
                <a:gd name="T43" fmla="*/ 171 h 214"/>
                <a:gd name="T44" fmla="*/ 133 w 227"/>
                <a:gd name="T45" fmla="*/ 182 h 214"/>
                <a:gd name="T46" fmla="*/ 144 w 227"/>
                <a:gd name="T47" fmla="*/ 192 h 214"/>
                <a:gd name="T48" fmla="*/ 157 w 227"/>
                <a:gd name="T49" fmla="*/ 202 h 214"/>
                <a:gd name="T50" fmla="*/ 185 w 227"/>
                <a:gd name="T51" fmla="*/ 211 h 214"/>
                <a:gd name="T52" fmla="*/ 210 w 227"/>
                <a:gd name="T53" fmla="*/ 209 h 214"/>
                <a:gd name="T54" fmla="*/ 223 w 227"/>
                <a:gd name="T55" fmla="*/ 198 h 214"/>
                <a:gd name="T56" fmla="*/ 227 w 227"/>
                <a:gd name="T57" fmla="*/ 188 h 214"/>
                <a:gd name="T58" fmla="*/ 227 w 227"/>
                <a:gd name="T59" fmla="*/ 182 h 214"/>
                <a:gd name="T60" fmla="*/ 226 w 227"/>
                <a:gd name="T61" fmla="*/ 171 h 214"/>
                <a:gd name="T62" fmla="*/ 211 w 227"/>
                <a:gd name="T63" fmla="*/ 143 h 214"/>
                <a:gd name="T64" fmla="*/ 199 w 227"/>
                <a:gd name="T65" fmla="*/ 130 h 214"/>
                <a:gd name="T66" fmla="*/ 190 w 227"/>
                <a:gd name="T67" fmla="*/ 120 h 214"/>
                <a:gd name="T68" fmla="*/ 181 w 227"/>
                <a:gd name="T69" fmla="*/ 106 h 214"/>
                <a:gd name="T70" fmla="*/ 181 w 227"/>
                <a:gd name="T71" fmla="*/ 94 h 214"/>
                <a:gd name="T72" fmla="*/ 192 w 227"/>
                <a:gd name="T73" fmla="*/ 79 h 214"/>
                <a:gd name="T74" fmla="*/ 201 w 227"/>
                <a:gd name="T75" fmla="*/ 68 h 214"/>
                <a:gd name="T76" fmla="*/ 211 w 227"/>
                <a:gd name="T77" fmla="*/ 55 h 214"/>
                <a:gd name="T78" fmla="*/ 221 w 227"/>
                <a:gd name="T79" fmla="*/ 31 h 214"/>
                <a:gd name="T80" fmla="*/ 217 w 227"/>
                <a:gd name="T81" fmla="*/ 12 h 214"/>
                <a:gd name="T82" fmla="*/ 200 w 227"/>
                <a:gd name="T83" fmla="*/ 1 h 214"/>
                <a:gd name="T84" fmla="*/ 187 w 227"/>
                <a:gd name="T85" fmla="*/ 0 h 214"/>
                <a:gd name="T86" fmla="*/ 177 w 227"/>
                <a:gd name="T87" fmla="*/ 1 h 214"/>
                <a:gd name="T88" fmla="*/ 154 w 227"/>
                <a:gd name="T89" fmla="*/ 15 h 214"/>
                <a:gd name="T90" fmla="*/ 144 w 227"/>
                <a:gd name="T91" fmla="*/ 25 h 214"/>
                <a:gd name="T92" fmla="*/ 137 w 227"/>
                <a:gd name="T93" fmla="*/ 32 h 214"/>
                <a:gd name="T94" fmla="*/ 126 w 227"/>
                <a:gd name="T95" fmla="*/ 41 h 214"/>
                <a:gd name="T96" fmla="*/ 115 w 227"/>
                <a:gd name="T97" fmla="*/ 41 h 214"/>
                <a:gd name="T98" fmla="*/ 100 w 227"/>
                <a:gd name="T99" fmla="*/ 32 h 214"/>
                <a:gd name="T100" fmla="*/ 89 w 227"/>
                <a:gd name="T101" fmla="*/ 25 h 214"/>
                <a:gd name="T102" fmla="*/ 74 w 227"/>
                <a:gd name="T103" fmla="*/ 15 h 214"/>
                <a:gd name="T104" fmla="*/ 47 w 227"/>
                <a:gd name="T105" fmla="*/ 3 h 214"/>
                <a:gd name="T106" fmla="*/ 25 w 227"/>
                <a:gd name="T107" fmla="*/ 1 h 214"/>
                <a:gd name="T108" fmla="*/ 8 w 227"/>
                <a:gd name="T109" fmla="*/ 10 h 214"/>
                <a:gd name="T110" fmla="*/ 2 w 227"/>
                <a:gd name="T111" fmla="*/ 18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27" h="214">
                  <a:moveTo>
                    <a:pt x="2" y="18"/>
                  </a:moveTo>
                  <a:lnTo>
                    <a:pt x="0" y="22"/>
                  </a:lnTo>
                  <a:lnTo>
                    <a:pt x="1" y="33"/>
                  </a:lnTo>
                  <a:lnTo>
                    <a:pt x="9" y="53"/>
                  </a:lnTo>
                  <a:lnTo>
                    <a:pt x="19" y="67"/>
                  </a:lnTo>
                  <a:lnTo>
                    <a:pt x="28" y="77"/>
                  </a:lnTo>
                  <a:lnTo>
                    <a:pt x="38" y="92"/>
                  </a:lnTo>
                  <a:lnTo>
                    <a:pt x="39" y="106"/>
                  </a:lnTo>
                  <a:lnTo>
                    <a:pt x="30" y="123"/>
                  </a:lnTo>
                  <a:lnTo>
                    <a:pt x="22" y="135"/>
                  </a:lnTo>
                  <a:lnTo>
                    <a:pt x="14" y="147"/>
                  </a:lnTo>
                  <a:lnTo>
                    <a:pt x="5" y="169"/>
                  </a:lnTo>
                  <a:lnTo>
                    <a:pt x="3" y="187"/>
                  </a:lnTo>
                  <a:lnTo>
                    <a:pt x="7" y="202"/>
                  </a:lnTo>
                  <a:lnTo>
                    <a:pt x="17" y="211"/>
                  </a:lnTo>
                  <a:lnTo>
                    <a:pt x="31" y="214"/>
                  </a:lnTo>
                  <a:lnTo>
                    <a:pt x="49" y="210"/>
                  </a:lnTo>
                  <a:lnTo>
                    <a:pt x="70" y="198"/>
                  </a:lnTo>
                  <a:lnTo>
                    <a:pt x="81" y="188"/>
                  </a:lnTo>
                  <a:lnTo>
                    <a:pt x="91" y="180"/>
                  </a:lnTo>
                  <a:lnTo>
                    <a:pt x="105" y="171"/>
                  </a:lnTo>
                  <a:lnTo>
                    <a:pt x="117" y="171"/>
                  </a:lnTo>
                  <a:lnTo>
                    <a:pt x="133" y="182"/>
                  </a:lnTo>
                  <a:lnTo>
                    <a:pt x="144" y="192"/>
                  </a:lnTo>
                  <a:lnTo>
                    <a:pt x="157" y="202"/>
                  </a:lnTo>
                  <a:lnTo>
                    <a:pt x="185" y="211"/>
                  </a:lnTo>
                  <a:lnTo>
                    <a:pt x="210" y="209"/>
                  </a:lnTo>
                  <a:lnTo>
                    <a:pt x="223" y="198"/>
                  </a:lnTo>
                  <a:lnTo>
                    <a:pt x="227" y="188"/>
                  </a:lnTo>
                  <a:lnTo>
                    <a:pt x="227" y="182"/>
                  </a:lnTo>
                  <a:lnTo>
                    <a:pt x="226" y="171"/>
                  </a:lnTo>
                  <a:lnTo>
                    <a:pt x="211" y="143"/>
                  </a:lnTo>
                  <a:lnTo>
                    <a:pt x="199" y="130"/>
                  </a:lnTo>
                  <a:lnTo>
                    <a:pt x="190" y="120"/>
                  </a:lnTo>
                  <a:lnTo>
                    <a:pt x="181" y="106"/>
                  </a:lnTo>
                  <a:lnTo>
                    <a:pt x="181" y="94"/>
                  </a:lnTo>
                  <a:lnTo>
                    <a:pt x="192" y="79"/>
                  </a:lnTo>
                  <a:lnTo>
                    <a:pt x="201" y="68"/>
                  </a:lnTo>
                  <a:lnTo>
                    <a:pt x="211" y="55"/>
                  </a:lnTo>
                  <a:lnTo>
                    <a:pt x="221" y="31"/>
                  </a:lnTo>
                  <a:lnTo>
                    <a:pt x="217" y="12"/>
                  </a:lnTo>
                  <a:lnTo>
                    <a:pt x="200" y="1"/>
                  </a:lnTo>
                  <a:lnTo>
                    <a:pt x="187" y="0"/>
                  </a:lnTo>
                  <a:lnTo>
                    <a:pt x="177" y="1"/>
                  </a:lnTo>
                  <a:lnTo>
                    <a:pt x="154" y="15"/>
                  </a:lnTo>
                  <a:lnTo>
                    <a:pt x="144" y="25"/>
                  </a:lnTo>
                  <a:lnTo>
                    <a:pt x="137" y="32"/>
                  </a:lnTo>
                  <a:lnTo>
                    <a:pt x="126" y="41"/>
                  </a:lnTo>
                  <a:lnTo>
                    <a:pt x="115" y="41"/>
                  </a:lnTo>
                  <a:lnTo>
                    <a:pt x="100" y="32"/>
                  </a:lnTo>
                  <a:lnTo>
                    <a:pt x="89" y="25"/>
                  </a:lnTo>
                  <a:lnTo>
                    <a:pt x="74" y="15"/>
                  </a:lnTo>
                  <a:lnTo>
                    <a:pt x="47" y="3"/>
                  </a:lnTo>
                  <a:lnTo>
                    <a:pt x="25" y="1"/>
                  </a:lnTo>
                  <a:lnTo>
                    <a:pt x="8" y="10"/>
                  </a:lnTo>
                  <a:lnTo>
                    <a:pt x="2"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23">
              <a:extLst>
                <a:ext uri="{FF2B5EF4-FFF2-40B4-BE49-F238E27FC236}">
                  <a16:creationId xmlns:a16="http://schemas.microsoft.com/office/drawing/2014/main" id="{1E7F8C87-0AB6-0224-193B-9D83A808F15E}"/>
                </a:ext>
              </a:extLst>
            </p:cNvPr>
            <p:cNvSpPr>
              <a:spLocks/>
            </p:cNvSpPr>
            <p:nvPr/>
          </p:nvSpPr>
          <p:spPr bwMode="auto">
            <a:xfrm>
              <a:off x="11349038" y="1058863"/>
              <a:ext cx="95250" cy="87313"/>
            </a:xfrm>
            <a:custGeom>
              <a:avLst/>
              <a:gdLst>
                <a:gd name="T0" fmla="*/ 8 w 227"/>
                <a:gd name="T1" fmla="*/ 17 h 213"/>
                <a:gd name="T2" fmla="*/ 6 w 227"/>
                <a:gd name="T3" fmla="*/ 21 h 213"/>
                <a:gd name="T4" fmla="*/ 7 w 227"/>
                <a:gd name="T5" fmla="*/ 32 h 213"/>
                <a:gd name="T6" fmla="*/ 15 w 227"/>
                <a:gd name="T7" fmla="*/ 53 h 213"/>
                <a:gd name="T8" fmla="*/ 27 w 227"/>
                <a:gd name="T9" fmla="*/ 67 h 213"/>
                <a:gd name="T10" fmla="*/ 36 w 227"/>
                <a:gd name="T11" fmla="*/ 78 h 213"/>
                <a:gd name="T12" fmla="*/ 46 w 227"/>
                <a:gd name="T13" fmla="*/ 93 h 213"/>
                <a:gd name="T14" fmla="*/ 46 w 227"/>
                <a:gd name="T15" fmla="*/ 105 h 213"/>
                <a:gd name="T16" fmla="*/ 37 w 227"/>
                <a:gd name="T17" fmla="*/ 119 h 213"/>
                <a:gd name="T18" fmla="*/ 28 w 227"/>
                <a:gd name="T19" fmla="*/ 129 h 213"/>
                <a:gd name="T20" fmla="*/ 16 w 227"/>
                <a:gd name="T21" fmla="*/ 142 h 213"/>
                <a:gd name="T22" fmla="*/ 1 w 227"/>
                <a:gd name="T23" fmla="*/ 170 h 213"/>
                <a:gd name="T24" fmla="*/ 0 w 227"/>
                <a:gd name="T25" fmla="*/ 181 h 213"/>
                <a:gd name="T26" fmla="*/ 0 w 227"/>
                <a:gd name="T27" fmla="*/ 187 h 213"/>
                <a:gd name="T28" fmla="*/ 5 w 227"/>
                <a:gd name="T29" fmla="*/ 197 h 213"/>
                <a:gd name="T30" fmla="*/ 17 w 227"/>
                <a:gd name="T31" fmla="*/ 208 h 213"/>
                <a:gd name="T32" fmla="*/ 42 w 227"/>
                <a:gd name="T33" fmla="*/ 210 h 213"/>
                <a:gd name="T34" fmla="*/ 70 w 227"/>
                <a:gd name="T35" fmla="*/ 201 h 213"/>
                <a:gd name="T36" fmla="*/ 83 w 227"/>
                <a:gd name="T37" fmla="*/ 191 h 213"/>
                <a:gd name="T38" fmla="*/ 94 w 227"/>
                <a:gd name="T39" fmla="*/ 181 h 213"/>
                <a:gd name="T40" fmla="*/ 110 w 227"/>
                <a:gd name="T41" fmla="*/ 170 h 213"/>
                <a:gd name="T42" fmla="*/ 122 w 227"/>
                <a:gd name="T43" fmla="*/ 170 h 213"/>
                <a:gd name="T44" fmla="*/ 137 w 227"/>
                <a:gd name="T45" fmla="*/ 179 h 213"/>
                <a:gd name="T46" fmla="*/ 147 w 227"/>
                <a:gd name="T47" fmla="*/ 187 h 213"/>
                <a:gd name="T48" fmla="*/ 158 w 227"/>
                <a:gd name="T49" fmla="*/ 197 h 213"/>
                <a:gd name="T50" fmla="*/ 178 w 227"/>
                <a:gd name="T51" fmla="*/ 209 h 213"/>
                <a:gd name="T52" fmla="*/ 196 w 227"/>
                <a:gd name="T53" fmla="*/ 213 h 213"/>
                <a:gd name="T54" fmla="*/ 211 w 227"/>
                <a:gd name="T55" fmla="*/ 210 h 213"/>
                <a:gd name="T56" fmla="*/ 220 w 227"/>
                <a:gd name="T57" fmla="*/ 201 h 213"/>
                <a:gd name="T58" fmla="*/ 224 w 227"/>
                <a:gd name="T59" fmla="*/ 186 h 213"/>
                <a:gd name="T60" fmla="*/ 222 w 227"/>
                <a:gd name="T61" fmla="*/ 168 h 213"/>
                <a:gd name="T62" fmla="*/ 213 w 227"/>
                <a:gd name="T63" fmla="*/ 146 h 213"/>
                <a:gd name="T64" fmla="*/ 205 w 227"/>
                <a:gd name="T65" fmla="*/ 134 h 213"/>
                <a:gd name="T66" fmla="*/ 197 w 227"/>
                <a:gd name="T67" fmla="*/ 122 h 213"/>
                <a:gd name="T68" fmla="*/ 189 w 227"/>
                <a:gd name="T69" fmla="*/ 105 h 213"/>
                <a:gd name="T70" fmla="*/ 190 w 227"/>
                <a:gd name="T71" fmla="*/ 91 h 213"/>
                <a:gd name="T72" fmla="*/ 200 w 227"/>
                <a:gd name="T73" fmla="*/ 76 h 213"/>
                <a:gd name="T74" fmla="*/ 208 w 227"/>
                <a:gd name="T75" fmla="*/ 66 h 213"/>
                <a:gd name="T76" fmla="*/ 219 w 227"/>
                <a:gd name="T77" fmla="*/ 52 h 213"/>
                <a:gd name="T78" fmla="*/ 227 w 227"/>
                <a:gd name="T79" fmla="*/ 32 h 213"/>
                <a:gd name="T80" fmla="*/ 227 w 227"/>
                <a:gd name="T81" fmla="*/ 21 h 213"/>
                <a:gd name="T82" fmla="*/ 225 w 227"/>
                <a:gd name="T83" fmla="*/ 17 h 213"/>
                <a:gd name="T84" fmla="*/ 218 w 227"/>
                <a:gd name="T85" fmla="*/ 8 h 213"/>
                <a:gd name="T86" fmla="*/ 196 w 227"/>
                <a:gd name="T87" fmla="*/ 0 h 213"/>
                <a:gd name="T88" fmla="*/ 169 w 227"/>
                <a:gd name="T89" fmla="*/ 2 h 213"/>
                <a:gd name="T90" fmla="*/ 143 w 227"/>
                <a:gd name="T91" fmla="*/ 14 h 213"/>
                <a:gd name="T92" fmla="*/ 133 w 227"/>
                <a:gd name="T93" fmla="*/ 24 h 213"/>
                <a:gd name="T94" fmla="*/ 126 w 227"/>
                <a:gd name="T95" fmla="*/ 32 h 213"/>
                <a:gd name="T96" fmla="*/ 115 w 227"/>
                <a:gd name="T97" fmla="*/ 41 h 213"/>
                <a:gd name="T98" fmla="*/ 105 w 227"/>
                <a:gd name="T99" fmla="*/ 41 h 213"/>
                <a:gd name="T100" fmla="*/ 92 w 227"/>
                <a:gd name="T101" fmla="*/ 32 h 213"/>
                <a:gd name="T102" fmla="*/ 83 w 227"/>
                <a:gd name="T103" fmla="*/ 24 h 213"/>
                <a:gd name="T104" fmla="*/ 72 w 227"/>
                <a:gd name="T105" fmla="*/ 14 h 213"/>
                <a:gd name="T106" fmla="*/ 50 w 227"/>
                <a:gd name="T107" fmla="*/ 2 h 213"/>
                <a:gd name="T108" fmla="*/ 30 w 227"/>
                <a:gd name="T109" fmla="*/ 0 h 213"/>
                <a:gd name="T110" fmla="*/ 14 w 227"/>
                <a:gd name="T111" fmla="*/ 9 h 213"/>
                <a:gd name="T112" fmla="*/ 8 w 227"/>
                <a:gd name="T113" fmla="*/ 17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27" h="213">
                  <a:moveTo>
                    <a:pt x="8" y="17"/>
                  </a:moveTo>
                  <a:lnTo>
                    <a:pt x="6" y="21"/>
                  </a:lnTo>
                  <a:lnTo>
                    <a:pt x="7" y="32"/>
                  </a:lnTo>
                  <a:lnTo>
                    <a:pt x="15" y="53"/>
                  </a:lnTo>
                  <a:lnTo>
                    <a:pt x="27" y="67"/>
                  </a:lnTo>
                  <a:lnTo>
                    <a:pt x="36" y="78"/>
                  </a:lnTo>
                  <a:lnTo>
                    <a:pt x="46" y="93"/>
                  </a:lnTo>
                  <a:lnTo>
                    <a:pt x="46" y="105"/>
                  </a:lnTo>
                  <a:lnTo>
                    <a:pt x="37" y="119"/>
                  </a:lnTo>
                  <a:lnTo>
                    <a:pt x="28" y="129"/>
                  </a:lnTo>
                  <a:lnTo>
                    <a:pt x="16" y="142"/>
                  </a:lnTo>
                  <a:lnTo>
                    <a:pt x="1" y="170"/>
                  </a:lnTo>
                  <a:lnTo>
                    <a:pt x="0" y="181"/>
                  </a:lnTo>
                  <a:lnTo>
                    <a:pt x="0" y="187"/>
                  </a:lnTo>
                  <a:lnTo>
                    <a:pt x="5" y="197"/>
                  </a:lnTo>
                  <a:lnTo>
                    <a:pt x="17" y="208"/>
                  </a:lnTo>
                  <a:lnTo>
                    <a:pt x="42" y="210"/>
                  </a:lnTo>
                  <a:lnTo>
                    <a:pt x="70" y="201"/>
                  </a:lnTo>
                  <a:lnTo>
                    <a:pt x="83" y="191"/>
                  </a:lnTo>
                  <a:lnTo>
                    <a:pt x="94" y="181"/>
                  </a:lnTo>
                  <a:lnTo>
                    <a:pt x="110" y="170"/>
                  </a:lnTo>
                  <a:lnTo>
                    <a:pt x="122" y="170"/>
                  </a:lnTo>
                  <a:lnTo>
                    <a:pt x="137" y="179"/>
                  </a:lnTo>
                  <a:lnTo>
                    <a:pt x="147" y="187"/>
                  </a:lnTo>
                  <a:lnTo>
                    <a:pt x="158" y="197"/>
                  </a:lnTo>
                  <a:lnTo>
                    <a:pt x="178" y="209"/>
                  </a:lnTo>
                  <a:lnTo>
                    <a:pt x="196" y="213"/>
                  </a:lnTo>
                  <a:lnTo>
                    <a:pt x="211" y="210"/>
                  </a:lnTo>
                  <a:lnTo>
                    <a:pt x="220" y="201"/>
                  </a:lnTo>
                  <a:lnTo>
                    <a:pt x="224" y="186"/>
                  </a:lnTo>
                  <a:lnTo>
                    <a:pt x="222" y="168"/>
                  </a:lnTo>
                  <a:lnTo>
                    <a:pt x="213" y="146"/>
                  </a:lnTo>
                  <a:lnTo>
                    <a:pt x="205" y="134"/>
                  </a:lnTo>
                  <a:lnTo>
                    <a:pt x="197" y="122"/>
                  </a:lnTo>
                  <a:lnTo>
                    <a:pt x="189" y="105"/>
                  </a:lnTo>
                  <a:lnTo>
                    <a:pt x="190" y="91"/>
                  </a:lnTo>
                  <a:lnTo>
                    <a:pt x="200" y="76"/>
                  </a:lnTo>
                  <a:lnTo>
                    <a:pt x="208" y="66"/>
                  </a:lnTo>
                  <a:lnTo>
                    <a:pt x="219" y="52"/>
                  </a:lnTo>
                  <a:lnTo>
                    <a:pt x="227" y="32"/>
                  </a:lnTo>
                  <a:lnTo>
                    <a:pt x="227" y="21"/>
                  </a:lnTo>
                  <a:lnTo>
                    <a:pt x="225" y="17"/>
                  </a:lnTo>
                  <a:lnTo>
                    <a:pt x="218" y="8"/>
                  </a:lnTo>
                  <a:lnTo>
                    <a:pt x="196" y="0"/>
                  </a:lnTo>
                  <a:lnTo>
                    <a:pt x="169" y="2"/>
                  </a:lnTo>
                  <a:lnTo>
                    <a:pt x="143" y="14"/>
                  </a:lnTo>
                  <a:lnTo>
                    <a:pt x="133" y="24"/>
                  </a:lnTo>
                  <a:lnTo>
                    <a:pt x="126" y="32"/>
                  </a:lnTo>
                  <a:lnTo>
                    <a:pt x="115" y="41"/>
                  </a:lnTo>
                  <a:lnTo>
                    <a:pt x="105" y="41"/>
                  </a:lnTo>
                  <a:lnTo>
                    <a:pt x="92" y="32"/>
                  </a:lnTo>
                  <a:lnTo>
                    <a:pt x="83" y="24"/>
                  </a:lnTo>
                  <a:lnTo>
                    <a:pt x="72" y="14"/>
                  </a:lnTo>
                  <a:lnTo>
                    <a:pt x="50" y="2"/>
                  </a:lnTo>
                  <a:lnTo>
                    <a:pt x="30" y="0"/>
                  </a:lnTo>
                  <a:lnTo>
                    <a:pt x="14" y="9"/>
                  </a:lnTo>
                  <a:lnTo>
                    <a:pt x="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7" name="Freeform 24">
              <a:extLst>
                <a:ext uri="{FF2B5EF4-FFF2-40B4-BE49-F238E27FC236}">
                  <a16:creationId xmlns:a16="http://schemas.microsoft.com/office/drawing/2014/main" id="{383318DA-33EC-13CD-81E6-9FBF540D000F}"/>
                </a:ext>
              </a:extLst>
            </p:cNvPr>
            <p:cNvSpPr>
              <a:spLocks/>
            </p:cNvSpPr>
            <p:nvPr/>
          </p:nvSpPr>
          <p:spPr bwMode="auto">
            <a:xfrm>
              <a:off x="10863263" y="1341438"/>
              <a:ext cx="103188" cy="34925"/>
            </a:xfrm>
            <a:custGeom>
              <a:avLst/>
              <a:gdLst>
                <a:gd name="T0" fmla="*/ 3 w 250"/>
                <a:gd name="T1" fmla="*/ 24 h 84"/>
                <a:gd name="T2" fmla="*/ 1 w 250"/>
                <a:gd name="T3" fmla="*/ 31 h 84"/>
                <a:gd name="T4" fmla="*/ 0 w 250"/>
                <a:gd name="T5" fmla="*/ 44 h 84"/>
                <a:gd name="T6" fmla="*/ 5 w 250"/>
                <a:gd name="T7" fmla="*/ 55 h 84"/>
                <a:gd name="T8" fmla="*/ 15 w 250"/>
                <a:gd name="T9" fmla="*/ 65 h 84"/>
                <a:gd name="T10" fmla="*/ 39 w 250"/>
                <a:gd name="T11" fmla="*/ 76 h 84"/>
                <a:gd name="T12" fmla="*/ 91 w 250"/>
                <a:gd name="T13" fmla="*/ 83 h 84"/>
                <a:gd name="T14" fmla="*/ 125 w 250"/>
                <a:gd name="T15" fmla="*/ 84 h 84"/>
                <a:gd name="T16" fmla="*/ 159 w 250"/>
                <a:gd name="T17" fmla="*/ 83 h 84"/>
                <a:gd name="T18" fmla="*/ 211 w 250"/>
                <a:gd name="T19" fmla="*/ 76 h 84"/>
                <a:gd name="T20" fmla="*/ 235 w 250"/>
                <a:gd name="T21" fmla="*/ 65 h 84"/>
                <a:gd name="T22" fmla="*/ 245 w 250"/>
                <a:gd name="T23" fmla="*/ 55 h 84"/>
                <a:gd name="T24" fmla="*/ 250 w 250"/>
                <a:gd name="T25" fmla="*/ 44 h 84"/>
                <a:gd name="T26" fmla="*/ 249 w 250"/>
                <a:gd name="T27" fmla="*/ 31 h 84"/>
                <a:gd name="T28" fmla="*/ 247 w 250"/>
                <a:gd name="T29" fmla="*/ 24 h 84"/>
                <a:gd name="T30" fmla="*/ 243 w 250"/>
                <a:gd name="T31" fmla="*/ 18 h 84"/>
                <a:gd name="T32" fmla="*/ 227 w 250"/>
                <a:gd name="T33" fmla="*/ 9 h 84"/>
                <a:gd name="T34" fmla="*/ 179 w 250"/>
                <a:gd name="T35" fmla="*/ 1 h 84"/>
                <a:gd name="T36" fmla="*/ 125 w 250"/>
                <a:gd name="T37" fmla="*/ 0 h 84"/>
                <a:gd name="T38" fmla="*/ 71 w 250"/>
                <a:gd name="T39" fmla="*/ 1 h 84"/>
                <a:gd name="T40" fmla="*/ 23 w 250"/>
                <a:gd name="T41" fmla="*/ 9 h 84"/>
                <a:gd name="T42" fmla="*/ 7 w 250"/>
                <a:gd name="T43" fmla="*/ 18 h 84"/>
                <a:gd name="T44" fmla="*/ 3 w 250"/>
                <a:gd name="T45" fmla="*/ 2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50" h="84">
                  <a:moveTo>
                    <a:pt x="3" y="24"/>
                  </a:moveTo>
                  <a:lnTo>
                    <a:pt x="1" y="31"/>
                  </a:lnTo>
                  <a:lnTo>
                    <a:pt x="0" y="44"/>
                  </a:lnTo>
                  <a:lnTo>
                    <a:pt x="5" y="55"/>
                  </a:lnTo>
                  <a:lnTo>
                    <a:pt x="15" y="65"/>
                  </a:lnTo>
                  <a:lnTo>
                    <a:pt x="39" y="76"/>
                  </a:lnTo>
                  <a:lnTo>
                    <a:pt x="91" y="83"/>
                  </a:lnTo>
                  <a:lnTo>
                    <a:pt x="125" y="84"/>
                  </a:lnTo>
                  <a:lnTo>
                    <a:pt x="159" y="83"/>
                  </a:lnTo>
                  <a:lnTo>
                    <a:pt x="211" y="76"/>
                  </a:lnTo>
                  <a:lnTo>
                    <a:pt x="235" y="65"/>
                  </a:lnTo>
                  <a:lnTo>
                    <a:pt x="245" y="55"/>
                  </a:lnTo>
                  <a:lnTo>
                    <a:pt x="250" y="44"/>
                  </a:lnTo>
                  <a:lnTo>
                    <a:pt x="249" y="31"/>
                  </a:lnTo>
                  <a:lnTo>
                    <a:pt x="247" y="24"/>
                  </a:lnTo>
                  <a:lnTo>
                    <a:pt x="243" y="18"/>
                  </a:lnTo>
                  <a:lnTo>
                    <a:pt x="227" y="9"/>
                  </a:lnTo>
                  <a:lnTo>
                    <a:pt x="179" y="1"/>
                  </a:lnTo>
                  <a:lnTo>
                    <a:pt x="125" y="0"/>
                  </a:lnTo>
                  <a:lnTo>
                    <a:pt x="71" y="1"/>
                  </a:lnTo>
                  <a:lnTo>
                    <a:pt x="23" y="9"/>
                  </a:lnTo>
                  <a:lnTo>
                    <a:pt x="7" y="18"/>
                  </a:lnTo>
                  <a:lnTo>
                    <a:pt x="3"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8" name="Freeform 25">
              <a:extLst>
                <a:ext uri="{FF2B5EF4-FFF2-40B4-BE49-F238E27FC236}">
                  <a16:creationId xmlns:a16="http://schemas.microsoft.com/office/drawing/2014/main" id="{FD2BEB88-4AA3-347E-804B-EDBD94C218C9}"/>
                </a:ext>
              </a:extLst>
            </p:cNvPr>
            <p:cNvSpPr>
              <a:spLocks noEditPoints="1"/>
            </p:cNvSpPr>
            <p:nvPr/>
          </p:nvSpPr>
          <p:spPr bwMode="auto">
            <a:xfrm>
              <a:off x="11563351" y="1266826"/>
              <a:ext cx="180975" cy="179388"/>
            </a:xfrm>
            <a:custGeom>
              <a:avLst/>
              <a:gdLst>
                <a:gd name="T0" fmla="*/ 93 w 436"/>
                <a:gd name="T1" fmla="*/ 42 h 435"/>
                <a:gd name="T2" fmla="*/ 19 w 436"/>
                <a:gd name="T3" fmla="*/ 137 h 435"/>
                <a:gd name="T4" fmla="*/ 0 w 436"/>
                <a:gd name="T5" fmla="*/ 222 h 435"/>
                <a:gd name="T6" fmla="*/ 18 w 436"/>
                <a:gd name="T7" fmla="*/ 298 h 435"/>
                <a:gd name="T8" fmla="*/ 86 w 436"/>
                <a:gd name="T9" fmla="*/ 391 h 435"/>
                <a:gd name="T10" fmla="*/ 125 w 436"/>
                <a:gd name="T11" fmla="*/ 417 h 435"/>
                <a:gd name="T12" fmla="*/ 207 w 436"/>
                <a:gd name="T13" fmla="*/ 435 h 435"/>
                <a:gd name="T14" fmla="*/ 294 w 436"/>
                <a:gd name="T15" fmla="*/ 421 h 435"/>
                <a:gd name="T16" fmla="*/ 370 w 436"/>
                <a:gd name="T17" fmla="*/ 378 h 435"/>
                <a:gd name="T18" fmla="*/ 408 w 436"/>
                <a:gd name="T19" fmla="*/ 330 h 435"/>
                <a:gd name="T20" fmla="*/ 430 w 436"/>
                <a:gd name="T21" fmla="*/ 275 h 435"/>
                <a:gd name="T22" fmla="*/ 436 w 436"/>
                <a:gd name="T23" fmla="*/ 202 h 435"/>
                <a:gd name="T24" fmla="*/ 420 w 436"/>
                <a:gd name="T25" fmla="*/ 135 h 435"/>
                <a:gd name="T26" fmla="*/ 385 w 436"/>
                <a:gd name="T27" fmla="*/ 78 h 435"/>
                <a:gd name="T28" fmla="*/ 336 w 436"/>
                <a:gd name="T29" fmla="*/ 34 h 435"/>
                <a:gd name="T30" fmla="*/ 276 w 436"/>
                <a:gd name="T31" fmla="*/ 6 h 435"/>
                <a:gd name="T32" fmla="*/ 208 w 436"/>
                <a:gd name="T33" fmla="*/ 0 h 435"/>
                <a:gd name="T34" fmla="*/ 136 w 436"/>
                <a:gd name="T35" fmla="*/ 18 h 435"/>
                <a:gd name="T36" fmla="*/ 310 w 436"/>
                <a:gd name="T37" fmla="*/ 120 h 435"/>
                <a:gd name="T38" fmla="*/ 346 w 436"/>
                <a:gd name="T39" fmla="*/ 167 h 435"/>
                <a:gd name="T40" fmla="*/ 357 w 436"/>
                <a:gd name="T41" fmla="*/ 238 h 435"/>
                <a:gd name="T42" fmla="*/ 330 w 436"/>
                <a:gd name="T43" fmla="*/ 305 h 435"/>
                <a:gd name="T44" fmla="*/ 270 w 436"/>
                <a:gd name="T45" fmla="*/ 350 h 435"/>
                <a:gd name="T46" fmla="*/ 225 w 436"/>
                <a:gd name="T47" fmla="*/ 359 h 435"/>
                <a:gd name="T48" fmla="*/ 141 w 436"/>
                <a:gd name="T49" fmla="*/ 334 h 435"/>
                <a:gd name="T50" fmla="*/ 91 w 436"/>
                <a:gd name="T51" fmla="*/ 267 h 435"/>
                <a:gd name="T52" fmla="*/ 88 w 436"/>
                <a:gd name="T53" fmla="*/ 182 h 435"/>
                <a:gd name="T54" fmla="*/ 125 w 436"/>
                <a:gd name="T55" fmla="*/ 122 h 435"/>
                <a:gd name="T56" fmla="*/ 156 w 436"/>
                <a:gd name="T57" fmla="*/ 97 h 435"/>
                <a:gd name="T58" fmla="*/ 202 w 436"/>
                <a:gd name="T59" fmla="*/ 82 h 435"/>
                <a:gd name="T60" fmla="*/ 251 w 436"/>
                <a:gd name="T61" fmla="*/ 87 h 435"/>
                <a:gd name="T62" fmla="*/ 310 w 436"/>
                <a:gd name="T63" fmla="*/ 120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6" h="435">
                  <a:moveTo>
                    <a:pt x="118" y="27"/>
                  </a:moveTo>
                  <a:lnTo>
                    <a:pt x="93" y="42"/>
                  </a:lnTo>
                  <a:lnTo>
                    <a:pt x="51" y="84"/>
                  </a:lnTo>
                  <a:lnTo>
                    <a:pt x="19" y="137"/>
                  </a:lnTo>
                  <a:lnTo>
                    <a:pt x="1" y="194"/>
                  </a:lnTo>
                  <a:lnTo>
                    <a:pt x="0" y="222"/>
                  </a:lnTo>
                  <a:lnTo>
                    <a:pt x="1" y="246"/>
                  </a:lnTo>
                  <a:lnTo>
                    <a:pt x="18" y="298"/>
                  </a:lnTo>
                  <a:lnTo>
                    <a:pt x="48" y="348"/>
                  </a:lnTo>
                  <a:lnTo>
                    <a:pt x="86" y="391"/>
                  </a:lnTo>
                  <a:lnTo>
                    <a:pt x="108" y="407"/>
                  </a:lnTo>
                  <a:lnTo>
                    <a:pt x="125" y="417"/>
                  </a:lnTo>
                  <a:lnTo>
                    <a:pt x="165" y="431"/>
                  </a:lnTo>
                  <a:lnTo>
                    <a:pt x="207" y="435"/>
                  </a:lnTo>
                  <a:lnTo>
                    <a:pt x="251" y="432"/>
                  </a:lnTo>
                  <a:lnTo>
                    <a:pt x="294" y="421"/>
                  </a:lnTo>
                  <a:lnTo>
                    <a:pt x="335" y="403"/>
                  </a:lnTo>
                  <a:lnTo>
                    <a:pt x="370" y="378"/>
                  </a:lnTo>
                  <a:lnTo>
                    <a:pt x="398" y="348"/>
                  </a:lnTo>
                  <a:lnTo>
                    <a:pt x="408" y="330"/>
                  </a:lnTo>
                  <a:lnTo>
                    <a:pt x="417" y="312"/>
                  </a:lnTo>
                  <a:lnTo>
                    <a:pt x="430" y="275"/>
                  </a:lnTo>
                  <a:lnTo>
                    <a:pt x="436" y="238"/>
                  </a:lnTo>
                  <a:lnTo>
                    <a:pt x="436" y="202"/>
                  </a:lnTo>
                  <a:lnTo>
                    <a:pt x="430" y="168"/>
                  </a:lnTo>
                  <a:lnTo>
                    <a:pt x="420" y="135"/>
                  </a:lnTo>
                  <a:lnTo>
                    <a:pt x="405" y="105"/>
                  </a:lnTo>
                  <a:lnTo>
                    <a:pt x="385" y="78"/>
                  </a:lnTo>
                  <a:lnTo>
                    <a:pt x="362" y="54"/>
                  </a:lnTo>
                  <a:lnTo>
                    <a:pt x="336" y="34"/>
                  </a:lnTo>
                  <a:lnTo>
                    <a:pt x="307" y="18"/>
                  </a:lnTo>
                  <a:lnTo>
                    <a:pt x="276" y="6"/>
                  </a:lnTo>
                  <a:lnTo>
                    <a:pt x="243" y="0"/>
                  </a:lnTo>
                  <a:lnTo>
                    <a:pt x="208" y="0"/>
                  </a:lnTo>
                  <a:lnTo>
                    <a:pt x="172" y="6"/>
                  </a:lnTo>
                  <a:lnTo>
                    <a:pt x="136" y="18"/>
                  </a:lnTo>
                  <a:lnTo>
                    <a:pt x="118" y="27"/>
                  </a:lnTo>
                  <a:close/>
                  <a:moveTo>
                    <a:pt x="310" y="120"/>
                  </a:moveTo>
                  <a:lnTo>
                    <a:pt x="325" y="135"/>
                  </a:lnTo>
                  <a:lnTo>
                    <a:pt x="346" y="167"/>
                  </a:lnTo>
                  <a:lnTo>
                    <a:pt x="357" y="202"/>
                  </a:lnTo>
                  <a:lnTo>
                    <a:pt x="357" y="238"/>
                  </a:lnTo>
                  <a:lnTo>
                    <a:pt x="348" y="273"/>
                  </a:lnTo>
                  <a:lnTo>
                    <a:pt x="330" y="305"/>
                  </a:lnTo>
                  <a:lnTo>
                    <a:pt x="304" y="331"/>
                  </a:lnTo>
                  <a:lnTo>
                    <a:pt x="270" y="350"/>
                  </a:lnTo>
                  <a:lnTo>
                    <a:pt x="250" y="355"/>
                  </a:lnTo>
                  <a:lnTo>
                    <a:pt x="225" y="359"/>
                  </a:lnTo>
                  <a:lnTo>
                    <a:pt x="180" y="354"/>
                  </a:lnTo>
                  <a:lnTo>
                    <a:pt x="141" y="334"/>
                  </a:lnTo>
                  <a:lnTo>
                    <a:pt x="111" y="304"/>
                  </a:lnTo>
                  <a:lnTo>
                    <a:pt x="91" y="267"/>
                  </a:lnTo>
                  <a:lnTo>
                    <a:pt x="83" y="225"/>
                  </a:lnTo>
                  <a:lnTo>
                    <a:pt x="88" y="182"/>
                  </a:lnTo>
                  <a:lnTo>
                    <a:pt x="108" y="141"/>
                  </a:lnTo>
                  <a:lnTo>
                    <a:pt x="125" y="122"/>
                  </a:lnTo>
                  <a:lnTo>
                    <a:pt x="135" y="112"/>
                  </a:lnTo>
                  <a:lnTo>
                    <a:pt x="156" y="97"/>
                  </a:lnTo>
                  <a:lnTo>
                    <a:pt x="178" y="87"/>
                  </a:lnTo>
                  <a:lnTo>
                    <a:pt x="202" y="82"/>
                  </a:lnTo>
                  <a:lnTo>
                    <a:pt x="226" y="82"/>
                  </a:lnTo>
                  <a:lnTo>
                    <a:pt x="251" y="87"/>
                  </a:lnTo>
                  <a:lnTo>
                    <a:pt x="287" y="103"/>
                  </a:lnTo>
                  <a:lnTo>
                    <a:pt x="310" y="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1" name="Oval 20">
            <a:extLst>
              <a:ext uri="{FF2B5EF4-FFF2-40B4-BE49-F238E27FC236}">
                <a16:creationId xmlns:a16="http://schemas.microsoft.com/office/drawing/2014/main" id="{FE017B90-C017-5387-12AE-E394D9455710}"/>
              </a:ext>
            </a:extLst>
          </p:cNvPr>
          <p:cNvSpPr/>
          <p:nvPr/>
        </p:nvSpPr>
        <p:spPr>
          <a:xfrm>
            <a:off x="8869088" y="2895939"/>
            <a:ext cx="1645883" cy="164588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C2BD40DE-3BCD-86C1-0BE7-75F900BECB19}"/>
              </a:ext>
            </a:extLst>
          </p:cNvPr>
          <p:cNvGrpSpPr>
            <a:grpSpLocks noChangeAspect="1"/>
          </p:cNvGrpSpPr>
          <p:nvPr/>
        </p:nvGrpSpPr>
        <p:grpSpPr>
          <a:xfrm>
            <a:off x="9445410" y="3285211"/>
            <a:ext cx="493241" cy="867338"/>
            <a:chOff x="5938838" y="327025"/>
            <a:chExt cx="985838" cy="1733550"/>
          </a:xfrm>
          <a:solidFill>
            <a:schemeClr val="tx1">
              <a:lumMod val="85000"/>
              <a:lumOff val="15000"/>
            </a:schemeClr>
          </a:solidFill>
        </p:grpSpPr>
        <p:sp>
          <p:nvSpPr>
            <p:cNvPr id="23" name="Freeform 35">
              <a:extLst>
                <a:ext uri="{FF2B5EF4-FFF2-40B4-BE49-F238E27FC236}">
                  <a16:creationId xmlns:a16="http://schemas.microsoft.com/office/drawing/2014/main" id="{F938DC7B-E4A8-A6BD-EF59-E860E173111F}"/>
                </a:ext>
              </a:extLst>
            </p:cNvPr>
            <p:cNvSpPr>
              <a:spLocks noEditPoints="1"/>
            </p:cNvSpPr>
            <p:nvPr/>
          </p:nvSpPr>
          <p:spPr bwMode="auto">
            <a:xfrm>
              <a:off x="6089651" y="327025"/>
              <a:ext cx="679450" cy="687388"/>
            </a:xfrm>
            <a:custGeom>
              <a:avLst/>
              <a:gdLst>
                <a:gd name="T0" fmla="*/ 692 w 1783"/>
                <a:gd name="T1" fmla="*/ 98 h 1800"/>
                <a:gd name="T2" fmla="*/ 610 w 1783"/>
                <a:gd name="T3" fmla="*/ 228 h 1800"/>
                <a:gd name="T4" fmla="*/ 500 w 1783"/>
                <a:gd name="T5" fmla="*/ 206 h 1800"/>
                <a:gd name="T6" fmla="*/ 135 w 1783"/>
                <a:gd name="T7" fmla="*/ 390 h 1800"/>
                <a:gd name="T8" fmla="*/ 226 w 1783"/>
                <a:gd name="T9" fmla="*/ 581 h 1800"/>
                <a:gd name="T10" fmla="*/ 197 w 1783"/>
                <a:gd name="T11" fmla="*/ 655 h 1800"/>
                <a:gd name="T12" fmla="*/ 0 w 1783"/>
                <a:gd name="T13" fmla="*/ 722 h 1800"/>
                <a:gd name="T14" fmla="*/ 126 w 1783"/>
                <a:gd name="T15" fmla="*/ 1113 h 1800"/>
                <a:gd name="T16" fmla="*/ 227 w 1783"/>
                <a:gd name="T17" fmla="*/ 1188 h 1800"/>
                <a:gd name="T18" fmla="*/ 187 w 1783"/>
                <a:gd name="T19" fmla="*/ 1315 h 1800"/>
                <a:gd name="T20" fmla="*/ 377 w 1783"/>
                <a:gd name="T21" fmla="*/ 1643 h 1800"/>
                <a:gd name="T22" fmla="*/ 487 w 1783"/>
                <a:gd name="T23" fmla="*/ 1600 h 1800"/>
                <a:gd name="T24" fmla="*/ 600 w 1783"/>
                <a:gd name="T25" fmla="*/ 1567 h 1800"/>
                <a:gd name="T26" fmla="*/ 686 w 1783"/>
                <a:gd name="T27" fmla="*/ 1669 h 1800"/>
                <a:gd name="T28" fmla="*/ 716 w 1783"/>
                <a:gd name="T29" fmla="*/ 1785 h 1800"/>
                <a:gd name="T30" fmla="*/ 956 w 1783"/>
                <a:gd name="T31" fmla="*/ 1798 h 1800"/>
                <a:gd name="T32" fmla="*/ 1090 w 1783"/>
                <a:gd name="T33" fmla="*/ 1722 h 1800"/>
                <a:gd name="T34" fmla="*/ 1134 w 1783"/>
                <a:gd name="T35" fmla="*/ 1598 h 1800"/>
                <a:gd name="T36" fmla="*/ 1214 w 1783"/>
                <a:gd name="T37" fmla="*/ 1563 h 1800"/>
                <a:gd name="T38" fmla="*/ 1332 w 1783"/>
                <a:gd name="T39" fmla="*/ 1621 h 1800"/>
                <a:gd name="T40" fmla="*/ 1482 w 1783"/>
                <a:gd name="T41" fmla="*/ 1576 h 1800"/>
                <a:gd name="T42" fmla="*/ 1585 w 1783"/>
                <a:gd name="T43" fmla="*/ 1289 h 1800"/>
                <a:gd name="T44" fmla="*/ 1568 w 1783"/>
                <a:gd name="T45" fmla="*/ 1180 h 1800"/>
                <a:gd name="T46" fmla="*/ 1657 w 1783"/>
                <a:gd name="T47" fmla="*/ 1113 h 1800"/>
                <a:gd name="T48" fmla="*/ 1783 w 1783"/>
                <a:gd name="T49" fmla="*/ 722 h 1800"/>
                <a:gd name="T50" fmla="*/ 1591 w 1783"/>
                <a:gd name="T51" fmla="*/ 655 h 1800"/>
                <a:gd name="T52" fmla="*/ 1558 w 1783"/>
                <a:gd name="T53" fmla="*/ 578 h 1800"/>
                <a:gd name="T54" fmla="*/ 1655 w 1783"/>
                <a:gd name="T55" fmla="*/ 397 h 1800"/>
                <a:gd name="T56" fmla="*/ 1393 w 1783"/>
                <a:gd name="T57" fmla="*/ 150 h 1800"/>
                <a:gd name="T58" fmla="*/ 1276 w 1783"/>
                <a:gd name="T59" fmla="*/ 213 h 1800"/>
                <a:gd name="T60" fmla="*/ 1173 w 1783"/>
                <a:gd name="T61" fmla="*/ 225 h 1800"/>
                <a:gd name="T62" fmla="*/ 1108 w 1783"/>
                <a:gd name="T63" fmla="*/ 141 h 1800"/>
                <a:gd name="T64" fmla="*/ 1060 w 1783"/>
                <a:gd name="T65" fmla="*/ 13 h 1800"/>
                <a:gd name="T66" fmla="*/ 831 w 1783"/>
                <a:gd name="T67" fmla="*/ 1 h 1800"/>
                <a:gd name="T68" fmla="*/ 1144 w 1783"/>
                <a:gd name="T69" fmla="*/ 390 h 1800"/>
                <a:gd name="T70" fmla="*/ 1372 w 1783"/>
                <a:gd name="T71" fmla="*/ 604 h 1800"/>
                <a:gd name="T72" fmla="*/ 1449 w 1783"/>
                <a:gd name="T73" fmla="*/ 797 h 1800"/>
                <a:gd name="T74" fmla="*/ 1408 w 1783"/>
                <a:gd name="T75" fmla="*/ 1132 h 1800"/>
                <a:gd name="T76" fmla="*/ 1237 w 1783"/>
                <a:gd name="T77" fmla="*/ 1349 h 1800"/>
                <a:gd name="T78" fmla="*/ 1037 w 1783"/>
                <a:gd name="T79" fmla="*/ 1446 h 1800"/>
                <a:gd name="T80" fmla="*/ 778 w 1783"/>
                <a:gd name="T81" fmla="*/ 1454 h 1800"/>
                <a:gd name="T82" fmla="*/ 611 w 1783"/>
                <a:gd name="T83" fmla="*/ 1393 h 1800"/>
                <a:gd name="T84" fmla="*/ 398 w 1783"/>
                <a:gd name="T85" fmla="*/ 1170 h 1800"/>
                <a:gd name="T86" fmla="*/ 333 w 1783"/>
                <a:gd name="T87" fmla="*/ 900 h 1800"/>
                <a:gd name="T88" fmla="*/ 409 w 1783"/>
                <a:gd name="T89" fmla="*/ 606 h 1800"/>
                <a:gd name="T90" fmla="*/ 662 w 1783"/>
                <a:gd name="T91" fmla="*/ 382 h 1800"/>
                <a:gd name="T92" fmla="*/ 855 w 1783"/>
                <a:gd name="T93" fmla="*/ 338 h 1800"/>
                <a:gd name="T94" fmla="*/ 1122 w 1783"/>
                <a:gd name="T95" fmla="*/ 380 h 1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83" h="1800">
                  <a:moveTo>
                    <a:pt x="723" y="13"/>
                  </a:moveTo>
                  <a:lnTo>
                    <a:pt x="715" y="22"/>
                  </a:lnTo>
                  <a:lnTo>
                    <a:pt x="698" y="69"/>
                  </a:lnTo>
                  <a:lnTo>
                    <a:pt x="692" y="98"/>
                  </a:lnTo>
                  <a:lnTo>
                    <a:pt x="686" y="128"/>
                  </a:lnTo>
                  <a:lnTo>
                    <a:pt x="665" y="177"/>
                  </a:lnTo>
                  <a:lnTo>
                    <a:pt x="636" y="212"/>
                  </a:lnTo>
                  <a:lnTo>
                    <a:pt x="610" y="228"/>
                  </a:lnTo>
                  <a:lnTo>
                    <a:pt x="591" y="233"/>
                  </a:lnTo>
                  <a:lnTo>
                    <a:pt x="582" y="233"/>
                  </a:lnTo>
                  <a:lnTo>
                    <a:pt x="563" y="231"/>
                  </a:lnTo>
                  <a:lnTo>
                    <a:pt x="500" y="206"/>
                  </a:lnTo>
                  <a:lnTo>
                    <a:pt x="465" y="188"/>
                  </a:lnTo>
                  <a:lnTo>
                    <a:pt x="383" y="142"/>
                  </a:lnTo>
                  <a:lnTo>
                    <a:pt x="260" y="265"/>
                  </a:lnTo>
                  <a:lnTo>
                    <a:pt x="135" y="390"/>
                  </a:lnTo>
                  <a:lnTo>
                    <a:pt x="185" y="482"/>
                  </a:lnTo>
                  <a:lnTo>
                    <a:pt x="200" y="510"/>
                  </a:lnTo>
                  <a:lnTo>
                    <a:pt x="219" y="551"/>
                  </a:lnTo>
                  <a:lnTo>
                    <a:pt x="226" y="581"/>
                  </a:lnTo>
                  <a:lnTo>
                    <a:pt x="223" y="606"/>
                  </a:lnTo>
                  <a:lnTo>
                    <a:pt x="218" y="620"/>
                  </a:lnTo>
                  <a:lnTo>
                    <a:pt x="213" y="634"/>
                  </a:lnTo>
                  <a:lnTo>
                    <a:pt x="197" y="655"/>
                  </a:lnTo>
                  <a:lnTo>
                    <a:pt x="170" y="671"/>
                  </a:lnTo>
                  <a:lnTo>
                    <a:pt x="129" y="687"/>
                  </a:lnTo>
                  <a:lnTo>
                    <a:pt x="100" y="695"/>
                  </a:lnTo>
                  <a:lnTo>
                    <a:pt x="0" y="722"/>
                  </a:lnTo>
                  <a:lnTo>
                    <a:pt x="0" y="900"/>
                  </a:lnTo>
                  <a:lnTo>
                    <a:pt x="0" y="1078"/>
                  </a:lnTo>
                  <a:lnTo>
                    <a:pt x="100" y="1105"/>
                  </a:lnTo>
                  <a:lnTo>
                    <a:pt x="126" y="1113"/>
                  </a:lnTo>
                  <a:lnTo>
                    <a:pt x="167" y="1128"/>
                  </a:lnTo>
                  <a:lnTo>
                    <a:pt x="198" y="1145"/>
                  </a:lnTo>
                  <a:lnTo>
                    <a:pt x="218" y="1165"/>
                  </a:lnTo>
                  <a:lnTo>
                    <a:pt x="227" y="1188"/>
                  </a:lnTo>
                  <a:lnTo>
                    <a:pt x="227" y="1217"/>
                  </a:lnTo>
                  <a:lnTo>
                    <a:pt x="218" y="1250"/>
                  </a:lnTo>
                  <a:lnTo>
                    <a:pt x="199" y="1291"/>
                  </a:lnTo>
                  <a:lnTo>
                    <a:pt x="187" y="1315"/>
                  </a:lnTo>
                  <a:lnTo>
                    <a:pt x="135" y="1410"/>
                  </a:lnTo>
                  <a:lnTo>
                    <a:pt x="255" y="1530"/>
                  </a:lnTo>
                  <a:lnTo>
                    <a:pt x="304" y="1578"/>
                  </a:lnTo>
                  <a:lnTo>
                    <a:pt x="377" y="1643"/>
                  </a:lnTo>
                  <a:lnTo>
                    <a:pt x="390" y="1650"/>
                  </a:lnTo>
                  <a:lnTo>
                    <a:pt x="401" y="1647"/>
                  </a:lnTo>
                  <a:lnTo>
                    <a:pt x="453" y="1620"/>
                  </a:lnTo>
                  <a:lnTo>
                    <a:pt x="487" y="1600"/>
                  </a:lnTo>
                  <a:lnTo>
                    <a:pt x="513" y="1583"/>
                  </a:lnTo>
                  <a:lnTo>
                    <a:pt x="550" y="1564"/>
                  </a:lnTo>
                  <a:lnTo>
                    <a:pt x="575" y="1559"/>
                  </a:lnTo>
                  <a:lnTo>
                    <a:pt x="600" y="1567"/>
                  </a:lnTo>
                  <a:lnTo>
                    <a:pt x="617" y="1575"/>
                  </a:lnTo>
                  <a:lnTo>
                    <a:pt x="634" y="1585"/>
                  </a:lnTo>
                  <a:lnTo>
                    <a:pt x="664" y="1621"/>
                  </a:lnTo>
                  <a:lnTo>
                    <a:pt x="686" y="1669"/>
                  </a:lnTo>
                  <a:lnTo>
                    <a:pt x="699" y="1723"/>
                  </a:lnTo>
                  <a:lnTo>
                    <a:pt x="700" y="1752"/>
                  </a:lnTo>
                  <a:lnTo>
                    <a:pt x="701" y="1763"/>
                  </a:lnTo>
                  <a:lnTo>
                    <a:pt x="716" y="1785"/>
                  </a:lnTo>
                  <a:lnTo>
                    <a:pt x="727" y="1790"/>
                  </a:lnTo>
                  <a:lnTo>
                    <a:pt x="748" y="1795"/>
                  </a:lnTo>
                  <a:lnTo>
                    <a:pt x="842" y="1800"/>
                  </a:lnTo>
                  <a:lnTo>
                    <a:pt x="956" y="1798"/>
                  </a:lnTo>
                  <a:lnTo>
                    <a:pt x="1044" y="1792"/>
                  </a:lnTo>
                  <a:lnTo>
                    <a:pt x="1060" y="1787"/>
                  </a:lnTo>
                  <a:lnTo>
                    <a:pt x="1069" y="1777"/>
                  </a:lnTo>
                  <a:lnTo>
                    <a:pt x="1090" y="1722"/>
                  </a:lnTo>
                  <a:lnTo>
                    <a:pt x="1100" y="1685"/>
                  </a:lnTo>
                  <a:lnTo>
                    <a:pt x="1106" y="1659"/>
                  </a:lnTo>
                  <a:lnTo>
                    <a:pt x="1118" y="1622"/>
                  </a:lnTo>
                  <a:lnTo>
                    <a:pt x="1134" y="1598"/>
                  </a:lnTo>
                  <a:lnTo>
                    <a:pt x="1156" y="1582"/>
                  </a:lnTo>
                  <a:lnTo>
                    <a:pt x="1172" y="1575"/>
                  </a:lnTo>
                  <a:lnTo>
                    <a:pt x="1188" y="1568"/>
                  </a:lnTo>
                  <a:lnTo>
                    <a:pt x="1214" y="1563"/>
                  </a:lnTo>
                  <a:lnTo>
                    <a:pt x="1241" y="1568"/>
                  </a:lnTo>
                  <a:lnTo>
                    <a:pt x="1276" y="1587"/>
                  </a:lnTo>
                  <a:lnTo>
                    <a:pt x="1300" y="1602"/>
                  </a:lnTo>
                  <a:lnTo>
                    <a:pt x="1332" y="1621"/>
                  </a:lnTo>
                  <a:lnTo>
                    <a:pt x="1383" y="1647"/>
                  </a:lnTo>
                  <a:lnTo>
                    <a:pt x="1393" y="1650"/>
                  </a:lnTo>
                  <a:lnTo>
                    <a:pt x="1406" y="1643"/>
                  </a:lnTo>
                  <a:lnTo>
                    <a:pt x="1482" y="1576"/>
                  </a:lnTo>
                  <a:lnTo>
                    <a:pt x="1532" y="1527"/>
                  </a:lnTo>
                  <a:lnTo>
                    <a:pt x="1655" y="1403"/>
                  </a:lnTo>
                  <a:lnTo>
                    <a:pt x="1602" y="1317"/>
                  </a:lnTo>
                  <a:lnTo>
                    <a:pt x="1585" y="1289"/>
                  </a:lnTo>
                  <a:lnTo>
                    <a:pt x="1564" y="1250"/>
                  </a:lnTo>
                  <a:lnTo>
                    <a:pt x="1558" y="1222"/>
                  </a:lnTo>
                  <a:lnTo>
                    <a:pt x="1562" y="1196"/>
                  </a:lnTo>
                  <a:lnTo>
                    <a:pt x="1568" y="1180"/>
                  </a:lnTo>
                  <a:lnTo>
                    <a:pt x="1575" y="1166"/>
                  </a:lnTo>
                  <a:lnTo>
                    <a:pt x="1591" y="1145"/>
                  </a:lnTo>
                  <a:lnTo>
                    <a:pt x="1617" y="1128"/>
                  </a:lnTo>
                  <a:lnTo>
                    <a:pt x="1657" y="1113"/>
                  </a:lnTo>
                  <a:lnTo>
                    <a:pt x="1685" y="1105"/>
                  </a:lnTo>
                  <a:lnTo>
                    <a:pt x="1783" y="1078"/>
                  </a:lnTo>
                  <a:lnTo>
                    <a:pt x="1783" y="900"/>
                  </a:lnTo>
                  <a:lnTo>
                    <a:pt x="1783" y="722"/>
                  </a:lnTo>
                  <a:lnTo>
                    <a:pt x="1685" y="695"/>
                  </a:lnTo>
                  <a:lnTo>
                    <a:pt x="1657" y="687"/>
                  </a:lnTo>
                  <a:lnTo>
                    <a:pt x="1617" y="672"/>
                  </a:lnTo>
                  <a:lnTo>
                    <a:pt x="1591" y="655"/>
                  </a:lnTo>
                  <a:lnTo>
                    <a:pt x="1575" y="634"/>
                  </a:lnTo>
                  <a:lnTo>
                    <a:pt x="1568" y="620"/>
                  </a:lnTo>
                  <a:lnTo>
                    <a:pt x="1562" y="604"/>
                  </a:lnTo>
                  <a:lnTo>
                    <a:pt x="1558" y="578"/>
                  </a:lnTo>
                  <a:lnTo>
                    <a:pt x="1564" y="550"/>
                  </a:lnTo>
                  <a:lnTo>
                    <a:pt x="1585" y="511"/>
                  </a:lnTo>
                  <a:lnTo>
                    <a:pt x="1602" y="483"/>
                  </a:lnTo>
                  <a:lnTo>
                    <a:pt x="1655" y="397"/>
                  </a:lnTo>
                  <a:lnTo>
                    <a:pt x="1532" y="273"/>
                  </a:lnTo>
                  <a:lnTo>
                    <a:pt x="1482" y="224"/>
                  </a:lnTo>
                  <a:lnTo>
                    <a:pt x="1406" y="157"/>
                  </a:lnTo>
                  <a:lnTo>
                    <a:pt x="1393" y="150"/>
                  </a:lnTo>
                  <a:lnTo>
                    <a:pt x="1383" y="153"/>
                  </a:lnTo>
                  <a:lnTo>
                    <a:pt x="1332" y="179"/>
                  </a:lnTo>
                  <a:lnTo>
                    <a:pt x="1300" y="198"/>
                  </a:lnTo>
                  <a:lnTo>
                    <a:pt x="1276" y="213"/>
                  </a:lnTo>
                  <a:lnTo>
                    <a:pt x="1241" y="231"/>
                  </a:lnTo>
                  <a:lnTo>
                    <a:pt x="1215" y="236"/>
                  </a:lnTo>
                  <a:lnTo>
                    <a:pt x="1189" y="231"/>
                  </a:lnTo>
                  <a:lnTo>
                    <a:pt x="1173" y="225"/>
                  </a:lnTo>
                  <a:lnTo>
                    <a:pt x="1159" y="219"/>
                  </a:lnTo>
                  <a:lnTo>
                    <a:pt x="1138" y="203"/>
                  </a:lnTo>
                  <a:lnTo>
                    <a:pt x="1122" y="178"/>
                  </a:lnTo>
                  <a:lnTo>
                    <a:pt x="1108" y="141"/>
                  </a:lnTo>
                  <a:lnTo>
                    <a:pt x="1102" y="115"/>
                  </a:lnTo>
                  <a:lnTo>
                    <a:pt x="1091" y="78"/>
                  </a:lnTo>
                  <a:lnTo>
                    <a:pt x="1069" y="23"/>
                  </a:lnTo>
                  <a:lnTo>
                    <a:pt x="1060" y="13"/>
                  </a:lnTo>
                  <a:lnTo>
                    <a:pt x="1044" y="8"/>
                  </a:lnTo>
                  <a:lnTo>
                    <a:pt x="953" y="1"/>
                  </a:lnTo>
                  <a:lnTo>
                    <a:pt x="892" y="0"/>
                  </a:lnTo>
                  <a:lnTo>
                    <a:pt x="831" y="1"/>
                  </a:lnTo>
                  <a:lnTo>
                    <a:pt x="739" y="8"/>
                  </a:lnTo>
                  <a:lnTo>
                    <a:pt x="723" y="13"/>
                  </a:lnTo>
                  <a:close/>
                  <a:moveTo>
                    <a:pt x="1122" y="380"/>
                  </a:moveTo>
                  <a:lnTo>
                    <a:pt x="1144" y="390"/>
                  </a:lnTo>
                  <a:lnTo>
                    <a:pt x="1187" y="415"/>
                  </a:lnTo>
                  <a:lnTo>
                    <a:pt x="1250" y="462"/>
                  </a:lnTo>
                  <a:lnTo>
                    <a:pt x="1326" y="539"/>
                  </a:lnTo>
                  <a:lnTo>
                    <a:pt x="1372" y="604"/>
                  </a:lnTo>
                  <a:lnTo>
                    <a:pt x="1398" y="649"/>
                  </a:lnTo>
                  <a:lnTo>
                    <a:pt x="1408" y="672"/>
                  </a:lnTo>
                  <a:lnTo>
                    <a:pt x="1426" y="713"/>
                  </a:lnTo>
                  <a:lnTo>
                    <a:pt x="1449" y="797"/>
                  </a:lnTo>
                  <a:lnTo>
                    <a:pt x="1458" y="882"/>
                  </a:lnTo>
                  <a:lnTo>
                    <a:pt x="1454" y="968"/>
                  </a:lnTo>
                  <a:lnTo>
                    <a:pt x="1437" y="1052"/>
                  </a:lnTo>
                  <a:lnTo>
                    <a:pt x="1408" y="1132"/>
                  </a:lnTo>
                  <a:lnTo>
                    <a:pt x="1367" y="1208"/>
                  </a:lnTo>
                  <a:lnTo>
                    <a:pt x="1313" y="1277"/>
                  </a:lnTo>
                  <a:lnTo>
                    <a:pt x="1282" y="1308"/>
                  </a:lnTo>
                  <a:lnTo>
                    <a:pt x="1237" y="1349"/>
                  </a:lnTo>
                  <a:lnTo>
                    <a:pt x="1173" y="1394"/>
                  </a:lnTo>
                  <a:lnTo>
                    <a:pt x="1130" y="1417"/>
                  </a:lnTo>
                  <a:lnTo>
                    <a:pt x="1085" y="1434"/>
                  </a:lnTo>
                  <a:lnTo>
                    <a:pt x="1037" y="1446"/>
                  </a:lnTo>
                  <a:lnTo>
                    <a:pt x="956" y="1456"/>
                  </a:lnTo>
                  <a:lnTo>
                    <a:pt x="892" y="1457"/>
                  </a:lnTo>
                  <a:lnTo>
                    <a:pt x="845" y="1457"/>
                  </a:lnTo>
                  <a:lnTo>
                    <a:pt x="778" y="1454"/>
                  </a:lnTo>
                  <a:lnTo>
                    <a:pt x="726" y="1444"/>
                  </a:lnTo>
                  <a:lnTo>
                    <a:pt x="676" y="1426"/>
                  </a:lnTo>
                  <a:lnTo>
                    <a:pt x="647" y="1412"/>
                  </a:lnTo>
                  <a:lnTo>
                    <a:pt x="611" y="1393"/>
                  </a:lnTo>
                  <a:lnTo>
                    <a:pt x="546" y="1349"/>
                  </a:lnTo>
                  <a:lnTo>
                    <a:pt x="488" y="1296"/>
                  </a:lnTo>
                  <a:lnTo>
                    <a:pt x="439" y="1236"/>
                  </a:lnTo>
                  <a:lnTo>
                    <a:pt x="398" y="1170"/>
                  </a:lnTo>
                  <a:lnTo>
                    <a:pt x="367" y="1098"/>
                  </a:lnTo>
                  <a:lnTo>
                    <a:pt x="345" y="1022"/>
                  </a:lnTo>
                  <a:lnTo>
                    <a:pt x="334" y="941"/>
                  </a:lnTo>
                  <a:lnTo>
                    <a:pt x="333" y="900"/>
                  </a:lnTo>
                  <a:lnTo>
                    <a:pt x="334" y="854"/>
                  </a:lnTo>
                  <a:lnTo>
                    <a:pt x="347" y="765"/>
                  </a:lnTo>
                  <a:lnTo>
                    <a:pt x="372" y="682"/>
                  </a:lnTo>
                  <a:lnTo>
                    <a:pt x="409" y="606"/>
                  </a:lnTo>
                  <a:lnTo>
                    <a:pt x="456" y="538"/>
                  </a:lnTo>
                  <a:lnTo>
                    <a:pt x="515" y="477"/>
                  </a:lnTo>
                  <a:lnTo>
                    <a:pt x="584" y="425"/>
                  </a:lnTo>
                  <a:lnTo>
                    <a:pt x="662" y="382"/>
                  </a:lnTo>
                  <a:lnTo>
                    <a:pt x="705" y="365"/>
                  </a:lnTo>
                  <a:lnTo>
                    <a:pt x="727" y="358"/>
                  </a:lnTo>
                  <a:lnTo>
                    <a:pt x="775" y="346"/>
                  </a:lnTo>
                  <a:lnTo>
                    <a:pt x="855" y="338"/>
                  </a:lnTo>
                  <a:lnTo>
                    <a:pt x="969" y="342"/>
                  </a:lnTo>
                  <a:lnTo>
                    <a:pt x="1050" y="356"/>
                  </a:lnTo>
                  <a:lnTo>
                    <a:pt x="1100" y="371"/>
                  </a:lnTo>
                  <a:lnTo>
                    <a:pt x="1122" y="3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36">
              <a:extLst>
                <a:ext uri="{FF2B5EF4-FFF2-40B4-BE49-F238E27FC236}">
                  <a16:creationId xmlns:a16="http://schemas.microsoft.com/office/drawing/2014/main" id="{61551CF7-5534-CC94-13CD-60C82B70C3E2}"/>
                </a:ext>
              </a:extLst>
            </p:cNvPr>
            <p:cNvSpPr>
              <a:spLocks/>
            </p:cNvSpPr>
            <p:nvPr/>
          </p:nvSpPr>
          <p:spPr bwMode="auto">
            <a:xfrm>
              <a:off x="6276976" y="517525"/>
              <a:ext cx="307975" cy="306388"/>
            </a:xfrm>
            <a:custGeom>
              <a:avLst/>
              <a:gdLst>
                <a:gd name="T0" fmla="*/ 247 w 806"/>
                <a:gd name="T1" fmla="*/ 23 h 801"/>
                <a:gd name="T2" fmla="*/ 219 w 806"/>
                <a:gd name="T3" fmla="*/ 36 h 801"/>
                <a:gd name="T4" fmla="*/ 168 w 806"/>
                <a:gd name="T5" fmla="*/ 68 h 801"/>
                <a:gd name="T6" fmla="*/ 122 w 806"/>
                <a:gd name="T7" fmla="*/ 107 h 801"/>
                <a:gd name="T8" fmla="*/ 83 w 806"/>
                <a:gd name="T9" fmla="*/ 151 h 801"/>
                <a:gd name="T10" fmla="*/ 51 w 806"/>
                <a:gd name="T11" fmla="*/ 200 h 801"/>
                <a:gd name="T12" fmla="*/ 27 w 806"/>
                <a:gd name="T13" fmla="*/ 253 h 801"/>
                <a:gd name="T14" fmla="*/ 10 w 806"/>
                <a:gd name="T15" fmla="*/ 310 h 801"/>
                <a:gd name="T16" fmla="*/ 1 w 806"/>
                <a:gd name="T17" fmla="*/ 369 h 801"/>
                <a:gd name="T18" fmla="*/ 0 w 806"/>
                <a:gd name="T19" fmla="*/ 400 h 801"/>
                <a:gd name="T20" fmla="*/ 1 w 806"/>
                <a:gd name="T21" fmla="*/ 431 h 801"/>
                <a:gd name="T22" fmla="*/ 10 w 806"/>
                <a:gd name="T23" fmla="*/ 492 h 801"/>
                <a:gd name="T24" fmla="*/ 27 w 806"/>
                <a:gd name="T25" fmla="*/ 549 h 801"/>
                <a:gd name="T26" fmla="*/ 52 w 806"/>
                <a:gd name="T27" fmla="*/ 603 h 801"/>
                <a:gd name="T28" fmla="*/ 85 w 806"/>
                <a:gd name="T29" fmla="*/ 652 h 801"/>
                <a:gd name="T30" fmla="*/ 124 w 806"/>
                <a:gd name="T31" fmla="*/ 695 h 801"/>
                <a:gd name="T32" fmla="*/ 170 w 806"/>
                <a:gd name="T33" fmla="*/ 733 h 801"/>
                <a:gd name="T34" fmla="*/ 222 w 806"/>
                <a:gd name="T35" fmla="*/ 764 h 801"/>
                <a:gd name="T36" fmla="*/ 250 w 806"/>
                <a:gd name="T37" fmla="*/ 777 h 801"/>
                <a:gd name="T38" fmla="*/ 278 w 806"/>
                <a:gd name="T39" fmla="*/ 787 h 801"/>
                <a:gd name="T40" fmla="*/ 339 w 806"/>
                <a:gd name="T41" fmla="*/ 799 h 801"/>
                <a:gd name="T42" fmla="*/ 404 w 806"/>
                <a:gd name="T43" fmla="*/ 801 h 801"/>
                <a:gd name="T44" fmla="*/ 470 w 806"/>
                <a:gd name="T45" fmla="*/ 794 h 801"/>
                <a:gd name="T46" fmla="*/ 534 w 806"/>
                <a:gd name="T47" fmla="*/ 777 h 801"/>
                <a:gd name="T48" fmla="*/ 596 w 806"/>
                <a:gd name="T49" fmla="*/ 752 h 801"/>
                <a:gd name="T50" fmla="*/ 651 w 806"/>
                <a:gd name="T51" fmla="*/ 720 h 801"/>
                <a:gd name="T52" fmla="*/ 697 w 806"/>
                <a:gd name="T53" fmla="*/ 681 h 801"/>
                <a:gd name="T54" fmla="*/ 715 w 806"/>
                <a:gd name="T55" fmla="*/ 658 h 801"/>
                <a:gd name="T56" fmla="*/ 734 w 806"/>
                <a:gd name="T57" fmla="*/ 632 h 801"/>
                <a:gd name="T58" fmla="*/ 765 w 806"/>
                <a:gd name="T59" fmla="*/ 578 h 801"/>
                <a:gd name="T60" fmla="*/ 787 w 806"/>
                <a:gd name="T61" fmla="*/ 522 h 801"/>
                <a:gd name="T62" fmla="*/ 800 w 806"/>
                <a:gd name="T63" fmla="*/ 466 h 801"/>
                <a:gd name="T64" fmla="*/ 806 w 806"/>
                <a:gd name="T65" fmla="*/ 410 h 801"/>
                <a:gd name="T66" fmla="*/ 803 w 806"/>
                <a:gd name="T67" fmla="*/ 354 h 801"/>
                <a:gd name="T68" fmla="*/ 794 w 806"/>
                <a:gd name="T69" fmla="*/ 300 h 801"/>
                <a:gd name="T70" fmla="*/ 777 w 806"/>
                <a:gd name="T71" fmla="*/ 249 h 801"/>
                <a:gd name="T72" fmla="*/ 754 w 806"/>
                <a:gd name="T73" fmla="*/ 200 h 801"/>
                <a:gd name="T74" fmla="*/ 724 w 806"/>
                <a:gd name="T75" fmla="*/ 155 h 801"/>
                <a:gd name="T76" fmla="*/ 688 w 806"/>
                <a:gd name="T77" fmla="*/ 114 h 801"/>
                <a:gd name="T78" fmla="*/ 647 w 806"/>
                <a:gd name="T79" fmla="*/ 78 h 801"/>
                <a:gd name="T80" fmla="*/ 600 w 806"/>
                <a:gd name="T81" fmla="*/ 49 h 801"/>
                <a:gd name="T82" fmla="*/ 549 w 806"/>
                <a:gd name="T83" fmla="*/ 25 h 801"/>
                <a:gd name="T84" fmla="*/ 493 w 806"/>
                <a:gd name="T85" fmla="*/ 9 h 801"/>
                <a:gd name="T86" fmla="*/ 432 w 806"/>
                <a:gd name="T87" fmla="*/ 1 h 801"/>
                <a:gd name="T88" fmla="*/ 400 w 806"/>
                <a:gd name="T89" fmla="*/ 0 h 801"/>
                <a:gd name="T90" fmla="*/ 356 w 806"/>
                <a:gd name="T91" fmla="*/ 2 h 801"/>
                <a:gd name="T92" fmla="*/ 273 w 806"/>
                <a:gd name="T93" fmla="*/ 15 h 801"/>
                <a:gd name="T94" fmla="*/ 247 w 806"/>
                <a:gd name="T95" fmla="*/ 23 h 8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06" h="801">
                  <a:moveTo>
                    <a:pt x="247" y="23"/>
                  </a:moveTo>
                  <a:lnTo>
                    <a:pt x="219" y="36"/>
                  </a:lnTo>
                  <a:lnTo>
                    <a:pt x="168" y="68"/>
                  </a:lnTo>
                  <a:lnTo>
                    <a:pt x="122" y="107"/>
                  </a:lnTo>
                  <a:lnTo>
                    <a:pt x="83" y="151"/>
                  </a:lnTo>
                  <a:lnTo>
                    <a:pt x="51" y="200"/>
                  </a:lnTo>
                  <a:lnTo>
                    <a:pt x="27" y="253"/>
                  </a:lnTo>
                  <a:lnTo>
                    <a:pt x="10" y="310"/>
                  </a:lnTo>
                  <a:lnTo>
                    <a:pt x="1" y="369"/>
                  </a:lnTo>
                  <a:lnTo>
                    <a:pt x="0" y="400"/>
                  </a:lnTo>
                  <a:lnTo>
                    <a:pt x="1" y="431"/>
                  </a:lnTo>
                  <a:lnTo>
                    <a:pt x="10" y="492"/>
                  </a:lnTo>
                  <a:lnTo>
                    <a:pt x="27" y="549"/>
                  </a:lnTo>
                  <a:lnTo>
                    <a:pt x="52" y="603"/>
                  </a:lnTo>
                  <a:lnTo>
                    <a:pt x="85" y="652"/>
                  </a:lnTo>
                  <a:lnTo>
                    <a:pt x="124" y="695"/>
                  </a:lnTo>
                  <a:lnTo>
                    <a:pt x="170" y="733"/>
                  </a:lnTo>
                  <a:lnTo>
                    <a:pt x="222" y="764"/>
                  </a:lnTo>
                  <a:lnTo>
                    <a:pt x="250" y="777"/>
                  </a:lnTo>
                  <a:lnTo>
                    <a:pt x="278" y="787"/>
                  </a:lnTo>
                  <a:lnTo>
                    <a:pt x="339" y="799"/>
                  </a:lnTo>
                  <a:lnTo>
                    <a:pt x="404" y="801"/>
                  </a:lnTo>
                  <a:lnTo>
                    <a:pt x="470" y="794"/>
                  </a:lnTo>
                  <a:lnTo>
                    <a:pt x="534" y="777"/>
                  </a:lnTo>
                  <a:lnTo>
                    <a:pt x="596" y="752"/>
                  </a:lnTo>
                  <a:lnTo>
                    <a:pt x="651" y="720"/>
                  </a:lnTo>
                  <a:lnTo>
                    <a:pt x="697" y="681"/>
                  </a:lnTo>
                  <a:lnTo>
                    <a:pt x="715" y="658"/>
                  </a:lnTo>
                  <a:lnTo>
                    <a:pt x="734" y="632"/>
                  </a:lnTo>
                  <a:lnTo>
                    <a:pt x="765" y="578"/>
                  </a:lnTo>
                  <a:lnTo>
                    <a:pt x="787" y="522"/>
                  </a:lnTo>
                  <a:lnTo>
                    <a:pt x="800" y="466"/>
                  </a:lnTo>
                  <a:lnTo>
                    <a:pt x="806" y="410"/>
                  </a:lnTo>
                  <a:lnTo>
                    <a:pt x="803" y="354"/>
                  </a:lnTo>
                  <a:lnTo>
                    <a:pt x="794" y="300"/>
                  </a:lnTo>
                  <a:lnTo>
                    <a:pt x="777" y="249"/>
                  </a:lnTo>
                  <a:lnTo>
                    <a:pt x="754" y="200"/>
                  </a:lnTo>
                  <a:lnTo>
                    <a:pt x="724" y="155"/>
                  </a:lnTo>
                  <a:lnTo>
                    <a:pt x="688" y="114"/>
                  </a:lnTo>
                  <a:lnTo>
                    <a:pt x="647" y="78"/>
                  </a:lnTo>
                  <a:lnTo>
                    <a:pt x="600" y="49"/>
                  </a:lnTo>
                  <a:lnTo>
                    <a:pt x="549" y="25"/>
                  </a:lnTo>
                  <a:lnTo>
                    <a:pt x="493" y="9"/>
                  </a:lnTo>
                  <a:lnTo>
                    <a:pt x="432" y="1"/>
                  </a:lnTo>
                  <a:lnTo>
                    <a:pt x="400" y="0"/>
                  </a:lnTo>
                  <a:lnTo>
                    <a:pt x="356" y="2"/>
                  </a:lnTo>
                  <a:lnTo>
                    <a:pt x="273" y="15"/>
                  </a:lnTo>
                  <a:lnTo>
                    <a:pt x="24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56">
              <a:extLst>
                <a:ext uri="{FF2B5EF4-FFF2-40B4-BE49-F238E27FC236}">
                  <a16:creationId xmlns:a16="http://schemas.microsoft.com/office/drawing/2014/main" id="{2DBD2809-4F44-82DA-82F3-7321C0CB95C9}"/>
                </a:ext>
              </a:extLst>
            </p:cNvPr>
            <p:cNvSpPr>
              <a:spLocks/>
            </p:cNvSpPr>
            <p:nvPr/>
          </p:nvSpPr>
          <p:spPr bwMode="auto">
            <a:xfrm>
              <a:off x="5938838" y="792163"/>
              <a:ext cx="985838" cy="903288"/>
            </a:xfrm>
            <a:custGeom>
              <a:avLst/>
              <a:gdLst>
                <a:gd name="T0" fmla="*/ 99 w 2580"/>
                <a:gd name="T1" fmla="*/ 209 h 2368"/>
                <a:gd name="T2" fmla="*/ 23 w 2580"/>
                <a:gd name="T3" fmla="*/ 431 h 2368"/>
                <a:gd name="T4" fmla="*/ 0 w 2580"/>
                <a:gd name="T5" fmla="*/ 775 h 2368"/>
                <a:gd name="T6" fmla="*/ 19 w 2580"/>
                <a:gd name="T7" fmla="*/ 1096 h 2368"/>
                <a:gd name="T8" fmla="*/ 161 w 2580"/>
                <a:gd name="T9" fmla="*/ 1445 h 2368"/>
                <a:gd name="T10" fmla="*/ 762 w 2580"/>
                <a:gd name="T11" fmla="*/ 2366 h 2368"/>
                <a:gd name="T12" fmla="*/ 955 w 2580"/>
                <a:gd name="T13" fmla="*/ 1878 h 2368"/>
                <a:gd name="T14" fmla="*/ 761 w 2580"/>
                <a:gd name="T15" fmla="*/ 1378 h 2368"/>
                <a:gd name="T16" fmla="*/ 624 w 2580"/>
                <a:gd name="T17" fmla="*/ 1336 h 2368"/>
                <a:gd name="T18" fmla="*/ 529 w 2580"/>
                <a:gd name="T19" fmla="*/ 1241 h 2368"/>
                <a:gd name="T20" fmla="*/ 488 w 2580"/>
                <a:gd name="T21" fmla="*/ 1146 h 2368"/>
                <a:gd name="T22" fmla="*/ 484 w 2580"/>
                <a:gd name="T23" fmla="*/ 1032 h 2368"/>
                <a:gd name="T24" fmla="*/ 517 w 2580"/>
                <a:gd name="T25" fmla="*/ 907 h 2368"/>
                <a:gd name="T26" fmla="*/ 595 w 2580"/>
                <a:gd name="T27" fmla="*/ 813 h 2368"/>
                <a:gd name="T28" fmla="*/ 768 w 2580"/>
                <a:gd name="T29" fmla="*/ 744 h 2368"/>
                <a:gd name="T30" fmla="*/ 955 w 2580"/>
                <a:gd name="T31" fmla="*/ 783 h 2368"/>
                <a:gd name="T32" fmla="*/ 1028 w 2580"/>
                <a:gd name="T33" fmla="*/ 839 h 2368"/>
                <a:gd name="T34" fmla="*/ 1099 w 2580"/>
                <a:gd name="T35" fmla="*/ 957 h 2368"/>
                <a:gd name="T36" fmla="*/ 1134 w 2580"/>
                <a:gd name="T37" fmla="*/ 1225 h 2368"/>
                <a:gd name="T38" fmla="*/ 1445 w 2580"/>
                <a:gd name="T39" fmla="*/ 1110 h 2368"/>
                <a:gd name="T40" fmla="*/ 1479 w 2580"/>
                <a:gd name="T41" fmla="*/ 924 h 2368"/>
                <a:gd name="T42" fmla="*/ 1556 w 2580"/>
                <a:gd name="T43" fmla="*/ 828 h 2368"/>
                <a:gd name="T44" fmla="*/ 1738 w 2580"/>
                <a:gd name="T45" fmla="*/ 747 h 2368"/>
                <a:gd name="T46" fmla="*/ 1855 w 2580"/>
                <a:gd name="T47" fmla="*/ 751 h 2368"/>
                <a:gd name="T48" fmla="*/ 1949 w 2580"/>
                <a:gd name="T49" fmla="*/ 795 h 2368"/>
                <a:gd name="T50" fmla="*/ 2050 w 2580"/>
                <a:gd name="T51" fmla="*/ 903 h 2368"/>
                <a:gd name="T52" fmla="*/ 2093 w 2580"/>
                <a:gd name="T53" fmla="*/ 1067 h 2368"/>
                <a:gd name="T54" fmla="*/ 2057 w 2580"/>
                <a:gd name="T55" fmla="*/ 1213 h 2368"/>
                <a:gd name="T56" fmla="*/ 1995 w 2580"/>
                <a:gd name="T57" fmla="*/ 1300 h 2368"/>
                <a:gd name="T58" fmla="*/ 1885 w 2580"/>
                <a:gd name="T59" fmla="*/ 1361 h 2368"/>
                <a:gd name="T60" fmla="*/ 1617 w 2580"/>
                <a:gd name="T61" fmla="*/ 1391 h 2368"/>
                <a:gd name="T62" fmla="*/ 1712 w 2580"/>
                <a:gd name="T63" fmla="*/ 2363 h 2368"/>
                <a:gd name="T64" fmla="*/ 2187 w 2580"/>
                <a:gd name="T65" fmla="*/ 1798 h 2368"/>
                <a:gd name="T66" fmla="*/ 2479 w 2580"/>
                <a:gd name="T67" fmla="*/ 1312 h 2368"/>
                <a:gd name="T68" fmla="*/ 2574 w 2580"/>
                <a:gd name="T69" fmla="*/ 972 h 2368"/>
                <a:gd name="T70" fmla="*/ 2580 w 2580"/>
                <a:gd name="T71" fmla="*/ 684 h 2368"/>
                <a:gd name="T72" fmla="*/ 2529 w 2580"/>
                <a:gd name="T73" fmla="*/ 364 h 2368"/>
                <a:gd name="T74" fmla="*/ 2428 w 2580"/>
                <a:gd name="T75" fmla="*/ 125 h 2368"/>
                <a:gd name="T76" fmla="*/ 2357 w 2580"/>
                <a:gd name="T77" fmla="*/ 15 h 2368"/>
                <a:gd name="T78" fmla="*/ 2274 w 2580"/>
                <a:gd name="T79" fmla="*/ 8 h 2368"/>
                <a:gd name="T80" fmla="*/ 2174 w 2580"/>
                <a:gd name="T81" fmla="*/ 33 h 2368"/>
                <a:gd name="T82" fmla="*/ 2183 w 2580"/>
                <a:gd name="T83" fmla="*/ 105 h 2368"/>
                <a:gd name="T84" fmla="*/ 2235 w 2580"/>
                <a:gd name="T85" fmla="*/ 202 h 2368"/>
                <a:gd name="T86" fmla="*/ 2103 w 2580"/>
                <a:gd name="T87" fmla="*/ 363 h 2368"/>
                <a:gd name="T88" fmla="*/ 1857 w 2580"/>
                <a:gd name="T89" fmla="*/ 598 h 2368"/>
                <a:gd name="T90" fmla="*/ 1795 w 2580"/>
                <a:gd name="T91" fmla="*/ 631 h 2368"/>
                <a:gd name="T92" fmla="*/ 1694 w 2580"/>
                <a:gd name="T93" fmla="*/ 573 h 2368"/>
                <a:gd name="T94" fmla="*/ 1635 w 2580"/>
                <a:gd name="T95" fmla="*/ 581 h 2368"/>
                <a:gd name="T96" fmla="*/ 1287 w 2580"/>
                <a:gd name="T97" fmla="*/ 730 h 2368"/>
                <a:gd name="T98" fmla="*/ 948 w 2580"/>
                <a:gd name="T99" fmla="*/ 621 h 2368"/>
                <a:gd name="T100" fmla="*/ 919 w 2580"/>
                <a:gd name="T101" fmla="*/ 560 h 2368"/>
                <a:gd name="T102" fmla="*/ 852 w 2580"/>
                <a:gd name="T103" fmla="*/ 590 h 2368"/>
                <a:gd name="T104" fmla="*/ 762 w 2580"/>
                <a:gd name="T105" fmla="*/ 633 h 2368"/>
                <a:gd name="T106" fmla="*/ 535 w 2580"/>
                <a:gd name="T107" fmla="*/ 423 h 2368"/>
                <a:gd name="T108" fmla="*/ 384 w 2580"/>
                <a:gd name="T109" fmla="*/ 111 h 2368"/>
                <a:gd name="T110" fmla="*/ 408 w 2580"/>
                <a:gd name="T111" fmla="*/ 48 h 2368"/>
                <a:gd name="T112" fmla="*/ 325 w 2580"/>
                <a:gd name="T113" fmla="*/ 11 h 2368"/>
                <a:gd name="T114" fmla="*/ 241 w 2580"/>
                <a:gd name="T115" fmla="*/ 1 h 2368"/>
                <a:gd name="T116" fmla="*/ 165 w 2580"/>
                <a:gd name="T117" fmla="*/ 86 h 2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580" h="2368">
                  <a:moveTo>
                    <a:pt x="165" y="86"/>
                  </a:moveTo>
                  <a:lnTo>
                    <a:pt x="141" y="130"/>
                  </a:lnTo>
                  <a:lnTo>
                    <a:pt x="99" y="209"/>
                  </a:lnTo>
                  <a:lnTo>
                    <a:pt x="66" y="283"/>
                  </a:lnTo>
                  <a:lnTo>
                    <a:pt x="41" y="356"/>
                  </a:lnTo>
                  <a:lnTo>
                    <a:pt x="23" y="431"/>
                  </a:lnTo>
                  <a:lnTo>
                    <a:pt x="11" y="513"/>
                  </a:lnTo>
                  <a:lnTo>
                    <a:pt x="1" y="655"/>
                  </a:lnTo>
                  <a:lnTo>
                    <a:pt x="0" y="775"/>
                  </a:lnTo>
                  <a:lnTo>
                    <a:pt x="1" y="852"/>
                  </a:lnTo>
                  <a:lnTo>
                    <a:pt x="5" y="983"/>
                  </a:lnTo>
                  <a:lnTo>
                    <a:pt x="19" y="1096"/>
                  </a:lnTo>
                  <a:lnTo>
                    <a:pt x="46" y="1203"/>
                  </a:lnTo>
                  <a:lnTo>
                    <a:pt x="92" y="1316"/>
                  </a:lnTo>
                  <a:lnTo>
                    <a:pt x="161" y="1445"/>
                  </a:lnTo>
                  <a:lnTo>
                    <a:pt x="313" y="1690"/>
                  </a:lnTo>
                  <a:lnTo>
                    <a:pt x="465" y="1920"/>
                  </a:lnTo>
                  <a:lnTo>
                    <a:pt x="762" y="2366"/>
                  </a:lnTo>
                  <a:lnTo>
                    <a:pt x="860" y="2366"/>
                  </a:lnTo>
                  <a:lnTo>
                    <a:pt x="959" y="2366"/>
                  </a:lnTo>
                  <a:lnTo>
                    <a:pt x="955" y="1878"/>
                  </a:lnTo>
                  <a:lnTo>
                    <a:pt x="950" y="1391"/>
                  </a:lnTo>
                  <a:lnTo>
                    <a:pt x="817" y="1383"/>
                  </a:lnTo>
                  <a:lnTo>
                    <a:pt x="761" y="1378"/>
                  </a:lnTo>
                  <a:lnTo>
                    <a:pt x="694" y="1365"/>
                  </a:lnTo>
                  <a:lnTo>
                    <a:pt x="657" y="1352"/>
                  </a:lnTo>
                  <a:lnTo>
                    <a:pt x="624" y="1336"/>
                  </a:lnTo>
                  <a:lnTo>
                    <a:pt x="594" y="1316"/>
                  </a:lnTo>
                  <a:lnTo>
                    <a:pt x="554" y="1276"/>
                  </a:lnTo>
                  <a:lnTo>
                    <a:pt x="529" y="1241"/>
                  </a:lnTo>
                  <a:lnTo>
                    <a:pt x="515" y="1221"/>
                  </a:lnTo>
                  <a:lnTo>
                    <a:pt x="497" y="1185"/>
                  </a:lnTo>
                  <a:lnTo>
                    <a:pt x="488" y="1146"/>
                  </a:lnTo>
                  <a:lnTo>
                    <a:pt x="484" y="1097"/>
                  </a:lnTo>
                  <a:lnTo>
                    <a:pt x="484" y="1065"/>
                  </a:lnTo>
                  <a:lnTo>
                    <a:pt x="484" y="1032"/>
                  </a:lnTo>
                  <a:lnTo>
                    <a:pt x="488" y="983"/>
                  </a:lnTo>
                  <a:lnTo>
                    <a:pt x="498" y="944"/>
                  </a:lnTo>
                  <a:lnTo>
                    <a:pt x="517" y="907"/>
                  </a:lnTo>
                  <a:lnTo>
                    <a:pt x="530" y="886"/>
                  </a:lnTo>
                  <a:lnTo>
                    <a:pt x="550" y="859"/>
                  </a:lnTo>
                  <a:lnTo>
                    <a:pt x="595" y="813"/>
                  </a:lnTo>
                  <a:lnTo>
                    <a:pt x="648" y="779"/>
                  </a:lnTo>
                  <a:lnTo>
                    <a:pt x="706" y="756"/>
                  </a:lnTo>
                  <a:lnTo>
                    <a:pt x="768" y="744"/>
                  </a:lnTo>
                  <a:lnTo>
                    <a:pt x="831" y="745"/>
                  </a:lnTo>
                  <a:lnTo>
                    <a:pt x="894" y="757"/>
                  </a:lnTo>
                  <a:lnTo>
                    <a:pt x="955" y="783"/>
                  </a:lnTo>
                  <a:lnTo>
                    <a:pt x="984" y="801"/>
                  </a:lnTo>
                  <a:lnTo>
                    <a:pt x="1000" y="813"/>
                  </a:lnTo>
                  <a:lnTo>
                    <a:pt x="1028" y="839"/>
                  </a:lnTo>
                  <a:lnTo>
                    <a:pt x="1053" y="868"/>
                  </a:lnTo>
                  <a:lnTo>
                    <a:pt x="1074" y="901"/>
                  </a:lnTo>
                  <a:lnTo>
                    <a:pt x="1099" y="957"/>
                  </a:lnTo>
                  <a:lnTo>
                    <a:pt x="1120" y="1047"/>
                  </a:lnTo>
                  <a:lnTo>
                    <a:pt x="1125" y="1100"/>
                  </a:lnTo>
                  <a:lnTo>
                    <a:pt x="1134" y="1225"/>
                  </a:lnTo>
                  <a:lnTo>
                    <a:pt x="1284" y="1225"/>
                  </a:lnTo>
                  <a:lnTo>
                    <a:pt x="1434" y="1225"/>
                  </a:lnTo>
                  <a:lnTo>
                    <a:pt x="1445" y="1110"/>
                  </a:lnTo>
                  <a:lnTo>
                    <a:pt x="1451" y="1053"/>
                  </a:lnTo>
                  <a:lnTo>
                    <a:pt x="1462" y="975"/>
                  </a:lnTo>
                  <a:lnTo>
                    <a:pt x="1479" y="924"/>
                  </a:lnTo>
                  <a:lnTo>
                    <a:pt x="1508" y="882"/>
                  </a:lnTo>
                  <a:lnTo>
                    <a:pt x="1529" y="858"/>
                  </a:lnTo>
                  <a:lnTo>
                    <a:pt x="1556" y="828"/>
                  </a:lnTo>
                  <a:lnTo>
                    <a:pt x="1610" y="785"/>
                  </a:lnTo>
                  <a:lnTo>
                    <a:pt x="1668" y="759"/>
                  </a:lnTo>
                  <a:lnTo>
                    <a:pt x="1738" y="747"/>
                  </a:lnTo>
                  <a:lnTo>
                    <a:pt x="1780" y="746"/>
                  </a:lnTo>
                  <a:lnTo>
                    <a:pt x="1810" y="747"/>
                  </a:lnTo>
                  <a:lnTo>
                    <a:pt x="1855" y="751"/>
                  </a:lnTo>
                  <a:lnTo>
                    <a:pt x="1892" y="761"/>
                  </a:lnTo>
                  <a:lnTo>
                    <a:pt x="1928" y="781"/>
                  </a:lnTo>
                  <a:lnTo>
                    <a:pt x="1949" y="795"/>
                  </a:lnTo>
                  <a:lnTo>
                    <a:pt x="1974" y="813"/>
                  </a:lnTo>
                  <a:lnTo>
                    <a:pt x="2017" y="856"/>
                  </a:lnTo>
                  <a:lnTo>
                    <a:pt x="2050" y="903"/>
                  </a:lnTo>
                  <a:lnTo>
                    <a:pt x="2074" y="955"/>
                  </a:lnTo>
                  <a:lnTo>
                    <a:pt x="2088" y="1010"/>
                  </a:lnTo>
                  <a:lnTo>
                    <a:pt x="2093" y="1067"/>
                  </a:lnTo>
                  <a:lnTo>
                    <a:pt x="2087" y="1126"/>
                  </a:lnTo>
                  <a:lnTo>
                    <a:pt x="2070" y="1184"/>
                  </a:lnTo>
                  <a:lnTo>
                    <a:pt x="2057" y="1213"/>
                  </a:lnTo>
                  <a:lnTo>
                    <a:pt x="2046" y="1233"/>
                  </a:lnTo>
                  <a:lnTo>
                    <a:pt x="2023" y="1269"/>
                  </a:lnTo>
                  <a:lnTo>
                    <a:pt x="1995" y="1300"/>
                  </a:lnTo>
                  <a:lnTo>
                    <a:pt x="1964" y="1325"/>
                  </a:lnTo>
                  <a:lnTo>
                    <a:pt x="1927" y="1345"/>
                  </a:lnTo>
                  <a:lnTo>
                    <a:pt x="1885" y="1361"/>
                  </a:lnTo>
                  <a:lnTo>
                    <a:pt x="1811" y="1378"/>
                  </a:lnTo>
                  <a:lnTo>
                    <a:pt x="1752" y="1383"/>
                  </a:lnTo>
                  <a:lnTo>
                    <a:pt x="1617" y="1391"/>
                  </a:lnTo>
                  <a:lnTo>
                    <a:pt x="1617" y="1875"/>
                  </a:lnTo>
                  <a:lnTo>
                    <a:pt x="1617" y="2358"/>
                  </a:lnTo>
                  <a:lnTo>
                    <a:pt x="1712" y="2363"/>
                  </a:lnTo>
                  <a:lnTo>
                    <a:pt x="1809" y="2368"/>
                  </a:lnTo>
                  <a:lnTo>
                    <a:pt x="2110" y="1913"/>
                  </a:lnTo>
                  <a:lnTo>
                    <a:pt x="2187" y="1798"/>
                  </a:lnTo>
                  <a:lnTo>
                    <a:pt x="2313" y="1604"/>
                  </a:lnTo>
                  <a:lnTo>
                    <a:pt x="2409" y="1445"/>
                  </a:lnTo>
                  <a:lnTo>
                    <a:pt x="2479" y="1312"/>
                  </a:lnTo>
                  <a:lnTo>
                    <a:pt x="2527" y="1195"/>
                  </a:lnTo>
                  <a:lnTo>
                    <a:pt x="2558" y="1085"/>
                  </a:lnTo>
                  <a:lnTo>
                    <a:pt x="2574" y="972"/>
                  </a:lnTo>
                  <a:lnTo>
                    <a:pt x="2580" y="846"/>
                  </a:lnTo>
                  <a:lnTo>
                    <a:pt x="2580" y="775"/>
                  </a:lnTo>
                  <a:lnTo>
                    <a:pt x="2580" y="684"/>
                  </a:lnTo>
                  <a:lnTo>
                    <a:pt x="2568" y="531"/>
                  </a:lnTo>
                  <a:lnTo>
                    <a:pt x="2548" y="430"/>
                  </a:lnTo>
                  <a:lnTo>
                    <a:pt x="2529" y="364"/>
                  </a:lnTo>
                  <a:lnTo>
                    <a:pt x="2492" y="264"/>
                  </a:lnTo>
                  <a:lnTo>
                    <a:pt x="2459" y="191"/>
                  </a:lnTo>
                  <a:lnTo>
                    <a:pt x="2428" y="125"/>
                  </a:lnTo>
                  <a:lnTo>
                    <a:pt x="2394" y="61"/>
                  </a:lnTo>
                  <a:lnTo>
                    <a:pt x="2375" y="32"/>
                  </a:lnTo>
                  <a:lnTo>
                    <a:pt x="2357" y="15"/>
                  </a:lnTo>
                  <a:lnTo>
                    <a:pt x="2338" y="6"/>
                  </a:lnTo>
                  <a:lnTo>
                    <a:pt x="2305" y="4"/>
                  </a:lnTo>
                  <a:lnTo>
                    <a:pt x="2274" y="8"/>
                  </a:lnTo>
                  <a:lnTo>
                    <a:pt x="2242" y="14"/>
                  </a:lnTo>
                  <a:lnTo>
                    <a:pt x="2188" y="27"/>
                  </a:lnTo>
                  <a:lnTo>
                    <a:pt x="2174" y="33"/>
                  </a:lnTo>
                  <a:lnTo>
                    <a:pt x="2166" y="38"/>
                  </a:lnTo>
                  <a:lnTo>
                    <a:pt x="2161" y="54"/>
                  </a:lnTo>
                  <a:lnTo>
                    <a:pt x="2183" y="105"/>
                  </a:lnTo>
                  <a:lnTo>
                    <a:pt x="2232" y="186"/>
                  </a:lnTo>
                  <a:lnTo>
                    <a:pt x="2234" y="191"/>
                  </a:lnTo>
                  <a:lnTo>
                    <a:pt x="2235" y="202"/>
                  </a:lnTo>
                  <a:lnTo>
                    <a:pt x="2226" y="225"/>
                  </a:lnTo>
                  <a:lnTo>
                    <a:pt x="2185" y="277"/>
                  </a:lnTo>
                  <a:lnTo>
                    <a:pt x="2103" y="363"/>
                  </a:lnTo>
                  <a:lnTo>
                    <a:pt x="2042" y="425"/>
                  </a:lnTo>
                  <a:lnTo>
                    <a:pt x="1957" y="508"/>
                  </a:lnTo>
                  <a:lnTo>
                    <a:pt x="1857" y="598"/>
                  </a:lnTo>
                  <a:lnTo>
                    <a:pt x="1817" y="630"/>
                  </a:lnTo>
                  <a:lnTo>
                    <a:pt x="1809" y="633"/>
                  </a:lnTo>
                  <a:lnTo>
                    <a:pt x="1795" y="631"/>
                  </a:lnTo>
                  <a:lnTo>
                    <a:pt x="1746" y="607"/>
                  </a:lnTo>
                  <a:lnTo>
                    <a:pt x="1720" y="590"/>
                  </a:lnTo>
                  <a:lnTo>
                    <a:pt x="1694" y="573"/>
                  </a:lnTo>
                  <a:lnTo>
                    <a:pt x="1654" y="555"/>
                  </a:lnTo>
                  <a:lnTo>
                    <a:pt x="1647" y="556"/>
                  </a:lnTo>
                  <a:lnTo>
                    <a:pt x="1635" y="581"/>
                  </a:lnTo>
                  <a:lnTo>
                    <a:pt x="1617" y="645"/>
                  </a:lnTo>
                  <a:lnTo>
                    <a:pt x="1597" y="725"/>
                  </a:lnTo>
                  <a:lnTo>
                    <a:pt x="1287" y="730"/>
                  </a:lnTo>
                  <a:lnTo>
                    <a:pt x="977" y="733"/>
                  </a:lnTo>
                  <a:lnTo>
                    <a:pt x="959" y="663"/>
                  </a:lnTo>
                  <a:lnTo>
                    <a:pt x="948" y="621"/>
                  </a:lnTo>
                  <a:lnTo>
                    <a:pt x="936" y="582"/>
                  </a:lnTo>
                  <a:lnTo>
                    <a:pt x="928" y="567"/>
                  </a:lnTo>
                  <a:lnTo>
                    <a:pt x="919" y="560"/>
                  </a:lnTo>
                  <a:lnTo>
                    <a:pt x="906" y="561"/>
                  </a:lnTo>
                  <a:lnTo>
                    <a:pt x="879" y="574"/>
                  </a:lnTo>
                  <a:lnTo>
                    <a:pt x="852" y="590"/>
                  </a:lnTo>
                  <a:lnTo>
                    <a:pt x="821" y="607"/>
                  </a:lnTo>
                  <a:lnTo>
                    <a:pt x="772" y="631"/>
                  </a:lnTo>
                  <a:lnTo>
                    <a:pt x="762" y="633"/>
                  </a:lnTo>
                  <a:lnTo>
                    <a:pt x="744" y="621"/>
                  </a:lnTo>
                  <a:lnTo>
                    <a:pt x="620" y="507"/>
                  </a:lnTo>
                  <a:lnTo>
                    <a:pt x="535" y="423"/>
                  </a:lnTo>
                  <a:lnTo>
                    <a:pt x="324" y="213"/>
                  </a:lnTo>
                  <a:lnTo>
                    <a:pt x="367" y="141"/>
                  </a:lnTo>
                  <a:lnTo>
                    <a:pt x="384" y="111"/>
                  </a:lnTo>
                  <a:lnTo>
                    <a:pt x="406" y="63"/>
                  </a:lnTo>
                  <a:lnTo>
                    <a:pt x="409" y="51"/>
                  </a:lnTo>
                  <a:lnTo>
                    <a:pt x="408" y="48"/>
                  </a:lnTo>
                  <a:lnTo>
                    <a:pt x="399" y="40"/>
                  </a:lnTo>
                  <a:lnTo>
                    <a:pt x="374" y="27"/>
                  </a:lnTo>
                  <a:lnTo>
                    <a:pt x="325" y="11"/>
                  </a:lnTo>
                  <a:lnTo>
                    <a:pt x="272" y="1"/>
                  </a:lnTo>
                  <a:lnTo>
                    <a:pt x="250" y="0"/>
                  </a:lnTo>
                  <a:lnTo>
                    <a:pt x="241" y="1"/>
                  </a:lnTo>
                  <a:lnTo>
                    <a:pt x="222" y="11"/>
                  </a:lnTo>
                  <a:lnTo>
                    <a:pt x="191" y="46"/>
                  </a:lnTo>
                  <a:lnTo>
                    <a:pt x="165" y="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72">
              <a:extLst>
                <a:ext uri="{FF2B5EF4-FFF2-40B4-BE49-F238E27FC236}">
                  <a16:creationId xmlns:a16="http://schemas.microsoft.com/office/drawing/2014/main" id="{44136208-A708-B28A-1A74-49CBA68D0706}"/>
                </a:ext>
              </a:extLst>
            </p:cNvPr>
            <p:cNvSpPr>
              <a:spLocks/>
            </p:cNvSpPr>
            <p:nvPr/>
          </p:nvSpPr>
          <p:spPr bwMode="auto">
            <a:xfrm>
              <a:off x="6184901" y="1135063"/>
              <a:ext cx="120650" cy="127000"/>
            </a:xfrm>
            <a:custGeom>
              <a:avLst/>
              <a:gdLst>
                <a:gd name="T0" fmla="*/ 52 w 316"/>
                <a:gd name="T1" fmla="*/ 47 h 332"/>
                <a:gd name="T2" fmla="*/ 37 w 316"/>
                <a:gd name="T3" fmla="*/ 61 h 332"/>
                <a:gd name="T4" fmla="*/ 17 w 316"/>
                <a:gd name="T5" fmla="*/ 86 h 332"/>
                <a:gd name="T6" fmla="*/ 5 w 316"/>
                <a:gd name="T7" fmla="*/ 112 h 332"/>
                <a:gd name="T8" fmla="*/ 0 w 316"/>
                <a:gd name="T9" fmla="*/ 144 h 332"/>
                <a:gd name="T10" fmla="*/ 0 w 316"/>
                <a:gd name="T11" fmla="*/ 164 h 332"/>
                <a:gd name="T12" fmla="*/ 0 w 316"/>
                <a:gd name="T13" fmla="*/ 181 h 332"/>
                <a:gd name="T14" fmla="*/ 5 w 316"/>
                <a:gd name="T15" fmla="*/ 211 h 332"/>
                <a:gd name="T16" fmla="*/ 15 w 316"/>
                <a:gd name="T17" fmla="*/ 239 h 332"/>
                <a:gd name="T18" fmla="*/ 29 w 316"/>
                <a:gd name="T19" fmla="*/ 262 h 332"/>
                <a:gd name="T20" fmla="*/ 49 w 316"/>
                <a:gd name="T21" fmla="*/ 282 h 332"/>
                <a:gd name="T22" fmla="*/ 73 w 316"/>
                <a:gd name="T23" fmla="*/ 299 h 332"/>
                <a:gd name="T24" fmla="*/ 101 w 316"/>
                <a:gd name="T25" fmla="*/ 311 h 332"/>
                <a:gd name="T26" fmla="*/ 135 w 316"/>
                <a:gd name="T27" fmla="*/ 321 h 332"/>
                <a:gd name="T28" fmla="*/ 153 w 316"/>
                <a:gd name="T29" fmla="*/ 324 h 332"/>
                <a:gd name="T30" fmla="*/ 200 w 316"/>
                <a:gd name="T31" fmla="*/ 330 h 332"/>
                <a:gd name="T32" fmla="*/ 249 w 316"/>
                <a:gd name="T33" fmla="*/ 332 h 332"/>
                <a:gd name="T34" fmla="*/ 272 w 316"/>
                <a:gd name="T35" fmla="*/ 329 h 332"/>
                <a:gd name="T36" fmla="*/ 289 w 316"/>
                <a:gd name="T37" fmla="*/ 321 h 332"/>
                <a:gd name="T38" fmla="*/ 301 w 316"/>
                <a:gd name="T39" fmla="*/ 308 h 332"/>
                <a:gd name="T40" fmla="*/ 311 w 316"/>
                <a:gd name="T41" fmla="*/ 278 h 332"/>
                <a:gd name="T42" fmla="*/ 313 w 316"/>
                <a:gd name="T43" fmla="*/ 249 h 332"/>
                <a:gd name="T44" fmla="*/ 316 w 316"/>
                <a:gd name="T45" fmla="*/ 204 h 332"/>
                <a:gd name="T46" fmla="*/ 312 w 316"/>
                <a:gd name="T47" fmla="*/ 134 h 332"/>
                <a:gd name="T48" fmla="*/ 301 w 316"/>
                <a:gd name="T49" fmla="*/ 95 h 332"/>
                <a:gd name="T50" fmla="*/ 289 w 316"/>
                <a:gd name="T51" fmla="*/ 73 h 332"/>
                <a:gd name="T52" fmla="*/ 266 w 316"/>
                <a:gd name="T53" fmla="*/ 46 h 332"/>
                <a:gd name="T54" fmla="*/ 245 w 316"/>
                <a:gd name="T55" fmla="*/ 32 h 332"/>
                <a:gd name="T56" fmla="*/ 217 w 316"/>
                <a:gd name="T57" fmla="*/ 16 h 332"/>
                <a:gd name="T58" fmla="*/ 179 w 316"/>
                <a:gd name="T59" fmla="*/ 3 h 332"/>
                <a:gd name="T60" fmla="*/ 155 w 316"/>
                <a:gd name="T61" fmla="*/ 0 h 332"/>
                <a:gd name="T62" fmla="*/ 132 w 316"/>
                <a:gd name="T63" fmla="*/ 2 h 332"/>
                <a:gd name="T64" fmla="*/ 109 w 316"/>
                <a:gd name="T65" fmla="*/ 9 h 332"/>
                <a:gd name="T66" fmla="*/ 75 w 316"/>
                <a:gd name="T67" fmla="*/ 27 h 332"/>
                <a:gd name="T68" fmla="*/ 52 w 316"/>
                <a:gd name="T69" fmla="*/ 47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16" h="332">
                  <a:moveTo>
                    <a:pt x="52" y="47"/>
                  </a:moveTo>
                  <a:lnTo>
                    <a:pt x="37" y="61"/>
                  </a:lnTo>
                  <a:lnTo>
                    <a:pt x="17" y="86"/>
                  </a:lnTo>
                  <a:lnTo>
                    <a:pt x="5" y="112"/>
                  </a:lnTo>
                  <a:lnTo>
                    <a:pt x="0" y="144"/>
                  </a:lnTo>
                  <a:lnTo>
                    <a:pt x="0" y="164"/>
                  </a:lnTo>
                  <a:lnTo>
                    <a:pt x="0" y="181"/>
                  </a:lnTo>
                  <a:lnTo>
                    <a:pt x="5" y="211"/>
                  </a:lnTo>
                  <a:lnTo>
                    <a:pt x="15" y="239"/>
                  </a:lnTo>
                  <a:lnTo>
                    <a:pt x="29" y="262"/>
                  </a:lnTo>
                  <a:lnTo>
                    <a:pt x="49" y="282"/>
                  </a:lnTo>
                  <a:lnTo>
                    <a:pt x="73" y="299"/>
                  </a:lnTo>
                  <a:lnTo>
                    <a:pt x="101" y="311"/>
                  </a:lnTo>
                  <a:lnTo>
                    <a:pt x="135" y="321"/>
                  </a:lnTo>
                  <a:lnTo>
                    <a:pt x="153" y="324"/>
                  </a:lnTo>
                  <a:lnTo>
                    <a:pt x="200" y="330"/>
                  </a:lnTo>
                  <a:lnTo>
                    <a:pt x="249" y="332"/>
                  </a:lnTo>
                  <a:lnTo>
                    <a:pt x="272" y="329"/>
                  </a:lnTo>
                  <a:lnTo>
                    <a:pt x="289" y="321"/>
                  </a:lnTo>
                  <a:lnTo>
                    <a:pt x="301" y="308"/>
                  </a:lnTo>
                  <a:lnTo>
                    <a:pt x="311" y="278"/>
                  </a:lnTo>
                  <a:lnTo>
                    <a:pt x="313" y="249"/>
                  </a:lnTo>
                  <a:lnTo>
                    <a:pt x="316" y="204"/>
                  </a:lnTo>
                  <a:lnTo>
                    <a:pt x="312" y="134"/>
                  </a:lnTo>
                  <a:lnTo>
                    <a:pt x="301" y="95"/>
                  </a:lnTo>
                  <a:lnTo>
                    <a:pt x="289" y="73"/>
                  </a:lnTo>
                  <a:lnTo>
                    <a:pt x="266" y="46"/>
                  </a:lnTo>
                  <a:lnTo>
                    <a:pt x="245" y="32"/>
                  </a:lnTo>
                  <a:lnTo>
                    <a:pt x="217" y="16"/>
                  </a:lnTo>
                  <a:lnTo>
                    <a:pt x="179" y="3"/>
                  </a:lnTo>
                  <a:lnTo>
                    <a:pt x="155" y="0"/>
                  </a:lnTo>
                  <a:lnTo>
                    <a:pt x="132" y="2"/>
                  </a:lnTo>
                  <a:lnTo>
                    <a:pt x="109" y="9"/>
                  </a:lnTo>
                  <a:lnTo>
                    <a:pt x="75" y="27"/>
                  </a:lnTo>
                  <a:lnTo>
                    <a:pt x="52" y="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73">
              <a:extLst>
                <a:ext uri="{FF2B5EF4-FFF2-40B4-BE49-F238E27FC236}">
                  <a16:creationId xmlns:a16="http://schemas.microsoft.com/office/drawing/2014/main" id="{9FC477C1-B035-6B40-2649-87C788120A38}"/>
                </a:ext>
              </a:extLst>
            </p:cNvPr>
            <p:cNvSpPr>
              <a:spLocks/>
            </p:cNvSpPr>
            <p:nvPr/>
          </p:nvSpPr>
          <p:spPr bwMode="auto">
            <a:xfrm>
              <a:off x="6553201" y="1135063"/>
              <a:ext cx="123825" cy="127000"/>
            </a:xfrm>
            <a:custGeom>
              <a:avLst/>
              <a:gdLst>
                <a:gd name="T0" fmla="*/ 55 w 322"/>
                <a:gd name="T1" fmla="*/ 56 h 331"/>
                <a:gd name="T2" fmla="*/ 36 w 322"/>
                <a:gd name="T3" fmla="*/ 76 h 331"/>
                <a:gd name="T4" fmla="*/ 12 w 322"/>
                <a:gd name="T5" fmla="*/ 106 h 331"/>
                <a:gd name="T6" fmla="*/ 2 w 322"/>
                <a:gd name="T7" fmla="*/ 138 h 331"/>
                <a:gd name="T8" fmla="*/ 0 w 322"/>
                <a:gd name="T9" fmla="*/ 185 h 331"/>
                <a:gd name="T10" fmla="*/ 2 w 322"/>
                <a:gd name="T11" fmla="*/ 220 h 331"/>
                <a:gd name="T12" fmla="*/ 7 w 322"/>
                <a:gd name="T13" fmla="*/ 325 h 331"/>
                <a:gd name="T14" fmla="*/ 85 w 322"/>
                <a:gd name="T15" fmla="*/ 330 h 331"/>
                <a:gd name="T16" fmla="*/ 125 w 322"/>
                <a:gd name="T17" fmla="*/ 331 h 331"/>
                <a:gd name="T18" fmla="*/ 195 w 322"/>
                <a:gd name="T19" fmla="*/ 320 h 331"/>
                <a:gd name="T20" fmla="*/ 239 w 322"/>
                <a:gd name="T21" fmla="*/ 301 h 331"/>
                <a:gd name="T22" fmla="*/ 263 w 322"/>
                <a:gd name="T23" fmla="*/ 285 h 331"/>
                <a:gd name="T24" fmla="*/ 284 w 322"/>
                <a:gd name="T25" fmla="*/ 265 h 331"/>
                <a:gd name="T26" fmla="*/ 300 w 322"/>
                <a:gd name="T27" fmla="*/ 242 h 331"/>
                <a:gd name="T28" fmla="*/ 305 w 322"/>
                <a:gd name="T29" fmla="*/ 230 h 331"/>
                <a:gd name="T30" fmla="*/ 316 w 322"/>
                <a:gd name="T31" fmla="*/ 202 h 331"/>
                <a:gd name="T32" fmla="*/ 322 w 322"/>
                <a:gd name="T33" fmla="*/ 151 h 331"/>
                <a:gd name="T34" fmla="*/ 311 w 322"/>
                <a:gd name="T35" fmla="*/ 103 h 331"/>
                <a:gd name="T36" fmla="*/ 283 w 322"/>
                <a:gd name="T37" fmla="*/ 61 h 331"/>
                <a:gd name="T38" fmla="*/ 262 w 322"/>
                <a:gd name="T39" fmla="*/ 41 h 331"/>
                <a:gd name="T40" fmla="*/ 249 w 322"/>
                <a:gd name="T41" fmla="*/ 31 h 331"/>
                <a:gd name="T42" fmla="*/ 222 w 322"/>
                <a:gd name="T43" fmla="*/ 14 h 331"/>
                <a:gd name="T44" fmla="*/ 196 w 322"/>
                <a:gd name="T45" fmla="*/ 4 h 331"/>
                <a:gd name="T46" fmla="*/ 171 w 322"/>
                <a:gd name="T47" fmla="*/ 0 h 331"/>
                <a:gd name="T48" fmla="*/ 145 w 322"/>
                <a:gd name="T49" fmla="*/ 2 h 331"/>
                <a:gd name="T50" fmla="*/ 120 w 322"/>
                <a:gd name="T51" fmla="*/ 9 h 331"/>
                <a:gd name="T52" fmla="*/ 81 w 322"/>
                <a:gd name="T53" fmla="*/ 32 h 331"/>
                <a:gd name="T54" fmla="*/ 55 w 322"/>
                <a:gd name="T55" fmla="*/ 56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22" h="331">
                  <a:moveTo>
                    <a:pt x="55" y="56"/>
                  </a:moveTo>
                  <a:lnTo>
                    <a:pt x="36" y="76"/>
                  </a:lnTo>
                  <a:lnTo>
                    <a:pt x="12" y="106"/>
                  </a:lnTo>
                  <a:lnTo>
                    <a:pt x="2" y="138"/>
                  </a:lnTo>
                  <a:lnTo>
                    <a:pt x="0" y="185"/>
                  </a:lnTo>
                  <a:lnTo>
                    <a:pt x="2" y="220"/>
                  </a:lnTo>
                  <a:lnTo>
                    <a:pt x="7" y="325"/>
                  </a:lnTo>
                  <a:lnTo>
                    <a:pt x="85" y="330"/>
                  </a:lnTo>
                  <a:lnTo>
                    <a:pt x="125" y="331"/>
                  </a:lnTo>
                  <a:lnTo>
                    <a:pt x="195" y="320"/>
                  </a:lnTo>
                  <a:lnTo>
                    <a:pt x="239" y="301"/>
                  </a:lnTo>
                  <a:lnTo>
                    <a:pt x="263" y="285"/>
                  </a:lnTo>
                  <a:lnTo>
                    <a:pt x="284" y="265"/>
                  </a:lnTo>
                  <a:lnTo>
                    <a:pt x="300" y="242"/>
                  </a:lnTo>
                  <a:lnTo>
                    <a:pt x="305" y="230"/>
                  </a:lnTo>
                  <a:lnTo>
                    <a:pt x="316" y="202"/>
                  </a:lnTo>
                  <a:lnTo>
                    <a:pt x="322" y="151"/>
                  </a:lnTo>
                  <a:lnTo>
                    <a:pt x="311" y="103"/>
                  </a:lnTo>
                  <a:lnTo>
                    <a:pt x="283" y="61"/>
                  </a:lnTo>
                  <a:lnTo>
                    <a:pt x="262" y="41"/>
                  </a:lnTo>
                  <a:lnTo>
                    <a:pt x="249" y="31"/>
                  </a:lnTo>
                  <a:lnTo>
                    <a:pt x="222" y="14"/>
                  </a:lnTo>
                  <a:lnTo>
                    <a:pt x="196" y="4"/>
                  </a:lnTo>
                  <a:lnTo>
                    <a:pt x="171" y="0"/>
                  </a:lnTo>
                  <a:lnTo>
                    <a:pt x="145" y="2"/>
                  </a:lnTo>
                  <a:lnTo>
                    <a:pt x="120" y="9"/>
                  </a:lnTo>
                  <a:lnTo>
                    <a:pt x="81" y="32"/>
                  </a:lnTo>
                  <a:lnTo>
                    <a:pt x="55"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77">
              <a:extLst>
                <a:ext uri="{FF2B5EF4-FFF2-40B4-BE49-F238E27FC236}">
                  <a16:creationId xmlns:a16="http://schemas.microsoft.com/office/drawing/2014/main" id="{53BB32BA-FA14-E3EF-8BEA-607E204C2053}"/>
                </a:ext>
              </a:extLst>
            </p:cNvPr>
            <p:cNvSpPr>
              <a:spLocks/>
            </p:cNvSpPr>
            <p:nvPr/>
          </p:nvSpPr>
          <p:spPr bwMode="auto">
            <a:xfrm>
              <a:off x="6369051" y="1320800"/>
              <a:ext cx="120650" cy="374650"/>
            </a:xfrm>
            <a:custGeom>
              <a:avLst/>
              <a:gdLst>
                <a:gd name="T0" fmla="*/ 12 w 317"/>
                <a:gd name="T1" fmla="*/ 7 h 980"/>
                <a:gd name="T2" fmla="*/ 7 w 317"/>
                <a:gd name="T3" fmla="*/ 39 h 980"/>
                <a:gd name="T4" fmla="*/ 1 w 317"/>
                <a:gd name="T5" fmla="*/ 307 h 980"/>
                <a:gd name="T6" fmla="*/ 0 w 317"/>
                <a:gd name="T7" fmla="*/ 500 h 980"/>
                <a:gd name="T8" fmla="*/ 0 w 317"/>
                <a:gd name="T9" fmla="*/ 980 h 980"/>
                <a:gd name="T10" fmla="*/ 159 w 317"/>
                <a:gd name="T11" fmla="*/ 980 h 980"/>
                <a:gd name="T12" fmla="*/ 317 w 317"/>
                <a:gd name="T13" fmla="*/ 980 h 980"/>
                <a:gd name="T14" fmla="*/ 314 w 317"/>
                <a:gd name="T15" fmla="*/ 492 h 980"/>
                <a:gd name="T16" fmla="*/ 309 w 317"/>
                <a:gd name="T17" fmla="*/ 5 h 980"/>
                <a:gd name="T18" fmla="*/ 167 w 317"/>
                <a:gd name="T19" fmla="*/ 0 h 980"/>
                <a:gd name="T20" fmla="*/ 109 w 317"/>
                <a:gd name="T21" fmla="*/ 0 h 980"/>
                <a:gd name="T22" fmla="*/ 25 w 317"/>
                <a:gd name="T23" fmla="*/ 3 h 980"/>
                <a:gd name="T24" fmla="*/ 12 w 317"/>
                <a:gd name="T25" fmla="*/ 7 h 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7" h="980">
                  <a:moveTo>
                    <a:pt x="12" y="7"/>
                  </a:moveTo>
                  <a:lnTo>
                    <a:pt x="7" y="39"/>
                  </a:lnTo>
                  <a:lnTo>
                    <a:pt x="1" y="307"/>
                  </a:lnTo>
                  <a:lnTo>
                    <a:pt x="0" y="500"/>
                  </a:lnTo>
                  <a:lnTo>
                    <a:pt x="0" y="980"/>
                  </a:lnTo>
                  <a:lnTo>
                    <a:pt x="159" y="980"/>
                  </a:lnTo>
                  <a:lnTo>
                    <a:pt x="317" y="980"/>
                  </a:lnTo>
                  <a:lnTo>
                    <a:pt x="314" y="492"/>
                  </a:lnTo>
                  <a:lnTo>
                    <a:pt x="309" y="5"/>
                  </a:lnTo>
                  <a:lnTo>
                    <a:pt x="167" y="0"/>
                  </a:lnTo>
                  <a:lnTo>
                    <a:pt x="109" y="0"/>
                  </a:lnTo>
                  <a:lnTo>
                    <a:pt x="25" y="3"/>
                  </a:lnTo>
                  <a:lnTo>
                    <a:pt x="1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83">
              <a:extLst>
                <a:ext uri="{FF2B5EF4-FFF2-40B4-BE49-F238E27FC236}">
                  <a16:creationId xmlns:a16="http://schemas.microsoft.com/office/drawing/2014/main" id="{CC3F2AAB-5681-0182-AB1D-5CB10B33E643}"/>
                </a:ext>
              </a:extLst>
            </p:cNvPr>
            <p:cNvSpPr>
              <a:spLocks/>
            </p:cNvSpPr>
            <p:nvPr/>
          </p:nvSpPr>
          <p:spPr bwMode="auto">
            <a:xfrm>
              <a:off x="6242051" y="1755775"/>
              <a:ext cx="374650" cy="61913"/>
            </a:xfrm>
            <a:custGeom>
              <a:avLst/>
              <a:gdLst>
                <a:gd name="T0" fmla="*/ 15 w 983"/>
                <a:gd name="T1" fmla="*/ 12 h 160"/>
                <a:gd name="T2" fmla="*/ 9 w 983"/>
                <a:gd name="T3" fmla="*/ 22 h 160"/>
                <a:gd name="T4" fmla="*/ 1 w 983"/>
                <a:gd name="T5" fmla="*/ 59 h 160"/>
                <a:gd name="T6" fmla="*/ 0 w 983"/>
                <a:gd name="T7" fmla="*/ 80 h 160"/>
                <a:gd name="T8" fmla="*/ 1 w 983"/>
                <a:gd name="T9" fmla="*/ 101 h 160"/>
                <a:gd name="T10" fmla="*/ 9 w 983"/>
                <a:gd name="T11" fmla="*/ 138 h 160"/>
                <a:gd name="T12" fmla="*/ 15 w 983"/>
                <a:gd name="T13" fmla="*/ 147 h 160"/>
                <a:gd name="T14" fmla="*/ 25 w 983"/>
                <a:gd name="T15" fmla="*/ 150 h 160"/>
                <a:gd name="T16" fmla="*/ 97 w 983"/>
                <a:gd name="T17" fmla="*/ 156 h 160"/>
                <a:gd name="T18" fmla="*/ 304 w 983"/>
                <a:gd name="T19" fmla="*/ 160 h 160"/>
                <a:gd name="T20" fmla="*/ 507 w 983"/>
                <a:gd name="T21" fmla="*/ 158 h 160"/>
                <a:gd name="T22" fmla="*/ 983 w 983"/>
                <a:gd name="T23" fmla="*/ 153 h 160"/>
                <a:gd name="T24" fmla="*/ 983 w 983"/>
                <a:gd name="T25" fmla="*/ 80 h 160"/>
                <a:gd name="T26" fmla="*/ 983 w 983"/>
                <a:gd name="T27" fmla="*/ 7 h 160"/>
                <a:gd name="T28" fmla="*/ 507 w 983"/>
                <a:gd name="T29" fmla="*/ 2 h 160"/>
                <a:gd name="T30" fmla="*/ 304 w 983"/>
                <a:gd name="T31" fmla="*/ 0 h 160"/>
                <a:gd name="T32" fmla="*/ 97 w 983"/>
                <a:gd name="T33" fmla="*/ 4 h 160"/>
                <a:gd name="T34" fmla="*/ 25 w 983"/>
                <a:gd name="T35" fmla="*/ 9 h 160"/>
                <a:gd name="T36" fmla="*/ 15 w 983"/>
                <a:gd name="T37" fmla="*/ 12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83" h="160">
                  <a:moveTo>
                    <a:pt x="15" y="12"/>
                  </a:moveTo>
                  <a:lnTo>
                    <a:pt x="9" y="22"/>
                  </a:lnTo>
                  <a:lnTo>
                    <a:pt x="1" y="59"/>
                  </a:lnTo>
                  <a:lnTo>
                    <a:pt x="0" y="80"/>
                  </a:lnTo>
                  <a:lnTo>
                    <a:pt x="1" y="101"/>
                  </a:lnTo>
                  <a:lnTo>
                    <a:pt x="9" y="138"/>
                  </a:lnTo>
                  <a:lnTo>
                    <a:pt x="15" y="147"/>
                  </a:lnTo>
                  <a:lnTo>
                    <a:pt x="25" y="150"/>
                  </a:lnTo>
                  <a:lnTo>
                    <a:pt x="97" y="156"/>
                  </a:lnTo>
                  <a:lnTo>
                    <a:pt x="304" y="160"/>
                  </a:lnTo>
                  <a:lnTo>
                    <a:pt x="507" y="158"/>
                  </a:lnTo>
                  <a:lnTo>
                    <a:pt x="983" y="153"/>
                  </a:lnTo>
                  <a:lnTo>
                    <a:pt x="983" y="80"/>
                  </a:lnTo>
                  <a:lnTo>
                    <a:pt x="983" y="7"/>
                  </a:lnTo>
                  <a:lnTo>
                    <a:pt x="507" y="2"/>
                  </a:lnTo>
                  <a:lnTo>
                    <a:pt x="304" y="0"/>
                  </a:lnTo>
                  <a:lnTo>
                    <a:pt x="97" y="4"/>
                  </a:lnTo>
                  <a:lnTo>
                    <a:pt x="25" y="9"/>
                  </a:lnTo>
                  <a:lnTo>
                    <a:pt x="15"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86">
              <a:extLst>
                <a:ext uri="{FF2B5EF4-FFF2-40B4-BE49-F238E27FC236}">
                  <a16:creationId xmlns:a16="http://schemas.microsoft.com/office/drawing/2014/main" id="{7ED3F334-C38A-546B-E58B-72993F774A15}"/>
                </a:ext>
              </a:extLst>
            </p:cNvPr>
            <p:cNvSpPr>
              <a:spLocks/>
            </p:cNvSpPr>
            <p:nvPr/>
          </p:nvSpPr>
          <p:spPr bwMode="auto">
            <a:xfrm>
              <a:off x="6245226" y="1879600"/>
              <a:ext cx="368300" cy="180975"/>
            </a:xfrm>
            <a:custGeom>
              <a:avLst/>
              <a:gdLst>
                <a:gd name="T0" fmla="*/ 4 w 966"/>
                <a:gd name="T1" fmla="*/ 6 h 474"/>
                <a:gd name="T2" fmla="*/ 2 w 966"/>
                <a:gd name="T3" fmla="*/ 10 h 474"/>
                <a:gd name="T4" fmla="*/ 0 w 966"/>
                <a:gd name="T5" fmla="*/ 26 h 474"/>
                <a:gd name="T6" fmla="*/ 4 w 966"/>
                <a:gd name="T7" fmla="*/ 64 h 474"/>
                <a:gd name="T8" fmla="*/ 20 w 966"/>
                <a:gd name="T9" fmla="*/ 131 h 474"/>
                <a:gd name="T10" fmla="*/ 43 w 966"/>
                <a:gd name="T11" fmla="*/ 200 h 474"/>
                <a:gd name="T12" fmla="*/ 56 w 966"/>
                <a:gd name="T13" fmla="*/ 228 h 474"/>
                <a:gd name="T14" fmla="*/ 72 w 966"/>
                <a:gd name="T15" fmla="*/ 255 h 474"/>
                <a:gd name="T16" fmla="*/ 119 w 966"/>
                <a:gd name="T17" fmla="*/ 315 h 474"/>
                <a:gd name="T18" fmla="*/ 180 w 966"/>
                <a:gd name="T19" fmla="*/ 373 h 474"/>
                <a:gd name="T20" fmla="*/ 245 w 966"/>
                <a:gd name="T21" fmla="*/ 424 h 474"/>
                <a:gd name="T22" fmla="*/ 278 w 966"/>
                <a:gd name="T23" fmla="*/ 443 h 474"/>
                <a:gd name="T24" fmla="*/ 295 w 966"/>
                <a:gd name="T25" fmla="*/ 451 h 474"/>
                <a:gd name="T26" fmla="*/ 339 w 966"/>
                <a:gd name="T27" fmla="*/ 463 h 474"/>
                <a:gd name="T28" fmla="*/ 423 w 966"/>
                <a:gd name="T29" fmla="*/ 474 h 474"/>
                <a:gd name="T30" fmla="*/ 549 w 966"/>
                <a:gd name="T31" fmla="*/ 472 h 474"/>
                <a:gd name="T32" fmla="*/ 635 w 966"/>
                <a:gd name="T33" fmla="*/ 459 h 474"/>
                <a:gd name="T34" fmla="*/ 681 w 966"/>
                <a:gd name="T35" fmla="*/ 445 h 474"/>
                <a:gd name="T36" fmla="*/ 699 w 966"/>
                <a:gd name="T37" fmla="*/ 436 h 474"/>
                <a:gd name="T38" fmla="*/ 726 w 966"/>
                <a:gd name="T39" fmla="*/ 421 h 474"/>
                <a:gd name="T40" fmla="*/ 776 w 966"/>
                <a:gd name="T41" fmla="*/ 386 h 474"/>
                <a:gd name="T42" fmla="*/ 822 w 966"/>
                <a:gd name="T43" fmla="*/ 345 h 474"/>
                <a:gd name="T44" fmla="*/ 863 w 966"/>
                <a:gd name="T45" fmla="*/ 300 h 474"/>
                <a:gd name="T46" fmla="*/ 898 w 966"/>
                <a:gd name="T47" fmla="*/ 251 h 474"/>
                <a:gd name="T48" fmla="*/ 927 w 966"/>
                <a:gd name="T49" fmla="*/ 200 h 474"/>
                <a:gd name="T50" fmla="*/ 948 w 966"/>
                <a:gd name="T51" fmla="*/ 148 h 474"/>
                <a:gd name="T52" fmla="*/ 960 w 966"/>
                <a:gd name="T53" fmla="*/ 96 h 474"/>
                <a:gd name="T54" fmla="*/ 963 w 966"/>
                <a:gd name="T55" fmla="*/ 71 h 474"/>
                <a:gd name="T56" fmla="*/ 966 w 966"/>
                <a:gd name="T57" fmla="*/ 6 h 474"/>
                <a:gd name="T58" fmla="*/ 489 w 966"/>
                <a:gd name="T59" fmla="*/ 1 h 474"/>
                <a:gd name="T60" fmla="*/ 299 w 966"/>
                <a:gd name="T61" fmla="*/ 0 h 474"/>
                <a:gd name="T62" fmla="*/ 35 w 966"/>
                <a:gd name="T63" fmla="*/ 3 h 474"/>
                <a:gd name="T64" fmla="*/ 4 w 966"/>
                <a:gd name="T65" fmla="*/ 6 h 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66" h="474">
                  <a:moveTo>
                    <a:pt x="4" y="6"/>
                  </a:moveTo>
                  <a:lnTo>
                    <a:pt x="2" y="10"/>
                  </a:lnTo>
                  <a:lnTo>
                    <a:pt x="0" y="26"/>
                  </a:lnTo>
                  <a:lnTo>
                    <a:pt x="4" y="64"/>
                  </a:lnTo>
                  <a:lnTo>
                    <a:pt x="20" y="131"/>
                  </a:lnTo>
                  <a:lnTo>
                    <a:pt x="43" y="200"/>
                  </a:lnTo>
                  <a:lnTo>
                    <a:pt x="56" y="228"/>
                  </a:lnTo>
                  <a:lnTo>
                    <a:pt x="72" y="255"/>
                  </a:lnTo>
                  <a:lnTo>
                    <a:pt x="119" y="315"/>
                  </a:lnTo>
                  <a:lnTo>
                    <a:pt x="180" y="373"/>
                  </a:lnTo>
                  <a:lnTo>
                    <a:pt x="245" y="424"/>
                  </a:lnTo>
                  <a:lnTo>
                    <a:pt x="278" y="443"/>
                  </a:lnTo>
                  <a:lnTo>
                    <a:pt x="295" y="451"/>
                  </a:lnTo>
                  <a:lnTo>
                    <a:pt x="339" y="463"/>
                  </a:lnTo>
                  <a:lnTo>
                    <a:pt x="423" y="474"/>
                  </a:lnTo>
                  <a:lnTo>
                    <a:pt x="549" y="472"/>
                  </a:lnTo>
                  <a:lnTo>
                    <a:pt x="635" y="459"/>
                  </a:lnTo>
                  <a:lnTo>
                    <a:pt x="681" y="445"/>
                  </a:lnTo>
                  <a:lnTo>
                    <a:pt x="699" y="436"/>
                  </a:lnTo>
                  <a:lnTo>
                    <a:pt x="726" y="421"/>
                  </a:lnTo>
                  <a:lnTo>
                    <a:pt x="776" y="386"/>
                  </a:lnTo>
                  <a:lnTo>
                    <a:pt x="822" y="345"/>
                  </a:lnTo>
                  <a:lnTo>
                    <a:pt x="863" y="300"/>
                  </a:lnTo>
                  <a:lnTo>
                    <a:pt x="898" y="251"/>
                  </a:lnTo>
                  <a:lnTo>
                    <a:pt x="927" y="200"/>
                  </a:lnTo>
                  <a:lnTo>
                    <a:pt x="948" y="148"/>
                  </a:lnTo>
                  <a:lnTo>
                    <a:pt x="960" y="96"/>
                  </a:lnTo>
                  <a:lnTo>
                    <a:pt x="963" y="71"/>
                  </a:lnTo>
                  <a:lnTo>
                    <a:pt x="966" y="6"/>
                  </a:lnTo>
                  <a:lnTo>
                    <a:pt x="489" y="1"/>
                  </a:lnTo>
                  <a:lnTo>
                    <a:pt x="299" y="0"/>
                  </a:lnTo>
                  <a:lnTo>
                    <a:pt x="35" y="3"/>
                  </a:lnTo>
                  <a:lnTo>
                    <a:pt x="4"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9" name="Slide Number Placeholder 18">
            <a:extLst>
              <a:ext uri="{FF2B5EF4-FFF2-40B4-BE49-F238E27FC236}">
                <a16:creationId xmlns:a16="http://schemas.microsoft.com/office/drawing/2014/main" id="{D736A82F-2D72-931A-38CA-3C7E34C0B3AE}"/>
              </a:ext>
            </a:extLst>
          </p:cNvPr>
          <p:cNvSpPr>
            <a:spLocks noGrp="1"/>
          </p:cNvSpPr>
          <p:nvPr>
            <p:ph type="sldNum" sz="quarter" idx="12"/>
          </p:nvPr>
        </p:nvSpPr>
        <p:spPr/>
        <p:txBody>
          <a:bodyPr/>
          <a:lstStyle/>
          <a:p>
            <a:fld id="{0BE4EC83-A869-464E-AE9F-881796FB085E}" type="slidenum">
              <a:rPr lang="en-US" smtClean="0"/>
              <a:t>67</a:t>
            </a:fld>
            <a:endParaRPr lang="en-US"/>
          </a:p>
        </p:txBody>
      </p:sp>
    </p:spTree>
    <p:extLst>
      <p:ext uri="{BB962C8B-B14F-4D97-AF65-F5344CB8AC3E}">
        <p14:creationId xmlns:p14="http://schemas.microsoft.com/office/powerpoint/2010/main" val="7759756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A5EE7-96DA-EF8C-DB6C-F7C07971066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24F2637-3C11-F924-A444-EC661D6D74B9}"/>
              </a:ext>
            </a:extLst>
          </p:cNvPr>
          <p:cNvSpPr>
            <a:spLocks noGrp="1"/>
          </p:cNvSpPr>
          <p:nvPr>
            <p:ph type="title"/>
          </p:nvPr>
        </p:nvSpPr>
        <p:spPr/>
        <p:txBody>
          <a:bodyPr/>
          <a:lstStyle/>
          <a:p>
            <a:r>
              <a:rPr lang="ar-EG" dirty="0"/>
              <a:t>التشغيل لممارسة البنية المؤسسية</a:t>
            </a:r>
            <a:endParaRPr lang="en-GB" dirty="0"/>
          </a:p>
        </p:txBody>
      </p:sp>
      <p:sp>
        <p:nvSpPr>
          <p:cNvPr id="82" name="Rectangle 81">
            <a:extLst>
              <a:ext uri="{FF2B5EF4-FFF2-40B4-BE49-F238E27FC236}">
                <a16:creationId xmlns:a16="http://schemas.microsoft.com/office/drawing/2014/main" id="{D02E575A-ADDA-0787-E796-7AC953CCBC58}"/>
              </a:ext>
            </a:extLst>
          </p:cNvPr>
          <p:cNvSpPr/>
          <p:nvPr/>
        </p:nvSpPr>
        <p:spPr>
          <a:xfrm>
            <a:off x="2174359" y="1747921"/>
            <a:ext cx="4848350" cy="523220"/>
          </a:xfrm>
          <a:prstGeom prst="rect">
            <a:avLst/>
          </a:prstGeom>
        </p:spPr>
        <p:txBody>
          <a:bodyPr wrap="square">
            <a:spAutoFit/>
          </a:bodyPr>
          <a:lstStyle/>
          <a:p>
            <a:pPr lvl="0" algn="r" rtl="1"/>
            <a:r>
              <a:rPr lang="ar-SY" sz="2800" b="1" dirty="0">
                <a:solidFill>
                  <a:schemeClr val="accent1"/>
                </a:solidFill>
              </a:rPr>
              <a:t>6.المحاور المعرفية والتقارير</a:t>
            </a:r>
          </a:p>
        </p:txBody>
      </p:sp>
      <p:sp>
        <p:nvSpPr>
          <p:cNvPr id="7" name="Rectangle: Rounded Corners 6">
            <a:extLst>
              <a:ext uri="{FF2B5EF4-FFF2-40B4-BE49-F238E27FC236}">
                <a16:creationId xmlns:a16="http://schemas.microsoft.com/office/drawing/2014/main" id="{A8AD180D-135F-8593-B3F2-2A7703C81CA3}"/>
              </a:ext>
            </a:extLst>
          </p:cNvPr>
          <p:cNvSpPr/>
          <p:nvPr/>
        </p:nvSpPr>
        <p:spPr>
          <a:xfrm>
            <a:off x="4193171" y="2424509"/>
            <a:ext cx="2714156" cy="2908747"/>
          </a:xfrm>
          <a:prstGeom prst="roundRect">
            <a:avLst>
              <a:gd name="adj" fmla="val 5141"/>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endParaRPr lang="en-GB"/>
          </a:p>
        </p:txBody>
      </p:sp>
      <p:sp>
        <p:nvSpPr>
          <p:cNvPr id="8" name="TextBox 7">
            <a:extLst>
              <a:ext uri="{FF2B5EF4-FFF2-40B4-BE49-F238E27FC236}">
                <a16:creationId xmlns:a16="http://schemas.microsoft.com/office/drawing/2014/main" id="{E568CFE5-A7D6-DB76-E97F-673D5C645F09}"/>
              </a:ext>
            </a:extLst>
          </p:cNvPr>
          <p:cNvSpPr txBox="1"/>
          <p:nvPr/>
        </p:nvSpPr>
        <p:spPr>
          <a:xfrm>
            <a:off x="4195790" y="2563951"/>
            <a:ext cx="2605069" cy="369332"/>
          </a:xfrm>
          <a:prstGeom prst="rect">
            <a:avLst/>
          </a:prstGeom>
          <a:noFill/>
        </p:spPr>
        <p:txBody>
          <a:bodyPr wrap="square">
            <a:spAutoFit/>
          </a:bodyPr>
          <a:lstStyle/>
          <a:p>
            <a:pPr algn="r" rtl="1"/>
            <a:r>
              <a:rPr lang="ar-EG" b="1" dirty="0"/>
              <a:t>إدارة المعرفة وبناء القدرات</a:t>
            </a:r>
          </a:p>
        </p:txBody>
      </p:sp>
      <p:sp>
        <p:nvSpPr>
          <p:cNvPr id="11" name="TextBox 10">
            <a:extLst>
              <a:ext uri="{FF2B5EF4-FFF2-40B4-BE49-F238E27FC236}">
                <a16:creationId xmlns:a16="http://schemas.microsoft.com/office/drawing/2014/main" id="{4F19D3BD-0C1B-5B29-CC33-57B38022058A}"/>
              </a:ext>
            </a:extLst>
          </p:cNvPr>
          <p:cNvSpPr txBox="1"/>
          <p:nvPr/>
        </p:nvSpPr>
        <p:spPr>
          <a:xfrm>
            <a:off x="992935" y="2563951"/>
            <a:ext cx="2605069" cy="369332"/>
          </a:xfrm>
          <a:prstGeom prst="rect">
            <a:avLst/>
          </a:prstGeom>
          <a:noFill/>
        </p:spPr>
        <p:txBody>
          <a:bodyPr wrap="square">
            <a:spAutoFit/>
          </a:bodyPr>
          <a:lstStyle/>
          <a:p>
            <a:pPr algn="r" rtl="1"/>
            <a:r>
              <a:rPr lang="ar-EG" b="1" dirty="0"/>
              <a:t>القياس والتقارير</a:t>
            </a:r>
          </a:p>
        </p:txBody>
      </p:sp>
      <p:sp>
        <p:nvSpPr>
          <p:cNvPr id="12" name="TextBox 11">
            <a:extLst>
              <a:ext uri="{FF2B5EF4-FFF2-40B4-BE49-F238E27FC236}">
                <a16:creationId xmlns:a16="http://schemas.microsoft.com/office/drawing/2014/main" id="{78CAA0E6-DEA7-C840-4E2B-4FD6327797B6}"/>
              </a:ext>
            </a:extLst>
          </p:cNvPr>
          <p:cNvSpPr txBox="1"/>
          <p:nvPr/>
        </p:nvSpPr>
        <p:spPr>
          <a:xfrm>
            <a:off x="4195790" y="2907311"/>
            <a:ext cx="2605069" cy="2308324"/>
          </a:xfrm>
          <a:prstGeom prst="rect">
            <a:avLst/>
          </a:prstGeom>
          <a:noFill/>
        </p:spPr>
        <p:txBody>
          <a:bodyPr wrap="square">
            <a:spAutoFit/>
          </a:bodyPr>
          <a:lstStyle/>
          <a:p>
            <a:pPr marL="285750" indent="-285750" algn="r" rtl="1">
              <a:buFont typeface="Arial" panose="020B0604020202020204" pitchFamily="34" charset="0"/>
              <a:buChar char="•"/>
            </a:pPr>
            <a:r>
              <a:rPr lang="ar-EG" dirty="0"/>
              <a:t>تنفيذ خطة التوعية بممارسة البنية المؤسسية.</a:t>
            </a:r>
          </a:p>
          <a:p>
            <a:pPr marL="285750" indent="-285750" algn="r" rtl="1">
              <a:buFont typeface="Arial" panose="020B0604020202020204" pitchFamily="34" charset="0"/>
              <a:buChar char="•"/>
            </a:pPr>
            <a:r>
              <a:rPr lang="ar-EG" dirty="0"/>
              <a:t>نقل المعرفة للفرق الداخلية.</a:t>
            </a:r>
          </a:p>
          <a:p>
            <a:pPr marL="285750" indent="-285750" algn="r" rtl="1">
              <a:buFont typeface="Arial" panose="020B0604020202020204" pitchFamily="34" charset="0"/>
              <a:buChar char="•"/>
            </a:pPr>
            <a:r>
              <a:rPr lang="ar-EG" dirty="0"/>
              <a:t>تطوير قدرات منسوبي الهيئة في مجالات البنية المؤسسية والتحول الرقمي.</a:t>
            </a:r>
          </a:p>
          <a:p>
            <a:pPr marL="285750" indent="-285750" algn="r" rtl="1">
              <a:buFont typeface="Arial" panose="020B0604020202020204" pitchFamily="34" charset="0"/>
              <a:buChar char="•"/>
            </a:pPr>
            <a:r>
              <a:rPr lang="ar-EG" dirty="0"/>
              <a:t>تحديث مستودع البنية المؤسسية وضمان جودة المحتوى.</a:t>
            </a:r>
          </a:p>
        </p:txBody>
      </p:sp>
      <p:sp>
        <p:nvSpPr>
          <p:cNvPr id="13" name="TextBox 12">
            <a:extLst>
              <a:ext uri="{FF2B5EF4-FFF2-40B4-BE49-F238E27FC236}">
                <a16:creationId xmlns:a16="http://schemas.microsoft.com/office/drawing/2014/main" id="{6CEB6359-E316-AD35-8DB1-E9A4B84BBFC2}"/>
              </a:ext>
            </a:extLst>
          </p:cNvPr>
          <p:cNvSpPr txBox="1"/>
          <p:nvPr/>
        </p:nvSpPr>
        <p:spPr>
          <a:xfrm>
            <a:off x="992935" y="2907311"/>
            <a:ext cx="2605069" cy="1754326"/>
          </a:xfrm>
          <a:prstGeom prst="rect">
            <a:avLst/>
          </a:prstGeom>
          <a:noFill/>
        </p:spPr>
        <p:txBody>
          <a:bodyPr wrap="square">
            <a:spAutoFit/>
          </a:bodyPr>
          <a:lstStyle>
            <a:defPPr>
              <a:defRPr lang="en-US"/>
            </a:defPPr>
            <a:lvl1pPr marL="285750" indent="-285750" algn="r" rtl="1">
              <a:buFont typeface="Arial" panose="020B0604020202020204" pitchFamily="34" charset="0"/>
              <a:buChar char="•"/>
              <a:defRPr/>
            </a:lvl1pPr>
          </a:lstStyle>
          <a:p>
            <a:r>
              <a:rPr lang="ar-EG" dirty="0"/>
              <a:t>قياس مؤشرات أداء البنية المؤسسية</a:t>
            </a:r>
          </a:p>
          <a:p>
            <a:r>
              <a:rPr lang="ar-EG" dirty="0"/>
              <a:t>إعداد تقارير دورية: ربع سنوية وسنوية.</a:t>
            </a:r>
          </a:p>
          <a:p>
            <a:r>
              <a:rPr lang="ar-EG" dirty="0"/>
              <a:t>قياس الأثر التشغيلي والاستراتيجي لممارسة البنية المؤسسية.</a:t>
            </a:r>
          </a:p>
        </p:txBody>
      </p:sp>
      <p:cxnSp>
        <p:nvCxnSpPr>
          <p:cNvPr id="14" name="Straight Connector 13">
            <a:extLst>
              <a:ext uri="{FF2B5EF4-FFF2-40B4-BE49-F238E27FC236}">
                <a16:creationId xmlns:a16="http://schemas.microsoft.com/office/drawing/2014/main" id="{C9C310AB-757A-1117-3A93-1D973B1A0847}"/>
              </a:ext>
            </a:extLst>
          </p:cNvPr>
          <p:cNvCxnSpPr/>
          <p:nvPr/>
        </p:nvCxnSpPr>
        <p:spPr>
          <a:xfrm>
            <a:off x="6907327" y="2606800"/>
            <a:ext cx="0" cy="274320"/>
          </a:xfrm>
          <a:prstGeom prst="line">
            <a:avLst/>
          </a:prstGeom>
          <a:ln w="25400">
            <a:gradFill>
              <a:gsLst>
                <a:gs pos="9000">
                  <a:schemeClr val="accent1"/>
                </a:gs>
                <a:gs pos="100000">
                  <a:schemeClr val="accent2"/>
                </a:gs>
              </a:gsLst>
              <a:lin ang="7200000" scaled="0"/>
            </a:gradFill>
          </a:ln>
        </p:spPr>
        <p:style>
          <a:lnRef idx="1">
            <a:schemeClr val="accent1"/>
          </a:lnRef>
          <a:fillRef idx="0">
            <a:schemeClr val="accent1"/>
          </a:fillRef>
          <a:effectRef idx="0">
            <a:schemeClr val="accent1"/>
          </a:effectRef>
          <a:fontRef idx="minor">
            <a:schemeClr val="tx1"/>
          </a:fontRef>
        </p:style>
      </p:cxnSp>
      <p:sp>
        <p:nvSpPr>
          <p:cNvPr id="4" name="Rectangle: Rounded Corners 3">
            <a:extLst>
              <a:ext uri="{FF2B5EF4-FFF2-40B4-BE49-F238E27FC236}">
                <a16:creationId xmlns:a16="http://schemas.microsoft.com/office/drawing/2014/main" id="{49EBCD39-6E8E-E2F1-8326-30D6BFD12B23}"/>
              </a:ext>
            </a:extLst>
          </p:cNvPr>
          <p:cNvSpPr/>
          <p:nvPr/>
        </p:nvSpPr>
        <p:spPr>
          <a:xfrm>
            <a:off x="990316" y="2424509"/>
            <a:ext cx="2714156" cy="2908747"/>
          </a:xfrm>
          <a:prstGeom prst="roundRect">
            <a:avLst>
              <a:gd name="adj" fmla="val 5141"/>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endParaRPr lang="en-GB"/>
          </a:p>
        </p:txBody>
      </p:sp>
      <p:cxnSp>
        <p:nvCxnSpPr>
          <p:cNvPr id="15" name="Straight Connector 14">
            <a:extLst>
              <a:ext uri="{FF2B5EF4-FFF2-40B4-BE49-F238E27FC236}">
                <a16:creationId xmlns:a16="http://schemas.microsoft.com/office/drawing/2014/main" id="{BD4C9AE2-8CE1-8721-A5F8-ABA2898CD287}"/>
              </a:ext>
            </a:extLst>
          </p:cNvPr>
          <p:cNvCxnSpPr/>
          <p:nvPr/>
        </p:nvCxnSpPr>
        <p:spPr>
          <a:xfrm>
            <a:off x="3704472" y="2606800"/>
            <a:ext cx="0" cy="274320"/>
          </a:xfrm>
          <a:prstGeom prst="line">
            <a:avLst/>
          </a:prstGeom>
          <a:ln w="25400">
            <a:gradFill>
              <a:gsLst>
                <a:gs pos="9000">
                  <a:schemeClr val="accent1"/>
                </a:gs>
                <a:gs pos="100000">
                  <a:schemeClr val="accent2"/>
                </a:gs>
              </a:gsLst>
              <a:lin ang="7200000" scaled="0"/>
            </a:gradFill>
          </a:ln>
        </p:spPr>
        <p:style>
          <a:lnRef idx="1">
            <a:schemeClr val="accent1"/>
          </a:lnRef>
          <a:fillRef idx="0">
            <a:schemeClr val="accent1"/>
          </a:fillRef>
          <a:effectRef idx="0">
            <a:schemeClr val="accent1"/>
          </a:effectRef>
          <a:fontRef idx="minor">
            <a:schemeClr val="tx1"/>
          </a:fontRef>
        </p:style>
      </p:cxnSp>
      <p:sp>
        <p:nvSpPr>
          <p:cNvPr id="5" name="Freeform 3">
            <a:extLst>
              <a:ext uri="{FF2B5EF4-FFF2-40B4-BE49-F238E27FC236}">
                <a16:creationId xmlns:a16="http://schemas.microsoft.com/office/drawing/2014/main" id="{6A6BF8D5-0D63-9752-CCE3-303AFC4487CB}"/>
              </a:ext>
            </a:extLst>
          </p:cNvPr>
          <p:cNvSpPr/>
          <p:nvPr/>
        </p:nvSpPr>
        <p:spPr>
          <a:xfrm>
            <a:off x="8412142" y="2105425"/>
            <a:ext cx="1270772" cy="1158457"/>
          </a:xfrm>
          <a:custGeom>
            <a:avLst/>
            <a:gdLst>
              <a:gd name="connsiteX0" fmla="*/ 1274371 w 1274371"/>
              <a:gd name="connsiteY0" fmla="*/ 0 h 1161738"/>
              <a:gd name="connsiteX1" fmla="*/ 1274371 w 1274371"/>
              <a:gd name="connsiteY1" fmla="*/ 874048 h 1161738"/>
              <a:gd name="connsiteX2" fmla="*/ 1207399 w 1274371"/>
              <a:gd name="connsiteY2" fmla="*/ 877429 h 1161738"/>
              <a:gd name="connsiteX3" fmla="*/ 757115 w 1274371"/>
              <a:gd name="connsiteY3" fmla="*/ 1091627 h 1161738"/>
              <a:gd name="connsiteX4" fmla="*/ 699269 w 1274371"/>
              <a:gd name="connsiteY4" fmla="*/ 1161738 h 1161738"/>
              <a:gd name="connsiteX5" fmla="*/ 0 w 1274371"/>
              <a:gd name="connsiteY5" fmla="*/ 634801 h 1161738"/>
              <a:gd name="connsiteX6" fmla="*/ 34610 w 1274371"/>
              <a:gd name="connsiteY6" fmla="*/ 588517 h 1161738"/>
              <a:gd name="connsiteX7" fmla="*/ 1118033 w 1274371"/>
              <a:gd name="connsiteY7" fmla="*/ 7894 h 1161738"/>
              <a:gd name="connsiteX8" fmla="*/ 1274371 w 1274371"/>
              <a:gd name="connsiteY8" fmla="*/ 0 h 1161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74371" h="1161738">
                <a:moveTo>
                  <a:pt x="1274371" y="0"/>
                </a:moveTo>
                <a:lnTo>
                  <a:pt x="1274371" y="874048"/>
                </a:lnTo>
                <a:lnTo>
                  <a:pt x="1207399" y="877429"/>
                </a:lnTo>
                <a:cubicBezTo>
                  <a:pt x="1032218" y="895220"/>
                  <a:pt x="874993" y="973750"/>
                  <a:pt x="757115" y="1091627"/>
                </a:cubicBezTo>
                <a:lnTo>
                  <a:pt x="699269" y="1161738"/>
                </a:lnTo>
                <a:lnTo>
                  <a:pt x="0" y="634801"/>
                </a:lnTo>
                <a:lnTo>
                  <a:pt x="34610" y="588517"/>
                </a:lnTo>
                <a:cubicBezTo>
                  <a:pt x="298481" y="268780"/>
                  <a:pt x="682763" y="52098"/>
                  <a:pt x="1118033" y="7894"/>
                </a:cubicBezTo>
                <a:lnTo>
                  <a:pt x="1274371"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Freeform 4">
            <a:extLst>
              <a:ext uri="{FF2B5EF4-FFF2-40B4-BE49-F238E27FC236}">
                <a16:creationId xmlns:a16="http://schemas.microsoft.com/office/drawing/2014/main" id="{299AAD47-0748-7E29-547F-6D7EE9A911F0}"/>
              </a:ext>
            </a:extLst>
          </p:cNvPr>
          <p:cNvSpPr/>
          <p:nvPr/>
        </p:nvSpPr>
        <p:spPr>
          <a:xfrm>
            <a:off x="9701149" y="2105425"/>
            <a:ext cx="1245511" cy="1149451"/>
          </a:xfrm>
          <a:custGeom>
            <a:avLst/>
            <a:gdLst>
              <a:gd name="connsiteX0" fmla="*/ 0 w 1249038"/>
              <a:gd name="connsiteY0" fmla="*/ 0 h 1152706"/>
              <a:gd name="connsiteX1" fmla="*/ 156336 w 1249038"/>
              <a:gd name="connsiteY1" fmla="*/ 7894 h 1152706"/>
              <a:gd name="connsiteX2" fmla="*/ 1239759 w 1249038"/>
              <a:gd name="connsiteY2" fmla="*/ 588517 h 1152706"/>
              <a:gd name="connsiteX3" fmla="*/ 1249038 w 1249038"/>
              <a:gd name="connsiteY3" fmla="*/ 600926 h 1152706"/>
              <a:gd name="connsiteX4" fmla="*/ 567648 w 1249038"/>
              <a:gd name="connsiteY4" fmla="*/ 1152706 h 1152706"/>
              <a:gd name="connsiteX5" fmla="*/ 517254 w 1249038"/>
              <a:gd name="connsiteY5" fmla="*/ 1091627 h 1152706"/>
              <a:gd name="connsiteX6" fmla="*/ 66970 w 1249038"/>
              <a:gd name="connsiteY6" fmla="*/ 877429 h 1152706"/>
              <a:gd name="connsiteX7" fmla="*/ 0 w 1249038"/>
              <a:gd name="connsiteY7" fmla="*/ 874048 h 1152706"/>
              <a:gd name="connsiteX8" fmla="*/ 0 w 1249038"/>
              <a:gd name="connsiteY8" fmla="*/ 0 h 1152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9038" h="1152706">
                <a:moveTo>
                  <a:pt x="0" y="0"/>
                </a:moveTo>
                <a:lnTo>
                  <a:pt x="156336" y="7894"/>
                </a:lnTo>
                <a:cubicBezTo>
                  <a:pt x="591607" y="52098"/>
                  <a:pt x="975888" y="268780"/>
                  <a:pt x="1239759" y="588517"/>
                </a:cubicBezTo>
                <a:lnTo>
                  <a:pt x="1249038" y="600926"/>
                </a:lnTo>
                <a:lnTo>
                  <a:pt x="567648" y="1152706"/>
                </a:lnTo>
                <a:lnTo>
                  <a:pt x="517254" y="1091627"/>
                </a:lnTo>
                <a:cubicBezTo>
                  <a:pt x="399376" y="973750"/>
                  <a:pt x="242151" y="895220"/>
                  <a:pt x="66970" y="877429"/>
                </a:cubicBezTo>
                <a:lnTo>
                  <a:pt x="0" y="874048"/>
                </a:lnTo>
                <a:lnTo>
                  <a:pt x="0"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Freeform 5">
            <a:extLst>
              <a:ext uri="{FF2B5EF4-FFF2-40B4-BE49-F238E27FC236}">
                <a16:creationId xmlns:a16="http://schemas.microsoft.com/office/drawing/2014/main" id="{7CB98476-0943-AE72-2A22-5223BDB46494}"/>
              </a:ext>
            </a:extLst>
          </p:cNvPr>
          <p:cNvSpPr/>
          <p:nvPr/>
        </p:nvSpPr>
        <p:spPr>
          <a:xfrm>
            <a:off x="10278800" y="2719270"/>
            <a:ext cx="1027147" cy="1326344"/>
          </a:xfrm>
          <a:custGeom>
            <a:avLst/>
            <a:gdLst>
              <a:gd name="connsiteX0" fmla="*/ 680711 w 1030056"/>
              <a:gd name="connsiteY0" fmla="*/ 0 h 1330101"/>
              <a:gd name="connsiteX1" fmla="*/ 753644 w 1030056"/>
              <a:gd name="connsiteY1" fmla="*/ 97531 h 1330101"/>
              <a:gd name="connsiteX2" fmla="*/ 1030056 w 1030056"/>
              <a:gd name="connsiteY2" fmla="*/ 1002443 h 1330101"/>
              <a:gd name="connsiteX3" fmla="*/ 997174 w 1030056"/>
              <a:gd name="connsiteY3" fmla="*/ 1328625 h 1330101"/>
              <a:gd name="connsiteX4" fmla="*/ 996795 w 1030056"/>
              <a:gd name="connsiteY4" fmla="*/ 1330101 h 1330101"/>
              <a:gd name="connsiteX5" fmla="*/ 141520 w 1030056"/>
              <a:gd name="connsiteY5" fmla="*/ 1148307 h 1330101"/>
              <a:gd name="connsiteX6" fmla="*/ 152165 w 1030056"/>
              <a:gd name="connsiteY6" fmla="*/ 1078558 h 1330101"/>
              <a:gd name="connsiteX7" fmla="*/ 156008 w 1030056"/>
              <a:gd name="connsiteY7" fmla="*/ 1002443 h 1330101"/>
              <a:gd name="connsiteX8" fmla="*/ 28869 w 1030056"/>
              <a:gd name="connsiteY8" fmla="*/ 586219 h 1330101"/>
              <a:gd name="connsiteX9" fmla="*/ 0 w 1030056"/>
              <a:gd name="connsiteY9" fmla="*/ 551230 h 1330101"/>
              <a:gd name="connsiteX10" fmla="*/ 680711 w 1030056"/>
              <a:gd name="connsiteY10" fmla="*/ 0 h 1330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30056" h="1330101">
                <a:moveTo>
                  <a:pt x="680711" y="0"/>
                </a:moveTo>
                <a:lnTo>
                  <a:pt x="753644" y="97531"/>
                </a:lnTo>
                <a:cubicBezTo>
                  <a:pt x="928156" y="355844"/>
                  <a:pt x="1030056" y="667243"/>
                  <a:pt x="1030056" y="1002443"/>
                </a:cubicBezTo>
                <a:cubicBezTo>
                  <a:pt x="1030056" y="1114176"/>
                  <a:pt x="1018734" y="1223265"/>
                  <a:pt x="997174" y="1328625"/>
                </a:cubicBezTo>
                <a:lnTo>
                  <a:pt x="996795" y="1330101"/>
                </a:lnTo>
                <a:lnTo>
                  <a:pt x="141520" y="1148307"/>
                </a:lnTo>
                <a:lnTo>
                  <a:pt x="152165" y="1078558"/>
                </a:lnTo>
                <a:cubicBezTo>
                  <a:pt x="154706" y="1053532"/>
                  <a:pt x="156008" y="1028140"/>
                  <a:pt x="156008" y="1002443"/>
                </a:cubicBezTo>
                <a:cubicBezTo>
                  <a:pt x="156008" y="848265"/>
                  <a:pt x="109138" y="705033"/>
                  <a:pt x="28869" y="586219"/>
                </a:cubicBezTo>
                <a:lnTo>
                  <a:pt x="0" y="551230"/>
                </a:lnTo>
                <a:lnTo>
                  <a:pt x="680711"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7">
            <a:extLst>
              <a:ext uri="{FF2B5EF4-FFF2-40B4-BE49-F238E27FC236}">
                <a16:creationId xmlns:a16="http://schemas.microsoft.com/office/drawing/2014/main" id="{5A0DD802-F765-51BF-244A-AFB4EB664846}"/>
              </a:ext>
            </a:extLst>
          </p:cNvPr>
          <p:cNvSpPr/>
          <p:nvPr/>
        </p:nvSpPr>
        <p:spPr>
          <a:xfrm>
            <a:off x="10033674" y="3881954"/>
            <a:ext cx="1234558" cy="1270947"/>
          </a:xfrm>
          <a:custGeom>
            <a:avLst/>
            <a:gdLst>
              <a:gd name="connsiteX0" fmla="*/ 382512 w 1238056"/>
              <a:gd name="connsiteY0" fmla="*/ 0 h 1274547"/>
              <a:gd name="connsiteX1" fmla="*/ 1238056 w 1238056"/>
              <a:gd name="connsiteY1" fmla="*/ 181852 h 1274547"/>
              <a:gd name="connsiteX2" fmla="*/ 1203112 w 1238056"/>
              <a:gd name="connsiteY2" fmla="*/ 317755 h 1274547"/>
              <a:gd name="connsiteX3" fmla="*/ 428855 w 1238056"/>
              <a:gd name="connsiteY3" fmla="*/ 1259611 h 1274547"/>
              <a:gd name="connsiteX4" fmla="*/ 397850 w 1238056"/>
              <a:gd name="connsiteY4" fmla="*/ 1274547 h 1274547"/>
              <a:gd name="connsiteX5" fmla="*/ 0 w 1238056"/>
              <a:gd name="connsiteY5" fmla="*/ 493722 h 1274547"/>
              <a:gd name="connsiteX6" fmla="*/ 73612 w 1238056"/>
              <a:gd name="connsiteY6" fmla="*/ 453767 h 1274547"/>
              <a:gd name="connsiteX7" fmla="*/ 343326 w 1238056"/>
              <a:gd name="connsiteY7" fmla="*/ 126236 h 1274547"/>
              <a:gd name="connsiteX8" fmla="*/ 382512 w 1238056"/>
              <a:gd name="connsiteY8" fmla="*/ 0 h 1274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8056" h="1274547">
                <a:moveTo>
                  <a:pt x="382512" y="0"/>
                </a:moveTo>
                <a:lnTo>
                  <a:pt x="1238056" y="181852"/>
                </a:lnTo>
                <a:lnTo>
                  <a:pt x="1203112" y="317755"/>
                </a:lnTo>
                <a:cubicBezTo>
                  <a:pt x="1077008" y="723192"/>
                  <a:pt x="795782" y="1060285"/>
                  <a:pt x="428855" y="1259611"/>
                </a:cubicBezTo>
                <a:lnTo>
                  <a:pt x="397850" y="1274547"/>
                </a:lnTo>
                <a:lnTo>
                  <a:pt x="0" y="493722"/>
                </a:lnTo>
                <a:lnTo>
                  <a:pt x="73612" y="453767"/>
                </a:lnTo>
                <a:cubicBezTo>
                  <a:pt x="192425" y="373499"/>
                  <a:pt x="286820" y="259831"/>
                  <a:pt x="343326" y="126236"/>
                </a:cubicBezTo>
                <a:lnTo>
                  <a:pt x="382512"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Freeform 8">
            <a:extLst>
              <a:ext uri="{FF2B5EF4-FFF2-40B4-BE49-F238E27FC236}">
                <a16:creationId xmlns:a16="http://schemas.microsoft.com/office/drawing/2014/main" id="{A0DBB977-5E07-2AC9-6078-9007978D54C2}"/>
              </a:ext>
            </a:extLst>
          </p:cNvPr>
          <p:cNvSpPr/>
          <p:nvPr/>
        </p:nvSpPr>
        <p:spPr>
          <a:xfrm>
            <a:off x="8129045" y="3903617"/>
            <a:ext cx="1245311" cy="1274335"/>
          </a:xfrm>
          <a:custGeom>
            <a:avLst/>
            <a:gdLst>
              <a:gd name="connsiteX0" fmla="*/ 849030 w 1248838"/>
              <a:gd name="connsiteY0" fmla="*/ 0 h 1277945"/>
              <a:gd name="connsiteX1" fmla="*/ 881472 w 1248838"/>
              <a:gd name="connsiteY1" fmla="*/ 104510 h 1277945"/>
              <a:gd name="connsiteX2" fmla="*/ 1151186 w 1248838"/>
              <a:gd name="connsiteY2" fmla="*/ 432041 h 1277945"/>
              <a:gd name="connsiteX3" fmla="*/ 1248838 w 1248838"/>
              <a:gd name="connsiteY3" fmla="*/ 485045 h 1277945"/>
              <a:gd name="connsiteX4" fmla="*/ 879102 w 1248838"/>
              <a:gd name="connsiteY4" fmla="*/ 1277945 h 1277945"/>
              <a:gd name="connsiteX5" fmla="*/ 795943 w 1248838"/>
              <a:gd name="connsiteY5" fmla="*/ 1237885 h 1277945"/>
              <a:gd name="connsiteX6" fmla="*/ 21686 w 1248838"/>
              <a:gd name="connsiteY6" fmla="*/ 296029 h 1277945"/>
              <a:gd name="connsiteX7" fmla="*/ 0 w 1248838"/>
              <a:gd name="connsiteY7" fmla="*/ 211687 h 1277945"/>
              <a:gd name="connsiteX8" fmla="*/ 849030 w 1248838"/>
              <a:gd name="connsiteY8" fmla="*/ 0 h 1277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838" h="1277945">
                <a:moveTo>
                  <a:pt x="849030" y="0"/>
                </a:moveTo>
                <a:lnTo>
                  <a:pt x="881472" y="104510"/>
                </a:lnTo>
                <a:cubicBezTo>
                  <a:pt x="937978" y="238105"/>
                  <a:pt x="1032373" y="351773"/>
                  <a:pt x="1151186" y="432041"/>
                </a:cubicBezTo>
                <a:lnTo>
                  <a:pt x="1248838" y="485045"/>
                </a:lnTo>
                <a:lnTo>
                  <a:pt x="879102" y="1277945"/>
                </a:lnTo>
                <a:lnTo>
                  <a:pt x="795943" y="1237885"/>
                </a:lnTo>
                <a:cubicBezTo>
                  <a:pt x="429017" y="1038559"/>
                  <a:pt x="147790" y="701466"/>
                  <a:pt x="21686" y="296029"/>
                </a:cubicBezTo>
                <a:lnTo>
                  <a:pt x="0" y="211687"/>
                </a:lnTo>
                <a:lnTo>
                  <a:pt x="849030"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Freeform 9">
            <a:extLst>
              <a:ext uri="{FF2B5EF4-FFF2-40B4-BE49-F238E27FC236}">
                <a16:creationId xmlns:a16="http://schemas.microsoft.com/office/drawing/2014/main" id="{C3BAF910-CB41-3302-A345-2F33DFDD08D1}"/>
              </a:ext>
            </a:extLst>
          </p:cNvPr>
          <p:cNvSpPr/>
          <p:nvPr/>
        </p:nvSpPr>
        <p:spPr>
          <a:xfrm>
            <a:off x="9022096" y="4382982"/>
            <a:ext cx="1391870" cy="949813"/>
          </a:xfrm>
          <a:custGeom>
            <a:avLst/>
            <a:gdLst>
              <a:gd name="connsiteX0" fmla="*/ 998364 w 1395812"/>
              <a:gd name="connsiteY0" fmla="*/ 0 h 952504"/>
              <a:gd name="connsiteX1" fmla="*/ 1395812 w 1395812"/>
              <a:gd name="connsiteY1" fmla="*/ 780036 h 952504"/>
              <a:gd name="connsiteX2" fmla="*/ 1301818 w 1395812"/>
              <a:gd name="connsiteY2" fmla="*/ 825315 h 952504"/>
              <a:gd name="connsiteX3" fmla="*/ 671830 w 1395812"/>
              <a:gd name="connsiteY3" fmla="*/ 952504 h 952504"/>
              <a:gd name="connsiteX4" fmla="*/ 41842 w 1395812"/>
              <a:gd name="connsiteY4" fmla="*/ 825315 h 952504"/>
              <a:gd name="connsiteX5" fmla="*/ 0 w 1395812"/>
              <a:gd name="connsiteY5" fmla="*/ 805159 h 952504"/>
              <a:gd name="connsiteX6" fmla="*/ 369361 w 1395812"/>
              <a:gd name="connsiteY6" fmla="*/ 13061 h 952504"/>
              <a:gd name="connsiteX7" fmla="*/ 382060 w 1395812"/>
              <a:gd name="connsiteY7" fmla="*/ 19954 h 952504"/>
              <a:gd name="connsiteX8" fmla="*/ 671830 w 1395812"/>
              <a:gd name="connsiteY8" fmla="*/ 78456 h 952504"/>
              <a:gd name="connsiteX9" fmla="*/ 961600 w 1395812"/>
              <a:gd name="connsiteY9" fmla="*/ 19954 h 952504"/>
              <a:gd name="connsiteX10" fmla="*/ 998364 w 1395812"/>
              <a:gd name="connsiteY10" fmla="*/ 0 h 952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5812" h="952504">
                <a:moveTo>
                  <a:pt x="998364" y="0"/>
                </a:moveTo>
                <a:lnTo>
                  <a:pt x="1395812" y="780036"/>
                </a:lnTo>
                <a:lnTo>
                  <a:pt x="1301818" y="825315"/>
                </a:lnTo>
                <a:cubicBezTo>
                  <a:pt x="1108185" y="907215"/>
                  <a:pt x="895297" y="952504"/>
                  <a:pt x="671830" y="952504"/>
                </a:cubicBezTo>
                <a:cubicBezTo>
                  <a:pt x="448364" y="952504"/>
                  <a:pt x="235475" y="907215"/>
                  <a:pt x="41842" y="825315"/>
                </a:cubicBezTo>
                <a:lnTo>
                  <a:pt x="0" y="805159"/>
                </a:lnTo>
                <a:lnTo>
                  <a:pt x="369361" y="13061"/>
                </a:lnTo>
                <a:lnTo>
                  <a:pt x="382060" y="19954"/>
                </a:lnTo>
                <a:cubicBezTo>
                  <a:pt x="471124" y="57625"/>
                  <a:pt x="569044" y="78456"/>
                  <a:pt x="671830" y="78456"/>
                </a:cubicBezTo>
                <a:cubicBezTo>
                  <a:pt x="774616" y="78456"/>
                  <a:pt x="872536" y="57625"/>
                  <a:pt x="961600" y="19954"/>
                </a:cubicBezTo>
                <a:lnTo>
                  <a:pt x="998364"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9" name="Graphic 180">
            <a:extLst>
              <a:ext uri="{FF2B5EF4-FFF2-40B4-BE49-F238E27FC236}">
                <a16:creationId xmlns:a16="http://schemas.microsoft.com/office/drawing/2014/main" id="{7747AFC2-B473-25C9-8660-10D5C0FE869B}"/>
              </a:ext>
            </a:extLst>
          </p:cNvPr>
          <p:cNvSpPr>
            <a:spLocks noChangeAspect="1"/>
          </p:cNvSpPr>
          <p:nvPr/>
        </p:nvSpPr>
        <p:spPr>
          <a:xfrm>
            <a:off x="8930807" y="2372365"/>
            <a:ext cx="480908" cy="480913"/>
          </a:xfrm>
          <a:custGeom>
            <a:avLst/>
            <a:gdLst>
              <a:gd name="connsiteX0" fmla="*/ 296483 w 822962"/>
              <a:gd name="connsiteY0" fmla="*/ 246901 h 822973"/>
              <a:gd name="connsiteX1" fmla="*/ 289935 w 822962"/>
              <a:gd name="connsiteY1" fmla="*/ 243115 h 822973"/>
              <a:gd name="connsiteX2" fmla="*/ 289057 w 822962"/>
              <a:gd name="connsiteY2" fmla="*/ 242559 h 822973"/>
              <a:gd name="connsiteX3" fmla="*/ 275394 w 822962"/>
              <a:gd name="connsiteY3" fmla="*/ 224143 h 822973"/>
              <a:gd name="connsiteX4" fmla="*/ 278522 w 822962"/>
              <a:gd name="connsiteY4" fmla="*/ 200470 h 822973"/>
              <a:gd name="connsiteX5" fmla="*/ 302653 w 822962"/>
              <a:gd name="connsiteY5" fmla="*/ 158673 h 822973"/>
              <a:gd name="connsiteX6" fmla="*/ 321480 w 822962"/>
              <a:gd name="connsiteY6" fmla="*/ 144326 h 822973"/>
              <a:gd name="connsiteX7" fmla="*/ 345016 w 822962"/>
              <a:gd name="connsiteY7" fmla="*/ 147380 h 822973"/>
              <a:gd name="connsiteX8" fmla="*/ 345189 w 822962"/>
              <a:gd name="connsiteY8" fmla="*/ 147473 h 822973"/>
              <a:gd name="connsiteX9" fmla="*/ 345189 w 822962"/>
              <a:gd name="connsiteY9" fmla="*/ 147454 h 822973"/>
              <a:gd name="connsiteX10" fmla="*/ 351716 w 822962"/>
              <a:gd name="connsiteY10" fmla="*/ 151222 h 822973"/>
              <a:gd name="connsiteX11" fmla="*/ 353985 w 822962"/>
              <a:gd name="connsiteY11" fmla="*/ 149887 h 822973"/>
              <a:gd name="connsiteX12" fmla="*/ 356226 w 822962"/>
              <a:gd name="connsiteY12" fmla="*/ 148616 h 822973"/>
              <a:gd name="connsiteX13" fmla="*/ 356226 w 822962"/>
              <a:gd name="connsiteY13" fmla="*/ 141043 h 822973"/>
              <a:gd name="connsiteX14" fmla="*/ 365396 w 822962"/>
              <a:gd name="connsiteY14" fmla="*/ 118942 h 822973"/>
              <a:gd name="connsiteX15" fmla="*/ 387497 w 822962"/>
              <a:gd name="connsiteY15" fmla="*/ 109771 h 822973"/>
              <a:gd name="connsiteX16" fmla="*/ 435468 w 822962"/>
              <a:gd name="connsiteY16" fmla="*/ 109771 h 822973"/>
              <a:gd name="connsiteX17" fmla="*/ 457578 w 822962"/>
              <a:gd name="connsiteY17" fmla="*/ 118942 h 822973"/>
              <a:gd name="connsiteX18" fmla="*/ 466748 w 822962"/>
              <a:gd name="connsiteY18" fmla="*/ 141043 h 822973"/>
              <a:gd name="connsiteX19" fmla="*/ 466748 w 822962"/>
              <a:gd name="connsiteY19" fmla="*/ 148642 h 822973"/>
              <a:gd name="connsiteX20" fmla="*/ 468969 w 822962"/>
              <a:gd name="connsiteY20" fmla="*/ 149895 h 822973"/>
              <a:gd name="connsiteX21" fmla="*/ 469005 w 822962"/>
              <a:gd name="connsiteY21" fmla="*/ 149913 h 822973"/>
              <a:gd name="connsiteX22" fmla="*/ 469023 w 822962"/>
              <a:gd name="connsiteY22" fmla="*/ 149895 h 822973"/>
              <a:gd name="connsiteX23" fmla="*/ 471264 w 822962"/>
              <a:gd name="connsiteY23" fmla="*/ 151220 h 822973"/>
              <a:gd name="connsiteX24" fmla="*/ 477800 w 822962"/>
              <a:gd name="connsiteY24" fmla="*/ 147443 h 822973"/>
              <a:gd name="connsiteX25" fmla="*/ 501502 w 822962"/>
              <a:gd name="connsiteY25" fmla="*/ 144323 h 822973"/>
              <a:gd name="connsiteX26" fmla="*/ 520475 w 822962"/>
              <a:gd name="connsiteY26" fmla="*/ 158861 h 822973"/>
              <a:gd name="connsiteX27" fmla="*/ 520859 w 822962"/>
              <a:gd name="connsiteY27" fmla="*/ 159584 h 822973"/>
              <a:gd name="connsiteX28" fmla="*/ 544460 w 822962"/>
              <a:gd name="connsiteY28" fmla="*/ 200467 h 822973"/>
              <a:gd name="connsiteX29" fmla="*/ 547589 w 822962"/>
              <a:gd name="connsiteY29" fmla="*/ 224131 h 822973"/>
              <a:gd name="connsiteX30" fmla="*/ 533039 w 822962"/>
              <a:gd name="connsiteY30" fmla="*/ 243103 h 822973"/>
              <a:gd name="connsiteX31" fmla="*/ 526482 w 822962"/>
              <a:gd name="connsiteY31" fmla="*/ 246898 h 822973"/>
              <a:gd name="connsiteX32" fmla="*/ 526508 w 822962"/>
              <a:gd name="connsiteY32" fmla="*/ 249523 h 822973"/>
              <a:gd name="connsiteX33" fmla="*/ 526482 w 822962"/>
              <a:gd name="connsiteY33" fmla="*/ 252139 h 822973"/>
              <a:gd name="connsiteX34" fmla="*/ 533039 w 822962"/>
              <a:gd name="connsiteY34" fmla="*/ 255917 h 822973"/>
              <a:gd name="connsiteX35" fmla="*/ 547589 w 822962"/>
              <a:gd name="connsiteY35" fmla="*/ 274889 h 822973"/>
              <a:gd name="connsiteX36" fmla="*/ 544460 w 822962"/>
              <a:gd name="connsiteY36" fmla="*/ 298553 h 822973"/>
              <a:gd name="connsiteX37" fmla="*/ 520457 w 822962"/>
              <a:gd name="connsiteY37" fmla="*/ 340138 h 822973"/>
              <a:gd name="connsiteX38" fmla="*/ 520484 w 822962"/>
              <a:gd name="connsiteY38" fmla="*/ 340138 h 822973"/>
              <a:gd name="connsiteX39" fmla="*/ 501512 w 822962"/>
              <a:gd name="connsiteY39" fmla="*/ 354688 h 822973"/>
              <a:gd name="connsiteX40" fmla="*/ 477985 w 822962"/>
              <a:gd name="connsiteY40" fmla="*/ 351643 h 822973"/>
              <a:gd name="connsiteX41" fmla="*/ 477804 w 822962"/>
              <a:gd name="connsiteY41" fmla="*/ 351551 h 822973"/>
              <a:gd name="connsiteX42" fmla="*/ 477804 w 822962"/>
              <a:gd name="connsiteY42" fmla="*/ 351569 h 822973"/>
              <a:gd name="connsiteX43" fmla="*/ 471267 w 822962"/>
              <a:gd name="connsiteY43" fmla="*/ 347800 h 822973"/>
              <a:gd name="connsiteX44" fmla="*/ 468999 w 822962"/>
              <a:gd name="connsiteY44" fmla="*/ 349146 h 822973"/>
              <a:gd name="connsiteX45" fmla="*/ 466758 w 822962"/>
              <a:gd name="connsiteY45" fmla="*/ 350408 h 822973"/>
              <a:gd name="connsiteX46" fmla="*/ 466758 w 822962"/>
              <a:gd name="connsiteY46" fmla="*/ 357980 h 822973"/>
              <a:gd name="connsiteX47" fmla="*/ 457587 w 822962"/>
              <a:gd name="connsiteY47" fmla="*/ 380091 h 822973"/>
              <a:gd name="connsiteX48" fmla="*/ 435477 w 822962"/>
              <a:gd name="connsiteY48" fmla="*/ 389261 h 822973"/>
              <a:gd name="connsiteX49" fmla="*/ 387507 w 822962"/>
              <a:gd name="connsiteY49" fmla="*/ 389261 h 822973"/>
              <a:gd name="connsiteX50" fmla="*/ 365405 w 822962"/>
              <a:gd name="connsiteY50" fmla="*/ 380091 h 822973"/>
              <a:gd name="connsiteX51" fmla="*/ 356235 w 822962"/>
              <a:gd name="connsiteY51" fmla="*/ 357980 h 822973"/>
              <a:gd name="connsiteX52" fmla="*/ 356235 w 822962"/>
              <a:gd name="connsiteY52" fmla="*/ 350390 h 822973"/>
              <a:gd name="connsiteX53" fmla="*/ 354023 w 822962"/>
              <a:gd name="connsiteY53" fmla="*/ 349137 h 822973"/>
              <a:gd name="connsiteX54" fmla="*/ 353988 w 822962"/>
              <a:gd name="connsiteY54" fmla="*/ 349119 h 822973"/>
              <a:gd name="connsiteX55" fmla="*/ 353969 w 822962"/>
              <a:gd name="connsiteY55" fmla="*/ 349137 h 822973"/>
              <a:gd name="connsiteX56" fmla="*/ 351728 w 822962"/>
              <a:gd name="connsiteY56" fmla="*/ 347812 h 822973"/>
              <a:gd name="connsiteX57" fmla="*/ 345201 w 822962"/>
              <a:gd name="connsiteY57" fmla="*/ 351572 h 822973"/>
              <a:gd name="connsiteX58" fmla="*/ 344269 w 822962"/>
              <a:gd name="connsiteY58" fmla="*/ 352066 h 822973"/>
              <a:gd name="connsiteX59" fmla="*/ 321484 w 822962"/>
              <a:gd name="connsiteY59" fmla="*/ 354700 h 822973"/>
              <a:gd name="connsiteX60" fmla="*/ 302511 w 822962"/>
              <a:gd name="connsiteY60" fmla="*/ 340163 h 822973"/>
              <a:gd name="connsiteX61" fmla="*/ 302137 w 822962"/>
              <a:gd name="connsiteY61" fmla="*/ 339448 h 822973"/>
              <a:gd name="connsiteX62" fmla="*/ 278527 w 822962"/>
              <a:gd name="connsiteY62" fmla="*/ 298565 h 822973"/>
              <a:gd name="connsiteX63" fmla="*/ 275398 w 822962"/>
              <a:gd name="connsiteY63" fmla="*/ 274901 h 822973"/>
              <a:gd name="connsiteX64" fmla="*/ 289935 w 822962"/>
              <a:gd name="connsiteY64" fmla="*/ 255929 h 822973"/>
              <a:gd name="connsiteX65" fmla="*/ 296493 w 822962"/>
              <a:gd name="connsiteY65" fmla="*/ 252143 h 822973"/>
              <a:gd name="connsiteX66" fmla="*/ 296467 w 822962"/>
              <a:gd name="connsiteY66" fmla="*/ 249517 h 822973"/>
              <a:gd name="connsiteX67" fmla="*/ 296484 w 822962"/>
              <a:gd name="connsiteY67" fmla="*/ 246901 h 822973"/>
              <a:gd name="connsiteX68" fmla="*/ 118069 w 822962"/>
              <a:gd name="connsiteY68" fmla="*/ 116203 h 822973"/>
              <a:gd name="connsiteX69" fmla="*/ 117759 w 822962"/>
              <a:gd name="connsiteY69" fmla="*/ 116751 h 822973"/>
              <a:gd name="connsiteX70" fmla="*/ 117694 w 822962"/>
              <a:gd name="connsiteY70" fmla="*/ 116861 h 822973"/>
              <a:gd name="connsiteX71" fmla="*/ 116158 w 822962"/>
              <a:gd name="connsiteY71" fmla="*/ 129544 h 822973"/>
              <a:gd name="connsiteX72" fmla="*/ 124185 w 822962"/>
              <a:gd name="connsiteY72" fmla="*/ 140317 h 822973"/>
              <a:gd name="connsiteX73" fmla="*/ 124203 w 822962"/>
              <a:gd name="connsiteY73" fmla="*/ 140317 h 822973"/>
              <a:gd name="connsiteX74" fmla="*/ 137526 w 822962"/>
              <a:gd name="connsiteY74" fmla="*/ 142228 h 822973"/>
              <a:gd name="connsiteX75" fmla="*/ 148299 w 822962"/>
              <a:gd name="connsiteY75" fmla="*/ 134200 h 822973"/>
              <a:gd name="connsiteX76" fmla="*/ 148299 w 822962"/>
              <a:gd name="connsiteY76" fmla="*/ 134183 h 822973"/>
              <a:gd name="connsiteX77" fmla="*/ 150209 w 822962"/>
              <a:gd name="connsiteY77" fmla="*/ 120860 h 822973"/>
              <a:gd name="connsiteX78" fmla="*/ 142181 w 822962"/>
              <a:gd name="connsiteY78" fmla="*/ 110079 h 822973"/>
              <a:gd name="connsiteX79" fmla="*/ 141634 w 822962"/>
              <a:gd name="connsiteY79" fmla="*/ 109769 h 822973"/>
              <a:gd name="connsiteX80" fmla="*/ 141634 w 822962"/>
              <a:gd name="connsiteY80" fmla="*/ 109787 h 822973"/>
              <a:gd name="connsiteX81" fmla="*/ 141524 w 822962"/>
              <a:gd name="connsiteY81" fmla="*/ 109712 h 822973"/>
              <a:gd name="connsiteX82" fmla="*/ 128840 w 822962"/>
              <a:gd name="connsiteY82" fmla="*/ 108177 h 822973"/>
              <a:gd name="connsiteX83" fmla="*/ 118068 w 822962"/>
              <a:gd name="connsiteY83" fmla="*/ 116205 h 822973"/>
              <a:gd name="connsiteX84" fmla="*/ 91241 w 822962"/>
              <a:gd name="connsiteY84" fmla="*/ 135762 h 822973"/>
              <a:gd name="connsiteX85" fmla="*/ 95429 w 822962"/>
              <a:gd name="connsiteY85" fmla="*/ 104124 h 822973"/>
              <a:gd name="connsiteX86" fmla="*/ 96361 w 822962"/>
              <a:gd name="connsiteY86" fmla="*/ 102487 h 822973"/>
              <a:gd name="connsiteX87" fmla="*/ 96387 w 822962"/>
              <a:gd name="connsiteY87" fmla="*/ 102505 h 822973"/>
              <a:gd name="connsiteX88" fmla="*/ 122611 w 822962"/>
              <a:gd name="connsiteY88" fmla="*/ 83255 h 822973"/>
              <a:gd name="connsiteX89" fmla="*/ 154240 w 822962"/>
              <a:gd name="connsiteY89" fmla="*/ 87452 h 822973"/>
              <a:gd name="connsiteX90" fmla="*/ 155886 w 822962"/>
              <a:gd name="connsiteY90" fmla="*/ 88375 h 822973"/>
              <a:gd name="connsiteX91" fmla="*/ 155868 w 822962"/>
              <a:gd name="connsiteY91" fmla="*/ 88402 h 822973"/>
              <a:gd name="connsiteX92" fmla="*/ 175106 w 822962"/>
              <a:gd name="connsiteY92" fmla="*/ 114616 h 822973"/>
              <a:gd name="connsiteX93" fmla="*/ 170287 w 822962"/>
              <a:gd name="connsiteY93" fmla="*/ 147343 h 822973"/>
              <a:gd name="connsiteX94" fmla="*/ 143733 w 822962"/>
              <a:gd name="connsiteY94" fmla="*/ 167122 h 822973"/>
              <a:gd name="connsiteX95" fmla="*/ 111014 w 822962"/>
              <a:gd name="connsiteY95" fmla="*/ 162294 h 822973"/>
              <a:gd name="connsiteX96" fmla="*/ 91226 w 822962"/>
              <a:gd name="connsiteY96" fmla="*/ 135749 h 822973"/>
              <a:gd name="connsiteX97" fmla="*/ 110068 w 822962"/>
              <a:gd name="connsiteY97" fmla="*/ 679785 h 822973"/>
              <a:gd name="connsiteX98" fmla="*/ 109758 w 822962"/>
              <a:gd name="connsiteY98" fmla="*/ 680332 h 822973"/>
              <a:gd name="connsiteX99" fmla="*/ 109776 w 822962"/>
              <a:gd name="connsiteY99" fmla="*/ 680332 h 822973"/>
              <a:gd name="connsiteX100" fmla="*/ 109702 w 822962"/>
              <a:gd name="connsiteY100" fmla="*/ 680442 h 822973"/>
              <a:gd name="connsiteX101" fmla="*/ 108166 w 822962"/>
              <a:gd name="connsiteY101" fmla="*/ 693126 h 822973"/>
              <a:gd name="connsiteX102" fmla="*/ 116202 w 822962"/>
              <a:gd name="connsiteY102" fmla="*/ 703898 h 822973"/>
              <a:gd name="connsiteX103" fmla="*/ 129525 w 822962"/>
              <a:gd name="connsiteY103" fmla="*/ 705809 h 822973"/>
              <a:gd name="connsiteX104" fmla="*/ 140298 w 822962"/>
              <a:gd name="connsiteY104" fmla="*/ 697781 h 822973"/>
              <a:gd name="connsiteX105" fmla="*/ 140298 w 822962"/>
              <a:gd name="connsiteY105" fmla="*/ 697764 h 822973"/>
              <a:gd name="connsiteX106" fmla="*/ 142209 w 822962"/>
              <a:gd name="connsiteY106" fmla="*/ 684441 h 822973"/>
              <a:gd name="connsiteX107" fmla="*/ 134181 w 822962"/>
              <a:gd name="connsiteY107" fmla="*/ 673660 h 822973"/>
              <a:gd name="connsiteX108" fmla="*/ 133633 w 822962"/>
              <a:gd name="connsiteY108" fmla="*/ 673350 h 822973"/>
              <a:gd name="connsiteX109" fmla="*/ 133633 w 822962"/>
              <a:gd name="connsiteY109" fmla="*/ 673368 h 822973"/>
              <a:gd name="connsiteX110" fmla="*/ 133523 w 822962"/>
              <a:gd name="connsiteY110" fmla="*/ 673294 h 822973"/>
              <a:gd name="connsiteX111" fmla="*/ 120848 w 822962"/>
              <a:gd name="connsiteY111" fmla="*/ 671758 h 822973"/>
              <a:gd name="connsiteX112" fmla="*/ 110068 w 822962"/>
              <a:gd name="connsiteY112" fmla="*/ 679786 h 822973"/>
              <a:gd name="connsiteX113" fmla="*/ 83249 w 822962"/>
              <a:gd name="connsiteY113" fmla="*/ 699344 h 822973"/>
              <a:gd name="connsiteX114" fmla="*/ 87437 w 822962"/>
              <a:gd name="connsiteY114" fmla="*/ 667705 h 822973"/>
              <a:gd name="connsiteX115" fmla="*/ 88369 w 822962"/>
              <a:gd name="connsiteY115" fmla="*/ 666077 h 822973"/>
              <a:gd name="connsiteX116" fmla="*/ 88396 w 822962"/>
              <a:gd name="connsiteY116" fmla="*/ 666077 h 822973"/>
              <a:gd name="connsiteX117" fmla="*/ 114619 w 822962"/>
              <a:gd name="connsiteY117" fmla="*/ 646839 h 822973"/>
              <a:gd name="connsiteX118" fmla="*/ 146257 w 822962"/>
              <a:gd name="connsiteY118" fmla="*/ 651036 h 822973"/>
              <a:gd name="connsiteX119" fmla="*/ 147894 w 822962"/>
              <a:gd name="connsiteY119" fmla="*/ 651959 h 822973"/>
              <a:gd name="connsiteX120" fmla="*/ 147877 w 822962"/>
              <a:gd name="connsiteY120" fmla="*/ 651986 h 822973"/>
              <a:gd name="connsiteX121" fmla="*/ 167126 w 822962"/>
              <a:gd name="connsiteY121" fmla="*/ 678209 h 822973"/>
              <a:gd name="connsiteX122" fmla="*/ 162307 w 822962"/>
              <a:gd name="connsiteY122" fmla="*/ 710928 h 822973"/>
              <a:gd name="connsiteX123" fmla="*/ 135762 w 822962"/>
              <a:gd name="connsiteY123" fmla="*/ 730710 h 822973"/>
              <a:gd name="connsiteX124" fmla="*/ 103035 w 822962"/>
              <a:gd name="connsiteY124" fmla="*/ 725887 h 822973"/>
              <a:gd name="connsiteX125" fmla="*/ 83247 w 822962"/>
              <a:gd name="connsiteY125" fmla="*/ 699344 h 822973"/>
              <a:gd name="connsiteX126" fmla="*/ 673883 w 822962"/>
              <a:gd name="connsiteY126" fmla="*/ 687997 h 822973"/>
              <a:gd name="connsiteX127" fmla="*/ 673517 w 822962"/>
              <a:gd name="connsiteY127" fmla="*/ 688544 h 822973"/>
              <a:gd name="connsiteX128" fmla="*/ 673591 w 822962"/>
              <a:gd name="connsiteY128" fmla="*/ 688544 h 822973"/>
              <a:gd name="connsiteX129" fmla="*/ 673517 w 822962"/>
              <a:gd name="connsiteY129" fmla="*/ 688654 h 822973"/>
              <a:gd name="connsiteX130" fmla="*/ 671915 w 822962"/>
              <a:gd name="connsiteY130" fmla="*/ 701338 h 822973"/>
              <a:gd name="connsiteX131" fmla="*/ 679982 w 822962"/>
              <a:gd name="connsiteY131" fmla="*/ 712110 h 822973"/>
              <a:gd name="connsiteX132" fmla="*/ 693278 w 822962"/>
              <a:gd name="connsiteY132" fmla="*/ 714021 h 822973"/>
              <a:gd name="connsiteX133" fmla="*/ 704104 w 822962"/>
              <a:gd name="connsiteY133" fmla="*/ 705993 h 822973"/>
              <a:gd name="connsiteX134" fmla="*/ 705997 w 822962"/>
              <a:gd name="connsiteY134" fmla="*/ 692662 h 822973"/>
              <a:gd name="connsiteX135" fmla="*/ 698005 w 822962"/>
              <a:gd name="connsiteY135" fmla="*/ 681881 h 822973"/>
              <a:gd name="connsiteX136" fmla="*/ 697428 w 822962"/>
              <a:gd name="connsiteY136" fmla="*/ 681571 h 822973"/>
              <a:gd name="connsiteX137" fmla="*/ 697428 w 822962"/>
              <a:gd name="connsiteY137" fmla="*/ 681589 h 822973"/>
              <a:gd name="connsiteX138" fmla="*/ 697353 w 822962"/>
              <a:gd name="connsiteY138" fmla="*/ 681515 h 822973"/>
              <a:gd name="connsiteX139" fmla="*/ 684643 w 822962"/>
              <a:gd name="connsiteY139" fmla="*/ 679988 h 822973"/>
              <a:gd name="connsiteX140" fmla="*/ 673889 w 822962"/>
              <a:gd name="connsiteY140" fmla="*/ 688016 h 822973"/>
              <a:gd name="connsiteX141" fmla="*/ 647007 w 822962"/>
              <a:gd name="connsiteY141" fmla="*/ 707556 h 822973"/>
              <a:gd name="connsiteX142" fmla="*/ 651222 w 822962"/>
              <a:gd name="connsiteY142" fmla="*/ 675926 h 822973"/>
              <a:gd name="connsiteX143" fmla="*/ 652163 w 822962"/>
              <a:gd name="connsiteY143" fmla="*/ 674290 h 822973"/>
              <a:gd name="connsiteX144" fmla="*/ 678377 w 822962"/>
              <a:gd name="connsiteY144" fmla="*/ 655061 h 822973"/>
              <a:gd name="connsiteX145" fmla="*/ 710042 w 822962"/>
              <a:gd name="connsiteY145" fmla="*/ 659258 h 822973"/>
              <a:gd name="connsiteX146" fmla="*/ 711643 w 822962"/>
              <a:gd name="connsiteY146" fmla="*/ 660190 h 822973"/>
              <a:gd name="connsiteX147" fmla="*/ 711643 w 822962"/>
              <a:gd name="connsiteY147" fmla="*/ 660208 h 822973"/>
              <a:gd name="connsiteX148" fmla="*/ 730892 w 822962"/>
              <a:gd name="connsiteY148" fmla="*/ 686431 h 822973"/>
              <a:gd name="connsiteX149" fmla="*/ 726099 w 822962"/>
              <a:gd name="connsiteY149" fmla="*/ 719151 h 822973"/>
              <a:gd name="connsiteX150" fmla="*/ 699520 w 822962"/>
              <a:gd name="connsiteY150" fmla="*/ 738940 h 822973"/>
              <a:gd name="connsiteX151" fmla="*/ 666840 w 822962"/>
              <a:gd name="connsiteY151" fmla="*/ 734132 h 822973"/>
              <a:gd name="connsiteX152" fmla="*/ 666840 w 822962"/>
              <a:gd name="connsiteY152" fmla="*/ 734109 h 822973"/>
              <a:gd name="connsiteX153" fmla="*/ 647007 w 822962"/>
              <a:gd name="connsiteY153" fmla="*/ 707566 h 822973"/>
              <a:gd name="connsiteX154" fmla="*/ 681875 w 822962"/>
              <a:gd name="connsiteY154" fmla="*/ 123993 h 822973"/>
              <a:gd name="connsiteX155" fmla="*/ 681509 w 822962"/>
              <a:gd name="connsiteY155" fmla="*/ 124532 h 822973"/>
              <a:gd name="connsiteX156" fmla="*/ 681583 w 822962"/>
              <a:gd name="connsiteY156" fmla="*/ 124532 h 822973"/>
              <a:gd name="connsiteX157" fmla="*/ 681509 w 822962"/>
              <a:gd name="connsiteY157" fmla="*/ 124651 h 822973"/>
              <a:gd name="connsiteX158" fmla="*/ 679982 w 822962"/>
              <a:gd name="connsiteY158" fmla="*/ 137325 h 822973"/>
              <a:gd name="connsiteX159" fmla="*/ 687974 w 822962"/>
              <a:gd name="connsiteY159" fmla="*/ 148106 h 822973"/>
              <a:gd name="connsiteX160" fmla="*/ 701342 w 822962"/>
              <a:gd name="connsiteY160" fmla="*/ 150017 h 822973"/>
              <a:gd name="connsiteX161" fmla="*/ 712096 w 822962"/>
              <a:gd name="connsiteY161" fmla="*/ 141989 h 822973"/>
              <a:gd name="connsiteX162" fmla="*/ 713988 w 822962"/>
              <a:gd name="connsiteY162" fmla="*/ 128657 h 822973"/>
              <a:gd name="connsiteX163" fmla="*/ 705997 w 822962"/>
              <a:gd name="connsiteY163" fmla="*/ 117877 h 822973"/>
              <a:gd name="connsiteX164" fmla="*/ 705411 w 822962"/>
              <a:gd name="connsiteY164" fmla="*/ 117567 h 822973"/>
              <a:gd name="connsiteX165" fmla="*/ 705336 w 822962"/>
              <a:gd name="connsiteY165" fmla="*/ 117514 h 822973"/>
              <a:gd name="connsiteX166" fmla="*/ 692626 w 822962"/>
              <a:gd name="connsiteY166" fmla="*/ 115968 h 822973"/>
              <a:gd name="connsiteX167" fmla="*/ 681872 w 822962"/>
              <a:gd name="connsiteY167" fmla="*/ 124005 h 822973"/>
              <a:gd name="connsiteX168" fmla="*/ 654999 w 822962"/>
              <a:gd name="connsiteY168" fmla="*/ 143552 h 822973"/>
              <a:gd name="connsiteX169" fmla="*/ 659214 w 822962"/>
              <a:gd name="connsiteY169" fmla="*/ 111914 h 822973"/>
              <a:gd name="connsiteX170" fmla="*/ 660155 w 822962"/>
              <a:gd name="connsiteY170" fmla="*/ 110285 h 822973"/>
              <a:gd name="connsiteX171" fmla="*/ 686369 w 822962"/>
              <a:gd name="connsiteY171" fmla="*/ 91048 h 822973"/>
              <a:gd name="connsiteX172" fmla="*/ 718037 w 822962"/>
              <a:gd name="connsiteY172" fmla="*/ 95236 h 822973"/>
              <a:gd name="connsiteX173" fmla="*/ 719637 w 822962"/>
              <a:gd name="connsiteY173" fmla="*/ 96168 h 822973"/>
              <a:gd name="connsiteX174" fmla="*/ 719637 w 822962"/>
              <a:gd name="connsiteY174" fmla="*/ 96195 h 822973"/>
              <a:gd name="connsiteX175" fmla="*/ 738885 w 822962"/>
              <a:gd name="connsiteY175" fmla="*/ 122409 h 822973"/>
              <a:gd name="connsiteX176" fmla="*/ 734092 w 822962"/>
              <a:gd name="connsiteY176" fmla="*/ 155128 h 822973"/>
              <a:gd name="connsiteX177" fmla="*/ 734092 w 822962"/>
              <a:gd name="connsiteY177" fmla="*/ 155146 h 822973"/>
              <a:gd name="connsiteX178" fmla="*/ 707511 w 822962"/>
              <a:gd name="connsiteY178" fmla="*/ 174925 h 822973"/>
              <a:gd name="connsiteX179" fmla="*/ 674823 w 822962"/>
              <a:gd name="connsiteY179" fmla="*/ 170106 h 822973"/>
              <a:gd name="connsiteX180" fmla="*/ 654991 w 822962"/>
              <a:gd name="connsiteY180" fmla="*/ 143551 h 822973"/>
              <a:gd name="connsiteX181" fmla="*/ 248594 w 822962"/>
              <a:gd name="connsiteY181" fmla="*/ 719014 h 822973"/>
              <a:gd name="connsiteX182" fmla="*/ 180442 w 822962"/>
              <a:gd name="connsiteY182" fmla="*/ 725361 h 822973"/>
              <a:gd name="connsiteX183" fmla="*/ 168839 w 822962"/>
              <a:gd name="connsiteY183" fmla="*/ 739283 h 822973"/>
              <a:gd name="connsiteX184" fmla="*/ 169890 w 822962"/>
              <a:gd name="connsiteY184" fmla="*/ 743344 h 822973"/>
              <a:gd name="connsiteX185" fmla="*/ 197375 w 822962"/>
              <a:gd name="connsiteY185" fmla="*/ 804960 h 822973"/>
              <a:gd name="connsiteX186" fmla="*/ 214309 w 822962"/>
              <a:gd name="connsiteY186" fmla="*/ 811444 h 822973"/>
              <a:gd name="connsiteX187" fmla="*/ 220783 w 822962"/>
              <a:gd name="connsiteY187" fmla="*/ 794505 h 822973"/>
              <a:gd name="connsiteX188" fmla="*/ 210195 w 822962"/>
              <a:gd name="connsiteY188" fmla="*/ 770769 h 822973"/>
              <a:gd name="connsiteX189" fmla="*/ 418175 w 822962"/>
              <a:gd name="connsiteY189" fmla="*/ 822897 h 822973"/>
              <a:gd name="connsiteX190" fmla="*/ 635048 w 822962"/>
              <a:gd name="connsiteY190" fmla="*/ 756451 h 822973"/>
              <a:gd name="connsiteX191" fmla="*/ 638826 w 822962"/>
              <a:gd name="connsiteY191" fmla="*/ 738719 h 822973"/>
              <a:gd name="connsiteX192" fmla="*/ 621085 w 822962"/>
              <a:gd name="connsiteY192" fmla="*/ 734947 h 822973"/>
              <a:gd name="connsiteX193" fmla="*/ 417784 w 822962"/>
              <a:gd name="connsiteY193" fmla="*/ 797286 h 822973"/>
              <a:gd name="connsiteX194" fmla="*/ 220830 w 822962"/>
              <a:gd name="connsiteY194" fmla="*/ 747345 h 822973"/>
              <a:gd name="connsiteX195" fmla="*/ 250896 w 822962"/>
              <a:gd name="connsiteY195" fmla="*/ 744541 h 822973"/>
              <a:gd name="connsiteX196" fmla="*/ 262499 w 822962"/>
              <a:gd name="connsiteY196" fmla="*/ 730627 h 822973"/>
              <a:gd name="connsiteX197" fmla="*/ 248580 w 822962"/>
              <a:gd name="connsiteY197" fmla="*/ 719021 h 822973"/>
              <a:gd name="connsiteX198" fmla="*/ 602650 w 822962"/>
              <a:gd name="connsiteY198" fmla="*/ 28223 h 822973"/>
              <a:gd name="connsiteX199" fmla="*/ 613404 w 822962"/>
              <a:gd name="connsiteY199" fmla="*/ 53471 h 822973"/>
              <a:gd name="connsiteX200" fmla="*/ 403457 w 822962"/>
              <a:gd name="connsiteY200" fmla="*/ 71 h 822973"/>
              <a:gd name="connsiteX201" fmla="*/ 186790 w 822962"/>
              <a:gd name="connsiteY201" fmla="*/ 66201 h 822973"/>
              <a:gd name="connsiteX202" fmla="*/ 183022 w 822962"/>
              <a:gd name="connsiteY202" fmla="*/ 83942 h 822973"/>
              <a:gd name="connsiteX203" fmla="*/ 200762 w 822962"/>
              <a:gd name="connsiteY203" fmla="*/ 87710 h 822973"/>
              <a:gd name="connsiteX204" fmla="*/ 403858 w 822962"/>
              <a:gd name="connsiteY204" fmla="*/ 25696 h 822973"/>
              <a:gd name="connsiteX205" fmla="*/ 601666 w 822962"/>
              <a:gd name="connsiteY205" fmla="*/ 76289 h 822973"/>
              <a:gd name="connsiteX206" fmla="*/ 573037 w 822962"/>
              <a:gd name="connsiteY206" fmla="*/ 78465 h 822973"/>
              <a:gd name="connsiteX207" fmla="*/ 561188 w 822962"/>
              <a:gd name="connsiteY207" fmla="*/ 92226 h 822973"/>
              <a:gd name="connsiteX208" fmla="*/ 574949 w 822962"/>
              <a:gd name="connsiteY208" fmla="*/ 104076 h 822973"/>
              <a:gd name="connsiteX209" fmla="*/ 642213 w 822962"/>
              <a:gd name="connsiteY209" fmla="*/ 98983 h 822973"/>
              <a:gd name="connsiteX210" fmla="*/ 642213 w 822962"/>
              <a:gd name="connsiteY210" fmla="*/ 98965 h 822973"/>
              <a:gd name="connsiteX211" fmla="*/ 642358 w 822962"/>
              <a:gd name="connsiteY211" fmla="*/ 98947 h 822973"/>
              <a:gd name="connsiteX212" fmla="*/ 646282 w 822962"/>
              <a:gd name="connsiteY212" fmla="*/ 97968 h 822973"/>
              <a:gd name="connsiteX213" fmla="*/ 653038 w 822962"/>
              <a:gd name="connsiteY213" fmla="*/ 81144 h 822973"/>
              <a:gd name="connsiteX214" fmla="*/ 626264 w 822962"/>
              <a:gd name="connsiteY214" fmla="*/ 18169 h 822973"/>
              <a:gd name="connsiteX215" fmla="*/ 609428 w 822962"/>
              <a:gd name="connsiteY215" fmla="*/ 11394 h 822973"/>
              <a:gd name="connsiteX216" fmla="*/ 602644 w 822962"/>
              <a:gd name="connsiteY216" fmla="*/ 28218 h 822973"/>
              <a:gd name="connsiteX217" fmla="*/ 28223 w 822962"/>
              <a:gd name="connsiteY217" fmla="*/ 219295 h 822973"/>
              <a:gd name="connsiteX218" fmla="*/ 53471 w 822962"/>
              <a:gd name="connsiteY218" fmla="*/ 208541 h 822973"/>
              <a:gd name="connsiteX219" fmla="*/ 59 w 822962"/>
              <a:gd name="connsiteY219" fmla="*/ 417893 h 822973"/>
              <a:gd name="connsiteX220" fmla="*/ 65493 w 822962"/>
              <a:gd name="connsiteY220" fmla="*/ 634103 h 822973"/>
              <a:gd name="connsiteX221" fmla="*/ 83233 w 822962"/>
              <a:gd name="connsiteY221" fmla="*/ 637969 h 822973"/>
              <a:gd name="connsiteX222" fmla="*/ 87099 w 822962"/>
              <a:gd name="connsiteY222" fmla="*/ 620229 h 822973"/>
              <a:gd name="connsiteX223" fmla="*/ 25687 w 822962"/>
              <a:gd name="connsiteY223" fmla="*/ 417491 h 822973"/>
              <a:gd name="connsiteX224" fmla="*/ 76288 w 822962"/>
              <a:gd name="connsiteY224" fmla="*/ 220286 h 822973"/>
              <a:gd name="connsiteX225" fmla="*/ 78464 w 822962"/>
              <a:gd name="connsiteY225" fmla="*/ 248905 h 822973"/>
              <a:gd name="connsiteX226" fmla="*/ 92225 w 822962"/>
              <a:gd name="connsiteY226" fmla="*/ 260755 h 822973"/>
              <a:gd name="connsiteX227" fmla="*/ 104075 w 822962"/>
              <a:gd name="connsiteY227" fmla="*/ 246994 h 822973"/>
              <a:gd name="connsiteX228" fmla="*/ 98982 w 822962"/>
              <a:gd name="connsiteY228" fmla="*/ 179721 h 822973"/>
              <a:gd name="connsiteX229" fmla="*/ 98964 w 822962"/>
              <a:gd name="connsiteY229" fmla="*/ 179721 h 822973"/>
              <a:gd name="connsiteX230" fmla="*/ 98964 w 822962"/>
              <a:gd name="connsiteY230" fmla="*/ 179593 h 822973"/>
              <a:gd name="connsiteX231" fmla="*/ 98964 w 822962"/>
              <a:gd name="connsiteY231" fmla="*/ 179585 h 822973"/>
              <a:gd name="connsiteX232" fmla="*/ 97976 w 822962"/>
              <a:gd name="connsiteY232" fmla="*/ 175661 h 822973"/>
              <a:gd name="connsiteX233" fmla="*/ 81153 w 822962"/>
              <a:gd name="connsiteY233" fmla="*/ 168878 h 822973"/>
              <a:gd name="connsiteX234" fmla="*/ 18177 w 822962"/>
              <a:gd name="connsiteY234" fmla="*/ 195688 h 822973"/>
              <a:gd name="connsiteX235" fmla="*/ 11394 w 822962"/>
              <a:gd name="connsiteY235" fmla="*/ 212524 h 822973"/>
              <a:gd name="connsiteX236" fmla="*/ 28217 w 822962"/>
              <a:gd name="connsiteY236" fmla="*/ 219298 h 822973"/>
              <a:gd name="connsiteX237" fmla="*/ 718989 w 822962"/>
              <a:gd name="connsiteY237" fmla="*/ 573366 h 822973"/>
              <a:gd name="connsiteX238" fmla="*/ 725314 w 822962"/>
              <a:gd name="connsiteY238" fmla="*/ 641508 h 822973"/>
              <a:gd name="connsiteX239" fmla="*/ 739259 w 822962"/>
              <a:gd name="connsiteY239" fmla="*/ 653102 h 822973"/>
              <a:gd name="connsiteX240" fmla="*/ 743328 w 822962"/>
              <a:gd name="connsiteY240" fmla="*/ 652052 h 822973"/>
              <a:gd name="connsiteX241" fmla="*/ 804920 w 822962"/>
              <a:gd name="connsiteY241" fmla="*/ 624566 h 822973"/>
              <a:gd name="connsiteX242" fmla="*/ 811382 w 822962"/>
              <a:gd name="connsiteY242" fmla="*/ 607632 h 822973"/>
              <a:gd name="connsiteX243" fmla="*/ 794458 w 822962"/>
              <a:gd name="connsiteY243" fmla="*/ 601149 h 822973"/>
              <a:gd name="connsiteX244" fmla="*/ 771141 w 822962"/>
              <a:gd name="connsiteY244" fmla="*/ 611547 h 822973"/>
              <a:gd name="connsiteX245" fmla="*/ 822858 w 822962"/>
              <a:gd name="connsiteY245" fmla="*/ 403094 h 822973"/>
              <a:gd name="connsiteX246" fmla="*/ 755169 w 822962"/>
              <a:gd name="connsiteY246" fmla="*/ 185459 h 822973"/>
              <a:gd name="connsiteX247" fmla="*/ 737445 w 822962"/>
              <a:gd name="connsiteY247" fmla="*/ 181792 h 822973"/>
              <a:gd name="connsiteX248" fmla="*/ 733810 w 822962"/>
              <a:gd name="connsiteY248" fmla="*/ 199524 h 822973"/>
              <a:gd name="connsiteX249" fmla="*/ 797300 w 822962"/>
              <a:gd name="connsiteY249" fmla="*/ 403588 h 822973"/>
              <a:gd name="connsiteX250" fmla="*/ 747328 w 822962"/>
              <a:gd name="connsiteY250" fmla="*/ 601609 h 822973"/>
              <a:gd name="connsiteX251" fmla="*/ 744494 w 822962"/>
              <a:gd name="connsiteY251" fmla="*/ 571039 h 822973"/>
              <a:gd name="connsiteX252" fmla="*/ 730625 w 822962"/>
              <a:gd name="connsiteY252" fmla="*/ 559446 h 822973"/>
              <a:gd name="connsiteX253" fmla="*/ 718997 w 822962"/>
              <a:gd name="connsiteY253" fmla="*/ 573364 h 822973"/>
              <a:gd name="connsiteX254" fmla="*/ 579150 w 822962"/>
              <a:gd name="connsiteY254" fmla="*/ 481415 h 822973"/>
              <a:gd name="connsiteX255" fmla="*/ 558073 w 822962"/>
              <a:gd name="connsiteY255" fmla="*/ 472682 h 822973"/>
              <a:gd name="connsiteX256" fmla="*/ 536996 w 822962"/>
              <a:gd name="connsiteY256" fmla="*/ 481415 h 822973"/>
              <a:gd name="connsiteX257" fmla="*/ 528262 w 822962"/>
              <a:gd name="connsiteY257" fmla="*/ 502492 h 822973"/>
              <a:gd name="connsiteX258" fmla="*/ 536996 w 822962"/>
              <a:gd name="connsiteY258" fmla="*/ 523569 h 822973"/>
              <a:gd name="connsiteX259" fmla="*/ 558073 w 822962"/>
              <a:gd name="connsiteY259" fmla="*/ 532293 h 822973"/>
              <a:gd name="connsiteX260" fmla="*/ 579150 w 822962"/>
              <a:gd name="connsiteY260" fmla="*/ 523569 h 822973"/>
              <a:gd name="connsiteX261" fmla="*/ 587883 w 822962"/>
              <a:gd name="connsiteY261" fmla="*/ 502492 h 822973"/>
              <a:gd name="connsiteX262" fmla="*/ 579150 w 822962"/>
              <a:gd name="connsiteY262" fmla="*/ 481415 h 822973"/>
              <a:gd name="connsiteX263" fmla="*/ 558073 w 822962"/>
              <a:gd name="connsiteY263" fmla="*/ 446961 h 822973"/>
              <a:gd name="connsiteX264" fmla="*/ 597336 w 822962"/>
              <a:gd name="connsiteY264" fmla="*/ 463229 h 822973"/>
              <a:gd name="connsiteX265" fmla="*/ 613603 w 822962"/>
              <a:gd name="connsiteY265" fmla="*/ 502492 h 822973"/>
              <a:gd name="connsiteX266" fmla="*/ 597336 w 822962"/>
              <a:gd name="connsiteY266" fmla="*/ 541747 h 822973"/>
              <a:gd name="connsiteX267" fmla="*/ 558073 w 822962"/>
              <a:gd name="connsiteY267" fmla="*/ 558015 h 822973"/>
              <a:gd name="connsiteX268" fmla="*/ 518809 w 822962"/>
              <a:gd name="connsiteY268" fmla="*/ 541747 h 822973"/>
              <a:gd name="connsiteX269" fmla="*/ 502542 w 822962"/>
              <a:gd name="connsiteY269" fmla="*/ 502492 h 822973"/>
              <a:gd name="connsiteX270" fmla="*/ 518809 w 822962"/>
              <a:gd name="connsiteY270" fmla="*/ 463229 h 822973"/>
              <a:gd name="connsiteX271" fmla="*/ 558073 w 822962"/>
              <a:gd name="connsiteY271" fmla="*/ 446961 h 822973"/>
              <a:gd name="connsiteX272" fmla="*/ 286000 w 822962"/>
              <a:gd name="connsiteY272" fmla="*/ 481415 h 822973"/>
              <a:gd name="connsiteX273" fmla="*/ 264924 w 822962"/>
              <a:gd name="connsiteY273" fmla="*/ 472682 h 822973"/>
              <a:gd name="connsiteX274" fmla="*/ 243847 w 822962"/>
              <a:gd name="connsiteY274" fmla="*/ 481415 h 822973"/>
              <a:gd name="connsiteX275" fmla="*/ 235113 w 822962"/>
              <a:gd name="connsiteY275" fmla="*/ 502492 h 822973"/>
              <a:gd name="connsiteX276" fmla="*/ 243847 w 822962"/>
              <a:gd name="connsiteY276" fmla="*/ 523569 h 822973"/>
              <a:gd name="connsiteX277" fmla="*/ 264924 w 822962"/>
              <a:gd name="connsiteY277" fmla="*/ 532293 h 822973"/>
              <a:gd name="connsiteX278" fmla="*/ 286000 w 822962"/>
              <a:gd name="connsiteY278" fmla="*/ 523569 h 822973"/>
              <a:gd name="connsiteX279" fmla="*/ 294725 w 822962"/>
              <a:gd name="connsiteY279" fmla="*/ 502492 h 822973"/>
              <a:gd name="connsiteX280" fmla="*/ 286000 w 822962"/>
              <a:gd name="connsiteY280" fmla="*/ 481415 h 822973"/>
              <a:gd name="connsiteX281" fmla="*/ 264924 w 822962"/>
              <a:gd name="connsiteY281" fmla="*/ 446961 h 822973"/>
              <a:gd name="connsiteX282" fmla="*/ 304187 w 822962"/>
              <a:gd name="connsiteY282" fmla="*/ 463229 h 822973"/>
              <a:gd name="connsiteX283" fmla="*/ 320454 w 822962"/>
              <a:gd name="connsiteY283" fmla="*/ 502492 h 822973"/>
              <a:gd name="connsiteX284" fmla="*/ 304187 w 822962"/>
              <a:gd name="connsiteY284" fmla="*/ 541747 h 822973"/>
              <a:gd name="connsiteX285" fmla="*/ 264924 w 822962"/>
              <a:gd name="connsiteY285" fmla="*/ 558015 h 822973"/>
              <a:gd name="connsiteX286" fmla="*/ 225660 w 822962"/>
              <a:gd name="connsiteY286" fmla="*/ 541747 h 822973"/>
              <a:gd name="connsiteX287" fmla="*/ 209393 w 822962"/>
              <a:gd name="connsiteY287" fmla="*/ 502492 h 822973"/>
              <a:gd name="connsiteX288" fmla="*/ 225660 w 822962"/>
              <a:gd name="connsiteY288" fmla="*/ 463229 h 822973"/>
              <a:gd name="connsiteX289" fmla="*/ 264924 w 822962"/>
              <a:gd name="connsiteY289" fmla="*/ 446961 h 822973"/>
              <a:gd name="connsiteX290" fmla="*/ 432571 w 822962"/>
              <a:gd name="connsiteY290" fmla="*/ 228443 h 822973"/>
              <a:gd name="connsiteX291" fmla="*/ 411494 w 822962"/>
              <a:gd name="connsiteY291" fmla="*/ 219709 h 822973"/>
              <a:gd name="connsiteX292" fmla="*/ 390417 w 822962"/>
              <a:gd name="connsiteY292" fmla="*/ 228443 h 822973"/>
              <a:gd name="connsiteX293" fmla="*/ 381693 w 822962"/>
              <a:gd name="connsiteY293" fmla="*/ 249510 h 822973"/>
              <a:gd name="connsiteX294" fmla="*/ 390417 w 822962"/>
              <a:gd name="connsiteY294" fmla="*/ 270587 h 822973"/>
              <a:gd name="connsiteX295" fmla="*/ 411494 w 822962"/>
              <a:gd name="connsiteY295" fmla="*/ 279321 h 822973"/>
              <a:gd name="connsiteX296" fmla="*/ 432571 w 822962"/>
              <a:gd name="connsiteY296" fmla="*/ 270587 h 822973"/>
              <a:gd name="connsiteX297" fmla="*/ 441304 w 822962"/>
              <a:gd name="connsiteY297" fmla="*/ 249510 h 822973"/>
              <a:gd name="connsiteX298" fmla="*/ 432571 w 822962"/>
              <a:gd name="connsiteY298" fmla="*/ 228443 h 822973"/>
              <a:gd name="connsiteX299" fmla="*/ 450758 w 822962"/>
              <a:gd name="connsiteY299" fmla="*/ 210256 h 822973"/>
              <a:gd name="connsiteX300" fmla="*/ 411494 w 822962"/>
              <a:gd name="connsiteY300" fmla="*/ 193989 h 822973"/>
              <a:gd name="connsiteX301" fmla="*/ 372239 w 822962"/>
              <a:gd name="connsiteY301" fmla="*/ 210256 h 822973"/>
              <a:gd name="connsiteX302" fmla="*/ 355972 w 822962"/>
              <a:gd name="connsiteY302" fmla="*/ 249511 h 822973"/>
              <a:gd name="connsiteX303" fmla="*/ 372239 w 822962"/>
              <a:gd name="connsiteY303" fmla="*/ 288775 h 822973"/>
              <a:gd name="connsiteX304" fmla="*/ 411494 w 822962"/>
              <a:gd name="connsiteY304" fmla="*/ 305042 h 822973"/>
              <a:gd name="connsiteX305" fmla="*/ 450758 w 822962"/>
              <a:gd name="connsiteY305" fmla="*/ 288775 h 822973"/>
              <a:gd name="connsiteX306" fmla="*/ 467025 w 822962"/>
              <a:gd name="connsiteY306" fmla="*/ 249511 h 822973"/>
              <a:gd name="connsiteX307" fmla="*/ 450758 w 822962"/>
              <a:gd name="connsiteY307" fmla="*/ 210256 h 822973"/>
              <a:gd name="connsiteX308" fmla="*/ 443066 w 822962"/>
              <a:gd name="connsiteY308" fmla="*/ 499862 h 822973"/>
              <a:gd name="connsiteX309" fmla="*/ 443040 w 822962"/>
              <a:gd name="connsiteY309" fmla="*/ 502469 h 822973"/>
              <a:gd name="connsiteX310" fmla="*/ 443075 w 822962"/>
              <a:gd name="connsiteY310" fmla="*/ 505104 h 822973"/>
              <a:gd name="connsiteX311" fmla="*/ 436518 w 822962"/>
              <a:gd name="connsiteY311" fmla="*/ 508890 h 822973"/>
              <a:gd name="connsiteX312" fmla="*/ 436536 w 822962"/>
              <a:gd name="connsiteY312" fmla="*/ 508907 h 822973"/>
              <a:gd name="connsiteX313" fmla="*/ 421969 w 822962"/>
              <a:gd name="connsiteY313" fmla="*/ 527853 h 822973"/>
              <a:gd name="connsiteX314" fmla="*/ 425106 w 822962"/>
              <a:gd name="connsiteY314" fmla="*/ 551525 h 822973"/>
              <a:gd name="connsiteX315" fmla="*/ 448505 w 822962"/>
              <a:gd name="connsiteY315" fmla="*/ 592052 h 822973"/>
              <a:gd name="connsiteX316" fmla="*/ 449493 w 822962"/>
              <a:gd name="connsiteY316" fmla="*/ 593835 h 822973"/>
              <a:gd name="connsiteX317" fmla="*/ 449493 w 822962"/>
              <a:gd name="connsiteY317" fmla="*/ 593816 h 822973"/>
              <a:gd name="connsiteX318" fmla="*/ 468064 w 822962"/>
              <a:gd name="connsiteY318" fmla="*/ 607670 h 822973"/>
              <a:gd name="connsiteX319" fmla="*/ 490394 w 822962"/>
              <a:gd name="connsiteY319" fmla="*/ 605265 h 822973"/>
              <a:gd name="connsiteX320" fmla="*/ 492486 w 822962"/>
              <a:gd name="connsiteY320" fmla="*/ 604131 h 822973"/>
              <a:gd name="connsiteX321" fmla="*/ 498329 w 822962"/>
              <a:gd name="connsiteY321" fmla="*/ 600747 h 822973"/>
              <a:gd name="connsiteX322" fmla="*/ 499857 w 822962"/>
              <a:gd name="connsiteY322" fmla="*/ 601660 h 822973"/>
              <a:gd name="connsiteX323" fmla="*/ 500541 w 822962"/>
              <a:gd name="connsiteY323" fmla="*/ 602089 h 822973"/>
              <a:gd name="connsiteX324" fmla="*/ 502818 w 822962"/>
              <a:gd name="connsiteY324" fmla="*/ 603369 h 822973"/>
              <a:gd name="connsiteX325" fmla="*/ 502818 w 822962"/>
              <a:gd name="connsiteY325" fmla="*/ 610942 h 822973"/>
              <a:gd name="connsiteX326" fmla="*/ 511989 w 822962"/>
              <a:gd name="connsiteY326" fmla="*/ 633042 h 822973"/>
              <a:gd name="connsiteX327" fmla="*/ 534089 w 822962"/>
              <a:gd name="connsiteY327" fmla="*/ 642213 h 822973"/>
              <a:gd name="connsiteX328" fmla="*/ 582060 w 822962"/>
              <a:gd name="connsiteY328" fmla="*/ 642213 h 822973"/>
              <a:gd name="connsiteX329" fmla="*/ 604161 w 822962"/>
              <a:gd name="connsiteY329" fmla="*/ 633042 h 822973"/>
              <a:gd name="connsiteX330" fmla="*/ 613331 w 822962"/>
              <a:gd name="connsiteY330" fmla="*/ 610942 h 822973"/>
              <a:gd name="connsiteX331" fmla="*/ 613331 w 822962"/>
              <a:gd name="connsiteY331" fmla="*/ 603369 h 822973"/>
              <a:gd name="connsiteX332" fmla="*/ 615564 w 822962"/>
              <a:gd name="connsiteY332" fmla="*/ 602098 h 822973"/>
              <a:gd name="connsiteX333" fmla="*/ 617842 w 822962"/>
              <a:gd name="connsiteY333" fmla="*/ 600761 h 822973"/>
              <a:gd name="connsiteX334" fmla="*/ 624369 w 822962"/>
              <a:gd name="connsiteY334" fmla="*/ 604529 h 822973"/>
              <a:gd name="connsiteX335" fmla="*/ 624369 w 822962"/>
              <a:gd name="connsiteY335" fmla="*/ 604512 h 822973"/>
              <a:gd name="connsiteX336" fmla="*/ 624562 w 822962"/>
              <a:gd name="connsiteY336" fmla="*/ 604613 h 822973"/>
              <a:gd name="connsiteX337" fmla="*/ 648098 w 822962"/>
              <a:gd name="connsiteY337" fmla="*/ 607658 h 822973"/>
              <a:gd name="connsiteX338" fmla="*/ 667053 w 822962"/>
              <a:gd name="connsiteY338" fmla="*/ 593121 h 822973"/>
              <a:gd name="connsiteX339" fmla="*/ 667053 w 822962"/>
              <a:gd name="connsiteY339" fmla="*/ 593102 h 822973"/>
              <a:gd name="connsiteX340" fmla="*/ 691020 w 822962"/>
              <a:gd name="connsiteY340" fmla="*/ 551517 h 822973"/>
              <a:gd name="connsiteX341" fmla="*/ 694148 w 822962"/>
              <a:gd name="connsiteY341" fmla="*/ 527845 h 822973"/>
              <a:gd name="connsiteX342" fmla="*/ 680498 w 822962"/>
              <a:gd name="connsiteY342" fmla="*/ 509429 h 822973"/>
              <a:gd name="connsiteX343" fmla="*/ 679629 w 822962"/>
              <a:gd name="connsiteY343" fmla="*/ 508872 h 822973"/>
              <a:gd name="connsiteX344" fmla="*/ 673093 w 822962"/>
              <a:gd name="connsiteY344" fmla="*/ 505086 h 822973"/>
              <a:gd name="connsiteX345" fmla="*/ 673093 w 822962"/>
              <a:gd name="connsiteY345" fmla="*/ 499838 h 822973"/>
              <a:gd name="connsiteX346" fmla="*/ 679629 w 822962"/>
              <a:gd name="connsiteY346" fmla="*/ 496053 h 822973"/>
              <a:gd name="connsiteX347" fmla="*/ 694157 w 822962"/>
              <a:gd name="connsiteY347" fmla="*/ 477080 h 822973"/>
              <a:gd name="connsiteX348" fmla="*/ 691029 w 822962"/>
              <a:gd name="connsiteY348" fmla="*/ 453416 h 822973"/>
              <a:gd name="connsiteX349" fmla="*/ 667419 w 822962"/>
              <a:gd name="connsiteY349" fmla="*/ 412542 h 822973"/>
              <a:gd name="connsiteX350" fmla="*/ 667053 w 822962"/>
              <a:gd name="connsiteY350" fmla="*/ 411827 h 822973"/>
              <a:gd name="connsiteX351" fmla="*/ 648098 w 822962"/>
              <a:gd name="connsiteY351" fmla="*/ 397290 h 822973"/>
              <a:gd name="connsiteX352" fmla="*/ 625304 w 822962"/>
              <a:gd name="connsiteY352" fmla="*/ 399924 h 822973"/>
              <a:gd name="connsiteX353" fmla="*/ 624372 w 822962"/>
              <a:gd name="connsiteY353" fmla="*/ 400419 h 822973"/>
              <a:gd name="connsiteX354" fmla="*/ 617853 w 822962"/>
              <a:gd name="connsiteY354" fmla="*/ 404177 h 822973"/>
              <a:gd name="connsiteX355" fmla="*/ 615612 w 822962"/>
              <a:gd name="connsiteY355" fmla="*/ 402853 h 822973"/>
              <a:gd name="connsiteX356" fmla="*/ 615594 w 822962"/>
              <a:gd name="connsiteY356" fmla="*/ 402880 h 822973"/>
              <a:gd name="connsiteX357" fmla="*/ 615559 w 822962"/>
              <a:gd name="connsiteY357" fmla="*/ 402853 h 822973"/>
              <a:gd name="connsiteX358" fmla="*/ 613338 w 822962"/>
              <a:gd name="connsiteY358" fmla="*/ 401600 h 822973"/>
              <a:gd name="connsiteX359" fmla="*/ 613338 w 822962"/>
              <a:gd name="connsiteY359" fmla="*/ 394009 h 822973"/>
              <a:gd name="connsiteX360" fmla="*/ 604167 w 822962"/>
              <a:gd name="connsiteY360" fmla="*/ 371899 h 822973"/>
              <a:gd name="connsiteX361" fmla="*/ 582066 w 822962"/>
              <a:gd name="connsiteY361" fmla="*/ 362738 h 822973"/>
              <a:gd name="connsiteX362" fmla="*/ 534096 w 822962"/>
              <a:gd name="connsiteY362" fmla="*/ 362738 h 822973"/>
              <a:gd name="connsiteX363" fmla="*/ 511995 w 822962"/>
              <a:gd name="connsiteY363" fmla="*/ 371899 h 822973"/>
              <a:gd name="connsiteX364" fmla="*/ 502825 w 822962"/>
              <a:gd name="connsiteY364" fmla="*/ 394009 h 822973"/>
              <a:gd name="connsiteX365" fmla="*/ 502825 w 822962"/>
              <a:gd name="connsiteY365" fmla="*/ 401573 h 822973"/>
              <a:gd name="connsiteX366" fmla="*/ 500583 w 822962"/>
              <a:gd name="connsiteY366" fmla="*/ 402836 h 822973"/>
              <a:gd name="connsiteX367" fmla="*/ 498315 w 822962"/>
              <a:gd name="connsiteY367" fmla="*/ 404181 h 822973"/>
              <a:gd name="connsiteX368" fmla="*/ 491787 w 822962"/>
              <a:gd name="connsiteY368" fmla="*/ 400412 h 822973"/>
              <a:gd name="connsiteX369" fmla="*/ 491787 w 822962"/>
              <a:gd name="connsiteY369" fmla="*/ 400439 h 822973"/>
              <a:gd name="connsiteX370" fmla="*/ 491606 w 822962"/>
              <a:gd name="connsiteY370" fmla="*/ 400338 h 822973"/>
              <a:gd name="connsiteX371" fmla="*/ 468079 w 822962"/>
              <a:gd name="connsiteY371" fmla="*/ 397284 h 822973"/>
              <a:gd name="connsiteX372" fmla="*/ 449107 w 822962"/>
              <a:gd name="connsiteY372" fmla="*/ 411821 h 822973"/>
              <a:gd name="connsiteX373" fmla="*/ 449124 w 822962"/>
              <a:gd name="connsiteY373" fmla="*/ 411821 h 822973"/>
              <a:gd name="connsiteX374" fmla="*/ 425112 w 822962"/>
              <a:gd name="connsiteY374" fmla="*/ 453419 h 822973"/>
              <a:gd name="connsiteX375" fmla="*/ 421975 w 822962"/>
              <a:gd name="connsiteY375" fmla="*/ 477083 h 822973"/>
              <a:gd name="connsiteX376" fmla="*/ 436524 w 822962"/>
              <a:gd name="connsiteY376" fmla="*/ 496055 h 822973"/>
              <a:gd name="connsiteX377" fmla="*/ 443082 w 822962"/>
              <a:gd name="connsiteY377" fmla="*/ 499841 h 822973"/>
              <a:gd name="connsiteX378" fmla="*/ 449368 w 822962"/>
              <a:gd name="connsiteY378" fmla="*/ 473874 h 822973"/>
              <a:gd name="connsiteX379" fmla="*/ 462735 w 822962"/>
              <a:gd name="connsiteY379" fmla="*/ 481592 h 822973"/>
              <a:gd name="connsiteX380" fmla="*/ 469073 w 822962"/>
              <a:gd name="connsiteY380" fmla="*/ 493900 h 822973"/>
              <a:gd name="connsiteX381" fmla="*/ 468662 w 822962"/>
              <a:gd name="connsiteY381" fmla="*/ 502466 h 822973"/>
              <a:gd name="connsiteX382" fmla="*/ 469037 w 822962"/>
              <a:gd name="connsiteY382" fmla="*/ 510431 h 822973"/>
              <a:gd name="connsiteX383" fmla="*/ 462765 w 822962"/>
              <a:gd name="connsiteY383" fmla="*/ 523362 h 822973"/>
              <a:gd name="connsiteX384" fmla="*/ 449380 w 822962"/>
              <a:gd name="connsiteY384" fmla="*/ 531089 h 822973"/>
              <a:gd name="connsiteX385" fmla="*/ 449380 w 822962"/>
              <a:gd name="connsiteY385" fmla="*/ 531072 h 822973"/>
              <a:gd name="connsiteX386" fmla="*/ 449335 w 822962"/>
              <a:gd name="connsiteY386" fmla="*/ 531089 h 822973"/>
              <a:gd name="connsiteX387" fmla="*/ 446793 w 822962"/>
              <a:gd name="connsiteY387" fmla="*/ 534492 h 822973"/>
              <a:gd name="connsiteX388" fmla="*/ 447314 w 822962"/>
              <a:gd name="connsiteY388" fmla="*/ 538772 h 822973"/>
              <a:gd name="connsiteX389" fmla="*/ 470686 w 822962"/>
              <a:gd name="connsiteY389" fmla="*/ 579262 h 822973"/>
              <a:gd name="connsiteX390" fmla="*/ 470897 w 822962"/>
              <a:gd name="connsiteY390" fmla="*/ 579563 h 822973"/>
              <a:gd name="connsiteX391" fmla="*/ 470871 w 822962"/>
              <a:gd name="connsiteY391" fmla="*/ 579581 h 822973"/>
              <a:gd name="connsiteX392" fmla="*/ 470888 w 822962"/>
              <a:gd name="connsiteY392" fmla="*/ 579607 h 822973"/>
              <a:gd name="connsiteX393" fmla="*/ 471299 w 822962"/>
              <a:gd name="connsiteY393" fmla="*/ 580265 h 822973"/>
              <a:gd name="connsiteX394" fmla="*/ 474701 w 822962"/>
              <a:gd name="connsiteY394" fmla="*/ 582852 h 822973"/>
              <a:gd name="connsiteX395" fmla="*/ 478589 w 822962"/>
              <a:gd name="connsiteY395" fmla="*/ 582543 h 822973"/>
              <a:gd name="connsiteX396" fmla="*/ 478928 w 822962"/>
              <a:gd name="connsiteY396" fmla="*/ 582340 h 822973"/>
              <a:gd name="connsiteX397" fmla="*/ 492305 w 822962"/>
              <a:gd name="connsiteY397" fmla="*/ 574613 h 822973"/>
              <a:gd name="connsiteX398" fmla="*/ 506167 w 822962"/>
              <a:gd name="connsiteY398" fmla="*/ 575262 h 822973"/>
              <a:gd name="connsiteX399" fmla="*/ 512733 w 822962"/>
              <a:gd name="connsiteY399" fmla="*/ 579542 h 822973"/>
              <a:gd name="connsiteX400" fmla="*/ 513400 w 822962"/>
              <a:gd name="connsiteY400" fmla="*/ 579899 h 822973"/>
              <a:gd name="connsiteX401" fmla="*/ 520046 w 822962"/>
              <a:gd name="connsiteY401" fmla="*/ 583393 h 822973"/>
              <a:gd name="connsiteX402" fmla="*/ 528533 w 822962"/>
              <a:gd name="connsiteY402" fmla="*/ 595490 h 822973"/>
              <a:gd name="connsiteX403" fmla="*/ 528533 w 822962"/>
              <a:gd name="connsiteY403" fmla="*/ 610944 h 822973"/>
              <a:gd name="connsiteX404" fmla="*/ 530170 w 822962"/>
              <a:gd name="connsiteY404" fmla="*/ 614867 h 822973"/>
              <a:gd name="connsiteX405" fmla="*/ 534084 w 822962"/>
              <a:gd name="connsiteY405" fmla="*/ 616504 h 822973"/>
              <a:gd name="connsiteX406" fmla="*/ 582054 w 822962"/>
              <a:gd name="connsiteY406" fmla="*/ 616504 h 822973"/>
              <a:gd name="connsiteX407" fmla="*/ 585977 w 822962"/>
              <a:gd name="connsiteY407" fmla="*/ 614867 h 822973"/>
              <a:gd name="connsiteX408" fmla="*/ 587615 w 822962"/>
              <a:gd name="connsiteY408" fmla="*/ 610944 h 822973"/>
              <a:gd name="connsiteX409" fmla="*/ 587615 w 822962"/>
              <a:gd name="connsiteY409" fmla="*/ 595635 h 822973"/>
              <a:gd name="connsiteX410" fmla="*/ 595157 w 822962"/>
              <a:gd name="connsiteY410" fmla="*/ 583785 h 822973"/>
              <a:gd name="connsiteX411" fmla="*/ 602819 w 822962"/>
              <a:gd name="connsiteY411" fmla="*/ 579898 h 822973"/>
              <a:gd name="connsiteX412" fmla="*/ 609641 w 822962"/>
              <a:gd name="connsiteY412" fmla="*/ 575520 h 822973"/>
              <a:gd name="connsiteX413" fmla="*/ 623860 w 822962"/>
              <a:gd name="connsiteY413" fmla="*/ 574615 h 822973"/>
              <a:gd name="connsiteX414" fmla="*/ 637228 w 822962"/>
              <a:gd name="connsiteY414" fmla="*/ 582333 h 822973"/>
              <a:gd name="connsiteX415" fmla="*/ 637228 w 822962"/>
              <a:gd name="connsiteY415" fmla="*/ 582351 h 822973"/>
              <a:gd name="connsiteX416" fmla="*/ 641478 w 822962"/>
              <a:gd name="connsiteY416" fmla="*/ 582845 h 822973"/>
              <a:gd name="connsiteX417" fmla="*/ 644824 w 822962"/>
              <a:gd name="connsiteY417" fmla="*/ 580259 h 822973"/>
              <a:gd name="connsiteX418" fmla="*/ 644899 w 822962"/>
              <a:gd name="connsiteY418" fmla="*/ 580276 h 822973"/>
              <a:gd name="connsiteX419" fmla="*/ 668866 w 822962"/>
              <a:gd name="connsiteY419" fmla="*/ 538763 h 822973"/>
              <a:gd name="connsiteX420" fmla="*/ 669378 w 822962"/>
              <a:gd name="connsiteY420" fmla="*/ 534483 h 822973"/>
              <a:gd name="connsiteX421" fmla="*/ 667202 w 822962"/>
              <a:gd name="connsiteY421" fmla="*/ 531310 h 822973"/>
              <a:gd name="connsiteX422" fmla="*/ 666764 w 822962"/>
              <a:gd name="connsiteY422" fmla="*/ 531080 h 822973"/>
              <a:gd name="connsiteX423" fmla="*/ 653396 w 822962"/>
              <a:gd name="connsiteY423" fmla="*/ 523362 h 822973"/>
              <a:gd name="connsiteX424" fmla="*/ 647077 w 822962"/>
              <a:gd name="connsiteY424" fmla="*/ 511054 h 822973"/>
              <a:gd name="connsiteX425" fmla="*/ 647515 w 822962"/>
              <a:gd name="connsiteY425" fmla="*/ 502488 h 822973"/>
              <a:gd name="connsiteX426" fmla="*/ 647077 w 822962"/>
              <a:gd name="connsiteY426" fmla="*/ 494513 h 822973"/>
              <a:gd name="connsiteX427" fmla="*/ 653396 w 822962"/>
              <a:gd name="connsiteY427" fmla="*/ 481592 h 822973"/>
              <a:gd name="connsiteX428" fmla="*/ 666764 w 822962"/>
              <a:gd name="connsiteY428" fmla="*/ 473865 h 822973"/>
              <a:gd name="connsiteX429" fmla="*/ 669380 w 822962"/>
              <a:gd name="connsiteY429" fmla="*/ 470462 h 822973"/>
              <a:gd name="connsiteX430" fmla="*/ 668869 w 822962"/>
              <a:gd name="connsiteY430" fmla="*/ 466182 h 822973"/>
              <a:gd name="connsiteX431" fmla="*/ 645259 w 822962"/>
              <a:gd name="connsiteY431" fmla="*/ 425335 h 822973"/>
              <a:gd name="connsiteX432" fmla="*/ 644830 w 822962"/>
              <a:gd name="connsiteY432" fmla="*/ 424686 h 822973"/>
              <a:gd name="connsiteX433" fmla="*/ 641484 w 822962"/>
              <a:gd name="connsiteY433" fmla="*/ 422091 h 822973"/>
              <a:gd name="connsiteX434" fmla="*/ 637561 w 822962"/>
              <a:gd name="connsiteY434" fmla="*/ 422412 h 822973"/>
              <a:gd name="connsiteX435" fmla="*/ 637222 w 822962"/>
              <a:gd name="connsiteY435" fmla="*/ 422615 h 822973"/>
              <a:gd name="connsiteX436" fmla="*/ 623837 w 822962"/>
              <a:gd name="connsiteY436" fmla="*/ 430342 h 822973"/>
              <a:gd name="connsiteX437" fmla="*/ 609975 w 822962"/>
              <a:gd name="connsiteY437" fmla="*/ 429684 h 822973"/>
              <a:gd name="connsiteX438" fmla="*/ 602743 w 822962"/>
              <a:gd name="connsiteY438" fmla="*/ 425038 h 822973"/>
              <a:gd name="connsiteX439" fmla="*/ 602760 w 822962"/>
              <a:gd name="connsiteY439" fmla="*/ 425011 h 822973"/>
              <a:gd name="connsiteX440" fmla="*/ 596105 w 822962"/>
              <a:gd name="connsiteY440" fmla="*/ 421537 h 822973"/>
              <a:gd name="connsiteX441" fmla="*/ 587610 w 822962"/>
              <a:gd name="connsiteY441" fmla="*/ 409441 h 822973"/>
              <a:gd name="connsiteX442" fmla="*/ 587610 w 822962"/>
              <a:gd name="connsiteY442" fmla="*/ 393986 h 822973"/>
              <a:gd name="connsiteX443" fmla="*/ 585972 w 822962"/>
              <a:gd name="connsiteY443" fmla="*/ 390064 h 822973"/>
              <a:gd name="connsiteX444" fmla="*/ 582050 w 822962"/>
              <a:gd name="connsiteY444" fmla="*/ 388435 h 822973"/>
              <a:gd name="connsiteX445" fmla="*/ 534079 w 822962"/>
              <a:gd name="connsiteY445" fmla="*/ 388435 h 822973"/>
              <a:gd name="connsiteX446" fmla="*/ 530165 w 822962"/>
              <a:gd name="connsiteY446" fmla="*/ 390064 h 822973"/>
              <a:gd name="connsiteX447" fmla="*/ 528528 w 822962"/>
              <a:gd name="connsiteY447" fmla="*/ 393986 h 822973"/>
              <a:gd name="connsiteX448" fmla="*/ 528528 w 822962"/>
              <a:gd name="connsiteY448" fmla="*/ 409295 h 822973"/>
              <a:gd name="connsiteX449" fmla="*/ 520994 w 822962"/>
              <a:gd name="connsiteY449" fmla="*/ 421145 h 822973"/>
              <a:gd name="connsiteX450" fmla="*/ 513332 w 822962"/>
              <a:gd name="connsiteY450" fmla="*/ 425023 h 822973"/>
              <a:gd name="connsiteX451" fmla="*/ 506501 w 822962"/>
              <a:gd name="connsiteY451" fmla="*/ 429402 h 822973"/>
              <a:gd name="connsiteX452" fmla="*/ 492282 w 822962"/>
              <a:gd name="connsiteY452" fmla="*/ 430306 h 822973"/>
              <a:gd name="connsiteX453" fmla="*/ 478914 w 822962"/>
              <a:gd name="connsiteY453" fmla="*/ 422588 h 822973"/>
              <a:gd name="connsiteX454" fmla="*/ 478914 w 822962"/>
              <a:gd name="connsiteY454" fmla="*/ 422561 h 822973"/>
              <a:gd name="connsiteX455" fmla="*/ 474691 w 822962"/>
              <a:gd name="connsiteY455" fmla="*/ 422059 h 822973"/>
              <a:gd name="connsiteX456" fmla="*/ 471288 w 822962"/>
              <a:gd name="connsiteY456" fmla="*/ 424654 h 822973"/>
              <a:gd name="connsiteX457" fmla="*/ 471271 w 822962"/>
              <a:gd name="connsiteY457" fmla="*/ 424654 h 822973"/>
              <a:gd name="connsiteX458" fmla="*/ 447304 w 822962"/>
              <a:gd name="connsiteY458" fmla="*/ 466150 h 822973"/>
              <a:gd name="connsiteX459" fmla="*/ 446782 w 822962"/>
              <a:gd name="connsiteY459" fmla="*/ 470430 h 822973"/>
              <a:gd name="connsiteX460" fmla="*/ 449369 w 822962"/>
              <a:gd name="connsiteY460" fmla="*/ 473833 h 822973"/>
              <a:gd name="connsiteX461" fmla="*/ 149910 w 822962"/>
              <a:gd name="connsiteY461" fmla="*/ 499862 h 822973"/>
              <a:gd name="connsiteX462" fmla="*/ 149882 w 822962"/>
              <a:gd name="connsiteY462" fmla="*/ 502469 h 822973"/>
              <a:gd name="connsiteX463" fmla="*/ 149910 w 822962"/>
              <a:gd name="connsiteY463" fmla="*/ 505104 h 822973"/>
              <a:gd name="connsiteX464" fmla="*/ 143352 w 822962"/>
              <a:gd name="connsiteY464" fmla="*/ 508890 h 822973"/>
              <a:gd name="connsiteX465" fmla="*/ 128814 w 822962"/>
              <a:gd name="connsiteY465" fmla="*/ 527862 h 822973"/>
              <a:gd name="connsiteX466" fmla="*/ 131943 w 822962"/>
              <a:gd name="connsiteY466" fmla="*/ 551535 h 822973"/>
              <a:gd name="connsiteX467" fmla="*/ 155544 w 822962"/>
              <a:gd name="connsiteY467" fmla="*/ 592409 h 822973"/>
              <a:gd name="connsiteX468" fmla="*/ 155928 w 822962"/>
              <a:gd name="connsiteY468" fmla="*/ 593132 h 822973"/>
              <a:gd name="connsiteX469" fmla="*/ 174900 w 822962"/>
              <a:gd name="connsiteY469" fmla="*/ 607670 h 822973"/>
              <a:gd name="connsiteX470" fmla="*/ 197685 w 822962"/>
              <a:gd name="connsiteY470" fmla="*/ 605026 h 822973"/>
              <a:gd name="connsiteX471" fmla="*/ 198626 w 822962"/>
              <a:gd name="connsiteY471" fmla="*/ 604541 h 822973"/>
              <a:gd name="connsiteX472" fmla="*/ 205163 w 822962"/>
              <a:gd name="connsiteY472" fmla="*/ 600755 h 822973"/>
              <a:gd name="connsiteX473" fmla="*/ 206690 w 822962"/>
              <a:gd name="connsiteY473" fmla="*/ 601669 h 822973"/>
              <a:gd name="connsiteX474" fmla="*/ 207383 w 822962"/>
              <a:gd name="connsiteY474" fmla="*/ 602097 h 822973"/>
              <a:gd name="connsiteX475" fmla="*/ 209696 w 822962"/>
              <a:gd name="connsiteY475" fmla="*/ 603404 h 822973"/>
              <a:gd name="connsiteX476" fmla="*/ 209696 w 822962"/>
              <a:gd name="connsiteY476" fmla="*/ 610947 h 822973"/>
              <a:gd name="connsiteX477" fmla="*/ 209652 w 822962"/>
              <a:gd name="connsiteY477" fmla="*/ 610947 h 822973"/>
              <a:gd name="connsiteX478" fmla="*/ 218823 w 822962"/>
              <a:gd name="connsiteY478" fmla="*/ 633047 h 822973"/>
              <a:gd name="connsiteX479" fmla="*/ 240933 w 822962"/>
              <a:gd name="connsiteY479" fmla="*/ 642219 h 822973"/>
              <a:gd name="connsiteX480" fmla="*/ 288903 w 822962"/>
              <a:gd name="connsiteY480" fmla="*/ 642219 h 822973"/>
              <a:gd name="connsiteX481" fmla="*/ 311004 w 822962"/>
              <a:gd name="connsiteY481" fmla="*/ 633047 h 822973"/>
              <a:gd name="connsiteX482" fmla="*/ 320165 w 822962"/>
              <a:gd name="connsiteY482" fmla="*/ 610947 h 822973"/>
              <a:gd name="connsiteX483" fmla="*/ 320121 w 822962"/>
              <a:gd name="connsiteY483" fmla="*/ 610947 h 822973"/>
              <a:gd name="connsiteX484" fmla="*/ 320121 w 822962"/>
              <a:gd name="connsiteY484" fmla="*/ 603404 h 822973"/>
              <a:gd name="connsiteX485" fmla="*/ 322407 w 822962"/>
              <a:gd name="connsiteY485" fmla="*/ 602106 h 822973"/>
              <a:gd name="connsiteX486" fmla="*/ 324675 w 822962"/>
              <a:gd name="connsiteY486" fmla="*/ 600770 h 822973"/>
              <a:gd name="connsiteX487" fmla="*/ 331202 w 822962"/>
              <a:gd name="connsiteY487" fmla="*/ 604538 h 822973"/>
              <a:gd name="connsiteX488" fmla="*/ 331202 w 822962"/>
              <a:gd name="connsiteY488" fmla="*/ 604520 h 822973"/>
              <a:gd name="connsiteX489" fmla="*/ 331256 w 822962"/>
              <a:gd name="connsiteY489" fmla="*/ 604538 h 822973"/>
              <a:gd name="connsiteX490" fmla="*/ 354920 w 822962"/>
              <a:gd name="connsiteY490" fmla="*/ 607667 h 822973"/>
              <a:gd name="connsiteX491" fmla="*/ 373318 w 822962"/>
              <a:gd name="connsiteY491" fmla="*/ 594079 h 822973"/>
              <a:gd name="connsiteX492" fmla="*/ 373491 w 822962"/>
              <a:gd name="connsiteY492" fmla="*/ 593822 h 822973"/>
              <a:gd name="connsiteX493" fmla="*/ 373473 w 822962"/>
              <a:gd name="connsiteY493" fmla="*/ 593822 h 822973"/>
              <a:gd name="connsiteX494" fmla="*/ 373883 w 822962"/>
              <a:gd name="connsiteY494" fmla="*/ 593129 h 822973"/>
              <a:gd name="connsiteX495" fmla="*/ 373866 w 822962"/>
              <a:gd name="connsiteY495" fmla="*/ 593111 h 822973"/>
              <a:gd name="connsiteX496" fmla="*/ 397869 w 822962"/>
              <a:gd name="connsiteY496" fmla="*/ 551525 h 822973"/>
              <a:gd name="connsiteX497" fmla="*/ 400998 w 822962"/>
              <a:gd name="connsiteY497" fmla="*/ 527853 h 822973"/>
              <a:gd name="connsiteX498" fmla="*/ 387335 w 822962"/>
              <a:gd name="connsiteY498" fmla="*/ 509437 h 822973"/>
              <a:gd name="connsiteX499" fmla="*/ 386456 w 822962"/>
              <a:gd name="connsiteY499" fmla="*/ 508881 h 822973"/>
              <a:gd name="connsiteX500" fmla="*/ 379899 w 822962"/>
              <a:gd name="connsiteY500" fmla="*/ 505094 h 822973"/>
              <a:gd name="connsiteX501" fmla="*/ 379917 w 822962"/>
              <a:gd name="connsiteY501" fmla="*/ 502478 h 822973"/>
              <a:gd name="connsiteX502" fmla="*/ 379890 w 822962"/>
              <a:gd name="connsiteY502" fmla="*/ 499853 h 822973"/>
              <a:gd name="connsiteX503" fmla="*/ 386448 w 822962"/>
              <a:gd name="connsiteY503" fmla="*/ 496066 h 822973"/>
              <a:gd name="connsiteX504" fmla="*/ 386430 w 822962"/>
              <a:gd name="connsiteY504" fmla="*/ 496049 h 822973"/>
              <a:gd name="connsiteX505" fmla="*/ 400988 w 822962"/>
              <a:gd name="connsiteY505" fmla="*/ 477094 h 822973"/>
              <a:gd name="connsiteX506" fmla="*/ 397860 w 822962"/>
              <a:gd name="connsiteY506" fmla="*/ 453430 h 822973"/>
              <a:gd name="connsiteX507" fmla="*/ 374077 w 822962"/>
              <a:gd name="connsiteY507" fmla="*/ 412217 h 822973"/>
              <a:gd name="connsiteX508" fmla="*/ 373592 w 822962"/>
              <a:gd name="connsiteY508" fmla="*/ 411404 h 822973"/>
              <a:gd name="connsiteX509" fmla="*/ 354910 w 822962"/>
              <a:gd name="connsiteY509" fmla="*/ 397287 h 822973"/>
              <a:gd name="connsiteX510" fmla="*/ 332116 w 822962"/>
              <a:gd name="connsiteY510" fmla="*/ 399929 h 822973"/>
              <a:gd name="connsiteX511" fmla="*/ 331193 w 822962"/>
              <a:gd name="connsiteY511" fmla="*/ 400415 h 822973"/>
              <a:gd name="connsiteX512" fmla="*/ 324657 w 822962"/>
              <a:gd name="connsiteY512" fmla="*/ 404192 h 822973"/>
              <a:gd name="connsiteX513" fmla="*/ 323130 w 822962"/>
              <a:gd name="connsiteY513" fmla="*/ 403287 h 822973"/>
              <a:gd name="connsiteX514" fmla="*/ 322436 w 822962"/>
              <a:gd name="connsiteY514" fmla="*/ 402849 h 822973"/>
              <a:gd name="connsiteX515" fmla="*/ 320114 w 822962"/>
              <a:gd name="connsiteY515" fmla="*/ 401552 h 822973"/>
              <a:gd name="connsiteX516" fmla="*/ 320114 w 822962"/>
              <a:gd name="connsiteY516" fmla="*/ 394018 h 822973"/>
              <a:gd name="connsiteX517" fmla="*/ 320159 w 822962"/>
              <a:gd name="connsiteY517" fmla="*/ 394018 h 822973"/>
              <a:gd name="connsiteX518" fmla="*/ 310998 w 822962"/>
              <a:gd name="connsiteY518" fmla="*/ 371908 h 822973"/>
              <a:gd name="connsiteX519" fmla="*/ 288896 w 822962"/>
              <a:gd name="connsiteY519" fmla="*/ 362747 h 822973"/>
              <a:gd name="connsiteX520" fmla="*/ 240927 w 822962"/>
              <a:gd name="connsiteY520" fmla="*/ 362747 h 822973"/>
              <a:gd name="connsiteX521" fmla="*/ 218816 w 822962"/>
              <a:gd name="connsiteY521" fmla="*/ 371908 h 822973"/>
              <a:gd name="connsiteX522" fmla="*/ 209645 w 822962"/>
              <a:gd name="connsiteY522" fmla="*/ 394018 h 822973"/>
              <a:gd name="connsiteX523" fmla="*/ 209645 w 822962"/>
              <a:gd name="connsiteY523" fmla="*/ 401581 h 822973"/>
              <a:gd name="connsiteX524" fmla="*/ 207404 w 822962"/>
              <a:gd name="connsiteY524" fmla="*/ 402844 h 822973"/>
              <a:gd name="connsiteX525" fmla="*/ 205135 w 822962"/>
              <a:gd name="connsiteY525" fmla="*/ 404189 h 822973"/>
              <a:gd name="connsiteX526" fmla="*/ 198608 w 822962"/>
              <a:gd name="connsiteY526" fmla="*/ 400421 h 822973"/>
              <a:gd name="connsiteX527" fmla="*/ 198608 w 822962"/>
              <a:gd name="connsiteY527" fmla="*/ 400447 h 822973"/>
              <a:gd name="connsiteX528" fmla="*/ 198555 w 822962"/>
              <a:gd name="connsiteY528" fmla="*/ 400421 h 822973"/>
              <a:gd name="connsiteX529" fmla="*/ 174891 w 822962"/>
              <a:gd name="connsiteY529" fmla="*/ 397292 h 822973"/>
              <a:gd name="connsiteX530" fmla="*/ 156502 w 822962"/>
              <a:gd name="connsiteY530" fmla="*/ 410871 h 822973"/>
              <a:gd name="connsiteX531" fmla="*/ 156319 w 822962"/>
              <a:gd name="connsiteY531" fmla="*/ 411127 h 822973"/>
              <a:gd name="connsiteX532" fmla="*/ 156319 w 822962"/>
              <a:gd name="connsiteY532" fmla="*/ 411145 h 822973"/>
              <a:gd name="connsiteX533" fmla="*/ 155918 w 822962"/>
              <a:gd name="connsiteY533" fmla="*/ 411829 h 822973"/>
              <a:gd name="connsiteX534" fmla="*/ 155945 w 822962"/>
              <a:gd name="connsiteY534" fmla="*/ 411829 h 822973"/>
              <a:gd name="connsiteX535" fmla="*/ 131932 w 822962"/>
              <a:gd name="connsiteY535" fmla="*/ 453427 h 822973"/>
              <a:gd name="connsiteX536" fmla="*/ 128804 w 822962"/>
              <a:gd name="connsiteY536" fmla="*/ 477091 h 822973"/>
              <a:gd name="connsiteX537" fmla="*/ 143342 w 822962"/>
              <a:gd name="connsiteY537" fmla="*/ 496063 h 822973"/>
              <a:gd name="connsiteX538" fmla="*/ 149899 w 822962"/>
              <a:gd name="connsiteY538" fmla="*/ 499850 h 822973"/>
              <a:gd name="connsiteX539" fmla="*/ 156220 w 822962"/>
              <a:gd name="connsiteY539" fmla="*/ 473874 h 822973"/>
              <a:gd name="connsiteX540" fmla="*/ 169578 w 822962"/>
              <a:gd name="connsiteY540" fmla="*/ 481592 h 822973"/>
              <a:gd name="connsiteX541" fmla="*/ 175915 w 822962"/>
              <a:gd name="connsiteY541" fmla="*/ 493900 h 822973"/>
              <a:gd name="connsiteX542" fmla="*/ 175504 w 822962"/>
              <a:gd name="connsiteY542" fmla="*/ 502466 h 822973"/>
              <a:gd name="connsiteX543" fmla="*/ 175879 w 822962"/>
              <a:gd name="connsiteY543" fmla="*/ 510441 h 822973"/>
              <a:gd name="connsiteX544" fmla="*/ 169608 w 822962"/>
              <a:gd name="connsiteY544" fmla="*/ 523362 h 822973"/>
              <a:gd name="connsiteX545" fmla="*/ 156231 w 822962"/>
              <a:gd name="connsiteY545" fmla="*/ 531089 h 822973"/>
              <a:gd name="connsiteX546" fmla="*/ 153636 w 822962"/>
              <a:gd name="connsiteY546" fmla="*/ 534492 h 822973"/>
              <a:gd name="connsiteX547" fmla="*/ 154156 w 822962"/>
              <a:gd name="connsiteY547" fmla="*/ 538772 h 822973"/>
              <a:gd name="connsiteX548" fmla="*/ 177731 w 822962"/>
              <a:gd name="connsiteY548" fmla="*/ 579610 h 822973"/>
              <a:gd name="connsiteX549" fmla="*/ 178142 w 822962"/>
              <a:gd name="connsiteY549" fmla="*/ 580268 h 822973"/>
              <a:gd name="connsiteX550" fmla="*/ 181544 w 822962"/>
              <a:gd name="connsiteY550" fmla="*/ 582855 h 822973"/>
              <a:gd name="connsiteX551" fmla="*/ 185440 w 822962"/>
              <a:gd name="connsiteY551" fmla="*/ 582533 h 822973"/>
              <a:gd name="connsiteX552" fmla="*/ 185771 w 822962"/>
              <a:gd name="connsiteY552" fmla="*/ 582340 h 822973"/>
              <a:gd name="connsiteX553" fmla="*/ 199148 w 822962"/>
              <a:gd name="connsiteY553" fmla="*/ 574613 h 822973"/>
              <a:gd name="connsiteX554" fmla="*/ 213009 w 822962"/>
              <a:gd name="connsiteY554" fmla="*/ 575262 h 822973"/>
              <a:gd name="connsiteX555" fmla="*/ 219575 w 822962"/>
              <a:gd name="connsiteY555" fmla="*/ 579542 h 822973"/>
              <a:gd name="connsiteX556" fmla="*/ 220242 w 822962"/>
              <a:gd name="connsiteY556" fmla="*/ 579899 h 822973"/>
              <a:gd name="connsiteX557" fmla="*/ 227842 w 822962"/>
              <a:gd name="connsiteY557" fmla="*/ 583831 h 822973"/>
              <a:gd name="connsiteX558" fmla="*/ 235331 w 822962"/>
              <a:gd name="connsiteY558" fmla="*/ 595491 h 822973"/>
              <a:gd name="connsiteX559" fmla="*/ 235331 w 822962"/>
              <a:gd name="connsiteY559" fmla="*/ 610945 h 822973"/>
              <a:gd name="connsiteX560" fmla="*/ 235375 w 822962"/>
              <a:gd name="connsiteY560" fmla="*/ 610945 h 822973"/>
              <a:gd name="connsiteX561" fmla="*/ 237021 w 822962"/>
              <a:gd name="connsiteY561" fmla="*/ 614867 h 822973"/>
              <a:gd name="connsiteX562" fmla="*/ 240944 w 822962"/>
              <a:gd name="connsiteY562" fmla="*/ 616505 h 822973"/>
              <a:gd name="connsiteX563" fmla="*/ 288914 w 822962"/>
              <a:gd name="connsiteY563" fmla="*/ 616505 h 822973"/>
              <a:gd name="connsiteX564" fmla="*/ 292829 w 822962"/>
              <a:gd name="connsiteY564" fmla="*/ 614867 h 822973"/>
              <a:gd name="connsiteX565" fmla="*/ 294466 w 822962"/>
              <a:gd name="connsiteY565" fmla="*/ 610945 h 822973"/>
              <a:gd name="connsiteX566" fmla="*/ 294519 w 822962"/>
              <a:gd name="connsiteY566" fmla="*/ 610945 h 822973"/>
              <a:gd name="connsiteX567" fmla="*/ 294519 w 822962"/>
              <a:gd name="connsiteY567" fmla="*/ 596634 h 822973"/>
              <a:gd name="connsiteX568" fmla="*/ 302009 w 822962"/>
              <a:gd name="connsiteY568" fmla="*/ 583787 h 822973"/>
              <a:gd name="connsiteX569" fmla="*/ 309670 w 822962"/>
              <a:gd name="connsiteY569" fmla="*/ 579899 h 822973"/>
              <a:gd name="connsiteX570" fmla="*/ 316493 w 822962"/>
              <a:gd name="connsiteY570" fmla="*/ 575521 h 822973"/>
              <a:gd name="connsiteX571" fmla="*/ 330721 w 822962"/>
              <a:gd name="connsiteY571" fmla="*/ 574616 h 822973"/>
              <a:gd name="connsiteX572" fmla="*/ 343303 w 822962"/>
              <a:gd name="connsiteY572" fmla="*/ 581876 h 822973"/>
              <a:gd name="connsiteX573" fmla="*/ 344618 w 822962"/>
              <a:gd name="connsiteY573" fmla="*/ 582626 h 822973"/>
              <a:gd name="connsiteX574" fmla="*/ 348312 w 822962"/>
              <a:gd name="connsiteY574" fmla="*/ 582855 h 822973"/>
              <a:gd name="connsiteX575" fmla="*/ 351440 w 822962"/>
              <a:gd name="connsiteY575" fmla="*/ 580679 h 822973"/>
              <a:gd name="connsiteX576" fmla="*/ 352107 w 822962"/>
              <a:gd name="connsiteY576" fmla="*/ 579563 h 822973"/>
              <a:gd name="connsiteX577" fmla="*/ 352125 w 822962"/>
              <a:gd name="connsiteY577" fmla="*/ 579581 h 822973"/>
              <a:gd name="connsiteX578" fmla="*/ 375691 w 822962"/>
              <a:gd name="connsiteY578" fmla="*/ 538781 h 822973"/>
              <a:gd name="connsiteX579" fmla="*/ 376212 w 822962"/>
              <a:gd name="connsiteY579" fmla="*/ 534501 h 822973"/>
              <a:gd name="connsiteX580" fmla="*/ 374018 w 822962"/>
              <a:gd name="connsiteY580" fmla="*/ 531328 h 822973"/>
              <a:gd name="connsiteX581" fmla="*/ 373616 w 822962"/>
              <a:gd name="connsiteY581" fmla="*/ 531098 h 822973"/>
              <a:gd name="connsiteX582" fmla="*/ 360257 w 822962"/>
              <a:gd name="connsiteY582" fmla="*/ 523380 h 822973"/>
              <a:gd name="connsiteX583" fmla="*/ 353911 w 822962"/>
              <a:gd name="connsiteY583" fmla="*/ 511072 h 822973"/>
              <a:gd name="connsiteX584" fmla="*/ 354322 w 822962"/>
              <a:gd name="connsiteY584" fmla="*/ 502494 h 822973"/>
              <a:gd name="connsiteX585" fmla="*/ 353956 w 822962"/>
              <a:gd name="connsiteY585" fmla="*/ 494529 h 822973"/>
              <a:gd name="connsiteX586" fmla="*/ 360228 w 822962"/>
              <a:gd name="connsiteY586" fmla="*/ 481607 h 822973"/>
              <a:gd name="connsiteX587" fmla="*/ 373613 w 822962"/>
              <a:gd name="connsiteY587" fmla="*/ 473880 h 822973"/>
              <a:gd name="connsiteX588" fmla="*/ 373631 w 822962"/>
              <a:gd name="connsiteY588" fmla="*/ 473897 h 822973"/>
              <a:gd name="connsiteX589" fmla="*/ 373667 w 822962"/>
              <a:gd name="connsiteY589" fmla="*/ 473880 h 822973"/>
              <a:gd name="connsiteX590" fmla="*/ 376208 w 822962"/>
              <a:gd name="connsiteY590" fmla="*/ 470478 h 822973"/>
              <a:gd name="connsiteX591" fmla="*/ 375688 w 822962"/>
              <a:gd name="connsiteY591" fmla="*/ 466197 h 822973"/>
              <a:gd name="connsiteX592" fmla="*/ 351702 w 822962"/>
              <a:gd name="connsiteY592" fmla="*/ 424648 h 822973"/>
              <a:gd name="connsiteX593" fmla="*/ 348300 w 822962"/>
              <a:gd name="connsiteY593" fmla="*/ 422106 h 822973"/>
              <a:gd name="connsiteX594" fmla="*/ 344412 w 822962"/>
              <a:gd name="connsiteY594" fmla="*/ 422427 h 822973"/>
              <a:gd name="connsiteX595" fmla="*/ 344073 w 822962"/>
              <a:gd name="connsiteY595" fmla="*/ 422630 h 822973"/>
              <a:gd name="connsiteX596" fmla="*/ 330696 w 822962"/>
              <a:gd name="connsiteY596" fmla="*/ 430357 h 822973"/>
              <a:gd name="connsiteX597" fmla="*/ 316835 w 822962"/>
              <a:gd name="connsiteY597" fmla="*/ 429699 h 822973"/>
              <a:gd name="connsiteX598" fmla="*/ 310269 w 822962"/>
              <a:gd name="connsiteY598" fmla="*/ 425419 h 822973"/>
              <a:gd name="connsiteX599" fmla="*/ 309602 w 822962"/>
              <a:gd name="connsiteY599" fmla="*/ 425053 h 822973"/>
              <a:gd name="connsiteX600" fmla="*/ 302002 w 822962"/>
              <a:gd name="connsiteY600" fmla="*/ 421121 h 822973"/>
              <a:gd name="connsiteX601" fmla="*/ 294514 w 822962"/>
              <a:gd name="connsiteY601" fmla="*/ 409470 h 822973"/>
              <a:gd name="connsiteX602" fmla="*/ 294514 w 822962"/>
              <a:gd name="connsiteY602" fmla="*/ 394016 h 822973"/>
              <a:gd name="connsiteX603" fmla="*/ 294460 w 822962"/>
              <a:gd name="connsiteY603" fmla="*/ 394016 h 822973"/>
              <a:gd name="connsiteX604" fmla="*/ 292823 w 822962"/>
              <a:gd name="connsiteY604" fmla="*/ 390093 h 822973"/>
              <a:gd name="connsiteX605" fmla="*/ 288909 w 822962"/>
              <a:gd name="connsiteY605" fmla="*/ 388465 h 822973"/>
              <a:gd name="connsiteX606" fmla="*/ 240939 w 822962"/>
              <a:gd name="connsiteY606" fmla="*/ 388465 h 822973"/>
              <a:gd name="connsiteX607" fmla="*/ 237015 w 822962"/>
              <a:gd name="connsiteY607" fmla="*/ 390093 h 822973"/>
              <a:gd name="connsiteX608" fmla="*/ 235379 w 822962"/>
              <a:gd name="connsiteY608" fmla="*/ 394016 h 822973"/>
              <a:gd name="connsiteX609" fmla="*/ 235379 w 822962"/>
              <a:gd name="connsiteY609" fmla="*/ 409325 h 822973"/>
              <a:gd name="connsiteX610" fmla="*/ 227836 w 822962"/>
              <a:gd name="connsiteY610" fmla="*/ 421175 h 822973"/>
              <a:gd name="connsiteX611" fmla="*/ 220174 w 822962"/>
              <a:gd name="connsiteY611" fmla="*/ 425053 h 822973"/>
              <a:gd name="connsiteX612" fmla="*/ 213351 w 822962"/>
              <a:gd name="connsiteY612" fmla="*/ 429432 h 822973"/>
              <a:gd name="connsiteX613" fmla="*/ 199123 w 822962"/>
              <a:gd name="connsiteY613" fmla="*/ 430337 h 822973"/>
              <a:gd name="connsiteX614" fmla="*/ 186541 w 822962"/>
              <a:gd name="connsiteY614" fmla="*/ 423068 h 822973"/>
              <a:gd name="connsiteX615" fmla="*/ 185226 w 822962"/>
              <a:gd name="connsiteY615" fmla="*/ 422327 h 822973"/>
              <a:gd name="connsiteX616" fmla="*/ 181532 w 822962"/>
              <a:gd name="connsiteY616" fmla="*/ 422089 h 822973"/>
              <a:gd name="connsiteX617" fmla="*/ 178404 w 822962"/>
              <a:gd name="connsiteY617" fmla="*/ 424265 h 822973"/>
              <a:gd name="connsiteX618" fmla="*/ 177737 w 822962"/>
              <a:gd name="connsiteY618" fmla="*/ 425390 h 822973"/>
              <a:gd name="connsiteX619" fmla="*/ 177710 w 822962"/>
              <a:gd name="connsiteY619" fmla="*/ 425372 h 822973"/>
              <a:gd name="connsiteX620" fmla="*/ 154144 w 822962"/>
              <a:gd name="connsiteY620" fmla="*/ 466181 h 822973"/>
              <a:gd name="connsiteX621" fmla="*/ 153624 w 822962"/>
              <a:gd name="connsiteY621" fmla="*/ 470461 h 822973"/>
              <a:gd name="connsiteX622" fmla="*/ 156219 w 822962"/>
              <a:gd name="connsiteY622" fmla="*/ 473863 h 822973"/>
              <a:gd name="connsiteX623" fmla="*/ 302798 w 822962"/>
              <a:gd name="connsiteY623" fmla="*/ 220897 h 822973"/>
              <a:gd name="connsiteX624" fmla="*/ 316166 w 822962"/>
              <a:gd name="connsiteY624" fmla="*/ 228616 h 822973"/>
              <a:gd name="connsiteX625" fmla="*/ 322512 w 822962"/>
              <a:gd name="connsiteY625" fmla="*/ 240924 h 822973"/>
              <a:gd name="connsiteX626" fmla="*/ 322101 w 822962"/>
              <a:gd name="connsiteY626" fmla="*/ 249502 h 822973"/>
              <a:gd name="connsiteX627" fmla="*/ 322467 w 822962"/>
              <a:gd name="connsiteY627" fmla="*/ 257467 h 822973"/>
              <a:gd name="connsiteX628" fmla="*/ 316195 w 822962"/>
              <a:gd name="connsiteY628" fmla="*/ 270389 h 822973"/>
              <a:gd name="connsiteX629" fmla="*/ 302819 w 822962"/>
              <a:gd name="connsiteY629" fmla="*/ 278124 h 822973"/>
              <a:gd name="connsiteX630" fmla="*/ 300232 w 822962"/>
              <a:gd name="connsiteY630" fmla="*/ 281518 h 822973"/>
              <a:gd name="connsiteX631" fmla="*/ 300744 w 822962"/>
              <a:gd name="connsiteY631" fmla="*/ 285807 h 822973"/>
              <a:gd name="connsiteX632" fmla="*/ 324318 w 822962"/>
              <a:gd name="connsiteY632" fmla="*/ 326645 h 822973"/>
              <a:gd name="connsiteX633" fmla="*/ 324729 w 822962"/>
              <a:gd name="connsiteY633" fmla="*/ 327303 h 822973"/>
              <a:gd name="connsiteX634" fmla="*/ 328131 w 822962"/>
              <a:gd name="connsiteY634" fmla="*/ 329890 h 822973"/>
              <a:gd name="connsiteX635" fmla="*/ 332019 w 822962"/>
              <a:gd name="connsiteY635" fmla="*/ 329569 h 822973"/>
              <a:gd name="connsiteX636" fmla="*/ 332358 w 822962"/>
              <a:gd name="connsiteY636" fmla="*/ 329366 h 822973"/>
              <a:gd name="connsiteX637" fmla="*/ 345735 w 822962"/>
              <a:gd name="connsiteY637" fmla="*/ 321638 h 822973"/>
              <a:gd name="connsiteX638" fmla="*/ 359597 w 822962"/>
              <a:gd name="connsiteY638" fmla="*/ 322297 h 822973"/>
              <a:gd name="connsiteX639" fmla="*/ 366830 w 822962"/>
              <a:gd name="connsiteY639" fmla="*/ 326943 h 822973"/>
              <a:gd name="connsiteX640" fmla="*/ 366830 w 822962"/>
              <a:gd name="connsiteY640" fmla="*/ 326961 h 822973"/>
              <a:gd name="connsiteX641" fmla="*/ 373467 w 822962"/>
              <a:gd name="connsiteY641" fmla="*/ 330434 h 822973"/>
              <a:gd name="connsiteX642" fmla="*/ 381962 w 822962"/>
              <a:gd name="connsiteY642" fmla="*/ 342531 h 822973"/>
              <a:gd name="connsiteX643" fmla="*/ 381962 w 822962"/>
              <a:gd name="connsiteY643" fmla="*/ 357977 h 822973"/>
              <a:gd name="connsiteX644" fmla="*/ 383599 w 822962"/>
              <a:gd name="connsiteY644" fmla="*/ 361900 h 822973"/>
              <a:gd name="connsiteX645" fmla="*/ 387513 w 822962"/>
              <a:gd name="connsiteY645" fmla="*/ 363537 h 822973"/>
              <a:gd name="connsiteX646" fmla="*/ 435484 w 822962"/>
              <a:gd name="connsiteY646" fmla="*/ 363537 h 822973"/>
              <a:gd name="connsiteX647" fmla="*/ 439406 w 822962"/>
              <a:gd name="connsiteY647" fmla="*/ 361900 h 822973"/>
              <a:gd name="connsiteX648" fmla="*/ 441044 w 822962"/>
              <a:gd name="connsiteY648" fmla="*/ 357977 h 822973"/>
              <a:gd name="connsiteX649" fmla="*/ 441044 w 822962"/>
              <a:gd name="connsiteY649" fmla="*/ 342680 h 822973"/>
              <a:gd name="connsiteX650" fmla="*/ 448586 w 822962"/>
              <a:gd name="connsiteY650" fmla="*/ 330822 h 822973"/>
              <a:gd name="connsiteX651" fmla="*/ 456248 w 822962"/>
              <a:gd name="connsiteY651" fmla="*/ 326943 h 822973"/>
              <a:gd name="connsiteX652" fmla="*/ 463070 w 822962"/>
              <a:gd name="connsiteY652" fmla="*/ 322565 h 822973"/>
              <a:gd name="connsiteX653" fmla="*/ 477298 w 822962"/>
              <a:gd name="connsiteY653" fmla="*/ 321660 h 822973"/>
              <a:gd name="connsiteX654" fmla="*/ 490666 w 822962"/>
              <a:gd name="connsiteY654" fmla="*/ 329379 h 822973"/>
              <a:gd name="connsiteX655" fmla="*/ 490666 w 822962"/>
              <a:gd name="connsiteY655" fmla="*/ 329405 h 822973"/>
              <a:gd name="connsiteX656" fmla="*/ 494890 w 822962"/>
              <a:gd name="connsiteY656" fmla="*/ 329908 h 822973"/>
              <a:gd name="connsiteX657" fmla="*/ 498292 w 822962"/>
              <a:gd name="connsiteY657" fmla="*/ 327322 h 822973"/>
              <a:gd name="connsiteX658" fmla="*/ 498319 w 822962"/>
              <a:gd name="connsiteY658" fmla="*/ 327322 h 822973"/>
              <a:gd name="connsiteX659" fmla="*/ 522286 w 822962"/>
              <a:gd name="connsiteY659" fmla="*/ 285826 h 822973"/>
              <a:gd name="connsiteX660" fmla="*/ 522798 w 822962"/>
              <a:gd name="connsiteY660" fmla="*/ 281537 h 822973"/>
              <a:gd name="connsiteX661" fmla="*/ 520212 w 822962"/>
              <a:gd name="connsiteY661" fmla="*/ 278143 h 822973"/>
              <a:gd name="connsiteX662" fmla="*/ 506844 w 822962"/>
              <a:gd name="connsiteY662" fmla="*/ 270425 h 822973"/>
              <a:gd name="connsiteX663" fmla="*/ 500506 w 822962"/>
              <a:gd name="connsiteY663" fmla="*/ 258117 h 822973"/>
              <a:gd name="connsiteX664" fmla="*/ 500917 w 822962"/>
              <a:gd name="connsiteY664" fmla="*/ 249551 h 822973"/>
              <a:gd name="connsiteX665" fmla="*/ 500551 w 822962"/>
              <a:gd name="connsiteY665" fmla="*/ 241586 h 822973"/>
              <a:gd name="connsiteX666" fmla="*/ 506823 w 822962"/>
              <a:gd name="connsiteY666" fmla="*/ 228655 h 822973"/>
              <a:gd name="connsiteX667" fmla="*/ 520200 w 822962"/>
              <a:gd name="connsiteY667" fmla="*/ 220928 h 822973"/>
              <a:gd name="connsiteX668" fmla="*/ 522787 w 822962"/>
              <a:gd name="connsiteY668" fmla="*/ 217526 h 822973"/>
              <a:gd name="connsiteX669" fmla="*/ 522275 w 822962"/>
              <a:gd name="connsiteY669" fmla="*/ 213245 h 822973"/>
              <a:gd name="connsiteX670" fmla="*/ 498691 w 822962"/>
              <a:gd name="connsiteY670" fmla="*/ 172407 h 822973"/>
              <a:gd name="connsiteX671" fmla="*/ 498290 w 822962"/>
              <a:gd name="connsiteY671" fmla="*/ 171748 h 822973"/>
              <a:gd name="connsiteX672" fmla="*/ 494888 w 822962"/>
              <a:gd name="connsiteY672" fmla="*/ 169162 h 822973"/>
              <a:gd name="connsiteX673" fmla="*/ 490664 w 822962"/>
              <a:gd name="connsiteY673" fmla="*/ 169683 h 822973"/>
              <a:gd name="connsiteX674" fmla="*/ 477278 w 822962"/>
              <a:gd name="connsiteY674" fmla="*/ 177411 h 822973"/>
              <a:gd name="connsiteX675" fmla="*/ 463417 w 822962"/>
              <a:gd name="connsiteY675" fmla="*/ 176762 h 822973"/>
              <a:gd name="connsiteX676" fmla="*/ 456192 w 822962"/>
              <a:gd name="connsiteY676" fmla="*/ 172115 h 822973"/>
              <a:gd name="connsiteX677" fmla="*/ 456211 w 822962"/>
              <a:gd name="connsiteY677" fmla="*/ 172097 h 822973"/>
              <a:gd name="connsiteX678" fmla="*/ 449555 w 822962"/>
              <a:gd name="connsiteY678" fmla="*/ 168623 h 822973"/>
              <a:gd name="connsiteX679" fmla="*/ 441051 w 822962"/>
              <a:gd name="connsiteY679" fmla="*/ 156527 h 822973"/>
              <a:gd name="connsiteX680" fmla="*/ 441051 w 822962"/>
              <a:gd name="connsiteY680" fmla="*/ 141073 h 822973"/>
              <a:gd name="connsiteX681" fmla="*/ 439414 w 822962"/>
              <a:gd name="connsiteY681" fmla="*/ 137159 h 822973"/>
              <a:gd name="connsiteX682" fmla="*/ 435491 w 822962"/>
              <a:gd name="connsiteY682" fmla="*/ 135512 h 822973"/>
              <a:gd name="connsiteX683" fmla="*/ 387521 w 822962"/>
              <a:gd name="connsiteY683" fmla="*/ 135512 h 822973"/>
              <a:gd name="connsiteX684" fmla="*/ 383607 w 822962"/>
              <a:gd name="connsiteY684" fmla="*/ 137159 h 822973"/>
              <a:gd name="connsiteX685" fmla="*/ 381969 w 822962"/>
              <a:gd name="connsiteY685" fmla="*/ 141073 h 822973"/>
              <a:gd name="connsiteX686" fmla="*/ 381969 w 822962"/>
              <a:gd name="connsiteY686" fmla="*/ 156381 h 822973"/>
              <a:gd name="connsiteX687" fmla="*/ 374436 w 822962"/>
              <a:gd name="connsiteY687" fmla="*/ 168239 h 822973"/>
              <a:gd name="connsiteX688" fmla="*/ 366774 w 822962"/>
              <a:gd name="connsiteY688" fmla="*/ 172118 h 822973"/>
              <a:gd name="connsiteX689" fmla="*/ 359943 w 822962"/>
              <a:gd name="connsiteY689" fmla="*/ 176496 h 822973"/>
              <a:gd name="connsiteX690" fmla="*/ 345724 w 822962"/>
              <a:gd name="connsiteY690" fmla="*/ 177410 h 822973"/>
              <a:gd name="connsiteX691" fmla="*/ 332356 w 822962"/>
              <a:gd name="connsiteY691" fmla="*/ 169692 h 822973"/>
              <a:gd name="connsiteX692" fmla="*/ 332356 w 822962"/>
              <a:gd name="connsiteY692" fmla="*/ 169674 h 822973"/>
              <a:gd name="connsiteX693" fmla="*/ 328132 w 822962"/>
              <a:gd name="connsiteY693" fmla="*/ 169171 h 822973"/>
              <a:gd name="connsiteX694" fmla="*/ 324730 w 822962"/>
              <a:gd name="connsiteY694" fmla="*/ 171704 h 822973"/>
              <a:gd name="connsiteX695" fmla="*/ 300744 w 822962"/>
              <a:gd name="connsiteY695" fmla="*/ 213254 h 822973"/>
              <a:gd name="connsiteX696" fmla="*/ 300232 w 822962"/>
              <a:gd name="connsiteY696" fmla="*/ 217534 h 822973"/>
              <a:gd name="connsiteX697" fmla="*/ 302418 w 822962"/>
              <a:gd name="connsiteY697" fmla="*/ 220716 h 822973"/>
              <a:gd name="connsiteX698" fmla="*/ 302819 w 822962"/>
              <a:gd name="connsiteY698" fmla="*/ 220936 h 822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Lst>
            <a:rect l="l" t="t" r="r" b="b"/>
            <a:pathLst>
              <a:path w="822962" h="822973">
                <a:moveTo>
                  <a:pt x="296483" y="246901"/>
                </a:moveTo>
                <a:lnTo>
                  <a:pt x="289935" y="243115"/>
                </a:lnTo>
                <a:cubicBezTo>
                  <a:pt x="289634" y="242943"/>
                  <a:pt x="289340" y="242749"/>
                  <a:pt x="289057" y="242559"/>
                </a:cubicBezTo>
                <a:cubicBezTo>
                  <a:pt x="282071" y="238198"/>
                  <a:pt x="277371" y="231522"/>
                  <a:pt x="275394" y="224143"/>
                </a:cubicBezTo>
                <a:cubicBezTo>
                  <a:pt x="273328" y="216451"/>
                  <a:pt x="274215" y="207947"/>
                  <a:pt x="278522" y="200470"/>
                </a:cubicBezTo>
                <a:lnTo>
                  <a:pt x="302653" y="158673"/>
                </a:lnTo>
                <a:cubicBezTo>
                  <a:pt x="306997" y="151303"/>
                  <a:pt x="313872" y="146365"/>
                  <a:pt x="321480" y="144326"/>
                </a:cubicBezTo>
                <a:cubicBezTo>
                  <a:pt x="329115" y="142278"/>
                  <a:pt x="337565" y="143138"/>
                  <a:pt x="345016" y="147380"/>
                </a:cubicBezTo>
                <a:lnTo>
                  <a:pt x="345189" y="147473"/>
                </a:lnTo>
                <a:lnTo>
                  <a:pt x="345189" y="147454"/>
                </a:lnTo>
                <a:lnTo>
                  <a:pt x="351716" y="151222"/>
                </a:lnTo>
                <a:cubicBezTo>
                  <a:pt x="352467" y="150774"/>
                  <a:pt x="353217" y="150327"/>
                  <a:pt x="353985" y="149887"/>
                </a:cubicBezTo>
                <a:cubicBezTo>
                  <a:pt x="354744" y="149448"/>
                  <a:pt x="355493" y="149017"/>
                  <a:pt x="356226" y="148616"/>
                </a:cubicBezTo>
                <a:lnTo>
                  <a:pt x="356226" y="141043"/>
                </a:lnTo>
                <a:cubicBezTo>
                  <a:pt x="356226" y="132420"/>
                  <a:pt x="359747" y="124613"/>
                  <a:pt x="365396" y="118942"/>
                </a:cubicBezTo>
                <a:cubicBezTo>
                  <a:pt x="371058" y="113280"/>
                  <a:pt x="378875" y="109771"/>
                  <a:pt x="387497" y="109771"/>
                </a:cubicBezTo>
                <a:lnTo>
                  <a:pt x="435468" y="109771"/>
                </a:lnTo>
                <a:cubicBezTo>
                  <a:pt x="444099" y="109771"/>
                  <a:pt x="451907" y="113292"/>
                  <a:pt x="457578" y="118942"/>
                </a:cubicBezTo>
                <a:cubicBezTo>
                  <a:pt x="463239" y="124612"/>
                  <a:pt x="466748" y="132420"/>
                  <a:pt x="466748" y="141043"/>
                </a:cubicBezTo>
                <a:lnTo>
                  <a:pt x="466748" y="148642"/>
                </a:lnTo>
                <a:cubicBezTo>
                  <a:pt x="467499" y="149044"/>
                  <a:pt x="468240" y="149464"/>
                  <a:pt x="468969" y="149895"/>
                </a:cubicBezTo>
                <a:lnTo>
                  <a:pt x="469005" y="149913"/>
                </a:lnTo>
                <a:lnTo>
                  <a:pt x="469023" y="149895"/>
                </a:lnTo>
                <a:cubicBezTo>
                  <a:pt x="469773" y="150333"/>
                  <a:pt x="470523" y="150774"/>
                  <a:pt x="471264" y="151220"/>
                </a:cubicBezTo>
                <a:lnTo>
                  <a:pt x="477800" y="147443"/>
                </a:lnTo>
                <a:cubicBezTo>
                  <a:pt x="485281" y="143126"/>
                  <a:pt x="493793" y="142257"/>
                  <a:pt x="501502" y="144323"/>
                </a:cubicBezTo>
                <a:cubicBezTo>
                  <a:pt x="509221" y="146389"/>
                  <a:pt x="516168" y="151411"/>
                  <a:pt x="520475" y="158861"/>
                </a:cubicBezTo>
                <a:cubicBezTo>
                  <a:pt x="520603" y="159098"/>
                  <a:pt x="520740" y="159337"/>
                  <a:pt x="520859" y="159584"/>
                </a:cubicBezTo>
                <a:lnTo>
                  <a:pt x="544460" y="200467"/>
                </a:lnTo>
                <a:cubicBezTo>
                  <a:pt x="548776" y="207938"/>
                  <a:pt x="549655" y="216442"/>
                  <a:pt x="547589" y="224131"/>
                </a:cubicBezTo>
                <a:cubicBezTo>
                  <a:pt x="545523" y="231849"/>
                  <a:pt x="540511" y="238796"/>
                  <a:pt x="533039" y="243103"/>
                </a:cubicBezTo>
                <a:lnTo>
                  <a:pt x="526482" y="246898"/>
                </a:lnTo>
                <a:cubicBezTo>
                  <a:pt x="526508" y="247767"/>
                  <a:pt x="526508" y="248645"/>
                  <a:pt x="526508" y="249523"/>
                </a:cubicBezTo>
                <a:cubicBezTo>
                  <a:pt x="526508" y="250392"/>
                  <a:pt x="526508" y="251271"/>
                  <a:pt x="526482" y="252139"/>
                </a:cubicBezTo>
                <a:lnTo>
                  <a:pt x="533039" y="255917"/>
                </a:lnTo>
                <a:cubicBezTo>
                  <a:pt x="540510" y="260224"/>
                  <a:pt x="545520" y="267165"/>
                  <a:pt x="547589" y="274889"/>
                </a:cubicBezTo>
                <a:cubicBezTo>
                  <a:pt x="549646" y="282581"/>
                  <a:pt x="548768" y="291084"/>
                  <a:pt x="544460" y="298553"/>
                </a:cubicBezTo>
                <a:lnTo>
                  <a:pt x="520457" y="340138"/>
                </a:lnTo>
                <a:lnTo>
                  <a:pt x="520484" y="340138"/>
                </a:lnTo>
                <a:cubicBezTo>
                  <a:pt x="516177" y="347600"/>
                  <a:pt x="509227" y="352619"/>
                  <a:pt x="501512" y="354688"/>
                </a:cubicBezTo>
                <a:cubicBezTo>
                  <a:pt x="493868" y="356745"/>
                  <a:pt x="485427" y="355885"/>
                  <a:pt x="477985" y="351643"/>
                </a:cubicBezTo>
                <a:lnTo>
                  <a:pt x="477804" y="351551"/>
                </a:lnTo>
                <a:lnTo>
                  <a:pt x="477804" y="351569"/>
                </a:lnTo>
                <a:lnTo>
                  <a:pt x="471267" y="347800"/>
                </a:lnTo>
                <a:cubicBezTo>
                  <a:pt x="470517" y="348259"/>
                  <a:pt x="469767" y="348696"/>
                  <a:pt x="468999" y="349146"/>
                </a:cubicBezTo>
                <a:cubicBezTo>
                  <a:pt x="468240" y="349583"/>
                  <a:pt x="467499" y="350006"/>
                  <a:pt x="466758" y="350408"/>
                </a:cubicBezTo>
                <a:lnTo>
                  <a:pt x="466758" y="357980"/>
                </a:lnTo>
                <a:cubicBezTo>
                  <a:pt x="466758" y="366603"/>
                  <a:pt x="463245" y="374432"/>
                  <a:pt x="457587" y="380091"/>
                </a:cubicBezTo>
                <a:cubicBezTo>
                  <a:pt x="451917" y="385752"/>
                  <a:pt x="444100" y="389261"/>
                  <a:pt x="435477" y="389261"/>
                </a:cubicBezTo>
                <a:lnTo>
                  <a:pt x="387507" y="389261"/>
                </a:lnTo>
                <a:cubicBezTo>
                  <a:pt x="378884" y="389261"/>
                  <a:pt x="371055" y="385740"/>
                  <a:pt x="365405" y="380091"/>
                </a:cubicBezTo>
                <a:cubicBezTo>
                  <a:pt x="359744" y="374420"/>
                  <a:pt x="356235" y="366604"/>
                  <a:pt x="356235" y="357980"/>
                </a:cubicBezTo>
                <a:lnTo>
                  <a:pt x="356235" y="350390"/>
                </a:lnTo>
                <a:cubicBezTo>
                  <a:pt x="355493" y="349988"/>
                  <a:pt x="354753" y="349569"/>
                  <a:pt x="354023" y="349137"/>
                </a:cubicBezTo>
                <a:lnTo>
                  <a:pt x="353988" y="349119"/>
                </a:lnTo>
                <a:lnTo>
                  <a:pt x="353969" y="349137"/>
                </a:lnTo>
                <a:cubicBezTo>
                  <a:pt x="353210" y="348699"/>
                  <a:pt x="352470" y="348259"/>
                  <a:pt x="351728" y="347812"/>
                </a:cubicBezTo>
                <a:lnTo>
                  <a:pt x="345201" y="351572"/>
                </a:lnTo>
                <a:cubicBezTo>
                  <a:pt x="344900" y="351753"/>
                  <a:pt x="344588" y="351911"/>
                  <a:pt x="344269" y="352066"/>
                </a:cubicBezTo>
                <a:cubicBezTo>
                  <a:pt x="337018" y="355954"/>
                  <a:pt x="328880" y="356683"/>
                  <a:pt x="321484" y="354700"/>
                </a:cubicBezTo>
                <a:cubicBezTo>
                  <a:pt x="313765" y="352634"/>
                  <a:pt x="306818" y="347613"/>
                  <a:pt x="302511" y="340163"/>
                </a:cubicBezTo>
                <a:cubicBezTo>
                  <a:pt x="302383" y="339924"/>
                  <a:pt x="302255" y="339686"/>
                  <a:pt x="302137" y="339448"/>
                </a:cubicBezTo>
                <a:lnTo>
                  <a:pt x="278527" y="298565"/>
                </a:lnTo>
                <a:cubicBezTo>
                  <a:pt x="274211" y="291094"/>
                  <a:pt x="273332" y="282590"/>
                  <a:pt x="275398" y="274901"/>
                </a:cubicBezTo>
                <a:cubicBezTo>
                  <a:pt x="277464" y="267174"/>
                  <a:pt x="282485" y="260236"/>
                  <a:pt x="289935" y="255929"/>
                </a:cubicBezTo>
                <a:lnTo>
                  <a:pt x="296493" y="252143"/>
                </a:lnTo>
                <a:cubicBezTo>
                  <a:pt x="296475" y="251274"/>
                  <a:pt x="296467" y="250387"/>
                  <a:pt x="296467" y="249517"/>
                </a:cubicBezTo>
                <a:cubicBezTo>
                  <a:pt x="296467" y="248649"/>
                  <a:pt x="296467" y="247770"/>
                  <a:pt x="296484" y="246901"/>
                </a:cubicBezTo>
                <a:close/>
                <a:moveTo>
                  <a:pt x="118069" y="116203"/>
                </a:moveTo>
                <a:lnTo>
                  <a:pt x="117759" y="116751"/>
                </a:lnTo>
                <a:lnTo>
                  <a:pt x="117694" y="116861"/>
                </a:lnTo>
                <a:cubicBezTo>
                  <a:pt x="115545" y="120847"/>
                  <a:pt x="115098" y="125374"/>
                  <a:pt x="116158" y="129544"/>
                </a:cubicBezTo>
                <a:cubicBezTo>
                  <a:pt x="117265" y="133896"/>
                  <a:pt x="120016" y="137828"/>
                  <a:pt x="124185" y="140317"/>
                </a:cubicBezTo>
                <a:lnTo>
                  <a:pt x="124203" y="140317"/>
                </a:lnTo>
                <a:cubicBezTo>
                  <a:pt x="128346" y="142785"/>
                  <a:pt x="133127" y="143335"/>
                  <a:pt x="137526" y="142228"/>
                </a:cubicBezTo>
                <a:cubicBezTo>
                  <a:pt x="141878" y="141121"/>
                  <a:pt x="145810" y="138361"/>
                  <a:pt x="148299" y="134200"/>
                </a:cubicBezTo>
                <a:lnTo>
                  <a:pt x="148299" y="134183"/>
                </a:lnTo>
                <a:cubicBezTo>
                  <a:pt x="150778" y="130039"/>
                  <a:pt x="151317" y="125259"/>
                  <a:pt x="150209" y="120860"/>
                </a:cubicBezTo>
                <a:cubicBezTo>
                  <a:pt x="149102" y="116499"/>
                  <a:pt x="146352" y="112567"/>
                  <a:pt x="142181" y="110079"/>
                </a:cubicBezTo>
                <a:lnTo>
                  <a:pt x="141634" y="109769"/>
                </a:lnTo>
                <a:lnTo>
                  <a:pt x="141634" y="109787"/>
                </a:lnTo>
                <a:cubicBezTo>
                  <a:pt x="141634" y="109787"/>
                  <a:pt x="141524" y="109712"/>
                  <a:pt x="141524" y="109712"/>
                </a:cubicBezTo>
                <a:cubicBezTo>
                  <a:pt x="137529" y="107564"/>
                  <a:pt x="133011" y="107126"/>
                  <a:pt x="128840" y="108177"/>
                </a:cubicBezTo>
                <a:cubicBezTo>
                  <a:pt x="124488" y="109275"/>
                  <a:pt x="120557" y="112043"/>
                  <a:pt x="118068" y="116205"/>
                </a:cubicBezTo>
                <a:close/>
                <a:moveTo>
                  <a:pt x="91241" y="135762"/>
                </a:moveTo>
                <a:cubicBezTo>
                  <a:pt x="88633" y="125449"/>
                  <a:pt x="89842" y="114137"/>
                  <a:pt x="95429" y="104124"/>
                </a:cubicBezTo>
                <a:cubicBezTo>
                  <a:pt x="95694" y="103568"/>
                  <a:pt x="96006" y="103017"/>
                  <a:pt x="96361" y="102487"/>
                </a:cubicBezTo>
                <a:lnTo>
                  <a:pt x="96387" y="102505"/>
                </a:lnTo>
                <a:cubicBezTo>
                  <a:pt x="102522" y="92548"/>
                  <a:pt x="112068" y="85916"/>
                  <a:pt x="122611" y="83255"/>
                </a:cubicBezTo>
                <a:cubicBezTo>
                  <a:pt x="132925" y="80647"/>
                  <a:pt x="144236" y="81856"/>
                  <a:pt x="154240" y="87452"/>
                </a:cubicBezTo>
                <a:cubicBezTo>
                  <a:pt x="154796" y="87708"/>
                  <a:pt x="155347" y="88030"/>
                  <a:pt x="155886" y="88375"/>
                </a:cubicBezTo>
                <a:lnTo>
                  <a:pt x="155868" y="88402"/>
                </a:lnTo>
                <a:cubicBezTo>
                  <a:pt x="165825" y="94536"/>
                  <a:pt x="172448" y="104082"/>
                  <a:pt x="175106" y="114616"/>
                </a:cubicBezTo>
                <a:cubicBezTo>
                  <a:pt x="177812" y="125305"/>
                  <a:pt x="176421" y="137056"/>
                  <a:pt x="170287" y="147343"/>
                </a:cubicBezTo>
                <a:cubicBezTo>
                  <a:pt x="164160" y="157603"/>
                  <a:pt x="154466" y="164413"/>
                  <a:pt x="143733" y="167122"/>
                </a:cubicBezTo>
                <a:cubicBezTo>
                  <a:pt x="133053" y="169819"/>
                  <a:pt x="121293" y="168438"/>
                  <a:pt x="111014" y="162294"/>
                </a:cubicBezTo>
                <a:cubicBezTo>
                  <a:pt x="100745" y="156178"/>
                  <a:pt x="93935" y="146486"/>
                  <a:pt x="91226" y="135749"/>
                </a:cubicBezTo>
                <a:close/>
                <a:moveTo>
                  <a:pt x="110068" y="679785"/>
                </a:moveTo>
                <a:lnTo>
                  <a:pt x="109758" y="680332"/>
                </a:lnTo>
                <a:lnTo>
                  <a:pt x="109776" y="680332"/>
                </a:lnTo>
                <a:lnTo>
                  <a:pt x="109702" y="680442"/>
                </a:lnTo>
                <a:cubicBezTo>
                  <a:pt x="107552" y="684428"/>
                  <a:pt x="107115" y="688955"/>
                  <a:pt x="108166" y="693126"/>
                </a:cubicBezTo>
                <a:cubicBezTo>
                  <a:pt x="109273" y="697477"/>
                  <a:pt x="112032" y="701409"/>
                  <a:pt x="116202" y="703898"/>
                </a:cubicBezTo>
                <a:cubicBezTo>
                  <a:pt x="120345" y="706366"/>
                  <a:pt x="125126" y="706916"/>
                  <a:pt x="129525" y="705809"/>
                </a:cubicBezTo>
                <a:cubicBezTo>
                  <a:pt x="133886" y="704702"/>
                  <a:pt x="137818" y="701952"/>
                  <a:pt x="140298" y="697781"/>
                </a:cubicBezTo>
                <a:lnTo>
                  <a:pt x="140298" y="697764"/>
                </a:lnTo>
                <a:cubicBezTo>
                  <a:pt x="142777" y="693620"/>
                  <a:pt x="143325" y="688840"/>
                  <a:pt x="142209" y="684441"/>
                </a:cubicBezTo>
                <a:cubicBezTo>
                  <a:pt x="141110" y="680080"/>
                  <a:pt x="138351" y="676148"/>
                  <a:pt x="134181" y="673660"/>
                </a:cubicBezTo>
                <a:lnTo>
                  <a:pt x="133633" y="673350"/>
                </a:lnTo>
                <a:lnTo>
                  <a:pt x="133633" y="673368"/>
                </a:lnTo>
                <a:lnTo>
                  <a:pt x="133523" y="673294"/>
                </a:lnTo>
                <a:cubicBezTo>
                  <a:pt x="129537" y="671145"/>
                  <a:pt x="125010" y="670708"/>
                  <a:pt x="120848" y="671758"/>
                </a:cubicBezTo>
                <a:cubicBezTo>
                  <a:pt x="116488" y="672866"/>
                  <a:pt x="112556" y="675625"/>
                  <a:pt x="110068" y="679786"/>
                </a:cubicBezTo>
                <a:close/>
                <a:moveTo>
                  <a:pt x="83249" y="699344"/>
                </a:moveTo>
                <a:cubicBezTo>
                  <a:pt x="80641" y="689030"/>
                  <a:pt x="81850" y="677719"/>
                  <a:pt x="87437" y="667705"/>
                </a:cubicBezTo>
                <a:cubicBezTo>
                  <a:pt x="87702" y="667157"/>
                  <a:pt x="88024" y="666598"/>
                  <a:pt x="88369" y="666077"/>
                </a:cubicBezTo>
                <a:lnTo>
                  <a:pt x="88396" y="666077"/>
                </a:lnTo>
                <a:cubicBezTo>
                  <a:pt x="94530" y="656129"/>
                  <a:pt x="104076" y="649509"/>
                  <a:pt x="114619" y="646839"/>
                </a:cubicBezTo>
                <a:cubicBezTo>
                  <a:pt x="124933" y="644232"/>
                  <a:pt x="136244" y="645440"/>
                  <a:pt x="146257" y="651036"/>
                </a:cubicBezTo>
                <a:cubicBezTo>
                  <a:pt x="146814" y="651302"/>
                  <a:pt x="147364" y="651614"/>
                  <a:pt x="147894" y="651959"/>
                </a:cubicBezTo>
                <a:lnTo>
                  <a:pt x="147877" y="651986"/>
                </a:lnTo>
                <a:cubicBezTo>
                  <a:pt x="157842" y="658121"/>
                  <a:pt x="164456" y="667666"/>
                  <a:pt x="167126" y="678209"/>
                </a:cubicBezTo>
                <a:cubicBezTo>
                  <a:pt x="169823" y="688890"/>
                  <a:pt x="168433" y="700650"/>
                  <a:pt x="162307" y="710928"/>
                </a:cubicBezTo>
                <a:cubicBezTo>
                  <a:pt x="156182" y="721185"/>
                  <a:pt x="146487" y="727998"/>
                  <a:pt x="135762" y="730710"/>
                </a:cubicBezTo>
                <a:cubicBezTo>
                  <a:pt x="125074" y="733416"/>
                  <a:pt x="113313" y="732021"/>
                  <a:pt x="103035" y="725887"/>
                </a:cubicBezTo>
                <a:cubicBezTo>
                  <a:pt x="92775" y="719768"/>
                  <a:pt x="85956" y="710080"/>
                  <a:pt x="83247" y="699344"/>
                </a:cubicBezTo>
                <a:close/>
                <a:moveTo>
                  <a:pt x="673883" y="687997"/>
                </a:moveTo>
                <a:lnTo>
                  <a:pt x="673517" y="688544"/>
                </a:lnTo>
                <a:lnTo>
                  <a:pt x="673591" y="688544"/>
                </a:lnTo>
                <a:lnTo>
                  <a:pt x="673517" y="688654"/>
                </a:lnTo>
                <a:cubicBezTo>
                  <a:pt x="671341" y="692640"/>
                  <a:pt x="670900" y="697167"/>
                  <a:pt x="671915" y="701338"/>
                </a:cubicBezTo>
                <a:cubicBezTo>
                  <a:pt x="673076" y="705699"/>
                  <a:pt x="675838" y="709621"/>
                  <a:pt x="679982" y="712110"/>
                </a:cubicBezTo>
                <a:cubicBezTo>
                  <a:pt x="684125" y="714578"/>
                  <a:pt x="688915" y="715128"/>
                  <a:pt x="693278" y="714021"/>
                </a:cubicBezTo>
                <a:cubicBezTo>
                  <a:pt x="697639" y="712923"/>
                  <a:pt x="701636" y="710155"/>
                  <a:pt x="704104" y="705993"/>
                </a:cubicBezTo>
                <a:cubicBezTo>
                  <a:pt x="706571" y="701841"/>
                  <a:pt x="707083" y="697061"/>
                  <a:pt x="705997" y="692662"/>
                </a:cubicBezTo>
                <a:cubicBezTo>
                  <a:pt x="704908" y="688301"/>
                  <a:pt x="702148" y="684369"/>
                  <a:pt x="698005" y="681881"/>
                </a:cubicBezTo>
                <a:lnTo>
                  <a:pt x="697428" y="681571"/>
                </a:lnTo>
                <a:lnTo>
                  <a:pt x="697428" y="681589"/>
                </a:lnTo>
                <a:lnTo>
                  <a:pt x="697353" y="681515"/>
                </a:lnTo>
                <a:cubicBezTo>
                  <a:pt x="693359" y="679365"/>
                  <a:pt x="688787" y="678928"/>
                  <a:pt x="684643" y="679988"/>
                </a:cubicBezTo>
                <a:cubicBezTo>
                  <a:pt x="680282" y="681095"/>
                  <a:pt x="676369" y="683845"/>
                  <a:pt x="673889" y="688016"/>
                </a:cubicBezTo>
                <a:close/>
                <a:moveTo>
                  <a:pt x="647007" y="707556"/>
                </a:moveTo>
                <a:cubicBezTo>
                  <a:pt x="644390" y="697242"/>
                  <a:pt x="645626" y="685931"/>
                  <a:pt x="651222" y="675926"/>
                </a:cubicBezTo>
                <a:cubicBezTo>
                  <a:pt x="651514" y="675370"/>
                  <a:pt x="651799" y="674819"/>
                  <a:pt x="652163" y="674290"/>
                </a:cubicBezTo>
                <a:cubicBezTo>
                  <a:pt x="658336" y="664351"/>
                  <a:pt x="667855" y="657722"/>
                  <a:pt x="678377" y="655061"/>
                </a:cubicBezTo>
                <a:cubicBezTo>
                  <a:pt x="688691" y="652465"/>
                  <a:pt x="700019" y="653671"/>
                  <a:pt x="710042" y="659258"/>
                </a:cubicBezTo>
                <a:cubicBezTo>
                  <a:pt x="710554" y="659523"/>
                  <a:pt x="711131" y="659835"/>
                  <a:pt x="711643" y="660190"/>
                </a:cubicBezTo>
                <a:lnTo>
                  <a:pt x="711643" y="660208"/>
                </a:lnTo>
                <a:cubicBezTo>
                  <a:pt x="721588" y="666342"/>
                  <a:pt x="728202" y="675888"/>
                  <a:pt x="730892" y="686431"/>
                </a:cubicBezTo>
                <a:cubicBezTo>
                  <a:pt x="733582" y="697112"/>
                  <a:pt x="732203" y="708872"/>
                  <a:pt x="726099" y="719151"/>
                </a:cubicBezTo>
                <a:cubicBezTo>
                  <a:pt x="719927" y="729423"/>
                  <a:pt x="710262" y="736227"/>
                  <a:pt x="699520" y="738940"/>
                </a:cubicBezTo>
                <a:cubicBezTo>
                  <a:pt x="688839" y="741645"/>
                  <a:pt x="677079" y="740251"/>
                  <a:pt x="666840" y="734132"/>
                </a:cubicBezTo>
                <a:lnTo>
                  <a:pt x="666840" y="734109"/>
                </a:lnTo>
                <a:cubicBezTo>
                  <a:pt x="656526" y="727990"/>
                  <a:pt x="649769" y="718305"/>
                  <a:pt x="647007" y="707566"/>
                </a:cubicBezTo>
                <a:close/>
                <a:moveTo>
                  <a:pt x="681875" y="123993"/>
                </a:moveTo>
                <a:lnTo>
                  <a:pt x="681509" y="124532"/>
                </a:lnTo>
                <a:lnTo>
                  <a:pt x="681583" y="124532"/>
                </a:lnTo>
                <a:lnTo>
                  <a:pt x="681509" y="124651"/>
                </a:lnTo>
                <a:cubicBezTo>
                  <a:pt x="679333" y="128637"/>
                  <a:pt x="678892" y="133164"/>
                  <a:pt x="679982" y="137325"/>
                </a:cubicBezTo>
                <a:cubicBezTo>
                  <a:pt x="681071" y="141677"/>
                  <a:pt x="683830" y="145618"/>
                  <a:pt x="687974" y="148106"/>
                </a:cubicBezTo>
                <a:cubicBezTo>
                  <a:pt x="692117" y="150574"/>
                  <a:pt x="696907" y="151124"/>
                  <a:pt x="701342" y="150017"/>
                </a:cubicBezTo>
                <a:cubicBezTo>
                  <a:pt x="705702" y="148910"/>
                  <a:pt x="709616" y="146138"/>
                  <a:pt x="712096" y="141989"/>
                </a:cubicBezTo>
                <a:cubicBezTo>
                  <a:pt x="714563" y="137846"/>
                  <a:pt x="715141" y="133056"/>
                  <a:pt x="713988" y="128657"/>
                </a:cubicBezTo>
                <a:cubicBezTo>
                  <a:pt x="712899" y="124306"/>
                  <a:pt x="710140" y="120364"/>
                  <a:pt x="705997" y="117877"/>
                </a:cubicBezTo>
                <a:lnTo>
                  <a:pt x="705411" y="117567"/>
                </a:lnTo>
                <a:lnTo>
                  <a:pt x="705336" y="117514"/>
                </a:lnTo>
                <a:cubicBezTo>
                  <a:pt x="701342" y="115364"/>
                  <a:pt x="696770" y="114918"/>
                  <a:pt x="692626" y="115968"/>
                </a:cubicBezTo>
                <a:cubicBezTo>
                  <a:pt x="688265" y="117076"/>
                  <a:pt x="684351" y="119835"/>
                  <a:pt x="681872" y="124005"/>
                </a:cubicBezTo>
                <a:close/>
                <a:moveTo>
                  <a:pt x="654999" y="143552"/>
                </a:moveTo>
                <a:cubicBezTo>
                  <a:pt x="652457" y="133238"/>
                  <a:pt x="653618" y="121927"/>
                  <a:pt x="659214" y="111914"/>
                </a:cubicBezTo>
                <a:cubicBezTo>
                  <a:pt x="659505" y="111358"/>
                  <a:pt x="659791" y="110807"/>
                  <a:pt x="660155" y="110285"/>
                </a:cubicBezTo>
                <a:cubicBezTo>
                  <a:pt x="666328" y="100338"/>
                  <a:pt x="675847" y="93718"/>
                  <a:pt x="686369" y="91048"/>
                </a:cubicBezTo>
                <a:cubicBezTo>
                  <a:pt x="696683" y="88440"/>
                  <a:pt x="708011" y="89649"/>
                  <a:pt x="718037" y="95236"/>
                </a:cubicBezTo>
                <a:cubicBezTo>
                  <a:pt x="718624" y="95501"/>
                  <a:pt x="719127" y="95823"/>
                  <a:pt x="719637" y="96168"/>
                </a:cubicBezTo>
                <a:lnTo>
                  <a:pt x="719637" y="96195"/>
                </a:lnTo>
                <a:cubicBezTo>
                  <a:pt x="729581" y="102320"/>
                  <a:pt x="736272" y="111875"/>
                  <a:pt x="738885" y="122409"/>
                </a:cubicBezTo>
                <a:cubicBezTo>
                  <a:pt x="741575" y="133097"/>
                  <a:pt x="740188" y="144849"/>
                  <a:pt x="734092" y="155128"/>
                </a:cubicBezTo>
                <a:lnTo>
                  <a:pt x="734092" y="155146"/>
                </a:lnTo>
                <a:cubicBezTo>
                  <a:pt x="727996" y="165406"/>
                  <a:pt x="718258" y="172208"/>
                  <a:pt x="707511" y="174925"/>
                </a:cubicBezTo>
                <a:cubicBezTo>
                  <a:pt x="696831" y="177630"/>
                  <a:pt x="685062" y="176231"/>
                  <a:pt x="674823" y="170106"/>
                </a:cubicBezTo>
                <a:cubicBezTo>
                  <a:pt x="664581" y="163989"/>
                  <a:pt x="657753" y="154285"/>
                  <a:pt x="654991" y="143551"/>
                </a:cubicBezTo>
                <a:close/>
                <a:moveTo>
                  <a:pt x="248594" y="719014"/>
                </a:moveTo>
                <a:lnTo>
                  <a:pt x="180442" y="725361"/>
                </a:lnTo>
                <a:cubicBezTo>
                  <a:pt x="173391" y="726001"/>
                  <a:pt x="168208" y="732234"/>
                  <a:pt x="168839" y="739283"/>
                </a:cubicBezTo>
                <a:cubicBezTo>
                  <a:pt x="168967" y="740723"/>
                  <a:pt x="169333" y="742095"/>
                  <a:pt x="169890" y="743344"/>
                </a:cubicBezTo>
                <a:lnTo>
                  <a:pt x="197375" y="804960"/>
                </a:lnTo>
                <a:cubicBezTo>
                  <a:pt x="200266" y="811421"/>
                  <a:pt x="207844" y="814325"/>
                  <a:pt x="214309" y="811444"/>
                </a:cubicBezTo>
                <a:cubicBezTo>
                  <a:pt x="220774" y="808564"/>
                  <a:pt x="223673" y="800975"/>
                  <a:pt x="220783" y="794505"/>
                </a:cubicBezTo>
                <a:lnTo>
                  <a:pt x="210195" y="770769"/>
                </a:lnTo>
                <a:cubicBezTo>
                  <a:pt x="275912" y="807482"/>
                  <a:pt x="347637" y="824254"/>
                  <a:pt x="418175" y="822897"/>
                </a:cubicBezTo>
                <a:cubicBezTo>
                  <a:pt x="494939" y="821419"/>
                  <a:pt x="570316" y="798483"/>
                  <a:pt x="635048" y="756451"/>
                </a:cubicBezTo>
                <a:cubicBezTo>
                  <a:pt x="640974" y="752603"/>
                  <a:pt x="642639" y="744655"/>
                  <a:pt x="638826" y="738719"/>
                </a:cubicBezTo>
                <a:cubicBezTo>
                  <a:pt x="634968" y="732776"/>
                  <a:pt x="627030" y="731091"/>
                  <a:pt x="621085" y="734947"/>
                </a:cubicBezTo>
                <a:cubicBezTo>
                  <a:pt x="560369" y="774381"/>
                  <a:pt x="489717" y="795892"/>
                  <a:pt x="417784" y="797286"/>
                </a:cubicBezTo>
                <a:cubicBezTo>
                  <a:pt x="350934" y="798574"/>
                  <a:pt x="282978" y="782504"/>
                  <a:pt x="220830" y="747345"/>
                </a:cubicBezTo>
                <a:lnTo>
                  <a:pt x="250896" y="744541"/>
                </a:lnTo>
                <a:cubicBezTo>
                  <a:pt x="257947" y="743901"/>
                  <a:pt x="263138" y="737675"/>
                  <a:pt x="262499" y="730627"/>
                </a:cubicBezTo>
                <a:cubicBezTo>
                  <a:pt x="261859" y="723586"/>
                  <a:pt x="255623" y="718381"/>
                  <a:pt x="248580" y="719021"/>
                </a:cubicBezTo>
                <a:close/>
                <a:moveTo>
                  <a:pt x="602650" y="28223"/>
                </a:moveTo>
                <a:lnTo>
                  <a:pt x="613404" y="53471"/>
                </a:lnTo>
                <a:cubicBezTo>
                  <a:pt x="547155" y="15925"/>
                  <a:pt x="474720" y="-1256"/>
                  <a:pt x="403457" y="71"/>
                </a:cubicBezTo>
                <a:cubicBezTo>
                  <a:pt x="326793" y="1497"/>
                  <a:pt x="251507" y="24321"/>
                  <a:pt x="186790" y="66201"/>
                </a:cubicBezTo>
                <a:cubicBezTo>
                  <a:pt x="180855" y="70060"/>
                  <a:pt x="179164" y="77997"/>
                  <a:pt x="183022" y="83942"/>
                </a:cubicBezTo>
                <a:cubicBezTo>
                  <a:pt x="186889" y="89877"/>
                  <a:pt x="194827" y="91559"/>
                  <a:pt x="200762" y="87710"/>
                </a:cubicBezTo>
                <a:cubicBezTo>
                  <a:pt x="261443" y="48428"/>
                  <a:pt x="332017" y="27030"/>
                  <a:pt x="403858" y="25696"/>
                </a:cubicBezTo>
                <a:cubicBezTo>
                  <a:pt x="471022" y="24452"/>
                  <a:pt x="539296" y="40728"/>
                  <a:pt x="601666" y="76289"/>
                </a:cubicBezTo>
                <a:lnTo>
                  <a:pt x="573037" y="78465"/>
                </a:lnTo>
                <a:cubicBezTo>
                  <a:pt x="565959" y="78986"/>
                  <a:pt x="560667" y="85159"/>
                  <a:pt x="561188" y="92226"/>
                </a:cubicBezTo>
                <a:cubicBezTo>
                  <a:pt x="561717" y="99304"/>
                  <a:pt x="567882" y="104606"/>
                  <a:pt x="574949" y="104076"/>
                </a:cubicBezTo>
                <a:lnTo>
                  <a:pt x="642213" y="98983"/>
                </a:lnTo>
                <a:lnTo>
                  <a:pt x="642213" y="98965"/>
                </a:lnTo>
                <a:lnTo>
                  <a:pt x="642358" y="98947"/>
                </a:lnTo>
                <a:cubicBezTo>
                  <a:pt x="643665" y="98828"/>
                  <a:pt x="645046" y="98510"/>
                  <a:pt x="646282" y="97968"/>
                </a:cubicBezTo>
                <a:cubicBezTo>
                  <a:pt x="652818" y="95196"/>
                  <a:pt x="655862" y="87663"/>
                  <a:pt x="653038" y="81144"/>
                </a:cubicBezTo>
                <a:lnTo>
                  <a:pt x="626264" y="18169"/>
                </a:lnTo>
                <a:cubicBezTo>
                  <a:pt x="623483" y="11650"/>
                  <a:pt x="615959" y="8614"/>
                  <a:pt x="609428" y="11394"/>
                </a:cubicBezTo>
                <a:cubicBezTo>
                  <a:pt x="602919" y="14174"/>
                  <a:pt x="599874" y="21699"/>
                  <a:pt x="602644" y="28218"/>
                </a:cubicBezTo>
                <a:close/>
                <a:moveTo>
                  <a:pt x="28223" y="219295"/>
                </a:moveTo>
                <a:lnTo>
                  <a:pt x="53471" y="208541"/>
                </a:lnTo>
                <a:cubicBezTo>
                  <a:pt x="16044" y="274597"/>
                  <a:pt x="-1146" y="346813"/>
                  <a:pt x="59" y="417893"/>
                </a:cubicBezTo>
                <a:cubicBezTo>
                  <a:pt x="1366" y="494367"/>
                  <a:pt x="23943" y="569485"/>
                  <a:pt x="65493" y="634103"/>
                </a:cubicBezTo>
                <a:cubicBezTo>
                  <a:pt x="69323" y="640064"/>
                  <a:pt x="77271" y="641803"/>
                  <a:pt x="83233" y="637969"/>
                </a:cubicBezTo>
                <a:cubicBezTo>
                  <a:pt x="89195" y="634138"/>
                  <a:pt x="90933" y="626191"/>
                  <a:pt x="87099" y="620229"/>
                </a:cubicBezTo>
                <a:cubicBezTo>
                  <a:pt x="48092" y="559575"/>
                  <a:pt x="26905" y="489142"/>
                  <a:pt x="25687" y="417491"/>
                </a:cubicBezTo>
                <a:cubicBezTo>
                  <a:pt x="24544" y="350521"/>
                  <a:pt x="40828" y="282465"/>
                  <a:pt x="76288" y="220286"/>
                </a:cubicBezTo>
                <a:lnTo>
                  <a:pt x="78464" y="248905"/>
                </a:lnTo>
                <a:cubicBezTo>
                  <a:pt x="78994" y="255984"/>
                  <a:pt x="85159" y="261285"/>
                  <a:pt x="92225" y="260755"/>
                </a:cubicBezTo>
                <a:cubicBezTo>
                  <a:pt x="99304" y="260226"/>
                  <a:pt x="104605" y="254070"/>
                  <a:pt x="104075" y="246994"/>
                </a:cubicBezTo>
                <a:lnTo>
                  <a:pt x="98982" y="179721"/>
                </a:lnTo>
                <a:lnTo>
                  <a:pt x="98964" y="179721"/>
                </a:lnTo>
                <a:lnTo>
                  <a:pt x="98964" y="179593"/>
                </a:lnTo>
                <a:lnTo>
                  <a:pt x="98964" y="179585"/>
                </a:lnTo>
                <a:cubicBezTo>
                  <a:pt x="98845" y="178260"/>
                  <a:pt x="98515" y="176941"/>
                  <a:pt x="97976" y="175661"/>
                </a:cubicBezTo>
                <a:cubicBezTo>
                  <a:pt x="95205" y="169142"/>
                  <a:pt x="87672" y="166107"/>
                  <a:pt x="81153" y="168878"/>
                </a:cubicBezTo>
                <a:lnTo>
                  <a:pt x="18177" y="195688"/>
                </a:lnTo>
                <a:cubicBezTo>
                  <a:pt x="11658" y="198460"/>
                  <a:pt x="8622" y="205993"/>
                  <a:pt x="11394" y="212524"/>
                </a:cubicBezTo>
                <a:cubicBezTo>
                  <a:pt x="14174" y="219034"/>
                  <a:pt x="21707" y="222078"/>
                  <a:pt x="28217" y="219298"/>
                </a:cubicBezTo>
                <a:close/>
                <a:moveTo>
                  <a:pt x="718989" y="573366"/>
                </a:moveTo>
                <a:lnTo>
                  <a:pt x="725314" y="641508"/>
                </a:lnTo>
                <a:cubicBezTo>
                  <a:pt x="725962" y="648548"/>
                  <a:pt x="732203" y="653742"/>
                  <a:pt x="739259" y="653102"/>
                </a:cubicBezTo>
                <a:cubicBezTo>
                  <a:pt x="740706" y="652974"/>
                  <a:pt x="742093" y="652609"/>
                  <a:pt x="743328" y="652052"/>
                </a:cubicBezTo>
                <a:lnTo>
                  <a:pt x="804920" y="624566"/>
                </a:lnTo>
                <a:cubicBezTo>
                  <a:pt x="811382" y="621685"/>
                  <a:pt x="814293" y="614098"/>
                  <a:pt x="811382" y="607632"/>
                </a:cubicBezTo>
                <a:cubicBezTo>
                  <a:pt x="808547" y="601167"/>
                  <a:pt x="800927" y="598268"/>
                  <a:pt x="794458" y="601149"/>
                </a:cubicBezTo>
                <a:lnTo>
                  <a:pt x="771141" y="611547"/>
                </a:lnTo>
                <a:cubicBezTo>
                  <a:pt x="807816" y="545663"/>
                  <a:pt x="824458" y="473762"/>
                  <a:pt x="822858" y="403094"/>
                </a:cubicBezTo>
                <a:cubicBezTo>
                  <a:pt x="821189" y="325979"/>
                  <a:pt x="797795" y="250305"/>
                  <a:pt x="755169" y="185459"/>
                </a:cubicBezTo>
                <a:cubicBezTo>
                  <a:pt x="751313" y="179542"/>
                  <a:pt x="743396" y="177908"/>
                  <a:pt x="737445" y="181792"/>
                </a:cubicBezTo>
                <a:cubicBezTo>
                  <a:pt x="731562" y="185679"/>
                  <a:pt x="729894" y="193616"/>
                  <a:pt x="733810" y="199524"/>
                </a:cubicBezTo>
                <a:cubicBezTo>
                  <a:pt x="773762" y="260332"/>
                  <a:pt x="795700" y="331289"/>
                  <a:pt x="797300" y="403588"/>
                </a:cubicBezTo>
                <a:cubicBezTo>
                  <a:pt x="798748" y="470778"/>
                  <a:pt x="782693" y="539132"/>
                  <a:pt x="747328" y="601609"/>
                </a:cubicBezTo>
                <a:lnTo>
                  <a:pt x="744494" y="571039"/>
                </a:lnTo>
                <a:cubicBezTo>
                  <a:pt x="743907" y="563999"/>
                  <a:pt x="737666" y="558806"/>
                  <a:pt x="730625" y="559446"/>
                </a:cubicBezTo>
                <a:cubicBezTo>
                  <a:pt x="723569" y="560086"/>
                  <a:pt x="718342" y="566313"/>
                  <a:pt x="718997" y="573364"/>
                </a:cubicBezTo>
                <a:close/>
                <a:moveTo>
                  <a:pt x="579150" y="481415"/>
                </a:moveTo>
                <a:cubicBezTo>
                  <a:pt x="573333" y="475591"/>
                  <a:pt x="565699" y="472682"/>
                  <a:pt x="558073" y="472682"/>
                </a:cubicBezTo>
                <a:cubicBezTo>
                  <a:pt x="550446" y="472682"/>
                  <a:pt x="542812" y="475599"/>
                  <a:pt x="536996" y="481415"/>
                </a:cubicBezTo>
                <a:cubicBezTo>
                  <a:pt x="531179" y="487232"/>
                  <a:pt x="528262" y="494866"/>
                  <a:pt x="528262" y="502492"/>
                </a:cubicBezTo>
                <a:cubicBezTo>
                  <a:pt x="528262" y="510118"/>
                  <a:pt x="531179" y="517744"/>
                  <a:pt x="536996" y="523569"/>
                </a:cubicBezTo>
                <a:cubicBezTo>
                  <a:pt x="542812" y="529386"/>
                  <a:pt x="550446" y="532293"/>
                  <a:pt x="558073" y="532293"/>
                </a:cubicBezTo>
                <a:cubicBezTo>
                  <a:pt x="565699" y="532293"/>
                  <a:pt x="573333" y="529386"/>
                  <a:pt x="579150" y="523569"/>
                </a:cubicBezTo>
                <a:cubicBezTo>
                  <a:pt x="584966" y="517744"/>
                  <a:pt x="587883" y="510118"/>
                  <a:pt x="587883" y="502492"/>
                </a:cubicBezTo>
                <a:cubicBezTo>
                  <a:pt x="587883" y="494866"/>
                  <a:pt x="584966" y="487232"/>
                  <a:pt x="579150" y="481415"/>
                </a:cubicBezTo>
                <a:close/>
                <a:moveTo>
                  <a:pt x="558073" y="446961"/>
                </a:moveTo>
                <a:cubicBezTo>
                  <a:pt x="572292" y="446961"/>
                  <a:pt x="586493" y="452385"/>
                  <a:pt x="597336" y="463229"/>
                </a:cubicBezTo>
                <a:cubicBezTo>
                  <a:pt x="608179" y="474072"/>
                  <a:pt x="613603" y="488282"/>
                  <a:pt x="613603" y="502492"/>
                </a:cubicBezTo>
                <a:cubicBezTo>
                  <a:pt x="613603" y="516702"/>
                  <a:pt x="608171" y="530903"/>
                  <a:pt x="597336" y="541747"/>
                </a:cubicBezTo>
                <a:cubicBezTo>
                  <a:pt x="586493" y="552591"/>
                  <a:pt x="572282" y="558015"/>
                  <a:pt x="558073" y="558015"/>
                </a:cubicBezTo>
                <a:cubicBezTo>
                  <a:pt x="543863" y="558015"/>
                  <a:pt x="529652" y="552591"/>
                  <a:pt x="518809" y="541747"/>
                </a:cubicBezTo>
                <a:cubicBezTo>
                  <a:pt x="507974" y="530904"/>
                  <a:pt x="502542" y="516703"/>
                  <a:pt x="502542" y="502492"/>
                </a:cubicBezTo>
                <a:cubicBezTo>
                  <a:pt x="502542" y="488282"/>
                  <a:pt x="507965" y="474072"/>
                  <a:pt x="518809" y="463229"/>
                </a:cubicBezTo>
                <a:cubicBezTo>
                  <a:pt x="529652" y="452385"/>
                  <a:pt x="543872" y="446961"/>
                  <a:pt x="558073" y="446961"/>
                </a:cubicBezTo>
                <a:close/>
                <a:moveTo>
                  <a:pt x="286000" y="481415"/>
                </a:moveTo>
                <a:cubicBezTo>
                  <a:pt x="280176" y="475591"/>
                  <a:pt x="272550" y="472682"/>
                  <a:pt x="264924" y="472682"/>
                </a:cubicBezTo>
                <a:cubicBezTo>
                  <a:pt x="257297" y="472682"/>
                  <a:pt x="249663" y="475599"/>
                  <a:pt x="243847" y="481415"/>
                </a:cubicBezTo>
                <a:cubicBezTo>
                  <a:pt x="238021" y="487232"/>
                  <a:pt x="235113" y="494866"/>
                  <a:pt x="235113" y="502492"/>
                </a:cubicBezTo>
                <a:cubicBezTo>
                  <a:pt x="235113" y="510118"/>
                  <a:pt x="238021" y="517744"/>
                  <a:pt x="243847" y="523569"/>
                </a:cubicBezTo>
                <a:cubicBezTo>
                  <a:pt x="249663" y="529386"/>
                  <a:pt x="257289" y="532293"/>
                  <a:pt x="264924" y="532293"/>
                </a:cubicBezTo>
                <a:cubicBezTo>
                  <a:pt x="272559" y="532293"/>
                  <a:pt x="280176" y="529386"/>
                  <a:pt x="286000" y="523569"/>
                </a:cubicBezTo>
                <a:cubicBezTo>
                  <a:pt x="291817" y="517744"/>
                  <a:pt x="294725" y="510118"/>
                  <a:pt x="294725" y="502492"/>
                </a:cubicBezTo>
                <a:cubicBezTo>
                  <a:pt x="294725" y="494866"/>
                  <a:pt x="291817" y="487232"/>
                  <a:pt x="286000" y="481415"/>
                </a:cubicBezTo>
                <a:close/>
                <a:moveTo>
                  <a:pt x="264924" y="446961"/>
                </a:moveTo>
                <a:cubicBezTo>
                  <a:pt x="279133" y="446961"/>
                  <a:pt x="293344" y="452385"/>
                  <a:pt x="304187" y="463229"/>
                </a:cubicBezTo>
                <a:cubicBezTo>
                  <a:pt x="315030" y="474072"/>
                  <a:pt x="320454" y="488282"/>
                  <a:pt x="320454" y="502492"/>
                </a:cubicBezTo>
                <a:cubicBezTo>
                  <a:pt x="320454" y="516702"/>
                  <a:pt x="315031" y="530903"/>
                  <a:pt x="304187" y="541747"/>
                </a:cubicBezTo>
                <a:cubicBezTo>
                  <a:pt x="293344" y="552591"/>
                  <a:pt x="279133" y="558015"/>
                  <a:pt x="264924" y="558015"/>
                </a:cubicBezTo>
                <a:cubicBezTo>
                  <a:pt x="250714" y="558015"/>
                  <a:pt x="236503" y="552591"/>
                  <a:pt x="225660" y="541747"/>
                </a:cubicBezTo>
                <a:cubicBezTo>
                  <a:pt x="214817" y="530903"/>
                  <a:pt x="209393" y="516703"/>
                  <a:pt x="209393" y="502492"/>
                </a:cubicBezTo>
                <a:cubicBezTo>
                  <a:pt x="209393" y="488282"/>
                  <a:pt x="214808" y="474072"/>
                  <a:pt x="225660" y="463229"/>
                </a:cubicBezTo>
                <a:cubicBezTo>
                  <a:pt x="236503" y="452385"/>
                  <a:pt x="250714" y="446961"/>
                  <a:pt x="264924" y="446961"/>
                </a:cubicBezTo>
                <a:close/>
                <a:moveTo>
                  <a:pt x="432571" y="228443"/>
                </a:moveTo>
                <a:cubicBezTo>
                  <a:pt x="426755" y="222618"/>
                  <a:pt x="419129" y="219709"/>
                  <a:pt x="411494" y="219709"/>
                </a:cubicBezTo>
                <a:cubicBezTo>
                  <a:pt x="403860" y="219709"/>
                  <a:pt x="396234" y="222617"/>
                  <a:pt x="390417" y="228443"/>
                </a:cubicBezTo>
                <a:cubicBezTo>
                  <a:pt x="384601" y="234259"/>
                  <a:pt x="381693" y="241885"/>
                  <a:pt x="381693" y="249510"/>
                </a:cubicBezTo>
                <a:cubicBezTo>
                  <a:pt x="381693" y="257137"/>
                  <a:pt x="384601" y="264771"/>
                  <a:pt x="390417" y="270587"/>
                </a:cubicBezTo>
                <a:cubicBezTo>
                  <a:pt x="396234" y="276412"/>
                  <a:pt x="403868" y="279321"/>
                  <a:pt x="411494" y="279321"/>
                </a:cubicBezTo>
                <a:cubicBezTo>
                  <a:pt x="419120" y="279321"/>
                  <a:pt x="426755" y="276413"/>
                  <a:pt x="432571" y="270587"/>
                </a:cubicBezTo>
                <a:cubicBezTo>
                  <a:pt x="438387" y="264771"/>
                  <a:pt x="441304" y="257145"/>
                  <a:pt x="441304" y="249510"/>
                </a:cubicBezTo>
                <a:cubicBezTo>
                  <a:pt x="441304" y="241875"/>
                  <a:pt x="438387" y="234258"/>
                  <a:pt x="432571" y="228443"/>
                </a:cubicBezTo>
                <a:close/>
                <a:moveTo>
                  <a:pt x="450758" y="210256"/>
                </a:moveTo>
                <a:cubicBezTo>
                  <a:pt x="439915" y="199413"/>
                  <a:pt x="425704" y="193989"/>
                  <a:pt x="411494" y="193989"/>
                </a:cubicBezTo>
                <a:cubicBezTo>
                  <a:pt x="397284" y="193989"/>
                  <a:pt x="383074" y="199412"/>
                  <a:pt x="372239" y="210256"/>
                </a:cubicBezTo>
                <a:cubicBezTo>
                  <a:pt x="361396" y="221099"/>
                  <a:pt x="355972" y="235310"/>
                  <a:pt x="355972" y="249511"/>
                </a:cubicBezTo>
                <a:cubicBezTo>
                  <a:pt x="355972" y="263713"/>
                  <a:pt x="361404" y="277932"/>
                  <a:pt x="372239" y="288775"/>
                </a:cubicBezTo>
                <a:cubicBezTo>
                  <a:pt x="383074" y="299618"/>
                  <a:pt x="397293" y="305042"/>
                  <a:pt x="411494" y="305042"/>
                </a:cubicBezTo>
                <a:cubicBezTo>
                  <a:pt x="425696" y="305042"/>
                  <a:pt x="439915" y="299619"/>
                  <a:pt x="450758" y="288775"/>
                </a:cubicBezTo>
                <a:cubicBezTo>
                  <a:pt x="461601" y="277932"/>
                  <a:pt x="467025" y="263721"/>
                  <a:pt x="467025" y="249511"/>
                </a:cubicBezTo>
                <a:cubicBezTo>
                  <a:pt x="467025" y="235301"/>
                  <a:pt x="461602" y="221100"/>
                  <a:pt x="450758" y="210256"/>
                </a:cubicBezTo>
                <a:close/>
                <a:moveTo>
                  <a:pt x="443066" y="499862"/>
                </a:moveTo>
                <a:cubicBezTo>
                  <a:pt x="443040" y="500722"/>
                  <a:pt x="443040" y="501600"/>
                  <a:pt x="443040" y="502469"/>
                </a:cubicBezTo>
                <a:cubicBezTo>
                  <a:pt x="443040" y="503356"/>
                  <a:pt x="443057" y="504226"/>
                  <a:pt x="443075" y="505104"/>
                </a:cubicBezTo>
                <a:lnTo>
                  <a:pt x="436518" y="508890"/>
                </a:lnTo>
                <a:lnTo>
                  <a:pt x="436536" y="508907"/>
                </a:lnTo>
                <a:cubicBezTo>
                  <a:pt x="429055" y="513233"/>
                  <a:pt x="424038" y="520174"/>
                  <a:pt x="421969" y="527853"/>
                </a:cubicBezTo>
                <a:cubicBezTo>
                  <a:pt x="419911" y="535545"/>
                  <a:pt x="420790" y="544049"/>
                  <a:pt x="425106" y="551525"/>
                </a:cubicBezTo>
                <a:lnTo>
                  <a:pt x="448505" y="592052"/>
                </a:lnTo>
                <a:cubicBezTo>
                  <a:pt x="448778" y="592665"/>
                  <a:pt x="449109" y="593248"/>
                  <a:pt x="449493" y="593835"/>
                </a:cubicBezTo>
                <a:lnTo>
                  <a:pt x="449493" y="593816"/>
                </a:lnTo>
                <a:cubicBezTo>
                  <a:pt x="453836" y="600904"/>
                  <a:pt x="460584" y="605657"/>
                  <a:pt x="468064" y="607670"/>
                </a:cubicBezTo>
                <a:cubicBezTo>
                  <a:pt x="475296" y="609608"/>
                  <a:pt x="483253" y="608941"/>
                  <a:pt x="490394" y="605265"/>
                </a:cubicBezTo>
                <a:cubicBezTo>
                  <a:pt x="491117" y="604964"/>
                  <a:pt x="491811" y="604580"/>
                  <a:pt x="492486" y="604131"/>
                </a:cubicBezTo>
                <a:lnTo>
                  <a:pt x="498329" y="600747"/>
                </a:lnTo>
                <a:lnTo>
                  <a:pt x="499857" y="601660"/>
                </a:lnTo>
                <a:cubicBezTo>
                  <a:pt x="500086" y="601815"/>
                  <a:pt x="500306" y="601952"/>
                  <a:pt x="500541" y="602089"/>
                </a:cubicBezTo>
                <a:cubicBezTo>
                  <a:pt x="501291" y="602527"/>
                  <a:pt x="502041" y="602949"/>
                  <a:pt x="502818" y="603369"/>
                </a:cubicBezTo>
                <a:lnTo>
                  <a:pt x="502818" y="610942"/>
                </a:lnTo>
                <a:cubicBezTo>
                  <a:pt x="502818" y="619564"/>
                  <a:pt x="506330" y="627380"/>
                  <a:pt x="511989" y="633042"/>
                </a:cubicBezTo>
                <a:cubicBezTo>
                  <a:pt x="517650" y="638713"/>
                  <a:pt x="525467" y="642213"/>
                  <a:pt x="534089" y="642213"/>
                </a:cubicBezTo>
                <a:lnTo>
                  <a:pt x="582060" y="642213"/>
                </a:lnTo>
                <a:cubicBezTo>
                  <a:pt x="590682" y="642213"/>
                  <a:pt x="598512" y="638701"/>
                  <a:pt x="604161" y="633042"/>
                </a:cubicBezTo>
                <a:cubicBezTo>
                  <a:pt x="609831" y="627381"/>
                  <a:pt x="613331" y="619564"/>
                  <a:pt x="613331" y="610942"/>
                </a:cubicBezTo>
                <a:lnTo>
                  <a:pt x="613331" y="603369"/>
                </a:lnTo>
                <a:cubicBezTo>
                  <a:pt x="614064" y="602958"/>
                  <a:pt x="614814" y="602535"/>
                  <a:pt x="615564" y="602098"/>
                </a:cubicBezTo>
                <a:cubicBezTo>
                  <a:pt x="616332" y="601660"/>
                  <a:pt x="617091" y="601211"/>
                  <a:pt x="617842" y="600761"/>
                </a:cubicBezTo>
                <a:lnTo>
                  <a:pt x="624369" y="604529"/>
                </a:lnTo>
                <a:lnTo>
                  <a:pt x="624369" y="604512"/>
                </a:lnTo>
                <a:lnTo>
                  <a:pt x="624562" y="604613"/>
                </a:lnTo>
                <a:cubicBezTo>
                  <a:pt x="631998" y="608854"/>
                  <a:pt x="640446" y="609706"/>
                  <a:pt x="648098" y="607658"/>
                </a:cubicBezTo>
                <a:cubicBezTo>
                  <a:pt x="655798" y="605592"/>
                  <a:pt x="662776" y="600571"/>
                  <a:pt x="667053" y="593121"/>
                </a:cubicBezTo>
                <a:lnTo>
                  <a:pt x="667053" y="593102"/>
                </a:lnTo>
                <a:lnTo>
                  <a:pt x="691020" y="551517"/>
                </a:lnTo>
                <a:cubicBezTo>
                  <a:pt x="695381" y="544046"/>
                  <a:pt x="696250" y="535533"/>
                  <a:pt x="694148" y="527845"/>
                </a:cubicBezTo>
                <a:cubicBezTo>
                  <a:pt x="692184" y="520466"/>
                  <a:pt x="687463" y="513790"/>
                  <a:pt x="680498" y="509429"/>
                </a:cubicBezTo>
                <a:cubicBezTo>
                  <a:pt x="680207" y="509227"/>
                  <a:pt x="679921" y="509045"/>
                  <a:pt x="679629" y="508872"/>
                </a:cubicBezTo>
                <a:lnTo>
                  <a:pt x="673093" y="505086"/>
                </a:lnTo>
                <a:lnTo>
                  <a:pt x="673093" y="499838"/>
                </a:lnTo>
                <a:lnTo>
                  <a:pt x="679629" y="496053"/>
                </a:lnTo>
                <a:cubicBezTo>
                  <a:pt x="687109" y="491745"/>
                  <a:pt x="692119" y="484804"/>
                  <a:pt x="694157" y="477080"/>
                </a:cubicBezTo>
                <a:cubicBezTo>
                  <a:pt x="696261" y="469389"/>
                  <a:pt x="695393" y="460885"/>
                  <a:pt x="691029" y="453416"/>
                </a:cubicBezTo>
                <a:lnTo>
                  <a:pt x="667419" y="412542"/>
                </a:lnTo>
                <a:cubicBezTo>
                  <a:pt x="667345" y="412303"/>
                  <a:pt x="667199" y="412066"/>
                  <a:pt x="667053" y="411827"/>
                </a:cubicBezTo>
                <a:cubicBezTo>
                  <a:pt x="662764" y="404365"/>
                  <a:pt x="655796" y="399356"/>
                  <a:pt x="648098" y="397290"/>
                </a:cubicBezTo>
                <a:cubicBezTo>
                  <a:pt x="640692" y="395305"/>
                  <a:pt x="632555" y="396037"/>
                  <a:pt x="625304" y="399924"/>
                </a:cubicBezTo>
                <a:cubicBezTo>
                  <a:pt x="624982" y="400079"/>
                  <a:pt x="624673" y="400233"/>
                  <a:pt x="624372" y="400419"/>
                </a:cubicBezTo>
                <a:lnTo>
                  <a:pt x="617853" y="404177"/>
                </a:lnTo>
                <a:cubicBezTo>
                  <a:pt x="617103" y="403728"/>
                  <a:pt x="616353" y="403281"/>
                  <a:pt x="615612" y="402853"/>
                </a:cubicBezTo>
                <a:lnTo>
                  <a:pt x="615594" y="402880"/>
                </a:lnTo>
                <a:lnTo>
                  <a:pt x="615559" y="402853"/>
                </a:lnTo>
                <a:cubicBezTo>
                  <a:pt x="614817" y="402424"/>
                  <a:pt x="614076" y="402010"/>
                  <a:pt x="613338" y="401600"/>
                </a:cubicBezTo>
                <a:lnTo>
                  <a:pt x="613338" y="394009"/>
                </a:lnTo>
                <a:cubicBezTo>
                  <a:pt x="613338" y="385387"/>
                  <a:pt x="609825" y="377559"/>
                  <a:pt x="604167" y="371899"/>
                </a:cubicBezTo>
                <a:cubicBezTo>
                  <a:pt x="598506" y="366238"/>
                  <a:pt x="590689" y="362738"/>
                  <a:pt x="582066" y="362738"/>
                </a:cubicBezTo>
                <a:lnTo>
                  <a:pt x="534096" y="362738"/>
                </a:lnTo>
                <a:cubicBezTo>
                  <a:pt x="525473" y="362738"/>
                  <a:pt x="517645" y="366250"/>
                  <a:pt x="511995" y="371899"/>
                </a:cubicBezTo>
                <a:cubicBezTo>
                  <a:pt x="506324" y="377570"/>
                  <a:pt x="502825" y="385387"/>
                  <a:pt x="502825" y="394009"/>
                </a:cubicBezTo>
                <a:lnTo>
                  <a:pt x="502825" y="401573"/>
                </a:lnTo>
                <a:cubicBezTo>
                  <a:pt x="502092" y="401984"/>
                  <a:pt x="501342" y="402407"/>
                  <a:pt x="500583" y="402836"/>
                </a:cubicBezTo>
                <a:cubicBezTo>
                  <a:pt x="499815" y="403284"/>
                  <a:pt x="499056" y="403723"/>
                  <a:pt x="498315" y="404181"/>
                </a:cubicBezTo>
                <a:lnTo>
                  <a:pt x="491787" y="400412"/>
                </a:lnTo>
                <a:lnTo>
                  <a:pt x="491787" y="400439"/>
                </a:lnTo>
                <a:lnTo>
                  <a:pt x="491606" y="400338"/>
                </a:lnTo>
                <a:cubicBezTo>
                  <a:pt x="484170" y="396087"/>
                  <a:pt x="475722" y="395236"/>
                  <a:pt x="468079" y="397284"/>
                </a:cubicBezTo>
                <a:cubicBezTo>
                  <a:pt x="460361" y="399349"/>
                  <a:pt x="453413" y="404371"/>
                  <a:pt x="449107" y="411821"/>
                </a:cubicBezTo>
                <a:lnTo>
                  <a:pt x="449124" y="411821"/>
                </a:lnTo>
                <a:lnTo>
                  <a:pt x="425112" y="453419"/>
                </a:lnTo>
                <a:cubicBezTo>
                  <a:pt x="420796" y="460890"/>
                  <a:pt x="419918" y="469394"/>
                  <a:pt x="421975" y="477083"/>
                </a:cubicBezTo>
                <a:cubicBezTo>
                  <a:pt x="424050" y="484810"/>
                  <a:pt x="429062" y="491748"/>
                  <a:pt x="436524" y="496055"/>
                </a:cubicBezTo>
                <a:lnTo>
                  <a:pt x="443082" y="499841"/>
                </a:lnTo>
                <a:close/>
                <a:moveTo>
                  <a:pt x="449368" y="473874"/>
                </a:moveTo>
                <a:lnTo>
                  <a:pt x="462735" y="481592"/>
                </a:lnTo>
                <a:cubicBezTo>
                  <a:pt x="466932" y="484033"/>
                  <a:pt x="469558" y="488751"/>
                  <a:pt x="469073" y="493900"/>
                </a:cubicBezTo>
                <a:cubicBezTo>
                  <a:pt x="468799" y="496808"/>
                  <a:pt x="468662" y="499668"/>
                  <a:pt x="468662" y="502466"/>
                </a:cubicBezTo>
                <a:cubicBezTo>
                  <a:pt x="468662" y="505083"/>
                  <a:pt x="468790" y="507744"/>
                  <a:pt x="469037" y="510431"/>
                </a:cubicBezTo>
                <a:cubicBezTo>
                  <a:pt x="469751" y="515462"/>
                  <a:pt x="467427" y="520665"/>
                  <a:pt x="462765" y="523362"/>
                </a:cubicBezTo>
                <a:lnTo>
                  <a:pt x="449380" y="531089"/>
                </a:lnTo>
                <a:lnTo>
                  <a:pt x="449380" y="531072"/>
                </a:lnTo>
                <a:lnTo>
                  <a:pt x="449335" y="531089"/>
                </a:lnTo>
                <a:cubicBezTo>
                  <a:pt x="448047" y="531831"/>
                  <a:pt x="447168" y="533074"/>
                  <a:pt x="446793" y="534492"/>
                </a:cubicBezTo>
                <a:cubicBezTo>
                  <a:pt x="446418" y="535917"/>
                  <a:pt x="446555" y="537454"/>
                  <a:pt x="447314" y="538772"/>
                </a:cubicBezTo>
                <a:lnTo>
                  <a:pt x="470686" y="579262"/>
                </a:lnTo>
                <a:lnTo>
                  <a:pt x="470897" y="579563"/>
                </a:lnTo>
                <a:lnTo>
                  <a:pt x="470871" y="579581"/>
                </a:lnTo>
                <a:lnTo>
                  <a:pt x="470888" y="579607"/>
                </a:lnTo>
                <a:cubicBezTo>
                  <a:pt x="471035" y="579828"/>
                  <a:pt x="471171" y="580045"/>
                  <a:pt x="471299" y="580265"/>
                </a:cubicBezTo>
                <a:cubicBezTo>
                  <a:pt x="472067" y="581581"/>
                  <a:pt x="473302" y="582477"/>
                  <a:pt x="474701" y="582852"/>
                </a:cubicBezTo>
                <a:cubicBezTo>
                  <a:pt x="475991" y="583191"/>
                  <a:pt x="477362" y="583117"/>
                  <a:pt x="478589" y="582543"/>
                </a:cubicBezTo>
                <a:lnTo>
                  <a:pt x="478928" y="582340"/>
                </a:lnTo>
                <a:lnTo>
                  <a:pt x="492305" y="574613"/>
                </a:lnTo>
                <a:cubicBezTo>
                  <a:pt x="496529" y="572181"/>
                  <a:pt x="501943" y="572252"/>
                  <a:pt x="506167" y="575262"/>
                </a:cubicBezTo>
                <a:cubicBezTo>
                  <a:pt x="508387" y="576833"/>
                  <a:pt x="510584" y="578271"/>
                  <a:pt x="512733" y="579542"/>
                </a:cubicBezTo>
                <a:cubicBezTo>
                  <a:pt x="512962" y="579652"/>
                  <a:pt x="513182" y="579780"/>
                  <a:pt x="513400" y="579899"/>
                </a:cubicBezTo>
                <a:cubicBezTo>
                  <a:pt x="515641" y="581188"/>
                  <a:pt x="517862" y="582357"/>
                  <a:pt x="520046" y="583393"/>
                </a:cubicBezTo>
                <a:cubicBezTo>
                  <a:pt x="524993" y="585185"/>
                  <a:pt x="528533" y="589930"/>
                  <a:pt x="528533" y="595490"/>
                </a:cubicBezTo>
                <a:lnTo>
                  <a:pt x="528533" y="610944"/>
                </a:lnTo>
                <a:cubicBezTo>
                  <a:pt x="528533" y="612463"/>
                  <a:pt x="529155" y="613862"/>
                  <a:pt x="530170" y="614867"/>
                </a:cubicBezTo>
                <a:cubicBezTo>
                  <a:pt x="531176" y="615873"/>
                  <a:pt x="532566" y="616504"/>
                  <a:pt x="534084" y="616504"/>
                </a:cubicBezTo>
                <a:lnTo>
                  <a:pt x="582054" y="616504"/>
                </a:lnTo>
                <a:cubicBezTo>
                  <a:pt x="583572" y="616504"/>
                  <a:pt x="584971" y="615873"/>
                  <a:pt x="585977" y="614867"/>
                </a:cubicBezTo>
                <a:cubicBezTo>
                  <a:pt x="586984" y="613862"/>
                  <a:pt x="587615" y="612463"/>
                  <a:pt x="587615" y="610944"/>
                </a:cubicBezTo>
                <a:lnTo>
                  <a:pt x="587615" y="595635"/>
                </a:lnTo>
                <a:cubicBezTo>
                  <a:pt x="587560" y="590698"/>
                  <a:pt x="590368" y="585953"/>
                  <a:pt x="595157" y="583785"/>
                </a:cubicBezTo>
                <a:cubicBezTo>
                  <a:pt x="598092" y="582440"/>
                  <a:pt x="600652" y="581151"/>
                  <a:pt x="602819" y="579898"/>
                </a:cubicBezTo>
                <a:cubicBezTo>
                  <a:pt x="605039" y="578618"/>
                  <a:pt x="607317" y="577154"/>
                  <a:pt x="609641" y="575520"/>
                </a:cubicBezTo>
                <a:cubicBezTo>
                  <a:pt x="613648" y="572466"/>
                  <a:pt x="619244" y="571927"/>
                  <a:pt x="623860" y="574615"/>
                </a:cubicBezTo>
                <a:lnTo>
                  <a:pt x="637228" y="582333"/>
                </a:lnTo>
                <a:lnTo>
                  <a:pt x="637228" y="582351"/>
                </a:lnTo>
                <a:cubicBezTo>
                  <a:pt x="638517" y="583084"/>
                  <a:pt x="640035" y="583220"/>
                  <a:pt x="641478" y="582845"/>
                </a:cubicBezTo>
                <a:cubicBezTo>
                  <a:pt x="642860" y="582479"/>
                  <a:pt x="644095" y="581583"/>
                  <a:pt x="644824" y="580259"/>
                </a:cubicBezTo>
                <a:lnTo>
                  <a:pt x="644899" y="580276"/>
                </a:lnTo>
                <a:lnTo>
                  <a:pt x="668866" y="538763"/>
                </a:lnTo>
                <a:cubicBezTo>
                  <a:pt x="669598" y="537447"/>
                  <a:pt x="669735" y="535911"/>
                  <a:pt x="669378" y="534483"/>
                </a:cubicBezTo>
                <a:cubicBezTo>
                  <a:pt x="669011" y="533202"/>
                  <a:pt x="668288" y="532059"/>
                  <a:pt x="667202" y="531310"/>
                </a:cubicBezTo>
                <a:lnTo>
                  <a:pt x="666764" y="531080"/>
                </a:lnTo>
                <a:lnTo>
                  <a:pt x="653396" y="523362"/>
                </a:lnTo>
                <a:cubicBezTo>
                  <a:pt x="649182" y="520921"/>
                  <a:pt x="646565" y="516203"/>
                  <a:pt x="647077" y="511054"/>
                </a:cubicBezTo>
                <a:cubicBezTo>
                  <a:pt x="647369" y="508146"/>
                  <a:pt x="647515" y="505286"/>
                  <a:pt x="647515" y="502488"/>
                </a:cubicBezTo>
                <a:cubicBezTo>
                  <a:pt x="647515" y="499871"/>
                  <a:pt x="647369" y="497210"/>
                  <a:pt x="647077" y="494513"/>
                </a:cubicBezTo>
                <a:cubicBezTo>
                  <a:pt x="646420" y="489474"/>
                  <a:pt x="648750" y="484292"/>
                  <a:pt x="653396" y="481592"/>
                </a:cubicBezTo>
                <a:lnTo>
                  <a:pt x="666764" y="473865"/>
                </a:lnTo>
                <a:cubicBezTo>
                  <a:pt x="668071" y="473097"/>
                  <a:pt x="669014" y="471852"/>
                  <a:pt x="669380" y="470462"/>
                </a:cubicBezTo>
                <a:cubicBezTo>
                  <a:pt x="669747" y="469027"/>
                  <a:pt x="669600" y="467500"/>
                  <a:pt x="668869" y="466182"/>
                </a:cubicBezTo>
                <a:lnTo>
                  <a:pt x="645259" y="425335"/>
                </a:lnTo>
                <a:cubicBezTo>
                  <a:pt x="645113" y="425124"/>
                  <a:pt x="644967" y="424898"/>
                  <a:pt x="644830" y="424686"/>
                </a:cubicBezTo>
                <a:cubicBezTo>
                  <a:pt x="644098" y="423371"/>
                  <a:pt x="642866" y="422475"/>
                  <a:pt x="641484" y="422091"/>
                </a:cubicBezTo>
                <a:cubicBezTo>
                  <a:pt x="640169" y="421751"/>
                  <a:pt x="638787" y="421826"/>
                  <a:pt x="637561" y="422412"/>
                </a:cubicBezTo>
                <a:lnTo>
                  <a:pt x="637222" y="422615"/>
                </a:lnTo>
                <a:lnTo>
                  <a:pt x="623837" y="430342"/>
                </a:lnTo>
                <a:cubicBezTo>
                  <a:pt x="619622" y="432774"/>
                  <a:pt x="614199" y="432694"/>
                  <a:pt x="609975" y="429684"/>
                </a:cubicBezTo>
                <a:cubicBezTo>
                  <a:pt x="607680" y="428047"/>
                  <a:pt x="605266" y="426503"/>
                  <a:pt x="602743" y="425038"/>
                </a:cubicBezTo>
                <a:lnTo>
                  <a:pt x="602760" y="425011"/>
                </a:lnTo>
                <a:cubicBezTo>
                  <a:pt x="600620" y="423784"/>
                  <a:pt x="598408" y="422624"/>
                  <a:pt x="596105" y="421537"/>
                </a:cubicBezTo>
                <a:cubicBezTo>
                  <a:pt x="591157" y="419754"/>
                  <a:pt x="587610" y="415010"/>
                  <a:pt x="587610" y="409441"/>
                </a:cubicBezTo>
                <a:lnTo>
                  <a:pt x="587610" y="393986"/>
                </a:lnTo>
                <a:cubicBezTo>
                  <a:pt x="587610" y="392459"/>
                  <a:pt x="586987" y="391070"/>
                  <a:pt x="585972" y="390064"/>
                </a:cubicBezTo>
                <a:cubicBezTo>
                  <a:pt x="584957" y="389057"/>
                  <a:pt x="583577" y="388435"/>
                  <a:pt x="582050" y="388435"/>
                </a:cubicBezTo>
                <a:lnTo>
                  <a:pt x="534079" y="388435"/>
                </a:lnTo>
                <a:cubicBezTo>
                  <a:pt x="532562" y="388435"/>
                  <a:pt x="531171" y="389057"/>
                  <a:pt x="530165" y="390064"/>
                </a:cubicBezTo>
                <a:cubicBezTo>
                  <a:pt x="529150" y="391079"/>
                  <a:pt x="528528" y="392459"/>
                  <a:pt x="528528" y="393986"/>
                </a:cubicBezTo>
                <a:lnTo>
                  <a:pt x="528528" y="409295"/>
                </a:lnTo>
                <a:cubicBezTo>
                  <a:pt x="528582" y="414224"/>
                  <a:pt x="525774" y="418969"/>
                  <a:pt x="520994" y="421145"/>
                </a:cubicBezTo>
                <a:cubicBezTo>
                  <a:pt x="518051" y="422481"/>
                  <a:pt x="515500" y="423779"/>
                  <a:pt x="513332" y="425023"/>
                </a:cubicBezTo>
                <a:cubicBezTo>
                  <a:pt x="511100" y="426312"/>
                  <a:pt x="508826" y="427767"/>
                  <a:pt x="506501" y="429402"/>
                </a:cubicBezTo>
                <a:cubicBezTo>
                  <a:pt x="502507" y="432456"/>
                  <a:pt x="496898" y="432986"/>
                  <a:pt x="492282" y="430306"/>
                </a:cubicBezTo>
                <a:lnTo>
                  <a:pt x="478914" y="422588"/>
                </a:lnTo>
                <a:lnTo>
                  <a:pt x="478914" y="422561"/>
                </a:lnTo>
                <a:cubicBezTo>
                  <a:pt x="477626" y="421821"/>
                  <a:pt x="476099" y="421684"/>
                  <a:pt x="474691" y="422059"/>
                </a:cubicBezTo>
                <a:cubicBezTo>
                  <a:pt x="473301" y="422433"/>
                  <a:pt x="472056" y="423330"/>
                  <a:pt x="471288" y="424654"/>
                </a:cubicBezTo>
                <a:lnTo>
                  <a:pt x="471271" y="424654"/>
                </a:lnTo>
                <a:cubicBezTo>
                  <a:pt x="471271" y="424654"/>
                  <a:pt x="447304" y="466150"/>
                  <a:pt x="447304" y="466150"/>
                </a:cubicBezTo>
                <a:cubicBezTo>
                  <a:pt x="446545" y="467457"/>
                  <a:pt x="446408" y="468993"/>
                  <a:pt x="446782" y="470430"/>
                </a:cubicBezTo>
                <a:cubicBezTo>
                  <a:pt x="447149" y="471821"/>
                  <a:pt x="448045" y="473056"/>
                  <a:pt x="449369" y="473833"/>
                </a:cubicBezTo>
                <a:close/>
                <a:moveTo>
                  <a:pt x="149910" y="499862"/>
                </a:moveTo>
                <a:cubicBezTo>
                  <a:pt x="149891" y="500722"/>
                  <a:pt x="149882" y="501600"/>
                  <a:pt x="149882" y="502469"/>
                </a:cubicBezTo>
                <a:cubicBezTo>
                  <a:pt x="149882" y="503356"/>
                  <a:pt x="149882" y="504226"/>
                  <a:pt x="149910" y="505104"/>
                </a:cubicBezTo>
                <a:lnTo>
                  <a:pt x="143352" y="508890"/>
                </a:lnTo>
                <a:cubicBezTo>
                  <a:pt x="135890" y="513197"/>
                  <a:pt x="130880" y="520147"/>
                  <a:pt x="128814" y="527862"/>
                </a:cubicBezTo>
                <a:cubicBezTo>
                  <a:pt x="126749" y="535554"/>
                  <a:pt x="127636" y="544058"/>
                  <a:pt x="131943" y="551535"/>
                </a:cubicBezTo>
                <a:lnTo>
                  <a:pt x="155544" y="592409"/>
                </a:lnTo>
                <a:cubicBezTo>
                  <a:pt x="155672" y="592647"/>
                  <a:pt x="155800" y="592885"/>
                  <a:pt x="155928" y="593132"/>
                </a:cubicBezTo>
                <a:cubicBezTo>
                  <a:pt x="160235" y="600594"/>
                  <a:pt x="167185" y="605604"/>
                  <a:pt x="174900" y="607670"/>
                </a:cubicBezTo>
                <a:cubicBezTo>
                  <a:pt x="182297" y="609655"/>
                  <a:pt x="190426" y="608914"/>
                  <a:pt x="197685" y="605026"/>
                </a:cubicBezTo>
                <a:cubicBezTo>
                  <a:pt x="197996" y="604881"/>
                  <a:pt x="198308" y="604717"/>
                  <a:pt x="198626" y="604541"/>
                </a:cubicBezTo>
                <a:lnTo>
                  <a:pt x="205163" y="600755"/>
                </a:lnTo>
                <a:lnTo>
                  <a:pt x="206690" y="601669"/>
                </a:lnTo>
                <a:cubicBezTo>
                  <a:pt x="206919" y="601823"/>
                  <a:pt x="207148" y="601961"/>
                  <a:pt x="207383" y="602097"/>
                </a:cubicBezTo>
                <a:cubicBezTo>
                  <a:pt x="208142" y="602547"/>
                  <a:pt x="208920" y="602976"/>
                  <a:pt x="209696" y="603404"/>
                </a:cubicBezTo>
                <a:lnTo>
                  <a:pt x="209696" y="610947"/>
                </a:lnTo>
                <a:lnTo>
                  <a:pt x="209652" y="610947"/>
                </a:lnTo>
                <a:cubicBezTo>
                  <a:pt x="209652" y="619570"/>
                  <a:pt x="213164" y="627386"/>
                  <a:pt x="218823" y="633047"/>
                </a:cubicBezTo>
                <a:cubicBezTo>
                  <a:pt x="224483" y="638709"/>
                  <a:pt x="232309" y="642219"/>
                  <a:pt x="240933" y="642219"/>
                </a:cubicBezTo>
                <a:lnTo>
                  <a:pt x="288903" y="642219"/>
                </a:lnTo>
                <a:cubicBezTo>
                  <a:pt x="297526" y="642219"/>
                  <a:pt x="305342" y="638706"/>
                  <a:pt x="311004" y="633047"/>
                </a:cubicBezTo>
                <a:cubicBezTo>
                  <a:pt x="316665" y="627386"/>
                  <a:pt x="320165" y="619570"/>
                  <a:pt x="320165" y="610947"/>
                </a:cubicBezTo>
                <a:lnTo>
                  <a:pt x="320121" y="610947"/>
                </a:lnTo>
                <a:lnTo>
                  <a:pt x="320121" y="603404"/>
                </a:lnTo>
                <a:cubicBezTo>
                  <a:pt x="320870" y="602984"/>
                  <a:pt x="321629" y="602553"/>
                  <a:pt x="322407" y="602106"/>
                </a:cubicBezTo>
                <a:cubicBezTo>
                  <a:pt x="323165" y="601669"/>
                  <a:pt x="323934" y="601219"/>
                  <a:pt x="324675" y="600770"/>
                </a:cubicBezTo>
                <a:lnTo>
                  <a:pt x="331202" y="604538"/>
                </a:lnTo>
                <a:lnTo>
                  <a:pt x="331202" y="604520"/>
                </a:lnTo>
                <a:lnTo>
                  <a:pt x="331256" y="604538"/>
                </a:lnTo>
                <a:cubicBezTo>
                  <a:pt x="338727" y="608854"/>
                  <a:pt x="347231" y="609732"/>
                  <a:pt x="354920" y="607667"/>
                </a:cubicBezTo>
                <a:cubicBezTo>
                  <a:pt x="362308" y="605681"/>
                  <a:pt x="368984" y="601020"/>
                  <a:pt x="373318" y="594079"/>
                </a:cubicBezTo>
                <a:lnTo>
                  <a:pt x="373491" y="593822"/>
                </a:lnTo>
                <a:lnTo>
                  <a:pt x="373473" y="593822"/>
                </a:lnTo>
                <a:cubicBezTo>
                  <a:pt x="373473" y="593822"/>
                  <a:pt x="373883" y="593129"/>
                  <a:pt x="373883" y="593129"/>
                </a:cubicBezTo>
                <a:lnTo>
                  <a:pt x="373866" y="593111"/>
                </a:lnTo>
                <a:lnTo>
                  <a:pt x="397869" y="551525"/>
                </a:lnTo>
                <a:cubicBezTo>
                  <a:pt x="402185" y="544055"/>
                  <a:pt x="403063" y="535541"/>
                  <a:pt x="400998" y="527853"/>
                </a:cubicBezTo>
                <a:cubicBezTo>
                  <a:pt x="399021" y="520475"/>
                  <a:pt x="394321" y="513798"/>
                  <a:pt x="387335" y="509437"/>
                </a:cubicBezTo>
                <a:cubicBezTo>
                  <a:pt x="387052" y="509235"/>
                  <a:pt x="386757" y="509053"/>
                  <a:pt x="386456" y="508881"/>
                </a:cubicBezTo>
                <a:lnTo>
                  <a:pt x="379899" y="505094"/>
                </a:lnTo>
                <a:cubicBezTo>
                  <a:pt x="379917" y="504226"/>
                  <a:pt x="379917" y="503347"/>
                  <a:pt x="379917" y="502478"/>
                </a:cubicBezTo>
                <a:cubicBezTo>
                  <a:pt x="379917" y="501600"/>
                  <a:pt x="379917" y="500722"/>
                  <a:pt x="379890" y="499853"/>
                </a:cubicBezTo>
                <a:lnTo>
                  <a:pt x="386448" y="496066"/>
                </a:lnTo>
                <a:lnTo>
                  <a:pt x="386430" y="496049"/>
                </a:lnTo>
                <a:cubicBezTo>
                  <a:pt x="393910" y="491714"/>
                  <a:pt x="398920" y="484783"/>
                  <a:pt x="400988" y="477094"/>
                </a:cubicBezTo>
                <a:cubicBezTo>
                  <a:pt x="403054" y="469402"/>
                  <a:pt x="402176" y="460898"/>
                  <a:pt x="397860" y="453430"/>
                </a:cubicBezTo>
                <a:lnTo>
                  <a:pt x="374077" y="412217"/>
                </a:lnTo>
                <a:cubicBezTo>
                  <a:pt x="373922" y="411943"/>
                  <a:pt x="373767" y="411669"/>
                  <a:pt x="373592" y="411404"/>
                </a:cubicBezTo>
                <a:cubicBezTo>
                  <a:pt x="369249" y="404162"/>
                  <a:pt x="362444" y="399308"/>
                  <a:pt x="354910" y="397287"/>
                </a:cubicBezTo>
                <a:cubicBezTo>
                  <a:pt x="347514" y="395301"/>
                  <a:pt x="339376" y="396033"/>
                  <a:pt x="332116" y="399929"/>
                </a:cubicBezTo>
                <a:cubicBezTo>
                  <a:pt x="331807" y="400076"/>
                  <a:pt x="331503" y="400239"/>
                  <a:pt x="331193" y="400415"/>
                </a:cubicBezTo>
                <a:lnTo>
                  <a:pt x="324657" y="404192"/>
                </a:lnTo>
                <a:lnTo>
                  <a:pt x="323130" y="403287"/>
                </a:lnTo>
                <a:cubicBezTo>
                  <a:pt x="322900" y="403132"/>
                  <a:pt x="322671" y="402986"/>
                  <a:pt x="322436" y="402849"/>
                </a:cubicBezTo>
                <a:cubicBezTo>
                  <a:pt x="321677" y="402412"/>
                  <a:pt x="320900" y="401981"/>
                  <a:pt x="320114" y="401552"/>
                </a:cubicBezTo>
                <a:lnTo>
                  <a:pt x="320114" y="394018"/>
                </a:lnTo>
                <a:lnTo>
                  <a:pt x="320159" y="394018"/>
                </a:lnTo>
                <a:cubicBezTo>
                  <a:pt x="320159" y="385396"/>
                  <a:pt x="316647" y="377567"/>
                  <a:pt x="310998" y="371908"/>
                </a:cubicBezTo>
                <a:cubicBezTo>
                  <a:pt x="305336" y="366247"/>
                  <a:pt x="297519" y="362747"/>
                  <a:pt x="288896" y="362747"/>
                </a:cubicBezTo>
                <a:lnTo>
                  <a:pt x="240927" y="362747"/>
                </a:lnTo>
                <a:cubicBezTo>
                  <a:pt x="232304" y="362747"/>
                  <a:pt x="224474" y="366259"/>
                  <a:pt x="218816" y="371908"/>
                </a:cubicBezTo>
                <a:cubicBezTo>
                  <a:pt x="213155" y="377578"/>
                  <a:pt x="209645" y="385395"/>
                  <a:pt x="209645" y="394018"/>
                </a:cubicBezTo>
                <a:lnTo>
                  <a:pt x="209645" y="401581"/>
                </a:lnTo>
                <a:cubicBezTo>
                  <a:pt x="208913" y="401992"/>
                  <a:pt x="208172" y="402415"/>
                  <a:pt x="207404" y="402844"/>
                </a:cubicBezTo>
                <a:cubicBezTo>
                  <a:pt x="206645" y="403293"/>
                  <a:pt x="205877" y="403731"/>
                  <a:pt x="205135" y="404189"/>
                </a:cubicBezTo>
                <a:lnTo>
                  <a:pt x="198608" y="400421"/>
                </a:lnTo>
                <a:lnTo>
                  <a:pt x="198608" y="400447"/>
                </a:lnTo>
                <a:lnTo>
                  <a:pt x="198555" y="400421"/>
                </a:lnTo>
                <a:cubicBezTo>
                  <a:pt x="191093" y="396105"/>
                  <a:pt x="182580" y="395226"/>
                  <a:pt x="174891" y="397292"/>
                </a:cubicBezTo>
                <a:cubicBezTo>
                  <a:pt x="167503" y="399269"/>
                  <a:pt x="160827" y="403948"/>
                  <a:pt x="156502" y="410871"/>
                </a:cubicBezTo>
                <a:lnTo>
                  <a:pt x="156319" y="411127"/>
                </a:lnTo>
                <a:lnTo>
                  <a:pt x="156319" y="411145"/>
                </a:lnTo>
                <a:cubicBezTo>
                  <a:pt x="156319" y="411145"/>
                  <a:pt x="155918" y="411829"/>
                  <a:pt x="155918" y="411829"/>
                </a:cubicBezTo>
                <a:lnTo>
                  <a:pt x="155945" y="411829"/>
                </a:lnTo>
                <a:lnTo>
                  <a:pt x="131932" y="453427"/>
                </a:lnTo>
                <a:cubicBezTo>
                  <a:pt x="127616" y="460898"/>
                  <a:pt x="126739" y="469402"/>
                  <a:pt x="128804" y="477091"/>
                </a:cubicBezTo>
                <a:cubicBezTo>
                  <a:pt x="130870" y="484818"/>
                  <a:pt x="135892" y="491756"/>
                  <a:pt x="143342" y="496063"/>
                </a:cubicBezTo>
                <a:lnTo>
                  <a:pt x="149899" y="499850"/>
                </a:lnTo>
                <a:close/>
                <a:moveTo>
                  <a:pt x="156220" y="473874"/>
                </a:moveTo>
                <a:lnTo>
                  <a:pt x="169578" y="481592"/>
                </a:lnTo>
                <a:cubicBezTo>
                  <a:pt x="173766" y="484033"/>
                  <a:pt x="176400" y="488751"/>
                  <a:pt x="175915" y="493900"/>
                </a:cubicBezTo>
                <a:cubicBezTo>
                  <a:pt x="175642" y="496808"/>
                  <a:pt x="175504" y="499668"/>
                  <a:pt x="175504" y="502466"/>
                </a:cubicBezTo>
                <a:cubicBezTo>
                  <a:pt x="175504" y="505083"/>
                  <a:pt x="175632" y="507744"/>
                  <a:pt x="175879" y="510441"/>
                </a:cubicBezTo>
                <a:cubicBezTo>
                  <a:pt x="176594" y="515471"/>
                  <a:pt x="174269" y="520662"/>
                  <a:pt x="169608" y="523362"/>
                </a:cubicBezTo>
                <a:lnTo>
                  <a:pt x="156231" y="531089"/>
                </a:lnTo>
                <a:cubicBezTo>
                  <a:pt x="154906" y="531848"/>
                  <a:pt x="154019" y="533102"/>
                  <a:pt x="153636" y="534492"/>
                </a:cubicBezTo>
                <a:cubicBezTo>
                  <a:pt x="153260" y="535917"/>
                  <a:pt x="153397" y="537454"/>
                  <a:pt x="154156" y="538772"/>
                </a:cubicBezTo>
                <a:lnTo>
                  <a:pt x="177731" y="579610"/>
                </a:lnTo>
                <a:cubicBezTo>
                  <a:pt x="177877" y="579831"/>
                  <a:pt x="178005" y="580048"/>
                  <a:pt x="178142" y="580268"/>
                </a:cubicBezTo>
                <a:cubicBezTo>
                  <a:pt x="178901" y="581584"/>
                  <a:pt x="180154" y="582480"/>
                  <a:pt x="181544" y="582855"/>
                </a:cubicBezTo>
                <a:cubicBezTo>
                  <a:pt x="182833" y="583194"/>
                  <a:pt x="184205" y="583119"/>
                  <a:pt x="185440" y="582533"/>
                </a:cubicBezTo>
                <a:lnTo>
                  <a:pt x="185771" y="582340"/>
                </a:lnTo>
                <a:lnTo>
                  <a:pt x="199148" y="574613"/>
                </a:lnTo>
                <a:cubicBezTo>
                  <a:pt x="203362" y="572181"/>
                  <a:pt x="208795" y="572252"/>
                  <a:pt x="213009" y="575262"/>
                </a:cubicBezTo>
                <a:cubicBezTo>
                  <a:pt x="215242" y="576833"/>
                  <a:pt x="217427" y="578271"/>
                  <a:pt x="219575" y="579542"/>
                </a:cubicBezTo>
                <a:cubicBezTo>
                  <a:pt x="219805" y="579652"/>
                  <a:pt x="220025" y="579780"/>
                  <a:pt x="220242" y="579899"/>
                </a:cubicBezTo>
                <a:cubicBezTo>
                  <a:pt x="222811" y="581381"/>
                  <a:pt x="225344" y="582697"/>
                  <a:pt x="227842" y="583831"/>
                </a:cubicBezTo>
                <a:cubicBezTo>
                  <a:pt x="232259" y="585852"/>
                  <a:pt x="235331" y="590314"/>
                  <a:pt x="235331" y="595491"/>
                </a:cubicBezTo>
                <a:lnTo>
                  <a:pt x="235331" y="610945"/>
                </a:lnTo>
                <a:lnTo>
                  <a:pt x="235375" y="610945"/>
                </a:lnTo>
                <a:cubicBezTo>
                  <a:pt x="235375" y="612463"/>
                  <a:pt x="236006" y="613862"/>
                  <a:pt x="237021" y="614867"/>
                </a:cubicBezTo>
                <a:cubicBezTo>
                  <a:pt x="238036" y="615873"/>
                  <a:pt x="239417" y="616505"/>
                  <a:pt x="240944" y="616505"/>
                </a:cubicBezTo>
                <a:lnTo>
                  <a:pt x="288914" y="616505"/>
                </a:lnTo>
                <a:cubicBezTo>
                  <a:pt x="290432" y="616505"/>
                  <a:pt x="291822" y="615873"/>
                  <a:pt x="292829" y="614867"/>
                </a:cubicBezTo>
                <a:cubicBezTo>
                  <a:pt x="293835" y="613862"/>
                  <a:pt x="294466" y="612463"/>
                  <a:pt x="294466" y="610945"/>
                </a:cubicBezTo>
                <a:lnTo>
                  <a:pt x="294519" y="610945"/>
                </a:lnTo>
                <a:lnTo>
                  <a:pt x="294519" y="596634"/>
                </a:lnTo>
                <a:cubicBezTo>
                  <a:pt x="294043" y="591347"/>
                  <a:pt x="296906" y="586100"/>
                  <a:pt x="302009" y="583787"/>
                </a:cubicBezTo>
                <a:cubicBezTo>
                  <a:pt x="304952" y="582441"/>
                  <a:pt x="307512" y="581153"/>
                  <a:pt x="309670" y="579899"/>
                </a:cubicBezTo>
                <a:cubicBezTo>
                  <a:pt x="311902" y="578619"/>
                  <a:pt x="314168" y="577155"/>
                  <a:pt x="316493" y="575521"/>
                </a:cubicBezTo>
                <a:cubicBezTo>
                  <a:pt x="320498" y="572467"/>
                  <a:pt x="326095" y="571928"/>
                  <a:pt x="330721" y="574616"/>
                </a:cubicBezTo>
                <a:lnTo>
                  <a:pt x="343303" y="581876"/>
                </a:lnTo>
                <a:cubicBezTo>
                  <a:pt x="343752" y="582096"/>
                  <a:pt x="344190" y="582352"/>
                  <a:pt x="344618" y="582626"/>
                </a:cubicBezTo>
                <a:cubicBezTo>
                  <a:pt x="345797" y="583120"/>
                  <a:pt x="347098" y="583174"/>
                  <a:pt x="348312" y="582855"/>
                </a:cubicBezTo>
                <a:cubicBezTo>
                  <a:pt x="349547" y="582524"/>
                  <a:pt x="350673" y="581778"/>
                  <a:pt x="351440" y="580679"/>
                </a:cubicBezTo>
                <a:cubicBezTo>
                  <a:pt x="351643" y="580304"/>
                  <a:pt x="351860" y="579920"/>
                  <a:pt x="352107" y="579563"/>
                </a:cubicBezTo>
                <a:lnTo>
                  <a:pt x="352125" y="579581"/>
                </a:lnTo>
                <a:lnTo>
                  <a:pt x="375691" y="538781"/>
                </a:lnTo>
                <a:cubicBezTo>
                  <a:pt x="376450" y="537466"/>
                  <a:pt x="376587" y="535930"/>
                  <a:pt x="376212" y="534501"/>
                </a:cubicBezTo>
                <a:cubicBezTo>
                  <a:pt x="375863" y="533221"/>
                  <a:pt x="375104" y="532078"/>
                  <a:pt x="374018" y="531328"/>
                </a:cubicBezTo>
                <a:lnTo>
                  <a:pt x="373616" y="531098"/>
                </a:lnTo>
                <a:lnTo>
                  <a:pt x="360257" y="523380"/>
                </a:lnTo>
                <a:cubicBezTo>
                  <a:pt x="356060" y="520939"/>
                  <a:pt x="353435" y="516222"/>
                  <a:pt x="353911" y="511072"/>
                </a:cubicBezTo>
                <a:cubicBezTo>
                  <a:pt x="354194" y="508165"/>
                  <a:pt x="354322" y="505304"/>
                  <a:pt x="354322" y="502494"/>
                </a:cubicBezTo>
                <a:cubicBezTo>
                  <a:pt x="354322" y="499886"/>
                  <a:pt x="354194" y="497216"/>
                  <a:pt x="353956" y="494529"/>
                </a:cubicBezTo>
                <a:cubicBezTo>
                  <a:pt x="353233" y="489498"/>
                  <a:pt x="355566" y="484307"/>
                  <a:pt x="360228" y="481607"/>
                </a:cubicBezTo>
                <a:lnTo>
                  <a:pt x="373613" y="473880"/>
                </a:lnTo>
                <a:lnTo>
                  <a:pt x="373631" y="473897"/>
                </a:lnTo>
                <a:lnTo>
                  <a:pt x="373667" y="473880"/>
                </a:lnTo>
                <a:cubicBezTo>
                  <a:pt x="374956" y="473138"/>
                  <a:pt x="375825" y="471886"/>
                  <a:pt x="376208" y="470478"/>
                </a:cubicBezTo>
                <a:cubicBezTo>
                  <a:pt x="376584" y="469043"/>
                  <a:pt x="376447" y="467507"/>
                  <a:pt x="375688" y="466197"/>
                </a:cubicBezTo>
                <a:lnTo>
                  <a:pt x="351702" y="424648"/>
                </a:lnTo>
                <a:cubicBezTo>
                  <a:pt x="350961" y="423359"/>
                  <a:pt x="349708" y="422481"/>
                  <a:pt x="348300" y="422106"/>
                </a:cubicBezTo>
                <a:cubicBezTo>
                  <a:pt x="347012" y="421767"/>
                  <a:pt x="345630" y="421841"/>
                  <a:pt x="344412" y="422427"/>
                </a:cubicBezTo>
                <a:lnTo>
                  <a:pt x="344073" y="422630"/>
                </a:lnTo>
                <a:lnTo>
                  <a:pt x="330696" y="430357"/>
                </a:lnTo>
                <a:cubicBezTo>
                  <a:pt x="326473" y="432789"/>
                  <a:pt x="321059" y="432709"/>
                  <a:pt x="316835" y="429699"/>
                </a:cubicBezTo>
                <a:cubicBezTo>
                  <a:pt x="314614" y="428119"/>
                  <a:pt x="312417" y="426681"/>
                  <a:pt x="310269" y="425419"/>
                </a:cubicBezTo>
                <a:cubicBezTo>
                  <a:pt x="310048" y="425300"/>
                  <a:pt x="309819" y="425190"/>
                  <a:pt x="309602" y="425053"/>
                </a:cubicBezTo>
                <a:cubicBezTo>
                  <a:pt x="307033" y="423570"/>
                  <a:pt x="304491" y="422255"/>
                  <a:pt x="302002" y="421121"/>
                </a:cubicBezTo>
                <a:cubicBezTo>
                  <a:pt x="297585" y="419100"/>
                  <a:pt x="294514" y="414638"/>
                  <a:pt x="294514" y="409470"/>
                </a:cubicBezTo>
                <a:lnTo>
                  <a:pt x="294514" y="394016"/>
                </a:lnTo>
                <a:lnTo>
                  <a:pt x="294460" y="394016"/>
                </a:lnTo>
                <a:cubicBezTo>
                  <a:pt x="294460" y="392490"/>
                  <a:pt x="293838" y="391099"/>
                  <a:pt x="292823" y="390093"/>
                </a:cubicBezTo>
                <a:cubicBezTo>
                  <a:pt x="291808" y="389088"/>
                  <a:pt x="290427" y="388465"/>
                  <a:pt x="288909" y="388465"/>
                </a:cubicBezTo>
                <a:lnTo>
                  <a:pt x="240939" y="388465"/>
                </a:lnTo>
                <a:cubicBezTo>
                  <a:pt x="239412" y="388465"/>
                  <a:pt x="238022" y="389088"/>
                  <a:pt x="237015" y="390093"/>
                </a:cubicBezTo>
                <a:cubicBezTo>
                  <a:pt x="236009" y="391108"/>
                  <a:pt x="235379" y="392490"/>
                  <a:pt x="235379" y="394016"/>
                </a:cubicBezTo>
                <a:lnTo>
                  <a:pt x="235379" y="409325"/>
                </a:lnTo>
                <a:cubicBezTo>
                  <a:pt x="235432" y="414254"/>
                  <a:pt x="232625" y="418998"/>
                  <a:pt x="227836" y="421175"/>
                </a:cubicBezTo>
                <a:cubicBezTo>
                  <a:pt x="224901" y="422511"/>
                  <a:pt x="222341" y="423809"/>
                  <a:pt x="220174" y="425053"/>
                </a:cubicBezTo>
                <a:cubicBezTo>
                  <a:pt x="217953" y="426343"/>
                  <a:pt x="215667" y="427798"/>
                  <a:pt x="213351" y="429432"/>
                </a:cubicBezTo>
                <a:cubicBezTo>
                  <a:pt x="209346" y="432486"/>
                  <a:pt x="203749" y="433015"/>
                  <a:pt x="199123" y="430337"/>
                </a:cubicBezTo>
                <a:lnTo>
                  <a:pt x="186541" y="423068"/>
                </a:lnTo>
                <a:cubicBezTo>
                  <a:pt x="186092" y="422848"/>
                  <a:pt x="185654" y="422600"/>
                  <a:pt x="185226" y="422327"/>
                </a:cubicBezTo>
                <a:cubicBezTo>
                  <a:pt x="184056" y="421824"/>
                  <a:pt x="182746" y="421771"/>
                  <a:pt x="181532" y="422089"/>
                </a:cubicBezTo>
                <a:cubicBezTo>
                  <a:pt x="180297" y="422428"/>
                  <a:pt x="179171" y="423166"/>
                  <a:pt x="178404" y="424265"/>
                </a:cubicBezTo>
                <a:cubicBezTo>
                  <a:pt x="178201" y="424649"/>
                  <a:pt x="177975" y="425023"/>
                  <a:pt x="177737" y="425390"/>
                </a:cubicBezTo>
                <a:lnTo>
                  <a:pt x="177710" y="425372"/>
                </a:lnTo>
                <a:lnTo>
                  <a:pt x="154144" y="466181"/>
                </a:lnTo>
                <a:cubicBezTo>
                  <a:pt x="153385" y="467497"/>
                  <a:pt x="153249" y="469024"/>
                  <a:pt x="153624" y="470461"/>
                </a:cubicBezTo>
                <a:cubicBezTo>
                  <a:pt x="153998" y="471851"/>
                  <a:pt x="154895" y="473087"/>
                  <a:pt x="156219" y="473863"/>
                </a:cubicBezTo>
                <a:close/>
                <a:moveTo>
                  <a:pt x="302798" y="220897"/>
                </a:moveTo>
                <a:lnTo>
                  <a:pt x="316166" y="228616"/>
                </a:lnTo>
                <a:cubicBezTo>
                  <a:pt x="320362" y="231056"/>
                  <a:pt x="322988" y="235775"/>
                  <a:pt x="322512" y="240924"/>
                </a:cubicBezTo>
                <a:cubicBezTo>
                  <a:pt x="322229" y="243831"/>
                  <a:pt x="322092" y="246692"/>
                  <a:pt x="322101" y="249502"/>
                </a:cubicBezTo>
                <a:cubicBezTo>
                  <a:pt x="322101" y="252119"/>
                  <a:pt x="322229" y="254780"/>
                  <a:pt x="322467" y="257467"/>
                </a:cubicBezTo>
                <a:cubicBezTo>
                  <a:pt x="323190" y="262498"/>
                  <a:pt x="320866" y="267701"/>
                  <a:pt x="316195" y="270389"/>
                </a:cubicBezTo>
                <a:lnTo>
                  <a:pt x="302819" y="278124"/>
                </a:lnTo>
                <a:cubicBezTo>
                  <a:pt x="301493" y="278892"/>
                  <a:pt x="300606" y="280128"/>
                  <a:pt x="300232" y="281518"/>
                </a:cubicBezTo>
                <a:cubicBezTo>
                  <a:pt x="299848" y="282943"/>
                  <a:pt x="299994" y="284488"/>
                  <a:pt x="300744" y="285807"/>
                </a:cubicBezTo>
                <a:lnTo>
                  <a:pt x="324318" y="326645"/>
                </a:lnTo>
                <a:cubicBezTo>
                  <a:pt x="324456" y="326866"/>
                  <a:pt x="324592" y="327083"/>
                  <a:pt x="324729" y="327303"/>
                </a:cubicBezTo>
                <a:cubicBezTo>
                  <a:pt x="325488" y="328619"/>
                  <a:pt x="326742" y="329515"/>
                  <a:pt x="328131" y="329890"/>
                </a:cubicBezTo>
                <a:cubicBezTo>
                  <a:pt x="329420" y="330229"/>
                  <a:pt x="330792" y="330154"/>
                  <a:pt x="332019" y="329569"/>
                </a:cubicBezTo>
                <a:lnTo>
                  <a:pt x="332358" y="329366"/>
                </a:lnTo>
                <a:lnTo>
                  <a:pt x="345735" y="321638"/>
                </a:lnTo>
                <a:cubicBezTo>
                  <a:pt x="349950" y="319207"/>
                  <a:pt x="355382" y="319287"/>
                  <a:pt x="359597" y="322297"/>
                </a:cubicBezTo>
                <a:cubicBezTo>
                  <a:pt x="361892" y="323934"/>
                  <a:pt x="364306" y="325478"/>
                  <a:pt x="366830" y="326943"/>
                </a:cubicBezTo>
                <a:lnTo>
                  <a:pt x="366830" y="326961"/>
                </a:lnTo>
                <a:cubicBezTo>
                  <a:pt x="368952" y="328187"/>
                  <a:pt x="371172" y="329348"/>
                  <a:pt x="373467" y="330434"/>
                </a:cubicBezTo>
                <a:cubicBezTo>
                  <a:pt x="378423" y="332217"/>
                  <a:pt x="381962" y="336962"/>
                  <a:pt x="381962" y="342531"/>
                </a:cubicBezTo>
                <a:lnTo>
                  <a:pt x="381962" y="357977"/>
                </a:lnTo>
                <a:cubicBezTo>
                  <a:pt x="381962" y="359504"/>
                  <a:pt x="382593" y="360894"/>
                  <a:pt x="383599" y="361900"/>
                </a:cubicBezTo>
                <a:cubicBezTo>
                  <a:pt x="384614" y="362906"/>
                  <a:pt x="385995" y="363537"/>
                  <a:pt x="387513" y="363537"/>
                </a:cubicBezTo>
                <a:lnTo>
                  <a:pt x="435484" y="363537"/>
                </a:lnTo>
                <a:cubicBezTo>
                  <a:pt x="437011" y="363537"/>
                  <a:pt x="438400" y="362906"/>
                  <a:pt x="439406" y="361900"/>
                </a:cubicBezTo>
                <a:cubicBezTo>
                  <a:pt x="440413" y="360894"/>
                  <a:pt x="441044" y="359504"/>
                  <a:pt x="441044" y="357977"/>
                </a:cubicBezTo>
                <a:lnTo>
                  <a:pt x="441044" y="342680"/>
                </a:lnTo>
                <a:cubicBezTo>
                  <a:pt x="440999" y="337742"/>
                  <a:pt x="443797" y="332998"/>
                  <a:pt x="448586" y="330822"/>
                </a:cubicBezTo>
                <a:cubicBezTo>
                  <a:pt x="451531" y="329485"/>
                  <a:pt x="454081" y="328188"/>
                  <a:pt x="456248" y="326943"/>
                </a:cubicBezTo>
                <a:cubicBezTo>
                  <a:pt x="458481" y="325655"/>
                  <a:pt x="460746" y="324199"/>
                  <a:pt x="463070" y="322565"/>
                </a:cubicBezTo>
                <a:cubicBezTo>
                  <a:pt x="467077" y="319512"/>
                  <a:pt x="472673" y="318981"/>
                  <a:pt x="477298" y="321660"/>
                </a:cubicBezTo>
                <a:lnTo>
                  <a:pt x="490666" y="329379"/>
                </a:lnTo>
                <a:lnTo>
                  <a:pt x="490666" y="329405"/>
                </a:lnTo>
                <a:cubicBezTo>
                  <a:pt x="491955" y="330147"/>
                  <a:pt x="493482" y="330283"/>
                  <a:pt x="494890" y="329908"/>
                </a:cubicBezTo>
                <a:cubicBezTo>
                  <a:pt x="496280" y="329543"/>
                  <a:pt x="497516" y="328637"/>
                  <a:pt x="498292" y="327322"/>
                </a:cubicBezTo>
                <a:lnTo>
                  <a:pt x="498319" y="327322"/>
                </a:lnTo>
                <a:cubicBezTo>
                  <a:pt x="498319" y="327322"/>
                  <a:pt x="522286" y="285826"/>
                  <a:pt x="522286" y="285826"/>
                </a:cubicBezTo>
                <a:cubicBezTo>
                  <a:pt x="523045" y="284510"/>
                  <a:pt x="523182" y="282975"/>
                  <a:pt x="522798" y="281537"/>
                </a:cubicBezTo>
                <a:cubicBezTo>
                  <a:pt x="522432" y="280147"/>
                  <a:pt x="521536" y="278902"/>
                  <a:pt x="520212" y="278143"/>
                </a:cubicBezTo>
                <a:lnTo>
                  <a:pt x="506844" y="270425"/>
                </a:lnTo>
                <a:cubicBezTo>
                  <a:pt x="502647" y="267984"/>
                  <a:pt x="500013" y="263266"/>
                  <a:pt x="500506" y="258117"/>
                </a:cubicBezTo>
                <a:cubicBezTo>
                  <a:pt x="500781" y="255209"/>
                  <a:pt x="500917" y="252348"/>
                  <a:pt x="500917" y="249551"/>
                </a:cubicBezTo>
                <a:cubicBezTo>
                  <a:pt x="500917" y="246934"/>
                  <a:pt x="500789" y="244273"/>
                  <a:pt x="500551" y="241586"/>
                </a:cubicBezTo>
                <a:cubicBezTo>
                  <a:pt x="499828" y="236546"/>
                  <a:pt x="502152" y="231352"/>
                  <a:pt x="506823" y="228655"/>
                </a:cubicBezTo>
                <a:lnTo>
                  <a:pt x="520200" y="220928"/>
                </a:lnTo>
                <a:cubicBezTo>
                  <a:pt x="521525" y="220169"/>
                  <a:pt x="522412" y="218925"/>
                  <a:pt x="522787" y="217526"/>
                </a:cubicBezTo>
                <a:cubicBezTo>
                  <a:pt x="523171" y="216109"/>
                  <a:pt x="523024" y="214564"/>
                  <a:pt x="522275" y="213245"/>
                </a:cubicBezTo>
                <a:lnTo>
                  <a:pt x="498691" y="172407"/>
                </a:lnTo>
                <a:cubicBezTo>
                  <a:pt x="498546" y="172187"/>
                  <a:pt x="498409" y="171969"/>
                  <a:pt x="498290" y="171748"/>
                </a:cubicBezTo>
                <a:cubicBezTo>
                  <a:pt x="497522" y="170433"/>
                  <a:pt x="496277" y="169537"/>
                  <a:pt x="494888" y="169162"/>
                </a:cubicBezTo>
                <a:cubicBezTo>
                  <a:pt x="493488" y="168787"/>
                  <a:pt x="491961" y="168924"/>
                  <a:pt x="490664" y="169683"/>
                </a:cubicBezTo>
                <a:lnTo>
                  <a:pt x="477278" y="177411"/>
                </a:lnTo>
                <a:cubicBezTo>
                  <a:pt x="473064" y="179852"/>
                  <a:pt x="467641" y="179771"/>
                  <a:pt x="463417" y="176762"/>
                </a:cubicBezTo>
                <a:cubicBezTo>
                  <a:pt x="461131" y="175133"/>
                  <a:pt x="458708" y="173579"/>
                  <a:pt x="456192" y="172115"/>
                </a:cubicBezTo>
                <a:lnTo>
                  <a:pt x="456211" y="172097"/>
                </a:lnTo>
                <a:cubicBezTo>
                  <a:pt x="454061" y="170871"/>
                  <a:pt x="451850" y="169710"/>
                  <a:pt x="449555" y="168623"/>
                </a:cubicBezTo>
                <a:cubicBezTo>
                  <a:pt x="444599" y="166840"/>
                  <a:pt x="441051" y="162096"/>
                  <a:pt x="441051" y="156527"/>
                </a:cubicBezTo>
                <a:lnTo>
                  <a:pt x="441051" y="141073"/>
                </a:lnTo>
                <a:cubicBezTo>
                  <a:pt x="441051" y="139555"/>
                  <a:pt x="440429" y="138165"/>
                  <a:pt x="439414" y="137159"/>
                </a:cubicBezTo>
                <a:cubicBezTo>
                  <a:pt x="438408" y="136152"/>
                  <a:pt x="437017" y="135512"/>
                  <a:pt x="435491" y="135512"/>
                </a:cubicBezTo>
                <a:lnTo>
                  <a:pt x="387521" y="135512"/>
                </a:lnTo>
                <a:cubicBezTo>
                  <a:pt x="386002" y="135512"/>
                  <a:pt x="384612" y="136143"/>
                  <a:pt x="383607" y="137159"/>
                </a:cubicBezTo>
                <a:cubicBezTo>
                  <a:pt x="382601" y="138165"/>
                  <a:pt x="381969" y="139555"/>
                  <a:pt x="381969" y="141073"/>
                </a:cubicBezTo>
                <a:lnTo>
                  <a:pt x="381969" y="156381"/>
                </a:lnTo>
                <a:cubicBezTo>
                  <a:pt x="382023" y="161320"/>
                  <a:pt x="379225" y="166064"/>
                  <a:pt x="374436" y="168239"/>
                </a:cubicBezTo>
                <a:cubicBezTo>
                  <a:pt x="371492" y="169576"/>
                  <a:pt x="368941" y="170874"/>
                  <a:pt x="366774" y="172118"/>
                </a:cubicBezTo>
                <a:cubicBezTo>
                  <a:pt x="364541" y="173398"/>
                  <a:pt x="362268" y="174863"/>
                  <a:pt x="359943" y="176496"/>
                </a:cubicBezTo>
                <a:cubicBezTo>
                  <a:pt x="355948" y="179560"/>
                  <a:pt x="350340" y="180089"/>
                  <a:pt x="345724" y="177410"/>
                </a:cubicBezTo>
                <a:lnTo>
                  <a:pt x="332356" y="169692"/>
                </a:lnTo>
                <a:lnTo>
                  <a:pt x="332356" y="169674"/>
                </a:lnTo>
                <a:cubicBezTo>
                  <a:pt x="331058" y="168933"/>
                  <a:pt x="329540" y="168796"/>
                  <a:pt x="328132" y="169171"/>
                </a:cubicBezTo>
                <a:cubicBezTo>
                  <a:pt x="326724" y="169546"/>
                  <a:pt x="325471" y="170424"/>
                  <a:pt x="324730" y="171704"/>
                </a:cubicBezTo>
                <a:lnTo>
                  <a:pt x="300744" y="213254"/>
                </a:lnTo>
                <a:cubicBezTo>
                  <a:pt x="299985" y="214570"/>
                  <a:pt x="299848" y="216105"/>
                  <a:pt x="300232" y="217534"/>
                </a:cubicBezTo>
                <a:cubicBezTo>
                  <a:pt x="300563" y="218814"/>
                  <a:pt x="301322" y="219957"/>
                  <a:pt x="302418" y="220716"/>
                </a:cubicBezTo>
                <a:lnTo>
                  <a:pt x="302819" y="220936"/>
                </a:lnTo>
                <a:close/>
              </a:path>
            </a:pathLst>
          </a:custGeom>
          <a:solidFill>
            <a:schemeClr val="bg1"/>
          </a:solidFill>
          <a:ln w="762" cap="flat">
            <a:noFill/>
            <a:prstDash val="solid"/>
            <a:miter/>
          </a:ln>
        </p:spPr>
        <p:txBody>
          <a:bodyPr rtlCol="0" anchor="ctr"/>
          <a:lstStyle/>
          <a:p>
            <a:endParaRPr lang="en-GB"/>
          </a:p>
        </p:txBody>
      </p:sp>
      <p:grpSp>
        <p:nvGrpSpPr>
          <p:cNvPr id="30" name="Group 29">
            <a:extLst>
              <a:ext uri="{FF2B5EF4-FFF2-40B4-BE49-F238E27FC236}">
                <a16:creationId xmlns:a16="http://schemas.microsoft.com/office/drawing/2014/main" id="{ECCF063C-A05E-DCAB-5BDB-4C474CA63CFC}"/>
              </a:ext>
            </a:extLst>
          </p:cNvPr>
          <p:cNvGrpSpPr>
            <a:grpSpLocks noChangeAspect="1"/>
          </p:cNvGrpSpPr>
          <p:nvPr/>
        </p:nvGrpSpPr>
        <p:grpSpPr>
          <a:xfrm>
            <a:off x="8542444" y="4222947"/>
            <a:ext cx="412211" cy="480913"/>
            <a:chOff x="10645776" y="334963"/>
            <a:chExt cx="1228725" cy="1433513"/>
          </a:xfrm>
          <a:solidFill>
            <a:schemeClr val="bg1"/>
          </a:solidFill>
        </p:grpSpPr>
        <p:sp>
          <p:nvSpPr>
            <p:cNvPr id="31" name="Freeform 20">
              <a:extLst>
                <a:ext uri="{FF2B5EF4-FFF2-40B4-BE49-F238E27FC236}">
                  <a16:creationId xmlns:a16="http://schemas.microsoft.com/office/drawing/2014/main" id="{5D8820DE-9A39-BCE6-0D09-FF4783369E12}"/>
                </a:ext>
              </a:extLst>
            </p:cNvPr>
            <p:cNvSpPr>
              <a:spLocks noEditPoints="1"/>
            </p:cNvSpPr>
            <p:nvPr/>
          </p:nvSpPr>
          <p:spPr bwMode="auto">
            <a:xfrm>
              <a:off x="10645776" y="334963"/>
              <a:ext cx="1228725" cy="1433513"/>
            </a:xfrm>
            <a:custGeom>
              <a:avLst/>
              <a:gdLst>
                <a:gd name="T0" fmla="*/ 838 w 2963"/>
                <a:gd name="T1" fmla="*/ 153 h 3465"/>
                <a:gd name="T2" fmla="*/ 277 w 2963"/>
                <a:gd name="T3" fmla="*/ 259 h 3465"/>
                <a:gd name="T4" fmla="*/ 0 w 2963"/>
                <a:gd name="T5" fmla="*/ 1299 h 3465"/>
                <a:gd name="T6" fmla="*/ 195 w 2963"/>
                <a:gd name="T7" fmla="*/ 3419 h 3465"/>
                <a:gd name="T8" fmla="*/ 2341 w 2963"/>
                <a:gd name="T9" fmla="*/ 3456 h 3465"/>
                <a:gd name="T10" fmla="*/ 2673 w 2963"/>
                <a:gd name="T11" fmla="*/ 3146 h 3465"/>
                <a:gd name="T12" fmla="*/ 2837 w 2963"/>
                <a:gd name="T13" fmla="*/ 2817 h 3465"/>
                <a:gd name="T14" fmla="*/ 2878 w 2963"/>
                <a:gd name="T15" fmla="*/ 2614 h 3465"/>
                <a:gd name="T16" fmla="*/ 2937 w 2963"/>
                <a:gd name="T17" fmla="*/ 2344 h 3465"/>
                <a:gd name="T18" fmla="*/ 2890 w 2963"/>
                <a:gd name="T19" fmla="*/ 2183 h 3465"/>
                <a:gd name="T20" fmla="*/ 2681 w 2963"/>
                <a:gd name="T21" fmla="*/ 1283 h 3465"/>
                <a:gd name="T22" fmla="*/ 2389 w 2963"/>
                <a:gd name="T23" fmla="*/ 258 h 3465"/>
                <a:gd name="T24" fmla="*/ 1790 w 2963"/>
                <a:gd name="T25" fmla="*/ 151 h 3465"/>
                <a:gd name="T26" fmla="*/ 1380 w 2963"/>
                <a:gd name="T27" fmla="*/ 0 h 3465"/>
                <a:gd name="T28" fmla="*/ 1614 w 2963"/>
                <a:gd name="T29" fmla="*/ 229 h 3465"/>
                <a:gd name="T30" fmla="*/ 1336 w 2963"/>
                <a:gd name="T31" fmla="*/ 548 h 3465"/>
                <a:gd name="T32" fmla="*/ 1134 w 2963"/>
                <a:gd name="T33" fmla="*/ 162 h 3465"/>
                <a:gd name="T34" fmla="*/ 731 w 2963"/>
                <a:gd name="T35" fmla="*/ 445 h 3465"/>
                <a:gd name="T36" fmla="*/ 441 w 2963"/>
                <a:gd name="T37" fmla="*/ 3026 h 3465"/>
                <a:gd name="T38" fmla="*/ 2449 w 2963"/>
                <a:gd name="T39" fmla="*/ 3183 h 3465"/>
                <a:gd name="T40" fmla="*/ 2545 w 2963"/>
                <a:gd name="T41" fmla="*/ 2984 h 3465"/>
                <a:gd name="T42" fmla="*/ 2586 w 2963"/>
                <a:gd name="T43" fmla="*/ 3165 h 3465"/>
                <a:gd name="T44" fmla="*/ 223 w 2963"/>
                <a:gd name="T45" fmla="*/ 3343 h 3465"/>
                <a:gd name="T46" fmla="*/ 143 w 2963"/>
                <a:gd name="T47" fmla="*/ 432 h 3465"/>
                <a:gd name="T48" fmla="*/ 2448 w 2963"/>
                <a:gd name="T49" fmla="*/ 356 h 3465"/>
                <a:gd name="T50" fmla="*/ 2575 w 2963"/>
                <a:gd name="T51" fmla="*/ 2015 h 3465"/>
                <a:gd name="T52" fmla="*/ 2400 w 2963"/>
                <a:gd name="T53" fmla="*/ 480 h 3465"/>
                <a:gd name="T54" fmla="*/ 2390 w 2963"/>
                <a:gd name="T55" fmla="*/ 340 h 3465"/>
                <a:gd name="T56" fmla="*/ 2251 w 2963"/>
                <a:gd name="T57" fmla="*/ 532 h 3465"/>
                <a:gd name="T58" fmla="*/ 2353 w 2963"/>
                <a:gd name="T59" fmla="*/ 1951 h 3465"/>
                <a:gd name="T60" fmla="*/ 2218 w 2963"/>
                <a:gd name="T61" fmla="*/ 2053 h 3465"/>
                <a:gd name="T62" fmla="*/ 523 w 2963"/>
                <a:gd name="T63" fmla="*/ 2198 h 3465"/>
                <a:gd name="T64" fmla="*/ 2015 w 2963"/>
                <a:gd name="T65" fmla="*/ 2256 h 3465"/>
                <a:gd name="T66" fmla="*/ 1915 w 2963"/>
                <a:gd name="T67" fmla="*/ 2390 h 3465"/>
                <a:gd name="T68" fmla="*/ 894 w 2963"/>
                <a:gd name="T69" fmla="*/ 2489 h 3465"/>
                <a:gd name="T70" fmla="*/ 1954 w 2963"/>
                <a:gd name="T71" fmla="*/ 2607 h 3465"/>
                <a:gd name="T72" fmla="*/ 1523 w 2963"/>
                <a:gd name="T73" fmla="*/ 2698 h 3465"/>
                <a:gd name="T74" fmla="*/ 2176 w 2963"/>
                <a:gd name="T75" fmla="*/ 2911 h 3465"/>
                <a:gd name="T76" fmla="*/ 2316 w 2963"/>
                <a:gd name="T77" fmla="*/ 2982 h 3465"/>
                <a:gd name="T78" fmla="*/ 2396 w 2963"/>
                <a:gd name="T79" fmla="*/ 3120 h 3465"/>
                <a:gd name="T80" fmla="*/ 717 w 2963"/>
                <a:gd name="T81" fmla="*/ 2943 h 3465"/>
                <a:gd name="T82" fmla="*/ 436 w 2963"/>
                <a:gd name="T83" fmla="*/ 2715 h 3465"/>
                <a:gd name="T84" fmla="*/ 424 w 2963"/>
                <a:gd name="T85" fmla="*/ 532 h 3465"/>
                <a:gd name="T86" fmla="*/ 2605 w 2963"/>
                <a:gd name="T87" fmla="*/ 2150 h 3465"/>
                <a:gd name="T88" fmla="*/ 2775 w 2963"/>
                <a:gd name="T89" fmla="*/ 2188 h 3465"/>
                <a:gd name="T90" fmla="*/ 2791 w 2963"/>
                <a:gd name="T91" fmla="*/ 2374 h 3465"/>
                <a:gd name="T92" fmla="*/ 2878 w 2963"/>
                <a:gd name="T93" fmla="*/ 2513 h 3465"/>
                <a:gd name="T94" fmla="*/ 2756 w 2963"/>
                <a:gd name="T95" fmla="*/ 2670 h 3465"/>
                <a:gd name="T96" fmla="*/ 2702 w 2963"/>
                <a:gd name="T97" fmla="*/ 2819 h 3465"/>
                <a:gd name="T98" fmla="*/ 2508 w 2963"/>
                <a:gd name="T99" fmla="*/ 2856 h 3465"/>
                <a:gd name="T100" fmla="*/ 2368 w 2963"/>
                <a:gd name="T101" fmla="*/ 2876 h 3465"/>
                <a:gd name="T102" fmla="*/ 2210 w 2963"/>
                <a:gd name="T103" fmla="*/ 2796 h 3465"/>
                <a:gd name="T104" fmla="*/ 2093 w 2963"/>
                <a:gd name="T105" fmla="*/ 2724 h 3465"/>
                <a:gd name="T106" fmla="*/ 2045 w 2963"/>
                <a:gd name="T107" fmla="*/ 2543 h 3465"/>
                <a:gd name="T108" fmla="*/ 2015 w 2963"/>
                <a:gd name="T109" fmla="*/ 2408 h 3465"/>
                <a:gd name="T110" fmla="*/ 2112 w 2963"/>
                <a:gd name="T111" fmla="*/ 2251 h 3465"/>
                <a:gd name="T112" fmla="*/ 2190 w 2963"/>
                <a:gd name="T113" fmla="*/ 2130 h 3465"/>
                <a:gd name="T114" fmla="*/ 2361 w 2963"/>
                <a:gd name="T115" fmla="*/ 2070 h 3465"/>
                <a:gd name="T116" fmla="*/ 2501 w 2963"/>
                <a:gd name="T117" fmla="*/ 2065 h 3465"/>
                <a:gd name="T118" fmla="*/ 345 w 2963"/>
                <a:gd name="T119" fmla="*/ 2798 h 3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963" h="3465">
                  <a:moveTo>
                    <a:pt x="1185" y="23"/>
                  </a:moveTo>
                  <a:lnTo>
                    <a:pt x="1160" y="36"/>
                  </a:lnTo>
                  <a:lnTo>
                    <a:pt x="1106" y="76"/>
                  </a:lnTo>
                  <a:lnTo>
                    <a:pt x="1085" y="96"/>
                  </a:lnTo>
                  <a:lnTo>
                    <a:pt x="1069" y="113"/>
                  </a:lnTo>
                  <a:lnTo>
                    <a:pt x="1042" y="134"/>
                  </a:lnTo>
                  <a:lnTo>
                    <a:pt x="1003" y="145"/>
                  </a:lnTo>
                  <a:lnTo>
                    <a:pt x="939" y="150"/>
                  </a:lnTo>
                  <a:lnTo>
                    <a:pt x="890" y="151"/>
                  </a:lnTo>
                  <a:lnTo>
                    <a:pt x="838" y="153"/>
                  </a:lnTo>
                  <a:lnTo>
                    <a:pt x="775" y="157"/>
                  </a:lnTo>
                  <a:lnTo>
                    <a:pt x="751" y="164"/>
                  </a:lnTo>
                  <a:lnTo>
                    <a:pt x="742" y="171"/>
                  </a:lnTo>
                  <a:lnTo>
                    <a:pt x="736" y="186"/>
                  </a:lnTo>
                  <a:lnTo>
                    <a:pt x="735" y="201"/>
                  </a:lnTo>
                  <a:lnTo>
                    <a:pt x="730" y="248"/>
                  </a:lnTo>
                  <a:lnTo>
                    <a:pt x="505" y="248"/>
                  </a:lnTo>
                  <a:lnTo>
                    <a:pt x="436" y="248"/>
                  </a:lnTo>
                  <a:lnTo>
                    <a:pt x="340" y="251"/>
                  </a:lnTo>
                  <a:lnTo>
                    <a:pt x="277" y="259"/>
                  </a:lnTo>
                  <a:lnTo>
                    <a:pt x="229" y="274"/>
                  </a:lnTo>
                  <a:lnTo>
                    <a:pt x="205" y="285"/>
                  </a:lnTo>
                  <a:lnTo>
                    <a:pt x="172" y="301"/>
                  </a:lnTo>
                  <a:lnTo>
                    <a:pt x="113" y="350"/>
                  </a:lnTo>
                  <a:lnTo>
                    <a:pt x="62" y="411"/>
                  </a:lnTo>
                  <a:lnTo>
                    <a:pt x="26" y="480"/>
                  </a:lnTo>
                  <a:lnTo>
                    <a:pt x="15" y="516"/>
                  </a:lnTo>
                  <a:lnTo>
                    <a:pt x="11" y="546"/>
                  </a:lnTo>
                  <a:lnTo>
                    <a:pt x="4" y="738"/>
                  </a:lnTo>
                  <a:lnTo>
                    <a:pt x="0" y="1299"/>
                  </a:lnTo>
                  <a:lnTo>
                    <a:pt x="1" y="1893"/>
                  </a:lnTo>
                  <a:lnTo>
                    <a:pt x="5" y="2651"/>
                  </a:lnTo>
                  <a:lnTo>
                    <a:pt x="14" y="3125"/>
                  </a:lnTo>
                  <a:lnTo>
                    <a:pt x="23" y="3217"/>
                  </a:lnTo>
                  <a:lnTo>
                    <a:pt x="30" y="3247"/>
                  </a:lnTo>
                  <a:lnTo>
                    <a:pt x="35" y="3256"/>
                  </a:lnTo>
                  <a:lnTo>
                    <a:pt x="51" y="3284"/>
                  </a:lnTo>
                  <a:lnTo>
                    <a:pt x="92" y="3336"/>
                  </a:lnTo>
                  <a:lnTo>
                    <a:pt x="141" y="3382"/>
                  </a:lnTo>
                  <a:lnTo>
                    <a:pt x="195" y="3419"/>
                  </a:lnTo>
                  <a:lnTo>
                    <a:pt x="223" y="3433"/>
                  </a:lnTo>
                  <a:lnTo>
                    <a:pt x="235" y="3438"/>
                  </a:lnTo>
                  <a:lnTo>
                    <a:pt x="264" y="3447"/>
                  </a:lnTo>
                  <a:lnTo>
                    <a:pt x="339" y="3456"/>
                  </a:lnTo>
                  <a:lnTo>
                    <a:pt x="562" y="3462"/>
                  </a:lnTo>
                  <a:lnTo>
                    <a:pt x="999" y="3465"/>
                  </a:lnTo>
                  <a:lnTo>
                    <a:pt x="1340" y="3465"/>
                  </a:lnTo>
                  <a:lnTo>
                    <a:pt x="1680" y="3465"/>
                  </a:lnTo>
                  <a:lnTo>
                    <a:pt x="2118" y="3462"/>
                  </a:lnTo>
                  <a:lnTo>
                    <a:pt x="2341" y="3456"/>
                  </a:lnTo>
                  <a:lnTo>
                    <a:pt x="2415" y="3447"/>
                  </a:lnTo>
                  <a:lnTo>
                    <a:pt x="2445" y="3438"/>
                  </a:lnTo>
                  <a:lnTo>
                    <a:pt x="2456" y="3433"/>
                  </a:lnTo>
                  <a:lnTo>
                    <a:pt x="2484" y="3419"/>
                  </a:lnTo>
                  <a:lnTo>
                    <a:pt x="2534" y="3388"/>
                  </a:lnTo>
                  <a:lnTo>
                    <a:pt x="2576" y="3351"/>
                  </a:lnTo>
                  <a:lnTo>
                    <a:pt x="2611" y="3309"/>
                  </a:lnTo>
                  <a:lnTo>
                    <a:pt x="2639" y="3261"/>
                  </a:lnTo>
                  <a:lnTo>
                    <a:pt x="2660" y="3207"/>
                  </a:lnTo>
                  <a:lnTo>
                    <a:pt x="2673" y="3146"/>
                  </a:lnTo>
                  <a:lnTo>
                    <a:pt x="2680" y="3079"/>
                  </a:lnTo>
                  <a:lnTo>
                    <a:pt x="2681" y="3043"/>
                  </a:lnTo>
                  <a:lnTo>
                    <a:pt x="2682" y="2971"/>
                  </a:lnTo>
                  <a:lnTo>
                    <a:pt x="2690" y="2925"/>
                  </a:lnTo>
                  <a:lnTo>
                    <a:pt x="2702" y="2915"/>
                  </a:lnTo>
                  <a:lnTo>
                    <a:pt x="2711" y="2915"/>
                  </a:lnTo>
                  <a:lnTo>
                    <a:pt x="2718" y="2914"/>
                  </a:lnTo>
                  <a:lnTo>
                    <a:pt x="2739" y="2903"/>
                  </a:lnTo>
                  <a:lnTo>
                    <a:pt x="2780" y="2872"/>
                  </a:lnTo>
                  <a:lnTo>
                    <a:pt x="2837" y="2817"/>
                  </a:lnTo>
                  <a:lnTo>
                    <a:pt x="2869" y="2778"/>
                  </a:lnTo>
                  <a:lnTo>
                    <a:pt x="2880" y="2758"/>
                  </a:lnTo>
                  <a:lnTo>
                    <a:pt x="2881" y="2751"/>
                  </a:lnTo>
                  <a:lnTo>
                    <a:pt x="2880" y="2741"/>
                  </a:lnTo>
                  <a:lnTo>
                    <a:pt x="2866" y="2706"/>
                  </a:lnTo>
                  <a:lnTo>
                    <a:pt x="2855" y="2688"/>
                  </a:lnTo>
                  <a:lnTo>
                    <a:pt x="2844" y="2672"/>
                  </a:lnTo>
                  <a:lnTo>
                    <a:pt x="2836" y="2647"/>
                  </a:lnTo>
                  <a:lnTo>
                    <a:pt x="2846" y="2630"/>
                  </a:lnTo>
                  <a:lnTo>
                    <a:pt x="2878" y="2614"/>
                  </a:lnTo>
                  <a:lnTo>
                    <a:pt x="2903" y="2605"/>
                  </a:lnTo>
                  <a:lnTo>
                    <a:pt x="2921" y="2599"/>
                  </a:lnTo>
                  <a:lnTo>
                    <a:pt x="2943" y="2586"/>
                  </a:lnTo>
                  <a:lnTo>
                    <a:pt x="2955" y="2562"/>
                  </a:lnTo>
                  <a:lnTo>
                    <a:pt x="2960" y="2518"/>
                  </a:lnTo>
                  <a:lnTo>
                    <a:pt x="2961" y="2483"/>
                  </a:lnTo>
                  <a:lnTo>
                    <a:pt x="2963" y="2444"/>
                  </a:lnTo>
                  <a:lnTo>
                    <a:pt x="2958" y="2386"/>
                  </a:lnTo>
                  <a:lnTo>
                    <a:pt x="2947" y="2357"/>
                  </a:lnTo>
                  <a:lnTo>
                    <a:pt x="2937" y="2344"/>
                  </a:lnTo>
                  <a:lnTo>
                    <a:pt x="2924" y="2336"/>
                  </a:lnTo>
                  <a:lnTo>
                    <a:pt x="2907" y="2332"/>
                  </a:lnTo>
                  <a:lnTo>
                    <a:pt x="2898" y="2331"/>
                  </a:lnTo>
                  <a:lnTo>
                    <a:pt x="2879" y="2330"/>
                  </a:lnTo>
                  <a:lnTo>
                    <a:pt x="2858" y="2320"/>
                  </a:lnTo>
                  <a:lnTo>
                    <a:pt x="2849" y="2310"/>
                  </a:lnTo>
                  <a:lnTo>
                    <a:pt x="2843" y="2291"/>
                  </a:lnTo>
                  <a:lnTo>
                    <a:pt x="2849" y="2255"/>
                  </a:lnTo>
                  <a:lnTo>
                    <a:pt x="2860" y="2235"/>
                  </a:lnTo>
                  <a:lnTo>
                    <a:pt x="2890" y="2183"/>
                  </a:lnTo>
                  <a:lnTo>
                    <a:pt x="2806" y="2098"/>
                  </a:lnTo>
                  <a:lnTo>
                    <a:pt x="2772" y="2065"/>
                  </a:lnTo>
                  <a:lnTo>
                    <a:pt x="2729" y="2032"/>
                  </a:lnTo>
                  <a:lnTo>
                    <a:pt x="2708" y="2022"/>
                  </a:lnTo>
                  <a:lnTo>
                    <a:pt x="2703" y="2023"/>
                  </a:lnTo>
                  <a:lnTo>
                    <a:pt x="2700" y="2023"/>
                  </a:lnTo>
                  <a:lnTo>
                    <a:pt x="2695" y="2009"/>
                  </a:lnTo>
                  <a:lnTo>
                    <a:pt x="2689" y="1953"/>
                  </a:lnTo>
                  <a:lnTo>
                    <a:pt x="2682" y="1674"/>
                  </a:lnTo>
                  <a:lnTo>
                    <a:pt x="2681" y="1283"/>
                  </a:lnTo>
                  <a:lnTo>
                    <a:pt x="2681" y="538"/>
                  </a:lnTo>
                  <a:lnTo>
                    <a:pt x="2636" y="446"/>
                  </a:lnTo>
                  <a:lnTo>
                    <a:pt x="2625" y="425"/>
                  </a:lnTo>
                  <a:lnTo>
                    <a:pt x="2598" y="385"/>
                  </a:lnTo>
                  <a:lnTo>
                    <a:pt x="2568" y="350"/>
                  </a:lnTo>
                  <a:lnTo>
                    <a:pt x="2535" y="319"/>
                  </a:lnTo>
                  <a:lnTo>
                    <a:pt x="2518" y="306"/>
                  </a:lnTo>
                  <a:lnTo>
                    <a:pt x="2493" y="289"/>
                  </a:lnTo>
                  <a:lnTo>
                    <a:pt x="2450" y="268"/>
                  </a:lnTo>
                  <a:lnTo>
                    <a:pt x="2389" y="258"/>
                  </a:lnTo>
                  <a:lnTo>
                    <a:pt x="2282" y="253"/>
                  </a:lnTo>
                  <a:lnTo>
                    <a:pt x="2198" y="251"/>
                  </a:lnTo>
                  <a:lnTo>
                    <a:pt x="1950" y="246"/>
                  </a:lnTo>
                  <a:lnTo>
                    <a:pt x="1945" y="201"/>
                  </a:lnTo>
                  <a:lnTo>
                    <a:pt x="1943" y="186"/>
                  </a:lnTo>
                  <a:lnTo>
                    <a:pt x="1937" y="171"/>
                  </a:lnTo>
                  <a:lnTo>
                    <a:pt x="1928" y="164"/>
                  </a:lnTo>
                  <a:lnTo>
                    <a:pt x="1904" y="157"/>
                  </a:lnTo>
                  <a:lnTo>
                    <a:pt x="1841" y="153"/>
                  </a:lnTo>
                  <a:lnTo>
                    <a:pt x="1790" y="151"/>
                  </a:lnTo>
                  <a:lnTo>
                    <a:pt x="1741" y="150"/>
                  </a:lnTo>
                  <a:lnTo>
                    <a:pt x="1676" y="145"/>
                  </a:lnTo>
                  <a:lnTo>
                    <a:pt x="1638" y="134"/>
                  </a:lnTo>
                  <a:lnTo>
                    <a:pt x="1610" y="113"/>
                  </a:lnTo>
                  <a:lnTo>
                    <a:pt x="1595" y="96"/>
                  </a:lnTo>
                  <a:lnTo>
                    <a:pt x="1573" y="76"/>
                  </a:lnTo>
                  <a:lnTo>
                    <a:pt x="1516" y="36"/>
                  </a:lnTo>
                  <a:lnTo>
                    <a:pt x="1490" y="23"/>
                  </a:lnTo>
                  <a:lnTo>
                    <a:pt x="1459" y="12"/>
                  </a:lnTo>
                  <a:lnTo>
                    <a:pt x="1380" y="0"/>
                  </a:lnTo>
                  <a:lnTo>
                    <a:pt x="1293" y="0"/>
                  </a:lnTo>
                  <a:lnTo>
                    <a:pt x="1214" y="12"/>
                  </a:lnTo>
                  <a:lnTo>
                    <a:pt x="1185" y="23"/>
                  </a:lnTo>
                  <a:close/>
                  <a:moveTo>
                    <a:pt x="1483" y="106"/>
                  </a:moveTo>
                  <a:lnTo>
                    <a:pt x="1504" y="120"/>
                  </a:lnTo>
                  <a:lnTo>
                    <a:pt x="1544" y="161"/>
                  </a:lnTo>
                  <a:lnTo>
                    <a:pt x="1556" y="181"/>
                  </a:lnTo>
                  <a:lnTo>
                    <a:pt x="1565" y="199"/>
                  </a:lnTo>
                  <a:lnTo>
                    <a:pt x="1583" y="220"/>
                  </a:lnTo>
                  <a:lnTo>
                    <a:pt x="1614" y="229"/>
                  </a:lnTo>
                  <a:lnTo>
                    <a:pt x="1675" y="231"/>
                  </a:lnTo>
                  <a:lnTo>
                    <a:pt x="1723" y="231"/>
                  </a:lnTo>
                  <a:lnTo>
                    <a:pt x="1863" y="231"/>
                  </a:lnTo>
                  <a:lnTo>
                    <a:pt x="1868" y="383"/>
                  </a:lnTo>
                  <a:lnTo>
                    <a:pt x="1870" y="444"/>
                  </a:lnTo>
                  <a:lnTo>
                    <a:pt x="1869" y="530"/>
                  </a:lnTo>
                  <a:lnTo>
                    <a:pt x="1866" y="541"/>
                  </a:lnTo>
                  <a:lnTo>
                    <a:pt x="1834" y="544"/>
                  </a:lnTo>
                  <a:lnTo>
                    <a:pt x="1546" y="548"/>
                  </a:lnTo>
                  <a:lnTo>
                    <a:pt x="1336" y="548"/>
                  </a:lnTo>
                  <a:lnTo>
                    <a:pt x="815" y="548"/>
                  </a:lnTo>
                  <a:lnTo>
                    <a:pt x="815" y="390"/>
                  </a:lnTo>
                  <a:lnTo>
                    <a:pt x="815" y="231"/>
                  </a:lnTo>
                  <a:lnTo>
                    <a:pt x="956" y="231"/>
                  </a:lnTo>
                  <a:lnTo>
                    <a:pt x="1005" y="231"/>
                  </a:lnTo>
                  <a:lnTo>
                    <a:pt x="1065" y="229"/>
                  </a:lnTo>
                  <a:lnTo>
                    <a:pt x="1097" y="220"/>
                  </a:lnTo>
                  <a:lnTo>
                    <a:pt x="1114" y="199"/>
                  </a:lnTo>
                  <a:lnTo>
                    <a:pt x="1123" y="181"/>
                  </a:lnTo>
                  <a:lnTo>
                    <a:pt x="1134" y="162"/>
                  </a:lnTo>
                  <a:lnTo>
                    <a:pt x="1165" y="129"/>
                  </a:lnTo>
                  <a:lnTo>
                    <a:pt x="1204" y="103"/>
                  </a:lnTo>
                  <a:lnTo>
                    <a:pt x="1249" y="84"/>
                  </a:lnTo>
                  <a:lnTo>
                    <a:pt x="1299" y="74"/>
                  </a:lnTo>
                  <a:lnTo>
                    <a:pt x="1351" y="72"/>
                  </a:lnTo>
                  <a:lnTo>
                    <a:pt x="1405" y="78"/>
                  </a:lnTo>
                  <a:lnTo>
                    <a:pt x="1458" y="94"/>
                  </a:lnTo>
                  <a:lnTo>
                    <a:pt x="1483" y="106"/>
                  </a:lnTo>
                  <a:close/>
                  <a:moveTo>
                    <a:pt x="731" y="388"/>
                  </a:moveTo>
                  <a:lnTo>
                    <a:pt x="731" y="445"/>
                  </a:lnTo>
                  <a:lnTo>
                    <a:pt x="513" y="451"/>
                  </a:lnTo>
                  <a:lnTo>
                    <a:pt x="439" y="453"/>
                  </a:lnTo>
                  <a:lnTo>
                    <a:pt x="345" y="457"/>
                  </a:lnTo>
                  <a:lnTo>
                    <a:pt x="296" y="467"/>
                  </a:lnTo>
                  <a:lnTo>
                    <a:pt x="269" y="487"/>
                  </a:lnTo>
                  <a:lnTo>
                    <a:pt x="255" y="503"/>
                  </a:lnTo>
                  <a:lnTo>
                    <a:pt x="215" y="550"/>
                  </a:lnTo>
                  <a:lnTo>
                    <a:pt x="215" y="1670"/>
                  </a:lnTo>
                  <a:lnTo>
                    <a:pt x="215" y="2790"/>
                  </a:lnTo>
                  <a:lnTo>
                    <a:pt x="441" y="3026"/>
                  </a:lnTo>
                  <a:lnTo>
                    <a:pt x="668" y="3265"/>
                  </a:lnTo>
                  <a:lnTo>
                    <a:pt x="1503" y="3265"/>
                  </a:lnTo>
                  <a:lnTo>
                    <a:pt x="1781" y="3265"/>
                  </a:lnTo>
                  <a:lnTo>
                    <a:pt x="2133" y="3263"/>
                  </a:lnTo>
                  <a:lnTo>
                    <a:pt x="2306" y="3256"/>
                  </a:lnTo>
                  <a:lnTo>
                    <a:pt x="2362" y="3246"/>
                  </a:lnTo>
                  <a:lnTo>
                    <a:pt x="2385" y="3237"/>
                  </a:lnTo>
                  <a:lnTo>
                    <a:pt x="2395" y="3231"/>
                  </a:lnTo>
                  <a:lnTo>
                    <a:pt x="2416" y="3217"/>
                  </a:lnTo>
                  <a:lnTo>
                    <a:pt x="2449" y="3183"/>
                  </a:lnTo>
                  <a:lnTo>
                    <a:pt x="2470" y="3140"/>
                  </a:lnTo>
                  <a:lnTo>
                    <a:pt x="2481" y="3087"/>
                  </a:lnTo>
                  <a:lnTo>
                    <a:pt x="2481" y="3056"/>
                  </a:lnTo>
                  <a:lnTo>
                    <a:pt x="2482" y="3041"/>
                  </a:lnTo>
                  <a:lnTo>
                    <a:pt x="2485" y="3018"/>
                  </a:lnTo>
                  <a:lnTo>
                    <a:pt x="2493" y="3004"/>
                  </a:lnTo>
                  <a:lnTo>
                    <a:pt x="2509" y="2997"/>
                  </a:lnTo>
                  <a:lnTo>
                    <a:pt x="2520" y="2995"/>
                  </a:lnTo>
                  <a:lnTo>
                    <a:pt x="2529" y="2993"/>
                  </a:lnTo>
                  <a:lnTo>
                    <a:pt x="2545" y="2984"/>
                  </a:lnTo>
                  <a:lnTo>
                    <a:pt x="2559" y="2968"/>
                  </a:lnTo>
                  <a:lnTo>
                    <a:pt x="2571" y="2946"/>
                  </a:lnTo>
                  <a:lnTo>
                    <a:pt x="2576" y="2931"/>
                  </a:lnTo>
                  <a:lnTo>
                    <a:pt x="2583" y="2913"/>
                  </a:lnTo>
                  <a:lnTo>
                    <a:pt x="2589" y="2901"/>
                  </a:lnTo>
                  <a:lnTo>
                    <a:pt x="2592" y="2901"/>
                  </a:lnTo>
                  <a:lnTo>
                    <a:pt x="2596" y="2936"/>
                  </a:lnTo>
                  <a:lnTo>
                    <a:pt x="2596" y="3023"/>
                  </a:lnTo>
                  <a:lnTo>
                    <a:pt x="2596" y="3087"/>
                  </a:lnTo>
                  <a:lnTo>
                    <a:pt x="2586" y="3165"/>
                  </a:lnTo>
                  <a:lnTo>
                    <a:pt x="2574" y="3209"/>
                  </a:lnTo>
                  <a:lnTo>
                    <a:pt x="2558" y="3246"/>
                  </a:lnTo>
                  <a:lnTo>
                    <a:pt x="2536" y="3279"/>
                  </a:lnTo>
                  <a:lnTo>
                    <a:pt x="2509" y="3307"/>
                  </a:lnTo>
                  <a:lnTo>
                    <a:pt x="2475" y="3332"/>
                  </a:lnTo>
                  <a:lnTo>
                    <a:pt x="2456" y="3343"/>
                  </a:lnTo>
                  <a:lnTo>
                    <a:pt x="2390" y="3381"/>
                  </a:lnTo>
                  <a:lnTo>
                    <a:pt x="1340" y="3381"/>
                  </a:lnTo>
                  <a:lnTo>
                    <a:pt x="290" y="3381"/>
                  </a:lnTo>
                  <a:lnTo>
                    <a:pt x="223" y="3343"/>
                  </a:lnTo>
                  <a:lnTo>
                    <a:pt x="209" y="3335"/>
                  </a:lnTo>
                  <a:lnTo>
                    <a:pt x="179" y="3311"/>
                  </a:lnTo>
                  <a:lnTo>
                    <a:pt x="151" y="3283"/>
                  </a:lnTo>
                  <a:lnTo>
                    <a:pt x="128" y="3254"/>
                  </a:lnTo>
                  <a:lnTo>
                    <a:pt x="120" y="3240"/>
                  </a:lnTo>
                  <a:lnTo>
                    <a:pt x="81" y="3173"/>
                  </a:lnTo>
                  <a:lnTo>
                    <a:pt x="86" y="1840"/>
                  </a:lnTo>
                  <a:lnTo>
                    <a:pt x="90" y="506"/>
                  </a:lnTo>
                  <a:lnTo>
                    <a:pt x="130" y="451"/>
                  </a:lnTo>
                  <a:lnTo>
                    <a:pt x="143" y="432"/>
                  </a:lnTo>
                  <a:lnTo>
                    <a:pt x="170" y="400"/>
                  </a:lnTo>
                  <a:lnTo>
                    <a:pt x="198" y="376"/>
                  </a:lnTo>
                  <a:lnTo>
                    <a:pt x="229" y="358"/>
                  </a:lnTo>
                  <a:lnTo>
                    <a:pt x="268" y="346"/>
                  </a:lnTo>
                  <a:lnTo>
                    <a:pt x="317" y="338"/>
                  </a:lnTo>
                  <a:lnTo>
                    <a:pt x="413" y="332"/>
                  </a:lnTo>
                  <a:lnTo>
                    <a:pt x="503" y="331"/>
                  </a:lnTo>
                  <a:lnTo>
                    <a:pt x="731" y="331"/>
                  </a:lnTo>
                  <a:lnTo>
                    <a:pt x="731" y="388"/>
                  </a:lnTo>
                  <a:close/>
                  <a:moveTo>
                    <a:pt x="2448" y="356"/>
                  </a:moveTo>
                  <a:lnTo>
                    <a:pt x="2470" y="370"/>
                  </a:lnTo>
                  <a:lnTo>
                    <a:pt x="2522" y="417"/>
                  </a:lnTo>
                  <a:lnTo>
                    <a:pt x="2543" y="443"/>
                  </a:lnTo>
                  <a:lnTo>
                    <a:pt x="2590" y="503"/>
                  </a:lnTo>
                  <a:lnTo>
                    <a:pt x="2593" y="1288"/>
                  </a:lnTo>
                  <a:lnTo>
                    <a:pt x="2594" y="1711"/>
                  </a:lnTo>
                  <a:lnTo>
                    <a:pt x="2589" y="1983"/>
                  </a:lnTo>
                  <a:lnTo>
                    <a:pt x="2583" y="2022"/>
                  </a:lnTo>
                  <a:lnTo>
                    <a:pt x="2578" y="2022"/>
                  </a:lnTo>
                  <a:lnTo>
                    <a:pt x="2575" y="2015"/>
                  </a:lnTo>
                  <a:lnTo>
                    <a:pt x="2569" y="2001"/>
                  </a:lnTo>
                  <a:lnTo>
                    <a:pt x="2557" y="1978"/>
                  </a:lnTo>
                  <a:lnTo>
                    <a:pt x="2543" y="1962"/>
                  </a:lnTo>
                  <a:lnTo>
                    <a:pt x="2527" y="1953"/>
                  </a:lnTo>
                  <a:lnTo>
                    <a:pt x="2518" y="1951"/>
                  </a:lnTo>
                  <a:lnTo>
                    <a:pt x="2483" y="1946"/>
                  </a:lnTo>
                  <a:lnTo>
                    <a:pt x="2478" y="1246"/>
                  </a:lnTo>
                  <a:lnTo>
                    <a:pt x="2473" y="545"/>
                  </a:lnTo>
                  <a:lnTo>
                    <a:pt x="2418" y="496"/>
                  </a:lnTo>
                  <a:lnTo>
                    <a:pt x="2400" y="480"/>
                  </a:lnTo>
                  <a:lnTo>
                    <a:pt x="2367" y="459"/>
                  </a:lnTo>
                  <a:lnTo>
                    <a:pt x="2318" y="450"/>
                  </a:lnTo>
                  <a:lnTo>
                    <a:pt x="2227" y="448"/>
                  </a:lnTo>
                  <a:lnTo>
                    <a:pt x="2156" y="448"/>
                  </a:lnTo>
                  <a:lnTo>
                    <a:pt x="1948" y="448"/>
                  </a:lnTo>
                  <a:lnTo>
                    <a:pt x="1948" y="390"/>
                  </a:lnTo>
                  <a:lnTo>
                    <a:pt x="1948" y="331"/>
                  </a:lnTo>
                  <a:lnTo>
                    <a:pt x="2173" y="331"/>
                  </a:lnTo>
                  <a:lnTo>
                    <a:pt x="2287" y="332"/>
                  </a:lnTo>
                  <a:lnTo>
                    <a:pt x="2390" y="340"/>
                  </a:lnTo>
                  <a:lnTo>
                    <a:pt x="2433" y="350"/>
                  </a:lnTo>
                  <a:lnTo>
                    <a:pt x="2448" y="356"/>
                  </a:lnTo>
                  <a:close/>
                  <a:moveTo>
                    <a:pt x="731" y="573"/>
                  </a:moveTo>
                  <a:lnTo>
                    <a:pt x="731" y="615"/>
                  </a:lnTo>
                  <a:lnTo>
                    <a:pt x="1340" y="615"/>
                  </a:lnTo>
                  <a:lnTo>
                    <a:pt x="1948" y="615"/>
                  </a:lnTo>
                  <a:lnTo>
                    <a:pt x="1948" y="573"/>
                  </a:lnTo>
                  <a:lnTo>
                    <a:pt x="1948" y="531"/>
                  </a:lnTo>
                  <a:lnTo>
                    <a:pt x="2146" y="531"/>
                  </a:lnTo>
                  <a:lnTo>
                    <a:pt x="2251" y="532"/>
                  </a:lnTo>
                  <a:lnTo>
                    <a:pt x="2334" y="540"/>
                  </a:lnTo>
                  <a:lnTo>
                    <a:pt x="2363" y="550"/>
                  </a:lnTo>
                  <a:lnTo>
                    <a:pt x="2371" y="558"/>
                  </a:lnTo>
                  <a:lnTo>
                    <a:pt x="2376" y="563"/>
                  </a:lnTo>
                  <a:lnTo>
                    <a:pt x="2383" y="580"/>
                  </a:lnTo>
                  <a:lnTo>
                    <a:pt x="2390" y="630"/>
                  </a:lnTo>
                  <a:lnTo>
                    <a:pt x="2398" y="881"/>
                  </a:lnTo>
                  <a:lnTo>
                    <a:pt x="2398" y="1265"/>
                  </a:lnTo>
                  <a:lnTo>
                    <a:pt x="2398" y="1946"/>
                  </a:lnTo>
                  <a:lnTo>
                    <a:pt x="2353" y="1951"/>
                  </a:lnTo>
                  <a:lnTo>
                    <a:pt x="2340" y="1953"/>
                  </a:lnTo>
                  <a:lnTo>
                    <a:pt x="2321" y="1959"/>
                  </a:lnTo>
                  <a:lnTo>
                    <a:pt x="2309" y="1971"/>
                  </a:lnTo>
                  <a:lnTo>
                    <a:pt x="2303" y="1990"/>
                  </a:lnTo>
                  <a:lnTo>
                    <a:pt x="2301" y="2003"/>
                  </a:lnTo>
                  <a:lnTo>
                    <a:pt x="2298" y="2024"/>
                  </a:lnTo>
                  <a:lnTo>
                    <a:pt x="2286" y="2046"/>
                  </a:lnTo>
                  <a:lnTo>
                    <a:pt x="2275" y="2055"/>
                  </a:lnTo>
                  <a:lnTo>
                    <a:pt x="2255" y="2061"/>
                  </a:lnTo>
                  <a:lnTo>
                    <a:pt x="2218" y="2053"/>
                  </a:lnTo>
                  <a:lnTo>
                    <a:pt x="2196" y="2041"/>
                  </a:lnTo>
                  <a:lnTo>
                    <a:pt x="2148" y="2013"/>
                  </a:lnTo>
                  <a:lnTo>
                    <a:pt x="2068" y="2088"/>
                  </a:lnTo>
                  <a:lnTo>
                    <a:pt x="1986" y="2165"/>
                  </a:lnTo>
                  <a:lnTo>
                    <a:pt x="1255" y="2168"/>
                  </a:lnTo>
                  <a:lnTo>
                    <a:pt x="845" y="2172"/>
                  </a:lnTo>
                  <a:lnTo>
                    <a:pt x="583" y="2180"/>
                  </a:lnTo>
                  <a:lnTo>
                    <a:pt x="535" y="2188"/>
                  </a:lnTo>
                  <a:lnTo>
                    <a:pt x="524" y="2194"/>
                  </a:lnTo>
                  <a:lnTo>
                    <a:pt x="523" y="2198"/>
                  </a:lnTo>
                  <a:lnTo>
                    <a:pt x="524" y="2202"/>
                  </a:lnTo>
                  <a:lnTo>
                    <a:pt x="535" y="2208"/>
                  </a:lnTo>
                  <a:lnTo>
                    <a:pt x="583" y="2216"/>
                  </a:lnTo>
                  <a:lnTo>
                    <a:pt x="846" y="2224"/>
                  </a:lnTo>
                  <a:lnTo>
                    <a:pt x="1258" y="2228"/>
                  </a:lnTo>
                  <a:lnTo>
                    <a:pt x="1663" y="2231"/>
                  </a:lnTo>
                  <a:lnTo>
                    <a:pt x="1937" y="2239"/>
                  </a:lnTo>
                  <a:lnTo>
                    <a:pt x="1993" y="2246"/>
                  </a:lnTo>
                  <a:lnTo>
                    <a:pt x="2011" y="2252"/>
                  </a:lnTo>
                  <a:lnTo>
                    <a:pt x="2015" y="2256"/>
                  </a:lnTo>
                  <a:lnTo>
                    <a:pt x="2024" y="2270"/>
                  </a:lnTo>
                  <a:lnTo>
                    <a:pt x="2029" y="2295"/>
                  </a:lnTo>
                  <a:lnTo>
                    <a:pt x="2016" y="2316"/>
                  </a:lnTo>
                  <a:lnTo>
                    <a:pt x="1987" y="2331"/>
                  </a:lnTo>
                  <a:lnTo>
                    <a:pt x="1966" y="2336"/>
                  </a:lnTo>
                  <a:lnTo>
                    <a:pt x="1952" y="2340"/>
                  </a:lnTo>
                  <a:lnTo>
                    <a:pt x="1931" y="2348"/>
                  </a:lnTo>
                  <a:lnTo>
                    <a:pt x="1920" y="2360"/>
                  </a:lnTo>
                  <a:lnTo>
                    <a:pt x="1915" y="2378"/>
                  </a:lnTo>
                  <a:lnTo>
                    <a:pt x="1915" y="2390"/>
                  </a:lnTo>
                  <a:lnTo>
                    <a:pt x="1915" y="2431"/>
                  </a:lnTo>
                  <a:lnTo>
                    <a:pt x="1403" y="2435"/>
                  </a:lnTo>
                  <a:lnTo>
                    <a:pt x="1089" y="2438"/>
                  </a:lnTo>
                  <a:lnTo>
                    <a:pt x="936" y="2445"/>
                  </a:lnTo>
                  <a:lnTo>
                    <a:pt x="907" y="2450"/>
                  </a:lnTo>
                  <a:lnTo>
                    <a:pt x="894" y="2457"/>
                  </a:lnTo>
                  <a:lnTo>
                    <a:pt x="890" y="2467"/>
                  </a:lnTo>
                  <a:lnTo>
                    <a:pt x="890" y="2473"/>
                  </a:lnTo>
                  <a:lnTo>
                    <a:pt x="890" y="2479"/>
                  </a:lnTo>
                  <a:lnTo>
                    <a:pt x="894" y="2489"/>
                  </a:lnTo>
                  <a:lnTo>
                    <a:pt x="907" y="2496"/>
                  </a:lnTo>
                  <a:lnTo>
                    <a:pt x="936" y="2501"/>
                  </a:lnTo>
                  <a:lnTo>
                    <a:pt x="1089" y="2508"/>
                  </a:lnTo>
                  <a:lnTo>
                    <a:pt x="1403" y="2511"/>
                  </a:lnTo>
                  <a:lnTo>
                    <a:pt x="1915" y="2515"/>
                  </a:lnTo>
                  <a:lnTo>
                    <a:pt x="1915" y="2556"/>
                  </a:lnTo>
                  <a:lnTo>
                    <a:pt x="1915" y="2568"/>
                  </a:lnTo>
                  <a:lnTo>
                    <a:pt x="1920" y="2585"/>
                  </a:lnTo>
                  <a:lnTo>
                    <a:pt x="1933" y="2597"/>
                  </a:lnTo>
                  <a:lnTo>
                    <a:pt x="1954" y="2607"/>
                  </a:lnTo>
                  <a:lnTo>
                    <a:pt x="1970" y="2611"/>
                  </a:lnTo>
                  <a:lnTo>
                    <a:pt x="1995" y="2619"/>
                  </a:lnTo>
                  <a:lnTo>
                    <a:pt x="2016" y="2636"/>
                  </a:lnTo>
                  <a:lnTo>
                    <a:pt x="2022" y="2650"/>
                  </a:lnTo>
                  <a:lnTo>
                    <a:pt x="2023" y="2658"/>
                  </a:lnTo>
                  <a:lnTo>
                    <a:pt x="2023" y="2663"/>
                  </a:lnTo>
                  <a:lnTo>
                    <a:pt x="2018" y="2672"/>
                  </a:lnTo>
                  <a:lnTo>
                    <a:pt x="1994" y="2682"/>
                  </a:lnTo>
                  <a:lnTo>
                    <a:pt x="1826" y="2693"/>
                  </a:lnTo>
                  <a:lnTo>
                    <a:pt x="1523" y="2698"/>
                  </a:lnTo>
                  <a:lnTo>
                    <a:pt x="1023" y="2706"/>
                  </a:lnTo>
                  <a:lnTo>
                    <a:pt x="1018" y="2743"/>
                  </a:lnTo>
                  <a:lnTo>
                    <a:pt x="1013" y="2781"/>
                  </a:lnTo>
                  <a:lnTo>
                    <a:pt x="1510" y="2781"/>
                  </a:lnTo>
                  <a:lnTo>
                    <a:pt x="2008" y="2781"/>
                  </a:lnTo>
                  <a:lnTo>
                    <a:pt x="2073" y="2848"/>
                  </a:lnTo>
                  <a:lnTo>
                    <a:pt x="2098" y="2873"/>
                  </a:lnTo>
                  <a:lnTo>
                    <a:pt x="2137" y="2904"/>
                  </a:lnTo>
                  <a:lnTo>
                    <a:pt x="2161" y="2912"/>
                  </a:lnTo>
                  <a:lnTo>
                    <a:pt x="2176" y="2911"/>
                  </a:lnTo>
                  <a:lnTo>
                    <a:pt x="2201" y="2902"/>
                  </a:lnTo>
                  <a:lnTo>
                    <a:pt x="2221" y="2890"/>
                  </a:lnTo>
                  <a:lnTo>
                    <a:pt x="2237" y="2880"/>
                  </a:lnTo>
                  <a:lnTo>
                    <a:pt x="2257" y="2875"/>
                  </a:lnTo>
                  <a:lnTo>
                    <a:pt x="2268" y="2877"/>
                  </a:lnTo>
                  <a:lnTo>
                    <a:pt x="2282" y="2889"/>
                  </a:lnTo>
                  <a:lnTo>
                    <a:pt x="2298" y="2925"/>
                  </a:lnTo>
                  <a:lnTo>
                    <a:pt x="2305" y="2951"/>
                  </a:lnTo>
                  <a:lnTo>
                    <a:pt x="2308" y="2964"/>
                  </a:lnTo>
                  <a:lnTo>
                    <a:pt x="2316" y="2982"/>
                  </a:lnTo>
                  <a:lnTo>
                    <a:pt x="2328" y="2993"/>
                  </a:lnTo>
                  <a:lnTo>
                    <a:pt x="2345" y="2998"/>
                  </a:lnTo>
                  <a:lnTo>
                    <a:pt x="2356" y="2998"/>
                  </a:lnTo>
                  <a:lnTo>
                    <a:pt x="2369" y="2998"/>
                  </a:lnTo>
                  <a:lnTo>
                    <a:pt x="2386" y="3003"/>
                  </a:lnTo>
                  <a:lnTo>
                    <a:pt x="2395" y="3016"/>
                  </a:lnTo>
                  <a:lnTo>
                    <a:pt x="2398" y="3042"/>
                  </a:lnTo>
                  <a:lnTo>
                    <a:pt x="2398" y="3061"/>
                  </a:lnTo>
                  <a:lnTo>
                    <a:pt x="2398" y="3084"/>
                  </a:lnTo>
                  <a:lnTo>
                    <a:pt x="2396" y="3120"/>
                  </a:lnTo>
                  <a:lnTo>
                    <a:pt x="2385" y="3140"/>
                  </a:lnTo>
                  <a:lnTo>
                    <a:pt x="2372" y="3151"/>
                  </a:lnTo>
                  <a:lnTo>
                    <a:pt x="2339" y="3163"/>
                  </a:lnTo>
                  <a:lnTo>
                    <a:pt x="2261" y="3174"/>
                  </a:lnTo>
                  <a:lnTo>
                    <a:pt x="2135" y="3179"/>
                  </a:lnTo>
                  <a:lnTo>
                    <a:pt x="1840" y="3180"/>
                  </a:lnTo>
                  <a:lnTo>
                    <a:pt x="1530" y="3178"/>
                  </a:lnTo>
                  <a:lnTo>
                    <a:pt x="723" y="3173"/>
                  </a:lnTo>
                  <a:lnTo>
                    <a:pt x="720" y="3015"/>
                  </a:lnTo>
                  <a:lnTo>
                    <a:pt x="717" y="2943"/>
                  </a:lnTo>
                  <a:lnTo>
                    <a:pt x="710" y="2848"/>
                  </a:lnTo>
                  <a:lnTo>
                    <a:pt x="699" y="2805"/>
                  </a:lnTo>
                  <a:lnTo>
                    <a:pt x="688" y="2785"/>
                  </a:lnTo>
                  <a:lnTo>
                    <a:pt x="666" y="2762"/>
                  </a:lnTo>
                  <a:lnTo>
                    <a:pt x="643" y="2748"/>
                  </a:lnTo>
                  <a:lnTo>
                    <a:pt x="627" y="2739"/>
                  </a:lnTo>
                  <a:lnTo>
                    <a:pt x="592" y="2726"/>
                  </a:lnTo>
                  <a:lnTo>
                    <a:pt x="545" y="2718"/>
                  </a:lnTo>
                  <a:lnTo>
                    <a:pt x="480" y="2715"/>
                  </a:lnTo>
                  <a:lnTo>
                    <a:pt x="436" y="2715"/>
                  </a:lnTo>
                  <a:lnTo>
                    <a:pt x="281" y="2715"/>
                  </a:lnTo>
                  <a:lnTo>
                    <a:pt x="281" y="1653"/>
                  </a:lnTo>
                  <a:lnTo>
                    <a:pt x="282" y="1038"/>
                  </a:lnTo>
                  <a:lnTo>
                    <a:pt x="289" y="659"/>
                  </a:lnTo>
                  <a:lnTo>
                    <a:pt x="298" y="589"/>
                  </a:lnTo>
                  <a:lnTo>
                    <a:pt x="305" y="567"/>
                  </a:lnTo>
                  <a:lnTo>
                    <a:pt x="310" y="561"/>
                  </a:lnTo>
                  <a:lnTo>
                    <a:pt x="319" y="553"/>
                  </a:lnTo>
                  <a:lnTo>
                    <a:pt x="345" y="541"/>
                  </a:lnTo>
                  <a:lnTo>
                    <a:pt x="424" y="532"/>
                  </a:lnTo>
                  <a:lnTo>
                    <a:pt x="535" y="531"/>
                  </a:lnTo>
                  <a:lnTo>
                    <a:pt x="731" y="531"/>
                  </a:lnTo>
                  <a:lnTo>
                    <a:pt x="731" y="573"/>
                  </a:lnTo>
                  <a:close/>
                  <a:moveTo>
                    <a:pt x="2501" y="2065"/>
                  </a:moveTo>
                  <a:lnTo>
                    <a:pt x="2506" y="2078"/>
                  </a:lnTo>
                  <a:lnTo>
                    <a:pt x="2520" y="2100"/>
                  </a:lnTo>
                  <a:lnTo>
                    <a:pt x="2538" y="2120"/>
                  </a:lnTo>
                  <a:lnTo>
                    <a:pt x="2558" y="2134"/>
                  </a:lnTo>
                  <a:lnTo>
                    <a:pt x="2581" y="2145"/>
                  </a:lnTo>
                  <a:lnTo>
                    <a:pt x="2605" y="2150"/>
                  </a:lnTo>
                  <a:lnTo>
                    <a:pt x="2629" y="2149"/>
                  </a:lnTo>
                  <a:lnTo>
                    <a:pt x="2652" y="2142"/>
                  </a:lnTo>
                  <a:lnTo>
                    <a:pt x="2663" y="2136"/>
                  </a:lnTo>
                  <a:lnTo>
                    <a:pt x="2676" y="2128"/>
                  </a:lnTo>
                  <a:lnTo>
                    <a:pt x="2695" y="2121"/>
                  </a:lnTo>
                  <a:lnTo>
                    <a:pt x="2711" y="2125"/>
                  </a:lnTo>
                  <a:lnTo>
                    <a:pt x="2731" y="2141"/>
                  </a:lnTo>
                  <a:lnTo>
                    <a:pt x="2745" y="2155"/>
                  </a:lnTo>
                  <a:lnTo>
                    <a:pt x="2758" y="2168"/>
                  </a:lnTo>
                  <a:lnTo>
                    <a:pt x="2775" y="2188"/>
                  </a:lnTo>
                  <a:lnTo>
                    <a:pt x="2779" y="2205"/>
                  </a:lnTo>
                  <a:lnTo>
                    <a:pt x="2772" y="2226"/>
                  </a:lnTo>
                  <a:lnTo>
                    <a:pt x="2765" y="2240"/>
                  </a:lnTo>
                  <a:lnTo>
                    <a:pt x="2758" y="2253"/>
                  </a:lnTo>
                  <a:lnTo>
                    <a:pt x="2751" y="2274"/>
                  </a:lnTo>
                  <a:lnTo>
                    <a:pt x="2752" y="2295"/>
                  </a:lnTo>
                  <a:lnTo>
                    <a:pt x="2762" y="2321"/>
                  </a:lnTo>
                  <a:lnTo>
                    <a:pt x="2770" y="2338"/>
                  </a:lnTo>
                  <a:lnTo>
                    <a:pt x="2776" y="2351"/>
                  </a:lnTo>
                  <a:lnTo>
                    <a:pt x="2791" y="2374"/>
                  </a:lnTo>
                  <a:lnTo>
                    <a:pt x="2807" y="2390"/>
                  </a:lnTo>
                  <a:lnTo>
                    <a:pt x="2825" y="2399"/>
                  </a:lnTo>
                  <a:lnTo>
                    <a:pt x="2835" y="2401"/>
                  </a:lnTo>
                  <a:lnTo>
                    <a:pt x="2846" y="2403"/>
                  </a:lnTo>
                  <a:lnTo>
                    <a:pt x="2862" y="2410"/>
                  </a:lnTo>
                  <a:lnTo>
                    <a:pt x="2871" y="2425"/>
                  </a:lnTo>
                  <a:lnTo>
                    <a:pt x="2877" y="2450"/>
                  </a:lnTo>
                  <a:lnTo>
                    <a:pt x="2878" y="2468"/>
                  </a:lnTo>
                  <a:lnTo>
                    <a:pt x="2880" y="2487"/>
                  </a:lnTo>
                  <a:lnTo>
                    <a:pt x="2878" y="2513"/>
                  </a:lnTo>
                  <a:lnTo>
                    <a:pt x="2869" y="2527"/>
                  </a:lnTo>
                  <a:lnTo>
                    <a:pt x="2850" y="2535"/>
                  </a:lnTo>
                  <a:lnTo>
                    <a:pt x="2835" y="2538"/>
                  </a:lnTo>
                  <a:lnTo>
                    <a:pt x="2823" y="2541"/>
                  </a:lnTo>
                  <a:lnTo>
                    <a:pt x="2801" y="2554"/>
                  </a:lnTo>
                  <a:lnTo>
                    <a:pt x="2783" y="2572"/>
                  </a:lnTo>
                  <a:lnTo>
                    <a:pt x="2769" y="2594"/>
                  </a:lnTo>
                  <a:lnTo>
                    <a:pt x="2760" y="2618"/>
                  </a:lnTo>
                  <a:lnTo>
                    <a:pt x="2755" y="2644"/>
                  </a:lnTo>
                  <a:lnTo>
                    <a:pt x="2756" y="2670"/>
                  </a:lnTo>
                  <a:lnTo>
                    <a:pt x="2763" y="2694"/>
                  </a:lnTo>
                  <a:lnTo>
                    <a:pt x="2770" y="2705"/>
                  </a:lnTo>
                  <a:lnTo>
                    <a:pt x="2778" y="2717"/>
                  </a:lnTo>
                  <a:lnTo>
                    <a:pt x="2786" y="2735"/>
                  </a:lnTo>
                  <a:lnTo>
                    <a:pt x="2783" y="2752"/>
                  </a:lnTo>
                  <a:lnTo>
                    <a:pt x="2767" y="2772"/>
                  </a:lnTo>
                  <a:lnTo>
                    <a:pt x="2753" y="2786"/>
                  </a:lnTo>
                  <a:lnTo>
                    <a:pt x="2739" y="2800"/>
                  </a:lnTo>
                  <a:lnTo>
                    <a:pt x="2719" y="2816"/>
                  </a:lnTo>
                  <a:lnTo>
                    <a:pt x="2702" y="2819"/>
                  </a:lnTo>
                  <a:lnTo>
                    <a:pt x="2684" y="2811"/>
                  </a:lnTo>
                  <a:lnTo>
                    <a:pt x="2671" y="2803"/>
                  </a:lnTo>
                  <a:lnTo>
                    <a:pt x="2660" y="2797"/>
                  </a:lnTo>
                  <a:lnTo>
                    <a:pt x="2636" y="2790"/>
                  </a:lnTo>
                  <a:lnTo>
                    <a:pt x="2611" y="2789"/>
                  </a:lnTo>
                  <a:lnTo>
                    <a:pt x="2585" y="2793"/>
                  </a:lnTo>
                  <a:lnTo>
                    <a:pt x="2560" y="2803"/>
                  </a:lnTo>
                  <a:lnTo>
                    <a:pt x="2538" y="2817"/>
                  </a:lnTo>
                  <a:lnTo>
                    <a:pt x="2521" y="2835"/>
                  </a:lnTo>
                  <a:lnTo>
                    <a:pt x="2508" y="2856"/>
                  </a:lnTo>
                  <a:lnTo>
                    <a:pt x="2505" y="2868"/>
                  </a:lnTo>
                  <a:lnTo>
                    <a:pt x="2502" y="2883"/>
                  </a:lnTo>
                  <a:lnTo>
                    <a:pt x="2494" y="2903"/>
                  </a:lnTo>
                  <a:lnTo>
                    <a:pt x="2479" y="2912"/>
                  </a:lnTo>
                  <a:lnTo>
                    <a:pt x="2454" y="2913"/>
                  </a:lnTo>
                  <a:lnTo>
                    <a:pt x="2435" y="2911"/>
                  </a:lnTo>
                  <a:lnTo>
                    <a:pt x="2418" y="2910"/>
                  </a:lnTo>
                  <a:lnTo>
                    <a:pt x="2393" y="2904"/>
                  </a:lnTo>
                  <a:lnTo>
                    <a:pt x="2377" y="2893"/>
                  </a:lnTo>
                  <a:lnTo>
                    <a:pt x="2368" y="2876"/>
                  </a:lnTo>
                  <a:lnTo>
                    <a:pt x="2365" y="2865"/>
                  </a:lnTo>
                  <a:lnTo>
                    <a:pt x="2362" y="2854"/>
                  </a:lnTo>
                  <a:lnTo>
                    <a:pt x="2350" y="2836"/>
                  </a:lnTo>
                  <a:lnTo>
                    <a:pt x="2333" y="2820"/>
                  </a:lnTo>
                  <a:lnTo>
                    <a:pt x="2308" y="2806"/>
                  </a:lnTo>
                  <a:lnTo>
                    <a:pt x="2293" y="2800"/>
                  </a:lnTo>
                  <a:lnTo>
                    <a:pt x="2274" y="2793"/>
                  </a:lnTo>
                  <a:lnTo>
                    <a:pt x="2246" y="2786"/>
                  </a:lnTo>
                  <a:lnTo>
                    <a:pt x="2227" y="2786"/>
                  </a:lnTo>
                  <a:lnTo>
                    <a:pt x="2210" y="2796"/>
                  </a:lnTo>
                  <a:lnTo>
                    <a:pt x="2200" y="2805"/>
                  </a:lnTo>
                  <a:lnTo>
                    <a:pt x="2189" y="2814"/>
                  </a:lnTo>
                  <a:lnTo>
                    <a:pt x="2174" y="2823"/>
                  </a:lnTo>
                  <a:lnTo>
                    <a:pt x="2158" y="2821"/>
                  </a:lnTo>
                  <a:lnTo>
                    <a:pt x="2137" y="2806"/>
                  </a:lnTo>
                  <a:lnTo>
                    <a:pt x="2121" y="2793"/>
                  </a:lnTo>
                  <a:lnTo>
                    <a:pt x="2106" y="2779"/>
                  </a:lnTo>
                  <a:lnTo>
                    <a:pt x="2088" y="2760"/>
                  </a:lnTo>
                  <a:lnTo>
                    <a:pt x="2084" y="2744"/>
                  </a:lnTo>
                  <a:lnTo>
                    <a:pt x="2093" y="2724"/>
                  </a:lnTo>
                  <a:lnTo>
                    <a:pt x="2103" y="2710"/>
                  </a:lnTo>
                  <a:lnTo>
                    <a:pt x="2112" y="2696"/>
                  </a:lnTo>
                  <a:lnTo>
                    <a:pt x="2121" y="2675"/>
                  </a:lnTo>
                  <a:lnTo>
                    <a:pt x="2122" y="2654"/>
                  </a:lnTo>
                  <a:lnTo>
                    <a:pt x="2114" y="2628"/>
                  </a:lnTo>
                  <a:lnTo>
                    <a:pt x="2106" y="2610"/>
                  </a:lnTo>
                  <a:lnTo>
                    <a:pt x="2099" y="2594"/>
                  </a:lnTo>
                  <a:lnTo>
                    <a:pt x="2084" y="2570"/>
                  </a:lnTo>
                  <a:lnTo>
                    <a:pt x="2067" y="2554"/>
                  </a:lnTo>
                  <a:lnTo>
                    <a:pt x="2045" y="2543"/>
                  </a:lnTo>
                  <a:lnTo>
                    <a:pt x="2031" y="2540"/>
                  </a:lnTo>
                  <a:lnTo>
                    <a:pt x="2016" y="2536"/>
                  </a:lnTo>
                  <a:lnTo>
                    <a:pt x="1996" y="2527"/>
                  </a:lnTo>
                  <a:lnTo>
                    <a:pt x="1985" y="2513"/>
                  </a:lnTo>
                  <a:lnTo>
                    <a:pt x="1982" y="2489"/>
                  </a:lnTo>
                  <a:lnTo>
                    <a:pt x="1981" y="2471"/>
                  </a:lnTo>
                  <a:lnTo>
                    <a:pt x="1982" y="2454"/>
                  </a:lnTo>
                  <a:lnTo>
                    <a:pt x="1985" y="2430"/>
                  </a:lnTo>
                  <a:lnTo>
                    <a:pt x="1996" y="2416"/>
                  </a:lnTo>
                  <a:lnTo>
                    <a:pt x="2015" y="2408"/>
                  </a:lnTo>
                  <a:lnTo>
                    <a:pt x="2030" y="2405"/>
                  </a:lnTo>
                  <a:lnTo>
                    <a:pt x="2042" y="2402"/>
                  </a:lnTo>
                  <a:lnTo>
                    <a:pt x="2063" y="2391"/>
                  </a:lnTo>
                  <a:lnTo>
                    <a:pt x="2081" y="2375"/>
                  </a:lnTo>
                  <a:lnTo>
                    <a:pt x="2097" y="2352"/>
                  </a:lnTo>
                  <a:lnTo>
                    <a:pt x="2105" y="2338"/>
                  </a:lnTo>
                  <a:lnTo>
                    <a:pt x="2113" y="2319"/>
                  </a:lnTo>
                  <a:lnTo>
                    <a:pt x="2123" y="2293"/>
                  </a:lnTo>
                  <a:lnTo>
                    <a:pt x="2122" y="2272"/>
                  </a:lnTo>
                  <a:lnTo>
                    <a:pt x="2112" y="2251"/>
                  </a:lnTo>
                  <a:lnTo>
                    <a:pt x="2103" y="2238"/>
                  </a:lnTo>
                  <a:lnTo>
                    <a:pt x="2094" y="2224"/>
                  </a:lnTo>
                  <a:lnTo>
                    <a:pt x="2085" y="2204"/>
                  </a:lnTo>
                  <a:lnTo>
                    <a:pt x="2088" y="2188"/>
                  </a:lnTo>
                  <a:lnTo>
                    <a:pt x="2104" y="2167"/>
                  </a:lnTo>
                  <a:lnTo>
                    <a:pt x="2118" y="2153"/>
                  </a:lnTo>
                  <a:lnTo>
                    <a:pt x="2132" y="2139"/>
                  </a:lnTo>
                  <a:lnTo>
                    <a:pt x="2152" y="2123"/>
                  </a:lnTo>
                  <a:lnTo>
                    <a:pt x="2169" y="2120"/>
                  </a:lnTo>
                  <a:lnTo>
                    <a:pt x="2190" y="2130"/>
                  </a:lnTo>
                  <a:lnTo>
                    <a:pt x="2205" y="2140"/>
                  </a:lnTo>
                  <a:lnTo>
                    <a:pt x="2219" y="2149"/>
                  </a:lnTo>
                  <a:lnTo>
                    <a:pt x="2239" y="2159"/>
                  </a:lnTo>
                  <a:lnTo>
                    <a:pt x="2258" y="2158"/>
                  </a:lnTo>
                  <a:lnTo>
                    <a:pt x="2283" y="2147"/>
                  </a:lnTo>
                  <a:lnTo>
                    <a:pt x="2301" y="2136"/>
                  </a:lnTo>
                  <a:lnTo>
                    <a:pt x="2323" y="2122"/>
                  </a:lnTo>
                  <a:lnTo>
                    <a:pt x="2349" y="2094"/>
                  </a:lnTo>
                  <a:lnTo>
                    <a:pt x="2359" y="2077"/>
                  </a:lnTo>
                  <a:lnTo>
                    <a:pt x="2361" y="2070"/>
                  </a:lnTo>
                  <a:lnTo>
                    <a:pt x="2363" y="2061"/>
                  </a:lnTo>
                  <a:lnTo>
                    <a:pt x="2371" y="2046"/>
                  </a:lnTo>
                  <a:lnTo>
                    <a:pt x="2383" y="2036"/>
                  </a:lnTo>
                  <a:lnTo>
                    <a:pt x="2401" y="2028"/>
                  </a:lnTo>
                  <a:lnTo>
                    <a:pt x="2411" y="2026"/>
                  </a:lnTo>
                  <a:lnTo>
                    <a:pt x="2450" y="2021"/>
                  </a:lnTo>
                  <a:lnTo>
                    <a:pt x="2470" y="2016"/>
                  </a:lnTo>
                  <a:lnTo>
                    <a:pt x="2476" y="2019"/>
                  </a:lnTo>
                  <a:lnTo>
                    <a:pt x="2493" y="2045"/>
                  </a:lnTo>
                  <a:lnTo>
                    <a:pt x="2501" y="2065"/>
                  </a:lnTo>
                  <a:close/>
                  <a:moveTo>
                    <a:pt x="621" y="2835"/>
                  </a:moveTo>
                  <a:lnTo>
                    <a:pt x="628" y="2845"/>
                  </a:lnTo>
                  <a:lnTo>
                    <a:pt x="638" y="2875"/>
                  </a:lnTo>
                  <a:lnTo>
                    <a:pt x="647" y="2937"/>
                  </a:lnTo>
                  <a:lnTo>
                    <a:pt x="648" y="2996"/>
                  </a:lnTo>
                  <a:lnTo>
                    <a:pt x="648" y="3121"/>
                  </a:lnTo>
                  <a:lnTo>
                    <a:pt x="563" y="3040"/>
                  </a:lnTo>
                  <a:lnTo>
                    <a:pt x="482" y="2957"/>
                  </a:lnTo>
                  <a:lnTo>
                    <a:pt x="411" y="2876"/>
                  </a:lnTo>
                  <a:lnTo>
                    <a:pt x="345" y="2798"/>
                  </a:lnTo>
                  <a:lnTo>
                    <a:pt x="471" y="2798"/>
                  </a:lnTo>
                  <a:lnTo>
                    <a:pt x="510" y="2798"/>
                  </a:lnTo>
                  <a:lnTo>
                    <a:pt x="562" y="2801"/>
                  </a:lnTo>
                  <a:lnTo>
                    <a:pt x="594" y="2809"/>
                  </a:lnTo>
                  <a:lnTo>
                    <a:pt x="613" y="2824"/>
                  </a:lnTo>
                  <a:lnTo>
                    <a:pt x="621" y="28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2" name="Freeform 21">
              <a:extLst>
                <a:ext uri="{FF2B5EF4-FFF2-40B4-BE49-F238E27FC236}">
                  <a16:creationId xmlns:a16="http://schemas.microsoft.com/office/drawing/2014/main" id="{D5C80476-FDCA-BFE2-5604-3692AA75C2FE}"/>
                </a:ext>
              </a:extLst>
            </p:cNvPr>
            <p:cNvSpPr>
              <a:spLocks noEditPoints="1"/>
            </p:cNvSpPr>
            <p:nvPr/>
          </p:nvSpPr>
          <p:spPr bwMode="auto">
            <a:xfrm>
              <a:off x="10990263" y="712788"/>
              <a:ext cx="449263" cy="449263"/>
            </a:xfrm>
            <a:custGeom>
              <a:avLst/>
              <a:gdLst>
                <a:gd name="T0" fmla="*/ 887 w 1085"/>
                <a:gd name="T1" fmla="*/ 37 h 1083"/>
                <a:gd name="T2" fmla="*/ 900 w 1085"/>
                <a:gd name="T3" fmla="*/ 71 h 1083"/>
                <a:gd name="T4" fmla="*/ 918 w 1085"/>
                <a:gd name="T5" fmla="*/ 99 h 1083"/>
                <a:gd name="T6" fmla="*/ 892 w 1085"/>
                <a:gd name="T7" fmla="*/ 116 h 1083"/>
                <a:gd name="T8" fmla="*/ 850 w 1085"/>
                <a:gd name="T9" fmla="*/ 119 h 1083"/>
                <a:gd name="T10" fmla="*/ 667 w 1085"/>
                <a:gd name="T11" fmla="*/ 180 h 1083"/>
                <a:gd name="T12" fmla="*/ 525 w 1085"/>
                <a:gd name="T13" fmla="*/ 251 h 1083"/>
                <a:gd name="T14" fmla="*/ 449 w 1085"/>
                <a:gd name="T15" fmla="*/ 304 h 1083"/>
                <a:gd name="T16" fmla="*/ 281 w 1085"/>
                <a:gd name="T17" fmla="*/ 475 h 1083"/>
                <a:gd name="T18" fmla="*/ 185 w 1085"/>
                <a:gd name="T19" fmla="*/ 621 h 1083"/>
                <a:gd name="T20" fmla="*/ 142 w 1085"/>
                <a:gd name="T21" fmla="*/ 707 h 1083"/>
                <a:gd name="T22" fmla="*/ 101 w 1085"/>
                <a:gd name="T23" fmla="*/ 815 h 1083"/>
                <a:gd name="T24" fmla="*/ 93 w 1085"/>
                <a:gd name="T25" fmla="*/ 837 h 1083"/>
                <a:gd name="T26" fmla="*/ 51 w 1085"/>
                <a:gd name="T27" fmla="*/ 880 h 1083"/>
                <a:gd name="T28" fmla="*/ 12 w 1085"/>
                <a:gd name="T29" fmla="*/ 924 h 1083"/>
                <a:gd name="T30" fmla="*/ 0 w 1085"/>
                <a:gd name="T31" fmla="*/ 992 h 1083"/>
                <a:gd name="T32" fmla="*/ 29 w 1085"/>
                <a:gd name="T33" fmla="*/ 1050 h 1083"/>
                <a:gd name="T34" fmla="*/ 92 w 1085"/>
                <a:gd name="T35" fmla="*/ 1082 h 1083"/>
                <a:gd name="T36" fmla="*/ 130 w 1085"/>
                <a:gd name="T37" fmla="*/ 1082 h 1083"/>
                <a:gd name="T38" fmla="*/ 185 w 1085"/>
                <a:gd name="T39" fmla="*/ 1058 h 1083"/>
                <a:gd name="T40" fmla="*/ 218 w 1085"/>
                <a:gd name="T41" fmla="*/ 1011 h 1083"/>
                <a:gd name="T42" fmla="*/ 222 w 1085"/>
                <a:gd name="T43" fmla="*/ 954 h 1083"/>
                <a:gd name="T44" fmla="*/ 201 w 1085"/>
                <a:gd name="T45" fmla="*/ 911 h 1083"/>
                <a:gd name="T46" fmla="*/ 200 w 1085"/>
                <a:gd name="T47" fmla="*/ 775 h 1083"/>
                <a:gd name="T48" fmla="*/ 262 w 1085"/>
                <a:gd name="T49" fmla="*/ 637 h 1083"/>
                <a:gd name="T50" fmla="*/ 390 w 1085"/>
                <a:gd name="T51" fmla="*/ 470 h 1083"/>
                <a:gd name="T52" fmla="*/ 476 w 1085"/>
                <a:gd name="T53" fmla="*/ 388 h 1083"/>
                <a:gd name="T54" fmla="*/ 648 w 1085"/>
                <a:gd name="T55" fmla="*/ 272 h 1083"/>
                <a:gd name="T56" fmla="*/ 805 w 1085"/>
                <a:gd name="T57" fmla="*/ 215 h 1083"/>
                <a:gd name="T58" fmla="*/ 914 w 1085"/>
                <a:gd name="T59" fmla="*/ 189 h 1083"/>
                <a:gd name="T60" fmla="*/ 950 w 1085"/>
                <a:gd name="T61" fmla="*/ 193 h 1083"/>
                <a:gd name="T62" fmla="*/ 945 w 1085"/>
                <a:gd name="T63" fmla="*/ 212 h 1083"/>
                <a:gd name="T64" fmla="*/ 928 w 1085"/>
                <a:gd name="T65" fmla="*/ 231 h 1083"/>
                <a:gd name="T66" fmla="*/ 920 w 1085"/>
                <a:gd name="T67" fmla="*/ 281 h 1083"/>
                <a:gd name="T68" fmla="*/ 943 w 1085"/>
                <a:gd name="T69" fmla="*/ 306 h 1083"/>
                <a:gd name="T70" fmla="*/ 966 w 1085"/>
                <a:gd name="T71" fmla="*/ 302 h 1083"/>
                <a:gd name="T72" fmla="*/ 1026 w 1085"/>
                <a:gd name="T73" fmla="*/ 236 h 1083"/>
                <a:gd name="T74" fmla="*/ 1081 w 1085"/>
                <a:gd name="T75" fmla="*/ 151 h 1083"/>
                <a:gd name="T76" fmla="*/ 1080 w 1085"/>
                <a:gd name="T77" fmla="*/ 128 h 1083"/>
                <a:gd name="T78" fmla="*/ 983 w 1085"/>
                <a:gd name="T79" fmla="*/ 37 h 1083"/>
                <a:gd name="T80" fmla="*/ 920 w 1085"/>
                <a:gd name="T81" fmla="*/ 0 h 1083"/>
                <a:gd name="T82" fmla="*/ 895 w 1085"/>
                <a:gd name="T83" fmla="*/ 16 h 1083"/>
                <a:gd name="T84" fmla="*/ 151 w 1085"/>
                <a:gd name="T85" fmla="*/ 966 h 1083"/>
                <a:gd name="T86" fmla="*/ 140 w 1085"/>
                <a:gd name="T87" fmla="*/ 988 h 1083"/>
                <a:gd name="T88" fmla="*/ 100 w 1085"/>
                <a:gd name="T89" fmla="*/ 996 h 1083"/>
                <a:gd name="T90" fmla="*/ 83 w 1085"/>
                <a:gd name="T91" fmla="*/ 990 h 1083"/>
                <a:gd name="T92" fmla="*/ 74 w 1085"/>
                <a:gd name="T93" fmla="*/ 971 h 1083"/>
                <a:gd name="T94" fmla="*/ 92 w 1085"/>
                <a:gd name="T95" fmla="*/ 950 h 1083"/>
                <a:gd name="T96" fmla="*/ 135 w 1085"/>
                <a:gd name="T97" fmla="*/ 946 h 1083"/>
                <a:gd name="T98" fmla="*/ 151 w 1085"/>
                <a:gd name="T99" fmla="*/ 966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85" h="1083">
                  <a:moveTo>
                    <a:pt x="890" y="26"/>
                  </a:moveTo>
                  <a:lnTo>
                    <a:pt x="887" y="37"/>
                  </a:lnTo>
                  <a:lnTo>
                    <a:pt x="892" y="62"/>
                  </a:lnTo>
                  <a:lnTo>
                    <a:pt x="900" y="71"/>
                  </a:lnTo>
                  <a:lnTo>
                    <a:pt x="910" y="82"/>
                  </a:lnTo>
                  <a:lnTo>
                    <a:pt x="918" y="99"/>
                  </a:lnTo>
                  <a:lnTo>
                    <a:pt x="912" y="110"/>
                  </a:lnTo>
                  <a:lnTo>
                    <a:pt x="892" y="116"/>
                  </a:lnTo>
                  <a:lnTo>
                    <a:pt x="876" y="116"/>
                  </a:lnTo>
                  <a:lnTo>
                    <a:pt x="850" y="119"/>
                  </a:lnTo>
                  <a:lnTo>
                    <a:pt x="768" y="142"/>
                  </a:lnTo>
                  <a:lnTo>
                    <a:pt x="667" y="180"/>
                  </a:lnTo>
                  <a:lnTo>
                    <a:pt x="567" y="227"/>
                  </a:lnTo>
                  <a:lnTo>
                    <a:pt x="525" y="251"/>
                  </a:lnTo>
                  <a:lnTo>
                    <a:pt x="499" y="267"/>
                  </a:lnTo>
                  <a:lnTo>
                    <a:pt x="449" y="304"/>
                  </a:lnTo>
                  <a:lnTo>
                    <a:pt x="374" y="370"/>
                  </a:lnTo>
                  <a:lnTo>
                    <a:pt x="281" y="475"/>
                  </a:lnTo>
                  <a:lnTo>
                    <a:pt x="220" y="561"/>
                  </a:lnTo>
                  <a:lnTo>
                    <a:pt x="185" y="621"/>
                  </a:lnTo>
                  <a:lnTo>
                    <a:pt x="170" y="651"/>
                  </a:lnTo>
                  <a:lnTo>
                    <a:pt x="142" y="707"/>
                  </a:lnTo>
                  <a:lnTo>
                    <a:pt x="105" y="796"/>
                  </a:lnTo>
                  <a:lnTo>
                    <a:pt x="101" y="815"/>
                  </a:lnTo>
                  <a:lnTo>
                    <a:pt x="101" y="821"/>
                  </a:lnTo>
                  <a:lnTo>
                    <a:pt x="93" y="837"/>
                  </a:lnTo>
                  <a:lnTo>
                    <a:pt x="72" y="864"/>
                  </a:lnTo>
                  <a:lnTo>
                    <a:pt x="51" y="880"/>
                  </a:lnTo>
                  <a:lnTo>
                    <a:pt x="35" y="893"/>
                  </a:lnTo>
                  <a:lnTo>
                    <a:pt x="12" y="924"/>
                  </a:lnTo>
                  <a:lnTo>
                    <a:pt x="1" y="958"/>
                  </a:lnTo>
                  <a:lnTo>
                    <a:pt x="0" y="992"/>
                  </a:lnTo>
                  <a:lnTo>
                    <a:pt x="10" y="1023"/>
                  </a:lnTo>
                  <a:lnTo>
                    <a:pt x="29" y="1050"/>
                  </a:lnTo>
                  <a:lnTo>
                    <a:pt x="56" y="1071"/>
                  </a:lnTo>
                  <a:lnTo>
                    <a:pt x="92" y="1082"/>
                  </a:lnTo>
                  <a:lnTo>
                    <a:pt x="113" y="1083"/>
                  </a:lnTo>
                  <a:lnTo>
                    <a:pt x="130" y="1082"/>
                  </a:lnTo>
                  <a:lnTo>
                    <a:pt x="160" y="1074"/>
                  </a:lnTo>
                  <a:lnTo>
                    <a:pt x="185" y="1058"/>
                  </a:lnTo>
                  <a:lnTo>
                    <a:pt x="205" y="1036"/>
                  </a:lnTo>
                  <a:lnTo>
                    <a:pt x="218" y="1011"/>
                  </a:lnTo>
                  <a:lnTo>
                    <a:pt x="224" y="983"/>
                  </a:lnTo>
                  <a:lnTo>
                    <a:pt x="222" y="954"/>
                  </a:lnTo>
                  <a:lnTo>
                    <a:pt x="211" y="925"/>
                  </a:lnTo>
                  <a:lnTo>
                    <a:pt x="201" y="911"/>
                  </a:lnTo>
                  <a:lnTo>
                    <a:pt x="166" y="868"/>
                  </a:lnTo>
                  <a:lnTo>
                    <a:pt x="200" y="775"/>
                  </a:lnTo>
                  <a:lnTo>
                    <a:pt x="217" y="727"/>
                  </a:lnTo>
                  <a:lnTo>
                    <a:pt x="262" y="637"/>
                  </a:lnTo>
                  <a:lnTo>
                    <a:pt x="320" y="552"/>
                  </a:lnTo>
                  <a:lnTo>
                    <a:pt x="390" y="470"/>
                  </a:lnTo>
                  <a:lnTo>
                    <a:pt x="431" y="430"/>
                  </a:lnTo>
                  <a:lnTo>
                    <a:pt x="476" y="388"/>
                  </a:lnTo>
                  <a:lnTo>
                    <a:pt x="561" y="323"/>
                  </a:lnTo>
                  <a:lnTo>
                    <a:pt x="648" y="272"/>
                  </a:lnTo>
                  <a:lnTo>
                    <a:pt x="747" y="232"/>
                  </a:lnTo>
                  <a:lnTo>
                    <a:pt x="805" y="215"/>
                  </a:lnTo>
                  <a:lnTo>
                    <a:pt x="849" y="202"/>
                  </a:lnTo>
                  <a:lnTo>
                    <a:pt x="914" y="189"/>
                  </a:lnTo>
                  <a:lnTo>
                    <a:pt x="941" y="189"/>
                  </a:lnTo>
                  <a:lnTo>
                    <a:pt x="950" y="193"/>
                  </a:lnTo>
                  <a:lnTo>
                    <a:pt x="952" y="201"/>
                  </a:lnTo>
                  <a:lnTo>
                    <a:pt x="945" y="212"/>
                  </a:lnTo>
                  <a:lnTo>
                    <a:pt x="938" y="220"/>
                  </a:lnTo>
                  <a:lnTo>
                    <a:pt x="928" y="231"/>
                  </a:lnTo>
                  <a:lnTo>
                    <a:pt x="919" y="256"/>
                  </a:lnTo>
                  <a:lnTo>
                    <a:pt x="920" y="281"/>
                  </a:lnTo>
                  <a:lnTo>
                    <a:pt x="933" y="301"/>
                  </a:lnTo>
                  <a:lnTo>
                    <a:pt x="943" y="306"/>
                  </a:lnTo>
                  <a:lnTo>
                    <a:pt x="950" y="308"/>
                  </a:lnTo>
                  <a:lnTo>
                    <a:pt x="966" y="302"/>
                  </a:lnTo>
                  <a:lnTo>
                    <a:pt x="999" y="273"/>
                  </a:lnTo>
                  <a:lnTo>
                    <a:pt x="1026" y="236"/>
                  </a:lnTo>
                  <a:lnTo>
                    <a:pt x="1049" y="204"/>
                  </a:lnTo>
                  <a:lnTo>
                    <a:pt x="1081" y="151"/>
                  </a:lnTo>
                  <a:lnTo>
                    <a:pt x="1085" y="140"/>
                  </a:lnTo>
                  <a:lnTo>
                    <a:pt x="1080" y="128"/>
                  </a:lnTo>
                  <a:lnTo>
                    <a:pt x="1040" y="85"/>
                  </a:lnTo>
                  <a:lnTo>
                    <a:pt x="983" y="37"/>
                  </a:lnTo>
                  <a:lnTo>
                    <a:pt x="933" y="3"/>
                  </a:lnTo>
                  <a:lnTo>
                    <a:pt x="920" y="0"/>
                  </a:lnTo>
                  <a:lnTo>
                    <a:pt x="911" y="1"/>
                  </a:lnTo>
                  <a:lnTo>
                    <a:pt x="895" y="16"/>
                  </a:lnTo>
                  <a:lnTo>
                    <a:pt x="890" y="26"/>
                  </a:lnTo>
                  <a:close/>
                  <a:moveTo>
                    <a:pt x="151" y="966"/>
                  </a:moveTo>
                  <a:lnTo>
                    <a:pt x="150" y="975"/>
                  </a:lnTo>
                  <a:lnTo>
                    <a:pt x="140" y="988"/>
                  </a:lnTo>
                  <a:lnTo>
                    <a:pt x="122" y="995"/>
                  </a:lnTo>
                  <a:lnTo>
                    <a:pt x="100" y="996"/>
                  </a:lnTo>
                  <a:lnTo>
                    <a:pt x="90" y="993"/>
                  </a:lnTo>
                  <a:lnTo>
                    <a:pt x="83" y="990"/>
                  </a:lnTo>
                  <a:lnTo>
                    <a:pt x="75" y="984"/>
                  </a:lnTo>
                  <a:lnTo>
                    <a:pt x="74" y="971"/>
                  </a:lnTo>
                  <a:lnTo>
                    <a:pt x="85" y="958"/>
                  </a:lnTo>
                  <a:lnTo>
                    <a:pt x="92" y="950"/>
                  </a:lnTo>
                  <a:lnTo>
                    <a:pt x="114" y="943"/>
                  </a:lnTo>
                  <a:lnTo>
                    <a:pt x="135" y="946"/>
                  </a:lnTo>
                  <a:lnTo>
                    <a:pt x="150" y="958"/>
                  </a:lnTo>
                  <a:lnTo>
                    <a:pt x="151" y="9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22">
              <a:extLst>
                <a:ext uri="{FF2B5EF4-FFF2-40B4-BE49-F238E27FC236}">
                  <a16:creationId xmlns:a16="http://schemas.microsoft.com/office/drawing/2014/main" id="{09EF4C50-B98B-A946-5021-FAA641D4AD9A}"/>
                </a:ext>
              </a:extLst>
            </p:cNvPr>
            <p:cNvSpPr>
              <a:spLocks/>
            </p:cNvSpPr>
            <p:nvPr/>
          </p:nvSpPr>
          <p:spPr bwMode="auto">
            <a:xfrm>
              <a:off x="10958513" y="727076"/>
              <a:ext cx="93663" cy="88900"/>
            </a:xfrm>
            <a:custGeom>
              <a:avLst/>
              <a:gdLst>
                <a:gd name="T0" fmla="*/ 2 w 227"/>
                <a:gd name="T1" fmla="*/ 18 h 214"/>
                <a:gd name="T2" fmla="*/ 0 w 227"/>
                <a:gd name="T3" fmla="*/ 22 h 214"/>
                <a:gd name="T4" fmla="*/ 1 w 227"/>
                <a:gd name="T5" fmla="*/ 33 h 214"/>
                <a:gd name="T6" fmla="*/ 9 w 227"/>
                <a:gd name="T7" fmla="*/ 53 h 214"/>
                <a:gd name="T8" fmla="*/ 19 w 227"/>
                <a:gd name="T9" fmla="*/ 67 h 214"/>
                <a:gd name="T10" fmla="*/ 28 w 227"/>
                <a:gd name="T11" fmla="*/ 77 h 214"/>
                <a:gd name="T12" fmla="*/ 38 w 227"/>
                <a:gd name="T13" fmla="*/ 92 h 214"/>
                <a:gd name="T14" fmla="*/ 39 w 227"/>
                <a:gd name="T15" fmla="*/ 106 h 214"/>
                <a:gd name="T16" fmla="*/ 30 w 227"/>
                <a:gd name="T17" fmla="*/ 123 h 214"/>
                <a:gd name="T18" fmla="*/ 22 w 227"/>
                <a:gd name="T19" fmla="*/ 135 h 214"/>
                <a:gd name="T20" fmla="*/ 14 w 227"/>
                <a:gd name="T21" fmla="*/ 147 h 214"/>
                <a:gd name="T22" fmla="*/ 5 w 227"/>
                <a:gd name="T23" fmla="*/ 169 h 214"/>
                <a:gd name="T24" fmla="*/ 3 w 227"/>
                <a:gd name="T25" fmla="*/ 187 h 214"/>
                <a:gd name="T26" fmla="*/ 7 w 227"/>
                <a:gd name="T27" fmla="*/ 202 h 214"/>
                <a:gd name="T28" fmla="*/ 17 w 227"/>
                <a:gd name="T29" fmla="*/ 211 h 214"/>
                <a:gd name="T30" fmla="*/ 31 w 227"/>
                <a:gd name="T31" fmla="*/ 214 h 214"/>
                <a:gd name="T32" fmla="*/ 49 w 227"/>
                <a:gd name="T33" fmla="*/ 210 h 214"/>
                <a:gd name="T34" fmla="*/ 70 w 227"/>
                <a:gd name="T35" fmla="*/ 198 h 214"/>
                <a:gd name="T36" fmla="*/ 81 w 227"/>
                <a:gd name="T37" fmla="*/ 188 h 214"/>
                <a:gd name="T38" fmla="*/ 91 w 227"/>
                <a:gd name="T39" fmla="*/ 180 h 214"/>
                <a:gd name="T40" fmla="*/ 105 w 227"/>
                <a:gd name="T41" fmla="*/ 171 h 214"/>
                <a:gd name="T42" fmla="*/ 117 w 227"/>
                <a:gd name="T43" fmla="*/ 171 h 214"/>
                <a:gd name="T44" fmla="*/ 133 w 227"/>
                <a:gd name="T45" fmla="*/ 182 h 214"/>
                <a:gd name="T46" fmla="*/ 144 w 227"/>
                <a:gd name="T47" fmla="*/ 192 h 214"/>
                <a:gd name="T48" fmla="*/ 157 w 227"/>
                <a:gd name="T49" fmla="*/ 202 h 214"/>
                <a:gd name="T50" fmla="*/ 185 w 227"/>
                <a:gd name="T51" fmla="*/ 211 h 214"/>
                <a:gd name="T52" fmla="*/ 210 w 227"/>
                <a:gd name="T53" fmla="*/ 209 h 214"/>
                <a:gd name="T54" fmla="*/ 223 w 227"/>
                <a:gd name="T55" fmla="*/ 198 h 214"/>
                <a:gd name="T56" fmla="*/ 227 w 227"/>
                <a:gd name="T57" fmla="*/ 188 h 214"/>
                <a:gd name="T58" fmla="*/ 227 w 227"/>
                <a:gd name="T59" fmla="*/ 182 h 214"/>
                <a:gd name="T60" fmla="*/ 226 w 227"/>
                <a:gd name="T61" fmla="*/ 171 h 214"/>
                <a:gd name="T62" fmla="*/ 211 w 227"/>
                <a:gd name="T63" fmla="*/ 143 h 214"/>
                <a:gd name="T64" fmla="*/ 199 w 227"/>
                <a:gd name="T65" fmla="*/ 130 h 214"/>
                <a:gd name="T66" fmla="*/ 190 w 227"/>
                <a:gd name="T67" fmla="*/ 120 h 214"/>
                <a:gd name="T68" fmla="*/ 181 w 227"/>
                <a:gd name="T69" fmla="*/ 106 h 214"/>
                <a:gd name="T70" fmla="*/ 181 w 227"/>
                <a:gd name="T71" fmla="*/ 94 h 214"/>
                <a:gd name="T72" fmla="*/ 192 w 227"/>
                <a:gd name="T73" fmla="*/ 79 h 214"/>
                <a:gd name="T74" fmla="*/ 201 w 227"/>
                <a:gd name="T75" fmla="*/ 68 h 214"/>
                <a:gd name="T76" fmla="*/ 211 w 227"/>
                <a:gd name="T77" fmla="*/ 55 h 214"/>
                <a:gd name="T78" fmla="*/ 221 w 227"/>
                <a:gd name="T79" fmla="*/ 31 h 214"/>
                <a:gd name="T80" fmla="*/ 217 w 227"/>
                <a:gd name="T81" fmla="*/ 12 h 214"/>
                <a:gd name="T82" fmla="*/ 200 w 227"/>
                <a:gd name="T83" fmla="*/ 1 h 214"/>
                <a:gd name="T84" fmla="*/ 187 w 227"/>
                <a:gd name="T85" fmla="*/ 0 h 214"/>
                <a:gd name="T86" fmla="*/ 177 w 227"/>
                <a:gd name="T87" fmla="*/ 1 h 214"/>
                <a:gd name="T88" fmla="*/ 154 w 227"/>
                <a:gd name="T89" fmla="*/ 15 h 214"/>
                <a:gd name="T90" fmla="*/ 144 w 227"/>
                <a:gd name="T91" fmla="*/ 25 h 214"/>
                <a:gd name="T92" fmla="*/ 137 w 227"/>
                <a:gd name="T93" fmla="*/ 32 h 214"/>
                <a:gd name="T94" fmla="*/ 126 w 227"/>
                <a:gd name="T95" fmla="*/ 41 h 214"/>
                <a:gd name="T96" fmla="*/ 115 w 227"/>
                <a:gd name="T97" fmla="*/ 41 h 214"/>
                <a:gd name="T98" fmla="*/ 100 w 227"/>
                <a:gd name="T99" fmla="*/ 32 h 214"/>
                <a:gd name="T100" fmla="*/ 89 w 227"/>
                <a:gd name="T101" fmla="*/ 25 h 214"/>
                <a:gd name="T102" fmla="*/ 74 w 227"/>
                <a:gd name="T103" fmla="*/ 15 h 214"/>
                <a:gd name="T104" fmla="*/ 47 w 227"/>
                <a:gd name="T105" fmla="*/ 3 h 214"/>
                <a:gd name="T106" fmla="*/ 25 w 227"/>
                <a:gd name="T107" fmla="*/ 1 h 214"/>
                <a:gd name="T108" fmla="*/ 8 w 227"/>
                <a:gd name="T109" fmla="*/ 10 h 214"/>
                <a:gd name="T110" fmla="*/ 2 w 227"/>
                <a:gd name="T111" fmla="*/ 18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27" h="214">
                  <a:moveTo>
                    <a:pt x="2" y="18"/>
                  </a:moveTo>
                  <a:lnTo>
                    <a:pt x="0" y="22"/>
                  </a:lnTo>
                  <a:lnTo>
                    <a:pt x="1" y="33"/>
                  </a:lnTo>
                  <a:lnTo>
                    <a:pt x="9" y="53"/>
                  </a:lnTo>
                  <a:lnTo>
                    <a:pt x="19" y="67"/>
                  </a:lnTo>
                  <a:lnTo>
                    <a:pt x="28" y="77"/>
                  </a:lnTo>
                  <a:lnTo>
                    <a:pt x="38" y="92"/>
                  </a:lnTo>
                  <a:lnTo>
                    <a:pt x="39" y="106"/>
                  </a:lnTo>
                  <a:lnTo>
                    <a:pt x="30" y="123"/>
                  </a:lnTo>
                  <a:lnTo>
                    <a:pt x="22" y="135"/>
                  </a:lnTo>
                  <a:lnTo>
                    <a:pt x="14" y="147"/>
                  </a:lnTo>
                  <a:lnTo>
                    <a:pt x="5" y="169"/>
                  </a:lnTo>
                  <a:lnTo>
                    <a:pt x="3" y="187"/>
                  </a:lnTo>
                  <a:lnTo>
                    <a:pt x="7" y="202"/>
                  </a:lnTo>
                  <a:lnTo>
                    <a:pt x="17" y="211"/>
                  </a:lnTo>
                  <a:lnTo>
                    <a:pt x="31" y="214"/>
                  </a:lnTo>
                  <a:lnTo>
                    <a:pt x="49" y="210"/>
                  </a:lnTo>
                  <a:lnTo>
                    <a:pt x="70" y="198"/>
                  </a:lnTo>
                  <a:lnTo>
                    <a:pt x="81" y="188"/>
                  </a:lnTo>
                  <a:lnTo>
                    <a:pt x="91" y="180"/>
                  </a:lnTo>
                  <a:lnTo>
                    <a:pt x="105" y="171"/>
                  </a:lnTo>
                  <a:lnTo>
                    <a:pt x="117" y="171"/>
                  </a:lnTo>
                  <a:lnTo>
                    <a:pt x="133" y="182"/>
                  </a:lnTo>
                  <a:lnTo>
                    <a:pt x="144" y="192"/>
                  </a:lnTo>
                  <a:lnTo>
                    <a:pt x="157" y="202"/>
                  </a:lnTo>
                  <a:lnTo>
                    <a:pt x="185" y="211"/>
                  </a:lnTo>
                  <a:lnTo>
                    <a:pt x="210" y="209"/>
                  </a:lnTo>
                  <a:lnTo>
                    <a:pt x="223" y="198"/>
                  </a:lnTo>
                  <a:lnTo>
                    <a:pt x="227" y="188"/>
                  </a:lnTo>
                  <a:lnTo>
                    <a:pt x="227" y="182"/>
                  </a:lnTo>
                  <a:lnTo>
                    <a:pt x="226" y="171"/>
                  </a:lnTo>
                  <a:lnTo>
                    <a:pt x="211" y="143"/>
                  </a:lnTo>
                  <a:lnTo>
                    <a:pt x="199" y="130"/>
                  </a:lnTo>
                  <a:lnTo>
                    <a:pt x="190" y="120"/>
                  </a:lnTo>
                  <a:lnTo>
                    <a:pt x="181" y="106"/>
                  </a:lnTo>
                  <a:lnTo>
                    <a:pt x="181" y="94"/>
                  </a:lnTo>
                  <a:lnTo>
                    <a:pt x="192" y="79"/>
                  </a:lnTo>
                  <a:lnTo>
                    <a:pt x="201" y="68"/>
                  </a:lnTo>
                  <a:lnTo>
                    <a:pt x="211" y="55"/>
                  </a:lnTo>
                  <a:lnTo>
                    <a:pt x="221" y="31"/>
                  </a:lnTo>
                  <a:lnTo>
                    <a:pt x="217" y="12"/>
                  </a:lnTo>
                  <a:lnTo>
                    <a:pt x="200" y="1"/>
                  </a:lnTo>
                  <a:lnTo>
                    <a:pt x="187" y="0"/>
                  </a:lnTo>
                  <a:lnTo>
                    <a:pt x="177" y="1"/>
                  </a:lnTo>
                  <a:lnTo>
                    <a:pt x="154" y="15"/>
                  </a:lnTo>
                  <a:lnTo>
                    <a:pt x="144" y="25"/>
                  </a:lnTo>
                  <a:lnTo>
                    <a:pt x="137" y="32"/>
                  </a:lnTo>
                  <a:lnTo>
                    <a:pt x="126" y="41"/>
                  </a:lnTo>
                  <a:lnTo>
                    <a:pt x="115" y="41"/>
                  </a:lnTo>
                  <a:lnTo>
                    <a:pt x="100" y="32"/>
                  </a:lnTo>
                  <a:lnTo>
                    <a:pt x="89" y="25"/>
                  </a:lnTo>
                  <a:lnTo>
                    <a:pt x="74" y="15"/>
                  </a:lnTo>
                  <a:lnTo>
                    <a:pt x="47" y="3"/>
                  </a:lnTo>
                  <a:lnTo>
                    <a:pt x="25" y="1"/>
                  </a:lnTo>
                  <a:lnTo>
                    <a:pt x="8" y="10"/>
                  </a:lnTo>
                  <a:lnTo>
                    <a:pt x="2"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4" name="Freeform 23">
              <a:extLst>
                <a:ext uri="{FF2B5EF4-FFF2-40B4-BE49-F238E27FC236}">
                  <a16:creationId xmlns:a16="http://schemas.microsoft.com/office/drawing/2014/main" id="{6369426B-7578-91C4-E42E-F105ED65ADD5}"/>
                </a:ext>
              </a:extLst>
            </p:cNvPr>
            <p:cNvSpPr>
              <a:spLocks/>
            </p:cNvSpPr>
            <p:nvPr/>
          </p:nvSpPr>
          <p:spPr bwMode="auto">
            <a:xfrm>
              <a:off x="11349038" y="1058863"/>
              <a:ext cx="95250" cy="87313"/>
            </a:xfrm>
            <a:custGeom>
              <a:avLst/>
              <a:gdLst>
                <a:gd name="T0" fmla="*/ 8 w 227"/>
                <a:gd name="T1" fmla="*/ 17 h 213"/>
                <a:gd name="T2" fmla="*/ 6 w 227"/>
                <a:gd name="T3" fmla="*/ 21 h 213"/>
                <a:gd name="T4" fmla="*/ 7 w 227"/>
                <a:gd name="T5" fmla="*/ 32 h 213"/>
                <a:gd name="T6" fmla="*/ 15 w 227"/>
                <a:gd name="T7" fmla="*/ 53 h 213"/>
                <a:gd name="T8" fmla="*/ 27 w 227"/>
                <a:gd name="T9" fmla="*/ 67 h 213"/>
                <a:gd name="T10" fmla="*/ 36 w 227"/>
                <a:gd name="T11" fmla="*/ 78 h 213"/>
                <a:gd name="T12" fmla="*/ 46 w 227"/>
                <a:gd name="T13" fmla="*/ 93 h 213"/>
                <a:gd name="T14" fmla="*/ 46 w 227"/>
                <a:gd name="T15" fmla="*/ 105 h 213"/>
                <a:gd name="T16" fmla="*/ 37 w 227"/>
                <a:gd name="T17" fmla="*/ 119 h 213"/>
                <a:gd name="T18" fmla="*/ 28 w 227"/>
                <a:gd name="T19" fmla="*/ 129 h 213"/>
                <a:gd name="T20" fmla="*/ 16 w 227"/>
                <a:gd name="T21" fmla="*/ 142 h 213"/>
                <a:gd name="T22" fmla="*/ 1 w 227"/>
                <a:gd name="T23" fmla="*/ 170 h 213"/>
                <a:gd name="T24" fmla="*/ 0 w 227"/>
                <a:gd name="T25" fmla="*/ 181 h 213"/>
                <a:gd name="T26" fmla="*/ 0 w 227"/>
                <a:gd name="T27" fmla="*/ 187 h 213"/>
                <a:gd name="T28" fmla="*/ 5 w 227"/>
                <a:gd name="T29" fmla="*/ 197 h 213"/>
                <a:gd name="T30" fmla="*/ 17 w 227"/>
                <a:gd name="T31" fmla="*/ 208 h 213"/>
                <a:gd name="T32" fmla="*/ 42 w 227"/>
                <a:gd name="T33" fmla="*/ 210 h 213"/>
                <a:gd name="T34" fmla="*/ 70 w 227"/>
                <a:gd name="T35" fmla="*/ 201 h 213"/>
                <a:gd name="T36" fmla="*/ 83 w 227"/>
                <a:gd name="T37" fmla="*/ 191 h 213"/>
                <a:gd name="T38" fmla="*/ 94 w 227"/>
                <a:gd name="T39" fmla="*/ 181 h 213"/>
                <a:gd name="T40" fmla="*/ 110 w 227"/>
                <a:gd name="T41" fmla="*/ 170 h 213"/>
                <a:gd name="T42" fmla="*/ 122 w 227"/>
                <a:gd name="T43" fmla="*/ 170 h 213"/>
                <a:gd name="T44" fmla="*/ 137 w 227"/>
                <a:gd name="T45" fmla="*/ 179 h 213"/>
                <a:gd name="T46" fmla="*/ 147 w 227"/>
                <a:gd name="T47" fmla="*/ 187 h 213"/>
                <a:gd name="T48" fmla="*/ 158 w 227"/>
                <a:gd name="T49" fmla="*/ 197 h 213"/>
                <a:gd name="T50" fmla="*/ 178 w 227"/>
                <a:gd name="T51" fmla="*/ 209 h 213"/>
                <a:gd name="T52" fmla="*/ 196 w 227"/>
                <a:gd name="T53" fmla="*/ 213 h 213"/>
                <a:gd name="T54" fmla="*/ 211 w 227"/>
                <a:gd name="T55" fmla="*/ 210 h 213"/>
                <a:gd name="T56" fmla="*/ 220 w 227"/>
                <a:gd name="T57" fmla="*/ 201 h 213"/>
                <a:gd name="T58" fmla="*/ 224 w 227"/>
                <a:gd name="T59" fmla="*/ 186 h 213"/>
                <a:gd name="T60" fmla="*/ 222 w 227"/>
                <a:gd name="T61" fmla="*/ 168 h 213"/>
                <a:gd name="T62" fmla="*/ 213 w 227"/>
                <a:gd name="T63" fmla="*/ 146 h 213"/>
                <a:gd name="T64" fmla="*/ 205 w 227"/>
                <a:gd name="T65" fmla="*/ 134 h 213"/>
                <a:gd name="T66" fmla="*/ 197 w 227"/>
                <a:gd name="T67" fmla="*/ 122 h 213"/>
                <a:gd name="T68" fmla="*/ 189 w 227"/>
                <a:gd name="T69" fmla="*/ 105 h 213"/>
                <a:gd name="T70" fmla="*/ 190 w 227"/>
                <a:gd name="T71" fmla="*/ 91 h 213"/>
                <a:gd name="T72" fmla="*/ 200 w 227"/>
                <a:gd name="T73" fmla="*/ 76 h 213"/>
                <a:gd name="T74" fmla="*/ 208 w 227"/>
                <a:gd name="T75" fmla="*/ 66 h 213"/>
                <a:gd name="T76" fmla="*/ 219 w 227"/>
                <a:gd name="T77" fmla="*/ 52 h 213"/>
                <a:gd name="T78" fmla="*/ 227 w 227"/>
                <a:gd name="T79" fmla="*/ 32 h 213"/>
                <a:gd name="T80" fmla="*/ 227 w 227"/>
                <a:gd name="T81" fmla="*/ 21 h 213"/>
                <a:gd name="T82" fmla="*/ 225 w 227"/>
                <a:gd name="T83" fmla="*/ 17 h 213"/>
                <a:gd name="T84" fmla="*/ 218 w 227"/>
                <a:gd name="T85" fmla="*/ 8 h 213"/>
                <a:gd name="T86" fmla="*/ 196 w 227"/>
                <a:gd name="T87" fmla="*/ 0 h 213"/>
                <a:gd name="T88" fmla="*/ 169 w 227"/>
                <a:gd name="T89" fmla="*/ 2 h 213"/>
                <a:gd name="T90" fmla="*/ 143 w 227"/>
                <a:gd name="T91" fmla="*/ 14 h 213"/>
                <a:gd name="T92" fmla="*/ 133 w 227"/>
                <a:gd name="T93" fmla="*/ 24 h 213"/>
                <a:gd name="T94" fmla="*/ 126 w 227"/>
                <a:gd name="T95" fmla="*/ 32 h 213"/>
                <a:gd name="T96" fmla="*/ 115 w 227"/>
                <a:gd name="T97" fmla="*/ 41 h 213"/>
                <a:gd name="T98" fmla="*/ 105 w 227"/>
                <a:gd name="T99" fmla="*/ 41 h 213"/>
                <a:gd name="T100" fmla="*/ 92 w 227"/>
                <a:gd name="T101" fmla="*/ 32 h 213"/>
                <a:gd name="T102" fmla="*/ 83 w 227"/>
                <a:gd name="T103" fmla="*/ 24 h 213"/>
                <a:gd name="T104" fmla="*/ 72 w 227"/>
                <a:gd name="T105" fmla="*/ 14 h 213"/>
                <a:gd name="T106" fmla="*/ 50 w 227"/>
                <a:gd name="T107" fmla="*/ 2 h 213"/>
                <a:gd name="T108" fmla="*/ 30 w 227"/>
                <a:gd name="T109" fmla="*/ 0 h 213"/>
                <a:gd name="T110" fmla="*/ 14 w 227"/>
                <a:gd name="T111" fmla="*/ 9 h 213"/>
                <a:gd name="T112" fmla="*/ 8 w 227"/>
                <a:gd name="T113" fmla="*/ 17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27" h="213">
                  <a:moveTo>
                    <a:pt x="8" y="17"/>
                  </a:moveTo>
                  <a:lnTo>
                    <a:pt x="6" y="21"/>
                  </a:lnTo>
                  <a:lnTo>
                    <a:pt x="7" y="32"/>
                  </a:lnTo>
                  <a:lnTo>
                    <a:pt x="15" y="53"/>
                  </a:lnTo>
                  <a:lnTo>
                    <a:pt x="27" y="67"/>
                  </a:lnTo>
                  <a:lnTo>
                    <a:pt x="36" y="78"/>
                  </a:lnTo>
                  <a:lnTo>
                    <a:pt x="46" y="93"/>
                  </a:lnTo>
                  <a:lnTo>
                    <a:pt x="46" y="105"/>
                  </a:lnTo>
                  <a:lnTo>
                    <a:pt x="37" y="119"/>
                  </a:lnTo>
                  <a:lnTo>
                    <a:pt x="28" y="129"/>
                  </a:lnTo>
                  <a:lnTo>
                    <a:pt x="16" y="142"/>
                  </a:lnTo>
                  <a:lnTo>
                    <a:pt x="1" y="170"/>
                  </a:lnTo>
                  <a:lnTo>
                    <a:pt x="0" y="181"/>
                  </a:lnTo>
                  <a:lnTo>
                    <a:pt x="0" y="187"/>
                  </a:lnTo>
                  <a:lnTo>
                    <a:pt x="5" y="197"/>
                  </a:lnTo>
                  <a:lnTo>
                    <a:pt x="17" y="208"/>
                  </a:lnTo>
                  <a:lnTo>
                    <a:pt x="42" y="210"/>
                  </a:lnTo>
                  <a:lnTo>
                    <a:pt x="70" y="201"/>
                  </a:lnTo>
                  <a:lnTo>
                    <a:pt x="83" y="191"/>
                  </a:lnTo>
                  <a:lnTo>
                    <a:pt x="94" y="181"/>
                  </a:lnTo>
                  <a:lnTo>
                    <a:pt x="110" y="170"/>
                  </a:lnTo>
                  <a:lnTo>
                    <a:pt x="122" y="170"/>
                  </a:lnTo>
                  <a:lnTo>
                    <a:pt x="137" y="179"/>
                  </a:lnTo>
                  <a:lnTo>
                    <a:pt x="147" y="187"/>
                  </a:lnTo>
                  <a:lnTo>
                    <a:pt x="158" y="197"/>
                  </a:lnTo>
                  <a:lnTo>
                    <a:pt x="178" y="209"/>
                  </a:lnTo>
                  <a:lnTo>
                    <a:pt x="196" y="213"/>
                  </a:lnTo>
                  <a:lnTo>
                    <a:pt x="211" y="210"/>
                  </a:lnTo>
                  <a:lnTo>
                    <a:pt x="220" y="201"/>
                  </a:lnTo>
                  <a:lnTo>
                    <a:pt x="224" y="186"/>
                  </a:lnTo>
                  <a:lnTo>
                    <a:pt x="222" y="168"/>
                  </a:lnTo>
                  <a:lnTo>
                    <a:pt x="213" y="146"/>
                  </a:lnTo>
                  <a:lnTo>
                    <a:pt x="205" y="134"/>
                  </a:lnTo>
                  <a:lnTo>
                    <a:pt x="197" y="122"/>
                  </a:lnTo>
                  <a:lnTo>
                    <a:pt x="189" y="105"/>
                  </a:lnTo>
                  <a:lnTo>
                    <a:pt x="190" y="91"/>
                  </a:lnTo>
                  <a:lnTo>
                    <a:pt x="200" y="76"/>
                  </a:lnTo>
                  <a:lnTo>
                    <a:pt x="208" y="66"/>
                  </a:lnTo>
                  <a:lnTo>
                    <a:pt x="219" y="52"/>
                  </a:lnTo>
                  <a:lnTo>
                    <a:pt x="227" y="32"/>
                  </a:lnTo>
                  <a:lnTo>
                    <a:pt x="227" y="21"/>
                  </a:lnTo>
                  <a:lnTo>
                    <a:pt x="225" y="17"/>
                  </a:lnTo>
                  <a:lnTo>
                    <a:pt x="218" y="8"/>
                  </a:lnTo>
                  <a:lnTo>
                    <a:pt x="196" y="0"/>
                  </a:lnTo>
                  <a:lnTo>
                    <a:pt x="169" y="2"/>
                  </a:lnTo>
                  <a:lnTo>
                    <a:pt x="143" y="14"/>
                  </a:lnTo>
                  <a:lnTo>
                    <a:pt x="133" y="24"/>
                  </a:lnTo>
                  <a:lnTo>
                    <a:pt x="126" y="32"/>
                  </a:lnTo>
                  <a:lnTo>
                    <a:pt x="115" y="41"/>
                  </a:lnTo>
                  <a:lnTo>
                    <a:pt x="105" y="41"/>
                  </a:lnTo>
                  <a:lnTo>
                    <a:pt x="92" y="32"/>
                  </a:lnTo>
                  <a:lnTo>
                    <a:pt x="83" y="24"/>
                  </a:lnTo>
                  <a:lnTo>
                    <a:pt x="72" y="14"/>
                  </a:lnTo>
                  <a:lnTo>
                    <a:pt x="50" y="2"/>
                  </a:lnTo>
                  <a:lnTo>
                    <a:pt x="30" y="0"/>
                  </a:lnTo>
                  <a:lnTo>
                    <a:pt x="14" y="9"/>
                  </a:lnTo>
                  <a:lnTo>
                    <a:pt x="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5" name="Freeform 24">
              <a:extLst>
                <a:ext uri="{FF2B5EF4-FFF2-40B4-BE49-F238E27FC236}">
                  <a16:creationId xmlns:a16="http://schemas.microsoft.com/office/drawing/2014/main" id="{01F57FFD-2713-8EFD-0B1A-C72578A5EFD7}"/>
                </a:ext>
              </a:extLst>
            </p:cNvPr>
            <p:cNvSpPr>
              <a:spLocks/>
            </p:cNvSpPr>
            <p:nvPr/>
          </p:nvSpPr>
          <p:spPr bwMode="auto">
            <a:xfrm>
              <a:off x="10863263" y="1341438"/>
              <a:ext cx="103188" cy="34925"/>
            </a:xfrm>
            <a:custGeom>
              <a:avLst/>
              <a:gdLst>
                <a:gd name="T0" fmla="*/ 3 w 250"/>
                <a:gd name="T1" fmla="*/ 24 h 84"/>
                <a:gd name="T2" fmla="*/ 1 w 250"/>
                <a:gd name="T3" fmla="*/ 31 h 84"/>
                <a:gd name="T4" fmla="*/ 0 w 250"/>
                <a:gd name="T5" fmla="*/ 44 h 84"/>
                <a:gd name="T6" fmla="*/ 5 w 250"/>
                <a:gd name="T7" fmla="*/ 55 h 84"/>
                <a:gd name="T8" fmla="*/ 15 w 250"/>
                <a:gd name="T9" fmla="*/ 65 h 84"/>
                <a:gd name="T10" fmla="*/ 39 w 250"/>
                <a:gd name="T11" fmla="*/ 76 h 84"/>
                <a:gd name="T12" fmla="*/ 91 w 250"/>
                <a:gd name="T13" fmla="*/ 83 h 84"/>
                <a:gd name="T14" fmla="*/ 125 w 250"/>
                <a:gd name="T15" fmla="*/ 84 h 84"/>
                <a:gd name="T16" fmla="*/ 159 w 250"/>
                <a:gd name="T17" fmla="*/ 83 h 84"/>
                <a:gd name="T18" fmla="*/ 211 w 250"/>
                <a:gd name="T19" fmla="*/ 76 h 84"/>
                <a:gd name="T20" fmla="*/ 235 w 250"/>
                <a:gd name="T21" fmla="*/ 65 h 84"/>
                <a:gd name="T22" fmla="*/ 245 w 250"/>
                <a:gd name="T23" fmla="*/ 55 h 84"/>
                <a:gd name="T24" fmla="*/ 250 w 250"/>
                <a:gd name="T25" fmla="*/ 44 h 84"/>
                <a:gd name="T26" fmla="*/ 249 w 250"/>
                <a:gd name="T27" fmla="*/ 31 h 84"/>
                <a:gd name="T28" fmla="*/ 247 w 250"/>
                <a:gd name="T29" fmla="*/ 24 h 84"/>
                <a:gd name="T30" fmla="*/ 243 w 250"/>
                <a:gd name="T31" fmla="*/ 18 h 84"/>
                <a:gd name="T32" fmla="*/ 227 w 250"/>
                <a:gd name="T33" fmla="*/ 9 h 84"/>
                <a:gd name="T34" fmla="*/ 179 w 250"/>
                <a:gd name="T35" fmla="*/ 1 h 84"/>
                <a:gd name="T36" fmla="*/ 125 w 250"/>
                <a:gd name="T37" fmla="*/ 0 h 84"/>
                <a:gd name="T38" fmla="*/ 71 w 250"/>
                <a:gd name="T39" fmla="*/ 1 h 84"/>
                <a:gd name="T40" fmla="*/ 23 w 250"/>
                <a:gd name="T41" fmla="*/ 9 h 84"/>
                <a:gd name="T42" fmla="*/ 7 w 250"/>
                <a:gd name="T43" fmla="*/ 18 h 84"/>
                <a:gd name="T44" fmla="*/ 3 w 250"/>
                <a:gd name="T45" fmla="*/ 2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50" h="84">
                  <a:moveTo>
                    <a:pt x="3" y="24"/>
                  </a:moveTo>
                  <a:lnTo>
                    <a:pt x="1" y="31"/>
                  </a:lnTo>
                  <a:lnTo>
                    <a:pt x="0" y="44"/>
                  </a:lnTo>
                  <a:lnTo>
                    <a:pt x="5" y="55"/>
                  </a:lnTo>
                  <a:lnTo>
                    <a:pt x="15" y="65"/>
                  </a:lnTo>
                  <a:lnTo>
                    <a:pt x="39" y="76"/>
                  </a:lnTo>
                  <a:lnTo>
                    <a:pt x="91" y="83"/>
                  </a:lnTo>
                  <a:lnTo>
                    <a:pt x="125" y="84"/>
                  </a:lnTo>
                  <a:lnTo>
                    <a:pt x="159" y="83"/>
                  </a:lnTo>
                  <a:lnTo>
                    <a:pt x="211" y="76"/>
                  </a:lnTo>
                  <a:lnTo>
                    <a:pt x="235" y="65"/>
                  </a:lnTo>
                  <a:lnTo>
                    <a:pt x="245" y="55"/>
                  </a:lnTo>
                  <a:lnTo>
                    <a:pt x="250" y="44"/>
                  </a:lnTo>
                  <a:lnTo>
                    <a:pt x="249" y="31"/>
                  </a:lnTo>
                  <a:lnTo>
                    <a:pt x="247" y="24"/>
                  </a:lnTo>
                  <a:lnTo>
                    <a:pt x="243" y="18"/>
                  </a:lnTo>
                  <a:lnTo>
                    <a:pt x="227" y="9"/>
                  </a:lnTo>
                  <a:lnTo>
                    <a:pt x="179" y="1"/>
                  </a:lnTo>
                  <a:lnTo>
                    <a:pt x="125" y="0"/>
                  </a:lnTo>
                  <a:lnTo>
                    <a:pt x="71" y="1"/>
                  </a:lnTo>
                  <a:lnTo>
                    <a:pt x="23" y="9"/>
                  </a:lnTo>
                  <a:lnTo>
                    <a:pt x="7" y="18"/>
                  </a:lnTo>
                  <a:lnTo>
                    <a:pt x="3"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6" name="Freeform 25">
              <a:extLst>
                <a:ext uri="{FF2B5EF4-FFF2-40B4-BE49-F238E27FC236}">
                  <a16:creationId xmlns:a16="http://schemas.microsoft.com/office/drawing/2014/main" id="{2D92A56A-8BCC-83EE-6078-CA60FBF5919E}"/>
                </a:ext>
              </a:extLst>
            </p:cNvPr>
            <p:cNvSpPr>
              <a:spLocks noEditPoints="1"/>
            </p:cNvSpPr>
            <p:nvPr/>
          </p:nvSpPr>
          <p:spPr bwMode="auto">
            <a:xfrm>
              <a:off x="11563351" y="1266826"/>
              <a:ext cx="180975" cy="179388"/>
            </a:xfrm>
            <a:custGeom>
              <a:avLst/>
              <a:gdLst>
                <a:gd name="T0" fmla="*/ 93 w 436"/>
                <a:gd name="T1" fmla="*/ 42 h 435"/>
                <a:gd name="T2" fmla="*/ 19 w 436"/>
                <a:gd name="T3" fmla="*/ 137 h 435"/>
                <a:gd name="T4" fmla="*/ 0 w 436"/>
                <a:gd name="T5" fmla="*/ 222 h 435"/>
                <a:gd name="T6" fmla="*/ 18 w 436"/>
                <a:gd name="T7" fmla="*/ 298 h 435"/>
                <a:gd name="T8" fmla="*/ 86 w 436"/>
                <a:gd name="T9" fmla="*/ 391 h 435"/>
                <a:gd name="T10" fmla="*/ 125 w 436"/>
                <a:gd name="T11" fmla="*/ 417 h 435"/>
                <a:gd name="T12" fmla="*/ 207 w 436"/>
                <a:gd name="T13" fmla="*/ 435 h 435"/>
                <a:gd name="T14" fmla="*/ 294 w 436"/>
                <a:gd name="T15" fmla="*/ 421 h 435"/>
                <a:gd name="T16" fmla="*/ 370 w 436"/>
                <a:gd name="T17" fmla="*/ 378 h 435"/>
                <a:gd name="T18" fmla="*/ 408 w 436"/>
                <a:gd name="T19" fmla="*/ 330 h 435"/>
                <a:gd name="T20" fmla="*/ 430 w 436"/>
                <a:gd name="T21" fmla="*/ 275 h 435"/>
                <a:gd name="T22" fmla="*/ 436 w 436"/>
                <a:gd name="T23" fmla="*/ 202 h 435"/>
                <a:gd name="T24" fmla="*/ 420 w 436"/>
                <a:gd name="T25" fmla="*/ 135 h 435"/>
                <a:gd name="T26" fmla="*/ 385 w 436"/>
                <a:gd name="T27" fmla="*/ 78 h 435"/>
                <a:gd name="T28" fmla="*/ 336 w 436"/>
                <a:gd name="T29" fmla="*/ 34 h 435"/>
                <a:gd name="T30" fmla="*/ 276 w 436"/>
                <a:gd name="T31" fmla="*/ 6 h 435"/>
                <a:gd name="T32" fmla="*/ 208 w 436"/>
                <a:gd name="T33" fmla="*/ 0 h 435"/>
                <a:gd name="T34" fmla="*/ 136 w 436"/>
                <a:gd name="T35" fmla="*/ 18 h 435"/>
                <a:gd name="T36" fmla="*/ 310 w 436"/>
                <a:gd name="T37" fmla="*/ 120 h 435"/>
                <a:gd name="T38" fmla="*/ 346 w 436"/>
                <a:gd name="T39" fmla="*/ 167 h 435"/>
                <a:gd name="T40" fmla="*/ 357 w 436"/>
                <a:gd name="T41" fmla="*/ 238 h 435"/>
                <a:gd name="T42" fmla="*/ 330 w 436"/>
                <a:gd name="T43" fmla="*/ 305 h 435"/>
                <a:gd name="T44" fmla="*/ 270 w 436"/>
                <a:gd name="T45" fmla="*/ 350 h 435"/>
                <a:gd name="T46" fmla="*/ 225 w 436"/>
                <a:gd name="T47" fmla="*/ 359 h 435"/>
                <a:gd name="T48" fmla="*/ 141 w 436"/>
                <a:gd name="T49" fmla="*/ 334 h 435"/>
                <a:gd name="T50" fmla="*/ 91 w 436"/>
                <a:gd name="T51" fmla="*/ 267 h 435"/>
                <a:gd name="T52" fmla="*/ 88 w 436"/>
                <a:gd name="T53" fmla="*/ 182 h 435"/>
                <a:gd name="T54" fmla="*/ 125 w 436"/>
                <a:gd name="T55" fmla="*/ 122 h 435"/>
                <a:gd name="T56" fmla="*/ 156 w 436"/>
                <a:gd name="T57" fmla="*/ 97 h 435"/>
                <a:gd name="T58" fmla="*/ 202 w 436"/>
                <a:gd name="T59" fmla="*/ 82 h 435"/>
                <a:gd name="T60" fmla="*/ 251 w 436"/>
                <a:gd name="T61" fmla="*/ 87 h 435"/>
                <a:gd name="T62" fmla="*/ 310 w 436"/>
                <a:gd name="T63" fmla="*/ 120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6" h="435">
                  <a:moveTo>
                    <a:pt x="118" y="27"/>
                  </a:moveTo>
                  <a:lnTo>
                    <a:pt x="93" y="42"/>
                  </a:lnTo>
                  <a:lnTo>
                    <a:pt x="51" y="84"/>
                  </a:lnTo>
                  <a:lnTo>
                    <a:pt x="19" y="137"/>
                  </a:lnTo>
                  <a:lnTo>
                    <a:pt x="1" y="194"/>
                  </a:lnTo>
                  <a:lnTo>
                    <a:pt x="0" y="222"/>
                  </a:lnTo>
                  <a:lnTo>
                    <a:pt x="1" y="246"/>
                  </a:lnTo>
                  <a:lnTo>
                    <a:pt x="18" y="298"/>
                  </a:lnTo>
                  <a:lnTo>
                    <a:pt x="48" y="348"/>
                  </a:lnTo>
                  <a:lnTo>
                    <a:pt x="86" y="391"/>
                  </a:lnTo>
                  <a:lnTo>
                    <a:pt x="108" y="407"/>
                  </a:lnTo>
                  <a:lnTo>
                    <a:pt x="125" y="417"/>
                  </a:lnTo>
                  <a:lnTo>
                    <a:pt x="165" y="431"/>
                  </a:lnTo>
                  <a:lnTo>
                    <a:pt x="207" y="435"/>
                  </a:lnTo>
                  <a:lnTo>
                    <a:pt x="251" y="432"/>
                  </a:lnTo>
                  <a:lnTo>
                    <a:pt x="294" y="421"/>
                  </a:lnTo>
                  <a:lnTo>
                    <a:pt x="335" y="403"/>
                  </a:lnTo>
                  <a:lnTo>
                    <a:pt x="370" y="378"/>
                  </a:lnTo>
                  <a:lnTo>
                    <a:pt x="398" y="348"/>
                  </a:lnTo>
                  <a:lnTo>
                    <a:pt x="408" y="330"/>
                  </a:lnTo>
                  <a:lnTo>
                    <a:pt x="417" y="312"/>
                  </a:lnTo>
                  <a:lnTo>
                    <a:pt x="430" y="275"/>
                  </a:lnTo>
                  <a:lnTo>
                    <a:pt x="436" y="238"/>
                  </a:lnTo>
                  <a:lnTo>
                    <a:pt x="436" y="202"/>
                  </a:lnTo>
                  <a:lnTo>
                    <a:pt x="430" y="168"/>
                  </a:lnTo>
                  <a:lnTo>
                    <a:pt x="420" y="135"/>
                  </a:lnTo>
                  <a:lnTo>
                    <a:pt x="405" y="105"/>
                  </a:lnTo>
                  <a:lnTo>
                    <a:pt x="385" y="78"/>
                  </a:lnTo>
                  <a:lnTo>
                    <a:pt x="362" y="54"/>
                  </a:lnTo>
                  <a:lnTo>
                    <a:pt x="336" y="34"/>
                  </a:lnTo>
                  <a:lnTo>
                    <a:pt x="307" y="18"/>
                  </a:lnTo>
                  <a:lnTo>
                    <a:pt x="276" y="6"/>
                  </a:lnTo>
                  <a:lnTo>
                    <a:pt x="243" y="0"/>
                  </a:lnTo>
                  <a:lnTo>
                    <a:pt x="208" y="0"/>
                  </a:lnTo>
                  <a:lnTo>
                    <a:pt x="172" y="6"/>
                  </a:lnTo>
                  <a:lnTo>
                    <a:pt x="136" y="18"/>
                  </a:lnTo>
                  <a:lnTo>
                    <a:pt x="118" y="27"/>
                  </a:lnTo>
                  <a:close/>
                  <a:moveTo>
                    <a:pt x="310" y="120"/>
                  </a:moveTo>
                  <a:lnTo>
                    <a:pt x="325" y="135"/>
                  </a:lnTo>
                  <a:lnTo>
                    <a:pt x="346" y="167"/>
                  </a:lnTo>
                  <a:lnTo>
                    <a:pt x="357" y="202"/>
                  </a:lnTo>
                  <a:lnTo>
                    <a:pt x="357" y="238"/>
                  </a:lnTo>
                  <a:lnTo>
                    <a:pt x="348" y="273"/>
                  </a:lnTo>
                  <a:lnTo>
                    <a:pt x="330" y="305"/>
                  </a:lnTo>
                  <a:lnTo>
                    <a:pt x="304" y="331"/>
                  </a:lnTo>
                  <a:lnTo>
                    <a:pt x="270" y="350"/>
                  </a:lnTo>
                  <a:lnTo>
                    <a:pt x="250" y="355"/>
                  </a:lnTo>
                  <a:lnTo>
                    <a:pt x="225" y="359"/>
                  </a:lnTo>
                  <a:lnTo>
                    <a:pt x="180" y="354"/>
                  </a:lnTo>
                  <a:lnTo>
                    <a:pt x="141" y="334"/>
                  </a:lnTo>
                  <a:lnTo>
                    <a:pt x="111" y="304"/>
                  </a:lnTo>
                  <a:lnTo>
                    <a:pt x="91" y="267"/>
                  </a:lnTo>
                  <a:lnTo>
                    <a:pt x="83" y="225"/>
                  </a:lnTo>
                  <a:lnTo>
                    <a:pt x="88" y="182"/>
                  </a:lnTo>
                  <a:lnTo>
                    <a:pt x="108" y="141"/>
                  </a:lnTo>
                  <a:lnTo>
                    <a:pt x="125" y="122"/>
                  </a:lnTo>
                  <a:lnTo>
                    <a:pt x="135" y="112"/>
                  </a:lnTo>
                  <a:lnTo>
                    <a:pt x="156" y="97"/>
                  </a:lnTo>
                  <a:lnTo>
                    <a:pt x="178" y="87"/>
                  </a:lnTo>
                  <a:lnTo>
                    <a:pt x="202" y="82"/>
                  </a:lnTo>
                  <a:lnTo>
                    <a:pt x="226" y="82"/>
                  </a:lnTo>
                  <a:lnTo>
                    <a:pt x="251" y="87"/>
                  </a:lnTo>
                  <a:lnTo>
                    <a:pt x="287" y="103"/>
                  </a:lnTo>
                  <a:lnTo>
                    <a:pt x="310" y="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37" name="Group 36">
            <a:extLst>
              <a:ext uri="{FF2B5EF4-FFF2-40B4-BE49-F238E27FC236}">
                <a16:creationId xmlns:a16="http://schemas.microsoft.com/office/drawing/2014/main" id="{40165D59-3966-BB25-7F7D-414343E82B1D}"/>
              </a:ext>
            </a:extLst>
          </p:cNvPr>
          <p:cNvGrpSpPr>
            <a:grpSpLocks noChangeAspect="1"/>
          </p:cNvGrpSpPr>
          <p:nvPr/>
        </p:nvGrpSpPr>
        <p:grpSpPr>
          <a:xfrm>
            <a:off x="9959284" y="2372365"/>
            <a:ext cx="478599" cy="480913"/>
            <a:chOff x="10656888" y="4908551"/>
            <a:chExt cx="1312863" cy="1319213"/>
          </a:xfrm>
          <a:solidFill>
            <a:schemeClr val="bg1"/>
          </a:solidFill>
        </p:grpSpPr>
        <p:sp>
          <p:nvSpPr>
            <p:cNvPr id="38" name="Freeform 608">
              <a:extLst>
                <a:ext uri="{FF2B5EF4-FFF2-40B4-BE49-F238E27FC236}">
                  <a16:creationId xmlns:a16="http://schemas.microsoft.com/office/drawing/2014/main" id="{8E9C4581-EF65-ADB8-0CD1-E29A387EAC1C}"/>
                </a:ext>
              </a:extLst>
            </p:cNvPr>
            <p:cNvSpPr>
              <a:spLocks noEditPoints="1"/>
            </p:cNvSpPr>
            <p:nvPr/>
          </p:nvSpPr>
          <p:spPr bwMode="auto">
            <a:xfrm>
              <a:off x="10671176" y="4908551"/>
              <a:ext cx="1298575" cy="933450"/>
            </a:xfrm>
            <a:custGeom>
              <a:avLst/>
              <a:gdLst>
                <a:gd name="T0" fmla="*/ 10 w 3182"/>
                <a:gd name="T1" fmla="*/ 1887 h 2285"/>
                <a:gd name="T2" fmla="*/ 1191 w 3182"/>
                <a:gd name="T3" fmla="*/ 2065 h 2285"/>
                <a:gd name="T4" fmla="*/ 1328 w 3182"/>
                <a:gd name="T5" fmla="*/ 2053 h 2285"/>
                <a:gd name="T6" fmla="*/ 1488 w 3182"/>
                <a:gd name="T7" fmla="*/ 2105 h 2285"/>
                <a:gd name="T8" fmla="*/ 1698 w 3182"/>
                <a:gd name="T9" fmla="*/ 2280 h 2285"/>
                <a:gd name="T10" fmla="*/ 1919 w 3182"/>
                <a:gd name="T11" fmla="*/ 2101 h 2285"/>
                <a:gd name="T12" fmla="*/ 2166 w 3182"/>
                <a:gd name="T13" fmla="*/ 2100 h 2285"/>
                <a:gd name="T14" fmla="*/ 2335 w 3182"/>
                <a:gd name="T15" fmla="*/ 1825 h 2285"/>
                <a:gd name="T16" fmla="*/ 2206 w 3182"/>
                <a:gd name="T17" fmla="*/ 1707 h 2285"/>
                <a:gd name="T18" fmla="*/ 2424 w 3182"/>
                <a:gd name="T19" fmla="*/ 1690 h 2285"/>
                <a:gd name="T20" fmla="*/ 2871 w 3182"/>
                <a:gd name="T21" fmla="*/ 1654 h 2285"/>
                <a:gd name="T22" fmla="*/ 3116 w 3182"/>
                <a:gd name="T23" fmla="*/ 1405 h 2285"/>
                <a:gd name="T24" fmla="*/ 3179 w 3182"/>
                <a:gd name="T25" fmla="*/ 1067 h 2285"/>
                <a:gd name="T26" fmla="*/ 3035 w 3182"/>
                <a:gd name="T27" fmla="*/ 749 h 2285"/>
                <a:gd name="T28" fmla="*/ 2671 w 3182"/>
                <a:gd name="T29" fmla="*/ 557 h 2285"/>
                <a:gd name="T30" fmla="*/ 2223 w 3182"/>
                <a:gd name="T31" fmla="*/ 696 h 2285"/>
                <a:gd name="T32" fmla="*/ 2021 w 3182"/>
                <a:gd name="T33" fmla="*/ 1112 h 2285"/>
                <a:gd name="T34" fmla="*/ 1931 w 3182"/>
                <a:gd name="T35" fmla="*/ 1193 h 2285"/>
                <a:gd name="T36" fmla="*/ 1860 w 3182"/>
                <a:gd name="T37" fmla="*/ 992 h 2285"/>
                <a:gd name="T38" fmla="*/ 1638 w 3182"/>
                <a:gd name="T39" fmla="*/ 0 h 2285"/>
                <a:gd name="T40" fmla="*/ 1634 w 3182"/>
                <a:gd name="T41" fmla="*/ 112 h 2285"/>
                <a:gd name="T42" fmla="*/ 1582 w 3182"/>
                <a:gd name="T43" fmla="*/ 984 h 2285"/>
                <a:gd name="T44" fmla="*/ 1512 w 3182"/>
                <a:gd name="T45" fmla="*/ 1143 h 2285"/>
                <a:gd name="T46" fmla="*/ 1291 w 3182"/>
                <a:gd name="T47" fmla="*/ 1203 h 2285"/>
                <a:gd name="T48" fmla="*/ 1112 w 3182"/>
                <a:gd name="T49" fmla="*/ 1350 h 2285"/>
                <a:gd name="T50" fmla="*/ 1103 w 3182"/>
                <a:gd name="T51" fmla="*/ 1499 h 2285"/>
                <a:gd name="T52" fmla="*/ 1185 w 3182"/>
                <a:gd name="T53" fmla="*/ 1638 h 2285"/>
                <a:gd name="T54" fmla="*/ 1098 w 3182"/>
                <a:gd name="T55" fmla="*/ 1786 h 2285"/>
                <a:gd name="T56" fmla="*/ 1085 w 3182"/>
                <a:gd name="T57" fmla="*/ 1890 h 2285"/>
                <a:gd name="T58" fmla="*/ 146 w 3182"/>
                <a:gd name="T59" fmla="*/ 1886 h 2285"/>
                <a:gd name="T60" fmla="*/ 101 w 3182"/>
                <a:gd name="T61" fmla="*/ 1198 h 2285"/>
                <a:gd name="T62" fmla="*/ 1521 w 3182"/>
                <a:gd name="T63" fmla="*/ 90 h 2285"/>
                <a:gd name="T64" fmla="*/ 2993 w 3182"/>
                <a:gd name="T65" fmla="*/ 840 h 2285"/>
                <a:gd name="T66" fmla="*/ 3078 w 3182"/>
                <a:gd name="T67" fmla="*/ 1252 h 2285"/>
                <a:gd name="T68" fmla="*/ 2922 w 3182"/>
                <a:gd name="T69" fmla="*/ 1509 h 2285"/>
                <a:gd name="T70" fmla="*/ 2638 w 3182"/>
                <a:gd name="T71" fmla="*/ 1630 h 2285"/>
                <a:gd name="T72" fmla="*/ 2357 w 3182"/>
                <a:gd name="T73" fmla="*/ 1566 h 2285"/>
                <a:gd name="T74" fmla="*/ 2319 w 3182"/>
                <a:gd name="T75" fmla="*/ 1473 h 2285"/>
                <a:gd name="T76" fmla="*/ 2209 w 3182"/>
                <a:gd name="T77" fmla="*/ 1232 h 2285"/>
                <a:gd name="T78" fmla="*/ 2102 w 3182"/>
                <a:gd name="T79" fmla="*/ 1161 h 2285"/>
                <a:gd name="T80" fmla="*/ 2192 w 3182"/>
                <a:gd name="T81" fmla="*/ 865 h 2285"/>
                <a:gd name="T82" fmla="*/ 2466 w 3182"/>
                <a:gd name="T83" fmla="*/ 663 h 2285"/>
                <a:gd name="T84" fmla="*/ 2816 w 3182"/>
                <a:gd name="T85" fmla="*/ 692 h 2285"/>
                <a:gd name="T86" fmla="*/ 1828 w 3182"/>
                <a:gd name="T87" fmla="*/ 1235 h 2285"/>
                <a:gd name="T88" fmla="*/ 2078 w 3182"/>
                <a:gd name="T89" fmla="*/ 1318 h 2285"/>
                <a:gd name="T90" fmla="*/ 2215 w 3182"/>
                <a:gd name="T91" fmla="*/ 1433 h 2285"/>
                <a:gd name="T92" fmla="*/ 2117 w 3182"/>
                <a:gd name="T93" fmla="*/ 1535 h 2285"/>
                <a:gd name="T94" fmla="*/ 2146 w 3182"/>
                <a:gd name="T95" fmla="*/ 1794 h 2285"/>
                <a:gd name="T96" fmla="*/ 2164 w 3182"/>
                <a:gd name="T97" fmla="*/ 1961 h 2285"/>
                <a:gd name="T98" fmla="*/ 1971 w 3182"/>
                <a:gd name="T99" fmla="*/ 1962 h 2285"/>
                <a:gd name="T100" fmla="*/ 1783 w 3182"/>
                <a:gd name="T101" fmla="*/ 2115 h 2285"/>
                <a:gd name="T102" fmla="*/ 1603 w 3182"/>
                <a:gd name="T103" fmla="*/ 2106 h 2285"/>
                <a:gd name="T104" fmla="*/ 1464 w 3182"/>
                <a:gd name="T105" fmla="*/ 1991 h 2285"/>
                <a:gd name="T106" fmla="*/ 1254 w 3182"/>
                <a:gd name="T107" fmla="*/ 1987 h 2285"/>
                <a:gd name="T108" fmla="*/ 1180 w 3182"/>
                <a:gd name="T109" fmla="*/ 1836 h 2285"/>
                <a:gd name="T110" fmla="*/ 1277 w 3182"/>
                <a:gd name="T111" fmla="*/ 1684 h 2285"/>
                <a:gd name="T112" fmla="*/ 1168 w 3182"/>
                <a:gd name="T113" fmla="*/ 1437 h 2285"/>
                <a:gd name="T114" fmla="*/ 1286 w 3182"/>
                <a:gd name="T115" fmla="*/ 1301 h 2285"/>
                <a:gd name="T116" fmla="*/ 1546 w 3182"/>
                <a:gd name="T117" fmla="*/ 1248 h 2285"/>
                <a:gd name="T118" fmla="*/ 1601 w 3182"/>
                <a:gd name="T119" fmla="*/ 1083 h 2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182" h="2285">
                  <a:moveTo>
                    <a:pt x="391" y="87"/>
                  </a:moveTo>
                  <a:lnTo>
                    <a:pt x="291" y="193"/>
                  </a:lnTo>
                  <a:lnTo>
                    <a:pt x="155" y="347"/>
                  </a:lnTo>
                  <a:lnTo>
                    <a:pt x="0" y="518"/>
                  </a:lnTo>
                  <a:lnTo>
                    <a:pt x="5" y="1202"/>
                  </a:lnTo>
                  <a:lnTo>
                    <a:pt x="10" y="1887"/>
                  </a:lnTo>
                  <a:lnTo>
                    <a:pt x="65" y="1935"/>
                  </a:lnTo>
                  <a:lnTo>
                    <a:pt x="118" y="1983"/>
                  </a:lnTo>
                  <a:lnTo>
                    <a:pt x="633" y="1983"/>
                  </a:lnTo>
                  <a:lnTo>
                    <a:pt x="1146" y="1983"/>
                  </a:lnTo>
                  <a:lnTo>
                    <a:pt x="1178" y="2042"/>
                  </a:lnTo>
                  <a:lnTo>
                    <a:pt x="1191" y="2065"/>
                  </a:lnTo>
                  <a:lnTo>
                    <a:pt x="1208" y="2087"/>
                  </a:lnTo>
                  <a:lnTo>
                    <a:pt x="1220" y="2095"/>
                  </a:lnTo>
                  <a:lnTo>
                    <a:pt x="1241" y="2097"/>
                  </a:lnTo>
                  <a:lnTo>
                    <a:pt x="1280" y="2081"/>
                  </a:lnTo>
                  <a:lnTo>
                    <a:pt x="1308" y="2065"/>
                  </a:lnTo>
                  <a:lnTo>
                    <a:pt x="1328" y="2053"/>
                  </a:lnTo>
                  <a:lnTo>
                    <a:pt x="1355" y="2041"/>
                  </a:lnTo>
                  <a:lnTo>
                    <a:pt x="1375" y="2040"/>
                  </a:lnTo>
                  <a:lnTo>
                    <a:pt x="1397" y="2052"/>
                  </a:lnTo>
                  <a:lnTo>
                    <a:pt x="1413" y="2063"/>
                  </a:lnTo>
                  <a:lnTo>
                    <a:pt x="1456" y="2089"/>
                  </a:lnTo>
                  <a:lnTo>
                    <a:pt x="1488" y="2105"/>
                  </a:lnTo>
                  <a:lnTo>
                    <a:pt x="1495" y="2108"/>
                  </a:lnTo>
                  <a:lnTo>
                    <a:pt x="1507" y="2121"/>
                  </a:lnTo>
                  <a:lnTo>
                    <a:pt x="1518" y="2156"/>
                  </a:lnTo>
                  <a:lnTo>
                    <a:pt x="1521" y="2195"/>
                  </a:lnTo>
                  <a:lnTo>
                    <a:pt x="1526" y="2275"/>
                  </a:lnTo>
                  <a:lnTo>
                    <a:pt x="1698" y="2280"/>
                  </a:lnTo>
                  <a:lnTo>
                    <a:pt x="1868" y="2285"/>
                  </a:lnTo>
                  <a:lnTo>
                    <a:pt x="1868" y="2210"/>
                  </a:lnTo>
                  <a:lnTo>
                    <a:pt x="1868" y="2186"/>
                  </a:lnTo>
                  <a:lnTo>
                    <a:pt x="1873" y="2152"/>
                  </a:lnTo>
                  <a:lnTo>
                    <a:pt x="1888" y="2127"/>
                  </a:lnTo>
                  <a:lnTo>
                    <a:pt x="1919" y="2101"/>
                  </a:lnTo>
                  <a:lnTo>
                    <a:pt x="1943" y="2085"/>
                  </a:lnTo>
                  <a:lnTo>
                    <a:pt x="2020" y="2033"/>
                  </a:lnTo>
                  <a:lnTo>
                    <a:pt x="2085" y="2067"/>
                  </a:lnTo>
                  <a:lnTo>
                    <a:pt x="2112" y="2080"/>
                  </a:lnTo>
                  <a:lnTo>
                    <a:pt x="2157" y="2098"/>
                  </a:lnTo>
                  <a:lnTo>
                    <a:pt x="2166" y="2100"/>
                  </a:lnTo>
                  <a:lnTo>
                    <a:pt x="2171" y="2098"/>
                  </a:lnTo>
                  <a:lnTo>
                    <a:pt x="2188" y="2078"/>
                  </a:lnTo>
                  <a:lnTo>
                    <a:pt x="2227" y="2022"/>
                  </a:lnTo>
                  <a:lnTo>
                    <a:pt x="2287" y="1925"/>
                  </a:lnTo>
                  <a:lnTo>
                    <a:pt x="2330" y="1843"/>
                  </a:lnTo>
                  <a:lnTo>
                    <a:pt x="2335" y="1825"/>
                  </a:lnTo>
                  <a:lnTo>
                    <a:pt x="2331" y="1816"/>
                  </a:lnTo>
                  <a:lnTo>
                    <a:pt x="2295" y="1784"/>
                  </a:lnTo>
                  <a:lnTo>
                    <a:pt x="2268" y="1767"/>
                  </a:lnTo>
                  <a:lnTo>
                    <a:pt x="2247" y="1753"/>
                  </a:lnTo>
                  <a:lnTo>
                    <a:pt x="2219" y="1731"/>
                  </a:lnTo>
                  <a:lnTo>
                    <a:pt x="2206" y="1707"/>
                  </a:lnTo>
                  <a:lnTo>
                    <a:pt x="2201" y="1672"/>
                  </a:lnTo>
                  <a:lnTo>
                    <a:pt x="2201" y="1647"/>
                  </a:lnTo>
                  <a:lnTo>
                    <a:pt x="2201" y="1568"/>
                  </a:lnTo>
                  <a:lnTo>
                    <a:pt x="2296" y="1627"/>
                  </a:lnTo>
                  <a:lnTo>
                    <a:pt x="2342" y="1653"/>
                  </a:lnTo>
                  <a:lnTo>
                    <a:pt x="2424" y="1690"/>
                  </a:lnTo>
                  <a:lnTo>
                    <a:pt x="2504" y="1710"/>
                  </a:lnTo>
                  <a:lnTo>
                    <a:pt x="2592" y="1716"/>
                  </a:lnTo>
                  <a:lnTo>
                    <a:pt x="2643" y="1713"/>
                  </a:lnTo>
                  <a:lnTo>
                    <a:pt x="2694" y="1709"/>
                  </a:lnTo>
                  <a:lnTo>
                    <a:pt x="2788" y="1689"/>
                  </a:lnTo>
                  <a:lnTo>
                    <a:pt x="2871" y="1654"/>
                  </a:lnTo>
                  <a:lnTo>
                    <a:pt x="2948" y="1605"/>
                  </a:lnTo>
                  <a:lnTo>
                    <a:pt x="2985" y="1573"/>
                  </a:lnTo>
                  <a:lnTo>
                    <a:pt x="3008" y="1552"/>
                  </a:lnTo>
                  <a:lnTo>
                    <a:pt x="3049" y="1505"/>
                  </a:lnTo>
                  <a:lnTo>
                    <a:pt x="3085" y="1456"/>
                  </a:lnTo>
                  <a:lnTo>
                    <a:pt x="3116" y="1405"/>
                  </a:lnTo>
                  <a:lnTo>
                    <a:pt x="3140" y="1351"/>
                  </a:lnTo>
                  <a:lnTo>
                    <a:pt x="3159" y="1296"/>
                  </a:lnTo>
                  <a:lnTo>
                    <a:pt x="3173" y="1239"/>
                  </a:lnTo>
                  <a:lnTo>
                    <a:pt x="3181" y="1182"/>
                  </a:lnTo>
                  <a:lnTo>
                    <a:pt x="3182" y="1124"/>
                  </a:lnTo>
                  <a:lnTo>
                    <a:pt x="3179" y="1067"/>
                  </a:lnTo>
                  <a:lnTo>
                    <a:pt x="3169" y="1010"/>
                  </a:lnTo>
                  <a:lnTo>
                    <a:pt x="3154" y="954"/>
                  </a:lnTo>
                  <a:lnTo>
                    <a:pt x="3133" y="900"/>
                  </a:lnTo>
                  <a:lnTo>
                    <a:pt x="3106" y="847"/>
                  </a:lnTo>
                  <a:lnTo>
                    <a:pt x="3073" y="797"/>
                  </a:lnTo>
                  <a:lnTo>
                    <a:pt x="3035" y="749"/>
                  </a:lnTo>
                  <a:lnTo>
                    <a:pt x="3013" y="727"/>
                  </a:lnTo>
                  <a:lnTo>
                    <a:pt x="2979" y="694"/>
                  </a:lnTo>
                  <a:lnTo>
                    <a:pt x="2906" y="641"/>
                  </a:lnTo>
                  <a:lnTo>
                    <a:pt x="2830" y="600"/>
                  </a:lnTo>
                  <a:lnTo>
                    <a:pt x="2751" y="573"/>
                  </a:lnTo>
                  <a:lnTo>
                    <a:pt x="2671" y="557"/>
                  </a:lnTo>
                  <a:lnTo>
                    <a:pt x="2590" y="554"/>
                  </a:lnTo>
                  <a:lnTo>
                    <a:pt x="2510" y="561"/>
                  </a:lnTo>
                  <a:lnTo>
                    <a:pt x="2432" y="580"/>
                  </a:lnTo>
                  <a:lnTo>
                    <a:pt x="2358" y="609"/>
                  </a:lnTo>
                  <a:lnTo>
                    <a:pt x="2288" y="648"/>
                  </a:lnTo>
                  <a:lnTo>
                    <a:pt x="2223" y="696"/>
                  </a:lnTo>
                  <a:lnTo>
                    <a:pt x="2165" y="754"/>
                  </a:lnTo>
                  <a:lnTo>
                    <a:pt x="2116" y="820"/>
                  </a:lnTo>
                  <a:lnTo>
                    <a:pt x="2075" y="894"/>
                  </a:lnTo>
                  <a:lnTo>
                    <a:pt x="2044" y="975"/>
                  </a:lnTo>
                  <a:lnTo>
                    <a:pt x="2026" y="1064"/>
                  </a:lnTo>
                  <a:lnTo>
                    <a:pt x="2021" y="1112"/>
                  </a:lnTo>
                  <a:lnTo>
                    <a:pt x="2017" y="1161"/>
                  </a:lnTo>
                  <a:lnTo>
                    <a:pt x="2010" y="1212"/>
                  </a:lnTo>
                  <a:lnTo>
                    <a:pt x="2006" y="1229"/>
                  </a:lnTo>
                  <a:lnTo>
                    <a:pt x="2003" y="1230"/>
                  </a:lnTo>
                  <a:lnTo>
                    <a:pt x="1981" y="1218"/>
                  </a:lnTo>
                  <a:lnTo>
                    <a:pt x="1931" y="1193"/>
                  </a:lnTo>
                  <a:lnTo>
                    <a:pt x="1911" y="1183"/>
                  </a:lnTo>
                  <a:lnTo>
                    <a:pt x="1885" y="1164"/>
                  </a:lnTo>
                  <a:lnTo>
                    <a:pt x="1872" y="1141"/>
                  </a:lnTo>
                  <a:lnTo>
                    <a:pt x="1866" y="1104"/>
                  </a:lnTo>
                  <a:lnTo>
                    <a:pt x="1865" y="1077"/>
                  </a:lnTo>
                  <a:lnTo>
                    <a:pt x="1860" y="992"/>
                  </a:lnTo>
                  <a:lnTo>
                    <a:pt x="1798" y="987"/>
                  </a:lnTo>
                  <a:lnTo>
                    <a:pt x="1735" y="982"/>
                  </a:lnTo>
                  <a:lnTo>
                    <a:pt x="1735" y="540"/>
                  </a:lnTo>
                  <a:lnTo>
                    <a:pt x="1735" y="97"/>
                  </a:lnTo>
                  <a:lnTo>
                    <a:pt x="1686" y="48"/>
                  </a:lnTo>
                  <a:lnTo>
                    <a:pt x="1638" y="0"/>
                  </a:lnTo>
                  <a:lnTo>
                    <a:pt x="1056" y="0"/>
                  </a:lnTo>
                  <a:lnTo>
                    <a:pt x="475" y="0"/>
                  </a:lnTo>
                  <a:lnTo>
                    <a:pt x="391" y="87"/>
                  </a:lnTo>
                  <a:close/>
                  <a:moveTo>
                    <a:pt x="1620" y="100"/>
                  </a:moveTo>
                  <a:lnTo>
                    <a:pt x="1625" y="103"/>
                  </a:lnTo>
                  <a:lnTo>
                    <a:pt x="1634" y="112"/>
                  </a:lnTo>
                  <a:lnTo>
                    <a:pt x="1643" y="139"/>
                  </a:lnTo>
                  <a:lnTo>
                    <a:pt x="1651" y="291"/>
                  </a:lnTo>
                  <a:lnTo>
                    <a:pt x="1651" y="550"/>
                  </a:lnTo>
                  <a:lnTo>
                    <a:pt x="1651" y="983"/>
                  </a:lnTo>
                  <a:lnTo>
                    <a:pt x="1605" y="983"/>
                  </a:lnTo>
                  <a:lnTo>
                    <a:pt x="1582" y="984"/>
                  </a:lnTo>
                  <a:lnTo>
                    <a:pt x="1549" y="996"/>
                  </a:lnTo>
                  <a:lnTo>
                    <a:pt x="1528" y="1021"/>
                  </a:lnTo>
                  <a:lnTo>
                    <a:pt x="1519" y="1062"/>
                  </a:lnTo>
                  <a:lnTo>
                    <a:pt x="1518" y="1090"/>
                  </a:lnTo>
                  <a:lnTo>
                    <a:pt x="1517" y="1112"/>
                  </a:lnTo>
                  <a:lnTo>
                    <a:pt x="1512" y="1143"/>
                  </a:lnTo>
                  <a:lnTo>
                    <a:pt x="1497" y="1166"/>
                  </a:lnTo>
                  <a:lnTo>
                    <a:pt x="1466" y="1189"/>
                  </a:lnTo>
                  <a:lnTo>
                    <a:pt x="1441" y="1203"/>
                  </a:lnTo>
                  <a:lnTo>
                    <a:pt x="1368" y="1248"/>
                  </a:lnTo>
                  <a:lnTo>
                    <a:pt x="1313" y="1217"/>
                  </a:lnTo>
                  <a:lnTo>
                    <a:pt x="1291" y="1203"/>
                  </a:lnTo>
                  <a:lnTo>
                    <a:pt x="1247" y="1185"/>
                  </a:lnTo>
                  <a:lnTo>
                    <a:pt x="1233" y="1183"/>
                  </a:lnTo>
                  <a:lnTo>
                    <a:pt x="1227" y="1185"/>
                  </a:lnTo>
                  <a:lnTo>
                    <a:pt x="1208" y="1204"/>
                  </a:lnTo>
                  <a:lnTo>
                    <a:pt x="1169" y="1256"/>
                  </a:lnTo>
                  <a:lnTo>
                    <a:pt x="1112" y="1350"/>
                  </a:lnTo>
                  <a:lnTo>
                    <a:pt x="1081" y="1414"/>
                  </a:lnTo>
                  <a:lnTo>
                    <a:pt x="1069" y="1445"/>
                  </a:lnTo>
                  <a:lnTo>
                    <a:pt x="1068" y="1455"/>
                  </a:lnTo>
                  <a:lnTo>
                    <a:pt x="1069" y="1460"/>
                  </a:lnTo>
                  <a:lnTo>
                    <a:pt x="1078" y="1474"/>
                  </a:lnTo>
                  <a:lnTo>
                    <a:pt x="1103" y="1499"/>
                  </a:lnTo>
                  <a:lnTo>
                    <a:pt x="1126" y="1515"/>
                  </a:lnTo>
                  <a:lnTo>
                    <a:pt x="1145" y="1526"/>
                  </a:lnTo>
                  <a:lnTo>
                    <a:pt x="1169" y="1545"/>
                  </a:lnTo>
                  <a:lnTo>
                    <a:pt x="1181" y="1570"/>
                  </a:lnTo>
                  <a:lnTo>
                    <a:pt x="1185" y="1609"/>
                  </a:lnTo>
                  <a:lnTo>
                    <a:pt x="1185" y="1638"/>
                  </a:lnTo>
                  <a:lnTo>
                    <a:pt x="1185" y="1668"/>
                  </a:lnTo>
                  <a:lnTo>
                    <a:pt x="1181" y="1708"/>
                  </a:lnTo>
                  <a:lnTo>
                    <a:pt x="1168" y="1735"/>
                  </a:lnTo>
                  <a:lnTo>
                    <a:pt x="1140" y="1758"/>
                  </a:lnTo>
                  <a:lnTo>
                    <a:pt x="1118" y="1773"/>
                  </a:lnTo>
                  <a:lnTo>
                    <a:pt x="1098" y="1786"/>
                  </a:lnTo>
                  <a:lnTo>
                    <a:pt x="1073" y="1806"/>
                  </a:lnTo>
                  <a:lnTo>
                    <a:pt x="1062" y="1823"/>
                  </a:lnTo>
                  <a:lnTo>
                    <a:pt x="1063" y="1840"/>
                  </a:lnTo>
                  <a:lnTo>
                    <a:pt x="1068" y="1850"/>
                  </a:lnTo>
                  <a:lnTo>
                    <a:pt x="1081" y="1876"/>
                  </a:lnTo>
                  <a:lnTo>
                    <a:pt x="1085" y="1890"/>
                  </a:lnTo>
                  <a:lnTo>
                    <a:pt x="1077" y="1893"/>
                  </a:lnTo>
                  <a:lnTo>
                    <a:pt x="1002" y="1898"/>
                  </a:lnTo>
                  <a:lnTo>
                    <a:pt x="796" y="1901"/>
                  </a:lnTo>
                  <a:lnTo>
                    <a:pt x="446" y="1898"/>
                  </a:lnTo>
                  <a:lnTo>
                    <a:pt x="231" y="1892"/>
                  </a:lnTo>
                  <a:lnTo>
                    <a:pt x="146" y="1886"/>
                  </a:lnTo>
                  <a:lnTo>
                    <a:pt x="133" y="1883"/>
                  </a:lnTo>
                  <a:lnTo>
                    <a:pt x="128" y="1880"/>
                  </a:lnTo>
                  <a:lnTo>
                    <a:pt x="119" y="1870"/>
                  </a:lnTo>
                  <a:lnTo>
                    <a:pt x="110" y="1833"/>
                  </a:lnTo>
                  <a:lnTo>
                    <a:pt x="102" y="1604"/>
                  </a:lnTo>
                  <a:lnTo>
                    <a:pt x="101" y="1198"/>
                  </a:lnTo>
                  <a:lnTo>
                    <a:pt x="101" y="532"/>
                  </a:lnTo>
                  <a:lnTo>
                    <a:pt x="305" y="307"/>
                  </a:lnTo>
                  <a:lnTo>
                    <a:pt x="506" y="83"/>
                  </a:lnTo>
                  <a:lnTo>
                    <a:pt x="1046" y="83"/>
                  </a:lnTo>
                  <a:lnTo>
                    <a:pt x="1286" y="84"/>
                  </a:lnTo>
                  <a:lnTo>
                    <a:pt x="1521" y="90"/>
                  </a:lnTo>
                  <a:lnTo>
                    <a:pt x="1606" y="96"/>
                  </a:lnTo>
                  <a:lnTo>
                    <a:pt x="1620" y="100"/>
                  </a:lnTo>
                  <a:close/>
                  <a:moveTo>
                    <a:pt x="2838" y="705"/>
                  </a:moveTo>
                  <a:lnTo>
                    <a:pt x="2875" y="728"/>
                  </a:lnTo>
                  <a:lnTo>
                    <a:pt x="2939" y="780"/>
                  </a:lnTo>
                  <a:lnTo>
                    <a:pt x="2993" y="840"/>
                  </a:lnTo>
                  <a:lnTo>
                    <a:pt x="3036" y="907"/>
                  </a:lnTo>
                  <a:lnTo>
                    <a:pt x="3068" y="978"/>
                  </a:lnTo>
                  <a:lnTo>
                    <a:pt x="3087" y="1054"/>
                  </a:lnTo>
                  <a:lnTo>
                    <a:pt x="3093" y="1132"/>
                  </a:lnTo>
                  <a:lnTo>
                    <a:pt x="3087" y="1212"/>
                  </a:lnTo>
                  <a:lnTo>
                    <a:pt x="3078" y="1252"/>
                  </a:lnTo>
                  <a:lnTo>
                    <a:pt x="3070" y="1280"/>
                  </a:lnTo>
                  <a:lnTo>
                    <a:pt x="3050" y="1334"/>
                  </a:lnTo>
                  <a:lnTo>
                    <a:pt x="3024" y="1384"/>
                  </a:lnTo>
                  <a:lnTo>
                    <a:pt x="2994" y="1430"/>
                  </a:lnTo>
                  <a:lnTo>
                    <a:pt x="2960" y="1472"/>
                  </a:lnTo>
                  <a:lnTo>
                    <a:pt x="2922" y="1509"/>
                  </a:lnTo>
                  <a:lnTo>
                    <a:pt x="2881" y="1542"/>
                  </a:lnTo>
                  <a:lnTo>
                    <a:pt x="2836" y="1570"/>
                  </a:lnTo>
                  <a:lnTo>
                    <a:pt x="2789" y="1593"/>
                  </a:lnTo>
                  <a:lnTo>
                    <a:pt x="2740" y="1611"/>
                  </a:lnTo>
                  <a:lnTo>
                    <a:pt x="2690" y="1623"/>
                  </a:lnTo>
                  <a:lnTo>
                    <a:pt x="2638" y="1630"/>
                  </a:lnTo>
                  <a:lnTo>
                    <a:pt x="2585" y="1631"/>
                  </a:lnTo>
                  <a:lnTo>
                    <a:pt x="2531" y="1626"/>
                  </a:lnTo>
                  <a:lnTo>
                    <a:pt x="2478" y="1614"/>
                  </a:lnTo>
                  <a:lnTo>
                    <a:pt x="2424" y="1597"/>
                  </a:lnTo>
                  <a:lnTo>
                    <a:pt x="2398" y="1585"/>
                  </a:lnTo>
                  <a:lnTo>
                    <a:pt x="2357" y="1566"/>
                  </a:lnTo>
                  <a:lnTo>
                    <a:pt x="2306" y="1539"/>
                  </a:lnTo>
                  <a:lnTo>
                    <a:pt x="2291" y="1524"/>
                  </a:lnTo>
                  <a:lnTo>
                    <a:pt x="2289" y="1514"/>
                  </a:lnTo>
                  <a:lnTo>
                    <a:pt x="2296" y="1498"/>
                  </a:lnTo>
                  <a:lnTo>
                    <a:pt x="2308" y="1485"/>
                  </a:lnTo>
                  <a:lnTo>
                    <a:pt x="2319" y="1473"/>
                  </a:lnTo>
                  <a:lnTo>
                    <a:pt x="2328" y="1453"/>
                  </a:lnTo>
                  <a:lnTo>
                    <a:pt x="2320" y="1421"/>
                  </a:lnTo>
                  <a:lnTo>
                    <a:pt x="2290" y="1365"/>
                  </a:lnTo>
                  <a:lnTo>
                    <a:pt x="2265" y="1322"/>
                  </a:lnTo>
                  <a:lnTo>
                    <a:pt x="2243" y="1284"/>
                  </a:lnTo>
                  <a:lnTo>
                    <a:pt x="2209" y="1232"/>
                  </a:lnTo>
                  <a:lnTo>
                    <a:pt x="2182" y="1202"/>
                  </a:lnTo>
                  <a:lnTo>
                    <a:pt x="2157" y="1189"/>
                  </a:lnTo>
                  <a:lnTo>
                    <a:pt x="2143" y="1187"/>
                  </a:lnTo>
                  <a:lnTo>
                    <a:pt x="2128" y="1185"/>
                  </a:lnTo>
                  <a:lnTo>
                    <a:pt x="2109" y="1178"/>
                  </a:lnTo>
                  <a:lnTo>
                    <a:pt x="2102" y="1161"/>
                  </a:lnTo>
                  <a:lnTo>
                    <a:pt x="2103" y="1126"/>
                  </a:lnTo>
                  <a:lnTo>
                    <a:pt x="2106" y="1098"/>
                  </a:lnTo>
                  <a:lnTo>
                    <a:pt x="2112" y="1062"/>
                  </a:lnTo>
                  <a:lnTo>
                    <a:pt x="2130" y="992"/>
                  </a:lnTo>
                  <a:lnTo>
                    <a:pt x="2157" y="926"/>
                  </a:lnTo>
                  <a:lnTo>
                    <a:pt x="2192" y="865"/>
                  </a:lnTo>
                  <a:lnTo>
                    <a:pt x="2234" y="810"/>
                  </a:lnTo>
                  <a:lnTo>
                    <a:pt x="2283" y="761"/>
                  </a:lnTo>
                  <a:lnTo>
                    <a:pt x="2339" y="719"/>
                  </a:lnTo>
                  <a:lnTo>
                    <a:pt x="2400" y="685"/>
                  </a:lnTo>
                  <a:lnTo>
                    <a:pt x="2433" y="672"/>
                  </a:lnTo>
                  <a:lnTo>
                    <a:pt x="2466" y="663"/>
                  </a:lnTo>
                  <a:lnTo>
                    <a:pt x="2566" y="654"/>
                  </a:lnTo>
                  <a:lnTo>
                    <a:pt x="2628" y="655"/>
                  </a:lnTo>
                  <a:lnTo>
                    <a:pt x="2667" y="657"/>
                  </a:lnTo>
                  <a:lnTo>
                    <a:pt x="2727" y="663"/>
                  </a:lnTo>
                  <a:lnTo>
                    <a:pt x="2774" y="674"/>
                  </a:lnTo>
                  <a:lnTo>
                    <a:pt x="2816" y="692"/>
                  </a:lnTo>
                  <a:lnTo>
                    <a:pt x="2838" y="705"/>
                  </a:lnTo>
                  <a:close/>
                  <a:moveTo>
                    <a:pt x="1785" y="1152"/>
                  </a:moveTo>
                  <a:lnTo>
                    <a:pt x="1785" y="1173"/>
                  </a:lnTo>
                  <a:lnTo>
                    <a:pt x="1789" y="1202"/>
                  </a:lnTo>
                  <a:lnTo>
                    <a:pt x="1802" y="1220"/>
                  </a:lnTo>
                  <a:lnTo>
                    <a:pt x="1828" y="1235"/>
                  </a:lnTo>
                  <a:lnTo>
                    <a:pt x="1848" y="1243"/>
                  </a:lnTo>
                  <a:lnTo>
                    <a:pt x="1876" y="1256"/>
                  </a:lnTo>
                  <a:lnTo>
                    <a:pt x="1939" y="1293"/>
                  </a:lnTo>
                  <a:lnTo>
                    <a:pt x="1965" y="1312"/>
                  </a:lnTo>
                  <a:lnTo>
                    <a:pt x="2020" y="1353"/>
                  </a:lnTo>
                  <a:lnTo>
                    <a:pt x="2078" y="1318"/>
                  </a:lnTo>
                  <a:lnTo>
                    <a:pt x="2124" y="1291"/>
                  </a:lnTo>
                  <a:lnTo>
                    <a:pt x="2140" y="1283"/>
                  </a:lnTo>
                  <a:lnTo>
                    <a:pt x="2152" y="1301"/>
                  </a:lnTo>
                  <a:lnTo>
                    <a:pt x="2185" y="1360"/>
                  </a:lnTo>
                  <a:lnTo>
                    <a:pt x="2207" y="1402"/>
                  </a:lnTo>
                  <a:lnTo>
                    <a:pt x="2215" y="1433"/>
                  </a:lnTo>
                  <a:lnTo>
                    <a:pt x="2209" y="1445"/>
                  </a:lnTo>
                  <a:lnTo>
                    <a:pt x="2201" y="1450"/>
                  </a:lnTo>
                  <a:lnTo>
                    <a:pt x="2172" y="1467"/>
                  </a:lnTo>
                  <a:lnTo>
                    <a:pt x="2143" y="1490"/>
                  </a:lnTo>
                  <a:lnTo>
                    <a:pt x="2129" y="1506"/>
                  </a:lnTo>
                  <a:lnTo>
                    <a:pt x="2117" y="1535"/>
                  </a:lnTo>
                  <a:lnTo>
                    <a:pt x="2111" y="1597"/>
                  </a:lnTo>
                  <a:lnTo>
                    <a:pt x="2111" y="1643"/>
                  </a:lnTo>
                  <a:lnTo>
                    <a:pt x="2111" y="1688"/>
                  </a:lnTo>
                  <a:lnTo>
                    <a:pt x="2113" y="1744"/>
                  </a:lnTo>
                  <a:lnTo>
                    <a:pt x="2123" y="1774"/>
                  </a:lnTo>
                  <a:lnTo>
                    <a:pt x="2146" y="1794"/>
                  </a:lnTo>
                  <a:lnTo>
                    <a:pt x="2165" y="1805"/>
                  </a:lnTo>
                  <a:lnTo>
                    <a:pt x="2186" y="1818"/>
                  </a:lnTo>
                  <a:lnTo>
                    <a:pt x="2215" y="1843"/>
                  </a:lnTo>
                  <a:lnTo>
                    <a:pt x="2218" y="1850"/>
                  </a:lnTo>
                  <a:lnTo>
                    <a:pt x="2212" y="1869"/>
                  </a:lnTo>
                  <a:lnTo>
                    <a:pt x="2164" y="1961"/>
                  </a:lnTo>
                  <a:lnTo>
                    <a:pt x="2141" y="1997"/>
                  </a:lnTo>
                  <a:lnTo>
                    <a:pt x="2137" y="1997"/>
                  </a:lnTo>
                  <a:lnTo>
                    <a:pt x="2102" y="1979"/>
                  </a:lnTo>
                  <a:lnTo>
                    <a:pt x="2078" y="1965"/>
                  </a:lnTo>
                  <a:lnTo>
                    <a:pt x="2016" y="1928"/>
                  </a:lnTo>
                  <a:lnTo>
                    <a:pt x="1971" y="1962"/>
                  </a:lnTo>
                  <a:lnTo>
                    <a:pt x="1921" y="1996"/>
                  </a:lnTo>
                  <a:lnTo>
                    <a:pt x="1856" y="2032"/>
                  </a:lnTo>
                  <a:lnTo>
                    <a:pt x="1834" y="2043"/>
                  </a:lnTo>
                  <a:lnTo>
                    <a:pt x="1806" y="2062"/>
                  </a:lnTo>
                  <a:lnTo>
                    <a:pt x="1790" y="2084"/>
                  </a:lnTo>
                  <a:lnTo>
                    <a:pt x="1783" y="2115"/>
                  </a:lnTo>
                  <a:lnTo>
                    <a:pt x="1781" y="2137"/>
                  </a:lnTo>
                  <a:lnTo>
                    <a:pt x="1776" y="2208"/>
                  </a:lnTo>
                  <a:lnTo>
                    <a:pt x="1693" y="2208"/>
                  </a:lnTo>
                  <a:lnTo>
                    <a:pt x="1610" y="2208"/>
                  </a:lnTo>
                  <a:lnTo>
                    <a:pt x="1605" y="2130"/>
                  </a:lnTo>
                  <a:lnTo>
                    <a:pt x="1603" y="2106"/>
                  </a:lnTo>
                  <a:lnTo>
                    <a:pt x="1597" y="2073"/>
                  </a:lnTo>
                  <a:lnTo>
                    <a:pt x="1586" y="2054"/>
                  </a:lnTo>
                  <a:lnTo>
                    <a:pt x="1564" y="2041"/>
                  </a:lnTo>
                  <a:lnTo>
                    <a:pt x="1548" y="2035"/>
                  </a:lnTo>
                  <a:lnTo>
                    <a:pt x="1524" y="2025"/>
                  </a:lnTo>
                  <a:lnTo>
                    <a:pt x="1464" y="1991"/>
                  </a:lnTo>
                  <a:lnTo>
                    <a:pt x="1438" y="1972"/>
                  </a:lnTo>
                  <a:lnTo>
                    <a:pt x="1380" y="1927"/>
                  </a:lnTo>
                  <a:lnTo>
                    <a:pt x="1316" y="1963"/>
                  </a:lnTo>
                  <a:lnTo>
                    <a:pt x="1293" y="1977"/>
                  </a:lnTo>
                  <a:lnTo>
                    <a:pt x="1267" y="1987"/>
                  </a:lnTo>
                  <a:lnTo>
                    <a:pt x="1254" y="1987"/>
                  </a:lnTo>
                  <a:lnTo>
                    <a:pt x="1236" y="1976"/>
                  </a:lnTo>
                  <a:lnTo>
                    <a:pt x="1210" y="1936"/>
                  </a:lnTo>
                  <a:lnTo>
                    <a:pt x="1193" y="1902"/>
                  </a:lnTo>
                  <a:lnTo>
                    <a:pt x="1178" y="1871"/>
                  </a:lnTo>
                  <a:lnTo>
                    <a:pt x="1174" y="1846"/>
                  </a:lnTo>
                  <a:lnTo>
                    <a:pt x="1180" y="1836"/>
                  </a:lnTo>
                  <a:lnTo>
                    <a:pt x="1186" y="1832"/>
                  </a:lnTo>
                  <a:lnTo>
                    <a:pt x="1215" y="1815"/>
                  </a:lnTo>
                  <a:lnTo>
                    <a:pt x="1244" y="1793"/>
                  </a:lnTo>
                  <a:lnTo>
                    <a:pt x="1257" y="1777"/>
                  </a:lnTo>
                  <a:lnTo>
                    <a:pt x="1270" y="1747"/>
                  </a:lnTo>
                  <a:lnTo>
                    <a:pt x="1277" y="1684"/>
                  </a:lnTo>
                  <a:lnTo>
                    <a:pt x="1278" y="1637"/>
                  </a:lnTo>
                  <a:lnTo>
                    <a:pt x="1280" y="1502"/>
                  </a:lnTo>
                  <a:lnTo>
                    <a:pt x="1223" y="1472"/>
                  </a:lnTo>
                  <a:lnTo>
                    <a:pt x="1201" y="1460"/>
                  </a:lnTo>
                  <a:lnTo>
                    <a:pt x="1171" y="1441"/>
                  </a:lnTo>
                  <a:lnTo>
                    <a:pt x="1168" y="1437"/>
                  </a:lnTo>
                  <a:lnTo>
                    <a:pt x="1175" y="1418"/>
                  </a:lnTo>
                  <a:lnTo>
                    <a:pt x="1222" y="1330"/>
                  </a:lnTo>
                  <a:lnTo>
                    <a:pt x="1238" y="1305"/>
                  </a:lnTo>
                  <a:lnTo>
                    <a:pt x="1243" y="1299"/>
                  </a:lnTo>
                  <a:lnTo>
                    <a:pt x="1256" y="1294"/>
                  </a:lnTo>
                  <a:lnTo>
                    <a:pt x="1286" y="1301"/>
                  </a:lnTo>
                  <a:lnTo>
                    <a:pt x="1318" y="1317"/>
                  </a:lnTo>
                  <a:lnTo>
                    <a:pt x="1380" y="1348"/>
                  </a:lnTo>
                  <a:lnTo>
                    <a:pt x="1435" y="1308"/>
                  </a:lnTo>
                  <a:lnTo>
                    <a:pt x="1460" y="1291"/>
                  </a:lnTo>
                  <a:lnTo>
                    <a:pt x="1520" y="1259"/>
                  </a:lnTo>
                  <a:lnTo>
                    <a:pt x="1546" y="1248"/>
                  </a:lnTo>
                  <a:lnTo>
                    <a:pt x="1564" y="1242"/>
                  </a:lnTo>
                  <a:lnTo>
                    <a:pt x="1587" y="1230"/>
                  </a:lnTo>
                  <a:lnTo>
                    <a:pt x="1598" y="1212"/>
                  </a:lnTo>
                  <a:lnTo>
                    <a:pt x="1601" y="1180"/>
                  </a:lnTo>
                  <a:lnTo>
                    <a:pt x="1601" y="1157"/>
                  </a:lnTo>
                  <a:lnTo>
                    <a:pt x="1601" y="1083"/>
                  </a:lnTo>
                  <a:lnTo>
                    <a:pt x="1693" y="1083"/>
                  </a:lnTo>
                  <a:lnTo>
                    <a:pt x="1785" y="1083"/>
                  </a:lnTo>
                  <a:lnTo>
                    <a:pt x="1785" y="11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609">
              <a:extLst>
                <a:ext uri="{FF2B5EF4-FFF2-40B4-BE49-F238E27FC236}">
                  <a16:creationId xmlns:a16="http://schemas.microsoft.com/office/drawing/2014/main" id="{73C464A8-301F-11F2-DCC1-DA35A771B9EE}"/>
                </a:ext>
              </a:extLst>
            </p:cNvPr>
            <p:cNvSpPr>
              <a:spLocks/>
            </p:cNvSpPr>
            <p:nvPr/>
          </p:nvSpPr>
          <p:spPr bwMode="auto">
            <a:xfrm>
              <a:off x="10874376" y="4970464"/>
              <a:ext cx="34925" cy="33338"/>
            </a:xfrm>
            <a:custGeom>
              <a:avLst/>
              <a:gdLst>
                <a:gd name="T0" fmla="*/ 0 w 84"/>
                <a:gd name="T1" fmla="*/ 42 h 83"/>
                <a:gd name="T2" fmla="*/ 1 w 84"/>
                <a:gd name="T3" fmla="*/ 53 h 83"/>
                <a:gd name="T4" fmla="*/ 5 w 84"/>
                <a:gd name="T5" fmla="*/ 70 h 83"/>
                <a:gd name="T6" fmla="*/ 14 w 84"/>
                <a:gd name="T7" fmla="*/ 79 h 83"/>
                <a:gd name="T8" fmla="*/ 30 w 84"/>
                <a:gd name="T9" fmla="*/ 83 h 83"/>
                <a:gd name="T10" fmla="*/ 42 w 84"/>
                <a:gd name="T11" fmla="*/ 83 h 83"/>
                <a:gd name="T12" fmla="*/ 54 w 84"/>
                <a:gd name="T13" fmla="*/ 83 h 83"/>
                <a:gd name="T14" fmla="*/ 70 w 84"/>
                <a:gd name="T15" fmla="*/ 79 h 83"/>
                <a:gd name="T16" fmla="*/ 80 w 84"/>
                <a:gd name="T17" fmla="*/ 70 h 83"/>
                <a:gd name="T18" fmla="*/ 83 w 84"/>
                <a:gd name="T19" fmla="*/ 53 h 83"/>
                <a:gd name="T20" fmla="*/ 84 w 84"/>
                <a:gd name="T21" fmla="*/ 42 h 83"/>
                <a:gd name="T22" fmla="*/ 83 w 84"/>
                <a:gd name="T23" fmla="*/ 30 h 83"/>
                <a:gd name="T24" fmla="*/ 80 w 84"/>
                <a:gd name="T25" fmla="*/ 14 h 83"/>
                <a:gd name="T26" fmla="*/ 70 w 84"/>
                <a:gd name="T27" fmla="*/ 4 h 83"/>
                <a:gd name="T28" fmla="*/ 54 w 84"/>
                <a:gd name="T29" fmla="*/ 0 h 83"/>
                <a:gd name="T30" fmla="*/ 42 w 84"/>
                <a:gd name="T31" fmla="*/ 0 h 83"/>
                <a:gd name="T32" fmla="*/ 30 w 84"/>
                <a:gd name="T33" fmla="*/ 0 h 83"/>
                <a:gd name="T34" fmla="*/ 14 w 84"/>
                <a:gd name="T35" fmla="*/ 4 h 83"/>
                <a:gd name="T36" fmla="*/ 5 w 84"/>
                <a:gd name="T37" fmla="*/ 14 h 83"/>
                <a:gd name="T38" fmla="*/ 1 w 84"/>
                <a:gd name="T39" fmla="*/ 30 h 83"/>
                <a:gd name="T40" fmla="*/ 0 w 84"/>
                <a:gd name="T41" fmla="*/ 42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 h="83">
                  <a:moveTo>
                    <a:pt x="0" y="42"/>
                  </a:moveTo>
                  <a:lnTo>
                    <a:pt x="1" y="53"/>
                  </a:lnTo>
                  <a:lnTo>
                    <a:pt x="5" y="70"/>
                  </a:lnTo>
                  <a:lnTo>
                    <a:pt x="14" y="79"/>
                  </a:lnTo>
                  <a:lnTo>
                    <a:pt x="30" y="83"/>
                  </a:lnTo>
                  <a:lnTo>
                    <a:pt x="42" y="83"/>
                  </a:lnTo>
                  <a:lnTo>
                    <a:pt x="54" y="83"/>
                  </a:lnTo>
                  <a:lnTo>
                    <a:pt x="70" y="79"/>
                  </a:lnTo>
                  <a:lnTo>
                    <a:pt x="80" y="70"/>
                  </a:lnTo>
                  <a:lnTo>
                    <a:pt x="83" y="53"/>
                  </a:lnTo>
                  <a:lnTo>
                    <a:pt x="84" y="42"/>
                  </a:lnTo>
                  <a:lnTo>
                    <a:pt x="83" y="30"/>
                  </a:lnTo>
                  <a:lnTo>
                    <a:pt x="80" y="14"/>
                  </a:lnTo>
                  <a:lnTo>
                    <a:pt x="70" y="4"/>
                  </a:lnTo>
                  <a:lnTo>
                    <a:pt x="54" y="0"/>
                  </a:lnTo>
                  <a:lnTo>
                    <a:pt x="42" y="0"/>
                  </a:lnTo>
                  <a:lnTo>
                    <a:pt x="30" y="0"/>
                  </a:lnTo>
                  <a:lnTo>
                    <a:pt x="14" y="4"/>
                  </a:lnTo>
                  <a:lnTo>
                    <a:pt x="5" y="14"/>
                  </a:lnTo>
                  <a:lnTo>
                    <a:pt x="1" y="3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610">
              <a:extLst>
                <a:ext uri="{FF2B5EF4-FFF2-40B4-BE49-F238E27FC236}">
                  <a16:creationId xmlns:a16="http://schemas.microsoft.com/office/drawing/2014/main" id="{6E4762AD-93C8-2DF4-6AD7-69D2820D9BE7}"/>
                </a:ext>
              </a:extLst>
            </p:cNvPr>
            <p:cNvSpPr>
              <a:spLocks noEditPoints="1"/>
            </p:cNvSpPr>
            <p:nvPr/>
          </p:nvSpPr>
          <p:spPr bwMode="auto">
            <a:xfrm>
              <a:off x="11099801" y="5018089"/>
              <a:ext cx="176213" cy="169863"/>
            </a:xfrm>
            <a:custGeom>
              <a:avLst/>
              <a:gdLst>
                <a:gd name="T0" fmla="*/ 19 w 433"/>
                <a:gd name="T1" fmla="*/ 20 h 416"/>
                <a:gd name="T2" fmla="*/ 15 w 433"/>
                <a:gd name="T3" fmla="*/ 27 h 416"/>
                <a:gd name="T4" fmla="*/ 7 w 433"/>
                <a:gd name="T5" fmla="*/ 61 h 416"/>
                <a:gd name="T6" fmla="*/ 0 w 433"/>
                <a:gd name="T7" fmla="*/ 142 h 416"/>
                <a:gd name="T8" fmla="*/ 0 w 433"/>
                <a:gd name="T9" fmla="*/ 274 h 416"/>
                <a:gd name="T10" fmla="*/ 7 w 433"/>
                <a:gd name="T11" fmla="*/ 355 h 416"/>
                <a:gd name="T12" fmla="*/ 15 w 433"/>
                <a:gd name="T13" fmla="*/ 389 h 416"/>
                <a:gd name="T14" fmla="*/ 19 w 433"/>
                <a:gd name="T15" fmla="*/ 396 h 416"/>
                <a:gd name="T16" fmla="*/ 27 w 433"/>
                <a:gd name="T17" fmla="*/ 401 h 416"/>
                <a:gd name="T18" fmla="*/ 62 w 433"/>
                <a:gd name="T19" fmla="*/ 409 h 416"/>
                <a:gd name="T20" fmla="*/ 147 w 433"/>
                <a:gd name="T21" fmla="*/ 416 h 416"/>
                <a:gd name="T22" fmla="*/ 285 w 433"/>
                <a:gd name="T23" fmla="*/ 416 h 416"/>
                <a:gd name="T24" fmla="*/ 370 w 433"/>
                <a:gd name="T25" fmla="*/ 409 h 416"/>
                <a:gd name="T26" fmla="*/ 405 w 433"/>
                <a:gd name="T27" fmla="*/ 401 h 416"/>
                <a:gd name="T28" fmla="*/ 413 w 433"/>
                <a:gd name="T29" fmla="*/ 396 h 416"/>
                <a:gd name="T30" fmla="*/ 417 w 433"/>
                <a:gd name="T31" fmla="*/ 390 h 416"/>
                <a:gd name="T32" fmla="*/ 425 w 433"/>
                <a:gd name="T33" fmla="*/ 360 h 416"/>
                <a:gd name="T34" fmla="*/ 432 w 433"/>
                <a:gd name="T35" fmla="*/ 284 h 416"/>
                <a:gd name="T36" fmla="*/ 433 w 433"/>
                <a:gd name="T37" fmla="*/ 208 h 416"/>
                <a:gd name="T38" fmla="*/ 432 w 433"/>
                <a:gd name="T39" fmla="*/ 132 h 416"/>
                <a:gd name="T40" fmla="*/ 425 w 433"/>
                <a:gd name="T41" fmla="*/ 56 h 416"/>
                <a:gd name="T42" fmla="*/ 417 w 433"/>
                <a:gd name="T43" fmla="*/ 26 h 416"/>
                <a:gd name="T44" fmla="*/ 413 w 433"/>
                <a:gd name="T45" fmla="*/ 20 h 416"/>
                <a:gd name="T46" fmla="*/ 406 w 433"/>
                <a:gd name="T47" fmla="*/ 15 h 416"/>
                <a:gd name="T48" fmla="*/ 376 w 433"/>
                <a:gd name="T49" fmla="*/ 7 h 416"/>
                <a:gd name="T50" fmla="*/ 296 w 433"/>
                <a:gd name="T51" fmla="*/ 1 h 416"/>
                <a:gd name="T52" fmla="*/ 216 w 433"/>
                <a:gd name="T53" fmla="*/ 0 h 416"/>
                <a:gd name="T54" fmla="*/ 136 w 433"/>
                <a:gd name="T55" fmla="*/ 1 h 416"/>
                <a:gd name="T56" fmla="*/ 56 w 433"/>
                <a:gd name="T57" fmla="*/ 7 h 416"/>
                <a:gd name="T58" fmla="*/ 26 w 433"/>
                <a:gd name="T59" fmla="*/ 15 h 416"/>
                <a:gd name="T60" fmla="*/ 19 w 433"/>
                <a:gd name="T61" fmla="*/ 20 h 416"/>
                <a:gd name="T62" fmla="*/ 333 w 433"/>
                <a:gd name="T63" fmla="*/ 200 h 416"/>
                <a:gd name="T64" fmla="*/ 333 w 433"/>
                <a:gd name="T65" fmla="*/ 316 h 416"/>
                <a:gd name="T66" fmla="*/ 216 w 433"/>
                <a:gd name="T67" fmla="*/ 316 h 416"/>
                <a:gd name="T68" fmla="*/ 99 w 433"/>
                <a:gd name="T69" fmla="*/ 316 h 416"/>
                <a:gd name="T70" fmla="*/ 99 w 433"/>
                <a:gd name="T71" fmla="*/ 200 h 416"/>
                <a:gd name="T72" fmla="*/ 99 w 433"/>
                <a:gd name="T73" fmla="*/ 83 h 416"/>
                <a:gd name="T74" fmla="*/ 216 w 433"/>
                <a:gd name="T75" fmla="*/ 83 h 416"/>
                <a:gd name="T76" fmla="*/ 333 w 433"/>
                <a:gd name="T77" fmla="*/ 83 h 416"/>
                <a:gd name="T78" fmla="*/ 333 w 433"/>
                <a:gd name="T79" fmla="*/ 200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33" h="416">
                  <a:moveTo>
                    <a:pt x="19" y="20"/>
                  </a:moveTo>
                  <a:lnTo>
                    <a:pt x="15" y="27"/>
                  </a:lnTo>
                  <a:lnTo>
                    <a:pt x="7" y="61"/>
                  </a:lnTo>
                  <a:lnTo>
                    <a:pt x="0" y="142"/>
                  </a:lnTo>
                  <a:lnTo>
                    <a:pt x="0" y="274"/>
                  </a:lnTo>
                  <a:lnTo>
                    <a:pt x="7" y="355"/>
                  </a:lnTo>
                  <a:lnTo>
                    <a:pt x="15" y="389"/>
                  </a:lnTo>
                  <a:lnTo>
                    <a:pt x="19" y="396"/>
                  </a:lnTo>
                  <a:lnTo>
                    <a:pt x="27" y="401"/>
                  </a:lnTo>
                  <a:lnTo>
                    <a:pt x="62" y="409"/>
                  </a:lnTo>
                  <a:lnTo>
                    <a:pt x="147" y="416"/>
                  </a:lnTo>
                  <a:lnTo>
                    <a:pt x="285" y="416"/>
                  </a:lnTo>
                  <a:lnTo>
                    <a:pt x="370" y="409"/>
                  </a:lnTo>
                  <a:lnTo>
                    <a:pt x="405" y="401"/>
                  </a:lnTo>
                  <a:lnTo>
                    <a:pt x="413" y="396"/>
                  </a:lnTo>
                  <a:lnTo>
                    <a:pt x="417" y="390"/>
                  </a:lnTo>
                  <a:lnTo>
                    <a:pt x="425" y="360"/>
                  </a:lnTo>
                  <a:lnTo>
                    <a:pt x="432" y="284"/>
                  </a:lnTo>
                  <a:lnTo>
                    <a:pt x="433" y="208"/>
                  </a:lnTo>
                  <a:lnTo>
                    <a:pt x="432" y="132"/>
                  </a:lnTo>
                  <a:lnTo>
                    <a:pt x="425" y="56"/>
                  </a:lnTo>
                  <a:lnTo>
                    <a:pt x="417" y="26"/>
                  </a:lnTo>
                  <a:lnTo>
                    <a:pt x="413" y="20"/>
                  </a:lnTo>
                  <a:lnTo>
                    <a:pt x="406" y="15"/>
                  </a:lnTo>
                  <a:lnTo>
                    <a:pt x="376" y="7"/>
                  </a:lnTo>
                  <a:lnTo>
                    <a:pt x="296" y="1"/>
                  </a:lnTo>
                  <a:lnTo>
                    <a:pt x="216" y="0"/>
                  </a:lnTo>
                  <a:lnTo>
                    <a:pt x="136" y="1"/>
                  </a:lnTo>
                  <a:lnTo>
                    <a:pt x="56" y="7"/>
                  </a:lnTo>
                  <a:lnTo>
                    <a:pt x="26" y="15"/>
                  </a:lnTo>
                  <a:lnTo>
                    <a:pt x="19" y="20"/>
                  </a:lnTo>
                  <a:close/>
                  <a:moveTo>
                    <a:pt x="333" y="200"/>
                  </a:moveTo>
                  <a:lnTo>
                    <a:pt x="333" y="316"/>
                  </a:lnTo>
                  <a:lnTo>
                    <a:pt x="216" y="316"/>
                  </a:lnTo>
                  <a:lnTo>
                    <a:pt x="99" y="316"/>
                  </a:lnTo>
                  <a:lnTo>
                    <a:pt x="99" y="200"/>
                  </a:lnTo>
                  <a:lnTo>
                    <a:pt x="99" y="83"/>
                  </a:lnTo>
                  <a:lnTo>
                    <a:pt x="216" y="83"/>
                  </a:lnTo>
                  <a:lnTo>
                    <a:pt x="333" y="83"/>
                  </a:lnTo>
                  <a:lnTo>
                    <a:pt x="333" y="2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611">
              <a:extLst>
                <a:ext uri="{FF2B5EF4-FFF2-40B4-BE49-F238E27FC236}">
                  <a16:creationId xmlns:a16="http://schemas.microsoft.com/office/drawing/2014/main" id="{F4032520-5528-08CC-F959-E98F8032A2E8}"/>
                </a:ext>
              </a:extLst>
            </p:cNvPr>
            <p:cNvSpPr>
              <a:spLocks/>
            </p:cNvSpPr>
            <p:nvPr/>
          </p:nvSpPr>
          <p:spPr bwMode="auto">
            <a:xfrm>
              <a:off x="10874376" y="5038726"/>
              <a:ext cx="34925" cy="33338"/>
            </a:xfrm>
            <a:custGeom>
              <a:avLst/>
              <a:gdLst>
                <a:gd name="T0" fmla="*/ 0 w 84"/>
                <a:gd name="T1" fmla="*/ 41 h 83"/>
                <a:gd name="T2" fmla="*/ 1 w 84"/>
                <a:gd name="T3" fmla="*/ 53 h 83"/>
                <a:gd name="T4" fmla="*/ 5 w 84"/>
                <a:gd name="T5" fmla="*/ 69 h 83"/>
                <a:gd name="T6" fmla="*/ 14 w 84"/>
                <a:gd name="T7" fmla="*/ 79 h 83"/>
                <a:gd name="T8" fmla="*/ 30 w 84"/>
                <a:gd name="T9" fmla="*/ 83 h 83"/>
                <a:gd name="T10" fmla="*/ 42 w 84"/>
                <a:gd name="T11" fmla="*/ 83 h 83"/>
                <a:gd name="T12" fmla="*/ 54 w 84"/>
                <a:gd name="T13" fmla="*/ 83 h 83"/>
                <a:gd name="T14" fmla="*/ 70 w 84"/>
                <a:gd name="T15" fmla="*/ 79 h 83"/>
                <a:gd name="T16" fmla="*/ 80 w 84"/>
                <a:gd name="T17" fmla="*/ 69 h 83"/>
                <a:gd name="T18" fmla="*/ 83 w 84"/>
                <a:gd name="T19" fmla="*/ 53 h 83"/>
                <a:gd name="T20" fmla="*/ 84 w 84"/>
                <a:gd name="T21" fmla="*/ 41 h 83"/>
                <a:gd name="T22" fmla="*/ 83 w 84"/>
                <a:gd name="T23" fmla="*/ 30 h 83"/>
                <a:gd name="T24" fmla="*/ 80 w 84"/>
                <a:gd name="T25" fmla="*/ 13 h 83"/>
                <a:gd name="T26" fmla="*/ 70 w 84"/>
                <a:gd name="T27" fmla="*/ 4 h 83"/>
                <a:gd name="T28" fmla="*/ 54 w 84"/>
                <a:gd name="T29" fmla="*/ 0 h 83"/>
                <a:gd name="T30" fmla="*/ 42 w 84"/>
                <a:gd name="T31" fmla="*/ 0 h 83"/>
                <a:gd name="T32" fmla="*/ 30 w 84"/>
                <a:gd name="T33" fmla="*/ 0 h 83"/>
                <a:gd name="T34" fmla="*/ 14 w 84"/>
                <a:gd name="T35" fmla="*/ 4 h 83"/>
                <a:gd name="T36" fmla="*/ 5 w 84"/>
                <a:gd name="T37" fmla="*/ 13 h 83"/>
                <a:gd name="T38" fmla="*/ 1 w 84"/>
                <a:gd name="T39" fmla="*/ 30 h 83"/>
                <a:gd name="T40" fmla="*/ 0 w 84"/>
                <a:gd name="T41" fmla="*/ 4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 h="83">
                  <a:moveTo>
                    <a:pt x="0" y="41"/>
                  </a:moveTo>
                  <a:lnTo>
                    <a:pt x="1" y="53"/>
                  </a:lnTo>
                  <a:lnTo>
                    <a:pt x="5" y="69"/>
                  </a:lnTo>
                  <a:lnTo>
                    <a:pt x="14" y="79"/>
                  </a:lnTo>
                  <a:lnTo>
                    <a:pt x="30" y="83"/>
                  </a:lnTo>
                  <a:lnTo>
                    <a:pt x="42" y="83"/>
                  </a:lnTo>
                  <a:lnTo>
                    <a:pt x="54" y="83"/>
                  </a:lnTo>
                  <a:lnTo>
                    <a:pt x="70" y="79"/>
                  </a:lnTo>
                  <a:lnTo>
                    <a:pt x="80" y="69"/>
                  </a:lnTo>
                  <a:lnTo>
                    <a:pt x="83" y="53"/>
                  </a:lnTo>
                  <a:lnTo>
                    <a:pt x="84" y="41"/>
                  </a:lnTo>
                  <a:lnTo>
                    <a:pt x="83" y="30"/>
                  </a:lnTo>
                  <a:lnTo>
                    <a:pt x="80" y="13"/>
                  </a:lnTo>
                  <a:lnTo>
                    <a:pt x="70" y="4"/>
                  </a:lnTo>
                  <a:lnTo>
                    <a:pt x="54" y="0"/>
                  </a:lnTo>
                  <a:lnTo>
                    <a:pt x="42" y="0"/>
                  </a:lnTo>
                  <a:lnTo>
                    <a:pt x="30" y="0"/>
                  </a:lnTo>
                  <a:lnTo>
                    <a:pt x="14" y="4"/>
                  </a:lnTo>
                  <a:lnTo>
                    <a:pt x="5" y="13"/>
                  </a:lnTo>
                  <a:lnTo>
                    <a:pt x="1" y="30"/>
                  </a:lnTo>
                  <a:lnTo>
                    <a:pt x="0"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612">
              <a:extLst>
                <a:ext uri="{FF2B5EF4-FFF2-40B4-BE49-F238E27FC236}">
                  <a16:creationId xmlns:a16="http://schemas.microsoft.com/office/drawing/2014/main" id="{9F1D5D47-4983-0E7A-4B3A-195E7FF29B8A}"/>
                </a:ext>
              </a:extLst>
            </p:cNvPr>
            <p:cNvSpPr>
              <a:spLocks/>
            </p:cNvSpPr>
            <p:nvPr/>
          </p:nvSpPr>
          <p:spPr bwMode="auto">
            <a:xfrm>
              <a:off x="10733088" y="5106989"/>
              <a:ext cx="36513" cy="39688"/>
            </a:xfrm>
            <a:custGeom>
              <a:avLst/>
              <a:gdLst>
                <a:gd name="T0" fmla="*/ 5 w 90"/>
                <a:gd name="T1" fmla="*/ 21 h 95"/>
                <a:gd name="T2" fmla="*/ 0 w 90"/>
                <a:gd name="T3" fmla="*/ 37 h 95"/>
                <a:gd name="T4" fmla="*/ 1 w 90"/>
                <a:gd name="T5" fmla="*/ 65 h 95"/>
                <a:gd name="T6" fmla="*/ 15 w 90"/>
                <a:gd name="T7" fmla="*/ 86 h 95"/>
                <a:gd name="T8" fmla="*/ 37 w 90"/>
                <a:gd name="T9" fmla="*/ 95 h 95"/>
                <a:gd name="T10" fmla="*/ 52 w 90"/>
                <a:gd name="T11" fmla="*/ 94 h 95"/>
                <a:gd name="T12" fmla="*/ 62 w 90"/>
                <a:gd name="T13" fmla="*/ 92 h 95"/>
                <a:gd name="T14" fmla="*/ 76 w 90"/>
                <a:gd name="T15" fmla="*/ 86 h 95"/>
                <a:gd name="T16" fmla="*/ 86 w 90"/>
                <a:gd name="T17" fmla="*/ 75 h 95"/>
                <a:gd name="T18" fmla="*/ 90 w 90"/>
                <a:gd name="T19" fmla="*/ 58 h 95"/>
                <a:gd name="T20" fmla="*/ 90 w 90"/>
                <a:gd name="T21" fmla="*/ 47 h 95"/>
                <a:gd name="T22" fmla="*/ 90 w 90"/>
                <a:gd name="T23" fmla="*/ 37 h 95"/>
                <a:gd name="T24" fmla="*/ 86 w 90"/>
                <a:gd name="T25" fmla="*/ 20 h 95"/>
                <a:gd name="T26" fmla="*/ 76 w 90"/>
                <a:gd name="T27" fmla="*/ 9 h 95"/>
                <a:gd name="T28" fmla="*/ 62 w 90"/>
                <a:gd name="T29" fmla="*/ 2 h 95"/>
                <a:gd name="T30" fmla="*/ 52 w 90"/>
                <a:gd name="T31" fmla="*/ 1 h 95"/>
                <a:gd name="T32" fmla="*/ 36 w 90"/>
                <a:gd name="T33" fmla="*/ 0 h 95"/>
                <a:gd name="T34" fmla="*/ 16 w 90"/>
                <a:gd name="T35" fmla="*/ 7 h 95"/>
                <a:gd name="T36" fmla="*/ 7 w 90"/>
                <a:gd name="T37" fmla="*/ 15 h 95"/>
                <a:gd name="T38" fmla="*/ 5 w 90"/>
                <a:gd name="T39" fmla="*/ 2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 h="95">
                  <a:moveTo>
                    <a:pt x="5" y="21"/>
                  </a:moveTo>
                  <a:lnTo>
                    <a:pt x="0" y="37"/>
                  </a:lnTo>
                  <a:lnTo>
                    <a:pt x="1" y="65"/>
                  </a:lnTo>
                  <a:lnTo>
                    <a:pt x="15" y="86"/>
                  </a:lnTo>
                  <a:lnTo>
                    <a:pt x="37" y="95"/>
                  </a:lnTo>
                  <a:lnTo>
                    <a:pt x="52" y="94"/>
                  </a:lnTo>
                  <a:lnTo>
                    <a:pt x="62" y="92"/>
                  </a:lnTo>
                  <a:lnTo>
                    <a:pt x="76" y="86"/>
                  </a:lnTo>
                  <a:lnTo>
                    <a:pt x="86" y="75"/>
                  </a:lnTo>
                  <a:lnTo>
                    <a:pt x="90" y="58"/>
                  </a:lnTo>
                  <a:lnTo>
                    <a:pt x="90" y="47"/>
                  </a:lnTo>
                  <a:lnTo>
                    <a:pt x="90" y="37"/>
                  </a:lnTo>
                  <a:lnTo>
                    <a:pt x="86" y="20"/>
                  </a:lnTo>
                  <a:lnTo>
                    <a:pt x="76" y="9"/>
                  </a:lnTo>
                  <a:lnTo>
                    <a:pt x="62" y="2"/>
                  </a:lnTo>
                  <a:lnTo>
                    <a:pt x="52" y="1"/>
                  </a:lnTo>
                  <a:lnTo>
                    <a:pt x="36" y="0"/>
                  </a:lnTo>
                  <a:lnTo>
                    <a:pt x="16" y="7"/>
                  </a:lnTo>
                  <a:lnTo>
                    <a:pt x="7" y="15"/>
                  </a:lnTo>
                  <a:lnTo>
                    <a:pt x="5"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613">
              <a:extLst>
                <a:ext uri="{FF2B5EF4-FFF2-40B4-BE49-F238E27FC236}">
                  <a16:creationId xmlns:a16="http://schemas.microsoft.com/office/drawing/2014/main" id="{AB7B819A-2645-540D-3683-4DC755D7A6EC}"/>
                </a:ext>
              </a:extLst>
            </p:cNvPr>
            <p:cNvSpPr>
              <a:spLocks/>
            </p:cNvSpPr>
            <p:nvPr/>
          </p:nvSpPr>
          <p:spPr bwMode="auto">
            <a:xfrm>
              <a:off x="10807701" y="5106989"/>
              <a:ext cx="33338" cy="39688"/>
            </a:xfrm>
            <a:custGeom>
              <a:avLst/>
              <a:gdLst>
                <a:gd name="T0" fmla="*/ 0 w 81"/>
                <a:gd name="T1" fmla="*/ 47 h 98"/>
                <a:gd name="T2" fmla="*/ 0 w 81"/>
                <a:gd name="T3" fmla="*/ 62 h 98"/>
                <a:gd name="T4" fmla="*/ 3 w 81"/>
                <a:gd name="T5" fmla="*/ 83 h 98"/>
                <a:gd name="T6" fmla="*/ 13 w 81"/>
                <a:gd name="T7" fmla="*/ 94 h 98"/>
                <a:gd name="T8" fmla="*/ 30 w 81"/>
                <a:gd name="T9" fmla="*/ 98 h 98"/>
                <a:gd name="T10" fmla="*/ 43 w 81"/>
                <a:gd name="T11" fmla="*/ 98 h 98"/>
                <a:gd name="T12" fmla="*/ 56 w 81"/>
                <a:gd name="T13" fmla="*/ 98 h 98"/>
                <a:gd name="T14" fmla="*/ 72 w 81"/>
                <a:gd name="T15" fmla="*/ 94 h 98"/>
                <a:gd name="T16" fmla="*/ 80 w 81"/>
                <a:gd name="T17" fmla="*/ 84 h 98"/>
                <a:gd name="T18" fmla="*/ 81 w 81"/>
                <a:gd name="T19" fmla="*/ 66 h 98"/>
                <a:gd name="T20" fmla="*/ 80 w 81"/>
                <a:gd name="T21" fmla="*/ 52 h 98"/>
                <a:gd name="T22" fmla="*/ 78 w 81"/>
                <a:gd name="T23" fmla="*/ 40 h 98"/>
                <a:gd name="T24" fmla="*/ 72 w 81"/>
                <a:gd name="T25" fmla="*/ 23 h 98"/>
                <a:gd name="T26" fmla="*/ 62 w 81"/>
                <a:gd name="T27" fmla="*/ 10 h 98"/>
                <a:gd name="T28" fmla="*/ 48 w 81"/>
                <a:gd name="T29" fmla="*/ 3 h 98"/>
                <a:gd name="T30" fmla="*/ 38 w 81"/>
                <a:gd name="T31" fmla="*/ 2 h 98"/>
                <a:gd name="T32" fmla="*/ 26 w 81"/>
                <a:gd name="T33" fmla="*/ 0 h 98"/>
                <a:gd name="T34" fmla="*/ 11 w 81"/>
                <a:gd name="T35" fmla="*/ 2 h 98"/>
                <a:gd name="T36" fmla="*/ 3 w 81"/>
                <a:gd name="T37" fmla="*/ 12 h 98"/>
                <a:gd name="T38" fmla="*/ 0 w 81"/>
                <a:gd name="T39" fmla="*/ 32 h 98"/>
                <a:gd name="T40" fmla="*/ 0 w 81"/>
                <a:gd name="T41" fmla="*/ 47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1" h="98">
                  <a:moveTo>
                    <a:pt x="0" y="47"/>
                  </a:moveTo>
                  <a:lnTo>
                    <a:pt x="0" y="62"/>
                  </a:lnTo>
                  <a:lnTo>
                    <a:pt x="3" y="83"/>
                  </a:lnTo>
                  <a:lnTo>
                    <a:pt x="13" y="94"/>
                  </a:lnTo>
                  <a:lnTo>
                    <a:pt x="30" y="98"/>
                  </a:lnTo>
                  <a:lnTo>
                    <a:pt x="43" y="98"/>
                  </a:lnTo>
                  <a:lnTo>
                    <a:pt x="56" y="98"/>
                  </a:lnTo>
                  <a:lnTo>
                    <a:pt x="72" y="94"/>
                  </a:lnTo>
                  <a:lnTo>
                    <a:pt x="80" y="84"/>
                  </a:lnTo>
                  <a:lnTo>
                    <a:pt x="81" y="66"/>
                  </a:lnTo>
                  <a:lnTo>
                    <a:pt x="80" y="52"/>
                  </a:lnTo>
                  <a:lnTo>
                    <a:pt x="78" y="40"/>
                  </a:lnTo>
                  <a:lnTo>
                    <a:pt x="72" y="23"/>
                  </a:lnTo>
                  <a:lnTo>
                    <a:pt x="62" y="10"/>
                  </a:lnTo>
                  <a:lnTo>
                    <a:pt x="48" y="3"/>
                  </a:lnTo>
                  <a:lnTo>
                    <a:pt x="38" y="2"/>
                  </a:lnTo>
                  <a:lnTo>
                    <a:pt x="26" y="0"/>
                  </a:lnTo>
                  <a:lnTo>
                    <a:pt x="11" y="2"/>
                  </a:lnTo>
                  <a:lnTo>
                    <a:pt x="3" y="12"/>
                  </a:lnTo>
                  <a:lnTo>
                    <a:pt x="0" y="32"/>
                  </a:lnTo>
                  <a:lnTo>
                    <a:pt x="0" y="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4" name="Freeform 614">
              <a:extLst>
                <a:ext uri="{FF2B5EF4-FFF2-40B4-BE49-F238E27FC236}">
                  <a16:creationId xmlns:a16="http://schemas.microsoft.com/office/drawing/2014/main" id="{78EC8B26-69DF-C724-22B1-E320CA2CB737}"/>
                </a:ext>
              </a:extLst>
            </p:cNvPr>
            <p:cNvSpPr>
              <a:spLocks/>
            </p:cNvSpPr>
            <p:nvPr/>
          </p:nvSpPr>
          <p:spPr bwMode="auto">
            <a:xfrm>
              <a:off x="10874376" y="5105401"/>
              <a:ext cx="34925" cy="41275"/>
            </a:xfrm>
            <a:custGeom>
              <a:avLst/>
              <a:gdLst>
                <a:gd name="T0" fmla="*/ 0 w 84"/>
                <a:gd name="T1" fmla="*/ 50 h 100"/>
                <a:gd name="T2" fmla="*/ 1 w 84"/>
                <a:gd name="T3" fmla="*/ 65 h 100"/>
                <a:gd name="T4" fmla="*/ 4 w 84"/>
                <a:gd name="T5" fmla="*/ 85 h 100"/>
                <a:gd name="T6" fmla="*/ 13 w 84"/>
                <a:gd name="T7" fmla="*/ 96 h 100"/>
                <a:gd name="T8" fmla="*/ 30 w 84"/>
                <a:gd name="T9" fmla="*/ 100 h 100"/>
                <a:gd name="T10" fmla="*/ 42 w 84"/>
                <a:gd name="T11" fmla="*/ 100 h 100"/>
                <a:gd name="T12" fmla="*/ 54 w 84"/>
                <a:gd name="T13" fmla="*/ 100 h 100"/>
                <a:gd name="T14" fmla="*/ 71 w 84"/>
                <a:gd name="T15" fmla="*/ 96 h 100"/>
                <a:gd name="T16" fmla="*/ 80 w 84"/>
                <a:gd name="T17" fmla="*/ 85 h 100"/>
                <a:gd name="T18" fmla="*/ 83 w 84"/>
                <a:gd name="T19" fmla="*/ 65 h 100"/>
                <a:gd name="T20" fmla="*/ 84 w 84"/>
                <a:gd name="T21" fmla="*/ 50 h 100"/>
                <a:gd name="T22" fmla="*/ 83 w 84"/>
                <a:gd name="T23" fmla="*/ 36 h 100"/>
                <a:gd name="T24" fmla="*/ 80 w 84"/>
                <a:gd name="T25" fmla="*/ 16 h 100"/>
                <a:gd name="T26" fmla="*/ 71 w 84"/>
                <a:gd name="T27" fmla="*/ 5 h 100"/>
                <a:gd name="T28" fmla="*/ 54 w 84"/>
                <a:gd name="T29" fmla="*/ 1 h 100"/>
                <a:gd name="T30" fmla="*/ 42 w 84"/>
                <a:gd name="T31" fmla="*/ 0 h 100"/>
                <a:gd name="T32" fmla="*/ 30 w 84"/>
                <a:gd name="T33" fmla="*/ 1 h 100"/>
                <a:gd name="T34" fmla="*/ 13 w 84"/>
                <a:gd name="T35" fmla="*/ 5 h 100"/>
                <a:gd name="T36" fmla="*/ 4 w 84"/>
                <a:gd name="T37" fmla="*/ 16 h 100"/>
                <a:gd name="T38" fmla="*/ 1 w 84"/>
                <a:gd name="T39" fmla="*/ 36 h 100"/>
                <a:gd name="T40" fmla="*/ 0 w 84"/>
                <a:gd name="T41" fmla="*/ 5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 h="100">
                  <a:moveTo>
                    <a:pt x="0" y="50"/>
                  </a:moveTo>
                  <a:lnTo>
                    <a:pt x="1" y="65"/>
                  </a:lnTo>
                  <a:lnTo>
                    <a:pt x="4" y="85"/>
                  </a:lnTo>
                  <a:lnTo>
                    <a:pt x="13" y="96"/>
                  </a:lnTo>
                  <a:lnTo>
                    <a:pt x="30" y="100"/>
                  </a:lnTo>
                  <a:lnTo>
                    <a:pt x="42" y="100"/>
                  </a:lnTo>
                  <a:lnTo>
                    <a:pt x="54" y="100"/>
                  </a:lnTo>
                  <a:lnTo>
                    <a:pt x="71" y="96"/>
                  </a:lnTo>
                  <a:lnTo>
                    <a:pt x="80" y="85"/>
                  </a:lnTo>
                  <a:lnTo>
                    <a:pt x="83" y="65"/>
                  </a:lnTo>
                  <a:lnTo>
                    <a:pt x="84" y="50"/>
                  </a:lnTo>
                  <a:lnTo>
                    <a:pt x="83" y="36"/>
                  </a:lnTo>
                  <a:lnTo>
                    <a:pt x="80" y="16"/>
                  </a:lnTo>
                  <a:lnTo>
                    <a:pt x="71" y="5"/>
                  </a:lnTo>
                  <a:lnTo>
                    <a:pt x="54" y="1"/>
                  </a:lnTo>
                  <a:lnTo>
                    <a:pt x="42" y="0"/>
                  </a:lnTo>
                  <a:lnTo>
                    <a:pt x="30" y="1"/>
                  </a:lnTo>
                  <a:lnTo>
                    <a:pt x="13" y="5"/>
                  </a:lnTo>
                  <a:lnTo>
                    <a:pt x="4" y="16"/>
                  </a:lnTo>
                  <a:lnTo>
                    <a:pt x="1" y="36"/>
                  </a:lnTo>
                  <a:lnTo>
                    <a:pt x="0"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5" name="Freeform 615">
              <a:extLst>
                <a:ext uri="{FF2B5EF4-FFF2-40B4-BE49-F238E27FC236}">
                  <a16:creationId xmlns:a16="http://schemas.microsoft.com/office/drawing/2014/main" id="{91D077E7-E089-D9A8-B879-E69D0F7EC7C0}"/>
                </a:ext>
              </a:extLst>
            </p:cNvPr>
            <p:cNvSpPr>
              <a:spLocks/>
            </p:cNvSpPr>
            <p:nvPr/>
          </p:nvSpPr>
          <p:spPr bwMode="auto">
            <a:xfrm>
              <a:off x="10780713" y="5256214"/>
              <a:ext cx="247650" cy="31750"/>
            </a:xfrm>
            <a:custGeom>
              <a:avLst/>
              <a:gdLst>
                <a:gd name="T0" fmla="*/ 3 w 606"/>
                <a:gd name="T1" fmla="*/ 23 h 78"/>
                <a:gd name="T2" fmla="*/ 0 w 606"/>
                <a:gd name="T3" fmla="*/ 35 h 78"/>
                <a:gd name="T4" fmla="*/ 4 w 606"/>
                <a:gd name="T5" fmla="*/ 59 h 78"/>
                <a:gd name="T6" fmla="*/ 10 w 606"/>
                <a:gd name="T7" fmla="*/ 66 h 78"/>
                <a:gd name="T8" fmla="*/ 17 w 606"/>
                <a:gd name="T9" fmla="*/ 69 h 78"/>
                <a:gd name="T10" fmla="*/ 64 w 606"/>
                <a:gd name="T11" fmla="*/ 74 h 78"/>
                <a:gd name="T12" fmla="*/ 194 w 606"/>
                <a:gd name="T13" fmla="*/ 78 h 78"/>
                <a:gd name="T14" fmla="*/ 316 w 606"/>
                <a:gd name="T15" fmla="*/ 78 h 78"/>
                <a:gd name="T16" fmla="*/ 491 w 606"/>
                <a:gd name="T17" fmla="*/ 75 h 78"/>
                <a:gd name="T18" fmla="*/ 589 w 606"/>
                <a:gd name="T19" fmla="*/ 65 h 78"/>
                <a:gd name="T20" fmla="*/ 604 w 606"/>
                <a:gd name="T21" fmla="*/ 55 h 78"/>
                <a:gd name="T22" fmla="*/ 606 w 606"/>
                <a:gd name="T23" fmla="*/ 45 h 78"/>
                <a:gd name="T24" fmla="*/ 606 w 606"/>
                <a:gd name="T25" fmla="*/ 40 h 78"/>
                <a:gd name="T26" fmla="*/ 606 w 606"/>
                <a:gd name="T27" fmla="*/ 34 h 78"/>
                <a:gd name="T28" fmla="*/ 603 w 606"/>
                <a:gd name="T29" fmla="*/ 25 h 78"/>
                <a:gd name="T30" fmla="*/ 589 w 606"/>
                <a:gd name="T31" fmla="*/ 15 h 78"/>
                <a:gd name="T32" fmla="*/ 488 w 606"/>
                <a:gd name="T33" fmla="*/ 5 h 78"/>
                <a:gd name="T34" fmla="*/ 310 w 606"/>
                <a:gd name="T35" fmla="*/ 1 h 78"/>
                <a:gd name="T36" fmla="*/ 143 w 606"/>
                <a:gd name="T37" fmla="*/ 0 h 78"/>
                <a:gd name="T38" fmla="*/ 35 w 606"/>
                <a:gd name="T39" fmla="*/ 6 h 78"/>
                <a:gd name="T40" fmla="*/ 8 w 606"/>
                <a:gd name="T41" fmla="*/ 15 h 78"/>
                <a:gd name="T42" fmla="*/ 3 w 606"/>
                <a:gd name="T43" fmla="*/ 2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6" h="78">
                  <a:moveTo>
                    <a:pt x="3" y="23"/>
                  </a:moveTo>
                  <a:lnTo>
                    <a:pt x="0" y="35"/>
                  </a:lnTo>
                  <a:lnTo>
                    <a:pt x="4" y="59"/>
                  </a:lnTo>
                  <a:lnTo>
                    <a:pt x="10" y="66"/>
                  </a:lnTo>
                  <a:lnTo>
                    <a:pt x="17" y="69"/>
                  </a:lnTo>
                  <a:lnTo>
                    <a:pt x="64" y="74"/>
                  </a:lnTo>
                  <a:lnTo>
                    <a:pt x="194" y="78"/>
                  </a:lnTo>
                  <a:lnTo>
                    <a:pt x="316" y="78"/>
                  </a:lnTo>
                  <a:lnTo>
                    <a:pt x="491" y="75"/>
                  </a:lnTo>
                  <a:lnTo>
                    <a:pt x="589" y="65"/>
                  </a:lnTo>
                  <a:lnTo>
                    <a:pt x="604" y="55"/>
                  </a:lnTo>
                  <a:lnTo>
                    <a:pt x="606" y="45"/>
                  </a:lnTo>
                  <a:lnTo>
                    <a:pt x="606" y="40"/>
                  </a:lnTo>
                  <a:lnTo>
                    <a:pt x="606" y="34"/>
                  </a:lnTo>
                  <a:lnTo>
                    <a:pt x="603" y="25"/>
                  </a:lnTo>
                  <a:lnTo>
                    <a:pt x="589" y="15"/>
                  </a:lnTo>
                  <a:lnTo>
                    <a:pt x="488" y="5"/>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6" name="Freeform 616">
              <a:extLst>
                <a:ext uri="{FF2B5EF4-FFF2-40B4-BE49-F238E27FC236}">
                  <a16:creationId xmlns:a16="http://schemas.microsoft.com/office/drawing/2014/main" id="{2BA1038B-CAEA-0174-0E15-2F871276F245}"/>
                </a:ext>
              </a:extLst>
            </p:cNvPr>
            <p:cNvSpPr>
              <a:spLocks/>
            </p:cNvSpPr>
            <p:nvPr/>
          </p:nvSpPr>
          <p:spPr bwMode="auto">
            <a:xfrm>
              <a:off x="10780713" y="5359401"/>
              <a:ext cx="247650" cy="31750"/>
            </a:xfrm>
            <a:custGeom>
              <a:avLst/>
              <a:gdLst>
                <a:gd name="T0" fmla="*/ 3 w 606"/>
                <a:gd name="T1" fmla="*/ 23 h 78"/>
                <a:gd name="T2" fmla="*/ 0 w 606"/>
                <a:gd name="T3" fmla="*/ 35 h 78"/>
                <a:gd name="T4" fmla="*/ 4 w 606"/>
                <a:gd name="T5" fmla="*/ 59 h 78"/>
                <a:gd name="T6" fmla="*/ 10 w 606"/>
                <a:gd name="T7" fmla="*/ 66 h 78"/>
                <a:gd name="T8" fmla="*/ 17 w 606"/>
                <a:gd name="T9" fmla="*/ 69 h 78"/>
                <a:gd name="T10" fmla="*/ 64 w 606"/>
                <a:gd name="T11" fmla="*/ 74 h 78"/>
                <a:gd name="T12" fmla="*/ 194 w 606"/>
                <a:gd name="T13" fmla="*/ 78 h 78"/>
                <a:gd name="T14" fmla="*/ 316 w 606"/>
                <a:gd name="T15" fmla="*/ 78 h 78"/>
                <a:gd name="T16" fmla="*/ 491 w 606"/>
                <a:gd name="T17" fmla="*/ 75 h 78"/>
                <a:gd name="T18" fmla="*/ 589 w 606"/>
                <a:gd name="T19" fmla="*/ 65 h 78"/>
                <a:gd name="T20" fmla="*/ 604 w 606"/>
                <a:gd name="T21" fmla="*/ 55 h 78"/>
                <a:gd name="T22" fmla="*/ 606 w 606"/>
                <a:gd name="T23" fmla="*/ 45 h 78"/>
                <a:gd name="T24" fmla="*/ 606 w 606"/>
                <a:gd name="T25" fmla="*/ 40 h 78"/>
                <a:gd name="T26" fmla="*/ 606 w 606"/>
                <a:gd name="T27" fmla="*/ 34 h 78"/>
                <a:gd name="T28" fmla="*/ 603 w 606"/>
                <a:gd name="T29" fmla="*/ 25 h 78"/>
                <a:gd name="T30" fmla="*/ 589 w 606"/>
                <a:gd name="T31" fmla="*/ 15 h 78"/>
                <a:gd name="T32" fmla="*/ 488 w 606"/>
                <a:gd name="T33" fmla="*/ 5 h 78"/>
                <a:gd name="T34" fmla="*/ 310 w 606"/>
                <a:gd name="T35" fmla="*/ 1 h 78"/>
                <a:gd name="T36" fmla="*/ 143 w 606"/>
                <a:gd name="T37" fmla="*/ 0 h 78"/>
                <a:gd name="T38" fmla="*/ 35 w 606"/>
                <a:gd name="T39" fmla="*/ 6 h 78"/>
                <a:gd name="T40" fmla="*/ 8 w 606"/>
                <a:gd name="T41" fmla="*/ 15 h 78"/>
                <a:gd name="T42" fmla="*/ 3 w 606"/>
                <a:gd name="T43" fmla="*/ 2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6" h="78">
                  <a:moveTo>
                    <a:pt x="3" y="23"/>
                  </a:moveTo>
                  <a:lnTo>
                    <a:pt x="0" y="35"/>
                  </a:lnTo>
                  <a:lnTo>
                    <a:pt x="4" y="59"/>
                  </a:lnTo>
                  <a:lnTo>
                    <a:pt x="10" y="66"/>
                  </a:lnTo>
                  <a:lnTo>
                    <a:pt x="17" y="69"/>
                  </a:lnTo>
                  <a:lnTo>
                    <a:pt x="64" y="74"/>
                  </a:lnTo>
                  <a:lnTo>
                    <a:pt x="194" y="78"/>
                  </a:lnTo>
                  <a:lnTo>
                    <a:pt x="316" y="78"/>
                  </a:lnTo>
                  <a:lnTo>
                    <a:pt x="491" y="75"/>
                  </a:lnTo>
                  <a:lnTo>
                    <a:pt x="589" y="65"/>
                  </a:lnTo>
                  <a:lnTo>
                    <a:pt x="604" y="55"/>
                  </a:lnTo>
                  <a:lnTo>
                    <a:pt x="606" y="45"/>
                  </a:lnTo>
                  <a:lnTo>
                    <a:pt x="606" y="40"/>
                  </a:lnTo>
                  <a:lnTo>
                    <a:pt x="606" y="34"/>
                  </a:lnTo>
                  <a:lnTo>
                    <a:pt x="603" y="25"/>
                  </a:lnTo>
                  <a:lnTo>
                    <a:pt x="589" y="15"/>
                  </a:lnTo>
                  <a:lnTo>
                    <a:pt x="488" y="5"/>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7" name="Freeform 617">
              <a:extLst>
                <a:ext uri="{FF2B5EF4-FFF2-40B4-BE49-F238E27FC236}">
                  <a16:creationId xmlns:a16="http://schemas.microsoft.com/office/drawing/2014/main" id="{3428D992-F7B0-A699-E351-5C011AE61257}"/>
                </a:ext>
              </a:extLst>
            </p:cNvPr>
            <p:cNvSpPr>
              <a:spLocks/>
            </p:cNvSpPr>
            <p:nvPr/>
          </p:nvSpPr>
          <p:spPr bwMode="auto">
            <a:xfrm>
              <a:off x="10780713" y="5461001"/>
              <a:ext cx="247650" cy="31750"/>
            </a:xfrm>
            <a:custGeom>
              <a:avLst/>
              <a:gdLst>
                <a:gd name="T0" fmla="*/ 3 w 606"/>
                <a:gd name="T1" fmla="*/ 23 h 78"/>
                <a:gd name="T2" fmla="*/ 0 w 606"/>
                <a:gd name="T3" fmla="*/ 35 h 78"/>
                <a:gd name="T4" fmla="*/ 4 w 606"/>
                <a:gd name="T5" fmla="*/ 59 h 78"/>
                <a:gd name="T6" fmla="*/ 10 w 606"/>
                <a:gd name="T7" fmla="*/ 66 h 78"/>
                <a:gd name="T8" fmla="*/ 17 w 606"/>
                <a:gd name="T9" fmla="*/ 69 h 78"/>
                <a:gd name="T10" fmla="*/ 64 w 606"/>
                <a:gd name="T11" fmla="*/ 74 h 78"/>
                <a:gd name="T12" fmla="*/ 194 w 606"/>
                <a:gd name="T13" fmla="*/ 78 h 78"/>
                <a:gd name="T14" fmla="*/ 316 w 606"/>
                <a:gd name="T15" fmla="*/ 78 h 78"/>
                <a:gd name="T16" fmla="*/ 491 w 606"/>
                <a:gd name="T17" fmla="*/ 75 h 78"/>
                <a:gd name="T18" fmla="*/ 589 w 606"/>
                <a:gd name="T19" fmla="*/ 65 h 78"/>
                <a:gd name="T20" fmla="*/ 604 w 606"/>
                <a:gd name="T21" fmla="*/ 55 h 78"/>
                <a:gd name="T22" fmla="*/ 606 w 606"/>
                <a:gd name="T23" fmla="*/ 45 h 78"/>
                <a:gd name="T24" fmla="*/ 606 w 606"/>
                <a:gd name="T25" fmla="*/ 40 h 78"/>
                <a:gd name="T26" fmla="*/ 606 w 606"/>
                <a:gd name="T27" fmla="*/ 34 h 78"/>
                <a:gd name="T28" fmla="*/ 603 w 606"/>
                <a:gd name="T29" fmla="*/ 25 h 78"/>
                <a:gd name="T30" fmla="*/ 589 w 606"/>
                <a:gd name="T31" fmla="*/ 15 h 78"/>
                <a:gd name="T32" fmla="*/ 488 w 606"/>
                <a:gd name="T33" fmla="*/ 5 h 78"/>
                <a:gd name="T34" fmla="*/ 310 w 606"/>
                <a:gd name="T35" fmla="*/ 1 h 78"/>
                <a:gd name="T36" fmla="*/ 143 w 606"/>
                <a:gd name="T37" fmla="*/ 0 h 78"/>
                <a:gd name="T38" fmla="*/ 35 w 606"/>
                <a:gd name="T39" fmla="*/ 6 h 78"/>
                <a:gd name="T40" fmla="*/ 8 w 606"/>
                <a:gd name="T41" fmla="*/ 15 h 78"/>
                <a:gd name="T42" fmla="*/ 3 w 606"/>
                <a:gd name="T43" fmla="*/ 2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6" h="78">
                  <a:moveTo>
                    <a:pt x="3" y="23"/>
                  </a:moveTo>
                  <a:lnTo>
                    <a:pt x="0" y="35"/>
                  </a:lnTo>
                  <a:lnTo>
                    <a:pt x="4" y="59"/>
                  </a:lnTo>
                  <a:lnTo>
                    <a:pt x="10" y="66"/>
                  </a:lnTo>
                  <a:lnTo>
                    <a:pt x="17" y="69"/>
                  </a:lnTo>
                  <a:lnTo>
                    <a:pt x="64" y="74"/>
                  </a:lnTo>
                  <a:lnTo>
                    <a:pt x="194" y="78"/>
                  </a:lnTo>
                  <a:lnTo>
                    <a:pt x="316" y="78"/>
                  </a:lnTo>
                  <a:lnTo>
                    <a:pt x="491" y="75"/>
                  </a:lnTo>
                  <a:lnTo>
                    <a:pt x="589" y="65"/>
                  </a:lnTo>
                  <a:lnTo>
                    <a:pt x="604" y="55"/>
                  </a:lnTo>
                  <a:lnTo>
                    <a:pt x="606" y="45"/>
                  </a:lnTo>
                  <a:lnTo>
                    <a:pt x="606" y="40"/>
                  </a:lnTo>
                  <a:lnTo>
                    <a:pt x="606" y="34"/>
                  </a:lnTo>
                  <a:lnTo>
                    <a:pt x="603" y="25"/>
                  </a:lnTo>
                  <a:lnTo>
                    <a:pt x="589" y="15"/>
                  </a:lnTo>
                  <a:lnTo>
                    <a:pt x="488" y="5"/>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8" name="Freeform 618">
              <a:extLst>
                <a:ext uri="{FF2B5EF4-FFF2-40B4-BE49-F238E27FC236}">
                  <a16:creationId xmlns:a16="http://schemas.microsoft.com/office/drawing/2014/main" id="{2527F557-480C-6826-3B2F-0D116F70D2F3}"/>
                </a:ext>
              </a:extLst>
            </p:cNvPr>
            <p:cNvSpPr>
              <a:spLocks/>
            </p:cNvSpPr>
            <p:nvPr/>
          </p:nvSpPr>
          <p:spPr bwMode="auto">
            <a:xfrm>
              <a:off x="10780713" y="5562601"/>
              <a:ext cx="250825" cy="34925"/>
            </a:xfrm>
            <a:custGeom>
              <a:avLst/>
              <a:gdLst>
                <a:gd name="T0" fmla="*/ 3 w 613"/>
                <a:gd name="T1" fmla="*/ 23 h 83"/>
                <a:gd name="T2" fmla="*/ 0 w 613"/>
                <a:gd name="T3" fmla="*/ 35 h 83"/>
                <a:gd name="T4" fmla="*/ 4 w 613"/>
                <a:gd name="T5" fmla="*/ 59 h 83"/>
                <a:gd name="T6" fmla="*/ 10 w 613"/>
                <a:gd name="T7" fmla="*/ 66 h 83"/>
                <a:gd name="T8" fmla="*/ 24 w 613"/>
                <a:gd name="T9" fmla="*/ 71 h 83"/>
                <a:gd name="T10" fmla="*/ 129 w 613"/>
                <a:gd name="T11" fmla="*/ 79 h 83"/>
                <a:gd name="T12" fmla="*/ 297 w 613"/>
                <a:gd name="T13" fmla="*/ 83 h 83"/>
                <a:gd name="T14" fmla="*/ 495 w 613"/>
                <a:gd name="T15" fmla="*/ 83 h 83"/>
                <a:gd name="T16" fmla="*/ 595 w 613"/>
                <a:gd name="T17" fmla="*/ 81 h 83"/>
                <a:gd name="T18" fmla="*/ 599 w 613"/>
                <a:gd name="T19" fmla="*/ 81 h 83"/>
                <a:gd name="T20" fmla="*/ 607 w 613"/>
                <a:gd name="T21" fmla="*/ 76 h 83"/>
                <a:gd name="T22" fmla="*/ 613 w 613"/>
                <a:gd name="T23" fmla="*/ 59 h 83"/>
                <a:gd name="T24" fmla="*/ 611 w 613"/>
                <a:gd name="T25" fmla="*/ 43 h 83"/>
                <a:gd name="T26" fmla="*/ 610 w 613"/>
                <a:gd name="T27" fmla="*/ 30 h 83"/>
                <a:gd name="T28" fmla="*/ 599 w 613"/>
                <a:gd name="T29" fmla="*/ 18 h 83"/>
                <a:gd name="T30" fmla="*/ 582 w 613"/>
                <a:gd name="T31" fmla="*/ 12 h 83"/>
                <a:gd name="T32" fmla="*/ 536 w 613"/>
                <a:gd name="T33" fmla="*/ 7 h 83"/>
                <a:gd name="T34" fmla="*/ 411 w 613"/>
                <a:gd name="T35" fmla="*/ 3 h 83"/>
                <a:gd name="T36" fmla="*/ 310 w 613"/>
                <a:gd name="T37" fmla="*/ 1 h 83"/>
                <a:gd name="T38" fmla="*/ 143 w 613"/>
                <a:gd name="T39" fmla="*/ 0 h 83"/>
                <a:gd name="T40" fmla="*/ 35 w 613"/>
                <a:gd name="T41" fmla="*/ 6 h 83"/>
                <a:gd name="T42" fmla="*/ 8 w 613"/>
                <a:gd name="T43" fmla="*/ 15 h 83"/>
                <a:gd name="T44" fmla="*/ 3 w 613"/>
                <a:gd name="T45" fmla="*/ 2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13" h="83">
                  <a:moveTo>
                    <a:pt x="3" y="23"/>
                  </a:moveTo>
                  <a:lnTo>
                    <a:pt x="0" y="35"/>
                  </a:lnTo>
                  <a:lnTo>
                    <a:pt x="4" y="59"/>
                  </a:lnTo>
                  <a:lnTo>
                    <a:pt x="10" y="66"/>
                  </a:lnTo>
                  <a:lnTo>
                    <a:pt x="24" y="71"/>
                  </a:lnTo>
                  <a:lnTo>
                    <a:pt x="129" y="79"/>
                  </a:lnTo>
                  <a:lnTo>
                    <a:pt x="297" y="83"/>
                  </a:lnTo>
                  <a:lnTo>
                    <a:pt x="495" y="83"/>
                  </a:lnTo>
                  <a:lnTo>
                    <a:pt x="595" y="81"/>
                  </a:lnTo>
                  <a:lnTo>
                    <a:pt x="599" y="81"/>
                  </a:lnTo>
                  <a:lnTo>
                    <a:pt x="607" y="76"/>
                  </a:lnTo>
                  <a:lnTo>
                    <a:pt x="613" y="59"/>
                  </a:lnTo>
                  <a:lnTo>
                    <a:pt x="611" y="43"/>
                  </a:lnTo>
                  <a:lnTo>
                    <a:pt x="610" y="30"/>
                  </a:lnTo>
                  <a:lnTo>
                    <a:pt x="599" y="18"/>
                  </a:lnTo>
                  <a:lnTo>
                    <a:pt x="582" y="12"/>
                  </a:lnTo>
                  <a:lnTo>
                    <a:pt x="536" y="7"/>
                  </a:lnTo>
                  <a:lnTo>
                    <a:pt x="411" y="3"/>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9" name="Freeform 619">
              <a:extLst>
                <a:ext uri="{FF2B5EF4-FFF2-40B4-BE49-F238E27FC236}">
                  <a16:creationId xmlns:a16="http://schemas.microsoft.com/office/drawing/2014/main" id="{C75F4DAC-AFAC-E7B1-3183-EA4EF0EE9CF9}"/>
                </a:ext>
              </a:extLst>
            </p:cNvPr>
            <p:cNvSpPr>
              <a:spLocks noEditPoints="1"/>
            </p:cNvSpPr>
            <p:nvPr/>
          </p:nvSpPr>
          <p:spPr bwMode="auto">
            <a:xfrm>
              <a:off x="11596688" y="5276851"/>
              <a:ext cx="266700" cy="195263"/>
            </a:xfrm>
            <a:custGeom>
              <a:avLst/>
              <a:gdLst>
                <a:gd name="T0" fmla="*/ 335 w 655"/>
                <a:gd name="T1" fmla="*/ 117 h 481"/>
                <a:gd name="T2" fmla="*/ 265 w 655"/>
                <a:gd name="T3" fmla="*/ 167 h 481"/>
                <a:gd name="T4" fmla="*/ 238 w 655"/>
                <a:gd name="T5" fmla="*/ 147 h 481"/>
                <a:gd name="T6" fmla="*/ 216 w 655"/>
                <a:gd name="T7" fmla="*/ 124 h 481"/>
                <a:gd name="T8" fmla="*/ 169 w 655"/>
                <a:gd name="T9" fmla="*/ 101 h 481"/>
                <a:gd name="T10" fmla="*/ 115 w 655"/>
                <a:gd name="T11" fmla="*/ 100 h 481"/>
                <a:gd name="T12" fmla="*/ 64 w 655"/>
                <a:gd name="T13" fmla="*/ 117 h 481"/>
                <a:gd name="T14" fmla="*/ 35 w 655"/>
                <a:gd name="T15" fmla="*/ 143 h 481"/>
                <a:gd name="T16" fmla="*/ 2 w 655"/>
                <a:gd name="T17" fmla="*/ 204 h 481"/>
                <a:gd name="T18" fmla="*/ 1 w 655"/>
                <a:gd name="T19" fmla="*/ 228 h 481"/>
                <a:gd name="T20" fmla="*/ 58 w 655"/>
                <a:gd name="T21" fmla="*/ 316 h 481"/>
                <a:gd name="T22" fmla="*/ 188 w 655"/>
                <a:gd name="T23" fmla="*/ 453 h 481"/>
                <a:gd name="T24" fmla="*/ 227 w 655"/>
                <a:gd name="T25" fmla="*/ 477 h 481"/>
                <a:gd name="T26" fmla="*/ 281 w 655"/>
                <a:gd name="T27" fmla="*/ 478 h 481"/>
                <a:gd name="T28" fmla="*/ 347 w 655"/>
                <a:gd name="T29" fmla="*/ 444 h 481"/>
                <a:gd name="T30" fmla="*/ 485 w 655"/>
                <a:gd name="T31" fmla="*/ 333 h 481"/>
                <a:gd name="T32" fmla="*/ 613 w 655"/>
                <a:gd name="T33" fmla="*/ 212 h 481"/>
                <a:gd name="T34" fmla="*/ 652 w 655"/>
                <a:gd name="T35" fmla="*/ 143 h 481"/>
                <a:gd name="T36" fmla="*/ 651 w 655"/>
                <a:gd name="T37" fmla="*/ 93 h 481"/>
                <a:gd name="T38" fmla="*/ 639 w 655"/>
                <a:gd name="T39" fmla="*/ 61 h 481"/>
                <a:gd name="T40" fmla="*/ 594 w 655"/>
                <a:gd name="T41" fmla="*/ 10 h 481"/>
                <a:gd name="T42" fmla="*/ 529 w 655"/>
                <a:gd name="T43" fmla="*/ 1 h 481"/>
                <a:gd name="T44" fmla="*/ 446 w 655"/>
                <a:gd name="T45" fmla="*/ 32 h 481"/>
                <a:gd name="T46" fmla="*/ 375 w 655"/>
                <a:gd name="T47" fmla="*/ 83 h 481"/>
                <a:gd name="T48" fmla="*/ 575 w 655"/>
                <a:gd name="T49" fmla="*/ 113 h 481"/>
                <a:gd name="T50" fmla="*/ 563 w 655"/>
                <a:gd name="T51" fmla="*/ 146 h 481"/>
                <a:gd name="T52" fmla="*/ 439 w 655"/>
                <a:gd name="T53" fmla="*/ 262 h 481"/>
                <a:gd name="T54" fmla="*/ 333 w 655"/>
                <a:gd name="T55" fmla="*/ 348 h 481"/>
                <a:gd name="T56" fmla="*/ 250 w 655"/>
                <a:gd name="T57" fmla="*/ 396 h 481"/>
                <a:gd name="T58" fmla="*/ 226 w 655"/>
                <a:gd name="T59" fmla="*/ 385 h 481"/>
                <a:gd name="T60" fmla="*/ 134 w 655"/>
                <a:gd name="T61" fmla="*/ 274 h 481"/>
                <a:gd name="T62" fmla="*/ 106 w 655"/>
                <a:gd name="T63" fmla="*/ 214 h 481"/>
                <a:gd name="T64" fmla="*/ 110 w 655"/>
                <a:gd name="T65" fmla="*/ 202 h 481"/>
                <a:gd name="T66" fmla="*/ 138 w 655"/>
                <a:gd name="T67" fmla="*/ 184 h 481"/>
                <a:gd name="T68" fmla="*/ 198 w 655"/>
                <a:gd name="T69" fmla="*/ 209 h 481"/>
                <a:gd name="T70" fmla="*/ 222 w 655"/>
                <a:gd name="T71" fmla="*/ 242 h 481"/>
                <a:gd name="T72" fmla="*/ 262 w 655"/>
                <a:gd name="T73" fmla="*/ 267 h 481"/>
                <a:gd name="T74" fmla="*/ 351 w 655"/>
                <a:gd name="T75" fmla="*/ 211 h 481"/>
                <a:gd name="T76" fmla="*/ 437 w 655"/>
                <a:gd name="T77" fmla="*/ 142 h 481"/>
                <a:gd name="T78" fmla="*/ 531 w 655"/>
                <a:gd name="T79" fmla="*/ 86 h 481"/>
                <a:gd name="T80" fmla="*/ 560 w 655"/>
                <a:gd name="T81" fmla="*/ 90 h 481"/>
                <a:gd name="T82" fmla="*/ 573 w 655"/>
                <a:gd name="T83" fmla="*/ 108 h 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55" h="481">
                  <a:moveTo>
                    <a:pt x="375" y="83"/>
                  </a:moveTo>
                  <a:lnTo>
                    <a:pt x="335" y="117"/>
                  </a:lnTo>
                  <a:lnTo>
                    <a:pt x="275" y="162"/>
                  </a:lnTo>
                  <a:lnTo>
                    <a:pt x="265" y="167"/>
                  </a:lnTo>
                  <a:lnTo>
                    <a:pt x="260" y="165"/>
                  </a:lnTo>
                  <a:lnTo>
                    <a:pt x="238" y="147"/>
                  </a:lnTo>
                  <a:lnTo>
                    <a:pt x="225" y="133"/>
                  </a:lnTo>
                  <a:lnTo>
                    <a:pt x="216" y="124"/>
                  </a:lnTo>
                  <a:lnTo>
                    <a:pt x="194" y="110"/>
                  </a:lnTo>
                  <a:lnTo>
                    <a:pt x="169" y="101"/>
                  </a:lnTo>
                  <a:lnTo>
                    <a:pt x="142" y="98"/>
                  </a:lnTo>
                  <a:lnTo>
                    <a:pt x="115" y="100"/>
                  </a:lnTo>
                  <a:lnTo>
                    <a:pt x="89" y="106"/>
                  </a:lnTo>
                  <a:lnTo>
                    <a:pt x="64" y="117"/>
                  </a:lnTo>
                  <a:lnTo>
                    <a:pt x="44" y="133"/>
                  </a:lnTo>
                  <a:lnTo>
                    <a:pt x="35" y="143"/>
                  </a:lnTo>
                  <a:lnTo>
                    <a:pt x="21" y="163"/>
                  </a:lnTo>
                  <a:lnTo>
                    <a:pt x="2" y="204"/>
                  </a:lnTo>
                  <a:lnTo>
                    <a:pt x="0" y="218"/>
                  </a:lnTo>
                  <a:lnTo>
                    <a:pt x="1" y="228"/>
                  </a:lnTo>
                  <a:lnTo>
                    <a:pt x="16" y="257"/>
                  </a:lnTo>
                  <a:lnTo>
                    <a:pt x="58" y="316"/>
                  </a:lnTo>
                  <a:lnTo>
                    <a:pt x="134" y="402"/>
                  </a:lnTo>
                  <a:lnTo>
                    <a:pt x="188" y="453"/>
                  </a:lnTo>
                  <a:lnTo>
                    <a:pt x="217" y="473"/>
                  </a:lnTo>
                  <a:lnTo>
                    <a:pt x="227" y="477"/>
                  </a:lnTo>
                  <a:lnTo>
                    <a:pt x="248" y="481"/>
                  </a:lnTo>
                  <a:lnTo>
                    <a:pt x="281" y="478"/>
                  </a:lnTo>
                  <a:lnTo>
                    <a:pt x="304" y="469"/>
                  </a:lnTo>
                  <a:lnTo>
                    <a:pt x="347" y="444"/>
                  </a:lnTo>
                  <a:lnTo>
                    <a:pt x="428" y="381"/>
                  </a:lnTo>
                  <a:lnTo>
                    <a:pt x="485" y="333"/>
                  </a:lnTo>
                  <a:lnTo>
                    <a:pt x="540" y="285"/>
                  </a:lnTo>
                  <a:lnTo>
                    <a:pt x="613" y="212"/>
                  </a:lnTo>
                  <a:lnTo>
                    <a:pt x="642" y="169"/>
                  </a:lnTo>
                  <a:lnTo>
                    <a:pt x="652" y="143"/>
                  </a:lnTo>
                  <a:lnTo>
                    <a:pt x="655" y="118"/>
                  </a:lnTo>
                  <a:lnTo>
                    <a:pt x="651" y="93"/>
                  </a:lnTo>
                  <a:lnTo>
                    <a:pt x="647" y="80"/>
                  </a:lnTo>
                  <a:lnTo>
                    <a:pt x="639" y="61"/>
                  </a:lnTo>
                  <a:lnTo>
                    <a:pt x="619" y="30"/>
                  </a:lnTo>
                  <a:lnTo>
                    <a:pt x="594" y="10"/>
                  </a:lnTo>
                  <a:lnTo>
                    <a:pt x="564" y="0"/>
                  </a:lnTo>
                  <a:lnTo>
                    <a:pt x="529" y="1"/>
                  </a:lnTo>
                  <a:lnTo>
                    <a:pt x="490" y="12"/>
                  </a:lnTo>
                  <a:lnTo>
                    <a:pt x="446" y="32"/>
                  </a:lnTo>
                  <a:lnTo>
                    <a:pt x="400" y="64"/>
                  </a:lnTo>
                  <a:lnTo>
                    <a:pt x="375" y="83"/>
                  </a:lnTo>
                  <a:close/>
                  <a:moveTo>
                    <a:pt x="573" y="108"/>
                  </a:moveTo>
                  <a:lnTo>
                    <a:pt x="575" y="113"/>
                  </a:lnTo>
                  <a:lnTo>
                    <a:pt x="574" y="125"/>
                  </a:lnTo>
                  <a:lnTo>
                    <a:pt x="563" y="146"/>
                  </a:lnTo>
                  <a:lnTo>
                    <a:pt x="520" y="191"/>
                  </a:lnTo>
                  <a:lnTo>
                    <a:pt x="439" y="262"/>
                  </a:lnTo>
                  <a:lnTo>
                    <a:pt x="380" y="312"/>
                  </a:lnTo>
                  <a:lnTo>
                    <a:pt x="333" y="348"/>
                  </a:lnTo>
                  <a:lnTo>
                    <a:pt x="275" y="385"/>
                  </a:lnTo>
                  <a:lnTo>
                    <a:pt x="250" y="396"/>
                  </a:lnTo>
                  <a:lnTo>
                    <a:pt x="243" y="395"/>
                  </a:lnTo>
                  <a:lnTo>
                    <a:pt x="226" y="385"/>
                  </a:lnTo>
                  <a:lnTo>
                    <a:pt x="180" y="336"/>
                  </a:lnTo>
                  <a:lnTo>
                    <a:pt x="134" y="274"/>
                  </a:lnTo>
                  <a:lnTo>
                    <a:pt x="112" y="234"/>
                  </a:lnTo>
                  <a:lnTo>
                    <a:pt x="106" y="214"/>
                  </a:lnTo>
                  <a:lnTo>
                    <a:pt x="107" y="208"/>
                  </a:lnTo>
                  <a:lnTo>
                    <a:pt x="110" y="202"/>
                  </a:lnTo>
                  <a:lnTo>
                    <a:pt x="119" y="191"/>
                  </a:lnTo>
                  <a:lnTo>
                    <a:pt x="138" y="184"/>
                  </a:lnTo>
                  <a:lnTo>
                    <a:pt x="168" y="188"/>
                  </a:lnTo>
                  <a:lnTo>
                    <a:pt x="198" y="209"/>
                  </a:lnTo>
                  <a:lnTo>
                    <a:pt x="210" y="225"/>
                  </a:lnTo>
                  <a:lnTo>
                    <a:pt x="222" y="242"/>
                  </a:lnTo>
                  <a:lnTo>
                    <a:pt x="250" y="264"/>
                  </a:lnTo>
                  <a:lnTo>
                    <a:pt x="262" y="267"/>
                  </a:lnTo>
                  <a:lnTo>
                    <a:pt x="278" y="261"/>
                  </a:lnTo>
                  <a:lnTo>
                    <a:pt x="351" y="211"/>
                  </a:lnTo>
                  <a:lnTo>
                    <a:pt x="397" y="175"/>
                  </a:lnTo>
                  <a:lnTo>
                    <a:pt x="437" y="142"/>
                  </a:lnTo>
                  <a:lnTo>
                    <a:pt x="498" y="100"/>
                  </a:lnTo>
                  <a:lnTo>
                    <a:pt x="531" y="86"/>
                  </a:lnTo>
                  <a:lnTo>
                    <a:pt x="547" y="85"/>
                  </a:lnTo>
                  <a:lnTo>
                    <a:pt x="560" y="90"/>
                  </a:lnTo>
                  <a:lnTo>
                    <a:pt x="570" y="100"/>
                  </a:lnTo>
                  <a:lnTo>
                    <a:pt x="573"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0" name="Freeform 620">
              <a:extLst>
                <a:ext uri="{FF2B5EF4-FFF2-40B4-BE49-F238E27FC236}">
                  <a16:creationId xmlns:a16="http://schemas.microsoft.com/office/drawing/2014/main" id="{03990872-3947-688F-8653-61027DA851D1}"/>
                </a:ext>
              </a:extLst>
            </p:cNvPr>
            <p:cNvSpPr>
              <a:spLocks noEditPoints="1"/>
            </p:cNvSpPr>
            <p:nvPr/>
          </p:nvSpPr>
          <p:spPr bwMode="auto">
            <a:xfrm>
              <a:off x="11245851" y="5461001"/>
              <a:ext cx="234950" cy="234950"/>
            </a:xfrm>
            <a:custGeom>
              <a:avLst/>
              <a:gdLst>
                <a:gd name="T0" fmla="*/ 145 w 575"/>
                <a:gd name="T1" fmla="*/ 41 h 578"/>
                <a:gd name="T2" fmla="*/ 76 w 575"/>
                <a:gd name="T3" fmla="*/ 94 h 578"/>
                <a:gd name="T4" fmla="*/ 29 w 575"/>
                <a:gd name="T5" fmla="*/ 162 h 578"/>
                <a:gd name="T6" fmla="*/ 4 w 575"/>
                <a:gd name="T7" fmla="*/ 239 h 578"/>
                <a:gd name="T8" fmla="*/ 1 w 575"/>
                <a:gd name="T9" fmla="*/ 319 h 578"/>
                <a:gd name="T10" fmla="*/ 20 w 575"/>
                <a:gd name="T11" fmla="*/ 398 h 578"/>
                <a:gd name="T12" fmla="*/ 60 w 575"/>
                <a:gd name="T13" fmla="*/ 468 h 578"/>
                <a:gd name="T14" fmla="*/ 122 w 575"/>
                <a:gd name="T15" fmla="*/ 526 h 578"/>
                <a:gd name="T16" fmla="*/ 182 w 575"/>
                <a:gd name="T17" fmla="*/ 557 h 578"/>
                <a:gd name="T18" fmla="*/ 263 w 575"/>
                <a:gd name="T19" fmla="*/ 577 h 578"/>
                <a:gd name="T20" fmla="*/ 363 w 575"/>
                <a:gd name="T21" fmla="*/ 569 h 578"/>
                <a:gd name="T22" fmla="*/ 449 w 575"/>
                <a:gd name="T23" fmla="*/ 528 h 578"/>
                <a:gd name="T24" fmla="*/ 516 w 575"/>
                <a:gd name="T25" fmla="*/ 462 h 578"/>
                <a:gd name="T26" fmla="*/ 560 w 575"/>
                <a:gd name="T27" fmla="*/ 378 h 578"/>
                <a:gd name="T28" fmla="*/ 575 w 575"/>
                <a:gd name="T29" fmla="*/ 285 h 578"/>
                <a:gd name="T30" fmla="*/ 558 w 575"/>
                <a:gd name="T31" fmla="*/ 190 h 578"/>
                <a:gd name="T32" fmla="*/ 503 w 575"/>
                <a:gd name="T33" fmla="*/ 100 h 578"/>
                <a:gd name="T34" fmla="*/ 465 w 575"/>
                <a:gd name="T35" fmla="*/ 64 h 578"/>
                <a:gd name="T36" fmla="*/ 392 w 575"/>
                <a:gd name="T37" fmla="*/ 19 h 578"/>
                <a:gd name="T38" fmla="*/ 313 w 575"/>
                <a:gd name="T39" fmla="*/ 0 h 578"/>
                <a:gd name="T40" fmla="*/ 230 w 575"/>
                <a:gd name="T41" fmla="*/ 8 h 578"/>
                <a:gd name="T42" fmla="*/ 166 w 575"/>
                <a:gd name="T43" fmla="*/ 31 h 578"/>
                <a:gd name="T44" fmla="*/ 403 w 575"/>
                <a:gd name="T45" fmla="*/ 125 h 578"/>
                <a:gd name="T46" fmla="*/ 455 w 575"/>
                <a:gd name="T47" fmla="*/ 179 h 578"/>
                <a:gd name="T48" fmla="*/ 487 w 575"/>
                <a:gd name="T49" fmla="*/ 288 h 578"/>
                <a:gd name="T50" fmla="*/ 457 w 575"/>
                <a:gd name="T51" fmla="*/ 396 h 578"/>
                <a:gd name="T52" fmla="*/ 384 w 575"/>
                <a:gd name="T53" fmla="*/ 465 h 578"/>
                <a:gd name="T54" fmla="*/ 341 w 575"/>
                <a:gd name="T55" fmla="*/ 482 h 578"/>
                <a:gd name="T56" fmla="*/ 288 w 575"/>
                <a:gd name="T57" fmla="*/ 489 h 578"/>
                <a:gd name="T58" fmla="*/ 219 w 575"/>
                <a:gd name="T59" fmla="*/ 477 h 578"/>
                <a:gd name="T60" fmla="*/ 157 w 575"/>
                <a:gd name="T61" fmla="*/ 444 h 578"/>
                <a:gd name="T62" fmla="*/ 112 w 575"/>
                <a:gd name="T63" fmla="*/ 393 h 578"/>
                <a:gd name="T64" fmla="*/ 92 w 575"/>
                <a:gd name="T65" fmla="*/ 351 h 578"/>
                <a:gd name="T66" fmla="*/ 79 w 575"/>
                <a:gd name="T67" fmla="*/ 272 h 578"/>
                <a:gd name="T68" fmla="*/ 104 w 575"/>
                <a:gd name="T69" fmla="*/ 204 h 578"/>
                <a:gd name="T70" fmla="*/ 141 w 575"/>
                <a:gd name="T71" fmla="*/ 148 h 578"/>
                <a:gd name="T72" fmla="*/ 208 w 575"/>
                <a:gd name="T73" fmla="*/ 100 h 578"/>
                <a:gd name="T74" fmla="*/ 287 w 575"/>
                <a:gd name="T75" fmla="*/ 85 h 578"/>
                <a:gd name="T76" fmla="*/ 369 w 575"/>
                <a:gd name="T77" fmla="*/ 105 h 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75" h="578">
                  <a:moveTo>
                    <a:pt x="166" y="31"/>
                  </a:moveTo>
                  <a:lnTo>
                    <a:pt x="145" y="41"/>
                  </a:lnTo>
                  <a:lnTo>
                    <a:pt x="107" y="65"/>
                  </a:lnTo>
                  <a:lnTo>
                    <a:pt x="76" y="94"/>
                  </a:lnTo>
                  <a:lnTo>
                    <a:pt x="50" y="126"/>
                  </a:lnTo>
                  <a:lnTo>
                    <a:pt x="29" y="162"/>
                  </a:lnTo>
                  <a:lnTo>
                    <a:pt x="14" y="199"/>
                  </a:lnTo>
                  <a:lnTo>
                    <a:pt x="4" y="239"/>
                  </a:lnTo>
                  <a:lnTo>
                    <a:pt x="0" y="279"/>
                  </a:lnTo>
                  <a:lnTo>
                    <a:pt x="1" y="319"/>
                  </a:lnTo>
                  <a:lnTo>
                    <a:pt x="8" y="359"/>
                  </a:lnTo>
                  <a:lnTo>
                    <a:pt x="20" y="398"/>
                  </a:lnTo>
                  <a:lnTo>
                    <a:pt x="38" y="434"/>
                  </a:lnTo>
                  <a:lnTo>
                    <a:pt x="60" y="468"/>
                  </a:lnTo>
                  <a:lnTo>
                    <a:pt x="88" y="499"/>
                  </a:lnTo>
                  <a:lnTo>
                    <a:pt x="122" y="526"/>
                  </a:lnTo>
                  <a:lnTo>
                    <a:pt x="161" y="548"/>
                  </a:lnTo>
                  <a:lnTo>
                    <a:pt x="182" y="557"/>
                  </a:lnTo>
                  <a:lnTo>
                    <a:pt x="210" y="567"/>
                  </a:lnTo>
                  <a:lnTo>
                    <a:pt x="263" y="577"/>
                  </a:lnTo>
                  <a:lnTo>
                    <a:pt x="315" y="578"/>
                  </a:lnTo>
                  <a:lnTo>
                    <a:pt x="363" y="569"/>
                  </a:lnTo>
                  <a:lnTo>
                    <a:pt x="408" y="552"/>
                  </a:lnTo>
                  <a:lnTo>
                    <a:pt x="449" y="528"/>
                  </a:lnTo>
                  <a:lnTo>
                    <a:pt x="485" y="497"/>
                  </a:lnTo>
                  <a:lnTo>
                    <a:pt x="516" y="462"/>
                  </a:lnTo>
                  <a:lnTo>
                    <a:pt x="541" y="422"/>
                  </a:lnTo>
                  <a:lnTo>
                    <a:pt x="560" y="378"/>
                  </a:lnTo>
                  <a:lnTo>
                    <a:pt x="571" y="332"/>
                  </a:lnTo>
                  <a:lnTo>
                    <a:pt x="575" y="285"/>
                  </a:lnTo>
                  <a:lnTo>
                    <a:pt x="571" y="237"/>
                  </a:lnTo>
                  <a:lnTo>
                    <a:pt x="558" y="190"/>
                  </a:lnTo>
                  <a:lnTo>
                    <a:pt x="536" y="143"/>
                  </a:lnTo>
                  <a:lnTo>
                    <a:pt x="503" y="100"/>
                  </a:lnTo>
                  <a:lnTo>
                    <a:pt x="482" y="79"/>
                  </a:lnTo>
                  <a:lnTo>
                    <a:pt x="465" y="64"/>
                  </a:lnTo>
                  <a:lnTo>
                    <a:pt x="429" y="38"/>
                  </a:lnTo>
                  <a:lnTo>
                    <a:pt x="392" y="19"/>
                  </a:lnTo>
                  <a:lnTo>
                    <a:pt x="353" y="7"/>
                  </a:lnTo>
                  <a:lnTo>
                    <a:pt x="313" y="0"/>
                  </a:lnTo>
                  <a:lnTo>
                    <a:pt x="272" y="1"/>
                  </a:lnTo>
                  <a:lnTo>
                    <a:pt x="230" y="8"/>
                  </a:lnTo>
                  <a:lnTo>
                    <a:pt x="187" y="21"/>
                  </a:lnTo>
                  <a:lnTo>
                    <a:pt x="166" y="31"/>
                  </a:lnTo>
                  <a:close/>
                  <a:moveTo>
                    <a:pt x="389" y="116"/>
                  </a:moveTo>
                  <a:lnTo>
                    <a:pt x="403" y="125"/>
                  </a:lnTo>
                  <a:lnTo>
                    <a:pt x="427" y="145"/>
                  </a:lnTo>
                  <a:lnTo>
                    <a:pt x="455" y="179"/>
                  </a:lnTo>
                  <a:lnTo>
                    <a:pt x="479" y="232"/>
                  </a:lnTo>
                  <a:lnTo>
                    <a:pt x="487" y="288"/>
                  </a:lnTo>
                  <a:lnTo>
                    <a:pt x="479" y="344"/>
                  </a:lnTo>
                  <a:lnTo>
                    <a:pt x="457" y="396"/>
                  </a:lnTo>
                  <a:lnTo>
                    <a:pt x="421" y="440"/>
                  </a:lnTo>
                  <a:lnTo>
                    <a:pt x="384" y="465"/>
                  </a:lnTo>
                  <a:lnTo>
                    <a:pt x="356" y="478"/>
                  </a:lnTo>
                  <a:lnTo>
                    <a:pt x="341" y="482"/>
                  </a:lnTo>
                  <a:lnTo>
                    <a:pt x="323" y="486"/>
                  </a:lnTo>
                  <a:lnTo>
                    <a:pt x="288" y="489"/>
                  </a:lnTo>
                  <a:lnTo>
                    <a:pt x="253" y="486"/>
                  </a:lnTo>
                  <a:lnTo>
                    <a:pt x="219" y="477"/>
                  </a:lnTo>
                  <a:lnTo>
                    <a:pt x="186" y="463"/>
                  </a:lnTo>
                  <a:lnTo>
                    <a:pt x="157" y="444"/>
                  </a:lnTo>
                  <a:lnTo>
                    <a:pt x="132" y="420"/>
                  </a:lnTo>
                  <a:lnTo>
                    <a:pt x="112" y="393"/>
                  </a:lnTo>
                  <a:lnTo>
                    <a:pt x="104" y="377"/>
                  </a:lnTo>
                  <a:lnTo>
                    <a:pt x="92" y="351"/>
                  </a:lnTo>
                  <a:lnTo>
                    <a:pt x="79" y="309"/>
                  </a:lnTo>
                  <a:lnTo>
                    <a:pt x="79" y="272"/>
                  </a:lnTo>
                  <a:lnTo>
                    <a:pt x="92" y="230"/>
                  </a:lnTo>
                  <a:lnTo>
                    <a:pt x="104" y="204"/>
                  </a:lnTo>
                  <a:lnTo>
                    <a:pt x="115" y="183"/>
                  </a:lnTo>
                  <a:lnTo>
                    <a:pt x="141" y="148"/>
                  </a:lnTo>
                  <a:lnTo>
                    <a:pt x="172" y="120"/>
                  </a:lnTo>
                  <a:lnTo>
                    <a:pt x="208" y="100"/>
                  </a:lnTo>
                  <a:lnTo>
                    <a:pt x="247" y="88"/>
                  </a:lnTo>
                  <a:lnTo>
                    <a:pt x="287" y="85"/>
                  </a:lnTo>
                  <a:lnTo>
                    <a:pt x="328" y="90"/>
                  </a:lnTo>
                  <a:lnTo>
                    <a:pt x="369" y="105"/>
                  </a:lnTo>
                  <a:lnTo>
                    <a:pt x="389" y="1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1" name="Freeform 624">
              <a:extLst>
                <a:ext uri="{FF2B5EF4-FFF2-40B4-BE49-F238E27FC236}">
                  <a16:creationId xmlns:a16="http://schemas.microsoft.com/office/drawing/2014/main" id="{0E5CA324-B668-E159-565C-9761BD9A7A6E}"/>
                </a:ext>
              </a:extLst>
            </p:cNvPr>
            <p:cNvSpPr>
              <a:spLocks noEditPoints="1"/>
            </p:cNvSpPr>
            <p:nvPr/>
          </p:nvSpPr>
          <p:spPr bwMode="auto">
            <a:xfrm>
              <a:off x="10656888" y="5753101"/>
              <a:ext cx="1219200" cy="474663"/>
            </a:xfrm>
            <a:custGeom>
              <a:avLst/>
              <a:gdLst>
                <a:gd name="T0" fmla="*/ 38 w 2983"/>
                <a:gd name="T1" fmla="*/ 54 h 1163"/>
                <a:gd name="T2" fmla="*/ 2 w 2983"/>
                <a:gd name="T3" fmla="*/ 189 h 1163"/>
                <a:gd name="T4" fmla="*/ 5 w 2983"/>
                <a:gd name="T5" fmla="*/ 877 h 1163"/>
                <a:gd name="T6" fmla="*/ 63 w 2983"/>
                <a:gd name="T7" fmla="*/ 1017 h 1163"/>
                <a:gd name="T8" fmla="*/ 243 w 2983"/>
                <a:gd name="T9" fmla="*/ 1032 h 1163"/>
                <a:gd name="T10" fmla="*/ 439 w 2983"/>
                <a:gd name="T11" fmla="*/ 1009 h 1163"/>
                <a:gd name="T12" fmla="*/ 483 w 2983"/>
                <a:gd name="T13" fmla="*/ 949 h 1163"/>
                <a:gd name="T14" fmla="*/ 565 w 2983"/>
                <a:gd name="T15" fmla="*/ 935 h 1163"/>
                <a:gd name="T16" fmla="*/ 1013 w 2983"/>
                <a:gd name="T17" fmla="*/ 1061 h 1163"/>
                <a:gd name="T18" fmla="*/ 1472 w 2983"/>
                <a:gd name="T19" fmla="*/ 1163 h 1163"/>
                <a:gd name="T20" fmla="*/ 1768 w 2983"/>
                <a:gd name="T21" fmla="*/ 1137 h 1163"/>
                <a:gd name="T22" fmla="*/ 2576 w 2983"/>
                <a:gd name="T23" fmla="*/ 634 h 1163"/>
                <a:gd name="T24" fmla="*/ 2955 w 2983"/>
                <a:gd name="T25" fmla="*/ 357 h 1163"/>
                <a:gd name="T26" fmla="*/ 2983 w 2983"/>
                <a:gd name="T27" fmla="*/ 252 h 1163"/>
                <a:gd name="T28" fmla="*/ 2942 w 2983"/>
                <a:gd name="T29" fmla="*/ 138 h 1163"/>
                <a:gd name="T30" fmla="*/ 2845 w 2983"/>
                <a:gd name="T31" fmla="*/ 67 h 1163"/>
                <a:gd name="T32" fmla="*/ 2672 w 2983"/>
                <a:gd name="T33" fmla="*/ 92 h 1163"/>
                <a:gd name="T34" fmla="*/ 1942 w 2983"/>
                <a:gd name="T35" fmla="*/ 464 h 1163"/>
                <a:gd name="T36" fmla="*/ 1869 w 2983"/>
                <a:gd name="T37" fmla="*/ 330 h 1163"/>
                <a:gd name="T38" fmla="*/ 1637 w 2983"/>
                <a:gd name="T39" fmla="*/ 299 h 1163"/>
                <a:gd name="T40" fmla="*/ 1330 w 2983"/>
                <a:gd name="T41" fmla="*/ 246 h 1163"/>
                <a:gd name="T42" fmla="*/ 1014 w 2983"/>
                <a:gd name="T43" fmla="*/ 119 h 1163"/>
                <a:gd name="T44" fmla="*/ 688 w 2983"/>
                <a:gd name="T45" fmla="*/ 66 h 1163"/>
                <a:gd name="T46" fmla="*/ 515 w 2983"/>
                <a:gd name="T47" fmla="*/ 92 h 1163"/>
                <a:gd name="T48" fmla="*/ 454 w 2983"/>
                <a:gd name="T49" fmla="*/ 53 h 1163"/>
                <a:gd name="T50" fmla="*/ 293 w 2983"/>
                <a:gd name="T51" fmla="*/ 2 h 1163"/>
                <a:gd name="T52" fmla="*/ 200 w 2983"/>
                <a:gd name="T53" fmla="*/ 175 h 1163"/>
                <a:gd name="T54" fmla="*/ 165 w 2983"/>
                <a:gd name="T55" fmla="*/ 247 h 1163"/>
                <a:gd name="T56" fmla="*/ 95 w 2983"/>
                <a:gd name="T57" fmla="*/ 227 h 1163"/>
                <a:gd name="T58" fmla="*/ 88 w 2983"/>
                <a:gd name="T59" fmla="*/ 132 h 1163"/>
                <a:gd name="T60" fmla="*/ 167 w 2983"/>
                <a:gd name="T61" fmla="*/ 99 h 1163"/>
                <a:gd name="T62" fmla="*/ 200 w 2983"/>
                <a:gd name="T63" fmla="*/ 175 h 1163"/>
                <a:gd name="T64" fmla="*/ 323 w 2983"/>
                <a:gd name="T65" fmla="*/ 249 h 1163"/>
                <a:gd name="T66" fmla="*/ 283 w 2983"/>
                <a:gd name="T67" fmla="*/ 172 h 1163"/>
                <a:gd name="T68" fmla="*/ 319 w 2983"/>
                <a:gd name="T69" fmla="*/ 100 h 1163"/>
                <a:gd name="T70" fmla="*/ 389 w 2983"/>
                <a:gd name="T71" fmla="*/ 125 h 1163"/>
                <a:gd name="T72" fmla="*/ 941 w 2983"/>
                <a:gd name="T73" fmla="*/ 187 h 1163"/>
                <a:gd name="T74" fmla="*/ 1375 w 2983"/>
                <a:gd name="T75" fmla="*/ 354 h 1163"/>
                <a:gd name="T76" fmla="*/ 1716 w 2983"/>
                <a:gd name="T77" fmla="*/ 383 h 1163"/>
                <a:gd name="T78" fmla="*/ 1836 w 2983"/>
                <a:gd name="T79" fmla="*/ 421 h 1163"/>
                <a:gd name="T80" fmla="*/ 1793 w 2983"/>
                <a:gd name="T81" fmla="*/ 547 h 1163"/>
                <a:gd name="T82" fmla="*/ 1690 w 2983"/>
                <a:gd name="T83" fmla="*/ 613 h 1163"/>
                <a:gd name="T84" fmla="*/ 1033 w 2983"/>
                <a:gd name="T85" fmla="*/ 632 h 1163"/>
                <a:gd name="T86" fmla="*/ 1480 w 2983"/>
                <a:gd name="T87" fmla="*/ 715 h 1163"/>
                <a:gd name="T88" fmla="*/ 1811 w 2983"/>
                <a:gd name="T89" fmla="*/ 653 h 1163"/>
                <a:gd name="T90" fmla="*/ 2152 w 2983"/>
                <a:gd name="T91" fmla="*/ 449 h 1163"/>
                <a:gd name="T92" fmla="*/ 2768 w 2983"/>
                <a:gd name="T93" fmla="*/ 154 h 1163"/>
                <a:gd name="T94" fmla="*/ 2881 w 2983"/>
                <a:gd name="T95" fmla="*/ 194 h 1163"/>
                <a:gd name="T96" fmla="*/ 2870 w 2983"/>
                <a:gd name="T97" fmla="*/ 320 h 1163"/>
                <a:gd name="T98" fmla="*/ 2484 w 2983"/>
                <a:gd name="T99" fmla="*/ 595 h 1163"/>
                <a:gd name="T100" fmla="*/ 1738 w 2983"/>
                <a:gd name="T101" fmla="*/ 1064 h 1163"/>
                <a:gd name="T102" fmla="*/ 1473 w 2983"/>
                <a:gd name="T103" fmla="*/ 1079 h 1163"/>
                <a:gd name="T104" fmla="*/ 915 w 2983"/>
                <a:gd name="T105" fmla="*/ 940 h 1163"/>
                <a:gd name="T106" fmla="*/ 558 w 2983"/>
                <a:gd name="T107" fmla="*/ 846 h 1163"/>
                <a:gd name="T108" fmla="*/ 490 w 2983"/>
                <a:gd name="T109" fmla="*/ 804 h 1163"/>
                <a:gd name="T110" fmla="*/ 483 w 2983"/>
                <a:gd name="T111" fmla="*/ 202 h 1163"/>
                <a:gd name="T112" fmla="*/ 746 w 2983"/>
                <a:gd name="T113" fmla="*/ 152 h 1163"/>
                <a:gd name="T114" fmla="*/ 392 w 2983"/>
                <a:gd name="T115" fmla="*/ 940 h 1163"/>
                <a:gd name="T116" fmla="*/ 83 w 2983"/>
                <a:gd name="T117" fmla="*/ 332 h 1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83" h="1163">
                  <a:moveTo>
                    <a:pt x="100" y="10"/>
                  </a:moveTo>
                  <a:lnTo>
                    <a:pt x="88" y="16"/>
                  </a:lnTo>
                  <a:lnTo>
                    <a:pt x="54" y="40"/>
                  </a:lnTo>
                  <a:lnTo>
                    <a:pt x="38" y="54"/>
                  </a:lnTo>
                  <a:lnTo>
                    <a:pt x="25" y="65"/>
                  </a:lnTo>
                  <a:lnTo>
                    <a:pt x="12" y="90"/>
                  </a:lnTo>
                  <a:lnTo>
                    <a:pt x="7" y="118"/>
                  </a:lnTo>
                  <a:lnTo>
                    <a:pt x="2" y="189"/>
                  </a:lnTo>
                  <a:lnTo>
                    <a:pt x="0" y="370"/>
                  </a:lnTo>
                  <a:lnTo>
                    <a:pt x="0" y="515"/>
                  </a:lnTo>
                  <a:lnTo>
                    <a:pt x="0" y="701"/>
                  </a:lnTo>
                  <a:lnTo>
                    <a:pt x="5" y="877"/>
                  </a:lnTo>
                  <a:lnTo>
                    <a:pt x="16" y="952"/>
                  </a:lnTo>
                  <a:lnTo>
                    <a:pt x="32" y="988"/>
                  </a:lnTo>
                  <a:lnTo>
                    <a:pt x="46" y="1005"/>
                  </a:lnTo>
                  <a:lnTo>
                    <a:pt x="63" y="1017"/>
                  </a:lnTo>
                  <a:lnTo>
                    <a:pt x="85" y="1025"/>
                  </a:lnTo>
                  <a:lnTo>
                    <a:pt x="125" y="1031"/>
                  </a:lnTo>
                  <a:lnTo>
                    <a:pt x="198" y="1032"/>
                  </a:lnTo>
                  <a:lnTo>
                    <a:pt x="243" y="1032"/>
                  </a:lnTo>
                  <a:lnTo>
                    <a:pt x="296" y="1032"/>
                  </a:lnTo>
                  <a:lnTo>
                    <a:pt x="369" y="1029"/>
                  </a:lnTo>
                  <a:lnTo>
                    <a:pt x="413" y="1022"/>
                  </a:lnTo>
                  <a:lnTo>
                    <a:pt x="439" y="1009"/>
                  </a:lnTo>
                  <a:lnTo>
                    <a:pt x="450" y="999"/>
                  </a:lnTo>
                  <a:lnTo>
                    <a:pt x="463" y="984"/>
                  </a:lnTo>
                  <a:lnTo>
                    <a:pt x="481" y="957"/>
                  </a:lnTo>
                  <a:lnTo>
                    <a:pt x="483" y="949"/>
                  </a:lnTo>
                  <a:lnTo>
                    <a:pt x="484" y="942"/>
                  </a:lnTo>
                  <a:lnTo>
                    <a:pt x="498" y="934"/>
                  </a:lnTo>
                  <a:lnTo>
                    <a:pt x="525" y="931"/>
                  </a:lnTo>
                  <a:lnTo>
                    <a:pt x="565" y="935"/>
                  </a:lnTo>
                  <a:lnTo>
                    <a:pt x="647" y="951"/>
                  </a:lnTo>
                  <a:lnTo>
                    <a:pt x="800" y="993"/>
                  </a:lnTo>
                  <a:lnTo>
                    <a:pt x="895" y="1024"/>
                  </a:lnTo>
                  <a:lnTo>
                    <a:pt x="1013" y="1061"/>
                  </a:lnTo>
                  <a:lnTo>
                    <a:pt x="1224" y="1124"/>
                  </a:lnTo>
                  <a:lnTo>
                    <a:pt x="1283" y="1139"/>
                  </a:lnTo>
                  <a:lnTo>
                    <a:pt x="1341" y="1151"/>
                  </a:lnTo>
                  <a:lnTo>
                    <a:pt x="1472" y="1163"/>
                  </a:lnTo>
                  <a:lnTo>
                    <a:pt x="1605" y="1163"/>
                  </a:lnTo>
                  <a:lnTo>
                    <a:pt x="1695" y="1153"/>
                  </a:lnTo>
                  <a:lnTo>
                    <a:pt x="1746" y="1143"/>
                  </a:lnTo>
                  <a:lnTo>
                    <a:pt x="1768" y="1137"/>
                  </a:lnTo>
                  <a:lnTo>
                    <a:pt x="1795" y="1126"/>
                  </a:lnTo>
                  <a:lnTo>
                    <a:pt x="1907" y="1062"/>
                  </a:lnTo>
                  <a:lnTo>
                    <a:pt x="2166" y="902"/>
                  </a:lnTo>
                  <a:lnTo>
                    <a:pt x="2576" y="634"/>
                  </a:lnTo>
                  <a:lnTo>
                    <a:pt x="2825" y="463"/>
                  </a:lnTo>
                  <a:lnTo>
                    <a:pt x="2926" y="387"/>
                  </a:lnTo>
                  <a:lnTo>
                    <a:pt x="2945" y="369"/>
                  </a:lnTo>
                  <a:lnTo>
                    <a:pt x="2955" y="357"/>
                  </a:lnTo>
                  <a:lnTo>
                    <a:pt x="2969" y="331"/>
                  </a:lnTo>
                  <a:lnTo>
                    <a:pt x="2978" y="303"/>
                  </a:lnTo>
                  <a:lnTo>
                    <a:pt x="2983" y="270"/>
                  </a:lnTo>
                  <a:lnTo>
                    <a:pt x="2983" y="252"/>
                  </a:lnTo>
                  <a:lnTo>
                    <a:pt x="2983" y="230"/>
                  </a:lnTo>
                  <a:lnTo>
                    <a:pt x="2978" y="196"/>
                  </a:lnTo>
                  <a:lnTo>
                    <a:pt x="2965" y="167"/>
                  </a:lnTo>
                  <a:lnTo>
                    <a:pt x="2942" y="138"/>
                  </a:lnTo>
                  <a:lnTo>
                    <a:pt x="2925" y="120"/>
                  </a:lnTo>
                  <a:lnTo>
                    <a:pt x="2905" y="101"/>
                  </a:lnTo>
                  <a:lnTo>
                    <a:pt x="2875" y="77"/>
                  </a:lnTo>
                  <a:lnTo>
                    <a:pt x="2845" y="67"/>
                  </a:lnTo>
                  <a:lnTo>
                    <a:pt x="2802" y="68"/>
                  </a:lnTo>
                  <a:lnTo>
                    <a:pt x="2770" y="70"/>
                  </a:lnTo>
                  <a:lnTo>
                    <a:pt x="2740" y="74"/>
                  </a:lnTo>
                  <a:lnTo>
                    <a:pt x="2672" y="92"/>
                  </a:lnTo>
                  <a:lnTo>
                    <a:pt x="2572" y="136"/>
                  </a:lnTo>
                  <a:lnTo>
                    <a:pt x="2418" y="213"/>
                  </a:lnTo>
                  <a:lnTo>
                    <a:pt x="2308" y="270"/>
                  </a:lnTo>
                  <a:lnTo>
                    <a:pt x="1942" y="464"/>
                  </a:lnTo>
                  <a:lnTo>
                    <a:pt x="1925" y="415"/>
                  </a:lnTo>
                  <a:lnTo>
                    <a:pt x="1913" y="381"/>
                  </a:lnTo>
                  <a:lnTo>
                    <a:pt x="1890" y="346"/>
                  </a:lnTo>
                  <a:lnTo>
                    <a:pt x="1869" y="330"/>
                  </a:lnTo>
                  <a:lnTo>
                    <a:pt x="1840" y="318"/>
                  </a:lnTo>
                  <a:lnTo>
                    <a:pt x="1800" y="310"/>
                  </a:lnTo>
                  <a:lnTo>
                    <a:pt x="1717" y="302"/>
                  </a:lnTo>
                  <a:lnTo>
                    <a:pt x="1637" y="299"/>
                  </a:lnTo>
                  <a:lnTo>
                    <a:pt x="1567" y="296"/>
                  </a:lnTo>
                  <a:lnTo>
                    <a:pt x="1471" y="288"/>
                  </a:lnTo>
                  <a:lnTo>
                    <a:pt x="1401" y="273"/>
                  </a:lnTo>
                  <a:lnTo>
                    <a:pt x="1330" y="246"/>
                  </a:lnTo>
                  <a:lnTo>
                    <a:pt x="1283" y="225"/>
                  </a:lnTo>
                  <a:lnTo>
                    <a:pt x="1224" y="199"/>
                  </a:lnTo>
                  <a:lnTo>
                    <a:pt x="1114" y="154"/>
                  </a:lnTo>
                  <a:lnTo>
                    <a:pt x="1014" y="119"/>
                  </a:lnTo>
                  <a:lnTo>
                    <a:pt x="923" y="93"/>
                  </a:lnTo>
                  <a:lnTo>
                    <a:pt x="840" y="76"/>
                  </a:lnTo>
                  <a:lnTo>
                    <a:pt x="762" y="67"/>
                  </a:lnTo>
                  <a:lnTo>
                    <a:pt x="688" y="66"/>
                  </a:lnTo>
                  <a:lnTo>
                    <a:pt x="618" y="73"/>
                  </a:lnTo>
                  <a:lnTo>
                    <a:pt x="583" y="80"/>
                  </a:lnTo>
                  <a:lnTo>
                    <a:pt x="554" y="87"/>
                  </a:lnTo>
                  <a:lnTo>
                    <a:pt x="515" y="92"/>
                  </a:lnTo>
                  <a:lnTo>
                    <a:pt x="492" y="90"/>
                  </a:lnTo>
                  <a:lnTo>
                    <a:pt x="475" y="77"/>
                  </a:lnTo>
                  <a:lnTo>
                    <a:pt x="467" y="67"/>
                  </a:lnTo>
                  <a:lnTo>
                    <a:pt x="454" y="53"/>
                  </a:lnTo>
                  <a:lnTo>
                    <a:pt x="415" y="25"/>
                  </a:lnTo>
                  <a:lnTo>
                    <a:pt x="395" y="17"/>
                  </a:lnTo>
                  <a:lnTo>
                    <a:pt x="372" y="11"/>
                  </a:lnTo>
                  <a:lnTo>
                    <a:pt x="293" y="2"/>
                  </a:lnTo>
                  <a:lnTo>
                    <a:pt x="200" y="0"/>
                  </a:lnTo>
                  <a:lnTo>
                    <a:pt x="122" y="5"/>
                  </a:lnTo>
                  <a:lnTo>
                    <a:pt x="100" y="10"/>
                  </a:lnTo>
                  <a:close/>
                  <a:moveTo>
                    <a:pt x="200" y="175"/>
                  </a:moveTo>
                  <a:lnTo>
                    <a:pt x="200" y="201"/>
                  </a:lnTo>
                  <a:lnTo>
                    <a:pt x="198" y="233"/>
                  </a:lnTo>
                  <a:lnTo>
                    <a:pt x="188" y="246"/>
                  </a:lnTo>
                  <a:lnTo>
                    <a:pt x="165" y="247"/>
                  </a:lnTo>
                  <a:lnTo>
                    <a:pt x="147" y="245"/>
                  </a:lnTo>
                  <a:lnTo>
                    <a:pt x="130" y="243"/>
                  </a:lnTo>
                  <a:lnTo>
                    <a:pt x="108" y="238"/>
                  </a:lnTo>
                  <a:lnTo>
                    <a:pt x="95" y="227"/>
                  </a:lnTo>
                  <a:lnTo>
                    <a:pt x="88" y="208"/>
                  </a:lnTo>
                  <a:lnTo>
                    <a:pt x="87" y="194"/>
                  </a:lnTo>
                  <a:lnTo>
                    <a:pt x="84" y="168"/>
                  </a:lnTo>
                  <a:lnTo>
                    <a:pt x="88" y="132"/>
                  </a:lnTo>
                  <a:lnTo>
                    <a:pt x="102" y="109"/>
                  </a:lnTo>
                  <a:lnTo>
                    <a:pt x="130" y="99"/>
                  </a:lnTo>
                  <a:lnTo>
                    <a:pt x="150" y="99"/>
                  </a:lnTo>
                  <a:lnTo>
                    <a:pt x="167" y="99"/>
                  </a:lnTo>
                  <a:lnTo>
                    <a:pt x="188" y="103"/>
                  </a:lnTo>
                  <a:lnTo>
                    <a:pt x="197" y="117"/>
                  </a:lnTo>
                  <a:lnTo>
                    <a:pt x="200" y="150"/>
                  </a:lnTo>
                  <a:lnTo>
                    <a:pt x="200" y="175"/>
                  </a:lnTo>
                  <a:close/>
                  <a:moveTo>
                    <a:pt x="397" y="177"/>
                  </a:moveTo>
                  <a:lnTo>
                    <a:pt x="402" y="249"/>
                  </a:lnTo>
                  <a:lnTo>
                    <a:pt x="343" y="249"/>
                  </a:lnTo>
                  <a:lnTo>
                    <a:pt x="323" y="249"/>
                  </a:lnTo>
                  <a:lnTo>
                    <a:pt x="297" y="245"/>
                  </a:lnTo>
                  <a:lnTo>
                    <a:pt x="286" y="231"/>
                  </a:lnTo>
                  <a:lnTo>
                    <a:pt x="283" y="198"/>
                  </a:lnTo>
                  <a:lnTo>
                    <a:pt x="283" y="172"/>
                  </a:lnTo>
                  <a:lnTo>
                    <a:pt x="283" y="146"/>
                  </a:lnTo>
                  <a:lnTo>
                    <a:pt x="286" y="115"/>
                  </a:lnTo>
                  <a:lnTo>
                    <a:pt x="296" y="102"/>
                  </a:lnTo>
                  <a:lnTo>
                    <a:pt x="319" y="100"/>
                  </a:lnTo>
                  <a:lnTo>
                    <a:pt x="338" y="102"/>
                  </a:lnTo>
                  <a:lnTo>
                    <a:pt x="356" y="104"/>
                  </a:lnTo>
                  <a:lnTo>
                    <a:pt x="378" y="110"/>
                  </a:lnTo>
                  <a:lnTo>
                    <a:pt x="389" y="125"/>
                  </a:lnTo>
                  <a:lnTo>
                    <a:pt x="395" y="155"/>
                  </a:lnTo>
                  <a:lnTo>
                    <a:pt x="397" y="177"/>
                  </a:lnTo>
                  <a:close/>
                  <a:moveTo>
                    <a:pt x="887" y="174"/>
                  </a:moveTo>
                  <a:lnTo>
                    <a:pt x="941" y="187"/>
                  </a:lnTo>
                  <a:lnTo>
                    <a:pt x="1096" y="240"/>
                  </a:lnTo>
                  <a:lnTo>
                    <a:pt x="1170" y="270"/>
                  </a:lnTo>
                  <a:lnTo>
                    <a:pt x="1256" y="307"/>
                  </a:lnTo>
                  <a:lnTo>
                    <a:pt x="1375" y="354"/>
                  </a:lnTo>
                  <a:lnTo>
                    <a:pt x="1465" y="375"/>
                  </a:lnTo>
                  <a:lnTo>
                    <a:pt x="1561" y="382"/>
                  </a:lnTo>
                  <a:lnTo>
                    <a:pt x="1627" y="382"/>
                  </a:lnTo>
                  <a:lnTo>
                    <a:pt x="1716" y="383"/>
                  </a:lnTo>
                  <a:lnTo>
                    <a:pt x="1789" y="391"/>
                  </a:lnTo>
                  <a:lnTo>
                    <a:pt x="1816" y="401"/>
                  </a:lnTo>
                  <a:lnTo>
                    <a:pt x="1825" y="409"/>
                  </a:lnTo>
                  <a:lnTo>
                    <a:pt x="1836" y="421"/>
                  </a:lnTo>
                  <a:lnTo>
                    <a:pt x="1843" y="451"/>
                  </a:lnTo>
                  <a:lnTo>
                    <a:pt x="1835" y="486"/>
                  </a:lnTo>
                  <a:lnTo>
                    <a:pt x="1811" y="525"/>
                  </a:lnTo>
                  <a:lnTo>
                    <a:pt x="1793" y="547"/>
                  </a:lnTo>
                  <a:lnTo>
                    <a:pt x="1781" y="561"/>
                  </a:lnTo>
                  <a:lnTo>
                    <a:pt x="1755" y="583"/>
                  </a:lnTo>
                  <a:lnTo>
                    <a:pt x="1726" y="600"/>
                  </a:lnTo>
                  <a:lnTo>
                    <a:pt x="1690" y="613"/>
                  </a:lnTo>
                  <a:lnTo>
                    <a:pt x="1615" y="625"/>
                  </a:lnTo>
                  <a:lnTo>
                    <a:pt x="1457" y="632"/>
                  </a:lnTo>
                  <a:lnTo>
                    <a:pt x="1342" y="632"/>
                  </a:lnTo>
                  <a:lnTo>
                    <a:pt x="1033" y="632"/>
                  </a:lnTo>
                  <a:lnTo>
                    <a:pt x="1033" y="674"/>
                  </a:lnTo>
                  <a:lnTo>
                    <a:pt x="1033" y="715"/>
                  </a:lnTo>
                  <a:lnTo>
                    <a:pt x="1358" y="715"/>
                  </a:lnTo>
                  <a:lnTo>
                    <a:pt x="1480" y="715"/>
                  </a:lnTo>
                  <a:lnTo>
                    <a:pt x="1644" y="709"/>
                  </a:lnTo>
                  <a:lnTo>
                    <a:pt x="1721" y="696"/>
                  </a:lnTo>
                  <a:lnTo>
                    <a:pt x="1760" y="683"/>
                  </a:lnTo>
                  <a:lnTo>
                    <a:pt x="1811" y="653"/>
                  </a:lnTo>
                  <a:lnTo>
                    <a:pt x="1847" y="624"/>
                  </a:lnTo>
                  <a:lnTo>
                    <a:pt x="1867" y="609"/>
                  </a:lnTo>
                  <a:lnTo>
                    <a:pt x="1954" y="557"/>
                  </a:lnTo>
                  <a:lnTo>
                    <a:pt x="2152" y="449"/>
                  </a:lnTo>
                  <a:lnTo>
                    <a:pt x="2469" y="287"/>
                  </a:lnTo>
                  <a:lnTo>
                    <a:pt x="2665" y="194"/>
                  </a:lnTo>
                  <a:lnTo>
                    <a:pt x="2749" y="159"/>
                  </a:lnTo>
                  <a:lnTo>
                    <a:pt x="2768" y="154"/>
                  </a:lnTo>
                  <a:lnTo>
                    <a:pt x="2790" y="152"/>
                  </a:lnTo>
                  <a:lnTo>
                    <a:pt x="2828" y="157"/>
                  </a:lnTo>
                  <a:lnTo>
                    <a:pt x="2859" y="172"/>
                  </a:lnTo>
                  <a:lnTo>
                    <a:pt x="2881" y="194"/>
                  </a:lnTo>
                  <a:lnTo>
                    <a:pt x="2894" y="222"/>
                  </a:lnTo>
                  <a:lnTo>
                    <a:pt x="2898" y="254"/>
                  </a:lnTo>
                  <a:lnTo>
                    <a:pt x="2890" y="287"/>
                  </a:lnTo>
                  <a:lnTo>
                    <a:pt x="2870" y="320"/>
                  </a:lnTo>
                  <a:lnTo>
                    <a:pt x="2855" y="335"/>
                  </a:lnTo>
                  <a:lnTo>
                    <a:pt x="2832" y="355"/>
                  </a:lnTo>
                  <a:lnTo>
                    <a:pt x="2727" y="430"/>
                  </a:lnTo>
                  <a:lnTo>
                    <a:pt x="2484" y="595"/>
                  </a:lnTo>
                  <a:lnTo>
                    <a:pt x="2094" y="850"/>
                  </a:lnTo>
                  <a:lnTo>
                    <a:pt x="1856" y="999"/>
                  </a:lnTo>
                  <a:lnTo>
                    <a:pt x="1758" y="1056"/>
                  </a:lnTo>
                  <a:lnTo>
                    <a:pt x="1738" y="1064"/>
                  </a:lnTo>
                  <a:lnTo>
                    <a:pt x="1706" y="1072"/>
                  </a:lnTo>
                  <a:lnTo>
                    <a:pt x="1637" y="1082"/>
                  </a:lnTo>
                  <a:lnTo>
                    <a:pt x="1560" y="1085"/>
                  </a:lnTo>
                  <a:lnTo>
                    <a:pt x="1473" y="1079"/>
                  </a:lnTo>
                  <a:lnTo>
                    <a:pt x="1375" y="1064"/>
                  </a:lnTo>
                  <a:lnTo>
                    <a:pt x="1264" y="1040"/>
                  </a:lnTo>
                  <a:lnTo>
                    <a:pt x="1071" y="989"/>
                  </a:lnTo>
                  <a:lnTo>
                    <a:pt x="915" y="940"/>
                  </a:lnTo>
                  <a:lnTo>
                    <a:pt x="800" y="904"/>
                  </a:lnTo>
                  <a:lnTo>
                    <a:pt x="626" y="854"/>
                  </a:lnTo>
                  <a:lnTo>
                    <a:pt x="595" y="849"/>
                  </a:lnTo>
                  <a:lnTo>
                    <a:pt x="558" y="846"/>
                  </a:lnTo>
                  <a:lnTo>
                    <a:pt x="522" y="839"/>
                  </a:lnTo>
                  <a:lnTo>
                    <a:pt x="508" y="835"/>
                  </a:lnTo>
                  <a:lnTo>
                    <a:pt x="496" y="822"/>
                  </a:lnTo>
                  <a:lnTo>
                    <a:pt x="490" y="804"/>
                  </a:lnTo>
                  <a:lnTo>
                    <a:pt x="485" y="754"/>
                  </a:lnTo>
                  <a:lnTo>
                    <a:pt x="483" y="622"/>
                  </a:lnTo>
                  <a:lnTo>
                    <a:pt x="483" y="515"/>
                  </a:lnTo>
                  <a:lnTo>
                    <a:pt x="483" y="202"/>
                  </a:lnTo>
                  <a:lnTo>
                    <a:pt x="538" y="184"/>
                  </a:lnTo>
                  <a:lnTo>
                    <a:pt x="583" y="170"/>
                  </a:lnTo>
                  <a:lnTo>
                    <a:pt x="665" y="155"/>
                  </a:lnTo>
                  <a:lnTo>
                    <a:pt x="746" y="152"/>
                  </a:lnTo>
                  <a:lnTo>
                    <a:pt x="835" y="163"/>
                  </a:lnTo>
                  <a:lnTo>
                    <a:pt x="887" y="174"/>
                  </a:lnTo>
                  <a:close/>
                  <a:moveTo>
                    <a:pt x="397" y="635"/>
                  </a:moveTo>
                  <a:lnTo>
                    <a:pt x="392" y="940"/>
                  </a:lnTo>
                  <a:lnTo>
                    <a:pt x="242" y="940"/>
                  </a:lnTo>
                  <a:lnTo>
                    <a:pt x="92" y="940"/>
                  </a:lnTo>
                  <a:lnTo>
                    <a:pt x="87" y="635"/>
                  </a:lnTo>
                  <a:lnTo>
                    <a:pt x="83" y="332"/>
                  </a:lnTo>
                  <a:lnTo>
                    <a:pt x="242" y="332"/>
                  </a:lnTo>
                  <a:lnTo>
                    <a:pt x="400" y="332"/>
                  </a:lnTo>
                  <a:lnTo>
                    <a:pt x="397" y="6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52" name="Graphic 4">
            <a:extLst>
              <a:ext uri="{FF2B5EF4-FFF2-40B4-BE49-F238E27FC236}">
                <a16:creationId xmlns:a16="http://schemas.microsoft.com/office/drawing/2014/main" id="{41936979-2455-E952-64F5-48330E53FA5A}"/>
              </a:ext>
            </a:extLst>
          </p:cNvPr>
          <p:cNvGrpSpPr>
            <a:grpSpLocks noChangeAspect="1"/>
          </p:cNvGrpSpPr>
          <p:nvPr/>
        </p:nvGrpSpPr>
        <p:grpSpPr>
          <a:xfrm>
            <a:off x="9436191" y="4664481"/>
            <a:ext cx="480913" cy="480913"/>
            <a:chOff x="5056922" y="-47904"/>
            <a:chExt cx="888382" cy="888382"/>
          </a:xfrm>
          <a:solidFill>
            <a:schemeClr val="bg1"/>
          </a:solidFill>
        </p:grpSpPr>
        <p:sp>
          <p:nvSpPr>
            <p:cNvPr id="53" name="Freeform: Shape 52">
              <a:extLst>
                <a:ext uri="{FF2B5EF4-FFF2-40B4-BE49-F238E27FC236}">
                  <a16:creationId xmlns:a16="http://schemas.microsoft.com/office/drawing/2014/main" id="{DFC34707-7DDE-472B-D02F-211F95361335}"/>
                </a:ext>
              </a:extLst>
            </p:cNvPr>
            <p:cNvSpPr/>
            <p:nvPr/>
          </p:nvSpPr>
          <p:spPr>
            <a:xfrm>
              <a:off x="5271235" y="697602"/>
              <a:ext cx="85725" cy="85725"/>
            </a:xfrm>
            <a:custGeom>
              <a:avLst/>
              <a:gdLst>
                <a:gd name="csX0" fmla="*/ 42863 w 85725"/>
                <a:gd name="csY0" fmla="*/ 0 h 85725"/>
                <a:gd name="csX1" fmla="*/ 0 w 85725"/>
                <a:gd name="csY1" fmla="*/ 42863 h 85725"/>
                <a:gd name="csX2" fmla="*/ 42863 w 85725"/>
                <a:gd name="csY2" fmla="*/ 85725 h 85725"/>
                <a:gd name="csX3" fmla="*/ 85725 w 85725"/>
                <a:gd name="csY3" fmla="*/ 42863 h 85725"/>
                <a:gd name="csX4" fmla="*/ 42863 w 85725"/>
                <a:gd name="csY4" fmla="*/ 0 h 85725"/>
                <a:gd name="csX5" fmla="*/ 42863 w 85725"/>
                <a:gd name="csY5" fmla="*/ 57150 h 85725"/>
                <a:gd name="csX6" fmla="*/ 28575 w 85725"/>
                <a:gd name="csY6" fmla="*/ 42863 h 85725"/>
                <a:gd name="csX7" fmla="*/ 42863 w 85725"/>
                <a:gd name="csY7" fmla="*/ 28575 h 85725"/>
                <a:gd name="csX8" fmla="*/ 57150 w 85725"/>
                <a:gd name="csY8" fmla="*/ 42863 h 85725"/>
                <a:gd name="csX9" fmla="*/ 42863 w 85725"/>
                <a:gd name="csY9" fmla="*/ 57150 h 85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5725" h="85725">
                  <a:moveTo>
                    <a:pt x="42863" y="0"/>
                  </a:moveTo>
                  <a:cubicBezTo>
                    <a:pt x="19231" y="0"/>
                    <a:pt x="0" y="19231"/>
                    <a:pt x="0" y="42863"/>
                  </a:cubicBezTo>
                  <a:cubicBezTo>
                    <a:pt x="0" y="66494"/>
                    <a:pt x="19231" y="85725"/>
                    <a:pt x="42863" y="85725"/>
                  </a:cubicBezTo>
                  <a:cubicBezTo>
                    <a:pt x="66494" y="85725"/>
                    <a:pt x="85725" y="66494"/>
                    <a:pt x="85725" y="42863"/>
                  </a:cubicBezTo>
                  <a:cubicBezTo>
                    <a:pt x="85725" y="19231"/>
                    <a:pt x="66494" y="0"/>
                    <a:pt x="42863" y="0"/>
                  </a:cubicBezTo>
                  <a:close/>
                  <a:moveTo>
                    <a:pt x="42863" y="57150"/>
                  </a:moveTo>
                  <a:cubicBezTo>
                    <a:pt x="34976" y="57150"/>
                    <a:pt x="28575" y="50749"/>
                    <a:pt x="28575" y="42863"/>
                  </a:cubicBezTo>
                  <a:cubicBezTo>
                    <a:pt x="28575" y="34976"/>
                    <a:pt x="34976" y="28575"/>
                    <a:pt x="42863" y="28575"/>
                  </a:cubicBezTo>
                  <a:cubicBezTo>
                    <a:pt x="50749" y="28575"/>
                    <a:pt x="57150" y="34976"/>
                    <a:pt x="57150" y="42863"/>
                  </a:cubicBezTo>
                  <a:cubicBezTo>
                    <a:pt x="57150" y="50749"/>
                    <a:pt x="50749" y="57150"/>
                    <a:pt x="42863" y="57150"/>
                  </a:cubicBezTo>
                  <a:close/>
                </a:path>
              </a:pathLst>
            </a:custGeom>
            <a:grpFill/>
            <a:ln w="14288" cap="flat">
              <a:noFill/>
              <a:prstDash val="solid"/>
              <a:miter/>
            </a:ln>
          </p:spPr>
          <p:txBody>
            <a:bodyPr/>
            <a:lstStyle/>
            <a:p>
              <a:endParaRPr lang="en-GB"/>
            </a:p>
          </p:txBody>
        </p:sp>
        <p:sp>
          <p:nvSpPr>
            <p:cNvPr id="54" name="Freeform: Shape 53">
              <a:extLst>
                <a:ext uri="{FF2B5EF4-FFF2-40B4-BE49-F238E27FC236}">
                  <a16:creationId xmlns:a16="http://schemas.microsoft.com/office/drawing/2014/main" id="{92C0F11C-D59B-4E35-901A-E2C5B29B7517}"/>
                </a:ext>
              </a:extLst>
            </p:cNvPr>
            <p:cNvSpPr/>
            <p:nvPr/>
          </p:nvSpPr>
          <p:spPr>
            <a:xfrm>
              <a:off x="5056922" y="-47904"/>
              <a:ext cx="888382" cy="888382"/>
            </a:xfrm>
            <a:custGeom>
              <a:avLst/>
              <a:gdLst>
                <a:gd name="csX0" fmla="*/ 507721 w 888382"/>
                <a:gd name="csY0" fmla="*/ 374032 h 888382"/>
                <a:gd name="csX1" fmla="*/ 514350 w 888382"/>
                <a:gd name="csY1" fmla="*/ 316882 h 888382"/>
                <a:gd name="csX2" fmla="*/ 501120 w 888382"/>
                <a:gd name="csY2" fmla="*/ 236015 h 888382"/>
                <a:gd name="csX3" fmla="*/ 514350 w 888382"/>
                <a:gd name="csY3" fmla="*/ 222785 h 888382"/>
                <a:gd name="csX4" fmla="*/ 628650 w 888382"/>
                <a:gd name="csY4" fmla="*/ 337085 h 888382"/>
                <a:gd name="csX5" fmla="*/ 785813 w 888382"/>
                <a:gd name="csY5" fmla="*/ 179922 h 888382"/>
                <a:gd name="csX6" fmla="*/ 853064 w 888382"/>
                <a:gd name="csY6" fmla="*/ 247174 h 888382"/>
                <a:gd name="csX7" fmla="*/ 888383 w 888382"/>
                <a:gd name="csY7" fmla="*/ 0 h 888382"/>
                <a:gd name="csX8" fmla="*/ 641209 w 888382"/>
                <a:gd name="csY8" fmla="*/ 35319 h 888382"/>
                <a:gd name="csX9" fmla="*/ 708460 w 888382"/>
                <a:gd name="csY9" fmla="*/ 102570 h 888382"/>
                <a:gd name="csX10" fmla="*/ 628650 w 888382"/>
                <a:gd name="csY10" fmla="*/ 182380 h 888382"/>
                <a:gd name="csX11" fmla="*/ 514350 w 888382"/>
                <a:gd name="csY11" fmla="*/ 68080 h 888382"/>
                <a:gd name="csX12" fmla="*/ 442898 w 888382"/>
                <a:gd name="csY12" fmla="*/ 139532 h 888382"/>
                <a:gd name="csX13" fmla="*/ 257175 w 888382"/>
                <a:gd name="csY13" fmla="*/ 59707 h 888382"/>
                <a:gd name="csX14" fmla="*/ 0 w 888382"/>
                <a:gd name="csY14" fmla="*/ 316882 h 888382"/>
                <a:gd name="csX15" fmla="*/ 182566 w 888382"/>
                <a:gd name="csY15" fmla="*/ 562942 h 888382"/>
                <a:gd name="csX16" fmla="*/ 187423 w 888382"/>
                <a:gd name="csY16" fmla="*/ 571086 h 888382"/>
                <a:gd name="csX17" fmla="*/ 200011 w 888382"/>
                <a:gd name="csY17" fmla="*/ 615048 h 888382"/>
                <a:gd name="csX18" fmla="*/ 159106 w 888382"/>
                <a:gd name="csY18" fmla="*/ 762967 h 888382"/>
                <a:gd name="csX19" fmla="*/ 157163 w 888382"/>
                <a:gd name="csY19" fmla="*/ 782569 h 888382"/>
                <a:gd name="csX20" fmla="*/ 157163 w 888382"/>
                <a:gd name="csY20" fmla="*/ 788370 h 888382"/>
                <a:gd name="csX21" fmla="*/ 257175 w 888382"/>
                <a:gd name="csY21" fmla="*/ 888382 h 888382"/>
                <a:gd name="csX22" fmla="*/ 800100 w 888382"/>
                <a:gd name="csY22" fmla="*/ 888382 h 888382"/>
                <a:gd name="csX23" fmla="*/ 800100 w 888382"/>
                <a:gd name="csY23" fmla="*/ 774082 h 888382"/>
                <a:gd name="csX24" fmla="*/ 849292 w 888382"/>
                <a:gd name="csY24" fmla="*/ 774082 h 888382"/>
                <a:gd name="csX25" fmla="*/ 814745 w 888382"/>
                <a:gd name="csY25" fmla="*/ 681957 h 888382"/>
                <a:gd name="csX26" fmla="*/ 885825 w 888382"/>
                <a:gd name="csY26" fmla="*/ 729334 h 888382"/>
                <a:gd name="csX27" fmla="*/ 885825 w 888382"/>
                <a:gd name="csY27" fmla="*/ 437826 h 888382"/>
                <a:gd name="csX28" fmla="*/ 790142 w 888382"/>
                <a:gd name="csY28" fmla="*/ 374032 h 888382"/>
                <a:gd name="csX29" fmla="*/ 771525 w 888382"/>
                <a:gd name="csY29" fmla="*/ 402607 h 888382"/>
                <a:gd name="csX30" fmla="*/ 771525 w 888382"/>
                <a:gd name="csY30" fmla="*/ 631207 h 888382"/>
                <a:gd name="csX31" fmla="*/ 742950 w 888382"/>
                <a:gd name="csY31" fmla="*/ 631207 h 888382"/>
                <a:gd name="csX32" fmla="*/ 742950 w 888382"/>
                <a:gd name="csY32" fmla="*/ 516907 h 888382"/>
                <a:gd name="csX33" fmla="*/ 628650 w 888382"/>
                <a:gd name="csY33" fmla="*/ 516907 h 888382"/>
                <a:gd name="csX34" fmla="*/ 628650 w 888382"/>
                <a:gd name="csY34" fmla="*/ 431182 h 888382"/>
                <a:gd name="csX35" fmla="*/ 487204 w 888382"/>
                <a:gd name="csY35" fmla="*/ 431182 h 888382"/>
                <a:gd name="csX36" fmla="*/ 499334 w 888382"/>
                <a:gd name="csY36" fmla="*/ 402607 h 888382"/>
                <a:gd name="csX37" fmla="*/ 314339 w 888382"/>
                <a:gd name="csY37" fmla="*/ 615048 h 888382"/>
                <a:gd name="csX38" fmla="*/ 326927 w 888382"/>
                <a:gd name="csY38" fmla="*/ 571100 h 888382"/>
                <a:gd name="csX39" fmla="*/ 331784 w 888382"/>
                <a:gd name="csY39" fmla="*/ 562942 h 888382"/>
                <a:gd name="csX40" fmla="*/ 342900 w 888382"/>
                <a:gd name="csY40" fmla="*/ 559056 h 888382"/>
                <a:gd name="csX41" fmla="*/ 342900 w 888382"/>
                <a:gd name="csY41" fmla="*/ 631207 h 888382"/>
                <a:gd name="csX42" fmla="*/ 318811 w 888382"/>
                <a:gd name="csY42" fmla="*/ 631207 h 888382"/>
                <a:gd name="csX43" fmla="*/ 371475 w 888382"/>
                <a:gd name="csY43" fmla="*/ 546911 h 888382"/>
                <a:gd name="csX44" fmla="*/ 470859 w 888382"/>
                <a:gd name="csY44" fmla="*/ 459757 h 888382"/>
                <a:gd name="csX45" fmla="*/ 600075 w 888382"/>
                <a:gd name="csY45" fmla="*/ 459757 h 888382"/>
                <a:gd name="csX46" fmla="*/ 600075 w 888382"/>
                <a:gd name="csY46" fmla="*/ 516907 h 888382"/>
                <a:gd name="csX47" fmla="*/ 514350 w 888382"/>
                <a:gd name="csY47" fmla="*/ 516907 h 888382"/>
                <a:gd name="csX48" fmla="*/ 514350 w 888382"/>
                <a:gd name="csY48" fmla="*/ 631207 h 888382"/>
                <a:gd name="csX49" fmla="*/ 371475 w 888382"/>
                <a:gd name="csY49" fmla="*/ 631207 h 888382"/>
                <a:gd name="csX50" fmla="*/ 542925 w 888382"/>
                <a:gd name="csY50" fmla="*/ 545482 h 888382"/>
                <a:gd name="csX51" fmla="*/ 714375 w 888382"/>
                <a:gd name="csY51" fmla="*/ 545482 h 888382"/>
                <a:gd name="csX52" fmla="*/ 714375 w 888382"/>
                <a:gd name="csY52" fmla="*/ 631207 h 888382"/>
                <a:gd name="csX53" fmla="*/ 542925 w 888382"/>
                <a:gd name="csY53" fmla="*/ 631207 h 888382"/>
                <a:gd name="csX54" fmla="*/ 628650 w 888382"/>
                <a:gd name="csY54" fmla="*/ 222785 h 888382"/>
                <a:gd name="csX55" fmla="*/ 748865 w 888382"/>
                <a:gd name="csY55" fmla="*/ 102570 h 888382"/>
                <a:gd name="csX56" fmla="*/ 701816 w 888382"/>
                <a:gd name="csY56" fmla="*/ 55521 h 888382"/>
                <a:gd name="csX57" fmla="*/ 854693 w 888382"/>
                <a:gd name="csY57" fmla="*/ 33690 h 888382"/>
                <a:gd name="csX58" fmla="*/ 832861 w 888382"/>
                <a:gd name="csY58" fmla="*/ 186566 h 888382"/>
                <a:gd name="csX59" fmla="*/ 785813 w 888382"/>
                <a:gd name="csY59" fmla="*/ 139517 h 888382"/>
                <a:gd name="csX60" fmla="*/ 628650 w 888382"/>
                <a:gd name="csY60" fmla="*/ 296680 h 888382"/>
                <a:gd name="csX61" fmla="*/ 514350 w 888382"/>
                <a:gd name="csY61" fmla="*/ 182380 h 888382"/>
                <a:gd name="csX62" fmla="*/ 214098 w 888382"/>
                <a:gd name="csY62" fmla="*/ 482632 h 888382"/>
                <a:gd name="csX63" fmla="*/ 162906 w 888382"/>
                <a:gd name="csY63" fmla="*/ 459929 h 888382"/>
                <a:gd name="csX64" fmla="*/ 514350 w 888382"/>
                <a:gd name="csY64" fmla="*/ 108485 h 888382"/>
                <a:gd name="csX65" fmla="*/ 428625 w 888382"/>
                <a:gd name="csY65" fmla="*/ 316882 h 888382"/>
                <a:gd name="csX66" fmla="*/ 257175 w 888382"/>
                <a:gd name="csY66" fmla="*/ 488332 h 888382"/>
                <a:gd name="csX67" fmla="*/ 249203 w 888382"/>
                <a:gd name="csY67" fmla="*/ 487932 h 888382"/>
                <a:gd name="csX68" fmla="*/ 428211 w 888382"/>
                <a:gd name="csY68" fmla="*/ 308924 h 888382"/>
                <a:gd name="csX69" fmla="*/ 428625 w 888382"/>
                <a:gd name="csY69" fmla="*/ 316882 h 888382"/>
                <a:gd name="csX70" fmla="*/ 85725 w 888382"/>
                <a:gd name="csY70" fmla="*/ 316882 h 888382"/>
                <a:gd name="csX71" fmla="*/ 257175 w 888382"/>
                <a:gd name="csY71" fmla="*/ 145432 h 888382"/>
                <a:gd name="csX72" fmla="*/ 382362 w 888382"/>
                <a:gd name="csY72" fmla="*/ 200068 h 888382"/>
                <a:gd name="csX73" fmla="*/ 140389 w 888382"/>
                <a:gd name="csY73" fmla="*/ 442041 h 888382"/>
                <a:gd name="csX74" fmla="*/ 85725 w 888382"/>
                <a:gd name="csY74" fmla="*/ 316882 h 888382"/>
                <a:gd name="csX75" fmla="*/ 28575 w 888382"/>
                <a:gd name="csY75" fmla="*/ 316882 h 888382"/>
                <a:gd name="csX76" fmla="*/ 257175 w 888382"/>
                <a:gd name="csY76" fmla="*/ 88282 h 888382"/>
                <a:gd name="csX77" fmla="*/ 422710 w 888382"/>
                <a:gd name="csY77" fmla="*/ 159720 h 888382"/>
                <a:gd name="csX78" fmla="*/ 402550 w 888382"/>
                <a:gd name="csY78" fmla="*/ 179880 h 888382"/>
                <a:gd name="csX79" fmla="*/ 257175 w 888382"/>
                <a:gd name="csY79" fmla="*/ 116857 h 888382"/>
                <a:gd name="csX80" fmla="*/ 57150 w 888382"/>
                <a:gd name="csY80" fmla="*/ 316882 h 888382"/>
                <a:gd name="csX81" fmla="*/ 257175 w 888382"/>
                <a:gd name="csY81" fmla="*/ 516907 h 888382"/>
                <a:gd name="csX82" fmla="*/ 457200 w 888382"/>
                <a:gd name="csY82" fmla="*/ 316882 h 888382"/>
                <a:gd name="csX83" fmla="*/ 454085 w 888382"/>
                <a:gd name="csY83" fmla="*/ 283050 h 888382"/>
                <a:gd name="csX84" fmla="*/ 478260 w 888382"/>
                <a:gd name="csY84" fmla="*/ 258875 h 888382"/>
                <a:gd name="csX85" fmla="*/ 485775 w 888382"/>
                <a:gd name="csY85" fmla="*/ 316882 h 888382"/>
                <a:gd name="csX86" fmla="*/ 257175 w 888382"/>
                <a:gd name="csY86" fmla="*/ 545482 h 888382"/>
                <a:gd name="csX87" fmla="*/ 28575 w 888382"/>
                <a:gd name="csY87" fmla="*/ 316882 h 888382"/>
                <a:gd name="csX88" fmla="*/ 257175 w 888382"/>
                <a:gd name="csY88" fmla="*/ 574057 h 888382"/>
                <a:gd name="csX89" fmla="*/ 295080 w 888382"/>
                <a:gd name="csY89" fmla="*/ 570943 h 888382"/>
                <a:gd name="csX90" fmla="*/ 286707 w 888382"/>
                <a:gd name="csY90" fmla="*/ 602632 h 888382"/>
                <a:gd name="csX91" fmla="*/ 227628 w 888382"/>
                <a:gd name="csY91" fmla="*/ 602632 h 888382"/>
                <a:gd name="csX92" fmla="*/ 219256 w 888382"/>
                <a:gd name="csY92" fmla="*/ 570943 h 888382"/>
                <a:gd name="csX93" fmla="*/ 257175 w 888382"/>
                <a:gd name="csY93" fmla="*/ 574057 h 888382"/>
                <a:gd name="csX94" fmla="*/ 185738 w 888382"/>
                <a:gd name="csY94" fmla="*/ 788370 h 888382"/>
                <a:gd name="csX95" fmla="*/ 185738 w 888382"/>
                <a:gd name="csY95" fmla="*/ 782569 h 888382"/>
                <a:gd name="csX96" fmla="*/ 186881 w 888382"/>
                <a:gd name="csY96" fmla="*/ 769568 h 888382"/>
                <a:gd name="csX97" fmla="*/ 225185 w 888382"/>
                <a:gd name="csY97" fmla="*/ 631207 h 888382"/>
                <a:gd name="csX98" fmla="*/ 289665 w 888382"/>
                <a:gd name="csY98" fmla="*/ 631207 h 888382"/>
                <a:gd name="csX99" fmla="*/ 327241 w 888382"/>
                <a:gd name="csY99" fmla="*/ 768539 h 888382"/>
                <a:gd name="csX100" fmla="*/ 328613 w 888382"/>
                <a:gd name="csY100" fmla="*/ 782569 h 888382"/>
                <a:gd name="csX101" fmla="*/ 328613 w 888382"/>
                <a:gd name="csY101" fmla="*/ 788370 h 888382"/>
                <a:gd name="csX102" fmla="*/ 257175 w 888382"/>
                <a:gd name="csY102" fmla="*/ 859807 h 888382"/>
                <a:gd name="csX103" fmla="*/ 185738 w 888382"/>
                <a:gd name="csY103" fmla="*/ 788370 h 888382"/>
                <a:gd name="csX104" fmla="*/ 771525 w 888382"/>
                <a:gd name="csY104" fmla="*/ 859807 h 888382"/>
                <a:gd name="csX105" fmla="*/ 327027 w 888382"/>
                <a:gd name="csY105" fmla="*/ 859807 h 888382"/>
                <a:gd name="csX106" fmla="*/ 357188 w 888382"/>
                <a:gd name="csY106" fmla="*/ 788370 h 888382"/>
                <a:gd name="csX107" fmla="*/ 357188 w 888382"/>
                <a:gd name="csY107" fmla="*/ 782569 h 888382"/>
                <a:gd name="csX108" fmla="*/ 356745 w 888382"/>
                <a:gd name="csY108" fmla="*/ 774082 h 888382"/>
                <a:gd name="csX109" fmla="*/ 771525 w 888382"/>
                <a:gd name="csY109" fmla="*/ 774082 h 888382"/>
                <a:gd name="csX110" fmla="*/ 350458 w 888382"/>
                <a:gd name="csY110" fmla="*/ 745507 h 888382"/>
                <a:gd name="csX111" fmla="*/ 326727 w 888382"/>
                <a:gd name="csY111" fmla="*/ 659782 h 888382"/>
                <a:gd name="csX112" fmla="*/ 775911 w 888382"/>
                <a:gd name="csY112" fmla="*/ 659782 h 888382"/>
                <a:gd name="csX113" fmla="*/ 808058 w 888382"/>
                <a:gd name="csY113" fmla="*/ 745507 h 888382"/>
                <a:gd name="csX114" fmla="*/ 857250 w 888382"/>
                <a:gd name="csY114" fmla="*/ 675956 h 888382"/>
                <a:gd name="csX115" fmla="*/ 800100 w 888382"/>
                <a:gd name="csY115" fmla="*/ 637851 h 888382"/>
                <a:gd name="csX116" fmla="*/ 800100 w 888382"/>
                <a:gd name="csY116" fmla="*/ 415009 h 888382"/>
                <a:gd name="csX117" fmla="*/ 857250 w 888382"/>
                <a:gd name="csY117" fmla="*/ 453114 h 8883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Lst>
              <a:rect l="l" t="t" r="r" b="b"/>
              <a:pathLst>
                <a:path w="888382" h="888382">
                  <a:moveTo>
                    <a:pt x="507721" y="374032"/>
                  </a:moveTo>
                  <a:cubicBezTo>
                    <a:pt x="511921" y="355616"/>
                    <a:pt x="514350" y="336542"/>
                    <a:pt x="514350" y="316882"/>
                  </a:cubicBezTo>
                  <a:cubicBezTo>
                    <a:pt x="514350" y="289165"/>
                    <a:pt x="509749" y="262033"/>
                    <a:pt x="501120" y="236015"/>
                  </a:cubicBezTo>
                  <a:lnTo>
                    <a:pt x="514350" y="222785"/>
                  </a:lnTo>
                  <a:lnTo>
                    <a:pt x="628650" y="337085"/>
                  </a:lnTo>
                  <a:lnTo>
                    <a:pt x="785813" y="179922"/>
                  </a:lnTo>
                  <a:lnTo>
                    <a:pt x="853064" y="247174"/>
                  </a:lnTo>
                  <a:lnTo>
                    <a:pt x="888383" y="0"/>
                  </a:lnTo>
                  <a:lnTo>
                    <a:pt x="641209" y="35319"/>
                  </a:lnTo>
                  <a:lnTo>
                    <a:pt x="708460" y="102570"/>
                  </a:lnTo>
                  <a:lnTo>
                    <a:pt x="628650" y="182380"/>
                  </a:lnTo>
                  <a:lnTo>
                    <a:pt x="514350" y="68080"/>
                  </a:lnTo>
                  <a:lnTo>
                    <a:pt x="442898" y="139532"/>
                  </a:lnTo>
                  <a:cubicBezTo>
                    <a:pt x="394449" y="88811"/>
                    <a:pt x="327770" y="59707"/>
                    <a:pt x="257175" y="59707"/>
                  </a:cubicBezTo>
                  <a:cubicBezTo>
                    <a:pt x="115372" y="59707"/>
                    <a:pt x="0" y="175079"/>
                    <a:pt x="0" y="316882"/>
                  </a:cubicBezTo>
                  <a:cubicBezTo>
                    <a:pt x="0" y="432740"/>
                    <a:pt x="77052" y="530866"/>
                    <a:pt x="182566" y="562942"/>
                  </a:cubicBezTo>
                  <a:lnTo>
                    <a:pt x="187423" y="571086"/>
                  </a:lnTo>
                  <a:cubicBezTo>
                    <a:pt x="195353" y="584430"/>
                    <a:pt x="199668" y="599575"/>
                    <a:pt x="200011" y="615048"/>
                  </a:cubicBezTo>
                  <a:lnTo>
                    <a:pt x="159106" y="762967"/>
                  </a:lnTo>
                  <a:cubicBezTo>
                    <a:pt x="157820" y="769425"/>
                    <a:pt x="157163" y="776011"/>
                    <a:pt x="157163" y="782569"/>
                  </a:cubicBezTo>
                  <a:lnTo>
                    <a:pt x="157163" y="788370"/>
                  </a:lnTo>
                  <a:cubicBezTo>
                    <a:pt x="157163" y="843505"/>
                    <a:pt x="202040" y="888382"/>
                    <a:pt x="257175" y="888382"/>
                  </a:cubicBezTo>
                  <a:lnTo>
                    <a:pt x="800100" y="888382"/>
                  </a:lnTo>
                  <a:lnTo>
                    <a:pt x="800100" y="774082"/>
                  </a:lnTo>
                  <a:lnTo>
                    <a:pt x="849292" y="774082"/>
                  </a:lnTo>
                  <a:lnTo>
                    <a:pt x="814745" y="681957"/>
                  </a:lnTo>
                  <a:lnTo>
                    <a:pt x="885825" y="729334"/>
                  </a:lnTo>
                  <a:lnTo>
                    <a:pt x="885825" y="437826"/>
                  </a:lnTo>
                  <a:lnTo>
                    <a:pt x="790142" y="374032"/>
                  </a:lnTo>
                  <a:close/>
                  <a:moveTo>
                    <a:pt x="771525" y="402607"/>
                  </a:moveTo>
                  <a:lnTo>
                    <a:pt x="771525" y="631207"/>
                  </a:lnTo>
                  <a:lnTo>
                    <a:pt x="742950" y="631207"/>
                  </a:lnTo>
                  <a:lnTo>
                    <a:pt x="742950" y="516907"/>
                  </a:lnTo>
                  <a:lnTo>
                    <a:pt x="628650" y="516907"/>
                  </a:lnTo>
                  <a:lnTo>
                    <a:pt x="628650" y="431182"/>
                  </a:lnTo>
                  <a:lnTo>
                    <a:pt x="487204" y="431182"/>
                  </a:lnTo>
                  <a:cubicBezTo>
                    <a:pt x="491804" y="421953"/>
                    <a:pt x="495848" y="412423"/>
                    <a:pt x="499334" y="402607"/>
                  </a:cubicBezTo>
                  <a:close/>
                  <a:moveTo>
                    <a:pt x="314339" y="615048"/>
                  </a:moveTo>
                  <a:cubicBezTo>
                    <a:pt x="314668" y="599575"/>
                    <a:pt x="318997" y="584416"/>
                    <a:pt x="326927" y="571100"/>
                  </a:cubicBezTo>
                  <a:lnTo>
                    <a:pt x="331784" y="562942"/>
                  </a:lnTo>
                  <a:cubicBezTo>
                    <a:pt x="335556" y="561799"/>
                    <a:pt x="339200" y="560370"/>
                    <a:pt x="342900" y="559056"/>
                  </a:cubicBezTo>
                  <a:lnTo>
                    <a:pt x="342900" y="631207"/>
                  </a:lnTo>
                  <a:lnTo>
                    <a:pt x="318811" y="631207"/>
                  </a:lnTo>
                  <a:close/>
                  <a:moveTo>
                    <a:pt x="371475" y="546911"/>
                  </a:moveTo>
                  <a:cubicBezTo>
                    <a:pt x="411666" y="526852"/>
                    <a:pt x="445999" y="496805"/>
                    <a:pt x="470859" y="459757"/>
                  </a:cubicBezTo>
                  <a:lnTo>
                    <a:pt x="600075" y="459757"/>
                  </a:lnTo>
                  <a:lnTo>
                    <a:pt x="600075" y="516907"/>
                  </a:lnTo>
                  <a:lnTo>
                    <a:pt x="514350" y="516907"/>
                  </a:lnTo>
                  <a:lnTo>
                    <a:pt x="514350" y="631207"/>
                  </a:lnTo>
                  <a:lnTo>
                    <a:pt x="371475" y="631207"/>
                  </a:lnTo>
                  <a:close/>
                  <a:moveTo>
                    <a:pt x="542925" y="545482"/>
                  </a:moveTo>
                  <a:lnTo>
                    <a:pt x="714375" y="545482"/>
                  </a:lnTo>
                  <a:lnTo>
                    <a:pt x="714375" y="631207"/>
                  </a:lnTo>
                  <a:lnTo>
                    <a:pt x="542925" y="631207"/>
                  </a:lnTo>
                  <a:close/>
                  <a:moveTo>
                    <a:pt x="628650" y="222785"/>
                  </a:moveTo>
                  <a:lnTo>
                    <a:pt x="748865" y="102570"/>
                  </a:lnTo>
                  <a:lnTo>
                    <a:pt x="701816" y="55521"/>
                  </a:lnTo>
                  <a:lnTo>
                    <a:pt x="854693" y="33690"/>
                  </a:lnTo>
                  <a:lnTo>
                    <a:pt x="832861" y="186566"/>
                  </a:lnTo>
                  <a:lnTo>
                    <a:pt x="785813" y="139517"/>
                  </a:lnTo>
                  <a:lnTo>
                    <a:pt x="628650" y="296680"/>
                  </a:lnTo>
                  <a:lnTo>
                    <a:pt x="514350" y="182380"/>
                  </a:lnTo>
                  <a:lnTo>
                    <a:pt x="214098" y="482632"/>
                  </a:lnTo>
                  <a:cubicBezTo>
                    <a:pt x="195667" y="477831"/>
                    <a:pt x="178394" y="470173"/>
                    <a:pt x="162906" y="459929"/>
                  </a:cubicBezTo>
                  <a:lnTo>
                    <a:pt x="514350" y="108485"/>
                  </a:lnTo>
                  <a:close/>
                  <a:moveTo>
                    <a:pt x="428625" y="316882"/>
                  </a:moveTo>
                  <a:cubicBezTo>
                    <a:pt x="428625" y="411423"/>
                    <a:pt x="351715" y="488332"/>
                    <a:pt x="257175" y="488332"/>
                  </a:cubicBezTo>
                  <a:cubicBezTo>
                    <a:pt x="254489" y="488332"/>
                    <a:pt x="251860" y="488047"/>
                    <a:pt x="249203" y="487932"/>
                  </a:cubicBezTo>
                  <a:lnTo>
                    <a:pt x="428211" y="308924"/>
                  </a:lnTo>
                  <a:cubicBezTo>
                    <a:pt x="428325" y="311582"/>
                    <a:pt x="428625" y="314225"/>
                    <a:pt x="428625" y="316882"/>
                  </a:cubicBezTo>
                  <a:close/>
                  <a:moveTo>
                    <a:pt x="85725" y="316882"/>
                  </a:moveTo>
                  <a:cubicBezTo>
                    <a:pt x="85725" y="222342"/>
                    <a:pt x="162635" y="145432"/>
                    <a:pt x="257175" y="145432"/>
                  </a:cubicBezTo>
                  <a:cubicBezTo>
                    <a:pt x="305110" y="145432"/>
                    <a:pt x="349958" y="165321"/>
                    <a:pt x="382362" y="200068"/>
                  </a:cubicBezTo>
                  <a:lnTo>
                    <a:pt x="140389" y="442041"/>
                  </a:lnTo>
                  <a:cubicBezTo>
                    <a:pt x="106842" y="410737"/>
                    <a:pt x="85725" y="366274"/>
                    <a:pt x="85725" y="316882"/>
                  </a:cubicBezTo>
                  <a:close/>
                  <a:moveTo>
                    <a:pt x="28575" y="316882"/>
                  </a:moveTo>
                  <a:cubicBezTo>
                    <a:pt x="28575" y="190838"/>
                    <a:pt x="131131" y="88282"/>
                    <a:pt x="257175" y="88282"/>
                  </a:cubicBezTo>
                  <a:cubicBezTo>
                    <a:pt x="320140" y="88282"/>
                    <a:pt x="379605" y="114329"/>
                    <a:pt x="422710" y="159720"/>
                  </a:cubicBezTo>
                  <a:lnTo>
                    <a:pt x="402550" y="179880"/>
                  </a:lnTo>
                  <a:cubicBezTo>
                    <a:pt x="364817" y="139760"/>
                    <a:pt x="312782" y="116857"/>
                    <a:pt x="257175" y="116857"/>
                  </a:cubicBezTo>
                  <a:cubicBezTo>
                    <a:pt x="146876" y="116857"/>
                    <a:pt x="57150" y="206583"/>
                    <a:pt x="57150" y="316882"/>
                  </a:cubicBezTo>
                  <a:cubicBezTo>
                    <a:pt x="57150" y="427182"/>
                    <a:pt x="146876" y="516907"/>
                    <a:pt x="257175" y="516907"/>
                  </a:cubicBezTo>
                  <a:cubicBezTo>
                    <a:pt x="367475" y="516907"/>
                    <a:pt x="457200" y="427182"/>
                    <a:pt x="457200" y="316882"/>
                  </a:cubicBezTo>
                  <a:cubicBezTo>
                    <a:pt x="457200" y="305495"/>
                    <a:pt x="455986" y="294180"/>
                    <a:pt x="454085" y="283050"/>
                  </a:cubicBezTo>
                  <a:lnTo>
                    <a:pt x="478260" y="258875"/>
                  </a:lnTo>
                  <a:cubicBezTo>
                    <a:pt x="483189" y="277720"/>
                    <a:pt x="485775" y="297123"/>
                    <a:pt x="485775" y="316882"/>
                  </a:cubicBezTo>
                  <a:cubicBezTo>
                    <a:pt x="485775" y="442927"/>
                    <a:pt x="383219" y="545482"/>
                    <a:pt x="257175" y="545482"/>
                  </a:cubicBezTo>
                  <a:cubicBezTo>
                    <a:pt x="131131" y="545482"/>
                    <a:pt x="28575" y="442927"/>
                    <a:pt x="28575" y="316882"/>
                  </a:cubicBezTo>
                  <a:close/>
                  <a:moveTo>
                    <a:pt x="257175" y="574057"/>
                  </a:moveTo>
                  <a:cubicBezTo>
                    <a:pt x="270091" y="574057"/>
                    <a:pt x="282678" y="572786"/>
                    <a:pt x="295080" y="570943"/>
                  </a:cubicBezTo>
                  <a:cubicBezTo>
                    <a:pt x="290808" y="581058"/>
                    <a:pt x="288036" y="591731"/>
                    <a:pt x="286707" y="602632"/>
                  </a:cubicBezTo>
                  <a:lnTo>
                    <a:pt x="227628" y="602632"/>
                  </a:lnTo>
                  <a:cubicBezTo>
                    <a:pt x="226300" y="591731"/>
                    <a:pt x="223528" y="581058"/>
                    <a:pt x="219256" y="570943"/>
                  </a:cubicBezTo>
                  <a:cubicBezTo>
                    <a:pt x="231672" y="572786"/>
                    <a:pt x="244259" y="574057"/>
                    <a:pt x="257175" y="574057"/>
                  </a:cubicBezTo>
                  <a:close/>
                  <a:moveTo>
                    <a:pt x="185738" y="788370"/>
                  </a:moveTo>
                  <a:lnTo>
                    <a:pt x="185738" y="782569"/>
                  </a:lnTo>
                  <a:cubicBezTo>
                    <a:pt x="185738" y="777883"/>
                    <a:pt x="186195" y="773168"/>
                    <a:pt x="186881" y="769568"/>
                  </a:cubicBezTo>
                  <a:lnTo>
                    <a:pt x="225185" y="631207"/>
                  </a:lnTo>
                  <a:lnTo>
                    <a:pt x="289665" y="631207"/>
                  </a:lnTo>
                  <a:lnTo>
                    <a:pt x="327241" y="768539"/>
                  </a:lnTo>
                  <a:cubicBezTo>
                    <a:pt x="328155" y="773168"/>
                    <a:pt x="328613" y="777883"/>
                    <a:pt x="328613" y="782569"/>
                  </a:cubicBezTo>
                  <a:lnTo>
                    <a:pt x="328613" y="788370"/>
                  </a:lnTo>
                  <a:cubicBezTo>
                    <a:pt x="328613" y="827761"/>
                    <a:pt x="296566" y="859807"/>
                    <a:pt x="257175" y="859807"/>
                  </a:cubicBezTo>
                  <a:cubicBezTo>
                    <a:pt x="217784" y="859807"/>
                    <a:pt x="185738" y="827761"/>
                    <a:pt x="185738" y="788370"/>
                  </a:cubicBezTo>
                  <a:close/>
                  <a:moveTo>
                    <a:pt x="771525" y="859807"/>
                  </a:moveTo>
                  <a:lnTo>
                    <a:pt x="327027" y="859807"/>
                  </a:lnTo>
                  <a:cubicBezTo>
                    <a:pt x="345615" y="841634"/>
                    <a:pt x="357188" y="816345"/>
                    <a:pt x="357188" y="788370"/>
                  </a:cubicBezTo>
                  <a:lnTo>
                    <a:pt x="357188" y="782569"/>
                  </a:lnTo>
                  <a:cubicBezTo>
                    <a:pt x="357188" y="779783"/>
                    <a:pt x="357002" y="776954"/>
                    <a:pt x="356745" y="774082"/>
                  </a:cubicBezTo>
                  <a:lnTo>
                    <a:pt x="771525" y="774082"/>
                  </a:lnTo>
                  <a:close/>
                  <a:moveTo>
                    <a:pt x="350458" y="745507"/>
                  </a:moveTo>
                  <a:lnTo>
                    <a:pt x="326727" y="659782"/>
                  </a:lnTo>
                  <a:lnTo>
                    <a:pt x="775911" y="659782"/>
                  </a:lnTo>
                  <a:lnTo>
                    <a:pt x="808058" y="745507"/>
                  </a:lnTo>
                  <a:close/>
                  <a:moveTo>
                    <a:pt x="857250" y="675956"/>
                  </a:moveTo>
                  <a:lnTo>
                    <a:pt x="800100" y="637851"/>
                  </a:lnTo>
                  <a:lnTo>
                    <a:pt x="800100" y="415009"/>
                  </a:lnTo>
                  <a:lnTo>
                    <a:pt x="857250" y="453114"/>
                  </a:lnTo>
                  <a:close/>
                </a:path>
              </a:pathLst>
            </a:custGeom>
            <a:grpFill/>
            <a:ln w="14288" cap="flat">
              <a:noFill/>
              <a:prstDash val="solid"/>
              <a:miter/>
            </a:ln>
          </p:spPr>
          <p:txBody>
            <a:bodyPr/>
            <a:lstStyle/>
            <a:p>
              <a:endParaRPr lang="en-GB"/>
            </a:p>
          </p:txBody>
        </p:sp>
      </p:grpSp>
      <p:sp>
        <p:nvSpPr>
          <p:cNvPr id="56" name="Graphic 18">
            <a:extLst>
              <a:ext uri="{FF2B5EF4-FFF2-40B4-BE49-F238E27FC236}">
                <a16:creationId xmlns:a16="http://schemas.microsoft.com/office/drawing/2014/main" id="{F0D79A65-DB8C-804A-EE35-C4B3BA60B761}"/>
              </a:ext>
            </a:extLst>
          </p:cNvPr>
          <p:cNvSpPr>
            <a:spLocks noChangeAspect="1"/>
          </p:cNvSpPr>
          <p:nvPr/>
        </p:nvSpPr>
        <p:spPr>
          <a:xfrm>
            <a:off x="10370793" y="4195192"/>
            <a:ext cx="509904" cy="480913"/>
          </a:xfrm>
          <a:custGeom>
            <a:avLst/>
            <a:gdLst>
              <a:gd name="csX0" fmla="*/ 870956 w 910843"/>
              <a:gd name="csY0" fmla="*/ 0 h 859057"/>
              <a:gd name="csX1" fmla="*/ 365797 w 910843"/>
              <a:gd name="csY1" fmla="*/ 0 h 859057"/>
              <a:gd name="csX2" fmla="*/ 325910 w 910843"/>
              <a:gd name="csY2" fmla="*/ 39887 h 859057"/>
              <a:gd name="csX3" fmla="*/ 325910 w 910843"/>
              <a:gd name="csY3" fmla="*/ 419631 h 859057"/>
              <a:gd name="csX4" fmla="*/ 310574 w 910843"/>
              <a:gd name="csY4" fmla="*/ 407154 h 859057"/>
              <a:gd name="csX5" fmla="*/ 308009 w 910843"/>
              <a:gd name="csY5" fmla="*/ 393012 h 859057"/>
              <a:gd name="csX6" fmla="*/ 297681 w 910843"/>
              <a:gd name="csY6" fmla="*/ 375122 h 859057"/>
              <a:gd name="csX7" fmla="*/ 268547 w 910843"/>
              <a:gd name="csY7" fmla="*/ 367317 h 859057"/>
              <a:gd name="csX8" fmla="*/ 156606 w 910843"/>
              <a:gd name="csY8" fmla="*/ 431947 h 859057"/>
              <a:gd name="csX9" fmla="*/ 148800 w 910843"/>
              <a:gd name="csY9" fmla="*/ 461081 h 859057"/>
              <a:gd name="csX10" fmla="*/ 159128 w 910843"/>
              <a:gd name="csY10" fmla="*/ 478971 h 859057"/>
              <a:gd name="csX11" fmla="*/ 170090 w 910843"/>
              <a:gd name="csY11" fmla="*/ 488229 h 859057"/>
              <a:gd name="csX12" fmla="*/ 177568 w 910843"/>
              <a:gd name="csY12" fmla="*/ 524073 h 859057"/>
              <a:gd name="csX13" fmla="*/ 23117 w 910843"/>
              <a:gd name="csY13" fmla="*/ 613245 h 859057"/>
              <a:gd name="csX14" fmla="*/ 6188 w 910843"/>
              <a:gd name="csY14" fmla="*/ 676427 h 859057"/>
              <a:gd name="csX15" fmla="*/ 46321 w 910843"/>
              <a:gd name="csY15" fmla="*/ 699545 h 859057"/>
              <a:gd name="csX16" fmla="*/ 69371 w 910843"/>
              <a:gd name="csY16" fmla="*/ 693358 h 859057"/>
              <a:gd name="csX17" fmla="*/ 223297 w 910843"/>
              <a:gd name="csY17" fmla="*/ 604488 h 859057"/>
              <a:gd name="csX18" fmla="*/ 252440 w 910843"/>
              <a:gd name="csY18" fmla="*/ 630888 h 859057"/>
              <a:gd name="csX19" fmla="*/ 255004 w 910843"/>
              <a:gd name="csY19" fmla="*/ 645031 h 859057"/>
              <a:gd name="csX20" fmla="*/ 265333 w 910843"/>
              <a:gd name="csY20" fmla="*/ 662919 h 859057"/>
              <a:gd name="csX21" fmla="*/ 278286 w 910843"/>
              <a:gd name="csY21" fmla="*/ 672848 h 859057"/>
              <a:gd name="csX22" fmla="*/ 283853 w 910843"/>
              <a:gd name="csY22" fmla="*/ 673586 h 859057"/>
              <a:gd name="csX23" fmla="*/ 294468 w 910843"/>
              <a:gd name="csY23" fmla="*/ 670725 h 859057"/>
              <a:gd name="csX24" fmla="*/ 325912 w 910843"/>
              <a:gd name="csY24" fmla="*/ 652571 h 859057"/>
              <a:gd name="csX25" fmla="*/ 325912 w 910843"/>
              <a:gd name="csY25" fmla="*/ 697491 h 859057"/>
              <a:gd name="csX26" fmla="*/ 225679 w 910843"/>
              <a:gd name="csY26" fmla="*/ 697491 h 859057"/>
              <a:gd name="csX27" fmla="*/ 183540 w 910843"/>
              <a:gd name="csY27" fmla="*/ 739630 h 859057"/>
              <a:gd name="csX28" fmla="*/ 183540 w 910843"/>
              <a:gd name="csY28" fmla="*/ 759731 h 859057"/>
              <a:gd name="csX29" fmla="*/ 172226 w 910843"/>
              <a:gd name="csY29" fmla="*/ 759731 h 859057"/>
              <a:gd name="csX30" fmla="*/ 144014 w 910843"/>
              <a:gd name="csY30" fmla="*/ 787943 h 859057"/>
              <a:gd name="csX31" fmla="*/ 144014 w 910843"/>
              <a:gd name="csY31" fmla="*/ 830845 h 859057"/>
              <a:gd name="csX32" fmla="*/ 172226 w 910843"/>
              <a:gd name="csY32" fmla="*/ 859057 h 859057"/>
              <a:gd name="csX33" fmla="*/ 417855 w 910843"/>
              <a:gd name="csY33" fmla="*/ 859057 h 859057"/>
              <a:gd name="csX34" fmla="*/ 438074 w 910843"/>
              <a:gd name="csY34" fmla="*/ 850480 h 859057"/>
              <a:gd name="csX35" fmla="*/ 870956 w 910843"/>
              <a:gd name="csY35" fmla="*/ 850480 h 859057"/>
              <a:gd name="csX36" fmla="*/ 910844 w 910843"/>
              <a:gd name="csY36" fmla="*/ 810592 h 859057"/>
              <a:gd name="csX37" fmla="*/ 910844 w 910843"/>
              <a:gd name="csY37" fmla="*/ 39887 h 859057"/>
              <a:gd name="csX38" fmla="*/ 870956 w 910843"/>
              <a:gd name="csY38" fmla="*/ 0 h 859057"/>
              <a:gd name="csX39" fmla="*/ 276559 w 910843"/>
              <a:gd name="csY39" fmla="*/ 395685 h 859057"/>
              <a:gd name="csX40" fmla="*/ 279641 w 910843"/>
              <a:gd name="csY40" fmla="*/ 401022 h 859057"/>
              <a:gd name="csX41" fmla="*/ 180252 w 910843"/>
              <a:gd name="csY41" fmla="*/ 458404 h 859057"/>
              <a:gd name="csX42" fmla="*/ 177171 w 910843"/>
              <a:gd name="csY42" fmla="*/ 453067 h 859057"/>
              <a:gd name="csX43" fmla="*/ 55083 w 910843"/>
              <a:gd name="csY43" fmla="*/ 668609 h 859057"/>
              <a:gd name="csX44" fmla="*/ 30935 w 910843"/>
              <a:gd name="csY44" fmla="*/ 662138 h 859057"/>
              <a:gd name="csX45" fmla="*/ 37406 w 910843"/>
              <a:gd name="csY45" fmla="*/ 637989 h 859057"/>
              <a:gd name="csX46" fmla="*/ 188039 w 910843"/>
              <a:gd name="csY46" fmla="*/ 551021 h 859057"/>
              <a:gd name="csX47" fmla="*/ 196840 w 910843"/>
              <a:gd name="csY47" fmla="*/ 567903 h 859057"/>
              <a:gd name="csX48" fmla="*/ 205545 w 910843"/>
              <a:gd name="csY48" fmla="*/ 581739 h 859057"/>
              <a:gd name="csX49" fmla="*/ 221586 w 910843"/>
              <a:gd name="csY49" fmla="*/ 553614 h 859057"/>
              <a:gd name="csX50" fmla="*/ 198142 w 910843"/>
              <a:gd name="csY50" fmla="*/ 481071 h 859057"/>
              <a:gd name="csX51" fmla="*/ 290327 w 910843"/>
              <a:gd name="csY51" fmla="*/ 427848 h 859057"/>
              <a:gd name="csX52" fmla="*/ 341428 w 910843"/>
              <a:gd name="csY52" fmla="*/ 484423 h 859057"/>
              <a:gd name="csX53" fmla="*/ 364872 w 910843"/>
              <a:gd name="csY53" fmla="*/ 556968 h 859057"/>
              <a:gd name="csX54" fmla="*/ 272687 w 910843"/>
              <a:gd name="csY54" fmla="*/ 610191 h 859057"/>
              <a:gd name="csX55" fmla="*/ 221586 w 910843"/>
              <a:gd name="csY55" fmla="*/ 553614 h 859057"/>
              <a:gd name="csX56" fmla="*/ 286455 w 910843"/>
              <a:gd name="csY56" fmla="*/ 642354 h 859057"/>
              <a:gd name="csX57" fmla="*/ 283374 w 910843"/>
              <a:gd name="csY57" fmla="*/ 637017 h 859057"/>
              <a:gd name="csX58" fmla="*/ 382761 w 910843"/>
              <a:gd name="csY58" fmla="*/ 579635 h 859057"/>
              <a:gd name="csX59" fmla="*/ 385842 w 910843"/>
              <a:gd name="csY59" fmla="*/ 584971 h 859057"/>
              <a:gd name="csX60" fmla="*/ 212113 w 910843"/>
              <a:gd name="csY60" fmla="*/ 739628 h 859057"/>
              <a:gd name="csX61" fmla="*/ 225678 w 910843"/>
              <a:gd name="csY61" fmla="*/ 726064 h 859057"/>
              <a:gd name="csX62" fmla="*/ 364402 w 910843"/>
              <a:gd name="csY62" fmla="*/ 726064 h 859057"/>
              <a:gd name="csX63" fmla="*/ 377966 w 910843"/>
              <a:gd name="csY63" fmla="*/ 739628 h 859057"/>
              <a:gd name="csX64" fmla="*/ 377966 w 910843"/>
              <a:gd name="csY64" fmla="*/ 759729 h 859057"/>
              <a:gd name="csX65" fmla="*/ 212112 w 910843"/>
              <a:gd name="csY65" fmla="*/ 759729 h 859057"/>
              <a:gd name="csX66" fmla="*/ 212112 w 910843"/>
              <a:gd name="csY66" fmla="*/ 739628 h 859057"/>
              <a:gd name="csX67" fmla="*/ 417493 w 910843"/>
              <a:gd name="csY67" fmla="*/ 830482 h 859057"/>
              <a:gd name="csX68" fmla="*/ 172589 w 910843"/>
              <a:gd name="csY68" fmla="*/ 830482 h 859057"/>
              <a:gd name="csX69" fmla="*/ 172589 w 910843"/>
              <a:gd name="csY69" fmla="*/ 788304 h 859057"/>
              <a:gd name="csX70" fmla="*/ 417494 w 910843"/>
              <a:gd name="csY70" fmla="*/ 788304 h 859057"/>
              <a:gd name="csX71" fmla="*/ 417494 w 910843"/>
              <a:gd name="csY71" fmla="*/ 830482 h 859057"/>
              <a:gd name="csX72" fmla="*/ 882269 w 910843"/>
              <a:gd name="csY72" fmla="*/ 810592 h 859057"/>
              <a:gd name="csX73" fmla="*/ 870956 w 910843"/>
              <a:gd name="csY73" fmla="*/ 821905 h 859057"/>
              <a:gd name="csX74" fmla="*/ 446068 w 910843"/>
              <a:gd name="csY74" fmla="*/ 821905 h 859057"/>
              <a:gd name="csX75" fmla="*/ 446068 w 910843"/>
              <a:gd name="csY75" fmla="*/ 787943 h 859057"/>
              <a:gd name="csX76" fmla="*/ 417853 w 910843"/>
              <a:gd name="csY76" fmla="*/ 759731 h 859057"/>
              <a:gd name="csX77" fmla="*/ 406541 w 910843"/>
              <a:gd name="csY77" fmla="*/ 759731 h 859057"/>
              <a:gd name="csX78" fmla="*/ 406541 w 910843"/>
              <a:gd name="csY78" fmla="*/ 739630 h 859057"/>
              <a:gd name="csX79" fmla="*/ 364402 w 910843"/>
              <a:gd name="csY79" fmla="*/ 697491 h 859057"/>
              <a:gd name="csX80" fmla="*/ 354485 w 910843"/>
              <a:gd name="csY80" fmla="*/ 697491 h 859057"/>
              <a:gd name="csX81" fmla="*/ 354485 w 910843"/>
              <a:gd name="csY81" fmla="*/ 636074 h 859057"/>
              <a:gd name="csX82" fmla="*/ 406406 w 910843"/>
              <a:gd name="csY82" fmla="*/ 606097 h 859057"/>
              <a:gd name="csX83" fmla="*/ 414214 w 910843"/>
              <a:gd name="csY83" fmla="*/ 576963 h 859057"/>
              <a:gd name="csX84" fmla="*/ 403886 w 910843"/>
              <a:gd name="csY84" fmla="*/ 559075 h 859057"/>
              <a:gd name="csX85" fmla="*/ 392918 w 910843"/>
              <a:gd name="csY85" fmla="*/ 549783 h 859057"/>
              <a:gd name="csX86" fmla="*/ 366174 w 910843"/>
              <a:gd name="csY86" fmla="*/ 470139 h 859057"/>
              <a:gd name="csX87" fmla="*/ 354485 w 910843"/>
              <a:gd name="csY87" fmla="*/ 452014 h 859057"/>
              <a:gd name="csX88" fmla="*/ 354485 w 910843"/>
              <a:gd name="csY88" fmla="*/ 39887 h 859057"/>
              <a:gd name="csX89" fmla="*/ 365797 w 910843"/>
              <a:gd name="csY89" fmla="*/ 28575 h 859057"/>
              <a:gd name="csX90" fmla="*/ 870956 w 910843"/>
              <a:gd name="csY90" fmla="*/ 28575 h 859057"/>
              <a:gd name="csX91" fmla="*/ 882269 w 910843"/>
              <a:gd name="csY91" fmla="*/ 39887 h 859057"/>
              <a:gd name="csX92" fmla="*/ 840810 w 910843"/>
              <a:gd name="csY92" fmla="*/ 409882 h 859057"/>
              <a:gd name="csX93" fmla="*/ 826522 w 910843"/>
              <a:gd name="csY93" fmla="*/ 424169 h 859057"/>
              <a:gd name="csX94" fmla="*/ 654122 w 910843"/>
              <a:gd name="csY94" fmla="*/ 424169 h 859057"/>
              <a:gd name="csX95" fmla="*/ 639835 w 910843"/>
              <a:gd name="csY95" fmla="*/ 409882 h 859057"/>
              <a:gd name="csX96" fmla="*/ 654122 w 910843"/>
              <a:gd name="csY96" fmla="*/ 395594 h 859057"/>
              <a:gd name="csX97" fmla="*/ 826522 w 910843"/>
              <a:gd name="csY97" fmla="*/ 395594 h 859057"/>
              <a:gd name="csX98" fmla="*/ 840810 w 910843"/>
              <a:gd name="csY98" fmla="*/ 409882 h 859057"/>
              <a:gd name="csX99" fmla="*/ 840810 w 910843"/>
              <a:gd name="csY99" fmla="*/ 345382 h 859057"/>
              <a:gd name="csX100" fmla="*/ 826522 w 910843"/>
              <a:gd name="csY100" fmla="*/ 359670 h 859057"/>
              <a:gd name="csX101" fmla="*/ 654122 w 910843"/>
              <a:gd name="csY101" fmla="*/ 359670 h 859057"/>
              <a:gd name="csX102" fmla="*/ 639835 w 910843"/>
              <a:gd name="csY102" fmla="*/ 345382 h 859057"/>
              <a:gd name="csX103" fmla="*/ 654122 w 910843"/>
              <a:gd name="csY103" fmla="*/ 331095 h 859057"/>
              <a:gd name="csX104" fmla="*/ 826522 w 910843"/>
              <a:gd name="csY104" fmla="*/ 331095 h 859057"/>
              <a:gd name="csX105" fmla="*/ 840810 w 910843"/>
              <a:gd name="csY105" fmla="*/ 345382 h 859057"/>
              <a:gd name="csX106" fmla="*/ 674886 w 910843"/>
              <a:gd name="csY106" fmla="*/ 147234 h 859057"/>
              <a:gd name="csX107" fmla="*/ 608179 w 910843"/>
              <a:gd name="csY107" fmla="*/ 205995 h 859057"/>
              <a:gd name="csX108" fmla="*/ 598735 w 910843"/>
              <a:gd name="csY108" fmla="*/ 209562 h 859057"/>
              <a:gd name="csX109" fmla="*/ 597512 w 910843"/>
              <a:gd name="csY109" fmla="*/ 209510 h 859057"/>
              <a:gd name="csX110" fmla="*/ 587601 w 910843"/>
              <a:gd name="csY110" fmla="*/ 204229 h 859057"/>
              <a:gd name="csX111" fmla="*/ 560178 w 910843"/>
              <a:gd name="csY111" fmla="*/ 170130 h 859057"/>
              <a:gd name="csX112" fmla="*/ 562357 w 910843"/>
              <a:gd name="csY112" fmla="*/ 150042 h 859057"/>
              <a:gd name="csX113" fmla="*/ 582445 w 910843"/>
              <a:gd name="csY113" fmla="*/ 152221 h 859057"/>
              <a:gd name="csX114" fmla="*/ 600505 w 910843"/>
              <a:gd name="csY114" fmla="*/ 174675 h 859057"/>
              <a:gd name="csX115" fmla="*/ 655997 w 910843"/>
              <a:gd name="csY115" fmla="*/ 125793 h 859057"/>
              <a:gd name="csX116" fmla="*/ 676162 w 910843"/>
              <a:gd name="csY116" fmla="*/ 127069 h 859057"/>
              <a:gd name="csX117" fmla="*/ 674886 w 910843"/>
              <a:gd name="csY117" fmla="*/ 147234 h 859057"/>
              <a:gd name="csX118" fmla="*/ 731075 w 910843"/>
              <a:gd name="csY118" fmla="*/ 165894 h 859057"/>
              <a:gd name="csX119" fmla="*/ 618377 w 910843"/>
              <a:gd name="csY119" fmla="*/ 53196 h 859057"/>
              <a:gd name="csX120" fmla="*/ 505679 w 910843"/>
              <a:gd name="csY120" fmla="*/ 165894 h 859057"/>
              <a:gd name="csX121" fmla="*/ 618377 w 910843"/>
              <a:gd name="csY121" fmla="*/ 278592 h 859057"/>
              <a:gd name="csX122" fmla="*/ 731075 w 910843"/>
              <a:gd name="csY122" fmla="*/ 165894 h 859057"/>
              <a:gd name="csX123" fmla="*/ 618377 w 910843"/>
              <a:gd name="csY123" fmla="*/ 250017 h 859057"/>
              <a:gd name="csX124" fmla="*/ 534254 w 910843"/>
              <a:gd name="csY124" fmla="*/ 165894 h 859057"/>
              <a:gd name="csX125" fmla="*/ 618377 w 910843"/>
              <a:gd name="csY125" fmla="*/ 81771 h 859057"/>
              <a:gd name="csX126" fmla="*/ 702500 w 910843"/>
              <a:gd name="csY126" fmla="*/ 165894 h 859057"/>
              <a:gd name="csX127" fmla="*/ 618377 w 910843"/>
              <a:gd name="csY127" fmla="*/ 250017 h 859057"/>
              <a:gd name="csX128" fmla="*/ 589664 w 910843"/>
              <a:gd name="csY128" fmla="*/ 310250 h 859057"/>
              <a:gd name="csX129" fmla="*/ 483476 w 910843"/>
              <a:gd name="csY129" fmla="*/ 310250 h 859057"/>
              <a:gd name="csX130" fmla="*/ 469188 w 910843"/>
              <a:gd name="csY130" fmla="*/ 324537 h 859057"/>
              <a:gd name="csX131" fmla="*/ 469188 w 910843"/>
              <a:gd name="csY131" fmla="*/ 430725 h 859057"/>
              <a:gd name="csX132" fmla="*/ 483476 w 910843"/>
              <a:gd name="csY132" fmla="*/ 445013 h 859057"/>
              <a:gd name="csX133" fmla="*/ 589664 w 910843"/>
              <a:gd name="csY133" fmla="*/ 445013 h 859057"/>
              <a:gd name="csX134" fmla="*/ 603952 w 910843"/>
              <a:gd name="csY134" fmla="*/ 430725 h 859057"/>
              <a:gd name="csX135" fmla="*/ 603952 w 910843"/>
              <a:gd name="csY135" fmla="*/ 324537 h 859057"/>
              <a:gd name="csX136" fmla="*/ 589664 w 910843"/>
              <a:gd name="csY136" fmla="*/ 310250 h 859057"/>
              <a:gd name="csX137" fmla="*/ 575377 w 910843"/>
              <a:gd name="csY137" fmla="*/ 416438 h 859057"/>
              <a:gd name="csX138" fmla="*/ 497763 w 910843"/>
              <a:gd name="csY138" fmla="*/ 416438 h 859057"/>
              <a:gd name="csX139" fmla="*/ 497763 w 910843"/>
              <a:gd name="csY139" fmla="*/ 338825 h 859057"/>
              <a:gd name="csX140" fmla="*/ 575377 w 910843"/>
              <a:gd name="csY140" fmla="*/ 338825 h 859057"/>
              <a:gd name="csX141" fmla="*/ 589664 w 910843"/>
              <a:gd name="csY141" fmla="*/ 477483 h 859057"/>
              <a:gd name="csX142" fmla="*/ 483476 w 910843"/>
              <a:gd name="csY142" fmla="*/ 477483 h 859057"/>
              <a:gd name="csX143" fmla="*/ 469188 w 910843"/>
              <a:gd name="csY143" fmla="*/ 491770 h 859057"/>
              <a:gd name="csX144" fmla="*/ 469188 w 910843"/>
              <a:gd name="csY144" fmla="*/ 597959 h 859057"/>
              <a:gd name="csX145" fmla="*/ 483476 w 910843"/>
              <a:gd name="csY145" fmla="*/ 612246 h 859057"/>
              <a:gd name="csX146" fmla="*/ 589664 w 910843"/>
              <a:gd name="csY146" fmla="*/ 612246 h 859057"/>
              <a:gd name="csX147" fmla="*/ 603952 w 910843"/>
              <a:gd name="csY147" fmla="*/ 597959 h 859057"/>
              <a:gd name="csX148" fmla="*/ 603952 w 910843"/>
              <a:gd name="csY148" fmla="*/ 491770 h 859057"/>
              <a:gd name="csX149" fmla="*/ 589664 w 910843"/>
              <a:gd name="csY149" fmla="*/ 477483 h 859057"/>
              <a:gd name="csX150" fmla="*/ 575377 w 910843"/>
              <a:gd name="csY150" fmla="*/ 583669 h 859057"/>
              <a:gd name="csX151" fmla="*/ 497763 w 910843"/>
              <a:gd name="csY151" fmla="*/ 583669 h 859057"/>
              <a:gd name="csX152" fmla="*/ 497763 w 910843"/>
              <a:gd name="csY152" fmla="*/ 506056 h 859057"/>
              <a:gd name="csX153" fmla="*/ 575377 w 910843"/>
              <a:gd name="csY153" fmla="*/ 506056 h 859057"/>
              <a:gd name="csX154" fmla="*/ 589664 w 910843"/>
              <a:gd name="csY154" fmla="*/ 644713 h 859057"/>
              <a:gd name="csX155" fmla="*/ 483476 w 910843"/>
              <a:gd name="csY155" fmla="*/ 644713 h 859057"/>
              <a:gd name="csX156" fmla="*/ 469188 w 910843"/>
              <a:gd name="csY156" fmla="*/ 659000 h 859057"/>
              <a:gd name="csX157" fmla="*/ 469188 w 910843"/>
              <a:gd name="csY157" fmla="*/ 765189 h 859057"/>
              <a:gd name="csX158" fmla="*/ 483476 w 910843"/>
              <a:gd name="csY158" fmla="*/ 779476 h 859057"/>
              <a:gd name="csX159" fmla="*/ 589664 w 910843"/>
              <a:gd name="csY159" fmla="*/ 779476 h 859057"/>
              <a:gd name="csX160" fmla="*/ 603952 w 910843"/>
              <a:gd name="csY160" fmla="*/ 765189 h 859057"/>
              <a:gd name="csX161" fmla="*/ 603952 w 910843"/>
              <a:gd name="csY161" fmla="*/ 659000 h 859057"/>
              <a:gd name="csX162" fmla="*/ 589664 w 910843"/>
              <a:gd name="csY162" fmla="*/ 644713 h 859057"/>
              <a:gd name="csX163" fmla="*/ 575377 w 910843"/>
              <a:gd name="csY163" fmla="*/ 750901 h 859057"/>
              <a:gd name="csX164" fmla="*/ 497763 w 910843"/>
              <a:gd name="csY164" fmla="*/ 750901 h 859057"/>
              <a:gd name="csX165" fmla="*/ 497763 w 910843"/>
              <a:gd name="csY165" fmla="*/ 673288 h 859057"/>
              <a:gd name="csX166" fmla="*/ 575377 w 910843"/>
              <a:gd name="csY166" fmla="*/ 673288 h 859057"/>
              <a:gd name="csX167" fmla="*/ 840810 w 910843"/>
              <a:gd name="csY167" fmla="*/ 577113 h 859057"/>
              <a:gd name="csX168" fmla="*/ 826522 w 910843"/>
              <a:gd name="csY168" fmla="*/ 591401 h 859057"/>
              <a:gd name="csX169" fmla="*/ 654122 w 910843"/>
              <a:gd name="csY169" fmla="*/ 591401 h 859057"/>
              <a:gd name="csX170" fmla="*/ 639835 w 910843"/>
              <a:gd name="csY170" fmla="*/ 577113 h 859057"/>
              <a:gd name="csX171" fmla="*/ 654122 w 910843"/>
              <a:gd name="csY171" fmla="*/ 562826 h 859057"/>
              <a:gd name="csX172" fmla="*/ 826522 w 910843"/>
              <a:gd name="csY172" fmla="*/ 562826 h 859057"/>
              <a:gd name="csX173" fmla="*/ 840810 w 910843"/>
              <a:gd name="csY173" fmla="*/ 577113 h 859057"/>
              <a:gd name="csX174" fmla="*/ 840810 w 910843"/>
              <a:gd name="csY174" fmla="*/ 512614 h 859057"/>
              <a:gd name="csX175" fmla="*/ 826522 w 910843"/>
              <a:gd name="csY175" fmla="*/ 526902 h 859057"/>
              <a:gd name="csX176" fmla="*/ 654122 w 910843"/>
              <a:gd name="csY176" fmla="*/ 526902 h 859057"/>
              <a:gd name="csX177" fmla="*/ 639835 w 910843"/>
              <a:gd name="csY177" fmla="*/ 512614 h 859057"/>
              <a:gd name="csX178" fmla="*/ 654122 w 910843"/>
              <a:gd name="csY178" fmla="*/ 498327 h 859057"/>
              <a:gd name="csX179" fmla="*/ 826522 w 910843"/>
              <a:gd name="csY179" fmla="*/ 498327 h 859057"/>
              <a:gd name="csX180" fmla="*/ 840810 w 910843"/>
              <a:gd name="csY180" fmla="*/ 512614 h 859057"/>
              <a:gd name="csX181" fmla="*/ 840810 w 910843"/>
              <a:gd name="csY181" fmla="*/ 679846 h 859057"/>
              <a:gd name="csX182" fmla="*/ 826522 w 910843"/>
              <a:gd name="csY182" fmla="*/ 694133 h 859057"/>
              <a:gd name="csX183" fmla="*/ 654122 w 910843"/>
              <a:gd name="csY183" fmla="*/ 694133 h 859057"/>
              <a:gd name="csX184" fmla="*/ 639835 w 910843"/>
              <a:gd name="csY184" fmla="*/ 679846 h 859057"/>
              <a:gd name="csX185" fmla="*/ 654122 w 910843"/>
              <a:gd name="csY185" fmla="*/ 665558 h 859057"/>
              <a:gd name="csX186" fmla="*/ 826522 w 910843"/>
              <a:gd name="csY186" fmla="*/ 665558 h 859057"/>
              <a:gd name="csX187" fmla="*/ 840810 w 910843"/>
              <a:gd name="csY187" fmla="*/ 679846 h 859057"/>
              <a:gd name="csX188" fmla="*/ 840810 w 910843"/>
              <a:gd name="csY188" fmla="*/ 744345 h 859057"/>
              <a:gd name="csX189" fmla="*/ 826522 w 910843"/>
              <a:gd name="csY189" fmla="*/ 758632 h 859057"/>
              <a:gd name="csX190" fmla="*/ 654122 w 910843"/>
              <a:gd name="csY190" fmla="*/ 758632 h 859057"/>
              <a:gd name="csX191" fmla="*/ 639835 w 910843"/>
              <a:gd name="csY191" fmla="*/ 744345 h 859057"/>
              <a:gd name="csX192" fmla="*/ 654122 w 910843"/>
              <a:gd name="csY192" fmla="*/ 730057 h 859057"/>
              <a:gd name="csX193" fmla="*/ 826522 w 910843"/>
              <a:gd name="csY193" fmla="*/ 730057 h 859057"/>
              <a:gd name="csX194" fmla="*/ 840810 w 910843"/>
              <a:gd name="csY194" fmla="*/ 744345 h 8590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Lst>
            <a:rect l="l" t="t" r="r" b="b"/>
            <a:pathLst>
              <a:path w="910843" h="859057">
                <a:moveTo>
                  <a:pt x="870956" y="0"/>
                </a:moveTo>
                <a:lnTo>
                  <a:pt x="365797" y="0"/>
                </a:lnTo>
                <a:cubicBezTo>
                  <a:pt x="343803" y="0"/>
                  <a:pt x="325910" y="17893"/>
                  <a:pt x="325910" y="39887"/>
                </a:cubicBezTo>
                <a:lnTo>
                  <a:pt x="325910" y="419631"/>
                </a:lnTo>
                <a:cubicBezTo>
                  <a:pt x="320945" y="415105"/>
                  <a:pt x="315817" y="410944"/>
                  <a:pt x="310574" y="407154"/>
                </a:cubicBezTo>
                <a:cubicBezTo>
                  <a:pt x="311390" y="402284"/>
                  <a:pt x="310504" y="397332"/>
                  <a:pt x="308009" y="393012"/>
                </a:cubicBezTo>
                <a:lnTo>
                  <a:pt x="297681" y="375122"/>
                </a:lnTo>
                <a:cubicBezTo>
                  <a:pt x="291800" y="364940"/>
                  <a:pt x="278732" y="361440"/>
                  <a:pt x="268547" y="367317"/>
                </a:cubicBezTo>
                <a:lnTo>
                  <a:pt x="156606" y="431947"/>
                </a:lnTo>
                <a:cubicBezTo>
                  <a:pt x="146423" y="437828"/>
                  <a:pt x="142921" y="450897"/>
                  <a:pt x="148800" y="461081"/>
                </a:cubicBezTo>
                <a:lnTo>
                  <a:pt x="159128" y="478971"/>
                </a:lnTo>
                <a:cubicBezTo>
                  <a:pt x="161691" y="483410"/>
                  <a:pt x="165629" y="486552"/>
                  <a:pt x="170090" y="488229"/>
                </a:cubicBezTo>
                <a:cubicBezTo>
                  <a:pt x="171296" y="499986"/>
                  <a:pt x="173819" y="512039"/>
                  <a:pt x="177568" y="524073"/>
                </a:cubicBezTo>
                <a:lnTo>
                  <a:pt x="23117" y="613245"/>
                </a:lnTo>
                <a:cubicBezTo>
                  <a:pt x="1030" y="625996"/>
                  <a:pt x="-6564" y="654339"/>
                  <a:pt x="6188" y="676427"/>
                </a:cubicBezTo>
                <a:cubicBezTo>
                  <a:pt x="14746" y="691249"/>
                  <a:pt x="30325" y="699545"/>
                  <a:pt x="46321" y="699545"/>
                </a:cubicBezTo>
                <a:cubicBezTo>
                  <a:pt x="54163" y="699545"/>
                  <a:pt x="62105" y="697552"/>
                  <a:pt x="69371" y="693358"/>
                </a:cubicBezTo>
                <a:lnTo>
                  <a:pt x="223297" y="604488"/>
                </a:lnTo>
                <a:cubicBezTo>
                  <a:pt x="232357" y="614579"/>
                  <a:pt x="242172" y="623464"/>
                  <a:pt x="252440" y="630888"/>
                </a:cubicBezTo>
                <a:cubicBezTo>
                  <a:pt x="251624" y="635756"/>
                  <a:pt x="252509" y="640709"/>
                  <a:pt x="255004" y="645031"/>
                </a:cubicBezTo>
                <a:lnTo>
                  <a:pt x="265333" y="662919"/>
                </a:lnTo>
                <a:cubicBezTo>
                  <a:pt x="268178" y="667846"/>
                  <a:pt x="272778" y="671373"/>
                  <a:pt x="278286" y="672848"/>
                </a:cubicBezTo>
                <a:cubicBezTo>
                  <a:pt x="280127" y="673341"/>
                  <a:pt x="281997" y="673586"/>
                  <a:pt x="283853" y="673586"/>
                </a:cubicBezTo>
                <a:cubicBezTo>
                  <a:pt x="287546" y="673586"/>
                  <a:pt x="291188" y="672618"/>
                  <a:pt x="294468" y="670725"/>
                </a:cubicBezTo>
                <a:lnTo>
                  <a:pt x="325912" y="652571"/>
                </a:lnTo>
                <a:lnTo>
                  <a:pt x="325912" y="697491"/>
                </a:lnTo>
                <a:lnTo>
                  <a:pt x="225679" y="697491"/>
                </a:lnTo>
                <a:cubicBezTo>
                  <a:pt x="202444" y="697491"/>
                  <a:pt x="183540" y="716395"/>
                  <a:pt x="183540" y="739630"/>
                </a:cubicBezTo>
                <a:lnTo>
                  <a:pt x="183540" y="759731"/>
                </a:lnTo>
                <a:lnTo>
                  <a:pt x="172226" y="759731"/>
                </a:lnTo>
                <a:cubicBezTo>
                  <a:pt x="156671" y="759731"/>
                  <a:pt x="144014" y="772388"/>
                  <a:pt x="144014" y="787943"/>
                </a:cubicBezTo>
                <a:lnTo>
                  <a:pt x="144014" y="830845"/>
                </a:lnTo>
                <a:cubicBezTo>
                  <a:pt x="144014" y="846400"/>
                  <a:pt x="156671" y="859057"/>
                  <a:pt x="172226" y="859057"/>
                </a:cubicBezTo>
                <a:lnTo>
                  <a:pt x="417855" y="859057"/>
                </a:lnTo>
                <a:cubicBezTo>
                  <a:pt x="425781" y="859057"/>
                  <a:pt x="432943" y="855761"/>
                  <a:pt x="438074" y="850480"/>
                </a:cubicBezTo>
                <a:lnTo>
                  <a:pt x="870956" y="850480"/>
                </a:lnTo>
                <a:cubicBezTo>
                  <a:pt x="892950" y="850480"/>
                  <a:pt x="910844" y="832586"/>
                  <a:pt x="910844" y="810592"/>
                </a:cubicBezTo>
                <a:lnTo>
                  <a:pt x="910844" y="39887"/>
                </a:lnTo>
                <a:cubicBezTo>
                  <a:pt x="910844" y="17893"/>
                  <a:pt x="892950" y="0"/>
                  <a:pt x="870956" y="0"/>
                </a:cubicBezTo>
                <a:close/>
                <a:moveTo>
                  <a:pt x="276559" y="395685"/>
                </a:moveTo>
                <a:lnTo>
                  <a:pt x="279641" y="401022"/>
                </a:lnTo>
                <a:lnTo>
                  <a:pt x="180252" y="458404"/>
                </a:lnTo>
                <a:lnTo>
                  <a:pt x="177171" y="453067"/>
                </a:lnTo>
                <a:close/>
                <a:moveTo>
                  <a:pt x="55083" y="668609"/>
                </a:moveTo>
                <a:cubicBezTo>
                  <a:pt x="46641" y="673482"/>
                  <a:pt x="35809" y="670578"/>
                  <a:pt x="30935" y="662138"/>
                </a:cubicBezTo>
                <a:cubicBezTo>
                  <a:pt x="26062" y="653696"/>
                  <a:pt x="28964" y="642863"/>
                  <a:pt x="37406" y="637989"/>
                </a:cubicBezTo>
                <a:lnTo>
                  <a:pt x="188039" y="551021"/>
                </a:lnTo>
                <a:cubicBezTo>
                  <a:pt x="190711" y="556723"/>
                  <a:pt x="193641" y="562363"/>
                  <a:pt x="196840" y="567903"/>
                </a:cubicBezTo>
                <a:cubicBezTo>
                  <a:pt x="199583" y="572656"/>
                  <a:pt x="202501" y="577261"/>
                  <a:pt x="205545" y="581739"/>
                </a:cubicBezTo>
                <a:close/>
                <a:moveTo>
                  <a:pt x="221586" y="553614"/>
                </a:moveTo>
                <a:cubicBezTo>
                  <a:pt x="207940" y="529977"/>
                  <a:pt x="199765" y="504534"/>
                  <a:pt x="198142" y="481071"/>
                </a:cubicBezTo>
                <a:lnTo>
                  <a:pt x="290327" y="427848"/>
                </a:lnTo>
                <a:cubicBezTo>
                  <a:pt x="309835" y="440987"/>
                  <a:pt x="327780" y="460786"/>
                  <a:pt x="341428" y="484423"/>
                </a:cubicBezTo>
                <a:cubicBezTo>
                  <a:pt x="355074" y="508060"/>
                  <a:pt x="363248" y="533501"/>
                  <a:pt x="364872" y="556968"/>
                </a:cubicBezTo>
                <a:lnTo>
                  <a:pt x="272687" y="610191"/>
                </a:lnTo>
                <a:cubicBezTo>
                  <a:pt x="253179" y="597050"/>
                  <a:pt x="235232" y="577251"/>
                  <a:pt x="221586" y="553614"/>
                </a:cubicBezTo>
                <a:close/>
                <a:moveTo>
                  <a:pt x="286455" y="642354"/>
                </a:moveTo>
                <a:lnTo>
                  <a:pt x="283374" y="637017"/>
                </a:lnTo>
                <a:lnTo>
                  <a:pt x="382761" y="579635"/>
                </a:lnTo>
                <a:lnTo>
                  <a:pt x="385842" y="584971"/>
                </a:lnTo>
                <a:close/>
                <a:moveTo>
                  <a:pt x="212113" y="739628"/>
                </a:moveTo>
                <a:cubicBezTo>
                  <a:pt x="212113" y="732149"/>
                  <a:pt x="218198" y="726064"/>
                  <a:pt x="225678" y="726064"/>
                </a:cubicBezTo>
                <a:lnTo>
                  <a:pt x="364402" y="726064"/>
                </a:lnTo>
                <a:cubicBezTo>
                  <a:pt x="371882" y="726064"/>
                  <a:pt x="377966" y="732149"/>
                  <a:pt x="377966" y="739628"/>
                </a:cubicBezTo>
                <a:lnTo>
                  <a:pt x="377966" y="759729"/>
                </a:lnTo>
                <a:lnTo>
                  <a:pt x="212112" y="759729"/>
                </a:lnTo>
                <a:lnTo>
                  <a:pt x="212112" y="739628"/>
                </a:lnTo>
                <a:close/>
                <a:moveTo>
                  <a:pt x="417493" y="830482"/>
                </a:moveTo>
                <a:lnTo>
                  <a:pt x="172589" y="830482"/>
                </a:lnTo>
                <a:lnTo>
                  <a:pt x="172589" y="788304"/>
                </a:lnTo>
                <a:lnTo>
                  <a:pt x="417494" y="788304"/>
                </a:lnTo>
                <a:lnTo>
                  <a:pt x="417494" y="830482"/>
                </a:lnTo>
                <a:close/>
                <a:moveTo>
                  <a:pt x="882269" y="810592"/>
                </a:moveTo>
                <a:cubicBezTo>
                  <a:pt x="882269" y="816831"/>
                  <a:pt x="877195" y="821905"/>
                  <a:pt x="870956" y="821905"/>
                </a:cubicBezTo>
                <a:lnTo>
                  <a:pt x="446068" y="821905"/>
                </a:lnTo>
                <a:lnTo>
                  <a:pt x="446068" y="787943"/>
                </a:lnTo>
                <a:cubicBezTo>
                  <a:pt x="446068" y="772388"/>
                  <a:pt x="433411" y="759731"/>
                  <a:pt x="417853" y="759731"/>
                </a:cubicBezTo>
                <a:lnTo>
                  <a:pt x="406541" y="759731"/>
                </a:lnTo>
                <a:lnTo>
                  <a:pt x="406541" y="739630"/>
                </a:lnTo>
                <a:cubicBezTo>
                  <a:pt x="406541" y="716395"/>
                  <a:pt x="387637" y="697491"/>
                  <a:pt x="364402" y="697491"/>
                </a:cubicBezTo>
                <a:lnTo>
                  <a:pt x="354485" y="697491"/>
                </a:lnTo>
                <a:lnTo>
                  <a:pt x="354485" y="636074"/>
                </a:lnTo>
                <a:lnTo>
                  <a:pt x="406406" y="606097"/>
                </a:lnTo>
                <a:cubicBezTo>
                  <a:pt x="416591" y="600218"/>
                  <a:pt x="420093" y="587148"/>
                  <a:pt x="414214" y="576963"/>
                </a:cubicBezTo>
                <a:lnTo>
                  <a:pt x="403886" y="559075"/>
                </a:lnTo>
                <a:cubicBezTo>
                  <a:pt x="401391" y="554753"/>
                  <a:pt x="397544" y="551510"/>
                  <a:pt x="392918" y="549783"/>
                </a:cubicBezTo>
                <a:cubicBezTo>
                  <a:pt x="390220" y="523521"/>
                  <a:pt x="380968" y="495766"/>
                  <a:pt x="366174" y="470139"/>
                </a:cubicBezTo>
                <a:cubicBezTo>
                  <a:pt x="362546" y="463856"/>
                  <a:pt x="358628" y="457811"/>
                  <a:pt x="354485" y="452014"/>
                </a:cubicBezTo>
                <a:lnTo>
                  <a:pt x="354485" y="39887"/>
                </a:lnTo>
                <a:cubicBezTo>
                  <a:pt x="354485" y="33649"/>
                  <a:pt x="359559" y="28575"/>
                  <a:pt x="365797" y="28575"/>
                </a:cubicBezTo>
                <a:lnTo>
                  <a:pt x="870956" y="28575"/>
                </a:lnTo>
                <a:cubicBezTo>
                  <a:pt x="877195" y="28575"/>
                  <a:pt x="882269" y="33649"/>
                  <a:pt x="882269" y="39887"/>
                </a:cubicBezTo>
                <a:close/>
                <a:moveTo>
                  <a:pt x="840810" y="409882"/>
                </a:moveTo>
                <a:cubicBezTo>
                  <a:pt x="840810" y="417772"/>
                  <a:pt x="834413" y="424169"/>
                  <a:pt x="826522" y="424169"/>
                </a:cubicBezTo>
                <a:lnTo>
                  <a:pt x="654122" y="424169"/>
                </a:lnTo>
                <a:cubicBezTo>
                  <a:pt x="646232" y="424169"/>
                  <a:pt x="639835" y="417772"/>
                  <a:pt x="639835" y="409882"/>
                </a:cubicBezTo>
                <a:cubicBezTo>
                  <a:pt x="639835" y="401991"/>
                  <a:pt x="646232" y="395594"/>
                  <a:pt x="654122" y="395594"/>
                </a:cubicBezTo>
                <a:lnTo>
                  <a:pt x="826522" y="395594"/>
                </a:lnTo>
                <a:cubicBezTo>
                  <a:pt x="834413" y="395594"/>
                  <a:pt x="840810" y="401991"/>
                  <a:pt x="840810" y="409882"/>
                </a:cubicBezTo>
                <a:close/>
                <a:moveTo>
                  <a:pt x="840810" y="345382"/>
                </a:moveTo>
                <a:cubicBezTo>
                  <a:pt x="840810" y="353273"/>
                  <a:pt x="834413" y="359670"/>
                  <a:pt x="826522" y="359670"/>
                </a:cubicBezTo>
                <a:lnTo>
                  <a:pt x="654122" y="359670"/>
                </a:lnTo>
                <a:cubicBezTo>
                  <a:pt x="646232" y="359670"/>
                  <a:pt x="639835" y="353273"/>
                  <a:pt x="639835" y="345382"/>
                </a:cubicBezTo>
                <a:cubicBezTo>
                  <a:pt x="639835" y="337492"/>
                  <a:pt x="646232" y="331095"/>
                  <a:pt x="654122" y="331095"/>
                </a:cubicBezTo>
                <a:lnTo>
                  <a:pt x="826522" y="331095"/>
                </a:lnTo>
                <a:cubicBezTo>
                  <a:pt x="834413" y="331095"/>
                  <a:pt x="840810" y="337490"/>
                  <a:pt x="840810" y="345382"/>
                </a:cubicBezTo>
                <a:close/>
                <a:moveTo>
                  <a:pt x="674886" y="147234"/>
                </a:moveTo>
                <a:lnTo>
                  <a:pt x="608179" y="205995"/>
                </a:lnTo>
                <a:cubicBezTo>
                  <a:pt x="605559" y="208303"/>
                  <a:pt x="602198" y="209562"/>
                  <a:pt x="598735" y="209562"/>
                </a:cubicBezTo>
                <a:cubicBezTo>
                  <a:pt x="598328" y="209562"/>
                  <a:pt x="597921" y="209544"/>
                  <a:pt x="597512" y="209510"/>
                </a:cubicBezTo>
                <a:cubicBezTo>
                  <a:pt x="593625" y="209176"/>
                  <a:pt x="590045" y="207269"/>
                  <a:pt x="587601" y="204229"/>
                </a:cubicBezTo>
                <a:lnTo>
                  <a:pt x="560178" y="170130"/>
                </a:lnTo>
                <a:cubicBezTo>
                  <a:pt x="555233" y="163981"/>
                  <a:pt x="556208" y="154987"/>
                  <a:pt x="562357" y="150042"/>
                </a:cubicBezTo>
                <a:cubicBezTo>
                  <a:pt x="568504" y="145095"/>
                  <a:pt x="577498" y="146072"/>
                  <a:pt x="582445" y="152221"/>
                </a:cubicBezTo>
                <a:lnTo>
                  <a:pt x="600505" y="174675"/>
                </a:lnTo>
                <a:lnTo>
                  <a:pt x="655997" y="125793"/>
                </a:lnTo>
                <a:cubicBezTo>
                  <a:pt x="661918" y="120576"/>
                  <a:pt x="670947" y="121147"/>
                  <a:pt x="676162" y="127069"/>
                </a:cubicBezTo>
                <a:cubicBezTo>
                  <a:pt x="681377" y="132992"/>
                  <a:pt x="680806" y="142020"/>
                  <a:pt x="674886" y="147234"/>
                </a:cubicBezTo>
                <a:close/>
                <a:moveTo>
                  <a:pt x="731075" y="165894"/>
                </a:moveTo>
                <a:cubicBezTo>
                  <a:pt x="731075" y="103752"/>
                  <a:pt x="680518" y="53196"/>
                  <a:pt x="618377" y="53196"/>
                </a:cubicBezTo>
                <a:cubicBezTo>
                  <a:pt x="556235" y="53196"/>
                  <a:pt x="505679" y="103752"/>
                  <a:pt x="505679" y="165894"/>
                </a:cubicBezTo>
                <a:cubicBezTo>
                  <a:pt x="505679" y="228036"/>
                  <a:pt x="556235" y="278592"/>
                  <a:pt x="618377" y="278592"/>
                </a:cubicBezTo>
                <a:cubicBezTo>
                  <a:pt x="680518" y="278592"/>
                  <a:pt x="731075" y="228036"/>
                  <a:pt x="731075" y="165894"/>
                </a:cubicBezTo>
                <a:close/>
                <a:moveTo>
                  <a:pt x="618377" y="250017"/>
                </a:moveTo>
                <a:cubicBezTo>
                  <a:pt x="571990" y="250017"/>
                  <a:pt x="534254" y="212280"/>
                  <a:pt x="534254" y="165894"/>
                </a:cubicBezTo>
                <a:cubicBezTo>
                  <a:pt x="534254" y="119508"/>
                  <a:pt x="571990" y="81771"/>
                  <a:pt x="618377" y="81771"/>
                </a:cubicBezTo>
                <a:cubicBezTo>
                  <a:pt x="664763" y="81771"/>
                  <a:pt x="702500" y="119508"/>
                  <a:pt x="702500" y="165894"/>
                </a:cubicBezTo>
                <a:cubicBezTo>
                  <a:pt x="702500" y="212280"/>
                  <a:pt x="664763" y="250017"/>
                  <a:pt x="618377" y="250017"/>
                </a:cubicBezTo>
                <a:close/>
                <a:moveTo>
                  <a:pt x="589664" y="310250"/>
                </a:moveTo>
                <a:lnTo>
                  <a:pt x="483476" y="310250"/>
                </a:lnTo>
                <a:cubicBezTo>
                  <a:pt x="475586" y="310250"/>
                  <a:pt x="469188" y="316647"/>
                  <a:pt x="469188" y="324537"/>
                </a:cubicBezTo>
                <a:lnTo>
                  <a:pt x="469188" y="430725"/>
                </a:lnTo>
                <a:cubicBezTo>
                  <a:pt x="469188" y="438616"/>
                  <a:pt x="475586" y="445013"/>
                  <a:pt x="483476" y="445013"/>
                </a:cubicBezTo>
                <a:lnTo>
                  <a:pt x="589664" y="445013"/>
                </a:lnTo>
                <a:cubicBezTo>
                  <a:pt x="597554" y="445013"/>
                  <a:pt x="603952" y="438616"/>
                  <a:pt x="603952" y="430725"/>
                </a:cubicBezTo>
                <a:lnTo>
                  <a:pt x="603952" y="324537"/>
                </a:lnTo>
                <a:cubicBezTo>
                  <a:pt x="603952" y="316647"/>
                  <a:pt x="597554" y="310250"/>
                  <a:pt x="589664" y="310250"/>
                </a:cubicBezTo>
                <a:close/>
                <a:moveTo>
                  <a:pt x="575377" y="416438"/>
                </a:moveTo>
                <a:lnTo>
                  <a:pt x="497763" y="416438"/>
                </a:lnTo>
                <a:lnTo>
                  <a:pt x="497763" y="338825"/>
                </a:lnTo>
                <a:lnTo>
                  <a:pt x="575377" y="338825"/>
                </a:lnTo>
                <a:close/>
                <a:moveTo>
                  <a:pt x="589664" y="477483"/>
                </a:moveTo>
                <a:lnTo>
                  <a:pt x="483476" y="477483"/>
                </a:lnTo>
                <a:cubicBezTo>
                  <a:pt x="475586" y="477483"/>
                  <a:pt x="469188" y="483880"/>
                  <a:pt x="469188" y="491770"/>
                </a:cubicBezTo>
                <a:lnTo>
                  <a:pt x="469188" y="597959"/>
                </a:lnTo>
                <a:cubicBezTo>
                  <a:pt x="469188" y="605849"/>
                  <a:pt x="475586" y="612246"/>
                  <a:pt x="483476" y="612246"/>
                </a:cubicBezTo>
                <a:lnTo>
                  <a:pt x="589664" y="612246"/>
                </a:lnTo>
                <a:cubicBezTo>
                  <a:pt x="597554" y="612246"/>
                  <a:pt x="603952" y="605849"/>
                  <a:pt x="603952" y="597959"/>
                </a:cubicBezTo>
                <a:lnTo>
                  <a:pt x="603952" y="491770"/>
                </a:lnTo>
                <a:cubicBezTo>
                  <a:pt x="603952" y="483878"/>
                  <a:pt x="597554" y="477483"/>
                  <a:pt x="589664" y="477483"/>
                </a:cubicBezTo>
                <a:close/>
                <a:moveTo>
                  <a:pt x="575377" y="583669"/>
                </a:moveTo>
                <a:lnTo>
                  <a:pt x="497763" y="583669"/>
                </a:lnTo>
                <a:lnTo>
                  <a:pt x="497763" y="506056"/>
                </a:lnTo>
                <a:lnTo>
                  <a:pt x="575377" y="506056"/>
                </a:lnTo>
                <a:close/>
                <a:moveTo>
                  <a:pt x="589664" y="644713"/>
                </a:moveTo>
                <a:lnTo>
                  <a:pt x="483476" y="644713"/>
                </a:lnTo>
                <a:cubicBezTo>
                  <a:pt x="475586" y="644713"/>
                  <a:pt x="469188" y="651110"/>
                  <a:pt x="469188" y="659000"/>
                </a:cubicBezTo>
                <a:lnTo>
                  <a:pt x="469188" y="765189"/>
                </a:lnTo>
                <a:cubicBezTo>
                  <a:pt x="469188" y="773079"/>
                  <a:pt x="475586" y="779476"/>
                  <a:pt x="483476" y="779476"/>
                </a:cubicBezTo>
                <a:lnTo>
                  <a:pt x="589664" y="779476"/>
                </a:lnTo>
                <a:cubicBezTo>
                  <a:pt x="597554" y="779476"/>
                  <a:pt x="603952" y="773079"/>
                  <a:pt x="603952" y="765189"/>
                </a:cubicBezTo>
                <a:lnTo>
                  <a:pt x="603952" y="659000"/>
                </a:lnTo>
                <a:cubicBezTo>
                  <a:pt x="603952" y="651110"/>
                  <a:pt x="597554" y="644713"/>
                  <a:pt x="589664" y="644713"/>
                </a:cubicBezTo>
                <a:close/>
                <a:moveTo>
                  <a:pt x="575377" y="750901"/>
                </a:moveTo>
                <a:lnTo>
                  <a:pt x="497763" y="750901"/>
                </a:lnTo>
                <a:lnTo>
                  <a:pt x="497763" y="673288"/>
                </a:lnTo>
                <a:lnTo>
                  <a:pt x="575377" y="673288"/>
                </a:lnTo>
                <a:close/>
                <a:moveTo>
                  <a:pt x="840810" y="577113"/>
                </a:moveTo>
                <a:cubicBezTo>
                  <a:pt x="840810" y="585003"/>
                  <a:pt x="834413" y="591401"/>
                  <a:pt x="826522" y="591401"/>
                </a:cubicBezTo>
                <a:lnTo>
                  <a:pt x="654122" y="591401"/>
                </a:lnTo>
                <a:cubicBezTo>
                  <a:pt x="646232" y="591401"/>
                  <a:pt x="639835" y="585003"/>
                  <a:pt x="639835" y="577113"/>
                </a:cubicBezTo>
                <a:cubicBezTo>
                  <a:pt x="639835" y="569223"/>
                  <a:pt x="646232" y="562826"/>
                  <a:pt x="654122" y="562826"/>
                </a:cubicBezTo>
                <a:lnTo>
                  <a:pt x="826522" y="562826"/>
                </a:lnTo>
                <a:cubicBezTo>
                  <a:pt x="834413" y="562826"/>
                  <a:pt x="840810" y="569223"/>
                  <a:pt x="840810" y="577113"/>
                </a:cubicBezTo>
                <a:close/>
                <a:moveTo>
                  <a:pt x="840810" y="512614"/>
                </a:moveTo>
                <a:cubicBezTo>
                  <a:pt x="840810" y="520504"/>
                  <a:pt x="834413" y="526902"/>
                  <a:pt x="826522" y="526902"/>
                </a:cubicBezTo>
                <a:lnTo>
                  <a:pt x="654122" y="526902"/>
                </a:lnTo>
                <a:cubicBezTo>
                  <a:pt x="646232" y="526902"/>
                  <a:pt x="639835" y="520504"/>
                  <a:pt x="639835" y="512614"/>
                </a:cubicBezTo>
                <a:cubicBezTo>
                  <a:pt x="639835" y="504724"/>
                  <a:pt x="646232" y="498327"/>
                  <a:pt x="654122" y="498327"/>
                </a:cubicBezTo>
                <a:lnTo>
                  <a:pt x="826522" y="498327"/>
                </a:lnTo>
                <a:cubicBezTo>
                  <a:pt x="834413" y="498327"/>
                  <a:pt x="840810" y="504724"/>
                  <a:pt x="840810" y="512614"/>
                </a:cubicBezTo>
                <a:close/>
                <a:moveTo>
                  <a:pt x="840810" y="679846"/>
                </a:moveTo>
                <a:cubicBezTo>
                  <a:pt x="840810" y="687736"/>
                  <a:pt x="834413" y="694133"/>
                  <a:pt x="826522" y="694133"/>
                </a:cubicBezTo>
                <a:lnTo>
                  <a:pt x="654122" y="694133"/>
                </a:lnTo>
                <a:cubicBezTo>
                  <a:pt x="646232" y="694133"/>
                  <a:pt x="639835" y="687736"/>
                  <a:pt x="639835" y="679846"/>
                </a:cubicBezTo>
                <a:cubicBezTo>
                  <a:pt x="639835" y="671955"/>
                  <a:pt x="646232" y="665558"/>
                  <a:pt x="654122" y="665558"/>
                </a:cubicBezTo>
                <a:lnTo>
                  <a:pt x="826522" y="665558"/>
                </a:lnTo>
                <a:cubicBezTo>
                  <a:pt x="834413" y="665558"/>
                  <a:pt x="840810" y="671954"/>
                  <a:pt x="840810" y="679846"/>
                </a:cubicBezTo>
                <a:close/>
                <a:moveTo>
                  <a:pt x="840810" y="744345"/>
                </a:moveTo>
                <a:cubicBezTo>
                  <a:pt x="840810" y="752235"/>
                  <a:pt x="834413" y="758632"/>
                  <a:pt x="826522" y="758632"/>
                </a:cubicBezTo>
                <a:lnTo>
                  <a:pt x="654122" y="758632"/>
                </a:lnTo>
                <a:cubicBezTo>
                  <a:pt x="646232" y="758632"/>
                  <a:pt x="639835" y="752235"/>
                  <a:pt x="639835" y="744345"/>
                </a:cubicBezTo>
                <a:cubicBezTo>
                  <a:pt x="639835" y="736455"/>
                  <a:pt x="646232" y="730057"/>
                  <a:pt x="654122" y="730057"/>
                </a:cubicBezTo>
                <a:lnTo>
                  <a:pt x="826522" y="730057"/>
                </a:lnTo>
                <a:cubicBezTo>
                  <a:pt x="834413" y="730057"/>
                  <a:pt x="840810" y="736453"/>
                  <a:pt x="840810" y="744345"/>
                </a:cubicBezTo>
                <a:close/>
              </a:path>
            </a:pathLst>
          </a:custGeom>
          <a:solidFill>
            <a:schemeClr val="bg1"/>
          </a:solidFill>
          <a:ln w="1786" cap="flat">
            <a:noFill/>
            <a:prstDash val="solid"/>
            <a:miter/>
          </a:ln>
        </p:spPr>
        <p:txBody>
          <a:bodyPr/>
          <a:lstStyle/>
          <a:p>
            <a:endParaRPr lang="en-GB"/>
          </a:p>
        </p:txBody>
      </p:sp>
      <p:sp>
        <p:nvSpPr>
          <p:cNvPr id="57" name="Graphic 22">
            <a:extLst>
              <a:ext uri="{FF2B5EF4-FFF2-40B4-BE49-F238E27FC236}">
                <a16:creationId xmlns:a16="http://schemas.microsoft.com/office/drawing/2014/main" id="{877B753C-5F88-3C05-2CE2-B0E593C15B38}"/>
              </a:ext>
            </a:extLst>
          </p:cNvPr>
          <p:cNvSpPr>
            <a:spLocks noChangeAspect="1"/>
          </p:cNvSpPr>
          <p:nvPr/>
        </p:nvSpPr>
        <p:spPr>
          <a:xfrm>
            <a:off x="10624036" y="3183339"/>
            <a:ext cx="480924" cy="480913"/>
          </a:xfrm>
          <a:custGeom>
            <a:avLst/>
            <a:gdLst>
              <a:gd name="csX0" fmla="*/ 874252 w 882253"/>
              <a:gd name="csY0" fmla="*/ 375922 h 882235"/>
              <a:gd name="csX1" fmla="*/ 779848 w 882253"/>
              <a:gd name="csY1" fmla="*/ 339382 h 882235"/>
              <a:gd name="csX2" fmla="*/ 752558 w 882253"/>
              <a:gd name="csY2" fmla="*/ 273570 h 882235"/>
              <a:gd name="csX3" fmla="*/ 793492 w 882253"/>
              <a:gd name="csY3" fmla="*/ 180951 h 882235"/>
              <a:gd name="csX4" fmla="*/ 790902 w 882253"/>
              <a:gd name="csY4" fmla="*/ 167057 h 882235"/>
              <a:gd name="csX5" fmla="*/ 715179 w 882253"/>
              <a:gd name="csY5" fmla="*/ 91333 h 882235"/>
              <a:gd name="csX6" fmla="*/ 701284 w 882253"/>
              <a:gd name="csY6" fmla="*/ 88743 h 882235"/>
              <a:gd name="csX7" fmla="*/ 608665 w 882253"/>
              <a:gd name="csY7" fmla="*/ 129677 h 882235"/>
              <a:gd name="csX8" fmla="*/ 542871 w 882253"/>
              <a:gd name="csY8" fmla="*/ 102388 h 882235"/>
              <a:gd name="csX9" fmla="*/ 506331 w 882253"/>
              <a:gd name="csY9" fmla="*/ 7983 h 882235"/>
              <a:gd name="csX10" fmla="*/ 494669 w 882253"/>
              <a:gd name="csY10" fmla="*/ 0 h 882235"/>
              <a:gd name="csX11" fmla="*/ 387584 w 882253"/>
              <a:gd name="csY11" fmla="*/ 0 h 882235"/>
              <a:gd name="csX12" fmla="*/ 375922 w 882253"/>
              <a:gd name="csY12" fmla="*/ 7983 h 882235"/>
              <a:gd name="csX13" fmla="*/ 339382 w 882253"/>
              <a:gd name="csY13" fmla="*/ 102388 h 882235"/>
              <a:gd name="csX14" fmla="*/ 273588 w 882253"/>
              <a:gd name="csY14" fmla="*/ 129677 h 882235"/>
              <a:gd name="csX15" fmla="*/ 180951 w 882253"/>
              <a:gd name="csY15" fmla="*/ 88743 h 882235"/>
              <a:gd name="csX16" fmla="*/ 167057 w 882253"/>
              <a:gd name="csY16" fmla="*/ 91333 h 882235"/>
              <a:gd name="csX17" fmla="*/ 91333 w 882253"/>
              <a:gd name="csY17" fmla="*/ 167057 h 882235"/>
              <a:gd name="csX18" fmla="*/ 88743 w 882253"/>
              <a:gd name="csY18" fmla="*/ 180951 h 882235"/>
              <a:gd name="csX19" fmla="*/ 129677 w 882253"/>
              <a:gd name="csY19" fmla="*/ 273570 h 882235"/>
              <a:gd name="csX20" fmla="*/ 102388 w 882253"/>
              <a:gd name="csY20" fmla="*/ 339382 h 882235"/>
              <a:gd name="csX21" fmla="*/ 7983 w 882253"/>
              <a:gd name="csY21" fmla="*/ 375922 h 882235"/>
              <a:gd name="csX22" fmla="*/ 0 w 882253"/>
              <a:gd name="csY22" fmla="*/ 387584 h 882235"/>
              <a:gd name="csX23" fmla="*/ 0 w 882253"/>
              <a:gd name="csY23" fmla="*/ 494669 h 882235"/>
              <a:gd name="csX24" fmla="*/ 7983 w 882253"/>
              <a:gd name="csY24" fmla="*/ 506331 h 882235"/>
              <a:gd name="csX25" fmla="*/ 54810 w 882253"/>
              <a:gd name="csY25" fmla="*/ 524458 h 882235"/>
              <a:gd name="csX26" fmla="*/ 32397 w 882253"/>
              <a:gd name="csY26" fmla="*/ 588395 h 882235"/>
              <a:gd name="csX27" fmla="*/ 32397 w 882253"/>
              <a:gd name="csY27" fmla="*/ 678638 h 882235"/>
              <a:gd name="csX28" fmla="*/ 44898 w 882253"/>
              <a:gd name="csY28" fmla="*/ 691140 h 882235"/>
              <a:gd name="csX29" fmla="*/ 93226 w 882253"/>
              <a:gd name="csY29" fmla="*/ 691140 h 882235"/>
              <a:gd name="csX30" fmla="*/ 88743 w 882253"/>
              <a:gd name="csY30" fmla="*/ 701284 h 882235"/>
              <a:gd name="csX31" fmla="*/ 91333 w 882253"/>
              <a:gd name="csY31" fmla="*/ 715179 h 882235"/>
              <a:gd name="csX32" fmla="*/ 167057 w 882253"/>
              <a:gd name="csY32" fmla="*/ 790902 h 882235"/>
              <a:gd name="csX33" fmla="*/ 180951 w 882253"/>
              <a:gd name="csY33" fmla="*/ 793492 h 882235"/>
              <a:gd name="csX34" fmla="*/ 273570 w 882253"/>
              <a:gd name="csY34" fmla="*/ 752558 h 882235"/>
              <a:gd name="csX35" fmla="*/ 339382 w 882253"/>
              <a:gd name="csY35" fmla="*/ 779848 h 882235"/>
              <a:gd name="csX36" fmla="*/ 375922 w 882253"/>
              <a:gd name="csY36" fmla="*/ 874252 h 882235"/>
              <a:gd name="csX37" fmla="*/ 387584 w 882253"/>
              <a:gd name="csY37" fmla="*/ 882235 h 882235"/>
              <a:gd name="csX38" fmla="*/ 494669 w 882253"/>
              <a:gd name="csY38" fmla="*/ 882235 h 882235"/>
              <a:gd name="csX39" fmla="*/ 506331 w 882253"/>
              <a:gd name="csY39" fmla="*/ 874252 h 882235"/>
              <a:gd name="csX40" fmla="*/ 542871 w 882253"/>
              <a:gd name="csY40" fmla="*/ 779848 h 882235"/>
              <a:gd name="csX41" fmla="*/ 608665 w 882253"/>
              <a:gd name="csY41" fmla="*/ 752558 h 882235"/>
              <a:gd name="csX42" fmla="*/ 701302 w 882253"/>
              <a:gd name="csY42" fmla="*/ 793492 h 882235"/>
              <a:gd name="csX43" fmla="*/ 715197 w 882253"/>
              <a:gd name="csY43" fmla="*/ 790902 h 882235"/>
              <a:gd name="csX44" fmla="*/ 790920 w 882253"/>
              <a:gd name="csY44" fmla="*/ 715179 h 882235"/>
              <a:gd name="csX45" fmla="*/ 793510 w 882253"/>
              <a:gd name="csY45" fmla="*/ 701284 h 882235"/>
              <a:gd name="csX46" fmla="*/ 789027 w 882253"/>
              <a:gd name="csY46" fmla="*/ 691140 h 882235"/>
              <a:gd name="csX47" fmla="*/ 837355 w 882253"/>
              <a:gd name="csY47" fmla="*/ 691140 h 882235"/>
              <a:gd name="csX48" fmla="*/ 849856 w 882253"/>
              <a:gd name="csY48" fmla="*/ 678638 h 882235"/>
              <a:gd name="csX49" fmla="*/ 849856 w 882253"/>
              <a:gd name="csY49" fmla="*/ 588395 h 882235"/>
              <a:gd name="csX50" fmla="*/ 827443 w 882253"/>
              <a:gd name="csY50" fmla="*/ 524458 h 882235"/>
              <a:gd name="csX51" fmla="*/ 874270 w 882253"/>
              <a:gd name="csY51" fmla="*/ 506331 h 882235"/>
              <a:gd name="csX52" fmla="*/ 882253 w 882253"/>
              <a:gd name="csY52" fmla="*/ 494669 h 882235"/>
              <a:gd name="csX53" fmla="*/ 882253 w 882253"/>
              <a:gd name="csY53" fmla="*/ 387584 h 882235"/>
              <a:gd name="csX54" fmla="*/ 874270 w 882253"/>
              <a:gd name="csY54" fmla="*/ 375922 h 882235"/>
              <a:gd name="csX55" fmla="*/ 57400 w 882253"/>
              <a:gd name="csY55" fmla="*/ 588395 h 882235"/>
              <a:gd name="csX56" fmla="*/ 135142 w 882253"/>
              <a:gd name="csY56" fmla="*/ 510653 h 882235"/>
              <a:gd name="csX57" fmla="*/ 140089 w 882253"/>
              <a:gd name="csY57" fmla="*/ 510653 h 882235"/>
              <a:gd name="csX58" fmla="*/ 129088 w 882253"/>
              <a:gd name="csY58" fmla="*/ 602558 h 882235"/>
              <a:gd name="csX59" fmla="*/ 135249 w 882253"/>
              <a:gd name="csY59" fmla="*/ 614863 h 882235"/>
              <a:gd name="csX60" fmla="*/ 158966 w 882253"/>
              <a:gd name="csY60" fmla="*/ 628561 h 882235"/>
              <a:gd name="csX61" fmla="*/ 165217 w 882253"/>
              <a:gd name="csY61" fmla="*/ 630240 h 882235"/>
              <a:gd name="csX62" fmla="*/ 171468 w 882253"/>
              <a:gd name="csY62" fmla="*/ 628561 h 882235"/>
              <a:gd name="csX63" fmla="*/ 195185 w 882253"/>
              <a:gd name="csY63" fmla="*/ 614863 h 882235"/>
              <a:gd name="csX64" fmla="*/ 201347 w 882253"/>
              <a:gd name="csY64" fmla="*/ 602558 h 882235"/>
              <a:gd name="csX65" fmla="*/ 190345 w 882253"/>
              <a:gd name="csY65" fmla="*/ 510653 h 882235"/>
              <a:gd name="csX66" fmla="*/ 195292 w 882253"/>
              <a:gd name="csY66" fmla="*/ 510653 h 882235"/>
              <a:gd name="csX67" fmla="*/ 273034 w 882253"/>
              <a:gd name="csY67" fmla="*/ 588395 h 882235"/>
              <a:gd name="csX68" fmla="*/ 273034 w 882253"/>
              <a:gd name="csY68" fmla="*/ 666137 h 882235"/>
              <a:gd name="csX69" fmla="*/ 248120 w 882253"/>
              <a:gd name="csY69" fmla="*/ 666137 h 882235"/>
              <a:gd name="csX70" fmla="*/ 248120 w 882253"/>
              <a:gd name="csY70" fmla="*/ 592824 h 882235"/>
              <a:gd name="csX71" fmla="*/ 235619 w 882253"/>
              <a:gd name="csY71" fmla="*/ 580323 h 882235"/>
              <a:gd name="csX72" fmla="*/ 223117 w 882253"/>
              <a:gd name="csY72" fmla="*/ 592824 h 882235"/>
              <a:gd name="csX73" fmla="*/ 223117 w 882253"/>
              <a:gd name="csY73" fmla="*/ 666137 h 882235"/>
              <a:gd name="csX74" fmla="*/ 107299 w 882253"/>
              <a:gd name="csY74" fmla="*/ 666137 h 882235"/>
              <a:gd name="csX75" fmla="*/ 107299 w 882253"/>
              <a:gd name="csY75" fmla="*/ 592824 h 882235"/>
              <a:gd name="csX76" fmla="*/ 94798 w 882253"/>
              <a:gd name="csY76" fmla="*/ 580323 h 882235"/>
              <a:gd name="csX77" fmla="*/ 82296 w 882253"/>
              <a:gd name="csY77" fmla="*/ 592824 h 882235"/>
              <a:gd name="csX78" fmla="*/ 82296 w 882253"/>
              <a:gd name="csY78" fmla="*/ 666137 h 882235"/>
              <a:gd name="csX79" fmla="*/ 57382 w 882253"/>
              <a:gd name="csY79" fmla="*/ 666137 h 882235"/>
              <a:gd name="csX80" fmla="*/ 57382 w 882253"/>
              <a:gd name="csY80" fmla="*/ 588395 h 882235"/>
              <a:gd name="csX81" fmla="*/ 364349 w 882253"/>
              <a:gd name="csY81" fmla="*/ 195042 h 882235"/>
              <a:gd name="csX82" fmla="*/ 386888 w 882253"/>
              <a:gd name="csY82" fmla="*/ 238619 h 882235"/>
              <a:gd name="csX83" fmla="*/ 308253 w 882253"/>
              <a:gd name="csY83" fmla="*/ 338489 h 882235"/>
              <a:gd name="csX84" fmla="*/ 308253 w 882253"/>
              <a:gd name="csY84" fmla="*/ 428732 h 882235"/>
              <a:gd name="csX85" fmla="*/ 320754 w 882253"/>
              <a:gd name="csY85" fmla="*/ 441234 h 882235"/>
              <a:gd name="csX86" fmla="*/ 561427 w 882253"/>
              <a:gd name="csY86" fmla="*/ 441234 h 882235"/>
              <a:gd name="csX87" fmla="*/ 573929 w 882253"/>
              <a:gd name="csY87" fmla="*/ 428732 h 882235"/>
              <a:gd name="csX88" fmla="*/ 573929 w 882253"/>
              <a:gd name="csY88" fmla="*/ 338489 h 882235"/>
              <a:gd name="csX89" fmla="*/ 495294 w 882253"/>
              <a:gd name="csY89" fmla="*/ 238619 h 882235"/>
              <a:gd name="csX90" fmla="*/ 517833 w 882253"/>
              <a:gd name="csY90" fmla="*/ 195042 h 882235"/>
              <a:gd name="csX91" fmla="*/ 689229 w 882253"/>
              <a:gd name="csY91" fmla="*/ 360438 h 882235"/>
              <a:gd name="csX92" fmla="*/ 639294 w 882253"/>
              <a:gd name="csY92" fmla="*/ 432983 h 882235"/>
              <a:gd name="csX93" fmla="*/ 662761 w 882253"/>
              <a:gd name="csY93" fmla="*/ 488543 h 882235"/>
              <a:gd name="csX94" fmla="*/ 584127 w 882253"/>
              <a:gd name="csY94" fmla="*/ 588413 h 882235"/>
              <a:gd name="csX95" fmla="*/ 584127 w 882253"/>
              <a:gd name="csY95" fmla="*/ 666155 h 882235"/>
              <a:gd name="csX96" fmla="*/ 441073 w 882253"/>
              <a:gd name="csY96" fmla="*/ 708571 h 882235"/>
              <a:gd name="csX97" fmla="*/ 298019 w 882253"/>
              <a:gd name="csY97" fmla="*/ 666155 h 882235"/>
              <a:gd name="csX98" fmla="*/ 298019 w 882253"/>
              <a:gd name="csY98" fmla="*/ 588413 h 882235"/>
              <a:gd name="csX99" fmla="*/ 219385 w 882253"/>
              <a:gd name="csY99" fmla="*/ 488543 h 882235"/>
              <a:gd name="csX100" fmla="*/ 242852 w 882253"/>
              <a:gd name="csY100" fmla="*/ 432983 h 882235"/>
              <a:gd name="csX101" fmla="*/ 192917 w 882253"/>
              <a:gd name="csY101" fmla="*/ 360438 h 882235"/>
              <a:gd name="csX102" fmla="*/ 364313 w 882253"/>
              <a:gd name="csY102" fmla="*/ 195042 h 882235"/>
              <a:gd name="csX103" fmla="*/ 493776 w 882253"/>
              <a:gd name="csY103" fmla="*/ 183059 h 882235"/>
              <a:gd name="csX104" fmla="*/ 441091 w 882253"/>
              <a:gd name="csY104" fmla="*/ 235744 h 882235"/>
              <a:gd name="csX105" fmla="*/ 388406 w 882253"/>
              <a:gd name="csY105" fmla="*/ 183059 h 882235"/>
              <a:gd name="csX106" fmla="*/ 441091 w 882253"/>
              <a:gd name="csY106" fmla="*/ 130373 h 882235"/>
              <a:gd name="csX107" fmla="*/ 493776 w 882253"/>
              <a:gd name="csY107" fmla="*/ 183059 h 882235"/>
              <a:gd name="csX108" fmla="*/ 511510 w 882253"/>
              <a:gd name="csY108" fmla="*/ 330416 h 882235"/>
              <a:gd name="csX109" fmla="*/ 499009 w 882253"/>
              <a:gd name="csY109" fmla="*/ 342918 h 882235"/>
              <a:gd name="csX110" fmla="*/ 499009 w 882253"/>
              <a:gd name="csY110" fmla="*/ 416231 h 882235"/>
              <a:gd name="csX111" fmla="*/ 383191 w 882253"/>
              <a:gd name="csY111" fmla="*/ 416231 h 882235"/>
              <a:gd name="csX112" fmla="*/ 383191 w 882253"/>
              <a:gd name="csY112" fmla="*/ 342918 h 882235"/>
              <a:gd name="csX113" fmla="*/ 370689 w 882253"/>
              <a:gd name="csY113" fmla="*/ 330416 h 882235"/>
              <a:gd name="csX114" fmla="*/ 358188 w 882253"/>
              <a:gd name="csY114" fmla="*/ 342918 h 882235"/>
              <a:gd name="csX115" fmla="*/ 358188 w 882253"/>
              <a:gd name="csY115" fmla="*/ 416231 h 882235"/>
              <a:gd name="csX116" fmla="*/ 333274 w 882253"/>
              <a:gd name="csY116" fmla="*/ 416231 h 882235"/>
              <a:gd name="csX117" fmla="*/ 333274 w 882253"/>
              <a:gd name="csY117" fmla="*/ 338489 h 882235"/>
              <a:gd name="csX118" fmla="*/ 411016 w 882253"/>
              <a:gd name="csY118" fmla="*/ 260747 h 882235"/>
              <a:gd name="csX119" fmla="*/ 415963 w 882253"/>
              <a:gd name="csY119" fmla="*/ 260747 h 882235"/>
              <a:gd name="csX120" fmla="*/ 404961 w 882253"/>
              <a:gd name="csY120" fmla="*/ 352651 h 882235"/>
              <a:gd name="csX121" fmla="*/ 411123 w 882253"/>
              <a:gd name="csY121" fmla="*/ 364956 h 882235"/>
              <a:gd name="csX122" fmla="*/ 434840 w 882253"/>
              <a:gd name="csY122" fmla="*/ 378654 h 882235"/>
              <a:gd name="csX123" fmla="*/ 441091 w 882253"/>
              <a:gd name="csY123" fmla="*/ 380333 h 882235"/>
              <a:gd name="csX124" fmla="*/ 447342 w 882253"/>
              <a:gd name="csY124" fmla="*/ 378654 h 882235"/>
              <a:gd name="csX125" fmla="*/ 471059 w 882253"/>
              <a:gd name="csY125" fmla="*/ 364956 h 882235"/>
              <a:gd name="csX126" fmla="*/ 477220 w 882253"/>
              <a:gd name="csY126" fmla="*/ 352651 h 882235"/>
              <a:gd name="csX127" fmla="*/ 466219 w 882253"/>
              <a:gd name="csY127" fmla="*/ 260747 h 882235"/>
              <a:gd name="csX128" fmla="*/ 471166 w 882253"/>
              <a:gd name="csY128" fmla="*/ 260747 h 882235"/>
              <a:gd name="csX129" fmla="*/ 548908 w 882253"/>
              <a:gd name="csY129" fmla="*/ 338489 h 882235"/>
              <a:gd name="csX130" fmla="*/ 548908 w 882253"/>
              <a:gd name="csY130" fmla="*/ 416231 h 882235"/>
              <a:gd name="csX131" fmla="*/ 523994 w 882253"/>
              <a:gd name="csY131" fmla="*/ 416231 h 882235"/>
              <a:gd name="csX132" fmla="*/ 523994 w 882253"/>
              <a:gd name="csY132" fmla="*/ 342918 h 882235"/>
              <a:gd name="csX133" fmla="*/ 511493 w 882253"/>
              <a:gd name="csY133" fmla="*/ 330416 h 882235"/>
              <a:gd name="csX134" fmla="*/ 451431 w 882253"/>
              <a:gd name="csY134" fmla="*/ 347436 h 882235"/>
              <a:gd name="csX135" fmla="*/ 441091 w 882253"/>
              <a:gd name="csY135" fmla="*/ 353401 h 882235"/>
              <a:gd name="csX136" fmla="*/ 430768 w 882253"/>
              <a:gd name="csY136" fmla="*/ 347436 h 882235"/>
              <a:gd name="csX137" fmla="*/ 441109 w 882253"/>
              <a:gd name="csY137" fmla="*/ 261176 h 882235"/>
              <a:gd name="csX138" fmla="*/ 713875 w 882253"/>
              <a:gd name="csY138" fmla="*/ 536996 h 882235"/>
              <a:gd name="csX139" fmla="*/ 718322 w 882253"/>
              <a:gd name="csY139" fmla="*/ 522297 h 882235"/>
              <a:gd name="csX140" fmla="*/ 727305 w 882253"/>
              <a:gd name="csY140" fmla="*/ 597360 h 882235"/>
              <a:gd name="csX141" fmla="*/ 716983 w 882253"/>
              <a:gd name="csY141" fmla="*/ 603325 h 882235"/>
              <a:gd name="csX142" fmla="*/ 706642 w 882253"/>
              <a:gd name="csY142" fmla="*/ 597360 h 882235"/>
              <a:gd name="csX143" fmla="*/ 716983 w 882253"/>
              <a:gd name="csY143" fmla="*/ 485668 h 882235"/>
              <a:gd name="csX144" fmla="*/ 664297 w 882253"/>
              <a:gd name="csY144" fmla="*/ 432983 h 882235"/>
              <a:gd name="csX145" fmla="*/ 716983 w 882253"/>
              <a:gd name="csY145" fmla="*/ 380298 h 882235"/>
              <a:gd name="csX146" fmla="*/ 769668 w 882253"/>
              <a:gd name="csY146" fmla="*/ 432983 h 882235"/>
              <a:gd name="csX147" fmla="*/ 716983 w 882253"/>
              <a:gd name="csY147" fmla="*/ 485668 h 882235"/>
              <a:gd name="csX148" fmla="*/ 165217 w 882253"/>
              <a:gd name="csY148" fmla="*/ 511100 h 882235"/>
              <a:gd name="csX149" fmla="*/ 175540 w 882253"/>
              <a:gd name="csY149" fmla="*/ 597360 h 882235"/>
              <a:gd name="csX150" fmla="*/ 165217 w 882253"/>
              <a:gd name="csY150" fmla="*/ 603325 h 882235"/>
              <a:gd name="csX151" fmla="*/ 154877 w 882253"/>
              <a:gd name="csY151" fmla="*/ 597360 h 882235"/>
              <a:gd name="csX152" fmla="*/ 165217 w 882253"/>
              <a:gd name="csY152" fmla="*/ 380315 h 882235"/>
              <a:gd name="csX153" fmla="*/ 217902 w 882253"/>
              <a:gd name="csY153" fmla="*/ 433001 h 882235"/>
              <a:gd name="csX154" fmla="*/ 165217 w 882253"/>
              <a:gd name="csY154" fmla="*/ 485686 h 882235"/>
              <a:gd name="csX155" fmla="*/ 112532 w 882253"/>
              <a:gd name="csY155" fmla="*/ 433001 h 882235"/>
              <a:gd name="csX156" fmla="*/ 165217 w 882253"/>
              <a:gd name="csY156" fmla="*/ 380315 h 882235"/>
              <a:gd name="csX157" fmla="*/ 703534 w 882253"/>
              <a:gd name="csY157" fmla="*/ 767203 h 882235"/>
              <a:gd name="csX158" fmla="*/ 613077 w 882253"/>
              <a:gd name="csY158" fmla="*/ 727234 h 882235"/>
              <a:gd name="csX159" fmla="*/ 601897 w 882253"/>
              <a:gd name="csY159" fmla="*/ 727770 h 882235"/>
              <a:gd name="csX160" fmla="*/ 530031 w 882253"/>
              <a:gd name="csY160" fmla="*/ 757577 h 882235"/>
              <a:gd name="csX161" fmla="*/ 521744 w 882253"/>
              <a:gd name="csY161" fmla="*/ 765096 h 882235"/>
              <a:gd name="csX162" fmla="*/ 486061 w 882253"/>
              <a:gd name="csY162" fmla="*/ 857286 h 882235"/>
              <a:gd name="csX163" fmla="*/ 396103 w 882253"/>
              <a:gd name="csY163" fmla="*/ 857286 h 882235"/>
              <a:gd name="csX164" fmla="*/ 360438 w 882253"/>
              <a:gd name="csY164" fmla="*/ 765114 h 882235"/>
              <a:gd name="csX165" fmla="*/ 352151 w 882253"/>
              <a:gd name="csY165" fmla="*/ 757595 h 882235"/>
              <a:gd name="csX166" fmla="*/ 280267 w 882253"/>
              <a:gd name="csY166" fmla="*/ 727787 h 882235"/>
              <a:gd name="csX167" fmla="*/ 269087 w 882253"/>
              <a:gd name="csY167" fmla="*/ 727252 h 882235"/>
              <a:gd name="csX168" fmla="*/ 178647 w 882253"/>
              <a:gd name="csY168" fmla="*/ 767221 h 882235"/>
              <a:gd name="csX169" fmla="*/ 115032 w 882253"/>
              <a:gd name="csY169" fmla="*/ 703606 h 882235"/>
              <a:gd name="csX170" fmla="*/ 120515 w 882253"/>
              <a:gd name="csY170" fmla="*/ 691194 h 882235"/>
              <a:gd name="csX171" fmla="*/ 235565 w 882253"/>
              <a:gd name="csY171" fmla="*/ 691194 h 882235"/>
              <a:gd name="csX172" fmla="*/ 235601 w 882253"/>
              <a:gd name="csY172" fmla="*/ 691194 h 882235"/>
              <a:gd name="csX173" fmla="*/ 235637 w 882253"/>
              <a:gd name="csY173" fmla="*/ 691194 h 882235"/>
              <a:gd name="csX174" fmla="*/ 285518 w 882253"/>
              <a:gd name="csY174" fmla="*/ 691194 h 882235"/>
              <a:gd name="csX175" fmla="*/ 289608 w 882253"/>
              <a:gd name="csY175" fmla="*/ 690497 h 882235"/>
              <a:gd name="csX176" fmla="*/ 441055 w 882253"/>
              <a:gd name="csY176" fmla="*/ 733592 h 882235"/>
              <a:gd name="csX177" fmla="*/ 592503 w 882253"/>
              <a:gd name="csY177" fmla="*/ 690497 h 882235"/>
              <a:gd name="csX178" fmla="*/ 596592 w 882253"/>
              <a:gd name="csY178" fmla="*/ 691194 h 882235"/>
              <a:gd name="csX179" fmla="*/ 646474 w 882253"/>
              <a:gd name="csY179" fmla="*/ 691194 h 882235"/>
              <a:gd name="csX180" fmla="*/ 646509 w 882253"/>
              <a:gd name="csY180" fmla="*/ 691194 h 882235"/>
              <a:gd name="csX181" fmla="*/ 646545 w 882253"/>
              <a:gd name="csY181" fmla="*/ 691194 h 882235"/>
              <a:gd name="csX182" fmla="*/ 761595 w 882253"/>
              <a:gd name="csY182" fmla="*/ 691194 h 882235"/>
              <a:gd name="csX183" fmla="*/ 767078 w 882253"/>
              <a:gd name="csY183" fmla="*/ 703606 h 882235"/>
              <a:gd name="csX184" fmla="*/ 703463 w 882253"/>
              <a:gd name="csY184" fmla="*/ 767221 h 882235"/>
              <a:gd name="csX185" fmla="*/ 824817 w 882253"/>
              <a:gd name="csY185" fmla="*/ 666173 h 882235"/>
              <a:gd name="csX186" fmla="*/ 799904 w 882253"/>
              <a:gd name="csY186" fmla="*/ 666173 h 882235"/>
              <a:gd name="csX187" fmla="*/ 799904 w 882253"/>
              <a:gd name="csY187" fmla="*/ 592860 h 882235"/>
              <a:gd name="csX188" fmla="*/ 787402 w 882253"/>
              <a:gd name="csY188" fmla="*/ 580358 h 882235"/>
              <a:gd name="csX189" fmla="*/ 774900 w 882253"/>
              <a:gd name="csY189" fmla="*/ 592860 h 882235"/>
              <a:gd name="csX190" fmla="*/ 774900 w 882253"/>
              <a:gd name="csY190" fmla="*/ 666173 h 882235"/>
              <a:gd name="csX191" fmla="*/ 659082 w 882253"/>
              <a:gd name="csY191" fmla="*/ 666173 h 882235"/>
              <a:gd name="csX192" fmla="*/ 659082 w 882253"/>
              <a:gd name="csY192" fmla="*/ 592860 h 882235"/>
              <a:gd name="csX193" fmla="*/ 646581 w 882253"/>
              <a:gd name="csY193" fmla="*/ 580358 h 882235"/>
              <a:gd name="csX194" fmla="*/ 634079 w 882253"/>
              <a:gd name="csY194" fmla="*/ 592860 h 882235"/>
              <a:gd name="csX195" fmla="*/ 634079 w 882253"/>
              <a:gd name="csY195" fmla="*/ 666173 h 882235"/>
              <a:gd name="csX196" fmla="*/ 609165 w 882253"/>
              <a:gd name="csY196" fmla="*/ 666173 h 882235"/>
              <a:gd name="csX197" fmla="*/ 609165 w 882253"/>
              <a:gd name="csY197" fmla="*/ 588431 h 882235"/>
              <a:gd name="csX198" fmla="*/ 686907 w 882253"/>
              <a:gd name="csY198" fmla="*/ 510689 h 882235"/>
              <a:gd name="csX199" fmla="*/ 691854 w 882253"/>
              <a:gd name="csY199" fmla="*/ 510689 h 882235"/>
              <a:gd name="csX200" fmla="*/ 689211 w 882253"/>
              <a:gd name="csY200" fmla="*/ 532781 h 882235"/>
              <a:gd name="csX201" fmla="*/ 689211 w 882253"/>
              <a:gd name="csY201" fmla="*/ 532870 h 882235"/>
              <a:gd name="csX202" fmla="*/ 680853 w 882253"/>
              <a:gd name="csY202" fmla="*/ 602611 h 882235"/>
              <a:gd name="csX203" fmla="*/ 687014 w 882253"/>
              <a:gd name="csY203" fmla="*/ 614916 h 882235"/>
              <a:gd name="csX204" fmla="*/ 710732 w 882253"/>
              <a:gd name="csY204" fmla="*/ 628614 h 882235"/>
              <a:gd name="csX205" fmla="*/ 716983 w 882253"/>
              <a:gd name="csY205" fmla="*/ 630293 h 882235"/>
              <a:gd name="csX206" fmla="*/ 723233 w 882253"/>
              <a:gd name="csY206" fmla="*/ 628614 h 882235"/>
              <a:gd name="csX207" fmla="*/ 746951 w 882253"/>
              <a:gd name="csY207" fmla="*/ 614916 h 882235"/>
              <a:gd name="csX208" fmla="*/ 753112 w 882253"/>
              <a:gd name="csY208" fmla="*/ 602611 h 882235"/>
              <a:gd name="csX209" fmla="*/ 742111 w 882253"/>
              <a:gd name="csY209" fmla="*/ 510707 h 882235"/>
              <a:gd name="csX210" fmla="*/ 747058 w 882253"/>
              <a:gd name="csY210" fmla="*/ 510707 h 882235"/>
              <a:gd name="csX211" fmla="*/ 824800 w 882253"/>
              <a:gd name="csY211" fmla="*/ 588449 h 882235"/>
              <a:gd name="csX212" fmla="*/ 824800 w 882253"/>
              <a:gd name="csY212" fmla="*/ 666190 h 882235"/>
              <a:gd name="csX213" fmla="*/ 857232 w 882253"/>
              <a:gd name="csY213" fmla="*/ 486132 h 882235"/>
              <a:gd name="csX214" fmla="*/ 807494 w 882253"/>
              <a:gd name="csY214" fmla="*/ 505385 h 882235"/>
              <a:gd name="csX215" fmla="*/ 771204 w 882253"/>
              <a:gd name="csY215" fmla="*/ 488561 h 882235"/>
              <a:gd name="csX216" fmla="*/ 794671 w 882253"/>
              <a:gd name="csY216" fmla="*/ 433001 h 882235"/>
              <a:gd name="csX217" fmla="*/ 716983 w 882253"/>
              <a:gd name="csY217" fmla="*/ 355312 h 882235"/>
              <a:gd name="csX218" fmla="*/ 713946 w 882253"/>
              <a:gd name="csY218" fmla="*/ 355384 h 882235"/>
              <a:gd name="csX219" fmla="*/ 517458 w 882253"/>
              <a:gd name="csY219" fmla="*/ 168896 h 882235"/>
              <a:gd name="csX220" fmla="*/ 441091 w 882253"/>
              <a:gd name="csY220" fmla="*/ 105388 h 882235"/>
              <a:gd name="csX221" fmla="*/ 364724 w 882253"/>
              <a:gd name="csY221" fmla="*/ 168896 h 882235"/>
              <a:gd name="csX222" fmla="*/ 168235 w 882253"/>
              <a:gd name="csY222" fmla="*/ 355384 h 882235"/>
              <a:gd name="csX223" fmla="*/ 165199 w 882253"/>
              <a:gd name="csY223" fmla="*/ 355312 h 882235"/>
              <a:gd name="csX224" fmla="*/ 87511 w 882253"/>
              <a:gd name="csY224" fmla="*/ 433001 h 882235"/>
              <a:gd name="csX225" fmla="*/ 110978 w 882253"/>
              <a:gd name="csY225" fmla="*/ 488561 h 882235"/>
              <a:gd name="csX226" fmla="*/ 74688 w 882253"/>
              <a:gd name="csY226" fmla="*/ 505385 h 882235"/>
              <a:gd name="csX227" fmla="*/ 24950 w 882253"/>
              <a:gd name="csY227" fmla="*/ 486132 h 882235"/>
              <a:gd name="csX228" fmla="*/ 24950 w 882253"/>
              <a:gd name="csY228" fmla="*/ 396175 h 882235"/>
              <a:gd name="csX229" fmla="*/ 117122 w 882253"/>
              <a:gd name="csY229" fmla="*/ 360492 h 882235"/>
              <a:gd name="csX230" fmla="*/ 124641 w 882253"/>
              <a:gd name="csY230" fmla="*/ 352205 h 882235"/>
              <a:gd name="csX231" fmla="*/ 154448 w 882253"/>
              <a:gd name="csY231" fmla="*/ 280321 h 882235"/>
              <a:gd name="csX232" fmla="*/ 154984 w 882253"/>
              <a:gd name="csY232" fmla="*/ 269141 h 882235"/>
              <a:gd name="csX233" fmla="*/ 115014 w 882253"/>
              <a:gd name="csY233" fmla="*/ 178701 h 882235"/>
              <a:gd name="csX234" fmla="*/ 178629 w 882253"/>
              <a:gd name="csY234" fmla="*/ 115086 h 882235"/>
              <a:gd name="csX235" fmla="*/ 269087 w 882253"/>
              <a:gd name="csY235" fmla="*/ 155055 h 882235"/>
              <a:gd name="csX236" fmla="*/ 280267 w 882253"/>
              <a:gd name="csY236" fmla="*/ 154519 h 882235"/>
              <a:gd name="csX237" fmla="*/ 352133 w 882253"/>
              <a:gd name="csY237" fmla="*/ 124712 h 882235"/>
              <a:gd name="csX238" fmla="*/ 360420 w 882253"/>
              <a:gd name="csY238" fmla="*/ 117193 h 882235"/>
              <a:gd name="csX239" fmla="*/ 396103 w 882253"/>
              <a:gd name="csY239" fmla="*/ 25003 h 882235"/>
              <a:gd name="csX240" fmla="*/ 486061 w 882253"/>
              <a:gd name="csY240" fmla="*/ 25003 h 882235"/>
              <a:gd name="csX241" fmla="*/ 521744 w 882253"/>
              <a:gd name="csY241" fmla="*/ 117193 h 882235"/>
              <a:gd name="csX242" fmla="*/ 530031 w 882253"/>
              <a:gd name="csY242" fmla="*/ 124712 h 882235"/>
              <a:gd name="csX243" fmla="*/ 601897 w 882253"/>
              <a:gd name="csY243" fmla="*/ 154519 h 882235"/>
              <a:gd name="csX244" fmla="*/ 613077 w 882253"/>
              <a:gd name="csY244" fmla="*/ 155055 h 882235"/>
              <a:gd name="csX245" fmla="*/ 703534 w 882253"/>
              <a:gd name="csY245" fmla="*/ 115086 h 882235"/>
              <a:gd name="csX246" fmla="*/ 767149 w 882253"/>
              <a:gd name="csY246" fmla="*/ 178701 h 882235"/>
              <a:gd name="csX247" fmla="*/ 727180 w 882253"/>
              <a:gd name="csY247" fmla="*/ 269141 h 882235"/>
              <a:gd name="csX248" fmla="*/ 727716 w 882253"/>
              <a:gd name="csY248" fmla="*/ 280321 h 882235"/>
              <a:gd name="csX249" fmla="*/ 757523 w 882253"/>
              <a:gd name="csY249" fmla="*/ 352205 h 882235"/>
              <a:gd name="csX250" fmla="*/ 765042 w 882253"/>
              <a:gd name="csY250" fmla="*/ 360492 h 882235"/>
              <a:gd name="csX251" fmla="*/ 857214 w 882253"/>
              <a:gd name="csY251" fmla="*/ 396175 h 882235"/>
              <a:gd name="csX252" fmla="*/ 857214 w 882253"/>
              <a:gd name="csY252" fmla="*/ 486132 h 882235"/>
              <a:gd name="csX253" fmla="*/ 441109 w 882253"/>
              <a:gd name="csY253" fmla="*/ 624632 h 882235"/>
              <a:gd name="csX254" fmla="*/ 488418 w 882253"/>
              <a:gd name="csY254" fmla="*/ 577322 h 882235"/>
              <a:gd name="csX255" fmla="*/ 441109 w 882253"/>
              <a:gd name="csY255" fmla="*/ 530013 h 882235"/>
              <a:gd name="csX256" fmla="*/ 393799 w 882253"/>
              <a:gd name="csY256" fmla="*/ 577322 h 882235"/>
              <a:gd name="csX257" fmla="*/ 441109 w 882253"/>
              <a:gd name="csY257" fmla="*/ 624632 h 882235"/>
              <a:gd name="csX258" fmla="*/ 441109 w 882253"/>
              <a:gd name="csY258" fmla="*/ 555016 h 882235"/>
              <a:gd name="csX259" fmla="*/ 463415 w 882253"/>
              <a:gd name="csY259" fmla="*/ 577322 h 882235"/>
              <a:gd name="csX260" fmla="*/ 441109 w 882253"/>
              <a:gd name="csY260" fmla="*/ 599629 h 882235"/>
              <a:gd name="csX261" fmla="*/ 418802 w 882253"/>
              <a:gd name="csY261" fmla="*/ 577322 h 882235"/>
              <a:gd name="csX262" fmla="*/ 441109 w 882253"/>
              <a:gd name="csY262" fmla="*/ 555016 h 882235"/>
              <a:gd name="csX263" fmla="*/ 330702 w 882253"/>
              <a:gd name="csY263" fmla="*/ 602218 h 882235"/>
              <a:gd name="csX264" fmla="*/ 349865 w 882253"/>
              <a:gd name="csY264" fmla="*/ 609630 h 882235"/>
              <a:gd name="csX265" fmla="*/ 353741 w 882253"/>
              <a:gd name="csY265" fmla="*/ 618988 h 882235"/>
              <a:gd name="csX266" fmla="*/ 345436 w 882253"/>
              <a:gd name="csY266" fmla="*/ 637794 h 882235"/>
              <a:gd name="csX267" fmla="*/ 348026 w 882253"/>
              <a:gd name="csY267" fmla="*/ 651689 h 882235"/>
              <a:gd name="csX268" fmla="*/ 366742 w 882253"/>
              <a:gd name="csY268" fmla="*/ 670405 h 882235"/>
              <a:gd name="csX269" fmla="*/ 380637 w 882253"/>
              <a:gd name="csY269" fmla="*/ 672995 h 882235"/>
              <a:gd name="csX270" fmla="*/ 399443 w 882253"/>
              <a:gd name="csY270" fmla="*/ 664690 h 882235"/>
              <a:gd name="csX271" fmla="*/ 408819 w 882253"/>
              <a:gd name="csY271" fmla="*/ 668584 h 882235"/>
              <a:gd name="csX272" fmla="*/ 416231 w 882253"/>
              <a:gd name="csY272" fmla="*/ 687747 h 882235"/>
              <a:gd name="csX273" fmla="*/ 427893 w 882253"/>
              <a:gd name="csY273" fmla="*/ 695730 h 882235"/>
              <a:gd name="csX274" fmla="*/ 454343 w 882253"/>
              <a:gd name="csY274" fmla="*/ 695730 h 882235"/>
              <a:gd name="csX275" fmla="*/ 466005 w 882253"/>
              <a:gd name="csY275" fmla="*/ 687747 h 882235"/>
              <a:gd name="csX276" fmla="*/ 473416 w 882253"/>
              <a:gd name="csY276" fmla="*/ 668584 h 882235"/>
              <a:gd name="csX277" fmla="*/ 482775 w 882253"/>
              <a:gd name="csY277" fmla="*/ 664708 h 882235"/>
              <a:gd name="csX278" fmla="*/ 501581 w 882253"/>
              <a:gd name="csY278" fmla="*/ 673013 h 882235"/>
              <a:gd name="csX279" fmla="*/ 515475 w 882253"/>
              <a:gd name="csY279" fmla="*/ 670423 h 882235"/>
              <a:gd name="csX280" fmla="*/ 534192 w 882253"/>
              <a:gd name="csY280" fmla="*/ 651706 h 882235"/>
              <a:gd name="csX281" fmla="*/ 536781 w 882253"/>
              <a:gd name="csY281" fmla="*/ 637812 h 882235"/>
              <a:gd name="csX282" fmla="*/ 528477 w 882253"/>
              <a:gd name="csY282" fmla="*/ 619006 h 882235"/>
              <a:gd name="csX283" fmla="*/ 532352 w 882253"/>
              <a:gd name="csY283" fmla="*/ 609630 h 882235"/>
              <a:gd name="csX284" fmla="*/ 551515 w 882253"/>
              <a:gd name="csY284" fmla="*/ 602218 h 882235"/>
              <a:gd name="csX285" fmla="*/ 559499 w 882253"/>
              <a:gd name="csY285" fmla="*/ 590556 h 882235"/>
              <a:gd name="csX286" fmla="*/ 559499 w 882253"/>
              <a:gd name="csY286" fmla="*/ 564106 h 882235"/>
              <a:gd name="csX287" fmla="*/ 551515 w 882253"/>
              <a:gd name="csY287" fmla="*/ 552444 h 882235"/>
              <a:gd name="csX288" fmla="*/ 532352 w 882253"/>
              <a:gd name="csY288" fmla="*/ 545032 h 882235"/>
              <a:gd name="csX289" fmla="*/ 528459 w 882253"/>
              <a:gd name="csY289" fmla="*/ 535656 h 882235"/>
              <a:gd name="csX290" fmla="*/ 536764 w 882253"/>
              <a:gd name="csY290" fmla="*/ 516850 h 882235"/>
              <a:gd name="csX291" fmla="*/ 534174 w 882253"/>
              <a:gd name="csY291" fmla="*/ 502956 h 882235"/>
              <a:gd name="csX292" fmla="*/ 515457 w 882253"/>
              <a:gd name="csY292" fmla="*/ 484239 h 882235"/>
              <a:gd name="csX293" fmla="*/ 501563 w 882253"/>
              <a:gd name="csY293" fmla="*/ 481650 h 882235"/>
              <a:gd name="csX294" fmla="*/ 482757 w 882253"/>
              <a:gd name="csY294" fmla="*/ 489954 h 882235"/>
              <a:gd name="csX295" fmla="*/ 473398 w 882253"/>
              <a:gd name="csY295" fmla="*/ 486079 h 882235"/>
              <a:gd name="csX296" fmla="*/ 465987 w 882253"/>
              <a:gd name="csY296" fmla="*/ 466916 h 882235"/>
              <a:gd name="csX297" fmla="*/ 454325 w 882253"/>
              <a:gd name="csY297" fmla="*/ 458932 h 882235"/>
              <a:gd name="csX298" fmla="*/ 427875 w 882253"/>
              <a:gd name="csY298" fmla="*/ 458932 h 882235"/>
              <a:gd name="csX299" fmla="*/ 416213 w 882253"/>
              <a:gd name="csY299" fmla="*/ 466916 h 882235"/>
              <a:gd name="csX300" fmla="*/ 408801 w 882253"/>
              <a:gd name="csY300" fmla="*/ 486079 h 882235"/>
              <a:gd name="csX301" fmla="*/ 399443 w 882253"/>
              <a:gd name="csY301" fmla="*/ 489954 h 882235"/>
              <a:gd name="csX302" fmla="*/ 380637 w 882253"/>
              <a:gd name="csY302" fmla="*/ 481650 h 882235"/>
              <a:gd name="csX303" fmla="*/ 366742 w 882253"/>
              <a:gd name="csY303" fmla="*/ 484239 h 882235"/>
              <a:gd name="csX304" fmla="*/ 348026 w 882253"/>
              <a:gd name="csY304" fmla="*/ 502956 h 882235"/>
              <a:gd name="csX305" fmla="*/ 345436 w 882253"/>
              <a:gd name="csY305" fmla="*/ 516850 h 882235"/>
              <a:gd name="csX306" fmla="*/ 353741 w 882253"/>
              <a:gd name="csY306" fmla="*/ 535656 h 882235"/>
              <a:gd name="csX307" fmla="*/ 349865 w 882253"/>
              <a:gd name="csY307" fmla="*/ 545032 h 882235"/>
              <a:gd name="csX308" fmla="*/ 330702 w 882253"/>
              <a:gd name="csY308" fmla="*/ 552444 h 882235"/>
              <a:gd name="csX309" fmla="*/ 322719 w 882253"/>
              <a:gd name="csY309" fmla="*/ 564106 h 882235"/>
              <a:gd name="csX310" fmla="*/ 322719 w 882253"/>
              <a:gd name="csY310" fmla="*/ 590556 h 882235"/>
              <a:gd name="csX311" fmla="*/ 330702 w 882253"/>
              <a:gd name="csY311" fmla="*/ 602218 h 882235"/>
              <a:gd name="csX312" fmla="*/ 347722 w 882253"/>
              <a:gd name="csY312" fmla="*/ 572661 h 882235"/>
              <a:gd name="csX313" fmla="*/ 364474 w 882253"/>
              <a:gd name="csY313" fmla="*/ 566178 h 882235"/>
              <a:gd name="csX314" fmla="*/ 371993 w 882253"/>
              <a:gd name="csY314" fmla="*/ 557891 h 882235"/>
              <a:gd name="csX315" fmla="*/ 378494 w 882253"/>
              <a:gd name="csY315" fmla="*/ 542211 h 882235"/>
              <a:gd name="csX316" fmla="*/ 379030 w 882253"/>
              <a:gd name="csY316" fmla="*/ 531031 h 882235"/>
              <a:gd name="csX317" fmla="*/ 371761 w 882253"/>
              <a:gd name="csY317" fmla="*/ 514582 h 882235"/>
              <a:gd name="csX318" fmla="*/ 378351 w 882253"/>
              <a:gd name="csY318" fmla="*/ 507992 h 882235"/>
              <a:gd name="csX319" fmla="*/ 394799 w 882253"/>
              <a:gd name="csY319" fmla="*/ 515261 h 882235"/>
              <a:gd name="csX320" fmla="*/ 405979 w 882253"/>
              <a:gd name="csY320" fmla="*/ 514725 h 882235"/>
              <a:gd name="csX321" fmla="*/ 421660 w 882253"/>
              <a:gd name="csY321" fmla="*/ 508224 h 882235"/>
              <a:gd name="csX322" fmla="*/ 429947 w 882253"/>
              <a:gd name="csY322" fmla="*/ 500705 h 882235"/>
              <a:gd name="csX323" fmla="*/ 436430 w 882253"/>
              <a:gd name="csY323" fmla="*/ 483953 h 882235"/>
              <a:gd name="csX324" fmla="*/ 445752 w 882253"/>
              <a:gd name="csY324" fmla="*/ 483953 h 882235"/>
              <a:gd name="csX325" fmla="*/ 452235 w 882253"/>
              <a:gd name="csY325" fmla="*/ 500705 h 882235"/>
              <a:gd name="csX326" fmla="*/ 460522 w 882253"/>
              <a:gd name="csY326" fmla="*/ 508224 h 882235"/>
              <a:gd name="csX327" fmla="*/ 476202 w 882253"/>
              <a:gd name="csY327" fmla="*/ 514725 h 882235"/>
              <a:gd name="csX328" fmla="*/ 487382 w 882253"/>
              <a:gd name="csY328" fmla="*/ 515261 h 882235"/>
              <a:gd name="csX329" fmla="*/ 503831 w 882253"/>
              <a:gd name="csY329" fmla="*/ 507992 h 882235"/>
              <a:gd name="csX330" fmla="*/ 510421 w 882253"/>
              <a:gd name="csY330" fmla="*/ 514582 h 882235"/>
              <a:gd name="csX331" fmla="*/ 503152 w 882253"/>
              <a:gd name="csY331" fmla="*/ 531031 h 882235"/>
              <a:gd name="csX332" fmla="*/ 503688 w 882253"/>
              <a:gd name="csY332" fmla="*/ 542211 h 882235"/>
              <a:gd name="csX333" fmla="*/ 510189 w 882253"/>
              <a:gd name="csY333" fmla="*/ 557909 h 882235"/>
              <a:gd name="csX334" fmla="*/ 517708 w 882253"/>
              <a:gd name="csY334" fmla="*/ 566196 h 882235"/>
              <a:gd name="csX335" fmla="*/ 534460 w 882253"/>
              <a:gd name="csY335" fmla="*/ 572679 h 882235"/>
              <a:gd name="csX336" fmla="*/ 534460 w 882253"/>
              <a:gd name="csY336" fmla="*/ 582001 h 882235"/>
              <a:gd name="csX337" fmla="*/ 517708 w 882253"/>
              <a:gd name="csY337" fmla="*/ 588484 h 882235"/>
              <a:gd name="csX338" fmla="*/ 510189 w 882253"/>
              <a:gd name="csY338" fmla="*/ 596771 h 882235"/>
              <a:gd name="csX339" fmla="*/ 503688 w 882253"/>
              <a:gd name="csY339" fmla="*/ 612452 h 882235"/>
              <a:gd name="csX340" fmla="*/ 503152 w 882253"/>
              <a:gd name="csY340" fmla="*/ 623632 h 882235"/>
              <a:gd name="csX341" fmla="*/ 510421 w 882253"/>
              <a:gd name="csY341" fmla="*/ 640080 h 882235"/>
              <a:gd name="csX342" fmla="*/ 503831 w 882253"/>
              <a:gd name="csY342" fmla="*/ 646670 h 882235"/>
              <a:gd name="csX343" fmla="*/ 487382 w 882253"/>
              <a:gd name="csY343" fmla="*/ 639401 h 882235"/>
              <a:gd name="csX344" fmla="*/ 476202 w 882253"/>
              <a:gd name="csY344" fmla="*/ 639937 h 882235"/>
              <a:gd name="csX345" fmla="*/ 460522 w 882253"/>
              <a:gd name="csY345" fmla="*/ 646438 h 882235"/>
              <a:gd name="csX346" fmla="*/ 452235 w 882253"/>
              <a:gd name="csY346" fmla="*/ 653957 h 882235"/>
              <a:gd name="csX347" fmla="*/ 445752 w 882253"/>
              <a:gd name="csY347" fmla="*/ 670709 h 882235"/>
              <a:gd name="csX348" fmla="*/ 436430 w 882253"/>
              <a:gd name="csY348" fmla="*/ 670709 h 882235"/>
              <a:gd name="csX349" fmla="*/ 429947 w 882253"/>
              <a:gd name="csY349" fmla="*/ 653957 h 882235"/>
              <a:gd name="csX350" fmla="*/ 421660 w 882253"/>
              <a:gd name="csY350" fmla="*/ 646438 h 882235"/>
              <a:gd name="csX351" fmla="*/ 405979 w 882253"/>
              <a:gd name="csY351" fmla="*/ 639937 h 882235"/>
              <a:gd name="csX352" fmla="*/ 394799 w 882253"/>
              <a:gd name="csY352" fmla="*/ 639401 h 882235"/>
              <a:gd name="csX353" fmla="*/ 378351 w 882253"/>
              <a:gd name="csY353" fmla="*/ 646670 h 882235"/>
              <a:gd name="csX354" fmla="*/ 371761 w 882253"/>
              <a:gd name="csY354" fmla="*/ 640080 h 882235"/>
              <a:gd name="csX355" fmla="*/ 379030 w 882253"/>
              <a:gd name="csY355" fmla="*/ 623632 h 882235"/>
              <a:gd name="csX356" fmla="*/ 378494 w 882253"/>
              <a:gd name="csY356" fmla="*/ 612452 h 882235"/>
              <a:gd name="csX357" fmla="*/ 371993 w 882253"/>
              <a:gd name="csY357" fmla="*/ 596771 h 882235"/>
              <a:gd name="csX358" fmla="*/ 364474 w 882253"/>
              <a:gd name="csY358" fmla="*/ 588484 h 882235"/>
              <a:gd name="csX359" fmla="*/ 347722 w 882253"/>
              <a:gd name="csY359" fmla="*/ 582001 h 882235"/>
              <a:gd name="csX360" fmla="*/ 347722 w 882253"/>
              <a:gd name="csY360" fmla="*/ 572679 h 8822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Lst>
            <a:rect l="l" t="t" r="r" b="b"/>
            <a:pathLst>
              <a:path w="882253" h="882235">
                <a:moveTo>
                  <a:pt x="874252" y="375922"/>
                </a:moveTo>
                <a:lnTo>
                  <a:pt x="779848" y="339382"/>
                </a:lnTo>
                <a:cubicBezTo>
                  <a:pt x="773025" y="316629"/>
                  <a:pt x="763863" y="294555"/>
                  <a:pt x="752558" y="273570"/>
                </a:cubicBezTo>
                <a:lnTo>
                  <a:pt x="793492" y="180951"/>
                </a:lnTo>
                <a:cubicBezTo>
                  <a:pt x="795582" y="176236"/>
                  <a:pt x="794546" y="170718"/>
                  <a:pt x="790902" y="167057"/>
                </a:cubicBezTo>
                <a:lnTo>
                  <a:pt x="715179" y="91333"/>
                </a:lnTo>
                <a:cubicBezTo>
                  <a:pt x="711535" y="87690"/>
                  <a:pt x="705999" y="86654"/>
                  <a:pt x="701284" y="88743"/>
                </a:cubicBezTo>
                <a:lnTo>
                  <a:pt x="608665" y="129677"/>
                </a:lnTo>
                <a:cubicBezTo>
                  <a:pt x="587698" y="118372"/>
                  <a:pt x="565606" y="109210"/>
                  <a:pt x="542871" y="102388"/>
                </a:cubicBezTo>
                <a:lnTo>
                  <a:pt x="506331" y="7983"/>
                </a:lnTo>
                <a:cubicBezTo>
                  <a:pt x="504474" y="3161"/>
                  <a:pt x="499830" y="0"/>
                  <a:pt x="494669" y="0"/>
                </a:cubicBezTo>
                <a:lnTo>
                  <a:pt x="387584" y="0"/>
                </a:lnTo>
                <a:cubicBezTo>
                  <a:pt x="382423" y="0"/>
                  <a:pt x="377797" y="3179"/>
                  <a:pt x="375922" y="7983"/>
                </a:cubicBezTo>
                <a:lnTo>
                  <a:pt x="339382" y="102388"/>
                </a:lnTo>
                <a:cubicBezTo>
                  <a:pt x="316647" y="109210"/>
                  <a:pt x="294555" y="118372"/>
                  <a:pt x="273588" y="129677"/>
                </a:cubicBezTo>
                <a:lnTo>
                  <a:pt x="180951" y="88743"/>
                </a:lnTo>
                <a:cubicBezTo>
                  <a:pt x="176236" y="86654"/>
                  <a:pt x="170700" y="87690"/>
                  <a:pt x="167057" y="91333"/>
                </a:cubicBezTo>
                <a:lnTo>
                  <a:pt x="91333" y="167057"/>
                </a:lnTo>
                <a:cubicBezTo>
                  <a:pt x="87690" y="170700"/>
                  <a:pt x="86654" y="176218"/>
                  <a:pt x="88743" y="180951"/>
                </a:cubicBezTo>
                <a:lnTo>
                  <a:pt x="129677" y="273570"/>
                </a:lnTo>
                <a:cubicBezTo>
                  <a:pt x="118372" y="294537"/>
                  <a:pt x="109228" y="316611"/>
                  <a:pt x="102388" y="339382"/>
                </a:cubicBezTo>
                <a:lnTo>
                  <a:pt x="7983" y="375922"/>
                </a:lnTo>
                <a:cubicBezTo>
                  <a:pt x="3161" y="377779"/>
                  <a:pt x="0" y="382423"/>
                  <a:pt x="0" y="387584"/>
                </a:cubicBezTo>
                <a:lnTo>
                  <a:pt x="0" y="494669"/>
                </a:lnTo>
                <a:cubicBezTo>
                  <a:pt x="0" y="499830"/>
                  <a:pt x="3179" y="504456"/>
                  <a:pt x="7983" y="506331"/>
                </a:cubicBezTo>
                <a:lnTo>
                  <a:pt x="54810" y="524458"/>
                </a:lnTo>
                <a:cubicBezTo>
                  <a:pt x="40809" y="542014"/>
                  <a:pt x="32397" y="564249"/>
                  <a:pt x="32397" y="588395"/>
                </a:cubicBezTo>
                <a:lnTo>
                  <a:pt x="32397" y="678638"/>
                </a:lnTo>
                <a:cubicBezTo>
                  <a:pt x="32397" y="685550"/>
                  <a:pt x="37987" y="691140"/>
                  <a:pt x="44898" y="691140"/>
                </a:cubicBezTo>
                <a:lnTo>
                  <a:pt x="93226" y="691140"/>
                </a:lnTo>
                <a:lnTo>
                  <a:pt x="88743" y="701284"/>
                </a:lnTo>
                <a:cubicBezTo>
                  <a:pt x="86654" y="705999"/>
                  <a:pt x="87690" y="711518"/>
                  <a:pt x="91333" y="715179"/>
                </a:cubicBezTo>
                <a:lnTo>
                  <a:pt x="167057" y="790902"/>
                </a:lnTo>
                <a:cubicBezTo>
                  <a:pt x="170700" y="794546"/>
                  <a:pt x="176236" y="795582"/>
                  <a:pt x="180951" y="793492"/>
                </a:cubicBezTo>
                <a:lnTo>
                  <a:pt x="273570" y="752558"/>
                </a:lnTo>
                <a:cubicBezTo>
                  <a:pt x="294537" y="763863"/>
                  <a:pt x="316611" y="773007"/>
                  <a:pt x="339382" y="779848"/>
                </a:cubicBezTo>
                <a:lnTo>
                  <a:pt x="375922" y="874252"/>
                </a:lnTo>
                <a:cubicBezTo>
                  <a:pt x="377779" y="879074"/>
                  <a:pt x="382423" y="882235"/>
                  <a:pt x="387584" y="882235"/>
                </a:cubicBezTo>
                <a:lnTo>
                  <a:pt x="494669" y="882235"/>
                </a:lnTo>
                <a:cubicBezTo>
                  <a:pt x="499830" y="882235"/>
                  <a:pt x="504456" y="879056"/>
                  <a:pt x="506331" y="874252"/>
                </a:cubicBezTo>
                <a:lnTo>
                  <a:pt x="542871" y="779848"/>
                </a:lnTo>
                <a:cubicBezTo>
                  <a:pt x="565606" y="773025"/>
                  <a:pt x="587681" y="763863"/>
                  <a:pt x="608665" y="752558"/>
                </a:cubicBezTo>
                <a:lnTo>
                  <a:pt x="701302" y="793492"/>
                </a:lnTo>
                <a:cubicBezTo>
                  <a:pt x="706017" y="795582"/>
                  <a:pt x="711535" y="794546"/>
                  <a:pt x="715197" y="790902"/>
                </a:cubicBezTo>
                <a:lnTo>
                  <a:pt x="790920" y="715179"/>
                </a:lnTo>
                <a:cubicBezTo>
                  <a:pt x="794564" y="711535"/>
                  <a:pt x="795599" y="705999"/>
                  <a:pt x="793510" y="701284"/>
                </a:cubicBezTo>
                <a:lnTo>
                  <a:pt x="789027" y="691140"/>
                </a:lnTo>
                <a:lnTo>
                  <a:pt x="837355" y="691140"/>
                </a:lnTo>
                <a:cubicBezTo>
                  <a:pt x="844266" y="691140"/>
                  <a:pt x="849856" y="685550"/>
                  <a:pt x="849856" y="678638"/>
                </a:cubicBezTo>
                <a:lnTo>
                  <a:pt x="849856" y="588395"/>
                </a:lnTo>
                <a:cubicBezTo>
                  <a:pt x="849856" y="564231"/>
                  <a:pt x="841462" y="542014"/>
                  <a:pt x="827443" y="524458"/>
                </a:cubicBezTo>
                <a:lnTo>
                  <a:pt x="874270" y="506331"/>
                </a:lnTo>
                <a:cubicBezTo>
                  <a:pt x="879092" y="504474"/>
                  <a:pt x="882253" y="499830"/>
                  <a:pt x="882253" y="494669"/>
                </a:cubicBezTo>
                <a:lnTo>
                  <a:pt x="882253" y="387584"/>
                </a:lnTo>
                <a:cubicBezTo>
                  <a:pt x="882253" y="382423"/>
                  <a:pt x="879074" y="377797"/>
                  <a:pt x="874270" y="375922"/>
                </a:cubicBezTo>
                <a:close/>
                <a:moveTo>
                  <a:pt x="57400" y="588395"/>
                </a:moveTo>
                <a:cubicBezTo>
                  <a:pt x="57400" y="545532"/>
                  <a:pt x="92279" y="510653"/>
                  <a:pt x="135142" y="510653"/>
                </a:cubicBezTo>
                <a:lnTo>
                  <a:pt x="140089" y="510653"/>
                </a:lnTo>
                <a:lnTo>
                  <a:pt x="129088" y="602558"/>
                </a:lnTo>
                <a:cubicBezTo>
                  <a:pt x="128498" y="607522"/>
                  <a:pt x="130909" y="612362"/>
                  <a:pt x="135249" y="614863"/>
                </a:cubicBezTo>
                <a:lnTo>
                  <a:pt x="158966" y="628561"/>
                </a:lnTo>
                <a:cubicBezTo>
                  <a:pt x="160895" y="629686"/>
                  <a:pt x="163056" y="630240"/>
                  <a:pt x="165217" y="630240"/>
                </a:cubicBezTo>
                <a:cubicBezTo>
                  <a:pt x="167378" y="630240"/>
                  <a:pt x="169539" y="629686"/>
                  <a:pt x="171468" y="628561"/>
                </a:cubicBezTo>
                <a:lnTo>
                  <a:pt x="195185" y="614863"/>
                </a:lnTo>
                <a:cubicBezTo>
                  <a:pt x="199525" y="612362"/>
                  <a:pt x="201936" y="607522"/>
                  <a:pt x="201347" y="602558"/>
                </a:cubicBezTo>
                <a:lnTo>
                  <a:pt x="190345" y="510653"/>
                </a:lnTo>
                <a:lnTo>
                  <a:pt x="195292" y="510653"/>
                </a:lnTo>
                <a:cubicBezTo>
                  <a:pt x="238155" y="510653"/>
                  <a:pt x="273034" y="545532"/>
                  <a:pt x="273034" y="588395"/>
                </a:cubicBezTo>
                <a:lnTo>
                  <a:pt x="273034" y="666137"/>
                </a:lnTo>
                <a:lnTo>
                  <a:pt x="248120" y="666137"/>
                </a:lnTo>
                <a:lnTo>
                  <a:pt x="248120" y="592824"/>
                </a:lnTo>
                <a:cubicBezTo>
                  <a:pt x="248120" y="585913"/>
                  <a:pt x="242530" y="580323"/>
                  <a:pt x="235619" y="580323"/>
                </a:cubicBezTo>
                <a:cubicBezTo>
                  <a:pt x="228707" y="580323"/>
                  <a:pt x="223117" y="585913"/>
                  <a:pt x="223117" y="592824"/>
                </a:cubicBezTo>
                <a:lnTo>
                  <a:pt x="223117" y="666137"/>
                </a:lnTo>
                <a:lnTo>
                  <a:pt x="107299" y="666137"/>
                </a:lnTo>
                <a:lnTo>
                  <a:pt x="107299" y="592824"/>
                </a:lnTo>
                <a:cubicBezTo>
                  <a:pt x="107299" y="585913"/>
                  <a:pt x="101709" y="580323"/>
                  <a:pt x="94798" y="580323"/>
                </a:cubicBezTo>
                <a:cubicBezTo>
                  <a:pt x="87886" y="580323"/>
                  <a:pt x="82296" y="585913"/>
                  <a:pt x="82296" y="592824"/>
                </a:cubicBezTo>
                <a:lnTo>
                  <a:pt x="82296" y="666137"/>
                </a:lnTo>
                <a:lnTo>
                  <a:pt x="57382" y="666137"/>
                </a:lnTo>
                <a:lnTo>
                  <a:pt x="57382" y="588395"/>
                </a:lnTo>
                <a:close/>
                <a:moveTo>
                  <a:pt x="364349" y="195042"/>
                </a:moveTo>
                <a:cubicBezTo>
                  <a:pt x="366992" y="211991"/>
                  <a:pt x="375136" y="227153"/>
                  <a:pt x="386888" y="238619"/>
                </a:cubicBezTo>
                <a:cubicBezTo>
                  <a:pt x="341828" y="249495"/>
                  <a:pt x="308253" y="290143"/>
                  <a:pt x="308253" y="338489"/>
                </a:cubicBezTo>
                <a:lnTo>
                  <a:pt x="308253" y="428732"/>
                </a:lnTo>
                <a:cubicBezTo>
                  <a:pt x="308253" y="435644"/>
                  <a:pt x="313843" y="441234"/>
                  <a:pt x="320754" y="441234"/>
                </a:cubicBezTo>
                <a:lnTo>
                  <a:pt x="561427" y="441234"/>
                </a:lnTo>
                <a:cubicBezTo>
                  <a:pt x="568339" y="441234"/>
                  <a:pt x="573929" y="435644"/>
                  <a:pt x="573929" y="428732"/>
                </a:cubicBezTo>
                <a:lnTo>
                  <a:pt x="573929" y="338489"/>
                </a:lnTo>
                <a:cubicBezTo>
                  <a:pt x="573929" y="290143"/>
                  <a:pt x="540353" y="249513"/>
                  <a:pt x="495294" y="238619"/>
                </a:cubicBezTo>
                <a:cubicBezTo>
                  <a:pt x="507046" y="227153"/>
                  <a:pt x="515207" y="212009"/>
                  <a:pt x="517833" y="195042"/>
                </a:cubicBezTo>
                <a:cubicBezTo>
                  <a:pt x="597860" y="219474"/>
                  <a:pt x="661886" y="281214"/>
                  <a:pt x="689229" y="360438"/>
                </a:cubicBezTo>
                <a:cubicBezTo>
                  <a:pt x="660065" y="371636"/>
                  <a:pt x="639294" y="399925"/>
                  <a:pt x="639294" y="432983"/>
                </a:cubicBezTo>
                <a:cubicBezTo>
                  <a:pt x="639294" y="454735"/>
                  <a:pt x="648295" y="474434"/>
                  <a:pt x="662761" y="488543"/>
                </a:cubicBezTo>
                <a:cubicBezTo>
                  <a:pt x="617702" y="499420"/>
                  <a:pt x="584127" y="540068"/>
                  <a:pt x="584127" y="588413"/>
                </a:cubicBezTo>
                <a:lnTo>
                  <a:pt x="584127" y="666155"/>
                </a:lnTo>
                <a:cubicBezTo>
                  <a:pt x="541550" y="693908"/>
                  <a:pt x="492240" y="708571"/>
                  <a:pt x="441073" y="708571"/>
                </a:cubicBezTo>
                <a:cubicBezTo>
                  <a:pt x="389906" y="708571"/>
                  <a:pt x="340614" y="693908"/>
                  <a:pt x="298019" y="666155"/>
                </a:cubicBezTo>
                <a:lnTo>
                  <a:pt x="298019" y="588413"/>
                </a:lnTo>
                <a:cubicBezTo>
                  <a:pt x="298019" y="540068"/>
                  <a:pt x="264444" y="499437"/>
                  <a:pt x="219385" y="488543"/>
                </a:cubicBezTo>
                <a:cubicBezTo>
                  <a:pt x="233851" y="474434"/>
                  <a:pt x="242852" y="454735"/>
                  <a:pt x="242852" y="432983"/>
                </a:cubicBezTo>
                <a:cubicBezTo>
                  <a:pt x="242852" y="399925"/>
                  <a:pt x="222081" y="371636"/>
                  <a:pt x="192917" y="360438"/>
                </a:cubicBezTo>
                <a:cubicBezTo>
                  <a:pt x="220242" y="281214"/>
                  <a:pt x="284286" y="219492"/>
                  <a:pt x="364313" y="195042"/>
                </a:cubicBezTo>
                <a:close/>
                <a:moveTo>
                  <a:pt x="493776" y="183059"/>
                </a:moveTo>
                <a:cubicBezTo>
                  <a:pt x="493776" y="212098"/>
                  <a:pt x="470148" y="235744"/>
                  <a:pt x="441091" y="235744"/>
                </a:cubicBezTo>
                <a:cubicBezTo>
                  <a:pt x="412034" y="235744"/>
                  <a:pt x="388406" y="212116"/>
                  <a:pt x="388406" y="183059"/>
                </a:cubicBezTo>
                <a:cubicBezTo>
                  <a:pt x="388406" y="154001"/>
                  <a:pt x="412034" y="130373"/>
                  <a:pt x="441091" y="130373"/>
                </a:cubicBezTo>
                <a:cubicBezTo>
                  <a:pt x="470148" y="130373"/>
                  <a:pt x="493776" y="154001"/>
                  <a:pt x="493776" y="183059"/>
                </a:cubicBezTo>
                <a:close/>
                <a:moveTo>
                  <a:pt x="511510" y="330416"/>
                </a:moveTo>
                <a:cubicBezTo>
                  <a:pt x="504599" y="330416"/>
                  <a:pt x="499009" y="336006"/>
                  <a:pt x="499009" y="342918"/>
                </a:cubicBezTo>
                <a:lnTo>
                  <a:pt x="499009" y="416231"/>
                </a:lnTo>
                <a:lnTo>
                  <a:pt x="383191" y="416231"/>
                </a:lnTo>
                <a:lnTo>
                  <a:pt x="383191" y="342918"/>
                </a:lnTo>
                <a:cubicBezTo>
                  <a:pt x="383191" y="336006"/>
                  <a:pt x="377601" y="330416"/>
                  <a:pt x="370689" y="330416"/>
                </a:cubicBezTo>
                <a:cubicBezTo>
                  <a:pt x="363778" y="330416"/>
                  <a:pt x="358188" y="336006"/>
                  <a:pt x="358188" y="342918"/>
                </a:cubicBezTo>
                <a:lnTo>
                  <a:pt x="358188" y="416231"/>
                </a:lnTo>
                <a:lnTo>
                  <a:pt x="333274" y="416231"/>
                </a:lnTo>
                <a:lnTo>
                  <a:pt x="333274" y="338489"/>
                </a:lnTo>
                <a:cubicBezTo>
                  <a:pt x="333274" y="295626"/>
                  <a:pt x="368153" y="260747"/>
                  <a:pt x="411016" y="260747"/>
                </a:cubicBezTo>
                <a:lnTo>
                  <a:pt x="415963" y="260747"/>
                </a:lnTo>
                <a:lnTo>
                  <a:pt x="404961" y="352651"/>
                </a:lnTo>
                <a:cubicBezTo>
                  <a:pt x="404372" y="357616"/>
                  <a:pt x="406783" y="362456"/>
                  <a:pt x="411123" y="364956"/>
                </a:cubicBezTo>
                <a:lnTo>
                  <a:pt x="434840" y="378654"/>
                </a:lnTo>
                <a:cubicBezTo>
                  <a:pt x="436769" y="379762"/>
                  <a:pt x="438930" y="380333"/>
                  <a:pt x="441091" y="380333"/>
                </a:cubicBezTo>
                <a:cubicBezTo>
                  <a:pt x="443252" y="380333"/>
                  <a:pt x="445413" y="379780"/>
                  <a:pt x="447342" y="378654"/>
                </a:cubicBezTo>
                <a:lnTo>
                  <a:pt x="471059" y="364956"/>
                </a:lnTo>
                <a:cubicBezTo>
                  <a:pt x="475399" y="362456"/>
                  <a:pt x="477810" y="357616"/>
                  <a:pt x="477220" y="352651"/>
                </a:cubicBezTo>
                <a:lnTo>
                  <a:pt x="466219" y="260747"/>
                </a:lnTo>
                <a:lnTo>
                  <a:pt x="471166" y="260747"/>
                </a:lnTo>
                <a:cubicBezTo>
                  <a:pt x="514029" y="260747"/>
                  <a:pt x="548908" y="295626"/>
                  <a:pt x="548908" y="338489"/>
                </a:cubicBezTo>
                <a:lnTo>
                  <a:pt x="548908" y="416231"/>
                </a:lnTo>
                <a:lnTo>
                  <a:pt x="523994" y="416231"/>
                </a:lnTo>
                <a:lnTo>
                  <a:pt x="523994" y="342918"/>
                </a:lnTo>
                <a:cubicBezTo>
                  <a:pt x="523994" y="336006"/>
                  <a:pt x="518404" y="330416"/>
                  <a:pt x="511493" y="330416"/>
                </a:cubicBezTo>
                <a:close/>
                <a:moveTo>
                  <a:pt x="451431" y="347436"/>
                </a:moveTo>
                <a:lnTo>
                  <a:pt x="441091" y="353401"/>
                </a:lnTo>
                <a:lnTo>
                  <a:pt x="430768" y="347436"/>
                </a:lnTo>
                <a:lnTo>
                  <a:pt x="441109" y="261176"/>
                </a:lnTo>
                <a:close/>
                <a:moveTo>
                  <a:pt x="713875" y="536996"/>
                </a:moveTo>
                <a:cubicBezTo>
                  <a:pt x="715482" y="532156"/>
                  <a:pt x="716965" y="527245"/>
                  <a:pt x="718322" y="522297"/>
                </a:cubicBezTo>
                <a:lnTo>
                  <a:pt x="727305" y="597360"/>
                </a:lnTo>
                <a:lnTo>
                  <a:pt x="716983" y="603325"/>
                </a:lnTo>
                <a:lnTo>
                  <a:pt x="706642" y="597360"/>
                </a:lnTo>
                <a:close/>
                <a:moveTo>
                  <a:pt x="716983" y="485668"/>
                </a:moveTo>
                <a:cubicBezTo>
                  <a:pt x="687943" y="485668"/>
                  <a:pt x="664297" y="462040"/>
                  <a:pt x="664297" y="432983"/>
                </a:cubicBezTo>
                <a:cubicBezTo>
                  <a:pt x="664297" y="403925"/>
                  <a:pt x="687925" y="380298"/>
                  <a:pt x="716983" y="380298"/>
                </a:cubicBezTo>
                <a:cubicBezTo>
                  <a:pt x="746040" y="380298"/>
                  <a:pt x="769668" y="403925"/>
                  <a:pt x="769668" y="432983"/>
                </a:cubicBezTo>
                <a:cubicBezTo>
                  <a:pt x="769668" y="462040"/>
                  <a:pt x="746040" y="485668"/>
                  <a:pt x="716983" y="485668"/>
                </a:cubicBezTo>
                <a:close/>
                <a:moveTo>
                  <a:pt x="165217" y="511100"/>
                </a:moveTo>
                <a:lnTo>
                  <a:pt x="175540" y="597360"/>
                </a:lnTo>
                <a:lnTo>
                  <a:pt x="165217" y="603325"/>
                </a:lnTo>
                <a:lnTo>
                  <a:pt x="154877" y="597360"/>
                </a:lnTo>
                <a:close/>
                <a:moveTo>
                  <a:pt x="165217" y="380315"/>
                </a:moveTo>
                <a:cubicBezTo>
                  <a:pt x="194256" y="380315"/>
                  <a:pt x="217902" y="403943"/>
                  <a:pt x="217902" y="433001"/>
                </a:cubicBezTo>
                <a:cubicBezTo>
                  <a:pt x="217902" y="462058"/>
                  <a:pt x="194274" y="485686"/>
                  <a:pt x="165217" y="485686"/>
                </a:cubicBezTo>
                <a:cubicBezTo>
                  <a:pt x="136160" y="485686"/>
                  <a:pt x="112532" y="462058"/>
                  <a:pt x="112532" y="433001"/>
                </a:cubicBezTo>
                <a:cubicBezTo>
                  <a:pt x="112532" y="403943"/>
                  <a:pt x="136160" y="380315"/>
                  <a:pt x="165217" y="380315"/>
                </a:cubicBezTo>
                <a:close/>
                <a:moveTo>
                  <a:pt x="703534" y="767203"/>
                </a:moveTo>
                <a:lnTo>
                  <a:pt x="613077" y="727234"/>
                </a:lnTo>
                <a:cubicBezTo>
                  <a:pt x="609469" y="725644"/>
                  <a:pt x="605326" y="725841"/>
                  <a:pt x="601897" y="727770"/>
                </a:cubicBezTo>
                <a:cubicBezTo>
                  <a:pt x="579180" y="740539"/>
                  <a:pt x="554998" y="750576"/>
                  <a:pt x="530031" y="757577"/>
                </a:cubicBezTo>
                <a:cubicBezTo>
                  <a:pt x="526244" y="758648"/>
                  <a:pt x="523173" y="761434"/>
                  <a:pt x="521744" y="765096"/>
                </a:cubicBezTo>
                <a:lnTo>
                  <a:pt x="486061" y="857286"/>
                </a:lnTo>
                <a:lnTo>
                  <a:pt x="396103" y="857286"/>
                </a:lnTo>
                <a:lnTo>
                  <a:pt x="360438" y="765114"/>
                </a:lnTo>
                <a:cubicBezTo>
                  <a:pt x="359009" y="761434"/>
                  <a:pt x="355955" y="758648"/>
                  <a:pt x="352151" y="757595"/>
                </a:cubicBezTo>
                <a:cubicBezTo>
                  <a:pt x="327148" y="750576"/>
                  <a:pt x="302966" y="740557"/>
                  <a:pt x="280267" y="727787"/>
                </a:cubicBezTo>
                <a:cubicBezTo>
                  <a:pt x="276838" y="725859"/>
                  <a:pt x="272695" y="725662"/>
                  <a:pt x="269087" y="727252"/>
                </a:cubicBezTo>
                <a:lnTo>
                  <a:pt x="178647" y="767221"/>
                </a:lnTo>
                <a:lnTo>
                  <a:pt x="115032" y="703606"/>
                </a:lnTo>
                <a:lnTo>
                  <a:pt x="120515" y="691194"/>
                </a:lnTo>
                <a:lnTo>
                  <a:pt x="235565" y="691194"/>
                </a:lnTo>
                <a:cubicBezTo>
                  <a:pt x="235565" y="691194"/>
                  <a:pt x="235583" y="691194"/>
                  <a:pt x="235601" y="691194"/>
                </a:cubicBezTo>
                <a:cubicBezTo>
                  <a:pt x="235619" y="691194"/>
                  <a:pt x="235619" y="691194"/>
                  <a:pt x="235637" y="691194"/>
                </a:cubicBezTo>
                <a:lnTo>
                  <a:pt x="285518" y="691194"/>
                </a:lnTo>
                <a:cubicBezTo>
                  <a:pt x="286947" y="691194"/>
                  <a:pt x="288322" y="690944"/>
                  <a:pt x="289608" y="690497"/>
                </a:cubicBezTo>
                <a:cubicBezTo>
                  <a:pt x="335042" y="718733"/>
                  <a:pt x="387120" y="733592"/>
                  <a:pt x="441055" y="733592"/>
                </a:cubicBezTo>
                <a:cubicBezTo>
                  <a:pt x="494990" y="733592"/>
                  <a:pt x="547086" y="718715"/>
                  <a:pt x="592503" y="690497"/>
                </a:cubicBezTo>
                <a:cubicBezTo>
                  <a:pt x="593789" y="690944"/>
                  <a:pt x="595164" y="691194"/>
                  <a:pt x="596592" y="691194"/>
                </a:cubicBezTo>
                <a:lnTo>
                  <a:pt x="646474" y="691194"/>
                </a:lnTo>
                <a:cubicBezTo>
                  <a:pt x="646474" y="691194"/>
                  <a:pt x="646492" y="691194"/>
                  <a:pt x="646509" y="691194"/>
                </a:cubicBezTo>
                <a:cubicBezTo>
                  <a:pt x="646527" y="691194"/>
                  <a:pt x="646527" y="691194"/>
                  <a:pt x="646545" y="691194"/>
                </a:cubicBezTo>
                <a:lnTo>
                  <a:pt x="761595" y="691194"/>
                </a:lnTo>
                <a:lnTo>
                  <a:pt x="767078" y="703606"/>
                </a:lnTo>
                <a:lnTo>
                  <a:pt x="703463" y="767221"/>
                </a:lnTo>
                <a:close/>
                <a:moveTo>
                  <a:pt x="824817" y="666173"/>
                </a:moveTo>
                <a:lnTo>
                  <a:pt x="799904" y="666173"/>
                </a:lnTo>
                <a:lnTo>
                  <a:pt x="799904" y="592860"/>
                </a:lnTo>
                <a:cubicBezTo>
                  <a:pt x="799904" y="585948"/>
                  <a:pt x="794314" y="580358"/>
                  <a:pt x="787402" y="580358"/>
                </a:cubicBezTo>
                <a:cubicBezTo>
                  <a:pt x="780490" y="580358"/>
                  <a:pt x="774900" y="585948"/>
                  <a:pt x="774900" y="592860"/>
                </a:cubicBezTo>
                <a:lnTo>
                  <a:pt x="774900" y="666173"/>
                </a:lnTo>
                <a:lnTo>
                  <a:pt x="659082" y="666173"/>
                </a:lnTo>
                <a:lnTo>
                  <a:pt x="659082" y="592860"/>
                </a:lnTo>
                <a:cubicBezTo>
                  <a:pt x="659082" y="585948"/>
                  <a:pt x="653492" y="580358"/>
                  <a:pt x="646581" y="580358"/>
                </a:cubicBezTo>
                <a:cubicBezTo>
                  <a:pt x="639669" y="580358"/>
                  <a:pt x="634079" y="585948"/>
                  <a:pt x="634079" y="592860"/>
                </a:cubicBezTo>
                <a:lnTo>
                  <a:pt x="634079" y="666173"/>
                </a:lnTo>
                <a:lnTo>
                  <a:pt x="609165" y="666173"/>
                </a:lnTo>
                <a:lnTo>
                  <a:pt x="609165" y="588431"/>
                </a:lnTo>
                <a:cubicBezTo>
                  <a:pt x="609165" y="545568"/>
                  <a:pt x="644045" y="510689"/>
                  <a:pt x="686907" y="510689"/>
                </a:cubicBezTo>
                <a:lnTo>
                  <a:pt x="691854" y="510689"/>
                </a:lnTo>
                <a:lnTo>
                  <a:pt x="689211" y="532781"/>
                </a:lnTo>
                <a:cubicBezTo>
                  <a:pt x="689211" y="532781"/>
                  <a:pt x="689211" y="532834"/>
                  <a:pt x="689211" y="532870"/>
                </a:cubicBezTo>
                <a:lnTo>
                  <a:pt x="680853" y="602611"/>
                </a:lnTo>
                <a:cubicBezTo>
                  <a:pt x="680264" y="607576"/>
                  <a:pt x="682675" y="612416"/>
                  <a:pt x="687014" y="614916"/>
                </a:cubicBezTo>
                <a:lnTo>
                  <a:pt x="710732" y="628614"/>
                </a:lnTo>
                <a:cubicBezTo>
                  <a:pt x="712661" y="629739"/>
                  <a:pt x="714822" y="630293"/>
                  <a:pt x="716983" y="630293"/>
                </a:cubicBezTo>
                <a:cubicBezTo>
                  <a:pt x="719143" y="630293"/>
                  <a:pt x="721304" y="629739"/>
                  <a:pt x="723233" y="628614"/>
                </a:cubicBezTo>
                <a:lnTo>
                  <a:pt x="746951" y="614916"/>
                </a:lnTo>
                <a:cubicBezTo>
                  <a:pt x="751290" y="612416"/>
                  <a:pt x="753701" y="607576"/>
                  <a:pt x="753112" y="602611"/>
                </a:cubicBezTo>
                <a:lnTo>
                  <a:pt x="742111" y="510707"/>
                </a:lnTo>
                <a:lnTo>
                  <a:pt x="747058" y="510707"/>
                </a:lnTo>
                <a:cubicBezTo>
                  <a:pt x="789920" y="510707"/>
                  <a:pt x="824800" y="545586"/>
                  <a:pt x="824800" y="588449"/>
                </a:cubicBezTo>
                <a:lnTo>
                  <a:pt x="824800" y="666190"/>
                </a:lnTo>
                <a:close/>
                <a:moveTo>
                  <a:pt x="857232" y="486132"/>
                </a:moveTo>
                <a:lnTo>
                  <a:pt x="807494" y="505385"/>
                </a:lnTo>
                <a:cubicBezTo>
                  <a:pt x="796778" y="497562"/>
                  <a:pt x="784491" y="491776"/>
                  <a:pt x="771204" y="488561"/>
                </a:cubicBezTo>
                <a:cubicBezTo>
                  <a:pt x="785670" y="474452"/>
                  <a:pt x="794671" y="454753"/>
                  <a:pt x="794671" y="433001"/>
                </a:cubicBezTo>
                <a:cubicBezTo>
                  <a:pt x="794671" y="390174"/>
                  <a:pt x="759827" y="355312"/>
                  <a:pt x="716983" y="355312"/>
                </a:cubicBezTo>
                <a:cubicBezTo>
                  <a:pt x="715965" y="355312"/>
                  <a:pt x="714964" y="355348"/>
                  <a:pt x="713946" y="355384"/>
                </a:cubicBezTo>
                <a:cubicBezTo>
                  <a:pt x="683782" y="264587"/>
                  <a:pt x="609737" y="194274"/>
                  <a:pt x="517458" y="168896"/>
                </a:cubicBezTo>
                <a:cubicBezTo>
                  <a:pt x="510778" y="132802"/>
                  <a:pt x="479096" y="105388"/>
                  <a:pt x="441091" y="105388"/>
                </a:cubicBezTo>
                <a:cubicBezTo>
                  <a:pt x="403086" y="105388"/>
                  <a:pt x="371404" y="132820"/>
                  <a:pt x="364724" y="168896"/>
                </a:cubicBezTo>
                <a:cubicBezTo>
                  <a:pt x="272445" y="194274"/>
                  <a:pt x="198400" y="264587"/>
                  <a:pt x="168235" y="355384"/>
                </a:cubicBezTo>
                <a:cubicBezTo>
                  <a:pt x="167235" y="355348"/>
                  <a:pt x="166217" y="355312"/>
                  <a:pt x="165199" y="355312"/>
                </a:cubicBezTo>
                <a:cubicBezTo>
                  <a:pt x="122372" y="355312"/>
                  <a:pt x="87511" y="390156"/>
                  <a:pt x="87511" y="433001"/>
                </a:cubicBezTo>
                <a:cubicBezTo>
                  <a:pt x="87511" y="454753"/>
                  <a:pt x="96512" y="474452"/>
                  <a:pt x="110978" y="488561"/>
                </a:cubicBezTo>
                <a:cubicBezTo>
                  <a:pt x="97691" y="491776"/>
                  <a:pt x="85404" y="497562"/>
                  <a:pt x="74688" y="505385"/>
                </a:cubicBezTo>
                <a:lnTo>
                  <a:pt x="24950" y="486132"/>
                </a:lnTo>
                <a:lnTo>
                  <a:pt x="24950" y="396175"/>
                </a:lnTo>
                <a:lnTo>
                  <a:pt x="117122" y="360492"/>
                </a:lnTo>
                <a:cubicBezTo>
                  <a:pt x="120801" y="359063"/>
                  <a:pt x="123587" y="356009"/>
                  <a:pt x="124641" y="352205"/>
                </a:cubicBezTo>
                <a:cubicBezTo>
                  <a:pt x="131659" y="327202"/>
                  <a:pt x="141678" y="303020"/>
                  <a:pt x="154448" y="280321"/>
                </a:cubicBezTo>
                <a:cubicBezTo>
                  <a:pt x="156377" y="276892"/>
                  <a:pt x="156573" y="272748"/>
                  <a:pt x="154984" y="269141"/>
                </a:cubicBezTo>
                <a:lnTo>
                  <a:pt x="115014" y="178701"/>
                </a:lnTo>
                <a:lnTo>
                  <a:pt x="178629" y="115086"/>
                </a:lnTo>
                <a:lnTo>
                  <a:pt x="269087" y="155055"/>
                </a:lnTo>
                <a:cubicBezTo>
                  <a:pt x="272695" y="156645"/>
                  <a:pt x="276838" y="156448"/>
                  <a:pt x="280267" y="154519"/>
                </a:cubicBezTo>
                <a:cubicBezTo>
                  <a:pt x="302984" y="141750"/>
                  <a:pt x="327166" y="131713"/>
                  <a:pt x="352133" y="124712"/>
                </a:cubicBezTo>
                <a:cubicBezTo>
                  <a:pt x="355920" y="123640"/>
                  <a:pt x="358991" y="120854"/>
                  <a:pt x="360420" y="117193"/>
                </a:cubicBezTo>
                <a:lnTo>
                  <a:pt x="396103" y="25003"/>
                </a:lnTo>
                <a:lnTo>
                  <a:pt x="486061" y="25003"/>
                </a:lnTo>
                <a:lnTo>
                  <a:pt x="521744" y="117193"/>
                </a:lnTo>
                <a:cubicBezTo>
                  <a:pt x="523173" y="120872"/>
                  <a:pt x="526227" y="123658"/>
                  <a:pt x="530031" y="124712"/>
                </a:cubicBezTo>
                <a:cubicBezTo>
                  <a:pt x="555016" y="131731"/>
                  <a:pt x="579197" y="141750"/>
                  <a:pt x="601897" y="154519"/>
                </a:cubicBezTo>
                <a:cubicBezTo>
                  <a:pt x="605326" y="156448"/>
                  <a:pt x="609469" y="156645"/>
                  <a:pt x="613077" y="155055"/>
                </a:cubicBezTo>
                <a:lnTo>
                  <a:pt x="703534" y="115086"/>
                </a:lnTo>
                <a:lnTo>
                  <a:pt x="767149" y="178701"/>
                </a:lnTo>
                <a:lnTo>
                  <a:pt x="727180" y="269141"/>
                </a:lnTo>
                <a:cubicBezTo>
                  <a:pt x="725591" y="272748"/>
                  <a:pt x="725787" y="276892"/>
                  <a:pt x="727716" y="280321"/>
                </a:cubicBezTo>
                <a:cubicBezTo>
                  <a:pt x="740485" y="303038"/>
                  <a:pt x="750522" y="327219"/>
                  <a:pt x="757523" y="352205"/>
                </a:cubicBezTo>
                <a:cubicBezTo>
                  <a:pt x="758595" y="355991"/>
                  <a:pt x="761381" y="359063"/>
                  <a:pt x="765042" y="360492"/>
                </a:cubicBezTo>
                <a:lnTo>
                  <a:pt x="857214" y="396175"/>
                </a:lnTo>
                <a:lnTo>
                  <a:pt x="857214" y="486132"/>
                </a:lnTo>
                <a:close/>
                <a:moveTo>
                  <a:pt x="441109" y="624632"/>
                </a:moveTo>
                <a:cubicBezTo>
                  <a:pt x="467201" y="624632"/>
                  <a:pt x="488418" y="603415"/>
                  <a:pt x="488418" y="577322"/>
                </a:cubicBezTo>
                <a:cubicBezTo>
                  <a:pt x="488418" y="551230"/>
                  <a:pt x="467201" y="530013"/>
                  <a:pt x="441109" y="530013"/>
                </a:cubicBezTo>
                <a:cubicBezTo>
                  <a:pt x="415016" y="530013"/>
                  <a:pt x="393799" y="551230"/>
                  <a:pt x="393799" y="577322"/>
                </a:cubicBezTo>
                <a:cubicBezTo>
                  <a:pt x="393799" y="603415"/>
                  <a:pt x="415016" y="624632"/>
                  <a:pt x="441109" y="624632"/>
                </a:cubicBezTo>
                <a:close/>
                <a:moveTo>
                  <a:pt x="441109" y="555016"/>
                </a:moveTo>
                <a:cubicBezTo>
                  <a:pt x="453414" y="555016"/>
                  <a:pt x="463415" y="565017"/>
                  <a:pt x="463415" y="577322"/>
                </a:cubicBezTo>
                <a:cubicBezTo>
                  <a:pt x="463415" y="589627"/>
                  <a:pt x="453414" y="599629"/>
                  <a:pt x="441109" y="599629"/>
                </a:cubicBezTo>
                <a:cubicBezTo>
                  <a:pt x="428804" y="599629"/>
                  <a:pt x="418802" y="589627"/>
                  <a:pt x="418802" y="577322"/>
                </a:cubicBezTo>
                <a:cubicBezTo>
                  <a:pt x="418802" y="565017"/>
                  <a:pt x="428804" y="555016"/>
                  <a:pt x="441109" y="555016"/>
                </a:cubicBezTo>
                <a:close/>
                <a:moveTo>
                  <a:pt x="330702" y="602218"/>
                </a:moveTo>
                <a:lnTo>
                  <a:pt x="349865" y="609630"/>
                </a:lnTo>
                <a:cubicBezTo>
                  <a:pt x="350990" y="612809"/>
                  <a:pt x="352294" y="615934"/>
                  <a:pt x="353741" y="618988"/>
                </a:cubicBezTo>
                <a:lnTo>
                  <a:pt x="345436" y="637794"/>
                </a:lnTo>
                <a:cubicBezTo>
                  <a:pt x="343346" y="642509"/>
                  <a:pt x="344382" y="648027"/>
                  <a:pt x="348026" y="651689"/>
                </a:cubicBezTo>
                <a:lnTo>
                  <a:pt x="366742" y="670405"/>
                </a:lnTo>
                <a:cubicBezTo>
                  <a:pt x="370386" y="674049"/>
                  <a:pt x="375904" y="675084"/>
                  <a:pt x="380637" y="672995"/>
                </a:cubicBezTo>
                <a:lnTo>
                  <a:pt x="399443" y="664690"/>
                </a:lnTo>
                <a:cubicBezTo>
                  <a:pt x="402497" y="666155"/>
                  <a:pt x="405622" y="667441"/>
                  <a:pt x="408819" y="668584"/>
                </a:cubicBezTo>
                <a:lnTo>
                  <a:pt x="416231" y="687747"/>
                </a:lnTo>
                <a:cubicBezTo>
                  <a:pt x="418088" y="692569"/>
                  <a:pt x="422731" y="695730"/>
                  <a:pt x="427893" y="695730"/>
                </a:cubicBezTo>
                <a:lnTo>
                  <a:pt x="454343" y="695730"/>
                </a:lnTo>
                <a:cubicBezTo>
                  <a:pt x="459504" y="695730"/>
                  <a:pt x="464129" y="692551"/>
                  <a:pt x="466005" y="687747"/>
                </a:cubicBezTo>
                <a:lnTo>
                  <a:pt x="473416" y="668584"/>
                </a:lnTo>
                <a:cubicBezTo>
                  <a:pt x="476595" y="667458"/>
                  <a:pt x="479721" y="666155"/>
                  <a:pt x="482775" y="664708"/>
                </a:cubicBezTo>
                <a:lnTo>
                  <a:pt x="501581" y="673013"/>
                </a:lnTo>
                <a:cubicBezTo>
                  <a:pt x="506295" y="675102"/>
                  <a:pt x="511832" y="674066"/>
                  <a:pt x="515475" y="670423"/>
                </a:cubicBezTo>
                <a:lnTo>
                  <a:pt x="534192" y="651706"/>
                </a:lnTo>
                <a:cubicBezTo>
                  <a:pt x="537835" y="648063"/>
                  <a:pt x="538871" y="642545"/>
                  <a:pt x="536781" y="637812"/>
                </a:cubicBezTo>
                <a:lnTo>
                  <a:pt x="528477" y="619006"/>
                </a:lnTo>
                <a:cubicBezTo>
                  <a:pt x="529941" y="615952"/>
                  <a:pt x="531227" y="612827"/>
                  <a:pt x="532352" y="609630"/>
                </a:cubicBezTo>
                <a:lnTo>
                  <a:pt x="551515" y="602218"/>
                </a:lnTo>
                <a:cubicBezTo>
                  <a:pt x="556337" y="600361"/>
                  <a:pt x="559499" y="595717"/>
                  <a:pt x="559499" y="590556"/>
                </a:cubicBezTo>
                <a:lnTo>
                  <a:pt x="559499" y="564106"/>
                </a:lnTo>
                <a:cubicBezTo>
                  <a:pt x="559499" y="558945"/>
                  <a:pt x="556320" y="554319"/>
                  <a:pt x="551515" y="552444"/>
                </a:cubicBezTo>
                <a:lnTo>
                  <a:pt x="532352" y="545032"/>
                </a:lnTo>
                <a:cubicBezTo>
                  <a:pt x="531227" y="541853"/>
                  <a:pt x="529923" y="538710"/>
                  <a:pt x="528459" y="535656"/>
                </a:cubicBezTo>
                <a:lnTo>
                  <a:pt x="536764" y="516850"/>
                </a:lnTo>
                <a:cubicBezTo>
                  <a:pt x="538853" y="512135"/>
                  <a:pt x="537817" y="506599"/>
                  <a:pt x="534174" y="502956"/>
                </a:cubicBezTo>
                <a:lnTo>
                  <a:pt x="515457" y="484239"/>
                </a:lnTo>
                <a:cubicBezTo>
                  <a:pt x="511814" y="480596"/>
                  <a:pt x="506278" y="479560"/>
                  <a:pt x="501563" y="481650"/>
                </a:cubicBezTo>
                <a:lnTo>
                  <a:pt x="482757" y="489954"/>
                </a:lnTo>
                <a:cubicBezTo>
                  <a:pt x="479703" y="488490"/>
                  <a:pt x="476577" y="487204"/>
                  <a:pt x="473398" y="486079"/>
                </a:cubicBezTo>
                <a:lnTo>
                  <a:pt x="465987" y="466916"/>
                </a:lnTo>
                <a:cubicBezTo>
                  <a:pt x="464129" y="462093"/>
                  <a:pt x="459486" y="458932"/>
                  <a:pt x="454325" y="458932"/>
                </a:cubicBezTo>
                <a:lnTo>
                  <a:pt x="427875" y="458932"/>
                </a:lnTo>
                <a:cubicBezTo>
                  <a:pt x="422714" y="458932"/>
                  <a:pt x="418088" y="462111"/>
                  <a:pt x="416213" y="466916"/>
                </a:cubicBezTo>
                <a:lnTo>
                  <a:pt x="408801" y="486079"/>
                </a:lnTo>
                <a:cubicBezTo>
                  <a:pt x="405622" y="487204"/>
                  <a:pt x="402497" y="488507"/>
                  <a:pt x="399443" y="489954"/>
                </a:cubicBezTo>
                <a:lnTo>
                  <a:pt x="380637" y="481650"/>
                </a:lnTo>
                <a:cubicBezTo>
                  <a:pt x="375904" y="479560"/>
                  <a:pt x="370386" y="480596"/>
                  <a:pt x="366742" y="484239"/>
                </a:cubicBezTo>
                <a:lnTo>
                  <a:pt x="348026" y="502956"/>
                </a:lnTo>
                <a:cubicBezTo>
                  <a:pt x="344382" y="506599"/>
                  <a:pt x="343346" y="512118"/>
                  <a:pt x="345436" y="516850"/>
                </a:cubicBezTo>
                <a:lnTo>
                  <a:pt x="353741" y="535656"/>
                </a:lnTo>
                <a:cubicBezTo>
                  <a:pt x="352276" y="538710"/>
                  <a:pt x="350990" y="541836"/>
                  <a:pt x="349865" y="545032"/>
                </a:cubicBezTo>
                <a:lnTo>
                  <a:pt x="330702" y="552444"/>
                </a:lnTo>
                <a:cubicBezTo>
                  <a:pt x="325880" y="554301"/>
                  <a:pt x="322719" y="558945"/>
                  <a:pt x="322719" y="564106"/>
                </a:cubicBezTo>
                <a:lnTo>
                  <a:pt x="322719" y="590556"/>
                </a:lnTo>
                <a:cubicBezTo>
                  <a:pt x="322719" y="595717"/>
                  <a:pt x="325898" y="600343"/>
                  <a:pt x="330702" y="602218"/>
                </a:cubicBezTo>
                <a:close/>
                <a:moveTo>
                  <a:pt x="347722" y="572661"/>
                </a:moveTo>
                <a:lnTo>
                  <a:pt x="364474" y="566178"/>
                </a:lnTo>
                <a:cubicBezTo>
                  <a:pt x="368153" y="564749"/>
                  <a:pt x="370939" y="561695"/>
                  <a:pt x="371993" y="557891"/>
                </a:cubicBezTo>
                <a:cubicBezTo>
                  <a:pt x="373529" y="552444"/>
                  <a:pt x="375708" y="547158"/>
                  <a:pt x="378494" y="542211"/>
                </a:cubicBezTo>
                <a:cubicBezTo>
                  <a:pt x="380423" y="538782"/>
                  <a:pt x="380619" y="534638"/>
                  <a:pt x="379030" y="531031"/>
                </a:cubicBezTo>
                <a:lnTo>
                  <a:pt x="371761" y="514582"/>
                </a:lnTo>
                <a:lnTo>
                  <a:pt x="378351" y="507992"/>
                </a:lnTo>
                <a:lnTo>
                  <a:pt x="394799" y="515261"/>
                </a:lnTo>
                <a:cubicBezTo>
                  <a:pt x="398407" y="516850"/>
                  <a:pt x="402550" y="516654"/>
                  <a:pt x="405979" y="514725"/>
                </a:cubicBezTo>
                <a:cubicBezTo>
                  <a:pt x="410944" y="511939"/>
                  <a:pt x="416213" y="509742"/>
                  <a:pt x="421660" y="508224"/>
                </a:cubicBezTo>
                <a:cubicBezTo>
                  <a:pt x="425446" y="507171"/>
                  <a:pt x="428518" y="504367"/>
                  <a:pt x="429947" y="500705"/>
                </a:cubicBezTo>
                <a:lnTo>
                  <a:pt x="436430" y="483953"/>
                </a:lnTo>
                <a:lnTo>
                  <a:pt x="445752" y="483953"/>
                </a:lnTo>
                <a:lnTo>
                  <a:pt x="452235" y="500705"/>
                </a:lnTo>
                <a:cubicBezTo>
                  <a:pt x="453664" y="504385"/>
                  <a:pt x="456718" y="507171"/>
                  <a:pt x="460522" y="508224"/>
                </a:cubicBezTo>
                <a:cubicBezTo>
                  <a:pt x="465969" y="509760"/>
                  <a:pt x="471255" y="511939"/>
                  <a:pt x="476202" y="514725"/>
                </a:cubicBezTo>
                <a:cubicBezTo>
                  <a:pt x="479631" y="516654"/>
                  <a:pt x="483775" y="516850"/>
                  <a:pt x="487382" y="515261"/>
                </a:cubicBezTo>
                <a:lnTo>
                  <a:pt x="503831" y="507992"/>
                </a:lnTo>
                <a:lnTo>
                  <a:pt x="510421" y="514582"/>
                </a:lnTo>
                <a:lnTo>
                  <a:pt x="503152" y="531031"/>
                </a:lnTo>
                <a:cubicBezTo>
                  <a:pt x="501563" y="534638"/>
                  <a:pt x="501759" y="538782"/>
                  <a:pt x="503688" y="542211"/>
                </a:cubicBezTo>
                <a:cubicBezTo>
                  <a:pt x="506474" y="547176"/>
                  <a:pt x="508671" y="552462"/>
                  <a:pt x="510189" y="557909"/>
                </a:cubicBezTo>
                <a:cubicBezTo>
                  <a:pt x="511260" y="561695"/>
                  <a:pt x="514046" y="564767"/>
                  <a:pt x="517708" y="566196"/>
                </a:cubicBezTo>
                <a:lnTo>
                  <a:pt x="534460" y="572679"/>
                </a:lnTo>
                <a:lnTo>
                  <a:pt x="534460" y="582001"/>
                </a:lnTo>
                <a:lnTo>
                  <a:pt x="517708" y="588484"/>
                </a:lnTo>
                <a:cubicBezTo>
                  <a:pt x="514029" y="589913"/>
                  <a:pt x="511242" y="592967"/>
                  <a:pt x="510189" y="596771"/>
                </a:cubicBezTo>
                <a:cubicBezTo>
                  <a:pt x="508653" y="602236"/>
                  <a:pt x="506474" y="607505"/>
                  <a:pt x="503688" y="612452"/>
                </a:cubicBezTo>
                <a:cubicBezTo>
                  <a:pt x="501759" y="615881"/>
                  <a:pt x="501563" y="620024"/>
                  <a:pt x="503152" y="623632"/>
                </a:cubicBezTo>
                <a:lnTo>
                  <a:pt x="510421" y="640080"/>
                </a:lnTo>
                <a:lnTo>
                  <a:pt x="503831" y="646670"/>
                </a:lnTo>
                <a:lnTo>
                  <a:pt x="487382" y="639401"/>
                </a:lnTo>
                <a:cubicBezTo>
                  <a:pt x="483775" y="637812"/>
                  <a:pt x="479631" y="638008"/>
                  <a:pt x="476202" y="639937"/>
                </a:cubicBezTo>
                <a:cubicBezTo>
                  <a:pt x="471237" y="642723"/>
                  <a:pt x="465969" y="644920"/>
                  <a:pt x="460522" y="646438"/>
                </a:cubicBezTo>
                <a:cubicBezTo>
                  <a:pt x="456736" y="647492"/>
                  <a:pt x="453664" y="650296"/>
                  <a:pt x="452235" y="653957"/>
                </a:cubicBezTo>
                <a:lnTo>
                  <a:pt x="445752" y="670709"/>
                </a:lnTo>
                <a:lnTo>
                  <a:pt x="436430" y="670709"/>
                </a:lnTo>
                <a:lnTo>
                  <a:pt x="429947" y="653957"/>
                </a:lnTo>
                <a:cubicBezTo>
                  <a:pt x="428518" y="650278"/>
                  <a:pt x="425464" y="647492"/>
                  <a:pt x="421660" y="646438"/>
                </a:cubicBezTo>
                <a:cubicBezTo>
                  <a:pt x="416213" y="644902"/>
                  <a:pt x="410926" y="642723"/>
                  <a:pt x="405979" y="639937"/>
                </a:cubicBezTo>
                <a:cubicBezTo>
                  <a:pt x="402550" y="638008"/>
                  <a:pt x="398407" y="637812"/>
                  <a:pt x="394799" y="639401"/>
                </a:cubicBezTo>
                <a:lnTo>
                  <a:pt x="378351" y="646670"/>
                </a:lnTo>
                <a:lnTo>
                  <a:pt x="371761" y="640080"/>
                </a:lnTo>
                <a:lnTo>
                  <a:pt x="379030" y="623632"/>
                </a:lnTo>
                <a:cubicBezTo>
                  <a:pt x="380619" y="620024"/>
                  <a:pt x="380423" y="615881"/>
                  <a:pt x="378494" y="612452"/>
                </a:cubicBezTo>
                <a:cubicBezTo>
                  <a:pt x="375708" y="607487"/>
                  <a:pt x="373511" y="602218"/>
                  <a:pt x="371993" y="596771"/>
                </a:cubicBezTo>
                <a:cubicBezTo>
                  <a:pt x="370921" y="592985"/>
                  <a:pt x="368135" y="589913"/>
                  <a:pt x="364474" y="588484"/>
                </a:cubicBezTo>
                <a:lnTo>
                  <a:pt x="347722" y="582001"/>
                </a:lnTo>
                <a:lnTo>
                  <a:pt x="347722" y="572679"/>
                </a:lnTo>
                <a:close/>
              </a:path>
            </a:pathLst>
          </a:custGeom>
          <a:solidFill>
            <a:schemeClr val="bg1"/>
          </a:solidFill>
          <a:ln w="1786" cap="flat">
            <a:noFill/>
            <a:prstDash val="solid"/>
            <a:miter/>
          </a:ln>
        </p:spPr>
        <p:txBody>
          <a:bodyPr/>
          <a:lstStyle/>
          <a:p>
            <a:endParaRPr lang="en-GB"/>
          </a:p>
        </p:txBody>
      </p:sp>
      <p:sp>
        <p:nvSpPr>
          <p:cNvPr id="58" name="Freeform 6">
            <a:extLst>
              <a:ext uri="{FF2B5EF4-FFF2-40B4-BE49-F238E27FC236}">
                <a16:creationId xmlns:a16="http://schemas.microsoft.com/office/drawing/2014/main" id="{DCAAE8B8-29C1-BFAB-F416-090DBCCECCD6}"/>
              </a:ext>
            </a:extLst>
          </p:cNvPr>
          <p:cNvSpPr/>
          <p:nvPr/>
        </p:nvSpPr>
        <p:spPr>
          <a:xfrm>
            <a:off x="7950220" y="2676480"/>
            <a:ext cx="1100511" cy="1450514"/>
          </a:xfrm>
          <a:custGeom>
            <a:avLst/>
            <a:gdLst>
              <a:gd name="connsiteX0" fmla="*/ 324022 w 1022593"/>
              <a:gd name="connsiteY0" fmla="*/ 0 h 1347814"/>
              <a:gd name="connsiteX1" fmla="*/ 1022593 w 1022593"/>
              <a:gd name="connsiteY1" fmla="*/ 526412 h 1347814"/>
              <a:gd name="connsiteX2" fmla="*/ 1001187 w 1022593"/>
              <a:gd name="connsiteY2" fmla="*/ 552356 h 1347814"/>
              <a:gd name="connsiteX3" fmla="*/ 874048 w 1022593"/>
              <a:gd name="connsiteY3" fmla="*/ 968580 h 1347814"/>
              <a:gd name="connsiteX4" fmla="*/ 889172 w 1022593"/>
              <a:gd name="connsiteY4" fmla="*/ 1118611 h 1347814"/>
              <a:gd name="connsiteX5" fmla="*/ 894677 w 1022593"/>
              <a:gd name="connsiteY5" fmla="*/ 1136346 h 1347814"/>
              <a:gd name="connsiteX6" fmla="*/ 46523 w 1022593"/>
              <a:gd name="connsiteY6" fmla="*/ 1347814 h 1347814"/>
              <a:gd name="connsiteX7" fmla="*/ 32882 w 1022593"/>
              <a:gd name="connsiteY7" fmla="*/ 1294762 h 1347814"/>
              <a:gd name="connsiteX8" fmla="*/ 0 w 1022593"/>
              <a:gd name="connsiteY8" fmla="*/ 968580 h 1347814"/>
              <a:gd name="connsiteX9" fmla="*/ 276412 w 1022593"/>
              <a:gd name="connsiteY9" fmla="*/ 63668 h 1347814"/>
              <a:gd name="connsiteX10" fmla="*/ 324022 w 1022593"/>
              <a:gd name="connsiteY10" fmla="*/ 0 h 13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2593" h="1347814">
                <a:moveTo>
                  <a:pt x="324022" y="0"/>
                </a:moveTo>
                <a:lnTo>
                  <a:pt x="1022593" y="526412"/>
                </a:lnTo>
                <a:lnTo>
                  <a:pt x="1001187" y="552356"/>
                </a:lnTo>
                <a:cubicBezTo>
                  <a:pt x="920918" y="671170"/>
                  <a:pt x="874048" y="814402"/>
                  <a:pt x="874048" y="968580"/>
                </a:cubicBezTo>
                <a:cubicBezTo>
                  <a:pt x="874048" y="1019973"/>
                  <a:pt x="879256" y="1070150"/>
                  <a:pt x="889172" y="1118611"/>
                </a:cubicBezTo>
                <a:lnTo>
                  <a:pt x="894677" y="1136346"/>
                </a:lnTo>
                <a:lnTo>
                  <a:pt x="46523" y="1347814"/>
                </a:lnTo>
                <a:lnTo>
                  <a:pt x="32882" y="1294762"/>
                </a:lnTo>
                <a:cubicBezTo>
                  <a:pt x="11322" y="1189402"/>
                  <a:pt x="0" y="1080313"/>
                  <a:pt x="0" y="968580"/>
                </a:cubicBezTo>
                <a:cubicBezTo>
                  <a:pt x="0" y="633380"/>
                  <a:pt x="101900" y="321981"/>
                  <a:pt x="276412" y="63668"/>
                </a:cubicBezTo>
                <a:lnTo>
                  <a:pt x="324022" y="0"/>
                </a:lnTo>
                <a:close/>
              </a:path>
            </a:pathLst>
          </a:custGeom>
          <a:gradFill>
            <a:gsLst>
              <a:gs pos="0">
                <a:schemeClr val="accent2"/>
              </a:gs>
              <a:gs pos="8000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9" name="Graphic 16">
            <a:extLst>
              <a:ext uri="{FF2B5EF4-FFF2-40B4-BE49-F238E27FC236}">
                <a16:creationId xmlns:a16="http://schemas.microsoft.com/office/drawing/2014/main" id="{B194B3F2-3448-4463-8D1E-0D9441076BDD}"/>
              </a:ext>
            </a:extLst>
          </p:cNvPr>
          <p:cNvSpPr>
            <a:spLocks noChangeAspect="1"/>
          </p:cNvSpPr>
          <p:nvPr/>
        </p:nvSpPr>
        <p:spPr>
          <a:xfrm>
            <a:off x="8186305" y="3184588"/>
            <a:ext cx="543461" cy="519024"/>
          </a:xfrm>
          <a:custGeom>
            <a:avLst/>
            <a:gdLst>
              <a:gd name="csX0" fmla="*/ 529197 w 900114"/>
              <a:gd name="csY0" fmla="*/ 753967 h 859639"/>
              <a:gd name="csX1" fmla="*/ 514455 w 900114"/>
              <a:gd name="csY1" fmla="*/ 753967 h 859639"/>
              <a:gd name="csX2" fmla="*/ 514455 w 900114"/>
              <a:gd name="csY2" fmla="*/ 516963 h 859639"/>
              <a:gd name="csX3" fmla="*/ 501954 w 900114"/>
              <a:gd name="csY3" fmla="*/ 504461 h 859639"/>
              <a:gd name="csX4" fmla="*/ 442191 w 900114"/>
              <a:gd name="csY4" fmla="*/ 504461 h 859639"/>
              <a:gd name="csX5" fmla="*/ 429689 w 900114"/>
              <a:gd name="csY5" fmla="*/ 516963 h 859639"/>
              <a:gd name="csX6" fmla="*/ 429689 w 900114"/>
              <a:gd name="csY6" fmla="*/ 753967 h 859639"/>
              <a:gd name="csX7" fmla="*/ 407235 w 900114"/>
              <a:gd name="csY7" fmla="*/ 753967 h 859639"/>
              <a:gd name="csX8" fmla="*/ 407235 w 900114"/>
              <a:gd name="csY8" fmla="*/ 634949 h 859639"/>
              <a:gd name="csX9" fmla="*/ 394733 w 900114"/>
              <a:gd name="csY9" fmla="*/ 622447 h 859639"/>
              <a:gd name="csX10" fmla="*/ 334970 w 900114"/>
              <a:gd name="csY10" fmla="*/ 622447 h 859639"/>
              <a:gd name="csX11" fmla="*/ 322469 w 900114"/>
              <a:gd name="csY11" fmla="*/ 634949 h 859639"/>
              <a:gd name="csX12" fmla="*/ 322469 w 900114"/>
              <a:gd name="csY12" fmla="*/ 753967 h 859639"/>
              <a:gd name="csX13" fmla="*/ 300016 w 900114"/>
              <a:gd name="csY13" fmla="*/ 753967 h 859639"/>
              <a:gd name="csX14" fmla="*/ 300016 w 900114"/>
              <a:gd name="csY14" fmla="*/ 569034 h 859639"/>
              <a:gd name="csX15" fmla="*/ 287515 w 900114"/>
              <a:gd name="csY15" fmla="*/ 556532 h 859639"/>
              <a:gd name="csX16" fmla="*/ 227752 w 900114"/>
              <a:gd name="csY16" fmla="*/ 556532 h 859639"/>
              <a:gd name="csX17" fmla="*/ 215250 w 900114"/>
              <a:gd name="csY17" fmla="*/ 569034 h 859639"/>
              <a:gd name="csX18" fmla="*/ 215250 w 900114"/>
              <a:gd name="csY18" fmla="*/ 753967 h 859639"/>
              <a:gd name="csX19" fmla="*/ 192796 w 900114"/>
              <a:gd name="csY19" fmla="*/ 753967 h 859639"/>
              <a:gd name="csX20" fmla="*/ 192796 w 900114"/>
              <a:gd name="csY20" fmla="*/ 672739 h 859639"/>
              <a:gd name="csX21" fmla="*/ 180294 w 900114"/>
              <a:gd name="csY21" fmla="*/ 660238 h 859639"/>
              <a:gd name="csX22" fmla="*/ 120533 w 900114"/>
              <a:gd name="csY22" fmla="*/ 660238 h 859639"/>
              <a:gd name="csX23" fmla="*/ 108031 w 900114"/>
              <a:gd name="csY23" fmla="*/ 672739 h 859639"/>
              <a:gd name="csX24" fmla="*/ 108031 w 900114"/>
              <a:gd name="csY24" fmla="*/ 753967 h 859639"/>
              <a:gd name="csX25" fmla="*/ 93288 w 900114"/>
              <a:gd name="csY25" fmla="*/ 753967 h 859639"/>
              <a:gd name="csX26" fmla="*/ 80787 w 900114"/>
              <a:gd name="csY26" fmla="*/ 766469 h 859639"/>
              <a:gd name="csX27" fmla="*/ 93288 w 900114"/>
              <a:gd name="csY27" fmla="*/ 778971 h 859639"/>
              <a:gd name="csX28" fmla="*/ 529197 w 900114"/>
              <a:gd name="csY28" fmla="*/ 778971 h 859639"/>
              <a:gd name="csX29" fmla="*/ 541698 w 900114"/>
              <a:gd name="csY29" fmla="*/ 766469 h 859639"/>
              <a:gd name="csX30" fmla="*/ 529197 w 900114"/>
              <a:gd name="csY30" fmla="*/ 753967 h 859639"/>
              <a:gd name="csX31" fmla="*/ 454693 w 900114"/>
              <a:gd name="csY31" fmla="*/ 529464 h 859639"/>
              <a:gd name="csX32" fmla="*/ 489452 w 900114"/>
              <a:gd name="csY32" fmla="*/ 529464 h 859639"/>
              <a:gd name="csX33" fmla="*/ 489452 w 900114"/>
              <a:gd name="csY33" fmla="*/ 753967 h 859639"/>
              <a:gd name="csX34" fmla="*/ 454693 w 900114"/>
              <a:gd name="csY34" fmla="*/ 753967 h 859639"/>
              <a:gd name="csX35" fmla="*/ 347472 w 900114"/>
              <a:gd name="csY35" fmla="*/ 647451 h 859639"/>
              <a:gd name="csX36" fmla="*/ 382232 w 900114"/>
              <a:gd name="csY36" fmla="*/ 647451 h 859639"/>
              <a:gd name="csX37" fmla="*/ 382232 w 900114"/>
              <a:gd name="csY37" fmla="*/ 753967 h 859639"/>
              <a:gd name="csX38" fmla="*/ 347472 w 900114"/>
              <a:gd name="csY38" fmla="*/ 753967 h 859639"/>
              <a:gd name="csX39" fmla="*/ 240253 w 900114"/>
              <a:gd name="csY39" fmla="*/ 581535 h 859639"/>
              <a:gd name="csX40" fmla="*/ 275013 w 900114"/>
              <a:gd name="csY40" fmla="*/ 581535 h 859639"/>
              <a:gd name="csX41" fmla="*/ 275013 w 900114"/>
              <a:gd name="csY41" fmla="*/ 753967 h 859639"/>
              <a:gd name="csX42" fmla="*/ 240253 w 900114"/>
              <a:gd name="csY42" fmla="*/ 753967 h 859639"/>
              <a:gd name="csX43" fmla="*/ 133034 w 900114"/>
              <a:gd name="csY43" fmla="*/ 685239 h 859639"/>
              <a:gd name="csX44" fmla="*/ 167792 w 900114"/>
              <a:gd name="csY44" fmla="*/ 685239 h 859639"/>
              <a:gd name="csX45" fmla="*/ 167792 w 900114"/>
              <a:gd name="csY45" fmla="*/ 753966 h 859639"/>
              <a:gd name="csX46" fmla="*/ 133034 w 900114"/>
              <a:gd name="csY46" fmla="*/ 753966 h 859639"/>
              <a:gd name="csX47" fmla="*/ 364853 w 900114"/>
              <a:gd name="csY47" fmla="*/ 518083 h 859639"/>
              <a:gd name="csX48" fmla="*/ 338519 w 900114"/>
              <a:gd name="csY48" fmla="*/ 527293 h 859639"/>
              <a:gd name="csX49" fmla="*/ 298116 w 900114"/>
              <a:gd name="csY49" fmla="*/ 499637 h 859639"/>
              <a:gd name="csX50" fmla="*/ 300016 w 900114"/>
              <a:gd name="csY50" fmla="*/ 487079 h 859639"/>
              <a:gd name="csX51" fmla="*/ 257634 w 900114"/>
              <a:gd name="csY51" fmla="*/ 444697 h 859639"/>
              <a:gd name="csX52" fmla="*/ 215252 w 900114"/>
              <a:gd name="csY52" fmla="*/ 487079 h 859639"/>
              <a:gd name="csX53" fmla="*/ 219599 w 900114"/>
              <a:gd name="csY53" fmla="*/ 505753 h 859639"/>
              <a:gd name="csX54" fmla="*/ 171293 w 900114"/>
              <a:gd name="csY54" fmla="*/ 551289 h 859639"/>
              <a:gd name="csX55" fmla="*/ 150415 w 900114"/>
              <a:gd name="csY55" fmla="*/ 545766 h 859639"/>
              <a:gd name="csX56" fmla="*/ 108033 w 900114"/>
              <a:gd name="csY56" fmla="*/ 588149 h 859639"/>
              <a:gd name="csX57" fmla="*/ 150415 w 900114"/>
              <a:gd name="csY57" fmla="*/ 630531 h 859639"/>
              <a:gd name="csX58" fmla="*/ 192796 w 900114"/>
              <a:gd name="csY58" fmla="*/ 588149 h 859639"/>
              <a:gd name="csX59" fmla="*/ 188449 w 900114"/>
              <a:gd name="csY59" fmla="*/ 569477 h 859639"/>
              <a:gd name="csX60" fmla="*/ 236756 w 900114"/>
              <a:gd name="csY60" fmla="*/ 523940 h 859639"/>
              <a:gd name="csX61" fmla="*/ 257634 w 900114"/>
              <a:gd name="csY61" fmla="*/ 529461 h 859639"/>
              <a:gd name="csX62" fmla="*/ 283966 w 900114"/>
              <a:gd name="csY62" fmla="*/ 520251 h 859639"/>
              <a:gd name="csX63" fmla="*/ 324369 w 900114"/>
              <a:gd name="csY63" fmla="*/ 547906 h 859639"/>
              <a:gd name="csX64" fmla="*/ 322469 w 900114"/>
              <a:gd name="csY64" fmla="*/ 560465 h 859639"/>
              <a:gd name="csX65" fmla="*/ 364851 w 900114"/>
              <a:gd name="csY65" fmla="*/ 602847 h 859639"/>
              <a:gd name="csX66" fmla="*/ 407233 w 900114"/>
              <a:gd name="csY66" fmla="*/ 560465 h 859639"/>
              <a:gd name="csX67" fmla="*/ 400664 w 900114"/>
              <a:gd name="csY67" fmla="*/ 537842 h 859639"/>
              <a:gd name="csX68" fmla="*/ 455244 w 900114"/>
              <a:gd name="csY68" fmla="*/ 474059 h 859639"/>
              <a:gd name="csX69" fmla="*/ 472072 w 900114"/>
              <a:gd name="csY69" fmla="*/ 477551 h 859639"/>
              <a:gd name="csX70" fmla="*/ 514454 w 900114"/>
              <a:gd name="csY70" fmla="*/ 435169 h 859639"/>
              <a:gd name="csX71" fmla="*/ 472072 w 900114"/>
              <a:gd name="csY71" fmla="*/ 392787 h 859639"/>
              <a:gd name="csX72" fmla="*/ 429688 w 900114"/>
              <a:gd name="csY72" fmla="*/ 435169 h 859639"/>
              <a:gd name="csX73" fmla="*/ 436258 w 900114"/>
              <a:gd name="csY73" fmla="*/ 457791 h 859639"/>
              <a:gd name="csX74" fmla="*/ 381678 w 900114"/>
              <a:gd name="csY74" fmla="*/ 521572 h 859639"/>
              <a:gd name="csX75" fmla="*/ 364851 w 900114"/>
              <a:gd name="csY75" fmla="*/ 518081 h 859639"/>
              <a:gd name="csX76" fmla="*/ 150415 w 900114"/>
              <a:gd name="csY76" fmla="*/ 605529 h 859639"/>
              <a:gd name="csX77" fmla="*/ 133036 w 900114"/>
              <a:gd name="csY77" fmla="*/ 588150 h 859639"/>
              <a:gd name="csX78" fmla="*/ 150415 w 900114"/>
              <a:gd name="csY78" fmla="*/ 570771 h 859639"/>
              <a:gd name="csX79" fmla="*/ 167792 w 900114"/>
              <a:gd name="csY79" fmla="*/ 588150 h 859639"/>
              <a:gd name="csX80" fmla="*/ 150415 w 900114"/>
              <a:gd name="csY80" fmla="*/ 605529 h 859639"/>
              <a:gd name="csX81" fmla="*/ 257634 w 900114"/>
              <a:gd name="csY81" fmla="*/ 504458 h 859639"/>
              <a:gd name="csX82" fmla="*/ 240255 w 900114"/>
              <a:gd name="csY82" fmla="*/ 487079 h 859639"/>
              <a:gd name="csX83" fmla="*/ 257634 w 900114"/>
              <a:gd name="csY83" fmla="*/ 469700 h 859639"/>
              <a:gd name="csX84" fmla="*/ 275013 w 900114"/>
              <a:gd name="csY84" fmla="*/ 487079 h 859639"/>
              <a:gd name="csX85" fmla="*/ 257634 w 900114"/>
              <a:gd name="csY85" fmla="*/ 504458 h 859639"/>
              <a:gd name="csX86" fmla="*/ 364853 w 900114"/>
              <a:gd name="csY86" fmla="*/ 577845 h 859639"/>
              <a:gd name="csX87" fmla="*/ 347474 w 900114"/>
              <a:gd name="csY87" fmla="*/ 560467 h 859639"/>
              <a:gd name="csX88" fmla="*/ 364853 w 900114"/>
              <a:gd name="csY88" fmla="*/ 543088 h 859639"/>
              <a:gd name="csX89" fmla="*/ 382232 w 900114"/>
              <a:gd name="csY89" fmla="*/ 560467 h 859639"/>
              <a:gd name="csX90" fmla="*/ 364853 w 900114"/>
              <a:gd name="csY90" fmla="*/ 577845 h 859639"/>
              <a:gd name="csX91" fmla="*/ 472073 w 900114"/>
              <a:gd name="csY91" fmla="*/ 417790 h 859639"/>
              <a:gd name="csX92" fmla="*/ 489452 w 900114"/>
              <a:gd name="csY92" fmla="*/ 435169 h 859639"/>
              <a:gd name="csX93" fmla="*/ 472073 w 900114"/>
              <a:gd name="csY93" fmla="*/ 452548 h 859639"/>
              <a:gd name="csX94" fmla="*/ 454693 w 900114"/>
              <a:gd name="csY94" fmla="*/ 435169 h 859639"/>
              <a:gd name="csX95" fmla="*/ 472073 w 900114"/>
              <a:gd name="csY95" fmla="*/ 417790 h 859639"/>
              <a:gd name="csX96" fmla="*/ 207437 w 900114"/>
              <a:gd name="csY96" fmla="*/ 399741 h 859639"/>
              <a:gd name="csX97" fmla="*/ 219938 w 900114"/>
              <a:gd name="csY97" fmla="*/ 387239 h 859639"/>
              <a:gd name="csX98" fmla="*/ 219938 w 900114"/>
              <a:gd name="csY98" fmla="*/ 280308 h 859639"/>
              <a:gd name="csX99" fmla="*/ 312557 w 900114"/>
              <a:gd name="csY99" fmla="*/ 226834 h 859639"/>
              <a:gd name="csX100" fmla="*/ 318383 w 900114"/>
              <a:gd name="csY100" fmla="*/ 219238 h 859639"/>
              <a:gd name="csX101" fmla="*/ 317127 w 900114"/>
              <a:gd name="csY101" fmla="*/ 209748 h 859639"/>
              <a:gd name="csX102" fmla="*/ 207437 w 900114"/>
              <a:gd name="csY102" fmla="*/ 146440 h 859639"/>
              <a:gd name="csX103" fmla="*/ 80787 w 900114"/>
              <a:gd name="csY103" fmla="*/ 273091 h 859639"/>
              <a:gd name="csX104" fmla="*/ 207437 w 900114"/>
              <a:gd name="csY104" fmla="*/ 399743 h 859639"/>
              <a:gd name="csX105" fmla="*/ 288547 w 900114"/>
              <a:gd name="csY105" fmla="*/ 211826 h 859639"/>
              <a:gd name="csX106" fmla="*/ 219938 w 900114"/>
              <a:gd name="csY106" fmla="*/ 251439 h 859639"/>
              <a:gd name="csX107" fmla="*/ 219938 w 900114"/>
              <a:gd name="csY107" fmla="*/ 172238 h 859639"/>
              <a:gd name="csX108" fmla="*/ 288547 w 900114"/>
              <a:gd name="csY108" fmla="*/ 211826 h 859639"/>
              <a:gd name="csX109" fmla="*/ 194935 w 900114"/>
              <a:gd name="csY109" fmla="*/ 172239 h 859639"/>
              <a:gd name="csX110" fmla="*/ 194935 w 900114"/>
              <a:gd name="csY110" fmla="*/ 373974 h 859639"/>
              <a:gd name="csX111" fmla="*/ 105790 w 900114"/>
              <a:gd name="csY111" fmla="*/ 273091 h 859639"/>
              <a:gd name="csX112" fmla="*/ 194935 w 900114"/>
              <a:gd name="csY112" fmla="*/ 172239 h 859639"/>
              <a:gd name="csX113" fmla="*/ 333751 w 900114"/>
              <a:gd name="csY113" fmla="*/ 233506 h 859639"/>
              <a:gd name="csX114" fmla="*/ 323589 w 900114"/>
              <a:gd name="csY114" fmla="*/ 234553 h 859639"/>
              <a:gd name="csX115" fmla="*/ 236356 w 900114"/>
              <a:gd name="csY115" fmla="*/ 284916 h 859639"/>
              <a:gd name="csX116" fmla="*/ 230106 w 900114"/>
              <a:gd name="csY116" fmla="*/ 295742 h 859639"/>
              <a:gd name="csX117" fmla="*/ 230106 w 900114"/>
              <a:gd name="csY117" fmla="*/ 396451 h 859639"/>
              <a:gd name="csX118" fmla="*/ 234278 w 900114"/>
              <a:gd name="csY118" fmla="*/ 405774 h 859639"/>
              <a:gd name="csX119" fmla="*/ 242607 w 900114"/>
              <a:gd name="csY119" fmla="*/ 408953 h 859639"/>
              <a:gd name="csX120" fmla="*/ 244009 w 900114"/>
              <a:gd name="csY120" fmla="*/ 408874 h 859639"/>
              <a:gd name="csX121" fmla="*/ 351317 w 900114"/>
              <a:gd name="csY121" fmla="*/ 288641 h 859639"/>
              <a:gd name="csX122" fmla="*/ 341302 w 900114"/>
              <a:gd name="csY122" fmla="*/ 240389 h 859639"/>
              <a:gd name="csX123" fmla="*/ 333751 w 900114"/>
              <a:gd name="csY123" fmla="*/ 233506 h 859639"/>
              <a:gd name="csX124" fmla="*/ 255109 w 900114"/>
              <a:gd name="csY124" fmla="*/ 381421 h 859639"/>
              <a:gd name="csX125" fmla="*/ 255109 w 900114"/>
              <a:gd name="csY125" fmla="*/ 302961 h 859639"/>
              <a:gd name="csX126" fmla="*/ 323055 w 900114"/>
              <a:gd name="csY126" fmla="*/ 263731 h 859639"/>
              <a:gd name="csX127" fmla="*/ 326314 w 900114"/>
              <a:gd name="csY127" fmla="*/ 288641 h 859639"/>
              <a:gd name="csX128" fmla="*/ 255109 w 900114"/>
              <a:gd name="csY128" fmla="*/ 381421 h 859639"/>
              <a:gd name="csX129" fmla="*/ 541700 w 900114"/>
              <a:gd name="csY129" fmla="*/ 279560 h 859639"/>
              <a:gd name="csX130" fmla="*/ 529198 w 900114"/>
              <a:gd name="csY130" fmla="*/ 292062 h 859639"/>
              <a:gd name="csX131" fmla="*/ 391226 w 900114"/>
              <a:gd name="csY131" fmla="*/ 292062 h 859639"/>
              <a:gd name="csX132" fmla="*/ 378724 w 900114"/>
              <a:gd name="csY132" fmla="*/ 279560 h 859639"/>
              <a:gd name="csX133" fmla="*/ 391226 w 900114"/>
              <a:gd name="csY133" fmla="*/ 267058 h 859639"/>
              <a:gd name="csX134" fmla="*/ 529198 w 900114"/>
              <a:gd name="csY134" fmla="*/ 267058 h 859639"/>
              <a:gd name="csX135" fmla="*/ 541700 w 900114"/>
              <a:gd name="csY135" fmla="*/ 279560 h 859639"/>
              <a:gd name="csX136" fmla="*/ 541700 w 900114"/>
              <a:gd name="csY136" fmla="*/ 167141 h 859639"/>
              <a:gd name="csX137" fmla="*/ 529198 w 900114"/>
              <a:gd name="csY137" fmla="*/ 179642 h 859639"/>
              <a:gd name="csX138" fmla="*/ 340978 w 900114"/>
              <a:gd name="csY138" fmla="*/ 179642 h 859639"/>
              <a:gd name="csX139" fmla="*/ 328477 w 900114"/>
              <a:gd name="csY139" fmla="*/ 167141 h 859639"/>
              <a:gd name="csX140" fmla="*/ 340978 w 900114"/>
              <a:gd name="csY140" fmla="*/ 154639 h 859639"/>
              <a:gd name="csX141" fmla="*/ 529198 w 900114"/>
              <a:gd name="csY141" fmla="*/ 154639 h 859639"/>
              <a:gd name="csX142" fmla="*/ 541700 w 900114"/>
              <a:gd name="csY142" fmla="*/ 167141 h 859639"/>
              <a:gd name="csX143" fmla="*/ 541700 w 900114"/>
              <a:gd name="csY143" fmla="*/ 335771 h 859639"/>
              <a:gd name="csX144" fmla="*/ 529198 w 900114"/>
              <a:gd name="csY144" fmla="*/ 348272 h 859639"/>
              <a:gd name="csX145" fmla="*/ 460213 w 900114"/>
              <a:gd name="csY145" fmla="*/ 348272 h 859639"/>
              <a:gd name="csX146" fmla="*/ 447711 w 900114"/>
              <a:gd name="csY146" fmla="*/ 335771 h 859639"/>
              <a:gd name="csX147" fmla="*/ 460213 w 900114"/>
              <a:gd name="csY147" fmla="*/ 323269 h 859639"/>
              <a:gd name="csX148" fmla="*/ 529198 w 900114"/>
              <a:gd name="csY148" fmla="*/ 323269 h 859639"/>
              <a:gd name="csX149" fmla="*/ 541700 w 900114"/>
              <a:gd name="csY149" fmla="*/ 335771 h 859639"/>
              <a:gd name="csX150" fmla="*/ 541700 w 900114"/>
              <a:gd name="csY150" fmla="*/ 223351 h 859639"/>
              <a:gd name="csX151" fmla="*/ 529198 w 900114"/>
              <a:gd name="csY151" fmla="*/ 235853 h 859639"/>
              <a:gd name="csX152" fmla="*/ 391226 w 900114"/>
              <a:gd name="csY152" fmla="*/ 235853 h 859639"/>
              <a:gd name="csX153" fmla="*/ 378724 w 900114"/>
              <a:gd name="csY153" fmla="*/ 223351 h 859639"/>
              <a:gd name="csX154" fmla="*/ 391226 w 900114"/>
              <a:gd name="csY154" fmla="*/ 210850 h 859639"/>
              <a:gd name="csX155" fmla="*/ 529198 w 900114"/>
              <a:gd name="csY155" fmla="*/ 210850 h 859639"/>
              <a:gd name="csX156" fmla="*/ 541700 w 900114"/>
              <a:gd name="csY156" fmla="*/ 223351 h 859639"/>
              <a:gd name="csX157" fmla="*/ 861052 w 900114"/>
              <a:gd name="csY157" fmla="*/ 27337 h 859639"/>
              <a:gd name="csX158" fmla="*/ 777703 w 900114"/>
              <a:gd name="csY158" fmla="*/ 0 h 859639"/>
              <a:gd name="csX159" fmla="*/ 694353 w 900114"/>
              <a:gd name="csY159" fmla="*/ 27337 h 859639"/>
              <a:gd name="csX160" fmla="*/ 692056 w 900114"/>
              <a:gd name="csY160" fmla="*/ 29272 h 859639"/>
              <a:gd name="csX161" fmla="*/ 651456 w 900114"/>
              <a:gd name="csY161" fmla="*/ 0 h 859639"/>
              <a:gd name="csX162" fmla="*/ 383021 w 900114"/>
              <a:gd name="csY162" fmla="*/ 0 h 859639"/>
              <a:gd name="csX163" fmla="*/ 114584 w 900114"/>
              <a:gd name="csY163" fmla="*/ 0 h 859639"/>
              <a:gd name="csX164" fmla="*/ 71777 w 900114"/>
              <a:gd name="csY164" fmla="*/ 42809 h 859639"/>
              <a:gd name="csX165" fmla="*/ 71777 w 900114"/>
              <a:gd name="csY165" fmla="*/ 71779 h 859639"/>
              <a:gd name="csX166" fmla="*/ 42809 w 900114"/>
              <a:gd name="csY166" fmla="*/ 71779 h 859639"/>
              <a:gd name="csX167" fmla="*/ 0 w 900114"/>
              <a:gd name="csY167" fmla="*/ 114586 h 859639"/>
              <a:gd name="csX168" fmla="*/ 0 w 900114"/>
              <a:gd name="csY168" fmla="*/ 816833 h 859639"/>
              <a:gd name="csX169" fmla="*/ 42809 w 900114"/>
              <a:gd name="csY169" fmla="*/ 859640 h 859639"/>
              <a:gd name="csX170" fmla="*/ 579680 w 900114"/>
              <a:gd name="csY170" fmla="*/ 859640 h 859639"/>
              <a:gd name="csX171" fmla="*/ 622487 w 900114"/>
              <a:gd name="csY171" fmla="*/ 816833 h 859639"/>
              <a:gd name="csX172" fmla="*/ 622487 w 900114"/>
              <a:gd name="csY172" fmla="*/ 787863 h 859639"/>
              <a:gd name="csX173" fmla="*/ 651456 w 900114"/>
              <a:gd name="csY173" fmla="*/ 787863 h 859639"/>
              <a:gd name="csX174" fmla="*/ 694265 w 900114"/>
              <a:gd name="csY174" fmla="*/ 745054 h 859639"/>
              <a:gd name="csX175" fmla="*/ 694265 w 900114"/>
              <a:gd name="csY175" fmla="*/ 711553 h 859639"/>
              <a:gd name="csX176" fmla="*/ 777704 w 900114"/>
              <a:gd name="csY176" fmla="*/ 711553 h 859639"/>
              <a:gd name="csX177" fmla="*/ 790206 w 900114"/>
              <a:gd name="csY177" fmla="*/ 699052 h 859639"/>
              <a:gd name="csX178" fmla="*/ 790206 w 900114"/>
              <a:gd name="csY178" fmla="*/ 412893 h 859639"/>
              <a:gd name="csX179" fmla="*/ 777704 w 900114"/>
              <a:gd name="csY179" fmla="*/ 400391 h 859639"/>
              <a:gd name="csX180" fmla="*/ 765203 w 900114"/>
              <a:gd name="csY180" fmla="*/ 412893 h 859639"/>
              <a:gd name="csX181" fmla="*/ 765203 w 900114"/>
              <a:gd name="csY181" fmla="*/ 686552 h 859639"/>
              <a:gd name="csX182" fmla="*/ 694265 w 900114"/>
              <a:gd name="csY182" fmla="*/ 686552 h 859639"/>
              <a:gd name="csX183" fmla="*/ 694265 w 900114"/>
              <a:gd name="csY183" fmla="*/ 207867 h 859639"/>
              <a:gd name="csX184" fmla="*/ 710248 w 900114"/>
              <a:gd name="csY184" fmla="*/ 250690 h 859639"/>
              <a:gd name="csX185" fmla="*/ 710248 w 900114"/>
              <a:gd name="csY185" fmla="*/ 254241 h 859639"/>
              <a:gd name="csX186" fmla="*/ 742093 w 900114"/>
              <a:gd name="csY186" fmla="*/ 286086 h 859639"/>
              <a:gd name="csX187" fmla="*/ 813316 w 900114"/>
              <a:gd name="csY187" fmla="*/ 286086 h 859639"/>
              <a:gd name="csX188" fmla="*/ 845159 w 900114"/>
              <a:gd name="csY188" fmla="*/ 254241 h 859639"/>
              <a:gd name="csX189" fmla="*/ 845159 w 900114"/>
              <a:gd name="csY189" fmla="*/ 250690 h 859639"/>
              <a:gd name="csX190" fmla="*/ 867260 w 900114"/>
              <a:gd name="csY190" fmla="*/ 199221 h 859639"/>
              <a:gd name="csX191" fmla="*/ 900114 w 900114"/>
              <a:gd name="csY191" fmla="*/ 110962 h 859639"/>
              <a:gd name="csX192" fmla="*/ 861054 w 900114"/>
              <a:gd name="csY192" fmla="*/ 27337 h 859639"/>
              <a:gd name="csX193" fmla="*/ 597484 w 900114"/>
              <a:gd name="csY193" fmla="*/ 816833 h 859639"/>
              <a:gd name="csX194" fmla="*/ 579680 w 900114"/>
              <a:gd name="csY194" fmla="*/ 834637 h 859639"/>
              <a:gd name="csX195" fmla="*/ 42809 w 900114"/>
              <a:gd name="csY195" fmla="*/ 834637 h 859639"/>
              <a:gd name="csX196" fmla="*/ 25003 w 900114"/>
              <a:gd name="csY196" fmla="*/ 816833 h 859639"/>
              <a:gd name="csX197" fmla="*/ 25003 w 900114"/>
              <a:gd name="csY197" fmla="*/ 114586 h 859639"/>
              <a:gd name="csX198" fmla="*/ 42809 w 900114"/>
              <a:gd name="csY198" fmla="*/ 96782 h 859639"/>
              <a:gd name="csX199" fmla="*/ 579678 w 900114"/>
              <a:gd name="csY199" fmla="*/ 96782 h 859639"/>
              <a:gd name="csX200" fmla="*/ 597484 w 900114"/>
              <a:gd name="csY200" fmla="*/ 114586 h 859639"/>
              <a:gd name="csX201" fmla="*/ 651456 w 900114"/>
              <a:gd name="csY201" fmla="*/ 762860 h 859639"/>
              <a:gd name="csX202" fmla="*/ 622487 w 900114"/>
              <a:gd name="csY202" fmla="*/ 762860 h 859639"/>
              <a:gd name="csX203" fmla="*/ 622487 w 900114"/>
              <a:gd name="csY203" fmla="*/ 114586 h 859639"/>
              <a:gd name="csX204" fmla="*/ 579678 w 900114"/>
              <a:gd name="csY204" fmla="*/ 71779 h 859639"/>
              <a:gd name="csX205" fmla="*/ 96780 w 900114"/>
              <a:gd name="csY205" fmla="*/ 71779 h 859639"/>
              <a:gd name="csX206" fmla="*/ 96780 w 900114"/>
              <a:gd name="csY206" fmla="*/ 42809 h 859639"/>
              <a:gd name="csX207" fmla="*/ 114584 w 900114"/>
              <a:gd name="csY207" fmla="*/ 25003 h 859639"/>
              <a:gd name="csX208" fmla="*/ 383021 w 900114"/>
              <a:gd name="csY208" fmla="*/ 25003 h 859639"/>
              <a:gd name="csX209" fmla="*/ 651456 w 900114"/>
              <a:gd name="csY209" fmla="*/ 25003 h 859639"/>
              <a:gd name="csX210" fmla="*/ 669260 w 900114"/>
              <a:gd name="csY210" fmla="*/ 42809 h 859639"/>
              <a:gd name="csX211" fmla="*/ 669260 w 900114"/>
              <a:gd name="csY211" fmla="*/ 56278 h 859639"/>
              <a:gd name="csX212" fmla="*/ 655294 w 900114"/>
              <a:gd name="csY212" fmla="*/ 110962 h 859639"/>
              <a:gd name="csX213" fmla="*/ 669260 w 900114"/>
              <a:gd name="csY213" fmla="*/ 169803 h 859639"/>
              <a:gd name="csX214" fmla="*/ 669260 w 900114"/>
              <a:gd name="csY214" fmla="*/ 697000 h 859639"/>
              <a:gd name="csX215" fmla="*/ 669078 w 900114"/>
              <a:gd name="csY215" fmla="*/ 699053 h 859639"/>
              <a:gd name="csX216" fmla="*/ 669262 w 900114"/>
              <a:gd name="csY216" fmla="*/ 701107 h 859639"/>
              <a:gd name="csX217" fmla="*/ 669262 w 900114"/>
              <a:gd name="csY217" fmla="*/ 745054 h 859639"/>
              <a:gd name="csX218" fmla="*/ 651456 w 900114"/>
              <a:gd name="csY218" fmla="*/ 762860 h 859639"/>
              <a:gd name="csX219" fmla="*/ 766444 w 900114"/>
              <a:gd name="csY219" fmla="*/ 160415 h 859639"/>
              <a:gd name="csX220" fmla="*/ 777703 w 900114"/>
              <a:gd name="csY220" fmla="*/ 149156 h 859639"/>
              <a:gd name="csX221" fmla="*/ 788961 w 900114"/>
              <a:gd name="csY221" fmla="*/ 160415 h 859639"/>
              <a:gd name="csX222" fmla="*/ 777703 w 900114"/>
              <a:gd name="csY222" fmla="*/ 171671 h 859639"/>
              <a:gd name="csX223" fmla="*/ 766444 w 900114"/>
              <a:gd name="csY223" fmla="*/ 160415 h 859639"/>
              <a:gd name="csX224" fmla="*/ 846938 w 900114"/>
              <a:gd name="csY224" fmla="*/ 184655 h 859639"/>
              <a:gd name="csX225" fmla="*/ 820154 w 900114"/>
              <a:gd name="csY225" fmla="*/ 250690 h 859639"/>
              <a:gd name="csX226" fmla="*/ 820154 w 900114"/>
              <a:gd name="csY226" fmla="*/ 254241 h 859639"/>
              <a:gd name="csX227" fmla="*/ 813314 w 900114"/>
              <a:gd name="csY227" fmla="*/ 261083 h 859639"/>
              <a:gd name="csX228" fmla="*/ 790204 w 900114"/>
              <a:gd name="csY228" fmla="*/ 261083 h 859639"/>
              <a:gd name="csX229" fmla="*/ 790204 w 900114"/>
              <a:gd name="csY229" fmla="*/ 194408 h 859639"/>
              <a:gd name="csX230" fmla="*/ 813964 w 900114"/>
              <a:gd name="csY230" fmla="*/ 160415 h 859639"/>
              <a:gd name="csX231" fmla="*/ 777703 w 900114"/>
              <a:gd name="csY231" fmla="*/ 124153 h 859639"/>
              <a:gd name="csX232" fmla="*/ 741441 w 900114"/>
              <a:gd name="csY232" fmla="*/ 160415 h 859639"/>
              <a:gd name="csX233" fmla="*/ 765201 w 900114"/>
              <a:gd name="csY233" fmla="*/ 194408 h 859639"/>
              <a:gd name="csX234" fmla="*/ 765201 w 900114"/>
              <a:gd name="csY234" fmla="*/ 261083 h 859639"/>
              <a:gd name="csX235" fmla="*/ 742093 w 900114"/>
              <a:gd name="csY235" fmla="*/ 261083 h 859639"/>
              <a:gd name="csX236" fmla="*/ 735251 w 900114"/>
              <a:gd name="csY236" fmla="*/ 254241 h 859639"/>
              <a:gd name="csX237" fmla="*/ 735251 w 900114"/>
              <a:gd name="csY237" fmla="*/ 250690 h 859639"/>
              <a:gd name="csX238" fmla="*/ 708467 w 900114"/>
              <a:gd name="csY238" fmla="*/ 184653 h 859639"/>
              <a:gd name="csX239" fmla="*/ 680298 w 900114"/>
              <a:gd name="csY239" fmla="*/ 110960 h 859639"/>
              <a:gd name="csX240" fmla="*/ 777704 w 900114"/>
              <a:gd name="csY240" fmla="*/ 25003 h 859639"/>
              <a:gd name="csX241" fmla="*/ 875111 w 900114"/>
              <a:gd name="csY241" fmla="*/ 110960 h 859639"/>
              <a:gd name="csX242" fmla="*/ 846942 w 900114"/>
              <a:gd name="csY242" fmla="*/ 184653 h 859639"/>
              <a:gd name="csX243" fmla="*/ 831047 w 900114"/>
              <a:gd name="csY243" fmla="*/ 343007 h 859639"/>
              <a:gd name="csX244" fmla="*/ 818545 w 900114"/>
              <a:gd name="csY244" fmla="*/ 355509 h 859639"/>
              <a:gd name="csX245" fmla="*/ 790204 w 900114"/>
              <a:gd name="csY245" fmla="*/ 355509 h 859639"/>
              <a:gd name="csX246" fmla="*/ 790204 w 900114"/>
              <a:gd name="csY246" fmla="*/ 361795 h 859639"/>
              <a:gd name="csX247" fmla="*/ 777703 w 900114"/>
              <a:gd name="csY247" fmla="*/ 374297 h 859639"/>
              <a:gd name="csX248" fmla="*/ 765201 w 900114"/>
              <a:gd name="csY248" fmla="*/ 361795 h 859639"/>
              <a:gd name="csX249" fmla="*/ 765201 w 900114"/>
              <a:gd name="csY249" fmla="*/ 355509 h 859639"/>
              <a:gd name="csX250" fmla="*/ 736862 w 900114"/>
              <a:gd name="csY250" fmla="*/ 355509 h 859639"/>
              <a:gd name="csX251" fmla="*/ 724360 w 900114"/>
              <a:gd name="csY251" fmla="*/ 343007 h 859639"/>
              <a:gd name="csX252" fmla="*/ 736862 w 900114"/>
              <a:gd name="csY252" fmla="*/ 330506 h 859639"/>
              <a:gd name="csX253" fmla="*/ 818545 w 900114"/>
              <a:gd name="csY253" fmla="*/ 330506 h 859639"/>
              <a:gd name="csX254" fmla="*/ 831047 w 900114"/>
              <a:gd name="csY254" fmla="*/ 343007 h 859639"/>
              <a:gd name="csX255" fmla="*/ 834433 w 900114"/>
              <a:gd name="csY255" fmla="*/ 308296 h 859639"/>
              <a:gd name="csX256" fmla="*/ 821931 w 900114"/>
              <a:gd name="csY256" fmla="*/ 320797 h 859639"/>
              <a:gd name="csX257" fmla="*/ 733476 w 900114"/>
              <a:gd name="csY257" fmla="*/ 320797 h 859639"/>
              <a:gd name="csX258" fmla="*/ 720974 w 900114"/>
              <a:gd name="csY258" fmla="*/ 308296 h 859639"/>
              <a:gd name="csX259" fmla="*/ 733476 w 900114"/>
              <a:gd name="csY259" fmla="*/ 295794 h 859639"/>
              <a:gd name="csX260" fmla="*/ 821931 w 900114"/>
              <a:gd name="csY260" fmla="*/ 295794 h 859639"/>
              <a:gd name="csX261" fmla="*/ 834433 w 900114"/>
              <a:gd name="csY261" fmla="*/ 308296 h 8596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Lst>
            <a:rect l="l" t="t" r="r" b="b"/>
            <a:pathLst>
              <a:path w="900114" h="859639">
                <a:moveTo>
                  <a:pt x="529197" y="753967"/>
                </a:moveTo>
                <a:lnTo>
                  <a:pt x="514455" y="753967"/>
                </a:lnTo>
                <a:lnTo>
                  <a:pt x="514455" y="516963"/>
                </a:lnTo>
                <a:cubicBezTo>
                  <a:pt x="514455" y="510058"/>
                  <a:pt x="508858" y="504461"/>
                  <a:pt x="501954" y="504461"/>
                </a:cubicBezTo>
                <a:lnTo>
                  <a:pt x="442191" y="504461"/>
                </a:lnTo>
                <a:cubicBezTo>
                  <a:pt x="435287" y="504461"/>
                  <a:pt x="429689" y="510058"/>
                  <a:pt x="429689" y="516963"/>
                </a:cubicBezTo>
                <a:lnTo>
                  <a:pt x="429689" y="753967"/>
                </a:lnTo>
                <a:lnTo>
                  <a:pt x="407235" y="753967"/>
                </a:lnTo>
                <a:lnTo>
                  <a:pt x="407235" y="634949"/>
                </a:lnTo>
                <a:cubicBezTo>
                  <a:pt x="407235" y="628045"/>
                  <a:pt x="401638" y="622447"/>
                  <a:pt x="394733" y="622447"/>
                </a:cubicBezTo>
                <a:lnTo>
                  <a:pt x="334970" y="622447"/>
                </a:lnTo>
                <a:cubicBezTo>
                  <a:pt x="328066" y="622447"/>
                  <a:pt x="322469" y="628045"/>
                  <a:pt x="322469" y="634949"/>
                </a:cubicBezTo>
                <a:lnTo>
                  <a:pt x="322469" y="753967"/>
                </a:lnTo>
                <a:lnTo>
                  <a:pt x="300016" y="753967"/>
                </a:lnTo>
                <a:lnTo>
                  <a:pt x="300016" y="569034"/>
                </a:lnTo>
                <a:cubicBezTo>
                  <a:pt x="300016" y="562129"/>
                  <a:pt x="294419" y="556532"/>
                  <a:pt x="287515" y="556532"/>
                </a:cubicBezTo>
                <a:lnTo>
                  <a:pt x="227752" y="556532"/>
                </a:lnTo>
                <a:cubicBezTo>
                  <a:pt x="220847" y="556532"/>
                  <a:pt x="215250" y="562129"/>
                  <a:pt x="215250" y="569034"/>
                </a:cubicBezTo>
                <a:lnTo>
                  <a:pt x="215250" y="753967"/>
                </a:lnTo>
                <a:lnTo>
                  <a:pt x="192796" y="753967"/>
                </a:lnTo>
                <a:lnTo>
                  <a:pt x="192796" y="672739"/>
                </a:lnTo>
                <a:cubicBezTo>
                  <a:pt x="192796" y="665835"/>
                  <a:pt x="187198" y="660238"/>
                  <a:pt x="180294" y="660238"/>
                </a:cubicBezTo>
                <a:lnTo>
                  <a:pt x="120533" y="660238"/>
                </a:lnTo>
                <a:cubicBezTo>
                  <a:pt x="113628" y="660238"/>
                  <a:pt x="108031" y="665835"/>
                  <a:pt x="108031" y="672739"/>
                </a:cubicBezTo>
                <a:lnTo>
                  <a:pt x="108031" y="753967"/>
                </a:lnTo>
                <a:lnTo>
                  <a:pt x="93288" y="753967"/>
                </a:lnTo>
                <a:cubicBezTo>
                  <a:pt x="86384" y="753967"/>
                  <a:pt x="80787" y="759565"/>
                  <a:pt x="80787" y="766469"/>
                </a:cubicBezTo>
                <a:cubicBezTo>
                  <a:pt x="80787" y="773373"/>
                  <a:pt x="86384" y="778971"/>
                  <a:pt x="93288" y="778971"/>
                </a:cubicBezTo>
                <a:lnTo>
                  <a:pt x="529197" y="778971"/>
                </a:lnTo>
                <a:cubicBezTo>
                  <a:pt x="536101" y="778971"/>
                  <a:pt x="541698" y="773373"/>
                  <a:pt x="541698" y="766469"/>
                </a:cubicBezTo>
                <a:cubicBezTo>
                  <a:pt x="541698" y="759565"/>
                  <a:pt x="536101" y="753967"/>
                  <a:pt x="529197" y="753967"/>
                </a:cubicBezTo>
                <a:close/>
                <a:moveTo>
                  <a:pt x="454693" y="529464"/>
                </a:moveTo>
                <a:lnTo>
                  <a:pt x="489452" y="529464"/>
                </a:lnTo>
                <a:lnTo>
                  <a:pt x="489452" y="753967"/>
                </a:lnTo>
                <a:lnTo>
                  <a:pt x="454693" y="753967"/>
                </a:lnTo>
                <a:close/>
                <a:moveTo>
                  <a:pt x="347472" y="647451"/>
                </a:moveTo>
                <a:lnTo>
                  <a:pt x="382232" y="647451"/>
                </a:lnTo>
                <a:lnTo>
                  <a:pt x="382232" y="753967"/>
                </a:lnTo>
                <a:lnTo>
                  <a:pt x="347472" y="753967"/>
                </a:lnTo>
                <a:close/>
                <a:moveTo>
                  <a:pt x="240253" y="581535"/>
                </a:moveTo>
                <a:lnTo>
                  <a:pt x="275013" y="581535"/>
                </a:lnTo>
                <a:lnTo>
                  <a:pt x="275013" y="753967"/>
                </a:lnTo>
                <a:lnTo>
                  <a:pt x="240253" y="753967"/>
                </a:lnTo>
                <a:close/>
                <a:moveTo>
                  <a:pt x="133034" y="685239"/>
                </a:moveTo>
                <a:lnTo>
                  <a:pt x="167792" y="685239"/>
                </a:lnTo>
                <a:lnTo>
                  <a:pt x="167792" y="753966"/>
                </a:lnTo>
                <a:lnTo>
                  <a:pt x="133034" y="753966"/>
                </a:lnTo>
                <a:close/>
                <a:moveTo>
                  <a:pt x="364853" y="518083"/>
                </a:moveTo>
                <a:cubicBezTo>
                  <a:pt x="354907" y="518083"/>
                  <a:pt x="345758" y="521535"/>
                  <a:pt x="338519" y="527293"/>
                </a:cubicBezTo>
                <a:lnTo>
                  <a:pt x="298116" y="499637"/>
                </a:lnTo>
                <a:cubicBezTo>
                  <a:pt x="299350" y="495667"/>
                  <a:pt x="300016" y="491449"/>
                  <a:pt x="300016" y="487079"/>
                </a:cubicBezTo>
                <a:cubicBezTo>
                  <a:pt x="300016" y="463710"/>
                  <a:pt x="281003" y="444697"/>
                  <a:pt x="257634" y="444697"/>
                </a:cubicBezTo>
                <a:cubicBezTo>
                  <a:pt x="234265" y="444697"/>
                  <a:pt x="215252" y="463710"/>
                  <a:pt x="215252" y="487079"/>
                </a:cubicBezTo>
                <a:cubicBezTo>
                  <a:pt x="215252" y="493778"/>
                  <a:pt x="216820" y="500114"/>
                  <a:pt x="219599" y="505753"/>
                </a:cubicBezTo>
                <a:lnTo>
                  <a:pt x="171293" y="551289"/>
                </a:lnTo>
                <a:cubicBezTo>
                  <a:pt x="165126" y="547781"/>
                  <a:pt x="158004" y="545766"/>
                  <a:pt x="150415" y="545766"/>
                </a:cubicBezTo>
                <a:cubicBezTo>
                  <a:pt x="127044" y="545766"/>
                  <a:pt x="108033" y="564780"/>
                  <a:pt x="108033" y="588149"/>
                </a:cubicBezTo>
                <a:cubicBezTo>
                  <a:pt x="108033" y="611518"/>
                  <a:pt x="127046" y="630531"/>
                  <a:pt x="150415" y="630531"/>
                </a:cubicBezTo>
                <a:cubicBezTo>
                  <a:pt x="173784" y="630531"/>
                  <a:pt x="192796" y="611518"/>
                  <a:pt x="192796" y="588149"/>
                </a:cubicBezTo>
                <a:cubicBezTo>
                  <a:pt x="192796" y="581450"/>
                  <a:pt x="191227" y="575113"/>
                  <a:pt x="188449" y="569477"/>
                </a:cubicBezTo>
                <a:lnTo>
                  <a:pt x="236756" y="523940"/>
                </a:lnTo>
                <a:cubicBezTo>
                  <a:pt x="242923" y="527448"/>
                  <a:pt x="250046" y="529461"/>
                  <a:pt x="257634" y="529461"/>
                </a:cubicBezTo>
                <a:cubicBezTo>
                  <a:pt x="267580" y="529461"/>
                  <a:pt x="276729" y="526009"/>
                  <a:pt x="283966" y="520251"/>
                </a:cubicBezTo>
                <a:lnTo>
                  <a:pt x="324369" y="547906"/>
                </a:lnTo>
                <a:cubicBezTo>
                  <a:pt x="323135" y="551876"/>
                  <a:pt x="322469" y="556095"/>
                  <a:pt x="322469" y="560465"/>
                </a:cubicBezTo>
                <a:cubicBezTo>
                  <a:pt x="322469" y="583836"/>
                  <a:pt x="341482" y="602847"/>
                  <a:pt x="364851" y="602847"/>
                </a:cubicBezTo>
                <a:cubicBezTo>
                  <a:pt x="388220" y="602847"/>
                  <a:pt x="407233" y="583834"/>
                  <a:pt x="407233" y="560465"/>
                </a:cubicBezTo>
                <a:cubicBezTo>
                  <a:pt x="407233" y="552149"/>
                  <a:pt x="404817" y="544393"/>
                  <a:pt x="400664" y="537842"/>
                </a:cubicBezTo>
                <a:lnTo>
                  <a:pt x="455244" y="474059"/>
                </a:lnTo>
                <a:cubicBezTo>
                  <a:pt x="460406" y="476301"/>
                  <a:pt x="466094" y="477551"/>
                  <a:pt x="472072" y="477551"/>
                </a:cubicBezTo>
                <a:cubicBezTo>
                  <a:pt x="495442" y="477551"/>
                  <a:pt x="514454" y="458538"/>
                  <a:pt x="514454" y="435169"/>
                </a:cubicBezTo>
                <a:cubicBezTo>
                  <a:pt x="514454" y="411800"/>
                  <a:pt x="495440" y="392787"/>
                  <a:pt x="472072" y="392787"/>
                </a:cubicBezTo>
                <a:cubicBezTo>
                  <a:pt x="448703" y="392787"/>
                  <a:pt x="429688" y="411800"/>
                  <a:pt x="429688" y="435169"/>
                </a:cubicBezTo>
                <a:cubicBezTo>
                  <a:pt x="429688" y="443484"/>
                  <a:pt x="432104" y="451240"/>
                  <a:pt x="436258" y="457791"/>
                </a:cubicBezTo>
                <a:lnTo>
                  <a:pt x="381678" y="521572"/>
                </a:lnTo>
                <a:cubicBezTo>
                  <a:pt x="376517" y="519331"/>
                  <a:pt x="370829" y="518081"/>
                  <a:pt x="364851" y="518081"/>
                </a:cubicBezTo>
                <a:close/>
                <a:moveTo>
                  <a:pt x="150415" y="605529"/>
                </a:moveTo>
                <a:cubicBezTo>
                  <a:pt x="140832" y="605529"/>
                  <a:pt x="133036" y="597734"/>
                  <a:pt x="133036" y="588150"/>
                </a:cubicBezTo>
                <a:cubicBezTo>
                  <a:pt x="133036" y="578567"/>
                  <a:pt x="140832" y="570771"/>
                  <a:pt x="150415" y="570771"/>
                </a:cubicBezTo>
                <a:cubicBezTo>
                  <a:pt x="159999" y="570771"/>
                  <a:pt x="167792" y="578567"/>
                  <a:pt x="167792" y="588150"/>
                </a:cubicBezTo>
                <a:cubicBezTo>
                  <a:pt x="167792" y="597734"/>
                  <a:pt x="159997" y="605529"/>
                  <a:pt x="150415" y="605529"/>
                </a:cubicBezTo>
                <a:close/>
                <a:moveTo>
                  <a:pt x="257634" y="504458"/>
                </a:moveTo>
                <a:cubicBezTo>
                  <a:pt x="248051" y="504458"/>
                  <a:pt x="240255" y="496662"/>
                  <a:pt x="240255" y="487079"/>
                </a:cubicBezTo>
                <a:cubicBezTo>
                  <a:pt x="240255" y="477495"/>
                  <a:pt x="248051" y="469700"/>
                  <a:pt x="257634" y="469700"/>
                </a:cubicBezTo>
                <a:cubicBezTo>
                  <a:pt x="267217" y="469700"/>
                  <a:pt x="275013" y="477495"/>
                  <a:pt x="275013" y="487079"/>
                </a:cubicBezTo>
                <a:cubicBezTo>
                  <a:pt x="275013" y="496662"/>
                  <a:pt x="267217" y="504458"/>
                  <a:pt x="257634" y="504458"/>
                </a:cubicBezTo>
                <a:close/>
                <a:moveTo>
                  <a:pt x="364853" y="577845"/>
                </a:moveTo>
                <a:cubicBezTo>
                  <a:pt x="355269" y="577845"/>
                  <a:pt x="347474" y="570050"/>
                  <a:pt x="347474" y="560467"/>
                </a:cubicBezTo>
                <a:cubicBezTo>
                  <a:pt x="347474" y="550883"/>
                  <a:pt x="355269" y="543088"/>
                  <a:pt x="364853" y="543088"/>
                </a:cubicBezTo>
                <a:cubicBezTo>
                  <a:pt x="374436" y="543088"/>
                  <a:pt x="382232" y="550883"/>
                  <a:pt x="382232" y="560467"/>
                </a:cubicBezTo>
                <a:cubicBezTo>
                  <a:pt x="382232" y="570050"/>
                  <a:pt x="374436" y="577845"/>
                  <a:pt x="364853" y="577845"/>
                </a:cubicBezTo>
                <a:close/>
                <a:moveTo>
                  <a:pt x="472073" y="417790"/>
                </a:moveTo>
                <a:cubicBezTo>
                  <a:pt x="481657" y="417790"/>
                  <a:pt x="489452" y="425585"/>
                  <a:pt x="489452" y="435169"/>
                </a:cubicBezTo>
                <a:cubicBezTo>
                  <a:pt x="489452" y="444752"/>
                  <a:pt x="481657" y="452548"/>
                  <a:pt x="472073" y="452548"/>
                </a:cubicBezTo>
                <a:cubicBezTo>
                  <a:pt x="462490" y="452548"/>
                  <a:pt x="454693" y="444752"/>
                  <a:pt x="454693" y="435169"/>
                </a:cubicBezTo>
                <a:cubicBezTo>
                  <a:pt x="454693" y="425585"/>
                  <a:pt x="462490" y="417790"/>
                  <a:pt x="472073" y="417790"/>
                </a:cubicBezTo>
                <a:close/>
                <a:moveTo>
                  <a:pt x="207437" y="399741"/>
                </a:moveTo>
                <a:cubicBezTo>
                  <a:pt x="214341" y="399741"/>
                  <a:pt x="219938" y="394144"/>
                  <a:pt x="219938" y="387239"/>
                </a:cubicBezTo>
                <a:lnTo>
                  <a:pt x="219938" y="280308"/>
                </a:lnTo>
                <a:lnTo>
                  <a:pt x="312557" y="226834"/>
                </a:lnTo>
                <a:cubicBezTo>
                  <a:pt x="315429" y="225175"/>
                  <a:pt x="317525" y="222442"/>
                  <a:pt x="318383" y="219238"/>
                </a:cubicBezTo>
                <a:cubicBezTo>
                  <a:pt x="319240" y="216034"/>
                  <a:pt x="318790" y="212619"/>
                  <a:pt x="317127" y="209748"/>
                </a:cubicBezTo>
                <a:cubicBezTo>
                  <a:pt x="294535" y="170698"/>
                  <a:pt x="252503" y="146440"/>
                  <a:pt x="207437" y="146440"/>
                </a:cubicBezTo>
                <a:cubicBezTo>
                  <a:pt x="137601" y="146440"/>
                  <a:pt x="80787" y="203256"/>
                  <a:pt x="80787" y="273091"/>
                </a:cubicBezTo>
                <a:cubicBezTo>
                  <a:pt x="80787" y="342927"/>
                  <a:pt x="137601" y="399743"/>
                  <a:pt x="207437" y="399743"/>
                </a:cubicBezTo>
                <a:close/>
                <a:moveTo>
                  <a:pt x="288547" y="211826"/>
                </a:moveTo>
                <a:lnTo>
                  <a:pt x="219938" y="251439"/>
                </a:lnTo>
                <a:lnTo>
                  <a:pt x="219938" y="172238"/>
                </a:lnTo>
                <a:cubicBezTo>
                  <a:pt x="247124" y="175636"/>
                  <a:pt x="271980" y="189967"/>
                  <a:pt x="288547" y="211826"/>
                </a:cubicBezTo>
                <a:close/>
                <a:moveTo>
                  <a:pt x="194935" y="172239"/>
                </a:moveTo>
                <a:lnTo>
                  <a:pt x="194935" y="373974"/>
                </a:lnTo>
                <a:cubicBezTo>
                  <a:pt x="144763" y="367794"/>
                  <a:pt x="105790" y="324908"/>
                  <a:pt x="105790" y="273091"/>
                </a:cubicBezTo>
                <a:cubicBezTo>
                  <a:pt x="105790" y="221274"/>
                  <a:pt x="144768" y="178424"/>
                  <a:pt x="194935" y="172239"/>
                </a:cubicBezTo>
                <a:close/>
                <a:moveTo>
                  <a:pt x="333751" y="233506"/>
                </a:moveTo>
                <a:cubicBezTo>
                  <a:pt x="330368" y="232392"/>
                  <a:pt x="326673" y="232770"/>
                  <a:pt x="323589" y="234553"/>
                </a:cubicBezTo>
                <a:lnTo>
                  <a:pt x="236356" y="284916"/>
                </a:lnTo>
                <a:cubicBezTo>
                  <a:pt x="232488" y="287148"/>
                  <a:pt x="230106" y="291276"/>
                  <a:pt x="230106" y="295742"/>
                </a:cubicBezTo>
                <a:lnTo>
                  <a:pt x="230106" y="396451"/>
                </a:lnTo>
                <a:cubicBezTo>
                  <a:pt x="230106" y="400011"/>
                  <a:pt x="231624" y="403402"/>
                  <a:pt x="234278" y="405774"/>
                </a:cubicBezTo>
                <a:cubicBezTo>
                  <a:pt x="236581" y="407831"/>
                  <a:pt x="239550" y="408953"/>
                  <a:pt x="242607" y="408953"/>
                </a:cubicBezTo>
                <a:cubicBezTo>
                  <a:pt x="243073" y="408953"/>
                  <a:pt x="243539" y="408926"/>
                  <a:pt x="244009" y="408874"/>
                </a:cubicBezTo>
                <a:cubicBezTo>
                  <a:pt x="305185" y="401970"/>
                  <a:pt x="351317" y="350281"/>
                  <a:pt x="351317" y="288641"/>
                </a:cubicBezTo>
                <a:cubicBezTo>
                  <a:pt x="351317" y="271888"/>
                  <a:pt x="347947" y="255653"/>
                  <a:pt x="341302" y="240389"/>
                </a:cubicBezTo>
                <a:cubicBezTo>
                  <a:pt x="339880" y="237124"/>
                  <a:pt x="337133" y="234620"/>
                  <a:pt x="333751" y="233506"/>
                </a:cubicBezTo>
                <a:close/>
                <a:moveTo>
                  <a:pt x="255109" y="381421"/>
                </a:moveTo>
                <a:lnTo>
                  <a:pt x="255109" y="302961"/>
                </a:lnTo>
                <a:lnTo>
                  <a:pt x="323055" y="263731"/>
                </a:lnTo>
                <a:cubicBezTo>
                  <a:pt x="325223" y="271800"/>
                  <a:pt x="326314" y="280133"/>
                  <a:pt x="326314" y="288641"/>
                </a:cubicBezTo>
                <a:cubicBezTo>
                  <a:pt x="326314" y="332752"/>
                  <a:pt x="296550" y="370437"/>
                  <a:pt x="255109" y="381421"/>
                </a:cubicBezTo>
                <a:close/>
                <a:moveTo>
                  <a:pt x="541700" y="279560"/>
                </a:moveTo>
                <a:cubicBezTo>
                  <a:pt x="541700" y="286464"/>
                  <a:pt x="536103" y="292062"/>
                  <a:pt x="529198" y="292062"/>
                </a:cubicBezTo>
                <a:lnTo>
                  <a:pt x="391226" y="292062"/>
                </a:lnTo>
                <a:cubicBezTo>
                  <a:pt x="384321" y="292062"/>
                  <a:pt x="378724" y="286464"/>
                  <a:pt x="378724" y="279560"/>
                </a:cubicBezTo>
                <a:cubicBezTo>
                  <a:pt x="378724" y="272656"/>
                  <a:pt x="384321" y="267058"/>
                  <a:pt x="391226" y="267058"/>
                </a:cubicBezTo>
                <a:lnTo>
                  <a:pt x="529198" y="267058"/>
                </a:lnTo>
                <a:cubicBezTo>
                  <a:pt x="536103" y="267058"/>
                  <a:pt x="541700" y="272656"/>
                  <a:pt x="541700" y="279560"/>
                </a:cubicBezTo>
                <a:close/>
                <a:moveTo>
                  <a:pt x="541700" y="167141"/>
                </a:moveTo>
                <a:cubicBezTo>
                  <a:pt x="541700" y="174045"/>
                  <a:pt x="536103" y="179642"/>
                  <a:pt x="529198" y="179642"/>
                </a:cubicBezTo>
                <a:lnTo>
                  <a:pt x="340978" y="179642"/>
                </a:lnTo>
                <a:cubicBezTo>
                  <a:pt x="334074" y="179642"/>
                  <a:pt x="328477" y="174045"/>
                  <a:pt x="328477" y="167141"/>
                </a:cubicBezTo>
                <a:cubicBezTo>
                  <a:pt x="328477" y="160236"/>
                  <a:pt x="334074" y="154639"/>
                  <a:pt x="340978" y="154639"/>
                </a:cubicBezTo>
                <a:lnTo>
                  <a:pt x="529198" y="154639"/>
                </a:lnTo>
                <a:cubicBezTo>
                  <a:pt x="536103" y="154639"/>
                  <a:pt x="541700" y="160236"/>
                  <a:pt x="541700" y="167141"/>
                </a:cubicBezTo>
                <a:close/>
                <a:moveTo>
                  <a:pt x="541700" y="335771"/>
                </a:moveTo>
                <a:cubicBezTo>
                  <a:pt x="541700" y="342675"/>
                  <a:pt x="536103" y="348272"/>
                  <a:pt x="529198" y="348272"/>
                </a:cubicBezTo>
                <a:lnTo>
                  <a:pt x="460213" y="348272"/>
                </a:lnTo>
                <a:cubicBezTo>
                  <a:pt x="453308" y="348272"/>
                  <a:pt x="447711" y="342675"/>
                  <a:pt x="447711" y="335771"/>
                </a:cubicBezTo>
                <a:cubicBezTo>
                  <a:pt x="447711" y="328866"/>
                  <a:pt x="453308" y="323269"/>
                  <a:pt x="460213" y="323269"/>
                </a:cubicBezTo>
                <a:lnTo>
                  <a:pt x="529198" y="323269"/>
                </a:lnTo>
                <a:cubicBezTo>
                  <a:pt x="536103" y="323269"/>
                  <a:pt x="541700" y="328866"/>
                  <a:pt x="541700" y="335771"/>
                </a:cubicBezTo>
                <a:close/>
                <a:moveTo>
                  <a:pt x="541700" y="223351"/>
                </a:moveTo>
                <a:cubicBezTo>
                  <a:pt x="541700" y="230256"/>
                  <a:pt x="536103" y="235853"/>
                  <a:pt x="529198" y="235853"/>
                </a:cubicBezTo>
                <a:lnTo>
                  <a:pt x="391226" y="235853"/>
                </a:lnTo>
                <a:cubicBezTo>
                  <a:pt x="384321" y="235853"/>
                  <a:pt x="378724" y="230256"/>
                  <a:pt x="378724" y="223351"/>
                </a:cubicBezTo>
                <a:cubicBezTo>
                  <a:pt x="378724" y="216447"/>
                  <a:pt x="384321" y="210850"/>
                  <a:pt x="391226" y="210850"/>
                </a:cubicBezTo>
                <a:lnTo>
                  <a:pt x="529198" y="210850"/>
                </a:lnTo>
                <a:cubicBezTo>
                  <a:pt x="536103" y="210850"/>
                  <a:pt x="541700" y="216447"/>
                  <a:pt x="541700" y="223351"/>
                </a:cubicBezTo>
                <a:close/>
                <a:moveTo>
                  <a:pt x="861052" y="27337"/>
                </a:moveTo>
                <a:cubicBezTo>
                  <a:pt x="838914" y="9708"/>
                  <a:pt x="809314" y="0"/>
                  <a:pt x="777703" y="0"/>
                </a:cubicBezTo>
                <a:cubicBezTo>
                  <a:pt x="746092" y="0"/>
                  <a:pt x="716491" y="9708"/>
                  <a:pt x="694353" y="27337"/>
                </a:cubicBezTo>
                <a:cubicBezTo>
                  <a:pt x="693563" y="27966"/>
                  <a:pt x="692822" y="28627"/>
                  <a:pt x="692056" y="29272"/>
                </a:cubicBezTo>
                <a:cubicBezTo>
                  <a:pt x="686377" y="12284"/>
                  <a:pt x="670328" y="0"/>
                  <a:pt x="651456" y="0"/>
                </a:cubicBezTo>
                <a:lnTo>
                  <a:pt x="383021" y="0"/>
                </a:lnTo>
                <a:cubicBezTo>
                  <a:pt x="383021" y="0"/>
                  <a:pt x="114584" y="0"/>
                  <a:pt x="114584" y="0"/>
                </a:cubicBezTo>
                <a:cubicBezTo>
                  <a:pt x="90979" y="0"/>
                  <a:pt x="71777" y="19204"/>
                  <a:pt x="71777" y="42809"/>
                </a:cubicBezTo>
                <a:lnTo>
                  <a:pt x="71777" y="71779"/>
                </a:lnTo>
                <a:lnTo>
                  <a:pt x="42809" y="71779"/>
                </a:lnTo>
                <a:cubicBezTo>
                  <a:pt x="19204" y="71779"/>
                  <a:pt x="0" y="90981"/>
                  <a:pt x="0" y="114586"/>
                </a:cubicBezTo>
                <a:lnTo>
                  <a:pt x="0" y="816833"/>
                </a:lnTo>
                <a:cubicBezTo>
                  <a:pt x="0" y="840435"/>
                  <a:pt x="19204" y="859640"/>
                  <a:pt x="42809" y="859640"/>
                </a:cubicBezTo>
                <a:lnTo>
                  <a:pt x="579680" y="859640"/>
                </a:lnTo>
                <a:cubicBezTo>
                  <a:pt x="603284" y="859640"/>
                  <a:pt x="622487" y="840435"/>
                  <a:pt x="622487" y="816833"/>
                </a:cubicBezTo>
                <a:lnTo>
                  <a:pt x="622487" y="787863"/>
                </a:lnTo>
                <a:lnTo>
                  <a:pt x="651456" y="787863"/>
                </a:lnTo>
                <a:cubicBezTo>
                  <a:pt x="675061" y="787863"/>
                  <a:pt x="694265" y="768659"/>
                  <a:pt x="694265" y="745054"/>
                </a:cubicBezTo>
                <a:lnTo>
                  <a:pt x="694265" y="711553"/>
                </a:lnTo>
                <a:lnTo>
                  <a:pt x="777704" y="711553"/>
                </a:lnTo>
                <a:cubicBezTo>
                  <a:pt x="784609" y="711553"/>
                  <a:pt x="790206" y="705956"/>
                  <a:pt x="790206" y="699052"/>
                </a:cubicBezTo>
                <a:lnTo>
                  <a:pt x="790206" y="412893"/>
                </a:lnTo>
                <a:cubicBezTo>
                  <a:pt x="790206" y="405988"/>
                  <a:pt x="784609" y="400391"/>
                  <a:pt x="777704" y="400391"/>
                </a:cubicBezTo>
                <a:cubicBezTo>
                  <a:pt x="770800" y="400391"/>
                  <a:pt x="765203" y="405988"/>
                  <a:pt x="765203" y="412893"/>
                </a:cubicBezTo>
                <a:lnTo>
                  <a:pt x="765203" y="686552"/>
                </a:lnTo>
                <a:lnTo>
                  <a:pt x="694265" y="686552"/>
                </a:lnTo>
                <a:lnTo>
                  <a:pt x="694265" y="207867"/>
                </a:lnTo>
                <a:cubicBezTo>
                  <a:pt x="703563" y="221349"/>
                  <a:pt x="710248" y="233615"/>
                  <a:pt x="710248" y="250690"/>
                </a:cubicBezTo>
                <a:lnTo>
                  <a:pt x="710248" y="254241"/>
                </a:lnTo>
                <a:cubicBezTo>
                  <a:pt x="710248" y="271800"/>
                  <a:pt x="724533" y="286086"/>
                  <a:pt x="742093" y="286086"/>
                </a:cubicBezTo>
                <a:lnTo>
                  <a:pt x="813316" y="286086"/>
                </a:lnTo>
                <a:cubicBezTo>
                  <a:pt x="830873" y="286086"/>
                  <a:pt x="845159" y="271800"/>
                  <a:pt x="845159" y="254241"/>
                </a:cubicBezTo>
                <a:lnTo>
                  <a:pt x="845159" y="250690"/>
                </a:lnTo>
                <a:cubicBezTo>
                  <a:pt x="845159" y="230056"/>
                  <a:pt x="854912" y="216448"/>
                  <a:pt x="867260" y="199221"/>
                </a:cubicBezTo>
                <a:cubicBezTo>
                  <a:pt x="882659" y="177738"/>
                  <a:pt x="900114" y="153389"/>
                  <a:pt x="900114" y="110962"/>
                </a:cubicBezTo>
                <a:cubicBezTo>
                  <a:pt x="900114" y="76602"/>
                  <a:pt x="886607" y="47686"/>
                  <a:pt x="861054" y="27337"/>
                </a:cubicBezTo>
                <a:close/>
                <a:moveTo>
                  <a:pt x="597484" y="816833"/>
                </a:moveTo>
                <a:cubicBezTo>
                  <a:pt x="597484" y="826650"/>
                  <a:pt x="589497" y="834637"/>
                  <a:pt x="579680" y="834637"/>
                </a:cubicBezTo>
                <a:lnTo>
                  <a:pt x="42809" y="834637"/>
                </a:lnTo>
                <a:cubicBezTo>
                  <a:pt x="32992" y="834637"/>
                  <a:pt x="25003" y="826650"/>
                  <a:pt x="25003" y="816833"/>
                </a:cubicBezTo>
                <a:lnTo>
                  <a:pt x="25003" y="114586"/>
                </a:lnTo>
                <a:cubicBezTo>
                  <a:pt x="25003" y="104768"/>
                  <a:pt x="32992" y="96782"/>
                  <a:pt x="42809" y="96782"/>
                </a:cubicBezTo>
                <a:lnTo>
                  <a:pt x="579678" y="96782"/>
                </a:lnTo>
                <a:cubicBezTo>
                  <a:pt x="589495" y="96782"/>
                  <a:pt x="597484" y="104768"/>
                  <a:pt x="597484" y="114586"/>
                </a:cubicBezTo>
                <a:close/>
                <a:moveTo>
                  <a:pt x="651456" y="762860"/>
                </a:moveTo>
                <a:lnTo>
                  <a:pt x="622487" y="762860"/>
                </a:lnTo>
                <a:lnTo>
                  <a:pt x="622487" y="114586"/>
                </a:lnTo>
                <a:cubicBezTo>
                  <a:pt x="622487" y="90981"/>
                  <a:pt x="603283" y="71779"/>
                  <a:pt x="579678" y="71779"/>
                </a:cubicBezTo>
                <a:lnTo>
                  <a:pt x="96780" y="71779"/>
                </a:lnTo>
                <a:lnTo>
                  <a:pt x="96780" y="42809"/>
                </a:lnTo>
                <a:cubicBezTo>
                  <a:pt x="96780" y="32990"/>
                  <a:pt x="104767" y="25003"/>
                  <a:pt x="114584" y="25003"/>
                </a:cubicBezTo>
                <a:lnTo>
                  <a:pt x="383021" y="25003"/>
                </a:lnTo>
                <a:cubicBezTo>
                  <a:pt x="383021" y="25003"/>
                  <a:pt x="651456" y="25003"/>
                  <a:pt x="651456" y="25003"/>
                </a:cubicBezTo>
                <a:cubicBezTo>
                  <a:pt x="661274" y="25003"/>
                  <a:pt x="669260" y="32990"/>
                  <a:pt x="669260" y="42809"/>
                </a:cubicBezTo>
                <a:lnTo>
                  <a:pt x="669260" y="56278"/>
                </a:lnTo>
                <a:cubicBezTo>
                  <a:pt x="660075" y="72168"/>
                  <a:pt x="655294" y="90599"/>
                  <a:pt x="655294" y="110962"/>
                </a:cubicBezTo>
                <a:cubicBezTo>
                  <a:pt x="655294" y="135729"/>
                  <a:pt x="661247" y="154330"/>
                  <a:pt x="669260" y="169803"/>
                </a:cubicBezTo>
                <a:lnTo>
                  <a:pt x="669260" y="697000"/>
                </a:lnTo>
                <a:cubicBezTo>
                  <a:pt x="669152" y="697669"/>
                  <a:pt x="669078" y="698353"/>
                  <a:pt x="669078" y="699053"/>
                </a:cubicBezTo>
                <a:cubicBezTo>
                  <a:pt x="669078" y="699754"/>
                  <a:pt x="669150" y="700438"/>
                  <a:pt x="669262" y="701107"/>
                </a:cubicBezTo>
                <a:lnTo>
                  <a:pt x="669262" y="745054"/>
                </a:lnTo>
                <a:cubicBezTo>
                  <a:pt x="669262" y="754871"/>
                  <a:pt x="661274" y="762860"/>
                  <a:pt x="651456" y="762860"/>
                </a:cubicBezTo>
                <a:close/>
                <a:moveTo>
                  <a:pt x="766444" y="160415"/>
                </a:moveTo>
                <a:cubicBezTo>
                  <a:pt x="766444" y="154207"/>
                  <a:pt x="771495" y="149156"/>
                  <a:pt x="777703" y="149156"/>
                </a:cubicBezTo>
                <a:cubicBezTo>
                  <a:pt x="783911" y="149156"/>
                  <a:pt x="788961" y="154207"/>
                  <a:pt x="788961" y="160415"/>
                </a:cubicBezTo>
                <a:cubicBezTo>
                  <a:pt x="788961" y="166623"/>
                  <a:pt x="783911" y="171671"/>
                  <a:pt x="777703" y="171671"/>
                </a:cubicBezTo>
                <a:cubicBezTo>
                  <a:pt x="771495" y="171671"/>
                  <a:pt x="766444" y="166621"/>
                  <a:pt x="766444" y="160415"/>
                </a:cubicBezTo>
                <a:close/>
                <a:moveTo>
                  <a:pt x="846938" y="184655"/>
                </a:moveTo>
                <a:cubicBezTo>
                  <a:pt x="833770" y="203025"/>
                  <a:pt x="820154" y="222019"/>
                  <a:pt x="820154" y="250690"/>
                </a:cubicBezTo>
                <a:lnTo>
                  <a:pt x="820154" y="254241"/>
                </a:lnTo>
                <a:cubicBezTo>
                  <a:pt x="820154" y="257950"/>
                  <a:pt x="817022" y="261083"/>
                  <a:pt x="813314" y="261083"/>
                </a:cubicBezTo>
                <a:lnTo>
                  <a:pt x="790204" y="261083"/>
                </a:lnTo>
                <a:lnTo>
                  <a:pt x="790204" y="194408"/>
                </a:lnTo>
                <a:cubicBezTo>
                  <a:pt x="804047" y="189299"/>
                  <a:pt x="813964" y="176011"/>
                  <a:pt x="813964" y="160415"/>
                </a:cubicBezTo>
                <a:cubicBezTo>
                  <a:pt x="813964" y="140421"/>
                  <a:pt x="797698" y="124153"/>
                  <a:pt x="777703" y="124153"/>
                </a:cubicBezTo>
                <a:cubicBezTo>
                  <a:pt x="757707" y="124153"/>
                  <a:pt x="741441" y="140419"/>
                  <a:pt x="741441" y="160415"/>
                </a:cubicBezTo>
                <a:cubicBezTo>
                  <a:pt x="741441" y="176011"/>
                  <a:pt x="751356" y="189299"/>
                  <a:pt x="765201" y="194408"/>
                </a:cubicBezTo>
                <a:lnTo>
                  <a:pt x="765201" y="261083"/>
                </a:lnTo>
                <a:lnTo>
                  <a:pt x="742093" y="261083"/>
                </a:lnTo>
                <a:cubicBezTo>
                  <a:pt x="738383" y="261083"/>
                  <a:pt x="735251" y="257950"/>
                  <a:pt x="735251" y="254241"/>
                </a:cubicBezTo>
                <a:lnTo>
                  <a:pt x="735251" y="250690"/>
                </a:lnTo>
                <a:cubicBezTo>
                  <a:pt x="735251" y="222019"/>
                  <a:pt x="721635" y="203024"/>
                  <a:pt x="708467" y="184653"/>
                </a:cubicBezTo>
                <a:cubicBezTo>
                  <a:pt x="693981" y="164442"/>
                  <a:pt x="680298" y="145352"/>
                  <a:pt x="680298" y="110960"/>
                </a:cubicBezTo>
                <a:cubicBezTo>
                  <a:pt x="680298" y="51901"/>
                  <a:pt x="730790" y="25003"/>
                  <a:pt x="777704" y="25003"/>
                </a:cubicBezTo>
                <a:cubicBezTo>
                  <a:pt x="824619" y="25003"/>
                  <a:pt x="875111" y="51903"/>
                  <a:pt x="875111" y="110960"/>
                </a:cubicBezTo>
                <a:cubicBezTo>
                  <a:pt x="875111" y="145352"/>
                  <a:pt x="861427" y="164442"/>
                  <a:pt x="846942" y="184653"/>
                </a:cubicBezTo>
                <a:close/>
                <a:moveTo>
                  <a:pt x="831047" y="343007"/>
                </a:moveTo>
                <a:cubicBezTo>
                  <a:pt x="831047" y="349912"/>
                  <a:pt x="825450" y="355509"/>
                  <a:pt x="818545" y="355509"/>
                </a:cubicBezTo>
                <a:lnTo>
                  <a:pt x="790204" y="355509"/>
                </a:lnTo>
                <a:lnTo>
                  <a:pt x="790204" y="361795"/>
                </a:lnTo>
                <a:cubicBezTo>
                  <a:pt x="790204" y="368700"/>
                  <a:pt x="784607" y="374297"/>
                  <a:pt x="777703" y="374297"/>
                </a:cubicBezTo>
                <a:cubicBezTo>
                  <a:pt x="770798" y="374297"/>
                  <a:pt x="765201" y="368700"/>
                  <a:pt x="765201" y="361795"/>
                </a:cubicBezTo>
                <a:lnTo>
                  <a:pt x="765201" y="355509"/>
                </a:lnTo>
                <a:lnTo>
                  <a:pt x="736862" y="355509"/>
                </a:lnTo>
                <a:cubicBezTo>
                  <a:pt x="729957" y="355509"/>
                  <a:pt x="724360" y="349912"/>
                  <a:pt x="724360" y="343007"/>
                </a:cubicBezTo>
                <a:cubicBezTo>
                  <a:pt x="724360" y="336103"/>
                  <a:pt x="729957" y="330506"/>
                  <a:pt x="736862" y="330506"/>
                </a:cubicBezTo>
                <a:lnTo>
                  <a:pt x="818545" y="330506"/>
                </a:lnTo>
                <a:cubicBezTo>
                  <a:pt x="825450" y="330506"/>
                  <a:pt x="831047" y="336103"/>
                  <a:pt x="831047" y="343007"/>
                </a:cubicBezTo>
                <a:close/>
                <a:moveTo>
                  <a:pt x="834433" y="308296"/>
                </a:moveTo>
                <a:cubicBezTo>
                  <a:pt x="834433" y="315200"/>
                  <a:pt x="828836" y="320797"/>
                  <a:pt x="821931" y="320797"/>
                </a:cubicBezTo>
                <a:lnTo>
                  <a:pt x="733476" y="320797"/>
                </a:lnTo>
                <a:cubicBezTo>
                  <a:pt x="726571" y="320797"/>
                  <a:pt x="720974" y="315200"/>
                  <a:pt x="720974" y="308296"/>
                </a:cubicBezTo>
                <a:cubicBezTo>
                  <a:pt x="720974" y="301391"/>
                  <a:pt x="726571" y="295794"/>
                  <a:pt x="733476" y="295794"/>
                </a:cubicBezTo>
                <a:lnTo>
                  <a:pt x="821931" y="295794"/>
                </a:lnTo>
                <a:cubicBezTo>
                  <a:pt x="828836" y="295794"/>
                  <a:pt x="834433" y="301391"/>
                  <a:pt x="834433" y="308296"/>
                </a:cubicBezTo>
                <a:close/>
              </a:path>
            </a:pathLst>
          </a:custGeom>
          <a:solidFill>
            <a:schemeClr val="bg1"/>
          </a:solidFill>
          <a:ln w="1786" cap="flat">
            <a:noFill/>
            <a:prstDash val="solid"/>
            <a:miter/>
          </a:ln>
        </p:spPr>
        <p:txBody>
          <a:bodyPr/>
          <a:lstStyle/>
          <a:p>
            <a:endParaRPr lang="en-GB"/>
          </a:p>
        </p:txBody>
      </p:sp>
      <p:sp>
        <p:nvSpPr>
          <p:cNvPr id="19" name="Oval 18">
            <a:extLst>
              <a:ext uri="{FF2B5EF4-FFF2-40B4-BE49-F238E27FC236}">
                <a16:creationId xmlns:a16="http://schemas.microsoft.com/office/drawing/2014/main" id="{8092FCDC-668E-2B94-5BEA-07E719AF71AB}"/>
              </a:ext>
            </a:extLst>
          </p:cNvPr>
          <p:cNvSpPr/>
          <p:nvPr/>
        </p:nvSpPr>
        <p:spPr>
          <a:xfrm>
            <a:off x="8869088" y="2895939"/>
            <a:ext cx="1645883" cy="164588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DD5689A8-2629-9F77-641F-5BEDCD8E2DAD}"/>
              </a:ext>
            </a:extLst>
          </p:cNvPr>
          <p:cNvGrpSpPr>
            <a:grpSpLocks noChangeAspect="1"/>
          </p:cNvGrpSpPr>
          <p:nvPr/>
        </p:nvGrpSpPr>
        <p:grpSpPr>
          <a:xfrm>
            <a:off x="9445410" y="3285211"/>
            <a:ext cx="493241" cy="867338"/>
            <a:chOff x="5938838" y="327025"/>
            <a:chExt cx="985838" cy="1733550"/>
          </a:xfrm>
          <a:solidFill>
            <a:schemeClr val="tx1">
              <a:lumMod val="85000"/>
              <a:lumOff val="15000"/>
            </a:schemeClr>
          </a:solidFill>
        </p:grpSpPr>
        <p:sp>
          <p:nvSpPr>
            <p:cNvPr id="21" name="Freeform 35">
              <a:extLst>
                <a:ext uri="{FF2B5EF4-FFF2-40B4-BE49-F238E27FC236}">
                  <a16:creationId xmlns:a16="http://schemas.microsoft.com/office/drawing/2014/main" id="{9F054DA2-F89A-F105-B00C-5034B2EF0905}"/>
                </a:ext>
              </a:extLst>
            </p:cNvPr>
            <p:cNvSpPr>
              <a:spLocks noEditPoints="1"/>
            </p:cNvSpPr>
            <p:nvPr/>
          </p:nvSpPr>
          <p:spPr bwMode="auto">
            <a:xfrm>
              <a:off x="6089651" y="327025"/>
              <a:ext cx="679450" cy="687388"/>
            </a:xfrm>
            <a:custGeom>
              <a:avLst/>
              <a:gdLst>
                <a:gd name="T0" fmla="*/ 692 w 1783"/>
                <a:gd name="T1" fmla="*/ 98 h 1800"/>
                <a:gd name="T2" fmla="*/ 610 w 1783"/>
                <a:gd name="T3" fmla="*/ 228 h 1800"/>
                <a:gd name="T4" fmla="*/ 500 w 1783"/>
                <a:gd name="T5" fmla="*/ 206 h 1800"/>
                <a:gd name="T6" fmla="*/ 135 w 1783"/>
                <a:gd name="T7" fmla="*/ 390 h 1800"/>
                <a:gd name="T8" fmla="*/ 226 w 1783"/>
                <a:gd name="T9" fmla="*/ 581 h 1800"/>
                <a:gd name="T10" fmla="*/ 197 w 1783"/>
                <a:gd name="T11" fmla="*/ 655 h 1800"/>
                <a:gd name="T12" fmla="*/ 0 w 1783"/>
                <a:gd name="T13" fmla="*/ 722 h 1800"/>
                <a:gd name="T14" fmla="*/ 126 w 1783"/>
                <a:gd name="T15" fmla="*/ 1113 h 1800"/>
                <a:gd name="T16" fmla="*/ 227 w 1783"/>
                <a:gd name="T17" fmla="*/ 1188 h 1800"/>
                <a:gd name="T18" fmla="*/ 187 w 1783"/>
                <a:gd name="T19" fmla="*/ 1315 h 1800"/>
                <a:gd name="T20" fmla="*/ 377 w 1783"/>
                <a:gd name="T21" fmla="*/ 1643 h 1800"/>
                <a:gd name="T22" fmla="*/ 487 w 1783"/>
                <a:gd name="T23" fmla="*/ 1600 h 1800"/>
                <a:gd name="T24" fmla="*/ 600 w 1783"/>
                <a:gd name="T25" fmla="*/ 1567 h 1800"/>
                <a:gd name="T26" fmla="*/ 686 w 1783"/>
                <a:gd name="T27" fmla="*/ 1669 h 1800"/>
                <a:gd name="T28" fmla="*/ 716 w 1783"/>
                <a:gd name="T29" fmla="*/ 1785 h 1800"/>
                <a:gd name="T30" fmla="*/ 956 w 1783"/>
                <a:gd name="T31" fmla="*/ 1798 h 1800"/>
                <a:gd name="T32" fmla="*/ 1090 w 1783"/>
                <a:gd name="T33" fmla="*/ 1722 h 1800"/>
                <a:gd name="T34" fmla="*/ 1134 w 1783"/>
                <a:gd name="T35" fmla="*/ 1598 h 1800"/>
                <a:gd name="T36" fmla="*/ 1214 w 1783"/>
                <a:gd name="T37" fmla="*/ 1563 h 1800"/>
                <a:gd name="T38" fmla="*/ 1332 w 1783"/>
                <a:gd name="T39" fmla="*/ 1621 h 1800"/>
                <a:gd name="T40" fmla="*/ 1482 w 1783"/>
                <a:gd name="T41" fmla="*/ 1576 h 1800"/>
                <a:gd name="T42" fmla="*/ 1585 w 1783"/>
                <a:gd name="T43" fmla="*/ 1289 h 1800"/>
                <a:gd name="T44" fmla="*/ 1568 w 1783"/>
                <a:gd name="T45" fmla="*/ 1180 h 1800"/>
                <a:gd name="T46" fmla="*/ 1657 w 1783"/>
                <a:gd name="T47" fmla="*/ 1113 h 1800"/>
                <a:gd name="T48" fmla="*/ 1783 w 1783"/>
                <a:gd name="T49" fmla="*/ 722 h 1800"/>
                <a:gd name="T50" fmla="*/ 1591 w 1783"/>
                <a:gd name="T51" fmla="*/ 655 h 1800"/>
                <a:gd name="T52" fmla="*/ 1558 w 1783"/>
                <a:gd name="T53" fmla="*/ 578 h 1800"/>
                <a:gd name="T54" fmla="*/ 1655 w 1783"/>
                <a:gd name="T55" fmla="*/ 397 h 1800"/>
                <a:gd name="T56" fmla="*/ 1393 w 1783"/>
                <a:gd name="T57" fmla="*/ 150 h 1800"/>
                <a:gd name="T58" fmla="*/ 1276 w 1783"/>
                <a:gd name="T59" fmla="*/ 213 h 1800"/>
                <a:gd name="T60" fmla="*/ 1173 w 1783"/>
                <a:gd name="T61" fmla="*/ 225 h 1800"/>
                <a:gd name="T62" fmla="*/ 1108 w 1783"/>
                <a:gd name="T63" fmla="*/ 141 h 1800"/>
                <a:gd name="T64" fmla="*/ 1060 w 1783"/>
                <a:gd name="T65" fmla="*/ 13 h 1800"/>
                <a:gd name="T66" fmla="*/ 831 w 1783"/>
                <a:gd name="T67" fmla="*/ 1 h 1800"/>
                <a:gd name="T68" fmla="*/ 1144 w 1783"/>
                <a:gd name="T69" fmla="*/ 390 h 1800"/>
                <a:gd name="T70" fmla="*/ 1372 w 1783"/>
                <a:gd name="T71" fmla="*/ 604 h 1800"/>
                <a:gd name="T72" fmla="*/ 1449 w 1783"/>
                <a:gd name="T73" fmla="*/ 797 h 1800"/>
                <a:gd name="T74" fmla="*/ 1408 w 1783"/>
                <a:gd name="T75" fmla="*/ 1132 h 1800"/>
                <a:gd name="T76" fmla="*/ 1237 w 1783"/>
                <a:gd name="T77" fmla="*/ 1349 h 1800"/>
                <a:gd name="T78" fmla="*/ 1037 w 1783"/>
                <a:gd name="T79" fmla="*/ 1446 h 1800"/>
                <a:gd name="T80" fmla="*/ 778 w 1783"/>
                <a:gd name="T81" fmla="*/ 1454 h 1800"/>
                <a:gd name="T82" fmla="*/ 611 w 1783"/>
                <a:gd name="T83" fmla="*/ 1393 h 1800"/>
                <a:gd name="T84" fmla="*/ 398 w 1783"/>
                <a:gd name="T85" fmla="*/ 1170 h 1800"/>
                <a:gd name="T86" fmla="*/ 333 w 1783"/>
                <a:gd name="T87" fmla="*/ 900 h 1800"/>
                <a:gd name="T88" fmla="*/ 409 w 1783"/>
                <a:gd name="T89" fmla="*/ 606 h 1800"/>
                <a:gd name="T90" fmla="*/ 662 w 1783"/>
                <a:gd name="T91" fmla="*/ 382 h 1800"/>
                <a:gd name="T92" fmla="*/ 855 w 1783"/>
                <a:gd name="T93" fmla="*/ 338 h 1800"/>
                <a:gd name="T94" fmla="*/ 1122 w 1783"/>
                <a:gd name="T95" fmla="*/ 380 h 1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83" h="1800">
                  <a:moveTo>
                    <a:pt x="723" y="13"/>
                  </a:moveTo>
                  <a:lnTo>
                    <a:pt x="715" y="22"/>
                  </a:lnTo>
                  <a:lnTo>
                    <a:pt x="698" y="69"/>
                  </a:lnTo>
                  <a:lnTo>
                    <a:pt x="692" y="98"/>
                  </a:lnTo>
                  <a:lnTo>
                    <a:pt x="686" y="128"/>
                  </a:lnTo>
                  <a:lnTo>
                    <a:pt x="665" y="177"/>
                  </a:lnTo>
                  <a:lnTo>
                    <a:pt x="636" y="212"/>
                  </a:lnTo>
                  <a:lnTo>
                    <a:pt x="610" y="228"/>
                  </a:lnTo>
                  <a:lnTo>
                    <a:pt x="591" y="233"/>
                  </a:lnTo>
                  <a:lnTo>
                    <a:pt x="582" y="233"/>
                  </a:lnTo>
                  <a:lnTo>
                    <a:pt x="563" y="231"/>
                  </a:lnTo>
                  <a:lnTo>
                    <a:pt x="500" y="206"/>
                  </a:lnTo>
                  <a:lnTo>
                    <a:pt x="465" y="188"/>
                  </a:lnTo>
                  <a:lnTo>
                    <a:pt x="383" y="142"/>
                  </a:lnTo>
                  <a:lnTo>
                    <a:pt x="260" y="265"/>
                  </a:lnTo>
                  <a:lnTo>
                    <a:pt x="135" y="390"/>
                  </a:lnTo>
                  <a:lnTo>
                    <a:pt x="185" y="482"/>
                  </a:lnTo>
                  <a:lnTo>
                    <a:pt x="200" y="510"/>
                  </a:lnTo>
                  <a:lnTo>
                    <a:pt x="219" y="551"/>
                  </a:lnTo>
                  <a:lnTo>
                    <a:pt x="226" y="581"/>
                  </a:lnTo>
                  <a:lnTo>
                    <a:pt x="223" y="606"/>
                  </a:lnTo>
                  <a:lnTo>
                    <a:pt x="218" y="620"/>
                  </a:lnTo>
                  <a:lnTo>
                    <a:pt x="213" y="634"/>
                  </a:lnTo>
                  <a:lnTo>
                    <a:pt x="197" y="655"/>
                  </a:lnTo>
                  <a:lnTo>
                    <a:pt x="170" y="671"/>
                  </a:lnTo>
                  <a:lnTo>
                    <a:pt x="129" y="687"/>
                  </a:lnTo>
                  <a:lnTo>
                    <a:pt x="100" y="695"/>
                  </a:lnTo>
                  <a:lnTo>
                    <a:pt x="0" y="722"/>
                  </a:lnTo>
                  <a:lnTo>
                    <a:pt x="0" y="900"/>
                  </a:lnTo>
                  <a:lnTo>
                    <a:pt x="0" y="1078"/>
                  </a:lnTo>
                  <a:lnTo>
                    <a:pt x="100" y="1105"/>
                  </a:lnTo>
                  <a:lnTo>
                    <a:pt x="126" y="1113"/>
                  </a:lnTo>
                  <a:lnTo>
                    <a:pt x="167" y="1128"/>
                  </a:lnTo>
                  <a:lnTo>
                    <a:pt x="198" y="1145"/>
                  </a:lnTo>
                  <a:lnTo>
                    <a:pt x="218" y="1165"/>
                  </a:lnTo>
                  <a:lnTo>
                    <a:pt x="227" y="1188"/>
                  </a:lnTo>
                  <a:lnTo>
                    <a:pt x="227" y="1217"/>
                  </a:lnTo>
                  <a:lnTo>
                    <a:pt x="218" y="1250"/>
                  </a:lnTo>
                  <a:lnTo>
                    <a:pt x="199" y="1291"/>
                  </a:lnTo>
                  <a:lnTo>
                    <a:pt x="187" y="1315"/>
                  </a:lnTo>
                  <a:lnTo>
                    <a:pt x="135" y="1410"/>
                  </a:lnTo>
                  <a:lnTo>
                    <a:pt x="255" y="1530"/>
                  </a:lnTo>
                  <a:lnTo>
                    <a:pt x="304" y="1578"/>
                  </a:lnTo>
                  <a:lnTo>
                    <a:pt x="377" y="1643"/>
                  </a:lnTo>
                  <a:lnTo>
                    <a:pt x="390" y="1650"/>
                  </a:lnTo>
                  <a:lnTo>
                    <a:pt x="401" y="1647"/>
                  </a:lnTo>
                  <a:lnTo>
                    <a:pt x="453" y="1620"/>
                  </a:lnTo>
                  <a:lnTo>
                    <a:pt x="487" y="1600"/>
                  </a:lnTo>
                  <a:lnTo>
                    <a:pt x="513" y="1583"/>
                  </a:lnTo>
                  <a:lnTo>
                    <a:pt x="550" y="1564"/>
                  </a:lnTo>
                  <a:lnTo>
                    <a:pt x="575" y="1559"/>
                  </a:lnTo>
                  <a:lnTo>
                    <a:pt x="600" y="1567"/>
                  </a:lnTo>
                  <a:lnTo>
                    <a:pt x="617" y="1575"/>
                  </a:lnTo>
                  <a:lnTo>
                    <a:pt x="634" y="1585"/>
                  </a:lnTo>
                  <a:lnTo>
                    <a:pt x="664" y="1621"/>
                  </a:lnTo>
                  <a:lnTo>
                    <a:pt x="686" y="1669"/>
                  </a:lnTo>
                  <a:lnTo>
                    <a:pt x="699" y="1723"/>
                  </a:lnTo>
                  <a:lnTo>
                    <a:pt x="700" y="1752"/>
                  </a:lnTo>
                  <a:lnTo>
                    <a:pt x="701" y="1763"/>
                  </a:lnTo>
                  <a:lnTo>
                    <a:pt x="716" y="1785"/>
                  </a:lnTo>
                  <a:lnTo>
                    <a:pt x="727" y="1790"/>
                  </a:lnTo>
                  <a:lnTo>
                    <a:pt x="748" y="1795"/>
                  </a:lnTo>
                  <a:lnTo>
                    <a:pt x="842" y="1800"/>
                  </a:lnTo>
                  <a:lnTo>
                    <a:pt x="956" y="1798"/>
                  </a:lnTo>
                  <a:lnTo>
                    <a:pt x="1044" y="1792"/>
                  </a:lnTo>
                  <a:lnTo>
                    <a:pt x="1060" y="1787"/>
                  </a:lnTo>
                  <a:lnTo>
                    <a:pt x="1069" y="1777"/>
                  </a:lnTo>
                  <a:lnTo>
                    <a:pt x="1090" y="1722"/>
                  </a:lnTo>
                  <a:lnTo>
                    <a:pt x="1100" y="1685"/>
                  </a:lnTo>
                  <a:lnTo>
                    <a:pt x="1106" y="1659"/>
                  </a:lnTo>
                  <a:lnTo>
                    <a:pt x="1118" y="1622"/>
                  </a:lnTo>
                  <a:lnTo>
                    <a:pt x="1134" y="1598"/>
                  </a:lnTo>
                  <a:lnTo>
                    <a:pt x="1156" y="1582"/>
                  </a:lnTo>
                  <a:lnTo>
                    <a:pt x="1172" y="1575"/>
                  </a:lnTo>
                  <a:lnTo>
                    <a:pt x="1188" y="1568"/>
                  </a:lnTo>
                  <a:lnTo>
                    <a:pt x="1214" y="1563"/>
                  </a:lnTo>
                  <a:lnTo>
                    <a:pt x="1241" y="1568"/>
                  </a:lnTo>
                  <a:lnTo>
                    <a:pt x="1276" y="1587"/>
                  </a:lnTo>
                  <a:lnTo>
                    <a:pt x="1300" y="1602"/>
                  </a:lnTo>
                  <a:lnTo>
                    <a:pt x="1332" y="1621"/>
                  </a:lnTo>
                  <a:lnTo>
                    <a:pt x="1383" y="1647"/>
                  </a:lnTo>
                  <a:lnTo>
                    <a:pt x="1393" y="1650"/>
                  </a:lnTo>
                  <a:lnTo>
                    <a:pt x="1406" y="1643"/>
                  </a:lnTo>
                  <a:lnTo>
                    <a:pt x="1482" y="1576"/>
                  </a:lnTo>
                  <a:lnTo>
                    <a:pt x="1532" y="1527"/>
                  </a:lnTo>
                  <a:lnTo>
                    <a:pt x="1655" y="1403"/>
                  </a:lnTo>
                  <a:lnTo>
                    <a:pt x="1602" y="1317"/>
                  </a:lnTo>
                  <a:lnTo>
                    <a:pt x="1585" y="1289"/>
                  </a:lnTo>
                  <a:lnTo>
                    <a:pt x="1564" y="1250"/>
                  </a:lnTo>
                  <a:lnTo>
                    <a:pt x="1558" y="1222"/>
                  </a:lnTo>
                  <a:lnTo>
                    <a:pt x="1562" y="1196"/>
                  </a:lnTo>
                  <a:lnTo>
                    <a:pt x="1568" y="1180"/>
                  </a:lnTo>
                  <a:lnTo>
                    <a:pt x="1575" y="1166"/>
                  </a:lnTo>
                  <a:lnTo>
                    <a:pt x="1591" y="1145"/>
                  </a:lnTo>
                  <a:lnTo>
                    <a:pt x="1617" y="1128"/>
                  </a:lnTo>
                  <a:lnTo>
                    <a:pt x="1657" y="1113"/>
                  </a:lnTo>
                  <a:lnTo>
                    <a:pt x="1685" y="1105"/>
                  </a:lnTo>
                  <a:lnTo>
                    <a:pt x="1783" y="1078"/>
                  </a:lnTo>
                  <a:lnTo>
                    <a:pt x="1783" y="900"/>
                  </a:lnTo>
                  <a:lnTo>
                    <a:pt x="1783" y="722"/>
                  </a:lnTo>
                  <a:lnTo>
                    <a:pt x="1685" y="695"/>
                  </a:lnTo>
                  <a:lnTo>
                    <a:pt x="1657" y="687"/>
                  </a:lnTo>
                  <a:lnTo>
                    <a:pt x="1617" y="672"/>
                  </a:lnTo>
                  <a:lnTo>
                    <a:pt x="1591" y="655"/>
                  </a:lnTo>
                  <a:lnTo>
                    <a:pt x="1575" y="634"/>
                  </a:lnTo>
                  <a:lnTo>
                    <a:pt x="1568" y="620"/>
                  </a:lnTo>
                  <a:lnTo>
                    <a:pt x="1562" y="604"/>
                  </a:lnTo>
                  <a:lnTo>
                    <a:pt x="1558" y="578"/>
                  </a:lnTo>
                  <a:lnTo>
                    <a:pt x="1564" y="550"/>
                  </a:lnTo>
                  <a:lnTo>
                    <a:pt x="1585" y="511"/>
                  </a:lnTo>
                  <a:lnTo>
                    <a:pt x="1602" y="483"/>
                  </a:lnTo>
                  <a:lnTo>
                    <a:pt x="1655" y="397"/>
                  </a:lnTo>
                  <a:lnTo>
                    <a:pt x="1532" y="273"/>
                  </a:lnTo>
                  <a:lnTo>
                    <a:pt x="1482" y="224"/>
                  </a:lnTo>
                  <a:lnTo>
                    <a:pt x="1406" y="157"/>
                  </a:lnTo>
                  <a:lnTo>
                    <a:pt x="1393" y="150"/>
                  </a:lnTo>
                  <a:lnTo>
                    <a:pt x="1383" y="153"/>
                  </a:lnTo>
                  <a:lnTo>
                    <a:pt x="1332" y="179"/>
                  </a:lnTo>
                  <a:lnTo>
                    <a:pt x="1300" y="198"/>
                  </a:lnTo>
                  <a:lnTo>
                    <a:pt x="1276" y="213"/>
                  </a:lnTo>
                  <a:lnTo>
                    <a:pt x="1241" y="231"/>
                  </a:lnTo>
                  <a:lnTo>
                    <a:pt x="1215" y="236"/>
                  </a:lnTo>
                  <a:lnTo>
                    <a:pt x="1189" y="231"/>
                  </a:lnTo>
                  <a:lnTo>
                    <a:pt x="1173" y="225"/>
                  </a:lnTo>
                  <a:lnTo>
                    <a:pt x="1159" y="219"/>
                  </a:lnTo>
                  <a:lnTo>
                    <a:pt x="1138" y="203"/>
                  </a:lnTo>
                  <a:lnTo>
                    <a:pt x="1122" y="178"/>
                  </a:lnTo>
                  <a:lnTo>
                    <a:pt x="1108" y="141"/>
                  </a:lnTo>
                  <a:lnTo>
                    <a:pt x="1102" y="115"/>
                  </a:lnTo>
                  <a:lnTo>
                    <a:pt x="1091" y="78"/>
                  </a:lnTo>
                  <a:lnTo>
                    <a:pt x="1069" y="23"/>
                  </a:lnTo>
                  <a:lnTo>
                    <a:pt x="1060" y="13"/>
                  </a:lnTo>
                  <a:lnTo>
                    <a:pt x="1044" y="8"/>
                  </a:lnTo>
                  <a:lnTo>
                    <a:pt x="953" y="1"/>
                  </a:lnTo>
                  <a:lnTo>
                    <a:pt x="892" y="0"/>
                  </a:lnTo>
                  <a:lnTo>
                    <a:pt x="831" y="1"/>
                  </a:lnTo>
                  <a:lnTo>
                    <a:pt x="739" y="8"/>
                  </a:lnTo>
                  <a:lnTo>
                    <a:pt x="723" y="13"/>
                  </a:lnTo>
                  <a:close/>
                  <a:moveTo>
                    <a:pt x="1122" y="380"/>
                  </a:moveTo>
                  <a:lnTo>
                    <a:pt x="1144" y="390"/>
                  </a:lnTo>
                  <a:lnTo>
                    <a:pt x="1187" y="415"/>
                  </a:lnTo>
                  <a:lnTo>
                    <a:pt x="1250" y="462"/>
                  </a:lnTo>
                  <a:lnTo>
                    <a:pt x="1326" y="539"/>
                  </a:lnTo>
                  <a:lnTo>
                    <a:pt x="1372" y="604"/>
                  </a:lnTo>
                  <a:lnTo>
                    <a:pt x="1398" y="649"/>
                  </a:lnTo>
                  <a:lnTo>
                    <a:pt x="1408" y="672"/>
                  </a:lnTo>
                  <a:lnTo>
                    <a:pt x="1426" y="713"/>
                  </a:lnTo>
                  <a:lnTo>
                    <a:pt x="1449" y="797"/>
                  </a:lnTo>
                  <a:lnTo>
                    <a:pt x="1458" y="882"/>
                  </a:lnTo>
                  <a:lnTo>
                    <a:pt x="1454" y="968"/>
                  </a:lnTo>
                  <a:lnTo>
                    <a:pt x="1437" y="1052"/>
                  </a:lnTo>
                  <a:lnTo>
                    <a:pt x="1408" y="1132"/>
                  </a:lnTo>
                  <a:lnTo>
                    <a:pt x="1367" y="1208"/>
                  </a:lnTo>
                  <a:lnTo>
                    <a:pt x="1313" y="1277"/>
                  </a:lnTo>
                  <a:lnTo>
                    <a:pt x="1282" y="1308"/>
                  </a:lnTo>
                  <a:lnTo>
                    <a:pt x="1237" y="1349"/>
                  </a:lnTo>
                  <a:lnTo>
                    <a:pt x="1173" y="1394"/>
                  </a:lnTo>
                  <a:lnTo>
                    <a:pt x="1130" y="1417"/>
                  </a:lnTo>
                  <a:lnTo>
                    <a:pt x="1085" y="1434"/>
                  </a:lnTo>
                  <a:lnTo>
                    <a:pt x="1037" y="1446"/>
                  </a:lnTo>
                  <a:lnTo>
                    <a:pt x="956" y="1456"/>
                  </a:lnTo>
                  <a:lnTo>
                    <a:pt x="892" y="1457"/>
                  </a:lnTo>
                  <a:lnTo>
                    <a:pt x="845" y="1457"/>
                  </a:lnTo>
                  <a:lnTo>
                    <a:pt x="778" y="1454"/>
                  </a:lnTo>
                  <a:lnTo>
                    <a:pt x="726" y="1444"/>
                  </a:lnTo>
                  <a:lnTo>
                    <a:pt x="676" y="1426"/>
                  </a:lnTo>
                  <a:lnTo>
                    <a:pt x="647" y="1412"/>
                  </a:lnTo>
                  <a:lnTo>
                    <a:pt x="611" y="1393"/>
                  </a:lnTo>
                  <a:lnTo>
                    <a:pt x="546" y="1349"/>
                  </a:lnTo>
                  <a:lnTo>
                    <a:pt x="488" y="1296"/>
                  </a:lnTo>
                  <a:lnTo>
                    <a:pt x="439" y="1236"/>
                  </a:lnTo>
                  <a:lnTo>
                    <a:pt x="398" y="1170"/>
                  </a:lnTo>
                  <a:lnTo>
                    <a:pt x="367" y="1098"/>
                  </a:lnTo>
                  <a:lnTo>
                    <a:pt x="345" y="1022"/>
                  </a:lnTo>
                  <a:lnTo>
                    <a:pt x="334" y="941"/>
                  </a:lnTo>
                  <a:lnTo>
                    <a:pt x="333" y="900"/>
                  </a:lnTo>
                  <a:lnTo>
                    <a:pt x="334" y="854"/>
                  </a:lnTo>
                  <a:lnTo>
                    <a:pt x="347" y="765"/>
                  </a:lnTo>
                  <a:lnTo>
                    <a:pt x="372" y="682"/>
                  </a:lnTo>
                  <a:lnTo>
                    <a:pt x="409" y="606"/>
                  </a:lnTo>
                  <a:lnTo>
                    <a:pt x="456" y="538"/>
                  </a:lnTo>
                  <a:lnTo>
                    <a:pt x="515" y="477"/>
                  </a:lnTo>
                  <a:lnTo>
                    <a:pt x="584" y="425"/>
                  </a:lnTo>
                  <a:lnTo>
                    <a:pt x="662" y="382"/>
                  </a:lnTo>
                  <a:lnTo>
                    <a:pt x="705" y="365"/>
                  </a:lnTo>
                  <a:lnTo>
                    <a:pt x="727" y="358"/>
                  </a:lnTo>
                  <a:lnTo>
                    <a:pt x="775" y="346"/>
                  </a:lnTo>
                  <a:lnTo>
                    <a:pt x="855" y="338"/>
                  </a:lnTo>
                  <a:lnTo>
                    <a:pt x="969" y="342"/>
                  </a:lnTo>
                  <a:lnTo>
                    <a:pt x="1050" y="356"/>
                  </a:lnTo>
                  <a:lnTo>
                    <a:pt x="1100" y="371"/>
                  </a:lnTo>
                  <a:lnTo>
                    <a:pt x="1122" y="3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36">
              <a:extLst>
                <a:ext uri="{FF2B5EF4-FFF2-40B4-BE49-F238E27FC236}">
                  <a16:creationId xmlns:a16="http://schemas.microsoft.com/office/drawing/2014/main" id="{589EE3A4-5AF0-4346-E3D1-8060D1A5C6CF}"/>
                </a:ext>
              </a:extLst>
            </p:cNvPr>
            <p:cNvSpPr>
              <a:spLocks/>
            </p:cNvSpPr>
            <p:nvPr/>
          </p:nvSpPr>
          <p:spPr bwMode="auto">
            <a:xfrm>
              <a:off x="6276976" y="517525"/>
              <a:ext cx="307975" cy="306388"/>
            </a:xfrm>
            <a:custGeom>
              <a:avLst/>
              <a:gdLst>
                <a:gd name="T0" fmla="*/ 247 w 806"/>
                <a:gd name="T1" fmla="*/ 23 h 801"/>
                <a:gd name="T2" fmla="*/ 219 w 806"/>
                <a:gd name="T3" fmla="*/ 36 h 801"/>
                <a:gd name="T4" fmla="*/ 168 w 806"/>
                <a:gd name="T5" fmla="*/ 68 h 801"/>
                <a:gd name="T6" fmla="*/ 122 w 806"/>
                <a:gd name="T7" fmla="*/ 107 h 801"/>
                <a:gd name="T8" fmla="*/ 83 w 806"/>
                <a:gd name="T9" fmla="*/ 151 h 801"/>
                <a:gd name="T10" fmla="*/ 51 w 806"/>
                <a:gd name="T11" fmla="*/ 200 h 801"/>
                <a:gd name="T12" fmla="*/ 27 w 806"/>
                <a:gd name="T13" fmla="*/ 253 h 801"/>
                <a:gd name="T14" fmla="*/ 10 w 806"/>
                <a:gd name="T15" fmla="*/ 310 h 801"/>
                <a:gd name="T16" fmla="*/ 1 w 806"/>
                <a:gd name="T17" fmla="*/ 369 h 801"/>
                <a:gd name="T18" fmla="*/ 0 w 806"/>
                <a:gd name="T19" fmla="*/ 400 h 801"/>
                <a:gd name="T20" fmla="*/ 1 w 806"/>
                <a:gd name="T21" fmla="*/ 431 h 801"/>
                <a:gd name="T22" fmla="*/ 10 w 806"/>
                <a:gd name="T23" fmla="*/ 492 h 801"/>
                <a:gd name="T24" fmla="*/ 27 w 806"/>
                <a:gd name="T25" fmla="*/ 549 h 801"/>
                <a:gd name="T26" fmla="*/ 52 w 806"/>
                <a:gd name="T27" fmla="*/ 603 h 801"/>
                <a:gd name="T28" fmla="*/ 85 w 806"/>
                <a:gd name="T29" fmla="*/ 652 h 801"/>
                <a:gd name="T30" fmla="*/ 124 w 806"/>
                <a:gd name="T31" fmla="*/ 695 h 801"/>
                <a:gd name="T32" fmla="*/ 170 w 806"/>
                <a:gd name="T33" fmla="*/ 733 h 801"/>
                <a:gd name="T34" fmla="*/ 222 w 806"/>
                <a:gd name="T35" fmla="*/ 764 h 801"/>
                <a:gd name="T36" fmla="*/ 250 w 806"/>
                <a:gd name="T37" fmla="*/ 777 h 801"/>
                <a:gd name="T38" fmla="*/ 278 w 806"/>
                <a:gd name="T39" fmla="*/ 787 h 801"/>
                <a:gd name="T40" fmla="*/ 339 w 806"/>
                <a:gd name="T41" fmla="*/ 799 h 801"/>
                <a:gd name="T42" fmla="*/ 404 w 806"/>
                <a:gd name="T43" fmla="*/ 801 h 801"/>
                <a:gd name="T44" fmla="*/ 470 w 806"/>
                <a:gd name="T45" fmla="*/ 794 h 801"/>
                <a:gd name="T46" fmla="*/ 534 w 806"/>
                <a:gd name="T47" fmla="*/ 777 h 801"/>
                <a:gd name="T48" fmla="*/ 596 w 806"/>
                <a:gd name="T49" fmla="*/ 752 h 801"/>
                <a:gd name="T50" fmla="*/ 651 w 806"/>
                <a:gd name="T51" fmla="*/ 720 h 801"/>
                <a:gd name="T52" fmla="*/ 697 w 806"/>
                <a:gd name="T53" fmla="*/ 681 h 801"/>
                <a:gd name="T54" fmla="*/ 715 w 806"/>
                <a:gd name="T55" fmla="*/ 658 h 801"/>
                <a:gd name="T56" fmla="*/ 734 w 806"/>
                <a:gd name="T57" fmla="*/ 632 h 801"/>
                <a:gd name="T58" fmla="*/ 765 w 806"/>
                <a:gd name="T59" fmla="*/ 578 h 801"/>
                <a:gd name="T60" fmla="*/ 787 w 806"/>
                <a:gd name="T61" fmla="*/ 522 h 801"/>
                <a:gd name="T62" fmla="*/ 800 w 806"/>
                <a:gd name="T63" fmla="*/ 466 h 801"/>
                <a:gd name="T64" fmla="*/ 806 w 806"/>
                <a:gd name="T65" fmla="*/ 410 h 801"/>
                <a:gd name="T66" fmla="*/ 803 w 806"/>
                <a:gd name="T67" fmla="*/ 354 h 801"/>
                <a:gd name="T68" fmla="*/ 794 w 806"/>
                <a:gd name="T69" fmla="*/ 300 h 801"/>
                <a:gd name="T70" fmla="*/ 777 w 806"/>
                <a:gd name="T71" fmla="*/ 249 h 801"/>
                <a:gd name="T72" fmla="*/ 754 w 806"/>
                <a:gd name="T73" fmla="*/ 200 h 801"/>
                <a:gd name="T74" fmla="*/ 724 w 806"/>
                <a:gd name="T75" fmla="*/ 155 h 801"/>
                <a:gd name="T76" fmla="*/ 688 w 806"/>
                <a:gd name="T77" fmla="*/ 114 h 801"/>
                <a:gd name="T78" fmla="*/ 647 w 806"/>
                <a:gd name="T79" fmla="*/ 78 h 801"/>
                <a:gd name="T80" fmla="*/ 600 w 806"/>
                <a:gd name="T81" fmla="*/ 49 h 801"/>
                <a:gd name="T82" fmla="*/ 549 w 806"/>
                <a:gd name="T83" fmla="*/ 25 h 801"/>
                <a:gd name="T84" fmla="*/ 493 w 806"/>
                <a:gd name="T85" fmla="*/ 9 h 801"/>
                <a:gd name="T86" fmla="*/ 432 w 806"/>
                <a:gd name="T87" fmla="*/ 1 h 801"/>
                <a:gd name="T88" fmla="*/ 400 w 806"/>
                <a:gd name="T89" fmla="*/ 0 h 801"/>
                <a:gd name="T90" fmla="*/ 356 w 806"/>
                <a:gd name="T91" fmla="*/ 2 h 801"/>
                <a:gd name="T92" fmla="*/ 273 w 806"/>
                <a:gd name="T93" fmla="*/ 15 h 801"/>
                <a:gd name="T94" fmla="*/ 247 w 806"/>
                <a:gd name="T95" fmla="*/ 23 h 8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06" h="801">
                  <a:moveTo>
                    <a:pt x="247" y="23"/>
                  </a:moveTo>
                  <a:lnTo>
                    <a:pt x="219" y="36"/>
                  </a:lnTo>
                  <a:lnTo>
                    <a:pt x="168" y="68"/>
                  </a:lnTo>
                  <a:lnTo>
                    <a:pt x="122" y="107"/>
                  </a:lnTo>
                  <a:lnTo>
                    <a:pt x="83" y="151"/>
                  </a:lnTo>
                  <a:lnTo>
                    <a:pt x="51" y="200"/>
                  </a:lnTo>
                  <a:lnTo>
                    <a:pt x="27" y="253"/>
                  </a:lnTo>
                  <a:lnTo>
                    <a:pt x="10" y="310"/>
                  </a:lnTo>
                  <a:lnTo>
                    <a:pt x="1" y="369"/>
                  </a:lnTo>
                  <a:lnTo>
                    <a:pt x="0" y="400"/>
                  </a:lnTo>
                  <a:lnTo>
                    <a:pt x="1" y="431"/>
                  </a:lnTo>
                  <a:lnTo>
                    <a:pt x="10" y="492"/>
                  </a:lnTo>
                  <a:lnTo>
                    <a:pt x="27" y="549"/>
                  </a:lnTo>
                  <a:lnTo>
                    <a:pt x="52" y="603"/>
                  </a:lnTo>
                  <a:lnTo>
                    <a:pt x="85" y="652"/>
                  </a:lnTo>
                  <a:lnTo>
                    <a:pt x="124" y="695"/>
                  </a:lnTo>
                  <a:lnTo>
                    <a:pt x="170" y="733"/>
                  </a:lnTo>
                  <a:lnTo>
                    <a:pt x="222" y="764"/>
                  </a:lnTo>
                  <a:lnTo>
                    <a:pt x="250" y="777"/>
                  </a:lnTo>
                  <a:lnTo>
                    <a:pt x="278" y="787"/>
                  </a:lnTo>
                  <a:lnTo>
                    <a:pt x="339" y="799"/>
                  </a:lnTo>
                  <a:lnTo>
                    <a:pt x="404" y="801"/>
                  </a:lnTo>
                  <a:lnTo>
                    <a:pt x="470" y="794"/>
                  </a:lnTo>
                  <a:lnTo>
                    <a:pt x="534" y="777"/>
                  </a:lnTo>
                  <a:lnTo>
                    <a:pt x="596" y="752"/>
                  </a:lnTo>
                  <a:lnTo>
                    <a:pt x="651" y="720"/>
                  </a:lnTo>
                  <a:lnTo>
                    <a:pt x="697" y="681"/>
                  </a:lnTo>
                  <a:lnTo>
                    <a:pt x="715" y="658"/>
                  </a:lnTo>
                  <a:lnTo>
                    <a:pt x="734" y="632"/>
                  </a:lnTo>
                  <a:lnTo>
                    <a:pt x="765" y="578"/>
                  </a:lnTo>
                  <a:lnTo>
                    <a:pt x="787" y="522"/>
                  </a:lnTo>
                  <a:lnTo>
                    <a:pt x="800" y="466"/>
                  </a:lnTo>
                  <a:lnTo>
                    <a:pt x="806" y="410"/>
                  </a:lnTo>
                  <a:lnTo>
                    <a:pt x="803" y="354"/>
                  </a:lnTo>
                  <a:lnTo>
                    <a:pt x="794" y="300"/>
                  </a:lnTo>
                  <a:lnTo>
                    <a:pt x="777" y="249"/>
                  </a:lnTo>
                  <a:lnTo>
                    <a:pt x="754" y="200"/>
                  </a:lnTo>
                  <a:lnTo>
                    <a:pt x="724" y="155"/>
                  </a:lnTo>
                  <a:lnTo>
                    <a:pt x="688" y="114"/>
                  </a:lnTo>
                  <a:lnTo>
                    <a:pt x="647" y="78"/>
                  </a:lnTo>
                  <a:lnTo>
                    <a:pt x="600" y="49"/>
                  </a:lnTo>
                  <a:lnTo>
                    <a:pt x="549" y="25"/>
                  </a:lnTo>
                  <a:lnTo>
                    <a:pt x="493" y="9"/>
                  </a:lnTo>
                  <a:lnTo>
                    <a:pt x="432" y="1"/>
                  </a:lnTo>
                  <a:lnTo>
                    <a:pt x="400" y="0"/>
                  </a:lnTo>
                  <a:lnTo>
                    <a:pt x="356" y="2"/>
                  </a:lnTo>
                  <a:lnTo>
                    <a:pt x="273" y="15"/>
                  </a:lnTo>
                  <a:lnTo>
                    <a:pt x="24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56">
              <a:extLst>
                <a:ext uri="{FF2B5EF4-FFF2-40B4-BE49-F238E27FC236}">
                  <a16:creationId xmlns:a16="http://schemas.microsoft.com/office/drawing/2014/main" id="{408659BC-D54D-B3FD-0552-C19C1F70EDFB}"/>
                </a:ext>
              </a:extLst>
            </p:cNvPr>
            <p:cNvSpPr>
              <a:spLocks/>
            </p:cNvSpPr>
            <p:nvPr/>
          </p:nvSpPr>
          <p:spPr bwMode="auto">
            <a:xfrm>
              <a:off x="5938838" y="792163"/>
              <a:ext cx="985838" cy="903288"/>
            </a:xfrm>
            <a:custGeom>
              <a:avLst/>
              <a:gdLst>
                <a:gd name="T0" fmla="*/ 99 w 2580"/>
                <a:gd name="T1" fmla="*/ 209 h 2368"/>
                <a:gd name="T2" fmla="*/ 23 w 2580"/>
                <a:gd name="T3" fmla="*/ 431 h 2368"/>
                <a:gd name="T4" fmla="*/ 0 w 2580"/>
                <a:gd name="T5" fmla="*/ 775 h 2368"/>
                <a:gd name="T6" fmla="*/ 19 w 2580"/>
                <a:gd name="T7" fmla="*/ 1096 h 2368"/>
                <a:gd name="T8" fmla="*/ 161 w 2580"/>
                <a:gd name="T9" fmla="*/ 1445 h 2368"/>
                <a:gd name="T10" fmla="*/ 762 w 2580"/>
                <a:gd name="T11" fmla="*/ 2366 h 2368"/>
                <a:gd name="T12" fmla="*/ 955 w 2580"/>
                <a:gd name="T13" fmla="*/ 1878 h 2368"/>
                <a:gd name="T14" fmla="*/ 761 w 2580"/>
                <a:gd name="T15" fmla="*/ 1378 h 2368"/>
                <a:gd name="T16" fmla="*/ 624 w 2580"/>
                <a:gd name="T17" fmla="*/ 1336 h 2368"/>
                <a:gd name="T18" fmla="*/ 529 w 2580"/>
                <a:gd name="T19" fmla="*/ 1241 h 2368"/>
                <a:gd name="T20" fmla="*/ 488 w 2580"/>
                <a:gd name="T21" fmla="*/ 1146 h 2368"/>
                <a:gd name="T22" fmla="*/ 484 w 2580"/>
                <a:gd name="T23" fmla="*/ 1032 h 2368"/>
                <a:gd name="T24" fmla="*/ 517 w 2580"/>
                <a:gd name="T25" fmla="*/ 907 h 2368"/>
                <a:gd name="T26" fmla="*/ 595 w 2580"/>
                <a:gd name="T27" fmla="*/ 813 h 2368"/>
                <a:gd name="T28" fmla="*/ 768 w 2580"/>
                <a:gd name="T29" fmla="*/ 744 h 2368"/>
                <a:gd name="T30" fmla="*/ 955 w 2580"/>
                <a:gd name="T31" fmla="*/ 783 h 2368"/>
                <a:gd name="T32" fmla="*/ 1028 w 2580"/>
                <a:gd name="T33" fmla="*/ 839 h 2368"/>
                <a:gd name="T34" fmla="*/ 1099 w 2580"/>
                <a:gd name="T35" fmla="*/ 957 h 2368"/>
                <a:gd name="T36" fmla="*/ 1134 w 2580"/>
                <a:gd name="T37" fmla="*/ 1225 h 2368"/>
                <a:gd name="T38" fmla="*/ 1445 w 2580"/>
                <a:gd name="T39" fmla="*/ 1110 h 2368"/>
                <a:gd name="T40" fmla="*/ 1479 w 2580"/>
                <a:gd name="T41" fmla="*/ 924 h 2368"/>
                <a:gd name="T42" fmla="*/ 1556 w 2580"/>
                <a:gd name="T43" fmla="*/ 828 h 2368"/>
                <a:gd name="T44" fmla="*/ 1738 w 2580"/>
                <a:gd name="T45" fmla="*/ 747 h 2368"/>
                <a:gd name="T46" fmla="*/ 1855 w 2580"/>
                <a:gd name="T47" fmla="*/ 751 h 2368"/>
                <a:gd name="T48" fmla="*/ 1949 w 2580"/>
                <a:gd name="T49" fmla="*/ 795 h 2368"/>
                <a:gd name="T50" fmla="*/ 2050 w 2580"/>
                <a:gd name="T51" fmla="*/ 903 h 2368"/>
                <a:gd name="T52" fmla="*/ 2093 w 2580"/>
                <a:gd name="T53" fmla="*/ 1067 h 2368"/>
                <a:gd name="T54" fmla="*/ 2057 w 2580"/>
                <a:gd name="T55" fmla="*/ 1213 h 2368"/>
                <a:gd name="T56" fmla="*/ 1995 w 2580"/>
                <a:gd name="T57" fmla="*/ 1300 h 2368"/>
                <a:gd name="T58" fmla="*/ 1885 w 2580"/>
                <a:gd name="T59" fmla="*/ 1361 h 2368"/>
                <a:gd name="T60" fmla="*/ 1617 w 2580"/>
                <a:gd name="T61" fmla="*/ 1391 h 2368"/>
                <a:gd name="T62" fmla="*/ 1712 w 2580"/>
                <a:gd name="T63" fmla="*/ 2363 h 2368"/>
                <a:gd name="T64" fmla="*/ 2187 w 2580"/>
                <a:gd name="T65" fmla="*/ 1798 h 2368"/>
                <a:gd name="T66" fmla="*/ 2479 w 2580"/>
                <a:gd name="T67" fmla="*/ 1312 h 2368"/>
                <a:gd name="T68" fmla="*/ 2574 w 2580"/>
                <a:gd name="T69" fmla="*/ 972 h 2368"/>
                <a:gd name="T70" fmla="*/ 2580 w 2580"/>
                <a:gd name="T71" fmla="*/ 684 h 2368"/>
                <a:gd name="T72" fmla="*/ 2529 w 2580"/>
                <a:gd name="T73" fmla="*/ 364 h 2368"/>
                <a:gd name="T74" fmla="*/ 2428 w 2580"/>
                <a:gd name="T75" fmla="*/ 125 h 2368"/>
                <a:gd name="T76" fmla="*/ 2357 w 2580"/>
                <a:gd name="T77" fmla="*/ 15 h 2368"/>
                <a:gd name="T78" fmla="*/ 2274 w 2580"/>
                <a:gd name="T79" fmla="*/ 8 h 2368"/>
                <a:gd name="T80" fmla="*/ 2174 w 2580"/>
                <a:gd name="T81" fmla="*/ 33 h 2368"/>
                <a:gd name="T82" fmla="*/ 2183 w 2580"/>
                <a:gd name="T83" fmla="*/ 105 h 2368"/>
                <a:gd name="T84" fmla="*/ 2235 w 2580"/>
                <a:gd name="T85" fmla="*/ 202 h 2368"/>
                <a:gd name="T86" fmla="*/ 2103 w 2580"/>
                <a:gd name="T87" fmla="*/ 363 h 2368"/>
                <a:gd name="T88" fmla="*/ 1857 w 2580"/>
                <a:gd name="T89" fmla="*/ 598 h 2368"/>
                <a:gd name="T90" fmla="*/ 1795 w 2580"/>
                <a:gd name="T91" fmla="*/ 631 h 2368"/>
                <a:gd name="T92" fmla="*/ 1694 w 2580"/>
                <a:gd name="T93" fmla="*/ 573 h 2368"/>
                <a:gd name="T94" fmla="*/ 1635 w 2580"/>
                <a:gd name="T95" fmla="*/ 581 h 2368"/>
                <a:gd name="T96" fmla="*/ 1287 w 2580"/>
                <a:gd name="T97" fmla="*/ 730 h 2368"/>
                <a:gd name="T98" fmla="*/ 948 w 2580"/>
                <a:gd name="T99" fmla="*/ 621 h 2368"/>
                <a:gd name="T100" fmla="*/ 919 w 2580"/>
                <a:gd name="T101" fmla="*/ 560 h 2368"/>
                <a:gd name="T102" fmla="*/ 852 w 2580"/>
                <a:gd name="T103" fmla="*/ 590 h 2368"/>
                <a:gd name="T104" fmla="*/ 762 w 2580"/>
                <a:gd name="T105" fmla="*/ 633 h 2368"/>
                <a:gd name="T106" fmla="*/ 535 w 2580"/>
                <a:gd name="T107" fmla="*/ 423 h 2368"/>
                <a:gd name="T108" fmla="*/ 384 w 2580"/>
                <a:gd name="T109" fmla="*/ 111 h 2368"/>
                <a:gd name="T110" fmla="*/ 408 w 2580"/>
                <a:gd name="T111" fmla="*/ 48 h 2368"/>
                <a:gd name="T112" fmla="*/ 325 w 2580"/>
                <a:gd name="T113" fmla="*/ 11 h 2368"/>
                <a:gd name="T114" fmla="*/ 241 w 2580"/>
                <a:gd name="T115" fmla="*/ 1 h 2368"/>
                <a:gd name="T116" fmla="*/ 165 w 2580"/>
                <a:gd name="T117" fmla="*/ 86 h 2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580" h="2368">
                  <a:moveTo>
                    <a:pt x="165" y="86"/>
                  </a:moveTo>
                  <a:lnTo>
                    <a:pt x="141" y="130"/>
                  </a:lnTo>
                  <a:lnTo>
                    <a:pt x="99" y="209"/>
                  </a:lnTo>
                  <a:lnTo>
                    <a:pt x="66" y="283"/>
                  </a:lnTo>
                  <a:lnTo>
                    <a:pt x="41" y="356"/>
                  </a:lnTo>
                  <a:lnTo>
                    <a:pt x="23" y="431"/>
                  </a:lnTo>
                  <a:lnTo>
                    <a:pt x="11" y="513"/>
                  </a:lnTo>
                  <a:lnTo>
                    <a:pt x="1" y="655"/>
                  </a:lnTo>
                  <a:lnTo>
                    <a:pt x="0" y="775"/>
                  </a:lnTo>
                  <a:lnTo>
                    <a:pt x="1" y="852"/>
                  </a:lnTo>
                  <a:lnTo>
                    <a:pt x="5" y="983"/>
                  </a:lnTo>
                  <a:lnTo>
                    <a:pt x="19" y="1096"/>
                  </a:lnTo>
                  <a:lnTo>
                    <a:pt x="46" y="1203"/>
                  </a:lnTo>
                  <a:lnTo>
                    <a:pt x="92" y="1316"/>
                  </a:lnTo>
                  <a:lnTo>
                    <a:pt x="161" y="1445"/>
                  </a:lnTo>
                  <a:lnTo>
                    <a:pt x="313" y="1690"/>
                  </a:lnTo>
                  <a:lnTo>
                    <a:pt x="465" y="1920"/>
                  </a:lnTo>
                  <a:lnTo>
                    <a:pt x="762" y="2366"/>
                  </a:lnTo>
                  <a:lnTo>
                    <a:pt x="860" y="2366"/>
                  </a:lnTo>
                  <a:lnTo>
                    <a:pt x="959" y="2366"/>
                  </a:lnTo>
                  <a:lnTo>
                    <a:pt x="955" y="1878"/>
                  </a:lnTo>
                  <a:lnTo>
                    <a:pt x="950" y="1391"/>
                  </a:lnTo>
                  <a:lnTo>
                    <a:pt x="817" y="1383"/>
                  </a:lnTo>
                  <a:lnTo>
                    <a:pt x="761" y="1378"/>
                  </a:lnTo>
                  <a:lnTo>
                    <a:pt x="694" y="1365"/>
                  </a:lnTo>
                  <a:lnTo>
                    <a:pt x="657" y="1352"/>
                  </a:lnTo>
                  <a:lnTo>
                    <a:pt x="624" y="1336"/>
                  </a:lnTo>
                  <a:lnTo>
                    <a:pt x="594" y="1316"/>
                  </a:lnTo>
                  <a:lnTo>
                    <a:pt x="554" y="1276"/>
                  </a:lnTo>
                  <a:lnTo>
                    <a:pt x="529" y="1241"/>
                  </a:lnTo>
                  <a:lnTo>
                    <a:pt x="515" y="1221"/>
                  </a:lnTo>
                  <a:lnTo>
                    <a:pt x="497" y="1185"/>
                  </a:lnTo>
                  <a:lnTo>
                    <a:pt x="488" y="1146"/>
                  </a:lnTo>
                  <a:lnTo>
                    <a:pt x="484" y="1097"/>
                  </a:lnTo>
                  <a:lnTo>
                    <a:pt x="484" y="1065"/>
                  </a:lnTo>
                  <a:lnTo>
                    <a:pt x="484" y="1032"/>
                  </a:lnTo>
                  <a:lnTo>
                    <a:pt x="488" y="983"/>
                  </a:lnTo>
                  <a:lnTo>
                    <a:pt x="498" y="944"/>
                  </a:lnTo>
                  <a:lnTo>
                    <a:pt x="517" y="907"/>
                  </a:lnTo>
                  <a:lnTo>
                    <a:pt x="530" y="886"/>
                  </a:lnTo>
                  <a:lnTo>
                    <a:pt x="550" y="859"/>
                  </a:lnTo>
                  <a:lnTo>
                    <a:pt x="595" y="813"/>
                  </a:lnTo>
                  <a:lnTo>
                    <a:pt x="648" y="779"/>
                  </a:lnTo>
                  <a:lnTo>
                    <a:pt x="706" y="756"/>
                  </a:lnTo>
                  <a:lnTo>
                    <a:pt x="768" y="744"/>
                  </a:lnTo>
                  <a:lnTo>
                    <a:pt x="831" y="745"/>
                  </a:lnTo>
                  <a:lnTo>
                    <a:pt x="894" y="757"/>
                  </a:lnTo>
                  <a:lnTo>
                    <a:pt x="955" y="783"/>
                  </a:lnTo>
                  <a:lnTo>
                    <a:pt x="984" y="801"/>
                  </a:lnTo>
                  <a:lnTo>
                    <a:pt x="1000" y="813"/>
                  </a:lnTo>
                  <a:lnTo>
                    <a:pt x="1028" y="839"/>
                  </a:lnTo>
                  <a:lnTo>
                    <a:pt x="1053" y="868"/>
                  </a:lnTo>
                  <a:lnTo>
                    <a:pt x="1074" y="901"/>
                  </a:lnTo>
                  <a:lnTo>
                    <a:pt x="1099" y="957"/>
                  </a:lnTo>
                  <a:lnTo>
                    <a:pt x="1120" y="1047"/>
                  </a:lnTo>
                  <a:lnTo>
                    <a:pt x="1125" y="1100"/>
                  </a:lnTo>
                  <a:lnTo>
                    <a:pt x="1134" y="1225"/>
                  </a:lnTo>
                  <a:lnTo>
                    <a:pt x="1284" y="1225"/>
                  </a:lnTo>
                  <a:lnTo>
                    <a:pt x="1434" y="1225"/>
                  </a:lnTo>
                  <a:lnTo>
                    <a:pt x="1445" y="1110"/>
                  </a:lnTo>
                  <a:lnTo>
                    <a:pt x="1451" y="1053"/>
                  </a:lnTo>
                  <a:lnTo>
                    <a:pt x="1462" y="975"/>
                  </a:lnTo>
                  <a:lnTo>
                    <a:pt x="1479" y="924"/>
                  </a:lnTo>
                  <a:lnTo>
                    <a:pt x="1508" y="882"/>
                  </a:lnTo>
                  <a:lnTo>
                    <a:pt x="1529" y="858"/>
                  </a:lnTo>
                  <a:lnTo>
                    <a:pt x="1556" y="828"/>
                  </a:lnTo>
                  <a:lnTo>
                    <a:pt x="1610" y="785"/>
                  </a:lnTo>
                  <a:lnTo>
                    <a:pt x="1668" y="759"/>
                  </a:lnTo>
                  <a:lnTo>
                    <a:pt x="1738" y="747"/>
                  </a:lnTo>
                  <a:lnTo>
                    <a:pt x="1780" y="746"/>
                  </a:lnTo>
                  <a:lnTo>
                    <a:pt x="1810" y="747"/>
                  </a:lnTo>
                  <a:lnTo>
                    <a:pt x="1855" y="751"/>
                  </a:lnTo>
                  <a:lnTo>
                    <a:pt x="1892" y="761"/>
                  </a:lnTo>
                  <a:lnTo>
                    <a:pt x="1928" y="781"/>
                  </a:lnTo>
                  <a:lnTo>
                    <a:pt x="1949" y="795"/>
                  </a:lnTo>
                  <a:lnTo>
                    <a:pt x="1974" y="813"/>
                  </a:lnTo>
                  <a:lnTo>
                    <a:pt x="2017" y="856"/>
                  </a:lnTo>
                  <a:lnTo>
                    <a:pt x="2050" y="903"/>
                  </a:lnTo>
                  <a:lnTo>
                    <a:pt x="2074" y="955"/>
                  </a:lnTo>
                  <a:lnTo>
                    <a:pt x="2088" y="1010"/>
                  </a:lnTo>
                  <a:lnTo>
                    <a:pt x="2093" y="1067"/>
                  </a:lnTo>
                  <a:lnTo>
                    <a:pt x="2087" y="1126"/>
                  </a:lnTo>
                  <a:lnTo>
                    <a:pt x="2070" y="1184"/>
                  </a:lnTo>
                  <a:lnTo>
                    <a:pt x="2057" y="1213"/>
                  </a:lnTo>
                  <a:lnTo>
                    <a:pt x="2046" y="1233"/>
                  </a:lnTo>
                  <a:lnTo>
                    <a:pt x="2023" y="1269"/>
                  </a:lnTo>
                  <a:lnTo>
                    <a:pt x="1995" y="1300"/>
                  </a:lnTo>
                  <a:lnTo>
                    <a:pt x="1964" y="1325"/>
                  </a:lnTo>
                  <a:lnTo>
                    <a:pt x="1927" y="1345"/>
                  </a:lnTo>
                  <a:lnTo>
                    <a:pt x="1885" y="1361"/>
                  </a:lnTo>
                  <a:lnTo>
                    <a:pt x="1811" y="1378"/>
                  </a:lnTo>
                  <a:lnTo>
                    <a:pt x="1752" y="1383"/>
                  </a:lnTo>
                  <a:lnTo>
                    <a:pt x="1617" y="1391"/>
                  </a:lnTo>
                  <a:lnTo>
                    <a:pt x="1617" y="1875"/>
                  </a:lnTo>
                  <a:lnTo>
                    <a:pt x="1617" y="2358"/>
                  </a:lnTo>
                  <a:lnTo>
                    <a:pt x="1712" y="2363"/>
                  </a:lnTo>
                  <a:lnTo>
                    <a:pt x="1809" y="2368"/>
                  </a:lnTo>
                  <a:lnTo>
                    <a:pt x="2110" y="1913"/>
                  </a:lnTo>
                  <a:lnTo>
                    <a:pt x="2187" y="1798"/>
                  </a:lnTo>
                  <a:lnTo>
                    <a:pt x="2313" y="1604"/>
                  </a:lnTo>
                  <a:lnTo>
                    <a:pt x="2409" y="1445"/>
                  </a:lnTo>
                  <a:lnTo>
                    <a:pt x="2479" y="1312"/>
                  </a:lnTo>
                  <a:lnTo>
                    <a:pt x="2527" y="1195"/>
                  </a:lnTo>
                  <a:lnTo>
                    <a:pt x="2558" y="1085"/>
                  </a:lnTo>
                  <a:lnTo>
                    <a:pt x="2574" y="972"/>
                  </a:lnTo>
                  <a:lnTo>
                    <a:pt x="2580" y="846"/>
                  </a:lnTo>
                  <a:lnTo>
                    <a:pt x="2580" y="775"/>
                  </a:lnTo>
                  <a:lnTo>
                    <a:pt x="2580" y="684"/>
                  </a:lnTo>
                  <a:lnTo>
                    <a:pt x="2568" y="531"/>
                  </a:lnTo>
                  <a:lnTo>
                    <a:pt x="2548" y="430"/>
                  </a:lnTo>
                  <a:lnTo>
                    <a:pt x="2529" y="364"/>
                  </a:lnTo>
                  <a:lnTo>
                    <a:pt x="2492" y="264"/>
                  </a:lnTo>
                  <a:lnTo>
                    <a:pt x="2459" y="191"/>
                  </a:lnTo>
                  <a:lnTo>
                    <a:pt x="2428" y="125"/>
                  </a:lnTo>
                  <a:lnTo>
                    <a:pt x="2394" y="61"/>
                  </a:lnTo>
                  <a:lnTo>
                    <a:pt x="2375" y="32"/>
                  </a:lnTo>
                  <a:lnTo>
                    <a:pt x="2357" y="15"/>
                  </a:lnTo>
                  <a:lnTo>
                    <a:pt x="2338" y="6"/>
                  </a:lnTo>
                  <a:lnTo>
                    <a:pt x="2305" y="4"/>
                  </a:lnTo>
                  <a:lnTo>
                    <a:pt x="2274" y="8"/>
                  </a:lnTo>
                  <a:lnTo>
                    <a:pt x="2242" y="14"/>
                  </a:lnTo>
                  <a:lnTo>
                    <a:pt x="2188" y="27"/>
                  </a:lnTo>
                  <a:lnTo>
                    <a:pt x="2174" y="33"/>
                  </a:lnTo>
                  <a:lnTo>
                    <a:pt x="2166" y="38"/>
                  </a:lnTo>
                  <a:lnTo>
                    <a:pt x="2161" y="54"/>
                  </a:lnTo>
                  <a:lnTo>
                    <a:pt x="2183" y="105"/>
                  </a:lnTo>
                  <a:lnTo>
                    <a:pt x="2232" y="186"/>
                  </a:lnTo>
                  <a:lnTo>
                    <a:pt x="2234" y="191"/>
                  </a:lnTo>
                  <a:lnTo>
                    <a:pt x="2235" y="202"/>
                  </a:lnTo>
                  <a:lnTo>
                    <a:pt x="2226" y="225"/>
                  </a:lnTo>
                  <a:lnTo>
                    <a:pt x="2185" y="277"/>
                  </a:lnTo>
                  <a:lnTo>
                    <a:pt x="2103" y="363"/>
                  </a:lnTo>
                  <a:lnTo>
                    <a:pt x="2042" y="425"/>
                  </a:lnTo>
                  <a:lnTo>
                    <a:pt x="1957" y="508"/>
                  </a:lnTo>
                  <a:lnTo>
                    <a:pt x="1857" y="598"/>
                  </a:lnTo>
                  <a:lnTo>
                    <a:pt x="1817" y="630"/>
                  </a:lnTo>
                  <a:lnTo>
                    <a:pt x="1809" y="633"/>
                  </a:lnTo>
                  <a:lnTo>
                    <a:pt x="1795" y="631"/>
                  </a:lnTo>
                  <a:lnTo>
                    <a:pt x="1746" y="607"/>
                  </a:lnTo>
                  <a:lnTo>
                    <a:pt x="1720" y="590"/>
                  </a:lnTo>
                  <a:lnTo>
                    <a:pt x="1694" y="573"/>
                  </a:lnTo>
                  <a:lnTo>
                    <a:pt x="1654" y="555"/>
                  </a:lnTo>
                  <a:lnTo>
                    <a:pt x="1647" y="556"/>
                  </a:lnTo>
                  <a:lnTo>
                    <a:pt x="1635" y="581"/>
                  </a:lnTo>
                  <a:lnTo>
                    <a:pt x="1617" y="645"/>
                  </a:lnTo>
                  <a:lnTo>
                    <a:pt x="1597" y="725"/>
                  </a:lnTo>
                  <a:lnTo>
                    <a:pt x="1287" y="730"/>
                  </a:lnTo>
                  <a:lnTo>
                    <a:pt x="977" y="733"/>
                  </a:lnTo>
                  <a:lnTo>
                    <a:pt x="959" y="663"/>
                  </a:lnTo>
                  <a:lnTo>
                    <a:pt x="948" y="621"/>
                  </a:lnTo>
                  <a:lnTo>
                    <a:pt x="936" y="582"/>
                  </a:lnTo>
                  <a:lnTo>
                    <a:pt x="928" y="567"/>
                  </a:lnTo>
                  <a:lnTo>
                    <a:pt x="919" y="560"/>
                  </a:lnTo>
                  <a:lnTo>
                    <a:pt x="906" y="561"/>
                  </a:lnTo>
                  <a:lnTo>
                    <a:pt x="879" y="574"/>
                  </a:lnTo>
                  <a:lnTo>
                    <a:pt x="852" y="590"/>
                  </a:lnTo>
                  <a:lnTo>
                    <a:pt x="821" y="607"/>
                  </a:lnTo>
                  <a:lnTo>
                    <a:pt x="772" y="631"/>
                  </a:lnTo>
                  <a:lnTo>
                    <a:pt x="762" y="633"/>
                  </a:lnTo>
                  <a:lnTo>
                    <a:pt x="744" y="621"/>
                  </a:lnTo>
                  <a:lnTo>
                    <a:pt x="620" y="507"/>
                  </a:lnTo>
                  <a:lnTo>
                    <a:pt x="535" y="423"/>
                  </a:lnTo>
                  <a:lnTo>
                    <a:pt x="324" y="213"/>
                  </a:lnTo>
                  <a:lnTo>
                    <a:pt x="367" y="141"/>
                  </a:lnTo>
                  <a:lnTo>
                    <a:pt x="384" y="111"/>
                  </a:lnTo>
                  <a:lnTo>
                    <a:pt x="406" y="63"/>
                  </a:lnTo>
                  <a:lnTo>
                    <a:pt x="409" y="51"/>
                  </a:lnTo>
                  <a:lnTo>
                    <a:pt x="408" y="48"/>
                  </a:lnTo>
                  <a:lnTo>
                    <a:pt x="399" y="40"/>
                  </a:lnTo>
                  <a:lnTo>
                    <a:pt x="374" y="27"/>
                  </a:lnTo>
                  <a:lnTo>
                    <a:pt x="325" y="11"/>
                  </a:lnTo>
                  <a:lnTo>
                    <a:pt x="272" y="1"/>
                  </a:lnTo>
                  <a:lnTo>
                    <a:pt x="250" y="0"/>
                  </a:lnTo>
                  <a:lnTo>
                    <a:pt x="241" y="1"/>
                  </a:lnTo>
                  <a:lnTo>
                    <a:pt x="222" y="11"/>
                  </a:lnTo>
                  <a:lnTo>
                    <a:pt x="191" y="46"/>
                  </a:lnTo>
                  <a:lnTo>
                    <a:pt x="165" y="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72">
              <a:extLst>
                <a:ext uri="{FF2B5EF4-FFF2-40B4-BE49-F238E27FC236}">
                  <a16:creationId xmlns:a16="http://schemas.microsoft.com/office/drawing/2014/main" id="{5D6B592C-17F4-A717-F972-CFDCBADF7EA7}"/>
                </a:ext>
              </a:extLst>
            </p:cNvPr>
            <p:cNvSpPr>
              <a:spLocks/>
            </p:cNvSpPr>
            <p:nvPr/>
          </p:nvSpPr>
          <p:spPr bwMode="auto">
            <a:xfrm>
              <a:off x="6184901" y="1135063"/>
              <a:ext cx="120650" cy="127000"/>
            </a:xfrm>
            <a:custGeom>
              <a:avLst/>
              <a:gdLst>
                <a:gd name="T0" fmla="*/ 52 w 316"/>
                <a:gd name="T1" fmla="*/ 47 h 332"/>
                <a:gd name="T2" fmla="*/ 37 w 316"/>
                <a:gd name="T3" fmla="*/ 61 h 332"/>
                <a:gd name="T4" fmla="*/ 17 w 316"/>
                <a:gd name="T5" fmla="*/ 86 h 332"/>
                <a:gd name="T6" fmla="*/ 5 w 316"/>
                <a:gd name="T7" fmla="*/ 112 h 332"/>
                <a:gd name="T8" fmla="*/ 0 w 316"/>
                <a:gd name="T9" fmla="*/ 144 h 332"/>
                <a:gd name="T10" fmla="*/ 0 w 316"/>
                <a:gd name="T11" fmla="*/ 164 h 332"/>
                <a:gd name="T12" fmla="*/ 0 w 316"/>
                <a:gd name="T13" fmla="*/ 181 h 332"/>
                <a:gd name="T14" fmla="*/ 5 w 316"/>
                <a:gd name="T15" fmla="*/ 211 h 332"/>
                <a:gd name="T16" fmla="*/ 15 w 316"/>
                <a:gd name="T17" fmla="*/ 239 h 332"/>
                <a:gd name="T18" fmla="*/ 29 w 316"/>
                <a:gd name="T19" fmla="*/ 262 h 332"/>
                <a:gd name="T20" fmla="*/ 49 w 316"/>
                <a:gd name="T21" fmla="*/ 282 h 332"/>
                <a:gd name="T22" fmla="*/ 73 w 316"/>
                <a:gd name="T23" fmla="*/ 299 h 332"/>
                <a:gd name="T24" fmla="*/ 101 w 316"/>
                <a:gd name="T25" fmla="*/ 311 h 332"/>
                <a:gd name="T26" fmla="*/ 135 w 316"/>
                <a:gd name="T27" fmla="*/ 321 h 332"/>
                <a:gd name="T28" fmla="*/ 153 w 316"/>
                <a:gd name="T29" fmla="*/ 324 h 332"/>
                <a:gd name="T30" fmla="*/ 200 w 316"/>
                <a:gd name="T31" fmla="*/ 330 h 332"/>
                <a:gd name="T32" fmla="*/ 249 w 316"/>
                <a:gd name="T33" fmla="*/ 332 h 332"/>
                <a:gd name="T34" fmla="*/ 272 w 316"/>
                <a:gd name="T35" fmla="*/ 329 h 332"/>
                <a:gd name="T36" fmla="*/ 289 w 316"/>
                <a:gd name="T37" fmla="*/ 321 h 332"/>
                <a:gd name="T38" fmla="*/ 301 w 316"/>
                <a:gd name="T39" fmla="*/ 308 h 332"/>
                <a:gd name="T40" fmla="*/ 311 w 316"/>
                <a:gd name="T41" fmla="*/ 278 h 332"/>
                <a:gd name="T42" fmla="*/ 313 w 316"/>
                <a:gd name="T43" fmla="*/ 249 h 332"/>
                <a:gd name="T44" fmla="*/ 316 w 316"/>
                <a:gd name="T45" fmla="*/ 204 h 332"/>
                <a:gd name="T46" fmla="*/ 312 w 316"/>
                <a:gd name="T47" fmla="*/ 134 h 332"/>
                <a:gd name="T48" fmla="*/ 301 w 316"/>
                <a:gd name="T49" fmla="*/ 95 h 332"/>
                <a:gd name="T50" fmla="*/ 289 w 316"/>
                <a:gd name="T51" fmla="*/ 73 h 332"/>
                <a:gd name="T52" fmla="*/ 266 w 316"/>
                <a:gd name="T53" fmla="*/ 46 h 332"/>
                <a:gd name="T54" fmla="*/ 245 w 316"/>
                <a:gd name="T55" fmla="*/ 32 h 332"/>
                <a:gd name="T56" fmla="*/ 217 w 316"/>
                <a:gd name="T57" fmla="*/ 16 h 332"/>
                <a:gd name="T58" fmla="*/ 179 w 316"/>
                <a:gd name="T59" fmla="*/ 3 h 332"/>
                <a:gd name="T60" fmla="*/ 155 w 316"/>
                <a:gd name="T61" fmla="*/ 0 h 332"/>
                <a:gd name="T62" fmla="*/ 132 w 316"/>
                <a:gd name="T63" fmla="*/ 2 h 332"/>
                <a:gd name="T64" fmla="*/ 109 w 316"/>
                <a:gd name="T65" fmla="*/ 9 h 332"/>
                <a:gd name="T66" fmla="*/ 75 w 316"/>
                <a:gd name="T67" fmla="*/ 27 h 332"/>
                <a:gd name="T68" fmla="*/ 52 w 316"/>
                <a:gd name="T69" fmla="*/ 47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16" h="332">
                  <a:moveTo>
                    <a:pt x="52" y="47"/>
                  </a:moveTo>
                  <a:lnTo>
                    <a:pt x="37" y="61"/>
                  </a:lnTo>
                  <a:lnTo>
                    <a:pt x="17" y="86"/>
                  </a:lnTo>
                  <a:lnTo>
                    <a:pt x="5" y="112"/>
                  </a:lnTo>
                  <a:lnTo>
                    <a:pt x="0" y="144"/>
                  </a:lnTo>
                  <a:lnTo>
                    <a:pt x="0" y="164"/>
                  </a:lnTo>
                  <a:lnTo>
                    <a:pt x="0" y="181"/>
                  </a:lnTo>
                  <a:lnTo>
                    <a:pt x="5" y="211"/>
                  </a:lnTo>
                  <a:lnTo>
                    <a:pt x="15" y="239"/>
                  </a:lnTo>
                  <a:lnTo>
                    <a:pt x="29" y="262"/>
                  </a:lnTo>
                  <a:lnTo>
                    <a:pt x="49" y="282"/>
                  </a:lnTo>
                  <a:lnTo>
                    <a:pt x="73" y="299"/>
                  </a:lnTo>
                  <a:lnTo>
                    <a:pt x="101" y="311"/>
                  </a:lnTo>
                  <a:lnTo>
                    <a:pt x="135" y="321"/>
                  </a:lnTo>
                  <a:lnTo>
                    <a:pt x="153" y="324"/>
                  </a:lnTo>
                  <a:lnTo>
                    <a:pt x="200" y="330"/>
                  </a:lnTo>
                  <a:lnTo>
                    <a:pt x="249" y="332"/>
                  </a:lnTo>
                  <a:lnTo>
                    <a:pt x="272" y="329"/>
                  </a:lnTo>
                  <a:lnTo>
                    <a:pt x="289" y="321"/>
                  </a:lnTo>
                  <a:lnTo>
                    <a:pt x="301" y="308"/>
                  </a:lnTo>
                  <a:lnTo>
                    <a:pt x="311" y="278"/>
                  </a:lnTo>
                  <a:lnTo>
                    <a:pt x="313" y="249"/>
                  </a:lnTo>
                  <a:lnTo>
                    <a:pt x="316" y="204"/>
                  </a:lnTo>
                  <a:lnTo>
                    <a:pt x="312" y="134"/>
                  </a:lnTo>
                  <a:lnTo>
                    <a:pt x="301" y="95"/>
                  </a:lnTo>
                  <a:lnTo>
                    <a:pt x="289" y="73"/>
                  </a:lnTo>
                  <a:lnTo>
                    <a:pt x="266" y="46"/>
                  </a:lnTo>
                  <a:lnTo>
                    <a:pt x="245" y="32"/>
                  </a:lnTo>
                  <a:lnTo>
                    <a:pt x="217" y="16"/>
                  </a:lnTo>
                  <a:lnTo>
                    <a:pt x="179" y="3"/>
                  </a:lnTo>
                  <a:lnTo>
                    <a:pt x="155" y="0"/>
                  </a:lnTo>
                  <a:lnTo>
                    <a:pt x="132" y="2"/>
                  </a:lnTo>
                  <a:lnTo>
                    <a:pt x="109" y="9"/>
                  </a:lnTo>
                  <a:lnTo>
                    <a:pt x="75" y="27"/>
                  </a:lnTo>
                  <a:lnTo>
                    <a:pt x="52" y="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73">
              <a:extLst>
                <a:ext uri="{FF2B5EF4-FFF2-40B4-BE49-F238E27FC236}">
                  <a16:creationId xmlns:a16="http://schemas.microsoft.com/office/drawing/2014/main" id="{7F43B724-A3D8-81BC-88F5-C6F7E05183D0}"/>
                </a:ext>
              </a:extLst>
            </p:cNvPr>
            <p:cNvSpPr>
              <a:spLocks/>
            </p:cNvSpPr>
            <p:nvPr/>
          </p:nvSpPr>
          <p:spPr bwMode="auto">
            <a:xfrm>
              <a:off x="6553201" y="1135063"/>
              <a:ext cx="123825" cy="127000"/>
            </a:xfrm>
            <a:custGeom>
              <a:avLst/>
              <a:gdLst>
                <a:gd name="T0" fmla="*/ 55 w 322"/>
                <a:gd name="T1" fmla="*/ 56 h 331"/>
                <a:gd name="T2" fmla="*/ 36 w 322"/>
                <a:gd name="T3" fmla="*/ 76 h 331"/>
                <a:gd name="T4" fmla="*/ 12 w 322"/>
                <a:gd name="T5" fmla="*/ 106 h 331"/>
                <a:gd name="T6" fmla="*/ 2 w 322"/>
                <a:gd name="T7" fmla="*/ 138 h 331"/>
                <a:gd name="T8" fmla="*/ 0 w 322"/>
                <a:gd name="T9" fmla="*/ 185 h 331"/>
                <a:gd name="T10" fmla="*/ 2 w 322"/>
                <a:gd name="T11" fmla="*/ 220 h 331"/>
                <a:gd name="T12" fmla="*/ 7 w 322"/>
                <a:gd name="T13" fmla="*/ 325 h 331"/>
                <a:gd name="T14" fmla="*/ 85 w 322"/>
                <a:gd name="T15" fmla="*/ 330 h 331"/>
                <a:gd name="T16" fmla="*/ 125 w 322"/>
                <a:gd name="T17" fmla="*/ 331 h 331"/>
                <a:gd name="T18" fmla="*/ 195 w 322"/>
                <a:gd name="T19" fmla="*/ 320 h 331"/>
                <a:gd name="T20" fmla="*/ 239 w 322"/>
                <a:gd name="T21" fmla="*/ 301 h 331"/>
                <a:gd name="T22" fmla="*/ 263 w 322"/>
                <a:gd name="T23" fmla="*/ 285 h 331"/>
                <a:gd name="T24" fmla="*/ 284 w 322"/>
                <a:gd name="T25" fmla="*/ 265 h 331"/>
                <a:gd name="T26" fmla="*/ 300 w 322"/>
                <a:gd name="T27" fmla="*/ 242 h 331"/>
                <a:gd name="T28" fmla="*/ 305 w 322"/>
                <a:gd name="T29" fmla="*/ 230 h 331"/>
                <a:gd name="T30" fmla="*/ 316 w 322"/>
                <a:gd name="T31" fmla="*/ 202 h 331"/>
                <a:gd name="T32" fmla="*/ 322 w 322"/>
                <a:gd name="T33" fmla="*/ 151 h 331"/>
                <a:gd name="T34" fmla="*/ 311 w 322"/>
                <a:gd name="T35" fmla="*/ 103 h 331"/>
                <a:gd name="T36" fmla="*/ 283 w 322"/>
                <a:gd name="T37" fmla="*/ 61 h 331"/>
                <a:gd name="T38" fmla="*/ 262 w 322"/>
                <a:gd name="T39" fmla="*/ 41 h 331"/>
                <a:gd name="T40" fmla="*/ 249 w 322"/>
                <a:gd name="T41" fmla="*/ 31 h 331"/>
                <a:gd name="T42" fmla="*/ 222 w 322"/>
                <a:gd name="T43" fmla="*/ 14 h 331"/>
                <a:gd name="T44" fmla="*/ 196 w 322"/>
                <a:gd name="T45" fmla="*/ 4 h 331"/>
                <a:gd name="T46" fmla="*/ 171 w 322"/>
                <a:gd name="T47" fmla="*/ 0 h 331"/>
                <a:gd name="T48" fmla="*/ 145 w 322"/>
                <a:gd name="T49" fmla="*/ 2 h 331"/>
                <a:gd name="T50" fmla="*/ 120 w 322"/>
                <a:gd name="T51" fmla="*/ 9 h 331"/>
                <a:gd name="T52" fmla="*/ 81 w 322"/>
                <a:gd name="T53" fmla="*/ 32 h 331"/>
                <a:gd name="T54" fmla="*/ 55 w 322"/>
                <a:gd name="T55" fmla="*/ 56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22" h="331">
                  <a:moveTo>
                    <a:pt x="55" y="56"/>
                  </a:moveTo>
                  <a:lnTo>
                    <a:pt x="36" y="76"/>
                  </a:lnTo>
                  <a:lnTo>
                    <a:pt x="12" y="106"/>
                  </a:lnTo>
                  <a:lnTo>
                    <a:pt x="2" y="138"/>
                  </a:lnTo>
                  <a:lnTo>
                    <a:pt x="0" y="185"/>
                  </a:lnTo>
                  <a:lnTo>
                    <a:pt x="2" y="220"/>
                  </a:lnTo>
                  <a:lnTo>
                    <a:pt x="7" y="325"/>
                  </a:lnTo>
                  <a:lnTo>
                    <a:pt x="85" y="330"/>
                  </a:lnTo>
                  <a:lnTo>
                    <a:pt x="125" y="331"/>
                  </a:lnTo>
                  <a:lnTo>
                    <a:pt x="195" y="320"/>
                  </a:lnTo>
                  <a:lnTo>
                    <a:pt x="239" y="301"/>
                  </a:lnTo>
                  <a:lnTo>
                    <a:pt x="263" y="285"/>
                  </a:lnTo>
                  <a:lnTo>
                    <a:pt x="284" y="265"/>
                  </a:lnTo>
                  <a:lnTo>
                    <a:pt x="300" y="242"/>
                  </a:lnTo>
                  <a:lnTo>
                    <a:pt x="305" y="230"/>
                  </a:lnTo>
                  <a:lnTo>
                    <a:pt x="316" y="202"/>
                  </a:lnTo>
                  <a:lnTo>
                    <a:pt x="322" y="151"/>
                  </a:lnTo>
                  <a:lnTo>
                    <a:pt x="311" y="103"/>
                  </a:lnTo>
                  <a:lnTo>
                    <a:pt x="283" y="61"/>
                  </a:lnTo>
                  <a:lnTo>
                    <a:pt x="262" y="41"/>
                  </a:lnTo>
                  <a:lnTo>
                    <a:pt x="249" y="31"/>
                  </a:lnTo>
                  <a:lnTo>
                    <a:pt x="222" y="14"/>
                  </a:lnTo>
                  <a:lnTo>
                    <a:pt x="196" y="4"/>
                  </a:lnTo>
                  <a:lnTo>
                    <a:pt x="171" y="0"/>
                  </a:lnTo>
                  <a:lnTo>
                    <a:pt x="145" y="2"/>
                  </a:lnTo>
                  <a:lnTo>
                    <a:pt x="120" y="9"/>
                  </a:lnTo>
                  <a:lnTo>
                    <a:pt x="81" y="32"/>
                  </a:lnTo>
                  <a:lnTo>
                    <a:pt x="55"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77">
              <a:extLst>
                <a:ext uri="{FF2B5EF4-FFF2-40B4-BE49-F238E27FC236}">
                  <a16:creationId xmlns:a16="http://schemas.microsoft.com/office/drawing/2014/main" id="{51146831-6087-3DBC-E8D2-DA6E0F2761CA}"/>
                </a:ext>
              </a:extLst>
            </p:cNvPr>
            <p:cNvSpPr>
              <a:spLocks/>
            </p:cNvSpPr>
            <p:nvPr/>
          </p:nvSpPr>
          <p:spPr bwMode="auto">
            <a:xfrm>
              <a:off x="6369051" y="1320800"/>
              <a:ext cx="120650" cy="374650"/>
            </a:xfrm>
            <a:custGeom>
              <a:avLst/>
              <a:gdLst>
                <a:gd name="T0" fmla="*/ 12 w 317"/>
                <a:gd name="T1" fmla="*/ 7 h 980"/>
                <a:gd name="T2" fmla="*/ 7 w 317"/>
                <a:gd name="T3" fmla="*/ 39 h 980"/>
                <a:gd name="T4" fmla="*/ 1 w 317"/>
                <a:gd name="T5" fmla="*/ 307 h 980"/>
                <a:gd name="T6" fmla="*/ 0 w 317"/>
                <a:gd name="T7" fmla="*/ 500 h 980"/>
                <a:gd name="T8" fmla="*/ 0 w 317"/>
                <a:gd name="T9" fmla="*/ 980 h 980"/>
                <a:gd name="T10" fmla="*/ 159 w 317"/>
                <a:gd name="T11" fmla="*/ 980 h 980"/>
                <a:gd name="T12" fmla="*/ 317 w 317"/>
                <a:gd name="T13" fmla="*/ 980 h 980"/>
                <a:gd name="T14" fmla="*/ 314 w 317"/>
                <a:gd name="T15" fmla="*/ 492 h 980"/>
                <a:gd name="T16" fmla="*/ 309 w 317"/>
                <a:gd name="T17" fmla="*/ 5 h 980"/>
                <a:gd name="T18" fmla="*/ 167 w 317"/>
                <a:gd name="T19" fmla="*/ 0 h 980"/>
                <a:gd name="T20" fmla="*/ 109 w 317"/>
                <a:gd name="T21" fmla="*/ 0 h 980"/>
                <a:gd name="T22" fmla="*/ 25 w 317"/>
                <a:gd name="T23" fmla="*/ 3 h 980"/>
                <a:gd name="T24" fmla="*/ 12 w 317"/>
                <a:gd name="T25" fmla="*/ 7 h 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7" h="980">
                  <a:moveTo>
                    <a:pt x="12" y="7"/>
                  </a:moveTo>
                  <a:lnTo>
                    <a:pt x="7" y="39"/>
                  </a:lnTo>
                  <a:lnTo>
                    <a:pt x="1" y="307"/>
                  </a:lnTo>
                  <a:lnTo>
                    <a:pt x="0" y="500"/>
                  </a:lnTo>
                  <a:lnTo>
                    <a:pt x="0" y="980"/>
                  </a:lnTo>
                  <a:lnTo>
                    <a:pt x="159" y="980"/>
                  </a:lnTo>
                  <a:lnTo>
                    <a:pt x="317" y="980"/>
                  </a:lnTo>
                  <a:lnTo>
                    <a:pt x="314" y="492"/>
                  </a:lnTo>
                  <a:lnTo>
                    <a:pt x="309" y="5"/>
                  </a:lnTo>
                  <a:lnTo>
                    <a:pt x="167" y="0"/>
                  </a:lnTo>
                  <a:lnTo>
                    <a:pt x="109" y="0"/>
                  </a:lnTo>
                  <a:lnTo>
                    <a:pt x="25" y="3"/>
                  </a:lnTo>
                  <a:lnTo>
                    <a:pt x="1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83">
              <a:extLst>
                <a:ext uri="{FF2B5EF4-FFF2-40B4-BE49-F238E27FC236}">
                  <a16:creationId xmlns:a16="http://schemas.microsoft.com/office/drawing/2014/main" id="{55B18E6E-EB75-561D-0A77-AAF80510C97C}"/>
                </a:ext>
              </a:extLst>
            </p:cNvPr>
            <p:cNvSpPr>
              <a:spLocks/>
            </p:cNvSpPr>
            <p:nvPr/>
          </p:nvSpPr>
          <p:spPr bwMode="auto">
            <a:xfrm>
              <a:off x="6242051" y="1755775"/>
              <a:ext cx="374650" cy="61913"/>
            </a:xfrm>
            <a:custGeom>
              <a:avLst/>
              <a:gdLst>
                <a:gd name="T0" fmla="*/ 15 w 983"/>
                <a:gd name="T1" fmla="*/ 12 h 160"/>
                <a:gd name="T2" fmla="*/ 9 w 983"/>
                <a:gd name="T3" fmla="*/ 22 h 160"/>
                <a:gd name="T4" fmla="*/ 1 w 983"/>
                <a:gd name="T5" fmla="*/ 59 h 160"/>
                <a:gd name="T6" fmla="*/ 0 w 983"/>
                <a:gd name="T7" fmla="*/ 80 h 160"/>
                <a:gd name="T8" fmla="*/ 1 w 983"/>
                <a:gd name="T9" fmla="*/ 101 h 160"/>
                <a:gd name="T10" fmla="*/ 9 w 983"/>
                <a:gd name="T11" fmla="*/ 138 h 160"/>
                <a:gd name="T12" fmla="*/ 15 w 983"/>
                <a:gd name="T13" fmla="*/ 147 h 160"/>
                <a:gd name="T14" fmla="*/ 25 w 983"/>
                <a:gd name="T15" fmla="*/ 150 h 160"/>
                <a:gd name="T16" fmla="*/ 97 w 983"/>
                <a:gd name="T17" fmla="*/ 156 h 160"/>
                <a:gd name="T18" fmla="*/ 304 w 983"/>
                <a:gd name="T19" fmla="*/ 160 h 160"/>
                <a:gd name="T20" fmla="*/ 507 w 983"/>
                <a:gd name="T21" fmla="*/ 158 h 160"/>
                <a:gd name="T22" fmla="*/ 983 w 983"/>
                <a:gd name="T23" fmla="*/ 153 h 160"/>
                <a:gd name="T24" fmla="*/ 983 w 983"/>
                <a:gd name="T25" fmla="*/ 80 h 160"/>
                <a:gd name="T26" fmla="*/ 983 w 983"/>
                <a:gd name="T27" fmla="*/ 7 h 160"/>
                <a:gd name="T28" fmla="*/ 507 w 983"/>
                <a:gd name="T29" fmla="*/ 2 h 160"/>
                <a:gd name="T30" fmla="*/ 304 w 983"/>
                <a:gd name="T31" fmla="*/ 0 h 160"/>
                <a:gd name="T32" fmla="*/ 97 w 983"/>
                <a:gd name="T33" fmla="*/ 4 h 160"/>
                <a:gd name="T34" fmla="*/ 25 w 983"/>
                <a:gd name="T35" fmla="*/ 9 h 160"/>
                <a:gd name="T36" fmla="*/ 15 w 983"/>
                <a:gd name="T37" fmla="*/ 12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83" h="160">
                  <a:moveTo>
                    <a:pt x="15" y="12"/>
                  </a:moveTo>
                  <a:lnTo>
                    <a:pt x="9" y="22"/>
                  </a:lnTo>
                  <a:lnTo>
                    <a:pt x="1" y="59"/>
                  </a:lnTo>
                  <a:lnTo>
                    <a:pt x="0" y="80"/>
                  </a:lnTo>
                  <a:lnTo>
                    <a:pt x="1" y="101"/>
                  </a:lnTo>
                  <a:lnTo>
                    <a:pt x="9" y="138"/>
                  </a:lnTo>
                  <a:lnTo>
                    <a:pt x="15" y="147"/>
                  </a:lnTo>
                  <a:lnTo>
                    <a:pt x="25" y="150"/>
                  </a:lnTo>
                  <a:lnTo>
                    <a:pt x="97" y="156"/>
                  </a:lnTo>
                  <a:lnTo>
                    <a:pt x="304" y="160"/>
                  </a:lnTo>
                  <a:lnTo>
                    <a:pt x="507" y="158"/>
                  </a:lnTo>
                  <a:lnTo>
                    <a:pt x="983" y="153"/>
                  </a:lnTo>
                  <a:lnTo>
                    <a:pt x="983" y="80"/>
                  </a:lnTo>
                  <a:lnTo>
                    <a:pt x="983" y="7"/>
                  </a:lnTo>
                  <a:lnTo>
                    <a:pt x="507" y="2"/>
                  </a:lnTo>
                  <a:lnTo>
                    <a:pt x="304" y="0"/>
                  </a:lnTo>
                  <a:lnTo>
                    <a:pt x="97" y="4"/>
                  </a:lnTo>
                  <a:lnTo>
                    <a:pt x="25" y="9"/>
                  </a:lnTo>
                  <a:lnTo>
                    <a:pt x="15"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86">
              <a:extLst>
                <a:ext uri="{FF2B5EF4-FFF2-40B4-BE49-F238E27FC236}">
                  <a16:creationId xmlns:a16="http://schemas.microsoft.com/office/drawing/2014/main" id="{99A2AF52-8706-DF0D-3B53-66879B9FDE02}"/>
                </a:ext>
              </a:extLst>
            </p:cNvPr>
            <p:cNvSpPr>
              <a:spLocks/>
            </p:cNvSpPr>
            <p:nvPr/>
          </p:nvSpPr>
          <p:spPr bwMode="auto">
            <a:xfrm>
              <a:off x="6245226" y="1879600"/>
              <a:ext cx="368300" cy="180975"/>
            </a:xfrm>
            <a:custGeom>
              <a:avLst/>
              <a:gdLst>
                <a:gd name="T0" fmla="*/ 4 w 966"/>
                <a:gd name="T1" fmla="*/ 6 h 474"/>
                <a:gd name="T2" fmla="*/ 2 w 966"/>
                <a:gd name="T3" fmla="*/ 10 h 474"/>
                <a:gd name="T4" fmla="*/ 0 w 966"/>
                <a:gd name="T5" fmla="*/ 26 h 474"/>
                <a:gd name="T6" fmla="*/ 4 w 966"/>
                <a:gd name="T7" fmla="*/ 64 h 474"/>
                <a:gd name="T8" fmla="*/ 20 w 966"/>
                <a:gd name="T9" fmla="*/ 131 h 474"/>
                <a:gd name="T10" fmla="*/ 43 w 966"/>
                <a:gd name="T11" fmla="*/ 200 h 474"/>
                <a:gd name="T12" fmla="*/ 56 w 966"/>
                <a:gd name="T13" fmla="*/ 228 h 474"/>
                <a:gd name="T14" fmla="*/ 72 w 966"/>
                <a:gd name="T15" fmla="*/ 255 h 474"/>
                <a:gd name="T16" fmla="*/ 119 w 966"/>
                <a:gd name="T17" fmla="*/ 315 h 474"/>
                <a:gd name="T18" fmla="*/ 180 w 966"/>
                <a:gd name="T19" fmla="*/ 373 h 474"/>
                <a:gd name="T20" fmla="*/ 245 w 966"/>
                <a:gd name="T21" fmla="*/ 424 h 474"/>
                <a:gd name="T22" fmla="*/ 278 w 966"/>
                <a:gd name="T23" fmla="*/ 443 h 474"/>
                <a:gd name="T24" fmla="*/ 295 w 966"/>
                <a:gd name="T25" fmla="*/ 451 h 474"/>
                <a:gd name="T26" fmla="*/ 339 w 966"/>
                <a:gd name="T27" fmla="*/ 463 h 474"/>
                <a:gd name="T28" fmla="*/ 423 w 966"/>
                <a:gd name="T29" fmla="*/ 474 h 474"/>
                <a:gd name="T30" fmla="*/ 549 w 966"/>
                <a:gd name="T31" fmla="*/ 472 h 474"/>
                <a:gd name="T32" fmla="*/ 635 w 966"/>
                <a:gd name="T33" fmla="*/ 459 h 474"/>
                <a:gd name="T34" fmla="*/ 681 w 966"/>
                <a:gd name="T35" fmla="*/ 445 h 474"/>
                <a:gd name="T36" fmla="*/ 699 w 966"/>
                <a:gd name="T37" fmla="*/ 436 h 474"/>
                <a:gd name="T38" fmla="*/ 726 w 966"/>
                <a:gd name="T39" fmla="*/ 421 h 474"/>
                <a:gd name="T40" fmla="*/ 776 w 966"/>
                <a:gd name="T41" fmla="*/ 386 h 474"/>
                <a:gd name="T42" fmla="*/ 822 w 966"/>
                <a:gd name="T43" fmla="*/ 345 h 474"/>
                <a:gd name="T44" fmla="*/ 863 w 966"/>
                <a:gd name="T45" fmla="*/ 300 h 474"/>
                <a:gd name="T46" fmla="*/ 898 w 966"/>
                <a:gd name="T47" fmla="*/ 251 h 474"/>
                <a:gd name="T48" fmla="*/ 927 w 966"/>
                <a:gd name="T49" fmla="*/ 200 h 474"/>
                <a:gd name="T50" fmla="*/ 948 w 966"/>
                <a:gd name="T51" fmla="*/ 148 h 474"/>
                <a:gd name="T52" fmla="*/ 960 w 966"/>
                <a:gd name="T53" fmla="*/ 96 h 474"/>
                <a:gd name="T54" fmla="*/ 963 w 966"/>
                <a:gd name="T55" fmla="*/ 71 h 474"/>
                <a:gd name="T56" fmla="*/ 966 w 966"/>
                <a:gd name="T57" fmla="*/ 6 h 474"/>
                <a:gd name="T58" fmla="*/ 489 w 966"/>
                <a:gd name="T59" fmla="*/ 1 h 474"/>
                <a:gd name="T60" fmla="*/ 299 w 966"/>
                <a:gd name="T61" fmla="*/ 0 h 474"/>
                <a:gd name="T62" fmla="*/ 35 w 966"/>
                <a:gd name="T63" fmla="*/ 3 h 474"/>
                <a:gd name="T64" fmla="*/ 4 w 966"/>
                <a:gd name="T65" fmla="*/ 6 h 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66" h="474">
                  <a:moveTo>
                    <a:pt x="4" y="6"/>
                  </a:moveTo>
                  <a:lnTo>
                    <a:pt x="2" y="10"/>
                  </a:lnTo>
                  <a:lnTo>
                    <a:pt x="0" y="26"/>
                  </a:lnTo>
                  <a:lnTo>
                    <a:pt x="4" y="64"/>
                  </a:lnTo>
                  <a:lnTo>
                    <a:pt x="20" y="131"/>
                  </a:lnTo>
                  <a:lnTo>
                    <a:pt x="43" y="200"/>
                  </a:lnTo>
                  <a:lnTo>
                    <a:pt x="56" y="228"/>
                  </a:lnTo>
                  <a:lnTo>
                    <a:pt x="72" y="255"/>
                  </a:lnTo>
                  <a:lnTo>
                    <a:pt x="119" y="315"/>
                  </a:lnTo>
                  <a:lnTo>
                    <a:pt x="180" y="373"/>
                  </a:lnTo>
                  <a:lnTo>
                    <a:pt x="245" y="424"/>
                  </a:lnTo>
                  <a:lnTo>
                    <a:pt x="278" y="443"/>
                  </a:lnTo>
                  <a:lnTo>
                    <a:pt x="295" y="451"/>
                  </a:lnTo>
                  <a:lnTo>
                    <a:pt x="339" y="463"/>
                  </a:lnTo>
                  <a:lnTo>
                    <a:pt x="423" y="474"/>
                  </a:lnTo>
                  <a:lnTo>
                    <a:pt x="549" y="472"/>
                  </a:lnTo>
                  <a:lnTo>
                    <a:pt x="635" y="459"/>
                  </a:lnTo>
                  <a:lnTo>
                    <a:pt x="681" y="445"/>
                  </a:lnTo>
                  <a:lnTo>
                    <a:pt x="699" y="436"/>
                  </a:lnTo>
                  <a:lnTo>
                    <a:pt x="726" y="421"/>
                  </a:lnTo>
                  <a:lnTo>
                    <a:pt x="776" y="386"/>
                  </a:lnTo>
                  <a:lnTo>
                    <a:pt x="822" y="345"/>
                  </a:lnTo>
                  <a:lnTo>
                    <a:pt x="863" y="300"/>
                  </a:lnTo>
                  <a:lnTo>
                    <a:pt x="898" y="251"/>
                  </a:lnTo>
                  <a:lnTo>
                    <a:pt x="927" y="200"/>
                  </a:lnTo>
                  <a:lnTo>
                    <a:pt x="948" y="148"/>
                  </a:lnTo>
                  <a:lnTo>
                    <a:pt x="960" y="96"/>
                  </a:lnTo>
                  <a:lnTo>
                    <a:pt x="963" y="71"/>
                  </a:lnTo>
                  <a:lnTo>
                    <a:pt x="966" y="6"/>
                  </a:lnTo>
                  <a:lnTo>
                    <a:pt x="489" y="1"/>
                  </a:lnTo>
                  <a:lnTo>
                    <a:pt x="299" y="0"/>
                  </a:lnTo>
                  <a:lnTo>
                    <a:pt x="35" y="3"/>
                  </a:lnTo>
                  <a:lnTo>
                    <a:pt x="4"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0" name="Slide Number Placeholder 9">
            <a:extLst>
              <a:ext uri="{FF2B5EF4-FFF2-40B4-BE49-F238E27FC236}">
                <a16:creationId xmlns:a16="http://schemas.microsoft.com/office/drawing/2014/main" id="{0D7B31C2-759A-E946-F003-D80CFDDC17B3}"/>
              </a:ext>
            </a:extLst>
          </p:cNvPr>
          <p:cNvSpPr>
            <a:spLocks noGrp="1"/>
          </p:cNvSpPr>
          <p:nvPr>
            <p:ph type="sldNum" sz="quarter" idx="12"/>
          </p:nvPr>
        </p:nvSpPr>
        <p:spPr/>
        <p:txBody>
          <a:bodyPr/>
          <a:lstStyle/>
          <a:p>
            <a:fld id="{0BE4EC83-A869-464E-AE9F-881796FB085E}" type="slidenum">
              <a:rPr lang="en-US" smtClean="0"/>
              <a:t>68</a:t>
            </a:fld>
            <a:endParaRPr lang="en-US"/>
          </a:p>
        </p:txBody>
      </p:sp>
    </p:spTree>
    <p:extLst>
      <p:ext uri="{BB962C8B-B14F-4D97-AF65-F5344CB8AC3E}">
        <p14:creationId xmlns:p14="http://schemas.microsoft.com/office/powerpoint/2010/main" val="31980096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0E24E-8A04-E3C0-C94B-C6B7B5EF8FE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ED06FB8-1D53-96A9-DC96-864B43C3226E}"/>
              </a:ext>
            </a:extLst>
          </p:cNvPr>
          <p:cNvSpPr>
            <a:spLocks noGrp="1"/>
          </p:cNvSpPr>
          <p:nvPr>
            <p:ph type="title"/>
          </p:nvPr>
        </p:nvSpPr>
        <p:spPr/>
        <p:txBody>
          <a:bodyPr/>
          <a:lstStyle/>
          <a:p>
            <a:r>
              <a:rPr lang="ar-EG" dirty="0"/>
              <a:t>التشغيل لممارسة البنية المؤسسية</a:t>
            </a:r>
            <a:endParaRPr lang="en-GB" dirty="0"/>
          </a:p>
        </p:txBody>
      </p:sp>
      <p:sp>
        <p:nvSpPr>
          <p:cNvPr id="82" name="Rectangle 81">
            <a:extLst>
              <a:ext uri="{FF2B5EF4-FFF2-40B4-BE49-F238E27FC236}">
                <a16:creationId xmlns:a16="http://schemas.microsoft.com/office/drawing/2014/main" id="{4AFE253E-4100-9B36-3CEC-C20BD5CDC1F1}"/>
              </a:ext>
            </a:extLst>
          </p:cNvPr>
          <p:cNvSpPr/>
          <p:nvPr/>
        </p:nvSpPr>
        <p:spPr>
          <a:xfrm>
            <a:off x="2174359" y="1747921"/>
            <a:ext cx="4848350" cy="523220"/>
          </a:xfrm>
          <a:prstGeom prst="rect">
            <a:avLst/>
          </a:prstGeom>
        </p:spPr>
        <p:txBody>
          <a:bodyPr wrap="square">
            <a:spAutoFit/>
          </a:bodyPr>
          <a:lstStyle/>
          <a:p>
            <a:pPr algn="r" rtl="1"/>
            <a:r>
              <a:rPr lang="ar-SY" sz="2800" b="1" dirty="0">
                <a:solidFill>
                  <a:schemeClr val="accent1"/>
                </a:solidFill>
              </a:rPr>
              <a:t>7.</a:t>
            </a:r>
            <a:r>
              <a:rPr lang="ar-EG" sz="2800" b="1" dirty="0">
                <a:solidFill>
                  <a:schemeClr val="accent1"/>
                </a:solidFill>
              </a:rPr>
              <a:t> </a:t>
            </a:r>
            <a:r>
              <a:rPr lang="ar-SY" sz="2800" b="1" dirty="0">
                <a:solidFill>
                  <a:schemeClr val="accent1"/>
                </a:solidFill>
              </a:rPr>
              <a:t>الإقفال والاستدامة</a:t>
            </a:r>
            <a:r>
              <a:rPr lang="ar-EG" sz="2800" b="1" dirty="0">
                <a:solidFill>
                  <a:schemeClr val="accent1"/>
                </a:solidFill>
              </a:rPr>
              <a:t> (</a:t>
            </a:r>
            <a:r>
              <a:rPr lang="en-US" sz="2800" dirty="0" err="1">
                <a:solidFill>
                  <a:schemeClr val="accent1"/>
                </a:solidFill>
                <a:latin typeface="Sakkal Majalla" panose="02000000000000000000" pitchFamily="2" charset="-78"/>
                <a:ea typeface="Host Grotesk Medium" pitchFamily="34" charset="-122"/>
                <a:cs typeface="Sakkal Majalla" panose="02000000000000000000" pitchFamily="2" charset="-78"/>
              </a:rPr>
              <a:t>نهاية</a:t>
            </a:r>
            <a:r>
              <a:rPr lang="en-US" sz="2800" dirty="0">
                <a:solidFill>
                  <a:schemeClr val="accent1"/>
                </a:solidFill>
                <a:latin typeface="Sakkal Majalla" panose="02000000000000000000" pitchFamily="2" charset="-78"/>
                <a:ea typeface="Host Grotesk Medium" pitchFamily="34" charset="-122"/>
                <a:cs typeface="Sakkal Majalla" panose="02000000000000000000" pitchFamily="2" charset="-78"/>
              </a:rPr>
              <a:t> 2028</a:t>
            </a:r>
            <a:r>
              <a:rPr lang="ar-EG" sz="2800" b="1" dirty="0">
                <a:solidFill>
                  <a:schemeClr val="accent1"/>
                </a:solidFill>
              </a:rPr>
              <a:t>)</a:t>
            </a:r>
            <a:endParaRPr lang="ar-SY" sz="2800" b="1" dirty="0">
              <a:solidFill>
                <a:schemeClr val="accent1"/>
              </a:solidFill>
            </a:endParaRPr>
          </a:p>
        </p:txBody>
      </p:sp>
      <p:sp>
        <p:nvSpPr>
          <p:cNvPr id="6" name="Rectangle: Rounded Corners 5">
            <a:extLst>
              <a:ext uri="{FF2B5EF4-FFF2-40B4-BE49-F238E27FC236}">
                <a16:creationId xmlns:a16="http://schemas.microsoft.com/office/drawing/2014/main" id="{3DD39931-FD16-D629-ED44-3A62235F6797}"/>
              </a:ext>
            </a:extLst>
          </p:cNvPr>
          <p:cNvSpPr/>
          <p:nvPr/>
        </p:nvSpPr>
        <p:spPr>
          <a:xfrm>
            <a:off x="4193171" y="4007548"/>
            <a:ext cx="2714156" cy="1158623"/>
          </a:xfrm>
          <a:prstGeom prst="roundRect">
            <a:avLst>
              <a:gd name="adj" fmla="val 16153"/>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endParaRPr lang="en-GB"/>
          </a:p>
        </p:txBody>
      </p:sp>
      <p:sp>
        <p:nvSpPr>
          <p:cNvPr id="9" name="TextBox 8">
            <a:extLst>
              <a:ext uri="{FF2B5EF4-FFF2-40B4-BE49-F238E27FC236}">
                <a16:creationId xmlns:a16="http://schemas.microsoft.com/office/drawing/2014/main" id="{947CB5A5-3451-246F-047F-9B502A39EB99}"/>
              </a:ext>
            </a:extLst>
          </p:cNvPr>
          <p:cNvSpPr txBox="1"/>
          <p:nvPr/>
        </p:nvSpPr>
        <p:spPr>
          <a:xfrm>
            <a:off x="4195790" y="4146990"/>
            <a:ext cx="2605069" cy="369332"/>
          </a:xfrm>
          <a:prstGeom prst="rect">
            <a:avLst/>
          </a:prstGeom>
          <a:noFill/>
        </p:spPr>
        <p:txBody>
          <a:bodyPr wrap="square">
            <a:spAutoFit/>
          </a:bodyPr>
          <a:lstStyle/>
          <a:p>
            <a:pPr algn="r" rtl="1"/>
            <a:r>
              <a:rPr lang="ar-EG" b="1" dirty="0"/>
              <a:t>الدورة القادمة</a:t>
            </a:r>
          </a:p>
        </p:txBody>
      </p:sp>
      <p:sp>
        <p:nvSpPr>
          <p:cNvPr id="10" name="TextBox 9">
            <a:extLst>
              <a:ext uri="{FF2B5EF4-FFF2-40B4-BE49-F238E27FC236}">
                <a16:creationId xmlns:a16="http://schemas.microsoft.com/office/drawing/2014/main" id="{BB1BA0E3-C1F3-DED2-FF2F-331AB8DE994A}"/>
              </a:ext>
            </a:extLst>
          </p:cNvPr>
          <p:cNvSpPr txBox="1"/>
          <p:nvPr/>
        </p:nvSpPr>
        <p:spPr>
          <a:xfrm>
            <a:off x="992935" y="4146990"/>
            <a:ext cx="2605069" cy="369332"/>
          </a:xfrm>
          <a:prstGeom prst="rect">
            <a:avLst/>
          </a:prstGeom>
          <a:noFill/>
        </p:spPr>
        <p:txBody>
          <a:bodyPr wrap="square">
            <a:spAutoFit/>
          </a:bodyPr>
          <a:lstStyle/>
          <a:p>
            <a:pPr algn="r" rtl="1"/>
            <a:r>
              <a:rPr lang="ar-EG" b="1" dirty="0"/>
              <a:t>الاستدامة</a:t>
            </a:r>
          </a:p>
        </p:txBody>
      </p:sp>
      <p:sp>
        <p:nvSpPr>
          <p:cNvPr id="16" name="TextBox 15">
            <a:extLst>
              <a:ext uri="{FF2B5EF4-FFF2-40B4-BE49-F238E27FC236}">
                <a16:creationId xmlns:a16="http://schemas.microsoft.com/office/drawing/2014/main" id="{D4FA0930-106F-8F2B-345D-1BD7EA954FE0}"/>
              </a:ext>
            </a:extLst>
          </p:cNvPr>
          <p:cNvSpPr txBox="1"/>
          <p:nvPr/>
        </p:nvSpPr>
        <p:spPr>
          <a:xfrm>
            <a:off x="4195790" y="4490350"/>
            <a:ext cx="2605069" cy="646331"/>
          </a:xfrm>
          <a:prstGeom prst="rect">
            <a:avLst/>
          </a:prstGeom>
          <a:noFill/>
        </p:spPr>
        <p:txBody>
          <a:bodyPr wrap="square">
            <a:spAutoFit/>
          </a:bodyPr>
          <a:lstStyle/>
          <a:p>
            <a:pPr algn="r" rtl="1"/>
            <a:r>
              <a:rPr lang="ar-EG" dirty="0"/>
              <a:t>إعداد مدخلات الدورة الاستراتيجية التالية.</a:t>
            </a:r>
          </a:p>
        </p:txBody>
      </p:sp>
      <p:sp>
        <p:nvSpPr>
          <p:cNvPr id="17" name="TextBox 16">
            <a:extLst>
              <a:ext uri="{FF2B5EF4-FFF2-40B4-BE49-F238E27FC236}">
                <a16:creationId xmlns:a16="http://schemas.microsoft.com/office/drawing/2014/main" id="{90FAC034-B667-3C32-CD50-36F4596281FB}"/>
              </a:ext>
            </a:extLst>
          </p:cNvPr>
          <p:cNvSpPr txBox="1"/>
          <p:nvPr/>
        </p:nvSpPr>
        <p:spPr>
          <a:xfrm>
            <a:off x="992935" y="4490350"/>
            <a:ext cx="2605069" cy="646331"/>
          </a:xfrm>
          <a:prstGeom prst="rect">
            <a:avLst/>
          </a:prstGeom>
          <a:noFill/>
        </p:spPr>
        <p:txBody>
          <a:bodyPr wrap="square">
            <a:spAutoFit/>
          </a:bodyPr>
          <a:lstStyle>
            <a:defPPr>
              <a:defRPr lang="en-US"/>
            </a:defPPr>
            <a:lvl1pPr marL="285750" indent="-285750" algn="r" rtl="1">
              <a:buFont typeface="Arial" panose="020B0604020202020204" pitchFamily="34" charset="0"/>
              <a:buChar char="•"/>
              <a:defRPr/>
            </a:lvl1pPr>
          </a:lstStyle>
          <a:p>
            <a:pPr marL="0" indent="0">
              <a:buNone/>
            </a:pPr>
            <a:r>
              <a:rPr lang="ar-EG" dirty="0"/>
              <a:t>ضمان استدامة ممارسة البنية المؤسسية داخل الهيئة.</a:t>
            </a:r>
          </a:p>
        </p:txBody>
      </p:sp>
      <p:cxnSp>
        <p:nvCxnSpPr>
          <p:cNvPr id="18" name="Straight Connector 17">
            <a:extLst>
              <a:ext uri="{FF2B5EF4-FFF2-40B4-BE49-F238E27FC236}">
                <a16:creationId xmlns:a16="http://schemas.microsoft.com/office/drawing/2014/main" id="{BACA81BE-5199-D45A-D0BF-86E36C470EC3}"/>
              </a:ext>
            </a:extLst>
          </p:cNvPr>
          <p:cNvCxnSpPr/>
          <p:nvPr/>
        </p:nvCxnSpPr>
        <p:spPr>
          <a:xfrm>
            <a:off x="6907327" y="4189839"/>
            <a:ext cx="0" cy="274320"/>
          </a:xfrm>
          <a:prstGeom prst="line">
            <a:avLst/>
          </a:prstGeom>
          <a:ln w="25400">
            <a:gradFill>
              <a:gsLst>
                <a:gs pos="9000">
                  <a:schemeClr val="accent1"/>
                </a:gs>
                <a:gs pos="100000">
                  <a:schemeClr val="accent2"/>
                </a:gs>
              </a:gsLst>
              <a:lin ang="7200000" scaled="0"/>
            </a:gradFill>
          </a:ln>
        </p:spPr>
        <p:style>
          <a:lnRef idx="1">
            <a:schemeClr val="accent1"/>
          </a:lnRef>
          <a:fillRef idx="0">
            <a:schemeClr val="accent1"/>
          </a:fillRef>
          <a:effectRef idx="0">
            <a:schemeClr val="accent1"/>
          </a:effectRef>
          <a:fontRef idx="minor">
            <a:schemeClr val="tx1"/>
          </a:fontRef>
        </p:style>
      </p:cxnSp>
      <p:sp>
        <p:nvSpPr>
          <p:cNvPr id="19" name="Rectangle: Rounded Corners 18">
            <a:extLst>
              <a:ext uri="{FF2B5EF4-FFF2-40B4-BE49-F238E27FC236}">
                <a16:creationId xmlns:a16="http://schemas.microsoft.com/office/drawing/2014/main" id="{5EDB1AAE-3708-3CE4-60FC-A1BC0388EBC2}"/>
              </a:ext>
            </a:extLst>
          </p:cNvPr>
          <p:cNvSpPr/>
          <p:nvPr/>
        </p:nvSpPr>
        <p:spPr>
          <a:xfrm>
            <a:off x="990316" y="4007548"/>
            <a:ext cx="2714156" cy="1158623"/>
          </a:xfrm>
          <a:prstGeom prst="roundRect">
            <a:avLst>
              <a:gd name="adj" fmla="val 16153"/>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endParaRPr lang="en-GB"/>
          </a:p>
        </p:txBody>
      </p:sp>
      <p:cxnSp>
        <p:nvCxnSpPr>
          <p:cNvPr id="20" name="Straight Connector 19">
            <a:extLst>
              <a:ext uri="{FF2B5EF4-FFF2-40B4-BE49-F238E27FC236}">
                <a16:creationId xmlns:a16="http://schemas.microsoft.com/office/drawing/2014/main" id="{30C590AA-F444-45BF-FD51-428B5A436764}"/>
              </a:ext>
            </a:extLst>
          </p:cNvPr>
          <p:cNvCxnSpPr/>
          <p:nvPr/>
        </p:nvCxnSpPr>
        <p:spPr>
          <a:xfrm>
            <a:off x="3704472" y="4189839"/>
            <a:ext cx="0" cy="274320"/>
          </a:xfrm>
          <a:prstGeom prst="line">
            <a:avLst/>
          </a:prstGeom>
          <a:ln w="25400">
            <a:gradFill>
              <a:gsLst>
                <a:gs pos="9000">
                  <a:schemeClr val="accent1"/>
                </a:gs>
                <a:gs pos="100000">
                  <a:schemeClr val="accent2"/>
                </a:gs>
              </a:gsLst>
              <a:lin ang="7200000" scaled="0"/>
            </a:gra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BDE7DD8F-67F2-D386-E996-F9D47E8D1741}"/>
              </a:ext>
            </a:extLst>
          </p:cNvPr>
          <p:cNvGrpSpPr/>
          <p:nvPr/>
        </p:nvGrpSpPr>
        <p:grpSpPr>
          <a:xfrm>
            <a:off x="990315" y="2424509"/>
            <a:ext cx="5917011" cy="1413844"/>
            <a:chOff x="-2212539" y="2424509"/>
            <a:chExt cx="9119866" cy="1413844"/>
          </a:xfrm>
        </p:grpSpPr>
        <p:sp>
          <p:nvSpPr>
            <p:cNvPr id="7" name="Rectangle: Rounded Corners 6">
              <a:extLst>
                <a:ext uri="{FF2B5EF4-FFF2-40B4-BE49-F238E27FC236}">
                  <a16:creationId xmlns:a16="http://schemas.microsoft.com/office/drawing/2014/main" id="{88B05C38-6BD7-6533-FB45-6DBE0ACAB0CD}"/>
                </a:ext>
              </a:extLst>
            </p:cNvPr>
            <p:cNvSpPr/>
            <p:nvPr/>
          </p:nvSpPr>
          <p:spPr>
            <a:xfrm>
              <a:off x="4193171" y="2424509"/>
              <a:ext cx="2714156" cy="1413844"/>
            </a:xfrm>
            <a:prstGeom prst="roundRect">
              <a:avLst>
                <a:gd name="adj" fmla="val 16153"/>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endParaRPr lang="en-GB"/>
            </a:p>
          </p:txBody>
        </p:sp>
        <p:sp>
          <p:nvSpPr>
            <p:cNvPr id="8" name="TextBox 7">
              <a:extLst>
                <a:ext uri="{FF2B5EF4-FFF2-40B4-BE49-F238E27FC236}">
                  <a16:creationId xmlns:a16="http://schemas.microsoft.com/office/drawing/2014/main" id="{326CCD32-DC43-6E6B-7B46-5ABD3C2EC98C}"/>
                </a:ext>
              </a:extLst>
            </p:cNvPr>
            <p:cNvSpPr txBox="1"/>
            <p:nvPr/>
          </p:nvSpPr>
          <p:spPr>
            <a:xfrm>
              <a:off x="4195790" y="2563951"/>
              <a:ext cx="2605069" cy="369332"/>
            </a:xfrm>
            <a:prstGeom prst="rect">
              <a:avLst/>
            </a:prstGeom>
            <a:noFill/>
          </p:spPr>
          <p:txBody>
            <a:bodyPr wrap="square">
              <a:spAutoFit/>
            </a:bodyPr>
            <a:lstStyle/>
            <a:p>
              <a:pPr algn="r" rtl="1"/>
              <a:r>
                <a:rPr lang="ar-EG" b="1" dirty="0"/>
                <a:t>تقييم النضج</a:t>
              </a:r>
            </a:p>
          </p:txBody>
        </p:sp>
        <p:sp>
          <p:nvSpPr>
            <p:cNvPr id="11" name="TextBox 10">
              <a:extLst>
                <a:ext uri="{FF2B5EF4-FFF2-40B4-BE49-F238E27FC236}">
                  <a16:creationId xmlns:a16="http://schemas.microsoft.com/office/drawing/2014/main" id="{FED0CAE3-7BE1-C9D7-ED35-E379370C5809}"/>
                </a:ext>
              </a:extLst>
            </p:cNvPr>
            <p:cNvSpPr txBox="1"/>
            <p:nvPr/>
          </p:nvSpPr>
          <p:spPr>
            <a:xfrm>
              <a:off x="992935" y="2563951"/>
              <a:ext cx="2605069" cy="369332"/>
            </a:xfrm>
            <a:prstGeom prst="rect">
              <a:avLst/>
            </a:prstGeom>
            <a:noFill/>
          </p:spPr>
          <p:txBody>
            <a:bodyPr wrap="square">
              <a:spAutoFit/>
            </a:bodyPr>
            <a:lstStyle/>
            <a:p>
              <a:pPr algn="r" rtl="1"/>
              <a:r>
                <a:rPr lang="ar-EG" b="1" dirty="0"/>
                <a:t>تقرير الأثر</a:t>
              </a:r>
            </a:p>
          </p:txBody>
        </p:sp>
        <p:sp>
          <p:nvSpPr>
            <p:cNvPr id="12" name="TextBox 11">
              <a:extLst>
                <a:ext uri="{FF2B5EF4-FFF2-40B4-BE49-F238E27FC236}">
                  <a16:creationId xmlns:a16="http://schemas.microsoft.com/office/drawing/2014/main" id="{C9B6782E-D256-E57C-7A99-9AEF36A8F349}"/>
                </a:ext>
              </a:extLst>
            </p:cNvPr>
            <p:cNvSpPr txBox="1"/>
            <p:nvPr/>
          </p:nvSpPr>
          <p:spPr>
            <a:xfrm>
              <a:off x="4195790" y="2907311"/>
              <a:ext cx="2605069" cy="369332"/>
            </a:xfrm>
            <a:prstGeom prst="rect">
              <a:avLst/>
            </a:prstGeom>
            <a:noFill/>
          </p:spPr>
          <p:txBody>
            <a:bodyPr wrap="square">
              <a:spAutoFit/>
            </a:bodyPr>
            <a:lstStyle/>
            <a:p>
              <a:pPr algn="r" rtl="1"/>
              <a:r>
                <a:rPr lang="ar-EG" dirty="0"/>
                <a:t>تقييم نضج ممارسة البنية المؤسسية.</a:t>
              </a:r>
            </a:p>
          </p:txBody>
        </p:sp>
        <p:sp>
          <p:nvSpPr>
            <p:cNvPr id="13" name="TextBox 12">
              <a:extLst>
                <a:ext uri="{FF2B5EF4-FFF2-40B4-BE49-F238E27FC236}">
                  <a16:creationId xmlns:a16="http://schemas.microsoft.com/office/drawing/2014/main" id="{83F931FC-2078-41E6-FDBA-EA9B968773F2}"/>
                </a:ext>
              </a:extLst>
            </p:cNvPr>
            <p:cNvSpPr txBox="1"/>
            <p:nvPr/>
          </p:nvSpPr>
          <p:spPr>
            <a:xfrm>
              <a:off x="992935" y="2907311"/>
              <a:ext cx="2605069" cy="646331"/>
            </a:xfrm>
            <a:prstGeom prst="rect">
              <a:avLst/>
            </a:prstGeom>
            <a:noFill/>
          </p:spPr>
          <p:txBody>
            <a:bodyPr wrap="square">
              <a:spAutoFit/>
            </a:bodyPr>
            <a:lstStyle>
              <a:defPPr>
                <a:defRPr lang="en-US"/>
              </a:defPPr>
              <a:lvl1pPr marL="285750" indent="-285750" algn="r" rtl="1">
                <a:buFont typeface="Arial" panose="020B0604020202020204" pitchFamily="34" charset="0"/>
                <a:buChar char="•"/>
                <a:defRPr/>
              </a:lvl1pPr>
            </a:lstStyle>
            <a:p>
              <a:pPr marL="0" indent="0">
                <a:buNone/>
              </a:pPr>
              <a:r>
                <a:rPr lang="ar-EG" dirty="0"/>
                <a:t>إعداد تقرير الأثر الاستراتيجي للدورة (2026–2028).</a:t>
              </a:r>
            </a:p>
          </p:txBody>
        </p:sp>
        <p:cxnSp>
          <p:nvCxnSpPr>
            <p:cNvPr id="14" name="Straight Connector 13">
              <a:extLst>
                <a:ext uri="{FF2B5EF4-FFF2-40B4-BE49-F238E27FC236}">
                  <a16:creationId xmlns:a16="http://schemas.microsoft.com/office/drawing/2014/main" id="{DCCB35DD-A0D8-CFF8-EDBF-27E24DC6F0E8}"/>
                </a:ext>
              </a:extLst>
            </p:cNvPr>
            <p:cNvCxnSpPr/>
            <p:nvPr/>
          </p:nvCxnSpPr>
          <p:spPr>
            <a:xfrm>
              <a:off x="6907327" y="2606800"/>
              <a:ext cx="0" cy="274320"/>
            </a:xfrm>
            <a:prstGeom prst="line">
              <a:avLst/>
            </a:prstGeom>
            <a:ln w="25400">
              <a:gradFill>
                <a:gsLst>
                  <a:gs pos="9000">
                    <a:schemeClr val="accent1"/>
                  </a:gs>
                  <a:gs pos="100000">
                    <a:schemeClr val="accent2"/>
                  </a:gs>
                </a:gsLst>
                <a:lin ang="7200000" scaled="0"/>
              </a:gradFill>
            </a:ln>
          </p:spPr>
          <p:style>
            <a:lnRef idx="1">
              <a:schemeClr val="accent1"/>
            </a:lnRef>
            <a:fillRef idx="0">
              <a:schemeClr val="accent1"/>
            </a:fillRef>
            <a:effectRef idx="0">
              <a:schemeClr val="accent1"/>
            </a:effectRef>
            <a:fontRef idx="minor">
              <a:schemeClr val="tx1"/>
            </a:fontRef>
          </p:style>
        </p:cxnSp>
        <p:sp>
          <p:nvSpPr>
            <p:cNvPr id="5" name="Rectangle: Rounded Corners 4">
              <a:extLst>
                <a:ext uri="{FF2B5EF4-FFF2-40B4-BE49-F238E27FC236}">
                  <a16:creationId xmlns:a16="http://schemas.microsoft.com/office/drawing/2014/main" id="{B2F386AD-7F3E-8168-EDA2-3D6E6F95FE22}"/>
                </a:ext>
              </a:extLst>
            </p:cNvPr>
            <p:cNvSpPr/>
            <p:nvPr/>
          </p:nvSpPr>
          <p:spPr>
            <a:xfrm>
              <a:off x="990316" y="2424509"/>
              <a:ext cx="2714156" cy="1413844"/>
            </a:xfrm>
            <a:prstGeom prst="roundRect">
              <a:avLst>
                <a:gd name="adj" fmla="val 16153"/>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endParaRPr lang="en-GB"/>
            </a:p>
          </p:txBody>
        </p:sp>
        <p:cxnSp>
          <p:nvCxnSpPr>
            <p:cNvPr id="15" name="Straight Connector 14">
              <a:extLst>
                <a:ext uri="{FF2B5EF4-FFF2-40B4-BE49-F238E27FC236}">
                  <a16:creationId xmlns:a16="http://schemas.microsoft.com/office/drawing/2014/main" id="{C5C90247-9A66-4AA3-0AEF-7BB5D756E0FE}"/>
                </a:ext>
              </a:extLst>
            </p:cNvPr>
            <p:cNvCxnSpPr/>
            <p:nvPr/>
          </p:nvCxnSpPr>
          <p:spPr>
            <a:xfrm>
              <a:off x="3704472" y="2606800"/>
              <a:ext cx="0" cy="274320"/>
            </a:xfrm>
            <a:prstGeom prst="line">
              <a:avLst/>
            </a:prstGeom>
            <a:ln w="25400">
              <a:gradFill>
                <a:gsLst>
                  <a:gs pos="9000">
                    <a:schemeClr val="accent1"/>
                  </a:gs>
                  <a:gs pos="100000">
                    <a:schemeClr val="accent2"/>
                  </a:gs>
                </a:gsLst>
                <a:lin ang="7200000" scaled="0"/>
              </a:gra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A4795D5-6D49-1ECF-6415-66B41AE0DABC}"/>
                </a:ext>
              </a:extLst>
            </p:cNvPr>
            <p:cNvSpPr txBox="1"/>
            <p:nvPr/>
          </p:nvSpPr>
          <p:spPr>
            <a:xfrm>
              <a:off x="-2209920" y="2563951"/>
              <a:ext cx="2605069" cy="369332"/>
            </a:xfrm>
            <a:prstGeom prst="rect">
              <a:avLst/>
            </a:prstGeom>
            <a:noFill/>
          </p:spPr>
          <p:txBody>
            <a:bodyPr wrap="square">
              <a:spAutoFit/>
            </a:bodyPr>
            <a:lstStyle/>
            <a:p>
              <a:pPr algn="r" rtl="1"/>
              <a:r>
                <a:rPr lang="ar-EG" b="1" dirty="0"/>
                <a:t>الدروس المستفادة</a:t>
              </a:r>
            </a:p>
          </p:txBody>
        </p:sp>
        <p:sp>
          <p:nvSpPr>
            <p:cNvPr id="22" name="TextBox 21">
              <a:extLst>
                <a:ext uri="{FF2B5EF4-FFF2-40B4-BE49-F238E27FC236}">
                  <a16:creationId xmlns:a16="http://schemas.microsoft.com/office/drawing/2014/main" id="{FF1440F9-368B-4A16-794B-A9DDBE85FFC3}"/>
                </a:ext>
              </a:extLst>
            </p:cNvPr>
            <p:cNvSpPr txBox="1"/>
            <p:nvPr/>
          </p:nvSpPr>
          <p:spPr>
            <a:xfrm>
              <a:off x="-2209920" y="2907311"/>
              <a:ext cx="2605069" cy="646331"/>
            </a:xfrm>
            <a:prstGeom prst="rect">
              <a:avLst/>
            </a:prstGeom>
            <a:noFill/>
          </p:spPr>
          <p:txBody>
            <a:bodyPr wrap="square">
              <a:spAutoFit/>
            </a:bodyPr>
            <a:lstStyle>
              <a:defPPr>
                <a:defRPr lang="en-US"/>
              </a:defPPr>
              <a:lvl1pPr marL="285750" indent="-285750" algn="r" rtl="1">
                <a:buFont typeface="Arial" panose="020B0604020202020204" pitchFamily="34" charset="0"/>
                <a:buChar char="•"/>
                <a:defRPr/>
              </a:lvl1pPr>
            </a:lstStyle>
            <a:p>
              <a:pPr marL="0" indent="0">
                <a:buNone/>
              </a:pPr>
              <a:r>
                <a:rPr lang="ar-EG" dirty="0"/>
                <a:t>توثيق الدروس المستفادة.</a:t>
              </a:r>
            </a:p>
          </p:txBody>
        </p:sp>
        <p:sp>
          <p:nvSpPr>
            <p:cNvPr id="23" name="Rectangle: Rounded Corners 22">
              <a:extLst>
                <a:ext uri="{FF2B5EF4-FFF2-40B4-BE49-F238E27FC236}">
                  <a16:creationId xmlns:a16="http://schemas.microsoft.com/office/drawing/2014/main" id="{7300EA21-7C23-BDD2-B13C-2F08BE836534}"/>
                </a:ext>
              </a:extLst>
            </p:cNvPr>
            <p:cNvSpPr/>
            <p:nvPr/>
          </p:nvSpPr>
          <p:spPr>
            <a:xfrm>
              <a:off x="-2212539" y="2424509"/>
              <a:ext cx="2714156" cy="1413844"/>
            </a:xfrm>
            <a:prstGeom prst="roundRect">
              <a:avLst>
                <a:gd name="adj" fmla="val 16153"/>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endParaRPr lang="en-GB"/>
            </a:p>
          </p:txBody>
        </p:sp>
        <p:cxnSp>
          <p:nvCxnSpPr>
            <p:cNvPr id="24" name="Straight Connector 23">
              <a:extLst>
                <a:ext uri="{FF2B5EF4-FFF2-40B4-BE49-F238E27FC236}">
                  <a16:creationId xmlns:a16="http://schemas.microsoft.com/office/drawing/2014/main" id="{69D37D59-D1DD-3B43-A858-BC0A128629BB}"/>
                </a:ext>
              </a:extLst>
            </p:cNvPr>
            <p:cNvCxnSpPr/>
            <p:nvPr/>
          </p:nvCxnSpPr>
          <p:spPr>
            <a:xfrm>
              <a:off x="501617" y="2606800"/>
              <a:ext cx="0" cy="274320"/>
            </a:xfrm>
            <a:prstGeom prst="line">
              <a:avLst/>
            </a:prstGeom>
            <a:ln w="25400">
              <a:gradFill>
                <a:gsLst>
                  <a:gs pos="9000">
                    <a:schemeClr val="accent1"/>
                  </a:gs>
                  <a:gs pos="100000">
                    <a:schemeClr val="accent2"/>
                  </a:gs>
                </a:gsLst>
                <a:lin ang="7200000" scaled="0"/>
              </a:gradFill>
            </a:ln>
          </p:spPr>
          <p:style>
            <a:lnRef idx="1">
              <a:schemeClr val="accent1"/>
            </a:lnRef>
            <a:fillRef idx="0">
              <a:schemeClr val="accent1"/>
            </a:fillRef>
            <a:effectRef idx="0">
              <a:schemeClr val="accent1"/>
            </a:effectRef>
            <a:fontRef idx="minor">
              <a:schemeClr val="tx1"/>
            </a:fontRef>
          </p:style>
        </p:cxnSp>
      </p:grpSp>
      <p:sp>
        <p:nvSpPr>
          <p:cNvPr id="26" name="Freeform 4">
            <a:extLst>
              <a:ext uri="{FF2B5EF4-FFF2-40B4-BE49-F238E27FC236}">
                <a16:creationId xmlns:a16="http://schemas.microsoft.com/office/drawing/2014/main" id="{C596CE95-DAC5-DF96-47A9-C8386BB813C4}"/>
              </a:ext>
            </a:extLst>
          </p:cNvPr>
          <p:cNvSpPr/>
          <p:nvPr/>
        </p:nvSpPr>
        <p:spPr>
          <a:xfrm>
            <a:off x="9701149" y="2105425"/>
            <a:ext cx="1245511" cy="1149451"/>
          </a:xfrm>
          <a:custGeom>
            <a:avLst/>
            <a:gdLst>
              <a:gd name="connsiteX0" fmla="*/ 0 w 1249038"/>
              <a:gd name="connsiteY0" fmla="*/ 0 h 1152706"/>
              <a:gd name="connsiteX1" fmla="*/ 156336 w 1249038"/>
              <a:gd name="connsiteY1" fmla="*/ 7894 h 1152706"/>
              <a:gd name="connsiteX2" fmla="*/ 1239759 w 1249038"/>
              <a:gd name="connsiteY2" fmla="*/ 588517 h 1152706"/>
              <a:gd name="connsiteX3" fmla="*/ 1249038 w 1249038"/>
              <a:gd name="connsiteY3" fmla="*/ 600926 h 1152706"/>
              <a:gd name="connsiteX4" fmla="*/ 567648 w 1249038"/>
              <a:gd name="connsiteY4" fmla="*/ 1152706 h 1152706"/>
              <a:gd name="connsiteX5" fmla="*/ 517254 w 1249038"/>
              <a:gd name="connsiteY5" fmla="*/ 1091627 h 1152706"/>
              <a:gd name="connsiteX6" fmla="*/ 66970 w 1249038"/>
              <a:gd name="connsiteY6" fmla="*/ 877429 h 1152706"/>
              <a:gd name="connsiteX7" fmla="*/ 0 w 1249038"/>
              <a:gd name="connsiteY7" fmla="*/ 874048 h 1152706"/>
              <a:gd name="connsiteX8" fmla="*/ 0 w 1249038"/>
              <a:gd name="connsiteY8" fmla="*/ 0 h 1152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9038" h="1152706">
                <a:moveTo>
                  <a:pt x="0" y="0"/>
                </a:moveTo>
                <a:lnTo>
                  <a:pt x="156336" y="7894"/>
                </a:lnTo>
                <a:cubicBezTo>
                  <a:pt x="591607" y="52098"/>
                  <a:pt x="975888" y="268780"/>
                  <a:pt x="1239759" y="588517"/>
                </a:cubicBezTo>
                <a:lnTo>
                  <a:pt x="1249038" y="600926"/>
                </a:lnTo>
                <a:lnTo>
                  <a:pt x="567648" y="1152706"/>
                </a:lnTo>
                <a:lnTo>
                  <a:pt x="517254" y="1091627"/>
                </a:lnTo>
                <a:cubicBezTo>
                  <a:pt x="399376" y="973750"/>
                  <a:pt x="242151" y="895220"/>
                  <a:pt x="66970" y="877429"/>
                </a:cubicBezTo>
                <a:lnTo>
                  <a:pt x="0" y="874048"/>
                </a:lnTo>
                <a:lnTo>
                  <a:pt x="0"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7" name="Freeform 5">
            <a:extLst>
              <a:ext uri="{FF2B5EF4-FFF2-40B4-BE49-F238E27FC236}">
                <a16:creationId xmlns:a16="http://schemas.microsoft.com/office/drawing/2014/main" id="{CBA5E93E-B89D-6E20-1C25-5C2BB6A6B8A5}"/>
              </a:ext>
            </a:extLst>
          </p:cNvPr>
          <p:cNvSpPr/>
          <p:nvPr/>
        </p:nvSpPr>
        <p:spPr>
          <a:xfrm>
            <a:off x="10278800" y="2719270"/>
            <a:ext cx="1027147" cy="1326344"/>
          </a:xfrm>
          <a:custGeom>
            <a:avLst/>
            <a:gdLst>
              <a:gd name="connsiteX0" fmla="*/ 680711 w 1030056"/>
              <a:gd name="connsiteY0" fmla="*/ 0 h 1330101"/>
              <a:gd name="connsiteX1" fmla="*/ 753644 w 1030056"/>
              <a:gd name="connsiteY1" fmla="*/ 97531 h 1330101"/>
              <a:gd name="connsiteX2" fmla="*/ 1030056 w 1030056"/>
              <a:gd name="connsiteY2" fmla="*/ 1002443 h 1330101"/>
              <a:gd name="connsiteX3" fmla="*/ 997174 w 1030056"/>
              <a:gd name="connsiteY3" fmla="*/ 1328625 h 1330101"/>
              <a:gd name="connsiteX4" fmla="*/ 996795 w 1030056"/>
              <a:gd name="connsiteY4" fmla="*/ 1330101 h 1330101"/>
              <a:gd name="connsiteX5" fmla="*/ 141520 w 1030056"/>
              <a:gd name="connsiteY5" fmla="*/ 1148307 h 1330101"/>
              <a:gd name="connsiteX6" fmla="*/ 152165 w 1030056"/>
              <a:gd name="connsiteY6" fmla="*/ 1078558 h 1330101"/>
              <a:gd name="connsiteX7" fmla="*/ 156008 w 1030056"/>
              <a:gd name="connsiteY7" fmla="*/ 1002443 h 1330101"/>
              <a:gd name="connsiteX8" fmla="*/ 28869 w 1030056"/>
              <a:gd name="connsiteY8" fmla="*/ 586219 h 1330101"/>
              <a:gd name="connsiteX9" fmla="*/ 0 w 1030056"/>
              <a:gd name="connsiteY9" fmla="*/ 551230 h 1330101"/>
              <a:gd name="connsiteX10" fmla="*/ 680711 w 1030056"/>
              <a:gd name="connsiteY10" fmla="*/ 0 h 1330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30056" h="1330101">
                <a:moveTo>
                  <a:pt x="680711" y="0"/>
                </a:moveTo>
                <a:lnTo>
                  <a:pt x="753644" y="97531"/>
                </a:lnTo>
                <a:cubicBezTo>
                  <a:pt x="928156" y="355844"/>
                  <a:pt x="1030056" y="667243"/>
                  <a:pt x="1030056" y="1002443"/>
                </a:cubicBezTo>
                <a:cubicBezTo>
                  <a:pt x="1030056" y="1114176"/>
                  <a:pt x="1018734" y="1223265"/>
                  <a:pt x="997174" y="1328625"/>
                </a:cubicBezTo>
                <a:lnTo>
                  <a:pt x="996795" y="1330101"/>
                </a:lnTo>
                <a:lnTo>
                  <a:pt x="141520" y="1148307"/>
                </a:lnTo>
                <a:lnTo>
                  <a:pt x="152165" y="1078558"/>
                </a:lnTo>
                <a:cubicBezTo>
                  <a:pt x="154706" y="1053532"/>
                  <a:pt x="156008" y="1028140"/>
                  <a:pt x="156008" y="1002443"/>
                </a:cubicBezTo>
                <a:cubicBezTo>
                  <a:pt x="156008" y="848265"/>
                  <a:pt x="109138" y="705033"/>
                  <a:pt x="28869" y="586219"/>
                </a:cubicBezTo>
                <a:lnTo>
                  <a:pt x="0" y="551230"/>
                </a:lnTo>
                <a:lnTo>
                  <a:pt x="680711"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Freeform 6">
            <a:extLst>
              <a:ext uri="{FF2B5EF4-FFF2-40B4-BE49-F238E27FC236}">
                <a16:creationId xmlns:a16="http://schemas.microsoft.com/office/drawing/2014/main" id="{2CE05B90-449F-6C62-D9D0-524E7EBB68D6}"/>
              </a:ext>
            </a:extLst>
          </p:cNvPr>
          <p:cNvSpPr/>
          <p:nvPr/>
        </p:nvSpPr>
        <p:spPr>
          <a:xfrm>
            <a:off x="8078115" y="2753037"/>
            <a:ext cx="1019704" cy="1344007"/>
          </a:xfrm>
          <a:custGeom>
            <a:avLst/>
            <a:gdLst>
              <a:gd name="connsiteX0" fmla="*/ 324022 w 1022593"/>
              <a:gd name="connsiteY0" fmla="*/ 0 h 1347814"/>
              <a:gd name="connsiteX1" fmla="*/ 1022593 w 1022593"/>
              <a:gd name="connsiteY1" fmla="*/ 526412 h 1347814"/>
              <a:gd name="connsiteX2" fmla="*/ 1001187 w 1022593"/>
              <a:gd name="connsiteY2" fmla="*/ 552356 h 1347814"/>
              <a:gd name="connsiteX3" fmla="*/ 874048 w 1022593"/>
              <a:gd name="connsiteY3" fmla="*/ 968580 h 1347814"/>
              <a:gd name="connsiteX4" fmla="*/ 889172 w 1022593"/>
              <a:gd name="connsiteY4" fmla="*/ 1118611 h 1347814"/>
              <a:gd name="connsiteX5" fmla="*/ 894677 w 1022593"/>
              <a:gd name="connsiteY5" fmla="*/ 1136346 h 1347814"/>
              <a:gd name="connsiteX6" fmla="*/ 46523 w 1022593"/>
              <a:gd name="connsiteY6" fmla="*/ 1347814 h 1347814"/>
              <a:gd name="connsiteX7" fmla="*/ 32882 w 1022593"/>
              <a:gd name="connsiteY7" fmla="*/ 1294762 h 1347814"/>
              <a:gd name="connsiteX8" fmla="*/ 0 w 1022593"/>
              <a:gd name="connsiteY8" fmla="*/ 968580 h 1347814"/>
              <a:gd name="connsiteX9" fmla="*/ 276412 w 1022593"/>
              <a:gd name="connsiteY9" fmla="*/ 63668 h 1347814"/>
              <a:gd name="connsiteX10" fmla="*/ 324022 w 1022593"/>
              <a:gd name="connsiteY10" fmla="*/ 0 h 13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2593" h="1347814">
                <a:moveTo>
                  <a:pt x="324022" y="0"/>
                </a:moveTo>
                <a:lnTo>
                  <a:pt x="1022593" y="526412"/>
                </a:lnTo>
                <a:lnTo>
                  <a:pt x="1001187" y="552356"/>
                </a:lnTo>
                <a:cubicBezTo>
                  <a:pt x="920918" y="671170"/>
                  <a:pt x="874048" y="814402"/>
                  <a:pt x="874048" y="968580"/>
                </a:cubicBezTo>
                <a:cubicBezTo>
                  <a:pt x="874048" y="1019973"/>
                  <a:pt x="879256" y="1070150"/>
                  <a:pt x="889172" y="1118611"/>
                </a:cubicBezTo>
                <a:lnTo>
                  <a:pt x="894677" y="1136346"/>
                </a:lnTo>
                <a:lnTo>
                  <a:pt x="46523" y="1347814"/>
                </a:lnTo>
                <a:lnTo>
                  <a:pt x="32882" y="1294762"/>
                </a:lnTo>
                <a:cubicBezTo>
                  <a:pt x="11322" y="1189402"/>
                  <a:pt x="0" y="1080313"/>
                  <a:pt x="0" y="968580"/>
                </a:cubicBezTo>
                <a:cubicBezTo>
                  <a:pt x="0" y="633380"/>
                  <a:pt x="101900" y="321981"/>
                  <a:pt x="276412" y="63668"/>
                </a:cubicBezTo>
                <a:lnTo>
                  <a:pt x="324022"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9" name="Freeform 7">
            <a:extLst>
              <a:ext uri="{FF2B5EF4-FFF2-40B4-BE49-F238E27FC236}">
                <a16:creationId xmlns:a16="http://schemas.microsoft.com/office/drawing/2014/main" id="{4EEFA2C6-AA3D-7648-21C5-81FB099B0F41}"/>
              </a:ext>
            </a:extLst>
          </p:cNvPr>
          <p:cNvSpPr/>
          <p:nvPr/>
        </p:nvSpPr>
        <p:spPr>
          <a:xfrm>
            <a:off x="10033674" y="3881954"/>
            <a:ext cx="1234558" cy="1270947"/>
          </a:xfrm>
          <a:custGeom>
            <a:avLst/>
            <a:gdLst>
              <a:gd name="connsiteX0" fmla="*/ 382512 w 1238056"/>
              <a:gd name="connsiteY0" fmla="*/ 0 h 1274547"/>
              <a:gd name="connsiteX1" fmla="*/ 1238056 w 1238056"/>
              <a:gd name="connsiteY1" fmla="*/ 181852 h 1274547"/>
              <a:gd name="connsiteX2" fmla="*/ 1203112 w 1238056"/>
              <a:gd name="connsiteY2" fmla="*/ 317755 h 1274547"/>
              <a:gd name="connsiteX3" fmla="*/ 428855 w 1238056"/>
              <a:gd name="connsiteY3" fmla="*/ 1259611 h 1274547"/>
              <a:gd name="connsiteX4" fmla="*/ 397850 w 1238056"/>
              <a:gd name="connsiteY4" fmla="*/ 1274547 h 1274547"/>
              <a:gd name="connsiteX5" fmla="*/ 0 w 1238056"/>
              <a:gd name="connsiteY5" fmla="*/ 493722 h 1274547"/>
              <a:gd name="connsiteX6" fmla="*/ 73612 w 1238056"/>
              <a:gd name="connsiteY6" fmla="*/ 453767 h 1274547"/>
              <a:gd name="connsiteX7" fmla="*/ 343326 w 1238056"/>
              <a:gd name="connsiteY7" fmla="*/ 126236 h 1274547"/>
              <a:gd name="connsiteX8" fmla="*/ 382512 w 1238056"/>
              <a:gd name="connsiteY8" fmla="*/ 0 h 1274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8056" h="1274547">
                <a:moveTo>
                  <a:pt x="382512" y="0"/>
                </a:moveTo>
                <a:lnTo>
                  <a:pt x="1238056" y="181852"/>
                </a:lnTo>
                <a:lnTo>
                  <a:pt x="1203112" y="317755"/>
                </a:lnTo>
                <a:cubicBezTo>
                  <a:pt x="1077008" y="723192"/>
                  <a:pt x="795782" y="1060285"/>
                  <a:pt x="428855" y="1259611"/>
                </a:cubicBezTo>
                <a:lnTo>
                  <a:pt x="397850" y="1274547"/>
                </a:lnTo>
                <a:lnTo>
                  <a:pt x="0" y="493722"/>
                </a:lnTo>
                <a:lnTo>
                  <a:pt x="73612" y="453767"/>
                </a:lnTo>
                <a:cubicBezTo>
                  <a:pt x="192425" y="373499"/>
                  <a:pt x="286820" y="259831"/>
                  <a:pt x="343326" y="126236"/>
                </a:cubicBezTo>
                <a:lnTo>
                  <a:pt x="382512"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Freeform 8">
            <a:extLst>
              <a:ext uri="{FF2B5EF4-FFF2-40B4-BE49-F238E27FC236}">
                <a16:creationId xmlns:a16="http://schemas.microsoft.com/office/drawing/2014/main" id="{EA7ECEEC-1D9A-0099-63AC-D22CB72129D4}"/>
              </a:ext>
            </a:extLst>
          </p:cNvPr>
          <p:cNvSpPr/>
          <p:nvPr/>
        </p:nvSpPr>
        <p:spPr>
          <a:xfrm>
            <a:off x="8129045" y="3903617"/>
            <a:ext cx="1245311" cy="1274335"/>
          </a:xfrm>
          <a:custGeom>
            <a:avLst/>
            <a:gdLst>
              <a:gd name="connsiteX0" fmla="*/ 849030 w 1248838"/>
              <a:gd name="connsiteY0" fmla="*/ 0 h 1277945"/>
              <a:gd name="connsiteX1" fmla="*/ 881472 w 1248838"/>
              <a:gd name="connsiteY1" fmla="*/ 104510 h 1277945"/>
              <a:gd name="connsiteX2" fmla="*/ 1151186 w 1248838"/>
              <a:gd name="connsiteY2" fmla="*/ 432041 h 1277945"/>
              <a:gd name="connsiteX3" fmla="*/ 1248838 w 1248838"/>
              <a:gd name="connsiteY3" fmla="*/ 485045 h 1277945"/>
              <a:gd name="connsiteX4" fmla="*/ 879102 w 1248838"/>
              <a:gd name="connsiteY4" fmla="*/ 1277945 h 1277945"/>
              <a:gd name="connsiteX5" fmla="*/ 795943 w 1248838"/>
              <a:gd name="connsiteY5" fmla="*/ 1237885 h 1277945"/>
              <a:gd name="connsiteX6" fmla="*/ 21686 w 1248838"/>
              <a:gd name="connsiteY6" fmla="*/ 296029 h 1277945"/>
              <a:gd name="connsiteX7" fmla="*/ 0 w 1248838"/>
              <a:gd name="connsiteY7" fmla="*/ 211687 h 1277945"/>
              <a:gd name="connsiteX8" fmla="*/ 849030 w 1248838"/>
              <a:gd name="connsiteY8" fmla="*/ 0 h 1277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838" h="1277945">
                <a:moveTo>
                  <a:pt x="849030" y="0"/>
                </a:moveTo>
                <a:lnTo>
                  <a:pt x="881472" y="104510"/>
                </a:lnTo>
                <a:cubicBezTo>
                  <a:pt x="937978" y="238105"/>
                  <a:pt x="1032373" y="351773"/>
                  <a:pt x="1151186" y="432041"/>
                </a:cubicBezTo>
                <a:lnTo>
                  <a:pt x="1248838" y="485045"/>
                </a:lnTo>
                <a:lnTo>
                  <a:pt x="879102" y="1277945"/>
                </a:lnTo>
                <a:lnTo>
                  <a:pt x="795943" y="1237885"/>
                </a:lnTo>
                <a:cubicBezTo>
                  <a:pt x="429017" y="1038559"/>
                  <a:pt x="147790" y="701466"/>
                  <a:pt x="21686" y="296029"/>
                </a:cubicBezTo>
                <a:lnTo>
                  <a:pt x="0" y="211687"/>
                </a:lnTo>
                <a:lnTo>
                  <a:pt x="849030"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1" name="Freeform 9">
            <a:extLst>
              <a:ext uri="{FF2B5EF4-FFF2-40B4-BE49-F238E27FC236}">
                <a16:creationId xmlns:a16="http://schemas.microsoft.com/office/drawing/2014/main" id="{24D5C49F-E44B-9112-F510-8038B313753A}"/>
              </a:ext>
            </a:extLst>
          </p:cNvPr>
          <p:cNvSpPr/>
          <p:nvPr/>
        </p:nvSpPr>
        <p:spPr>
          <a:xfrm>
            <a:off x="9022096" y="4382982"/>
            <a:ext cx="1391870" cy="949813"/>
          </a:xfrm>
          <a:custGeom>
            <a:avLst/>
            <a:gdLst>
              <a:gd name="connsiteX0" fmla="*/ 998364 w 1395812"/>
              <a:gd name="connsiteY0" fmla="*/ 0 h 952504"/>
              <a:gd name="connsiteX1" fmla="*/ 1395812 w 1395812"/>
              <a:gd name="connsiteY1" fmla="*/ 780036 h 952504"/>
              <a:gd name="connsiteX2" fmla="*/ 1301818 w 1395812"/>
              <a:gd name="connsiteY2" fmla="*/ 825315 h 952504"/>
              <a:gd name="connsiteX3" fmla="*/ 671830 w 1395812"/>
              <a:gd name="connsiteY3" fmla="*/ 952504 h 952504"/>
              <a:gd name="connsiteX4" fmla="*/ 41842 w 1395812"/>
              <a:gd name="connsiteY4" fmla="*/ 825315 h 952504"/>
              <a:gd name="connsiteX5" fmla="*/ 0 w 1395812"/>
              <a:gd name="connsiteY5" fmla="*/ 805159 h 952504"/>
              <a:gd name="connsiteX6" fmla="*/ 369361 w 1395812"/>
              <a:gd name="connsiteY6" fmla="*/ 13061 h 952504"/>
              <a:gd name="connsiteX7" fmla="*/ 382060 w 1395812"/>
              <a:gd name="connsiteY7" fmla="*/ 19954 h 952504"/>
              <a:gd name="connsiteX8" fmla="*/ 671830 w 1395812"/>
              <a:gd name="connsiteY8" fmla="*/ 78456 h 952504"/>
              <a:gd name="connsiteX9" fmla="*/ 961600 w 1395812"/>
              <a:gd name="connsiteY9" fmla="*/ 19954 h 952504"/>
              <a:gd name="connsiteX10" fmla="*/ 998364 w 1395812"/>
              <a:gd name="connsiteY10" fmla="*/ 0 h 952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5812" h="952504">
                <a:moveTo>
                  <a:pt x="998364" y="0"/>
                </a:moveTo>
                <a:lnTo>
                  <a:pt x="1395812" y="780036"/>
                </a:lnTo>
                <a:lnTo>
                  <a:pt x="1301818" y="825315"/>
                </a:lnTo>
                <a:cubicBezTo>
                  <a:pt x="1108185" y="907215"/>
                  <a:pt x="895297" y="952504"/>
                  <a:pt x="671830" y="952504"/>
                </a:cubicBezTo>
                <a:cubicBezTo>
                  <a:pt x="448364" y="952504"/>
                  <a:pt x="235475" y="907215"/>
                  <a:pt x="41842" y="825315"/>
                </a:cubicBezTo>
                <a:lnTo>
                  <a:pt x="0" y="805159"/>
                </a:lnTo>
                <a:lnTo>
                  <a:pt x="369361" y="13061"/>
                </a:lnTo>
                <a:lnTo>
                  <a:pt x="382060" y="19954"/>
                </a:lnTo>
                <a:cubicBezTo>
                  <a:pt x="471124" y="57625"/>
                  <a:pt x="569044" y="78456"/>
                  <a:pt x="671830" y="78456"/>
                </a:cubicBezTo>
                <a:cubicBezTo>
                  <a:pt x="774616" y="78456"/>
                  <a:pt x="872536" y="57625"/>
                  <a:pt x="961600" y="19954"/>
                </a:cubicBezTo>
                <a:lnTo>
                  <a:pt x="998364"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43" name="Group 42">
            <a:extLst>
              <a:ext uri="{FF2B5EF4-FFF2-40B4-BE49-F238E27FC236}">
                <a16:creationId xmlns:a16="http://schemas.microsoft.com/office/drawing/2014/main" id="{C2504C0A-4048-2FCB-34F1-09F4A0214BC7}"/>
              </a:ext>
            </a:extLst>
          </p:cNvPr>
          <p:cNvGrpSpPr>
            <a:grpSpLocks noChangeAspect="1"/>
          </p:cNvGrpSpPr>
          <p:nvPr/>
        </p:nvGrpSpPr>
        <p:grpSpPr>
          <a:xfrm>
            <a:off x="8542444" y="4222947"/>
            <a:ext cx="412211" cy="480913"/>
            <a:chOff x="10645776" y="334963"/>
            <a:chExt cx="1228725" cy="1433513"/>
          </a:xfrm>
          <a:solidFill>
            <a:schemeClr val="bg1"/>
          </a:solidFill>
        </p:grpSpPr>
        <p:sp>
          <p:nvSpPr>
            <p:cNvPr id="44" name="Freeform 20">
              <a:extLst>
                <a:ext uri="{FF2B5EF4-FFF2-40B4-BE49-F238E27FC236}">
                  <a16:creationId xmlns:a16="http://schemas.microsoft.com/office/drawing/2014/main" id="{7AD11354-8151-009A-9F51-768CDCA45B73}"/>
                </a:ext>
              </a:extLst>
            </p:cNvPr>
            <p:cNvSpPr>
              <a:spLocks noEditPoints="1"/>
            </p:cNvSpPr>
            <p:nvPr/>
          </p:nvSpPr>
          <p:spPr bwMode="auto">
            <a:xfrm>
              <a:off x="10645776" y="334963"/>
              <a:ext cx="1228725" cy="1433513"/>
            </a:xfrm>
            <a:custGeom>
              <a:avLst/>
              <a:gdLst>
                <a:gd name="T0" fmla="*/ 838 w 2963"/>
                <a:gd name="T1" fmla="*/ 153 h 3465"/>
                <a:gd name="T2" fmla="*/ 277 w 2963"/>
                <a:gd name="T3" fmla="*/ 259 h 3465"/>
                <a:gd name="T4" fmla="*/ 0 w 2963"/>
                <a:gd name="T5" fmla="*/ 1299 h 3465"/>
                <a:gd name="T6" fmla="*/ 195 w 2963"/>
                <a:gd name="T7" fmla="*/ 3419 h 3465"/>
                <a:gd name="T8" fmla="*/ 2341 w 2963"/>
                <a:gd name="T9" fmla="*/ 3456 h 3465"/>
                <a:gd name="T10" fmla="*/ 2673 w 2963"/>
                <a:gd name="T11" fmla="*/ 3146 h 3465"/>
                <a:gd name="T12" fmla="*/ 2837 w 2963"/>
                <a:gd name="T13" fmla="*/ 2817 h 3465"/>
                <a:gd name="T14" fmla="*/ 2878 w 2963"/>
                <a:gd name="T15" fmla="*/ 2614 h 3465"/>
                <a:gd name="T16" fmla="*/ 2937 w 2963"/>
                <a:gd name="T17" fmla="*/ 2344 h 3465"/>
                <a:gd name="T18" fmla="*/ 2890 w 2963"/>
                <a:gd name="T19" fmla="*/ 2183 h 3465"/>
                <a:gd name="T20" fmla="*/ 2681 w 2963"/>
                <a:gd name="T21" fmla="*/ 1283 h 3465"/>
                <a:gd name="T22" fmla="*/ 2389 w 2963"/>
                <a:gd name="T23" fmla="*/ 258 h 3465"/>
                <a:gd name="T24" fmla="*/ 1790 w 2963"/>
                <a:gd name="T25" fmla="*/ 151 h 3465"/>
                <a:gd name="T26" fmla="*/ 1380 w 2963"/>
                <a:gd name="T27" fmla="*/ 0 h 3465"/>
                <a:gd name="T28" fmla="*/ 1614 w 2963"/>
                <a:gd name="T29" fmla="*/ 229 h 3465"/>
                <a:gd name="T30" fmla="*/ 1336 w 2963"/>
                <a:gd name="T31" fmla="*/ 548 h 3465"/>
                <a:gd name="T32" fmla="*/ 1134 w 2963"/>
                <a:gd name="T33" fmla="*/ 162 h 3465"/>
                <a:gd name="T34" fmla="*/ 731 w 2963"/>
                <a:gd name="T35" fmla="*/ 445 h 3465"/>
                <a:gd name="T36" fmla="*/ 441 w 2963"/>
                <a:gd name="T37" fmla="*/ 3026 h 3465"/>
                <a:gd name="T38" fmla="*/ 2449 w 2963"/>
                <a:gd name="T39" fmla="*/ 3183 h 3465"/>
                <a:gd name="T40" fmla="*/ 2545 w 2963"/>
                <a:gd name="T41" fmla="*/ 2984 h 3465"/>
                <a:gd name="T42" fmla="*/ 2586 w 2963"/>
                <a:gd name="T43" fmla="*/ 3165 h 3465"/>
                <a:gd name="T44" fmla="*/ 223 w 2963"/>
                <a:gd name="T45" fmla="*/ 3343 h 3465"/>
                <a:gd name="T46" fmla="*/ 143 w 2963"/>
                <a:gd name="T47" fmla="*/ 432 h 3465"/>
                <a:gd name="T48" fmla="*/ 2448 w 2963"/>
                <a:gd name="T49" fmla="*/ 356 h 3465"/>
                <a:gd name="T50" fmla="*/ 2575 w 2963"/>
                <a:gd name="T51" fmla="*/ 2015 h 3465"/>
                <a:gd name="T52" fmla="*/ 2400 w 2963"/>
                <a:gd name="T53" fmla="*/ 480 h 3465"/>
                <a:gd name="T54" fmla="*/ 2390 w 2963"/>
                <a:gd name="T55" fmla="*/ 340 h 3465"/>
                <a:gd name="T56" fmla="*/ 2251 w 2963"/>
                <a:gd name="T57" fmla="*/ 532 h 3465"/>
                <a:gd name="T58" fmla="*/ 2353 w 2963"/>
                <a:gd name="T59" fmla="*/ 1951 h 3465"/>
                <a:gd name="T60" fmla="*/ 2218 w 2963"/>
                <a:gd name="T61" fmla="*/ 2053 h 3465"/>
                <a:gd name="T62" fmla="*/ 523 w 2963"/>
                <a:gd name="T63" fmla="*/ 2198 h 3465"/>
                <a:gd name="T64" fmla="*/ 2015 w 2963"/>
                <a:gd name="T65" fmla="*/ 2256 h 3465"/>
                <a:gd name="T66" fmla="*/ 1915 w 2963"/>
                <a:gd name="T67" fmla="*/ 2390 h 3465"/>
                <a:gd name="T68" fmla="*/ 894 w 2963"/>
                <a:gd name="T69" fmla="*/ 2489 h 3465"/>
                <a:gd name="T70" fmla="*/ 1954 w 2963"/>
                <a:gd name="T71" fmla="*/ 2607 h 3465"/>
                <a:gd name="T72" fmla="*/ 1523 w 2963"/>
                <a:gd name="T73" fmla="*/ 2698 h 3465"/>
                <a:gd name="T74" fmla="*/ 2176 w 2963"/>
                <a:gd name="T75" fmla="*/ 2911 h 3465"/>
                <a:gd name="T76" fmla="*/ 2316 w 2963"/>
                <a:gd name="T77" fmla="*/ 2982 h 3465"/>
                <a:gd name="T78" fmla="*/ 2396 w 2963"/>
                <a:gd name="T79" fmla="*/ 3120 h 3465"/>
                <a:gd name="T80" fmla="*/ 717 w 2963"/>
                <a:gd name="T81" fmla="*/ 2943 h 3465"/>
                <a:gd name="T82" fmla="*/ 436 w 2963"/>
                <a:gd name="T83" fmla="*/ 2715 h 3465"/>
                <a:gd name="T84" fmla="*/ 424 w 2963"/>
                <a:gd name="T85" fmla="*/ 532 h 3465"/>
                <a:gd name="T86" fmla="*/ 2605 w 2963"/>
                <a:gd name="T87" fmla="*/ 2150 h 3465"/>
                <a:gd name="T88" fmla="*/ 2775 w 2963"/>
                <a:gd name="T89" fmla="*/ 2188 h 3465"/>
                <a:gd name="T90" fmla="*/ 2791 w 2963"/>
                <a:gd name="T91" fmla="*/ 2374 h 3465"/>
                <a:gd name="T92" fmla="*/ 2878 w 2963"/>
                <a:gd name="T93" fmla="*/ 2513 h 3465"/>
                <a:gd name="T94" fmla="*/ 2756 w 2963"/>
                <a:gd name="T95" fmla="*/ 2670 h 3465"/>
                <a:gd name="T96" fmla="*/ 2702 w 2963"/>
                <a:gd name="T97" fmla="*/ 2819 h 3465"/>
                <a:gd name="T98" fmla="*/ 2508 w 2963"/>
                <a:gd name="T99" fmla="*/ 2856 h 3465"/>
                <a:gd name="T100" fmla="*/ 2368 w 2963"/>
                <a:gd name="T101" fmla="*/ 2876 h 3465"/>
                <a:gd name="T102" fmla="*/ 2210 w 2963"/>
                <a:gd name="T103" fmla="*/ 2796 h 3465"/>
                <a:gd name="T104" fmla="*/ 2093 w 2963"/>
                <a:gd name="T105" fmla="*/ 2724 h 3465"/>
                <a:gd name="T106" fmla="*/ 2045 w 2963"/>
                <a:gd name="T107" fmla="*/ 2543 h 3465"/>
                <a:gd name="T108" fmla="*/ 2015 w 2963"/>
                <a:gd name="T109" fmla="*/ 2408 h 3465"/>
                <a:gd name="T110" fmla="*/ 2112 w 2963"/>
                <a:gd name="T111" fmla="*/ 2251 h 3465"/>
                <a:gd name="T112" fmla="*/ 2190 w 2963"/>
                <a:gd name="T113" fmla="*/ 2130 h 3465"/>
                <a:gd name="T114" fmla="*/ 2361 w 2963"/>
                <a:gd name="T115" fmla="*/ 2070 h 3465"/>
                <a:gd name="T116" fmla="*/ 2501 w 2963"/>
                <a:gd name="T117" fmla="*/ 2065 h 3465"/>
                <a:gd name="T118" fmla="*/ 345 w 2963"/>
                <a:gd name="T119" fmla="*/ 2798 h 3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963" h="3465">
                  <a:moveTo>
                    <a:pt x="1185" y="23"/>
                  </a:moveTo>
                  <a:lnTo>
                    <a:pt x="1160" y="36"/>
                  </a:lnTo>
                  <a:lnTo>
                    <a:pt x="1106" y="76"/>
                  </a:lnTo>
                  <a:lnTo>
                    <a:pt x="1085" y="96"/>
                  </a:lnTo>
                  <a:lnTo>
                    <a:pt x="1069" y="113"/>
                  </a:lnTo>
                  <a:lnTo>
                    <a:pt x="1042" y="134"/>
                  </a:lnTo>
                  <a:lnTo>
                    <a:pt x="1003" y="145"/>
                  </a:lnTo>
                  <a:lnTo>
                    <a:pt x="939" y="150"/>
                  </a:lnTo>
                  <a:lnTo>
                    <a:pt x="890" y="151"/>
                  </a:lnTo>
                  <a:lnTo>
                    <a:pt x="838" y="153"/>
                  </a:lnTo>
                  <a:lnTo>
                    <a:pt x="775" y="157"/>
                  </a:lnTo>
                  <a:lnTo>
                    <a:pt x="751" y="164"/>
                  </a:lnTo>
                  <a:lnTo>
                    <a:pt x="742" y="171"/>
                  </a:lnTo>
                  <a:lnTo>
                    <a:pt x="736" y="186"/>
                  </a:lnTo>
                  <a:lnTo>
                    <a:pt x="735" y="201"/>
                  </a:lnTo>
                  <a:lnTo>
                    <a:pt x="730" y="248"/>
                  </a:lnTo>
                  <a:lnTo>
                    <a:pt x="505" y="248"/>
                  </a:lnTo>
                  <a:lnTo>
                    <a:pt x="436" y="248"/>
                  </a:lnTo>
                  <a:lnTo>
                    <a:pt x="340" y="251"/>
                  </a:lnTo>
                  <a:lnTo>
                    <a:pt x="277" y="259"/>
                  </a:lnTo>
                  <a:lnTo>
                    <a:pt x="229" y="274"/>
                  </a:lnTo>
                  <a:lnTo>
                    <a:pt x="205" y="285"/>
                  </a:lnTo>
                  <a:lnTo>
                    <a:pt x="172" y="301"/>
                  </a:lnTo>
                  <a:lnTo>
                    <a:pt x="113" y="350"/>
                  </a:lnTo>
                  <a:lnTo>
                    <a:pt x="62" y="411"/>
                  </a:lnTo>
                  <a:lnTo>
                    <a:pt x="26" y="480"/>
                  </a:lnTo>
                  <a:lnTo>
                    <a:pt x="15" y="516"/>
                  </a:lnTo>
                  <a:lnTo>
                    <a:pt x="11" y="546"/>
                  </a:lnTo>
                  <a:lnTo>
                    <a:pt x="4" y="738"/>
                  </a:lnTo>
                  <a:lnTo>
                    <a:pt x="0" y="1299"/>
                  </a:lnTo>
                  <a:lnTo>
                    <a:pt x="1" y="1893"/>
                  </a:lnTo>
                  <a:lnTo>
                    <a:pt x="5" y="2651"/>
                  </a:lnTo>
                  <a:lnTo>
                    <a:pt x="14" y="3125"/>
                  </a:lnTo>
                  <a:lnTo>
                    <a:pt x="23" y="3217"/>
                  </a:lnTo>
                  <a:lnTo>
                    <a:pt x="30" y="3247"/>
                  </a:lnTo>
                  <a:lnTo>
                    <a:pt x="35" y="3256"/>
                  </a:lnTo>
                  <a:lnTo>
                    <a:pt x="51" y="3284"/>
                  </a:lnTo>
                  <a:lnTo>
                    <a:pt x="92" y="3336"/>
                  </a:lnTo>
                  <a:lnTo>
                    <a:pt x="141" y="3382"/>
                  </a:lnTo>
                  <a:lnTo>
                    <a:pt x="195" y="3419"/>
                  </a:lnTo>
                  <a:lnTo>
                    <a:pt x="223" y="3433"/>
                  </a:lnTo>
                  <a:lnTo>
                    <a:pt x="235" y="3438"/>
                  </a:lnTo>
                  <a:lnTo>
                    <a:pt x="264" y="3447"/>
                  </a:lnTo>
                  <a:lnTo>
                    <a:pt x="339" y="3456"/>
                  </a:lnTo>
                  <a:lnTo>
                    <a:pt x="562" y="3462"/>
                  </a:lnTo>
                  <a:lnTo>
                    <a:pt x="999" y="3465"/>
                  </a:lnTo>
                  <a:lnTo>
                    <a:pt x="1340" y="3465"/>
                  </a:lnTo>
                  <a:lnTo>
                    <a:pt x="1680" y="3465"/>
                  </a:lnTo>
                  <a:lnTo>
                    <a:pt x="2118" y="3462"/>
                  </a:lnTo>
                  <a:lnTo>
                    <a:pt x="2341" y="3456"/>
                  </a:lnTo>
                  <a:lnTo>
                    <a:pt x="2415" y="3447"/>
                  </a:lnTo>
                  <a:lnTo>
                    <a:pt x="2445" y="3438"/>
                  </a:lnTo>
                  <a:lnTo>
                    <a:pt x="2456" y="3433"/>
                  </a:lnTo>
                  <a:lnTo>
                    <a:pt x="2484" y="3419"/>
                  </a:lnTo>
                  <a:lnTo>
                    <a:pt x="2534" y="3388"/>
                  </a:lnTo>
                  <a:lnTo>
                    <a:pt x="2576" y="3351"/>
                  </a:lnTo>
                  <a:lnTo>
                    <a:pt x="2611" y="3309"/>
                  </a:lnTo>
                  <a:lnTo>
                    <a:pt x="2639" y="3261"/>
                  </a:lnTo>
                  <a:lnTo>
                    <a:pt x="2660" y="3207"/>
                  </a:lnTo>
                  <a:lnTo>
                    <a:pt x="2673" y="3146"/>
                  </a:lnTo>
                  <a:lnTo>
                    <a:pt x="2680" y="3079"/>
                  </a:lnTo>
                  <a:lnTo>
                    <a:pt x="2681" y="3043"/>
                  </a:lnTo>
                  <a:lnTo>
                    <a:pt x="2682" y="2971"/>
                  </a:lnTo>
                  <a:lnTo>
                    <a:pt x="2690" y="2925"/>
                  </a:lnTo>
                  <a:lnTo>
                    <a:pt x="2702" y="2915"/>
                  </a:lnTo>
                  <a:lnTo>
                    <a:pt x="2711" y="2915"/>
                  </a:lnTo>
                  <a:lnTo>
                    <a:pt x="2718" y="2914"/>
                  </a:lnTo>
                  <a:lnTo>
                    <a:pt x="2739" y="2903"/>
                  </a:lnTo>
                  <a:lnTo>
                    <a:pt x="2780" y="2872"/>
                  </a:lnTo>
                  <a:lnTo>
                    <a:pt x="2837" y="2817"/>
                  </a:lnTo>
                  <a:lnTo>
                    <a:pt x="2869" y="2778"/>
                  </a:lnTo>
                  <a:lnTo>
                    <a:pt x="2880" y="2758"/>
                  </a:lnTo>
                  <a:lnTo>
                    <a:pt x="2881" y="2751"/>
                  </a:lnTo>
                  <a:lnTo>
                    <a:pt x="2880" y="2741"/>
                  </a:lnTo>
                  <a:lnTo>
                    <a:pt x="2866" y="2706"/>
                  </a:lnTo>
                  <a:lnTo>
                    <a:pt x="2855" y="2688"/>
                  </a:lnTo>
                  <a:lnTo>
                    <a:pt x="2844" y="2672"/>
                  </a:lnTo>
                  <a:lnTo>
                    <a:pt x="2836" y="2647"/>
                  </a:lnTo>
                  <a:lnTo>
                    <a:pt x="2846" y="2630"/>
                  </a:lnTo>
                  <a:lnTo>
                    <a:pt x="2878" y="2614"/>
                  </a:lnTo>
                  <a:lnTo>
                    <a:pt x="2903" y="2605"/>
                  </a:lnTo>
                  <a:lnTo>
                    <a:pt x="2921" y="2599"/>
                  </a:lnTo>
                  <a:lnTo>
                    <a:pt x="2943" y="2586"/>
                  </a:lnTo>
                  <a:lnTo>
                    <a:pt x="2955" y="2562"/>
                  </a:lnTo>
                  <a:lnTo>
                    <a:pt x="2960" y="2518"/>
                  </a:lnTo>
                  <a:lnTo>
                    <a:pt x="2961" y="2483"/>
                  </a:lnTo>
                  <a:lnTo>
                    <a:pt x="2963" y="2444"/>
                  </a:lnTo>
                  <a:lnTo>
                    <a:pt x="2958" y="2386"/>
                  </a:lnTo>
                  <a:lnTo>
                    <a:pt x="2947" y="2357"/>
                  </a:lnTo>
                  <a:lnTo>
                    <a:pt x="2937" y="2344"/>
                  </a:lnTo>
                  <a:lnTo>
                    <a:pt x="2924" y="2336"/>
                  </a:lnTo>
                  <a:lnTo>
                    <a:pt x="2907" y="2332"/>
                  </a:lnTo>
                  <a:lnTo>
                    <a:pt x="2898" y="2331"/>
                  </a:lnTo>
                  <a:lnTo>
                    <a:pt x="2879" y="2330"/>
                  </a:lnTo>
                  <a:lnTo>
                    <a:pt x="2858" y="2320"/>
                  </a:lnTo>
                  <a:lnTo>
                    <a:pt x="2849" y="2310"/>
                  </a:lnTo>
                  <a:lnTo>
                    <a:pt x="2843" y="2291"/>
                  </a:lnTo>
                  <a:lnTo>
                    <a:pt x="2849" y="2255"/>
                  </a:lnTo>
                  <a:lnTo>
                    <a:pt x="2860" y="2235"/>
                  </a:lnTo>
                  <a:lnTo>
                    <a:pt x="2890" y="2183"/>
                  </a:lnTo>
                  <a:lnTo>
                    <a:pt x="2806" y="2098"/>
                  </a:lnTo>
                  <a:lnTo>
                    <a:pt x="2772" y="2065"/>
                  </a:lnTo>
                  <a:lnTo>
                    <a:pt x="2729" y="2032"/>
                  </a:lnTo>
                  <a:lnTo>
                    <a:pt x="2708" y="2022"/>
                  </a:lnTo>
                  <a:lnTo>
                    <a:pt x="2703" y="2023"/>
                  </a:lnTo>
                  <a:lnTo>
                    <a:pt x="2700" y="2023"/>
                  </a:lnTo>
                  <a:lnTo>
                    <a:pt x="2695" y="2009"/>
                  </a:lnTo>
                  <a:lnTo>
                    <a:pt x="2689" y="1953"/>
                  </a:lnTo>
                  <a:lnTo>
                    <a:pt x="2682" y="1674"/>
                  </a:lnTo>
                  <a:lnTo>
                    <a:pt x="2681" y="1283"/>
                  </a:lnTo>
                  <a:lnTo>
                    <a:pt x="2681" y="538"/>
                  </a:lnTo>
                  <a:lnTo>
                    <a:pt x="2636" y="446"/>
                  </a:lnTo>
                  <a:lnTo>
                    <a:pt x="2625" y="425"/>
                  </a:lnTo>
                  <a:lnTo>
                    <a:pt x="2598" y="385"/>
                  </a:lnTo>
                  <a:lnTo>
                    <a:pt x="2568" y="350"/>
                  </a:lnTo>
                  <a:lnTo>
                    <a:pt x="2535" y="319"/>
                  </a:lnTo>
                  <a:lnTo>
                    <a:pt x="2518" y="306"/>
                  </a:lnTo>
                  <a:lnTo>
                    <a:pt x="2493" y="289"/>
                  </a:lnTo>
                  <a:lnTo>
                    <a:pt x="2450" y="268"/>
                  </a:lnTo>
                  <a:lnTo>
                    <a:pt x="2389" y="258"/>
                  </a:lnTo>
                  <a:lnTo>
                    <a:pt x="2282" y="253"/>
                  </a:lnTo>
                  <a:lnTo>
                    <a:pt x="2198" y="251"/>
                  </a:lnTo>
                  <a:lnTo>
                    <a:pt x="1950" y="246"/>
                  </a:lnTo>
                  <a:lnTo>
                    <a:pt x="1945" y="201"/>
                  </a:lnTo>
                  <a:lnTo>
                    <a:pt x="1943" y="186"/>
                  </a:lnTo>
                  <a:lnTo>
                    <a:pt x="1937" y="171"/>
                  </a:lnTo>
                  <a:lnTo>
                    <a:pt x="1928" y="164"/>
                  </a:lnTo>
                  <a:lnTo>
                    <a:pt x="1904" y="157"/>
                  </a:lnTo>
                  <a:lnTo>
                    <a:pt x="1841" y="153"/>
                  </a:lnTo>
                  <a:lnTo>
                    <a:pt x="1790" y="151"/>
                  </a:lnTo>
                  <a:lnTo>
                    <a:pt x="1741" y="150"/>
                  </a:lnTo>
                  <a:lnTo>
                    <a:pt x="1676" y="145"/>
                  </a:lnTo>
                  <a:lnTo>
                    <a:pt x="1638" y="134"/>
                  </a:lnTo>
                  <a:lnTo>
                    <a:pt x="1610" y="113"/>
                  </a:lnTo>
                  <a:lnTo>
                    <a:pt x="1595" y="96"/>
                  </a:lnTo>
                  <a:lnTo>
                    <a:pt x="1573" y="76"/>
                  </a:lnTo>
                  <a:lnTo>
                    <a:pt x="1516" y="36"/>
                  </a:lnTo>
                  <a:lnTo>
                    <a:pt x="1490" y="23"/>
                  </a:lnTo>
                  <a:lnTo>
                    <a:pt x="1459" y="12"/>
                  </a:lnTo>
                  <a:lnTo>
                    <a:pt x="1380" y="0"/>
                  </a:lnTo>
                  <a:lnTo>
                    <a:pt x="1293" y="0"/>
                  </a:lnTo>
                  <a:lnTo>
                    <a:pt x="1214" y="12"/>
                  </a:lnTo>
                  <a:lnTo>
                    <a:pt x="1185" y="23"/>
                  </a:lnTo>
                  <a:close/>
                  <a:moveTo>
                    <a:pt x="1483" y="106"/>
                  </a:moveTo>
                  <a:lnTo>
                    <a:pt x="1504" y="120"/>
                  </a:lnTo>
                  <a:lnTo>
                    <a:pt x="1544" y="161"/>
                  </a:lnTo>
                  <a:lnTo>
                    <a:pt x="1556" y="181"/>
                  </a:lnTo>
                  <a:lnTo>
                    <a:pt x="1565" y="199"/>
                  </a:lnTo>
                  <a:lnTo>
                    <a:pt x="1583" y="220"/>
                  </a:lnTo>
                  <a:lnTo>
                    <a:pt x="1614" y="229"/>
                  </a:lnTo>
                  <a:lnTo>
                    <a:pt x="1675" y="231"/>
                  </a:lnTo>
                  <a:lnTo>
                    <a:pt x="1723" y="231"/>
                  </a:lnTo>
                  <a:lnTo>
                    <a:pt x="1863" y="231"/>
                  </a:lnTo>
                  <a:lnTo>
                    <a:pt x="1868" y="383"/>
                  </a:lnTo>
                  <a:lnTo>
                    <a:pt x="1870" y="444"/>
                  </a:lnTo>
                  <a:lnTo>
                    <a:pt x="1869" y="530"/>
                  </a:lnTo>
                  <a:lnTo>
                    <a:pt x="1866" y="541"/>
                  </a:lnTo>
                  <a:lnTo>
                    <a:pt x="1834" y="544"/>
                  </a:lnTo>
                  <a:lnTo>
                    <a:pt x="1546" y="548"/>
                  </a:lnTo>
                  <a:lnTo>
                    <a:pt x="1336" y="548"/>
                  </a:lnTo>
                  <a:lnTo>
                    <a:pt x="815" y="548"/>
                  </a:lnTo>
                  <a:lnTo>
                    <a:pt x="815" y="390"/>
                  </a:lnTo>
                  <a:lnTo>
                    <a:pt x="815" y="231"/>
                  </a:lnTo>
                  <a:lnTo>
                    <a:pt x="956" y="231"/>
                  </a:lnTo>
                  <a:lnTo>
                    <a:pt x="1005" y="231"/>
                  </a:lnTo>
                  <a:lnTo>
                    <a:pt x="1065" y="229"/>
                  </a:lnTo>
                  <a:lnTo>
                    <a:pt x="1097" y="220"/>
                  </a:lnTo>
                  <a:lnTo>
                    <a:pt x="1114" y="199"/>
                  </a:lnTo>
                  <a:lnTo>
                    <a:pt x="1123" y="181"/>
                  </a:lnTo>
                  <a:lnTo>
                    <a:pt x="1134" y="162"/>
                  </a:lnTo>
                  <a:lnTo>
                    <a:pt x="1165" y="129"/>
                  </a:lnTo>
                  <a:lnTo>
                    <a:pt x="1204" y="103"/>
                  </a:lnTo>
                  <a:lnTo>
                    <a:pt x="1249" y="84"/>
                  </a:lnTo>
                  <a:lnTo>
                    <a:pt x="1299" y="74"/>
                  </a:lnTo>
                  <a:lnTo>
                    <a:pt x="1351" y="72"/>
                  </a:lnTo>
                  <a:lnTo>
                    <a:pt x="1405" y="78"/>
                  </a:lnTo>
                  <a:lnTo>
                    <a:pt x="1458" y="94"/>
                  </a:lnTo>
                  <a:lnTo>
                    <a:pt x="1483" y="106"/>
                  </a:lnTo>
                  <a:close/>
                  <a:moveTo>
                    <a:pt x="731" y="388"/>
                  </a:moveTo>
                  <a:lnTo>
                    <a:pt x="731" y="445"/>
                  </a:lnTo>
                  <a:lnTo>
                    <a:pt x="513" y="451"/>
                  </a:lnTo>
                  <a:lnTo>
                    <a:pt x="439" y="453"/>
                  </a:lnTo>
                  <a:lnTo>
                    <a:pt x="345" y="457"/>
                  </a:lnTo>
                  <a:lnTo>
                    <a:pt x="296" y="467"/>
                  </a:lnTo>
                  <a:lnTo>
                    <a:pt x="269" y="487"/>
                  </a:lnTo>
                  <a:lnTo>
                    <a:pt x="255" y="503"/>
                  </a:lnTo>
                  <a:lnTo>
                    <a:pt x="215" y="550"/>
                  </a:lnTo>
                  <a:lnTo>
                    <a:pt x="215" y="1670"/>
                  </a:lnTo>
                  <a:lnTo>
                    <a:pt x="215" y="2790"/>
                  </a:lnTo>
                  <a:lnTo>
                    <a:pt x="441" y="3026"/>
                  </a:lnTo>
                  <a:lnTo>
                    <a:pt x="668" y="3265"/>
                  </a:lnTo>
                  <a:lnTo>
                    <a:pt x="1503" y="3265"/>
                  </a:lnTo>
                  <a:lnTo>
                    <a:pt x="1781" y="3265"/>
                  </a:lnTo>
                  <a:lnTo>
                    <a:pt x="2133" y="3263"/>
                  </a:lnTo>
                  <a:lnTo>
                    <a:pt x="2306" y="3256"/>
                  </a:lnTo>
                  <a:lnTo>
                    <a:pt x="2362" y="3246"/>
                  </a:lnTo>
                  <a:lnTo>
                    <a:pt x="2385" y="3237"/>
                  </a:lnTo>
                  <a:lnTo>
                    <a:pt x="2395" y="3231"/>
                  </a:lnTo>
                  <a:lnTo>
                    <a:pt x="2416" y="3217"/>
                  </a:lnTo>
                  <a:lnTo>
                    <a:pt x="2449" y="3183"/>
                  </a:lnTo>
                  <a:lnTo>
                    <a:pt x="2470" y="3140"/>
                  </a:lnTo>
                  <a:lnTo>
                    <a:pt x="2481" y="3087"/>
                  </a:lnTo>
                  <a:lnTo>
                    <a:pt x="2481" y="3056"/>
                  </a:lnTo>
                  <a:lnTo>
                    <a:pt x="2482" y="3041"/>
                  </a:lnTo>
                  <a:lnTo>
                    <a:pt x="2485" y="3018"/>
                  </a:lnTo>
                  <a:lnTo>
                    <a:pt x="2493" y="3004"/>
                  </a:lnTo>
                  <a:lnTo>
                    <a:pt x="2509" y="2997"/>
                  </a:lnTo>
                  <a:lnTo>
                    <a:pt x="2520" y="2995"/>
                  </a:lnTo>
                  <a:lnTo>
                    <a:pt x="2529" y="2993"/>
                  </a:lnTo>
                  <a:lnTo>
                    <a:pt x="2545" y="2984"/>
                  </a:lnTo>
                  <a:lnTo>
                    <a:pt x="2559" y="2968"/>
                  </a:lnTo>
                  <a:lnTo>
                    <a:pt x="2571" y="2946"/>
                  </a:lnTo>
                  <a:lnTo>
                    <a:pt x="2576" y="2931"/>
                  </a:lnTo>
                  <a:lnTo>
                    <a:pt x="2583" y="2913"/>
                  </a:lnTo>
                  <a:lnTo>
                    <a:pt x="2589" y="2901"/>
                  </a:lnTo>
                  <a:lnTo>
                    <a:pt x="2592" y="2901"/>
                  </a:lnTo>
                  <a:lnTo>
                    <a:pt x="2596" y="2936"/>
                  </a:lnTo>
                  <a:lnTo>
                    <a:pt x="2596" y="3023"/>
                  </a:lnTo>
                  <a:lnTo>
                    <a:pt x="2596" y="3087"/>
                  </a:lnTo>
                  <a:lnTo>
                    <a:pt x="2586" y="3165"/>
                  </a:lnTo>
                  <a:lnTo>
                    <a:pt x="2574" y="3209"/>
                  </a:lnTo>
                  <a:lnTo>
                    <a:pt x="2558" y="3246"/>
                  </a:lnTo>
                  <a:lnTo>
                    <a:pt x="2536" y="3279"/>
                  </a:lnTo>
                  <a:lnTo>
                    <a:pt x="2509" y="3307"/>
                  </a:lnTo>
                  <a:lnTo>
                    <a:pt x="2475" y="3332"/>
                  </a:lnTo>
                  <a:lnTo>
                    <a:pt x="2456" y="3343"/>
                  </a:lnTo>
                  <a:lnTo>
                    <a:pt x="2390" y="3381"/>
                  </a:lnTo>
                  <a:lnTo>
                    <a:pt x="1340" y="3381"/>
                  </a:lnTo>
                  <a:lnTo>
                    <a:pt x="290" y="3381"/>
                  </a:lnTo>
                  <a:lnTo>
                    <a:pt x="223" y="3343"/>
                  </a:lnTo>
                  <a:lnTo>
                    <a:pt x="209" y="3335"/>
                  </a:lnTo>
                  <a:lnTo>
                    <a:pt x="179" y="3311"/>
                  </a:lnTo>
                  <a:lnTo>
                    <a:pt x="151" y="3283"/>
                  </a:lnTo>
                  <a:lnTo>
                    <a:pt x="128" y="3254"/>
                  </a:lnTo>
                  <a:lnTo>
                    <a:pt x="120" y="3240"/>
                  </a:lnTo>
                  <a:lnTo>
                    <a:pt x="81" y="3173"/>
                  </a:lnTo>
                  <a:lnTo>
                    <a:pt x="86" y="1840"/>
                  </a:lnTo>
                  <a:lnTo>
                    <a:pt x="90" y="506"/>
                  </a:lnTo>
                  <a:lnTo>
                    <a:pt x="130" y="451"/>
                  </a:lnTo>
                  <a:lnTo>
                    <a:pt x="143" y="432"/>
                  </a:lnTo>
                  <a:lnTo>
                    <a:pt x="170" y="400"/>
                  </a:lnTo>
                  <a:lnTo>
                    <a:pt x="198" y="376"/>
                  </a:lnTo>
                  <a:lnTo>
                    <a:pt x="229" y="358"/>
                  </a:lnTo>
                  <a:lnTo>
                    <a:pt x="268" y="346"/>
                  </a:lnTo>
                  <a:lnTo>
                    <a:pt x="317" y="338"/>
                  </a:lnTo>
                  <a:lnTo>
                    <a:pt x="413" y="332"/>
                  </a:lnTo>
                  <a:lnTo>
                    <a:pt x="503" y="331"/>
                  </a:lnTo>
                  <a:lnTo>
                    <a:pt x="731" y="331"/>
                  </a:lnTo>
                  <a:lnTo>
                    <a:pt x="731" y="388"/>
                  </a:lnTo>
                  <a:close/>
                  <a:moveTo>
                    <a:pt x="2448" y="356"/>
                  </a:moveTo>
                  <a:lnTo>
                    <a:pt x="2470" y="370"/>
                  </a:lnTo>
                  <a:lnTo>
                    <a:pt x="2522" y="417"/>
                  </a:lnTo>
                  <a:lnTo>
                    <a:pt x="2543" y="443"/>
                  </a:lnTo>
                  <a:lnTo>
                    <a:pt x="2590" y="503"/>
                  </a:lnTo>
                  <a:lnTo>
                    <a:pt x="2593" y="1288"/>
                  </a:lnTo>
                  <a:lnTo>
                    <a:pt x="2594" y="1711"/>
                  </a:lnTo>
                  <a:lnTo>
                    <a:pt x="2589" y="1983"/>
                  </a:lnTo>
                  <a:lnTo>
                    <a:pt x="2583" y="2022"/>
                  </a:lnTo>
                  <a:lnTo>
                    <a:pt x="2578" y="2022"/>
                  </a:lnTo>
                  <a:lnTo>
                    <a:pt x="2575" y="2015"/>
                  </a:lnTo>
                  <a:lnTo>
                    <a:pt x="2569" y="2001"/>
                  </a:lnTo>
                  <a:lnTo>
                    <a:pt x="2557" y="1978"/>
                  </a:lnTo>
                  <a:lnTo>
                    <a:pt x="2543" y="1962"/>
                  </a:lnTo>
                  <a:lnTo>
                    <a:pt x="2527" y="1953"/>
                  </a:lnTo>
                  <a:lnTo>
                    <a:pt x="2518" y="1951"/>
                  </a:lnTo>
                  <a:lnTo>
                    <a:pt x="2483" y="1946"/>
                  </a:lnTo>
                  <a:lnTo>
                    <a:pt x="2478" y="1246"/>
                  </a:lnTo>
                  <a:lnTo>
                    <a:pt x="2473" y="545"/>
                  </a:lnTo>
                  <a:lnTo>
                    <a:pt x="2418" y="496"/>
                  </a:lnTo>
                  <a:lnTo>
                    <a:pt x="2400" y="480"/>
                  </a:lnTo>
                  <a:lnTo>
                    <a:pt x="2367" y="459"/>
                  </a:lnTo>
                  <a:lnTo>
                    <a:pt x="2318" y="450"/>
                  </a:lnTo>
                  <a:lnTo>
                    <a:pt x="2227" y="448"/>
                  </a:lnTo>
                  <a:lnTo>
                    <a:pt x="2156" y="448"/>
                  </a:lnTo>
                  <a:lnTo>
                    <a:pt x="1948" y="448"/>
                  </a:lnTo>
                  <a:lnTo>
                    <a:pt x="1948" y="390"/>
                  </a:lnTo>
                  <a:lnTo>
                    <a:pt x="1948" y="331"/>
                  </a:lnTo>
                  <a:lnTo>
                    <a:pt x="2173" y="331"/>
                  </a:lnTo>
                  <a:lnTo>
                    <a:pt x="2287" y="332"/>
                  </a:lnTo>
                  <a:lnTo>
                    <a:pt x="2390" y="340"/>
                  </a:lnTo>
                  <a:lnTo>
                    <a:pt x="2433" y="350"/>
                  </a:lnTo>
                  <a:lnTo>
                    <a:pt x="2448" y="356"/>
                  </a:lnTo>
                  <a:close/>
                  <a:moveTo>
                    <a:pt x="731" y="573"/>
                  </a:moveTo>
                  <a:lnTo>
                    <a:pt x="731" y="615"/>
                  </a:lnTo>
                  <a:lnTo>
                    <a:pt x="1340" y="615"/>
                  </a:lnTo>
                  <a:lnTo>
                    <a:pt x="1948" y="615"/>
                  </a:lnTo>
                  <a:lnTo>
                    <a:pt x="1948" y="573"/>
                  </a:lnTo>
                  <a:lnTo>
                    <a:pt x="1948" y="531"/>
                  </a:lnTo>
                  <a:lnTo>
                    <a:pt x="2146" y="531"/>
                  </a:lnTo>
                  <a:lnTo>
                    <a:pt x="2251" y="532"/>
                  </a:lnTo>
                  <a:lnTo>
                    <a:pt x="2334" y="540"/>
                  </a:lnTo>
                  <a:lnTo>
                    <a:pt x="2363" y="550"/>
                  </a:lnTo>
                  <a:lnTo>
                    <a:pt x="2371" y="558"/>
                  </a:lnTo>
                  <a:lnTo>
                    <a:pt x="2376" y="563"/>
                  </a:lnTo>
                  <a:lnTo>
                    <a:pt x="2383" y="580"/>
                  </a:lnTo>
                  <a:lnTo>
                    <a:pt x="2390" y="630"/>
                  </a:lnTo>
                  <a:lnTo>
                    <a:pt x="2398" y="881"/>
                  </a:lnTo>
                  <a:lnTo>
                    <a:pt x="2398" y="1265"/>
                  </a:lnTo>
                  <a:lnTo>
                    <a:pt x="2398" y="1946"/>
                  </a:lnTo>
                  <a:lnTo>
                    <a:pt x="2353" y="1951"/>
                  </a:lnTo>
                  <a:lnTo>
                    <a:pt x="2340" y="1953"/>
                  </a:lnTo>
                  <a:lnTo>
                    <a:pt x="2321" y="1959"/>
                  </a:lnTo>
                  <a:lnTo>
                    <a:pt x="2309" y="1971"/>
                  </a:lnTo>
                  <a:lnTo>
                    <a:pt x="2303" y="1990"/>
                  </a:lnTo>
                  <a:lnTo>
                    <a:pt x="2301" y="2003"/>
                  </a:lnTo>
                  <a:lnTo>
                    <a:pt x="2298" y="2024"/>
                  </a:lnTo>
                  <a:lnTo>
                    <a:pt x="2286" y="2046"/>
                  </a:lnTo>
                  <a:lnTo>
                    <a:pt x="2275" y="2055"/>
                  </a:lnTo>
                  <a:lnTo>
                    <a:pt x="2255" y="2061"/>
                  </a:lnTo>
                  <a:lnTo>
                    <a:pt x="2218" y="2053"/>
                  </a:lnTo>
                  <a:lnTo>
                    <a:pt x="2196" y="2041"/>
                  </a:lnTo>
                  <a:lnTo>
                    <a:pt x="2148" y="2013"/>
                  </a:lnTo>
                  <a:lnTo>
                    <a:pt x="2068" y="2088"/>
                  </a:lnTo>
                  <a:lnTo>
                    <a:pt x="1986" y="2165"/>
                  </a:lnTo>
                  <a:lnTo>
                    <a:pt x="1255" y="2168"/>
                  </a:lnTo>
                  <a:lnTo>
                    <a:pt x="845" y="2172"/>
                  </a:lnTo>
                  <a:lnTo>
                    <a:pt x="583" y="2180"/>
                  </a:lnTo>
                  <a:lnTo>
                    <a:pt x="535" y="2188"/>
                  </a:lnTo>
                  <a:lnTo>
                    <a:pt x="524" y="2194"/>
                  </a:lnTo>
                  <a:lnTo>
                    <a:pt x="523" y="2198"/>
                  </a:lnTo>
                  <a:lnTo>
                    <a:pt x="524" y="2202"/>
                  </a:lnTo>
                  <a:lnTo>
                    <a:pt x="535" y="2208"/>
                  </a:lnTo>
                  <a:lnTo>
                    <a:pt x="583" y="2216"/>
                  </a:lnTo>
                  <a:lnTo>
                    <a:pt x="846" y="2224"/>
                  </a:lnTo>
                  <a:lnTo>
                    <a:pt x="1258" y="2228"/>
                  </a:lnTo>
                  <a:lnTo>
                    <a:pt x="1663" y="2231"/>
                  </a:lnTo>
                  <a:lnTo>
                    <a:pt x="1937" y="2239"/>
                  </a:lnTo>
                  <a:lnTo>
                    <a:pt x="1993" y="2246"/>
                  </a:lnTo>
                  <a:lnTo>
                    <a:pt x="2011" y="2252"/>
                  </a:lnTo>
                  <a:lnTo>
                    <a:pt x="2015" y="2256"/>
                  </a:lnTo>
                  <a:lnTo>
                    <a:pt x="2024" y="2270"/>
                  </a:lnTo>
                  <a:lnTo>
                    <a:pt x="2029" y="2295"/>
                  </a:lnTo>
                  <a:lnTo>
                    <a:pt x="2016" y="2316"/>
                  </a:lnTo>
                  <a:lnTo>
                    <a:pt x="1987" y="2331"/>
                  </a:lnTo>
                  <a:lnTo>
                    <a:pt x="1966" y="2336"/>
                  </a:lnTo>
                  <a:lnTo>
                    <a:pt x="1952" y="2340"/>
                  </a:lnTo>
                  <a:lnTo>
                    <a:pt x="1931" y="2348"/>
                  </a:lnTo>
                  <a:lnTo>
                    <a:pt x="1920" y="2360"/>
                  </a:lnTo>
                  <a:lnTo>
                    <a:pt x="1915" y="2378"/>
                  </a:lnTo>
                  <a:lnTo>
                    <a:pt x="1915" y="2390"/>
                  </a:lnTo>
                  <a:lnTo>
                    <a:pt x="1915" y="2431"/>
                  </a:lnTo>
                  <a:lnTo>
                    <a:pt x="1403" y="2435"/>
                  </a:lnTo>
                  <a:lnTo>
                    <a:pt x="1089" y="2438"/>
                  </a:lnTo>
                  <a:lnTo>
                    <a:pt x="936" y="2445"/>
                  </a:lnTo>
                  <a:lnTo>
                    <a:pt x="907" y="2450"/>
                  </a:lnTo>
                  <a:lnTo>
                    <a:pt x="894" y="2457"/>
                  </a:lnTo>
                  <a:lnTo>
                    <a:pt x="890" y="2467"/>
                  </a:lnTo>
                  <a:lnTo>
                    <a:pt x="890" y="2473"/>
                  </a:lnTo>
                  <a:lnTo>
                    <a:pt x="890" y="2479"/>
                  </a:lnTo>
                  <a:lnTo>
                    <a:pt x="894" y="2489"/>
                  </a:lnTo>
                  <a:lnTo>
                    <a:pt x="907" y="2496"/>
                  </a:lnTo>
                  <a:lnTo>
                    <a:pt x="936" y="2501"/>
                  </a:lnTo>
                  <a:lnTo>
                    <a:pt x="1089" y="2508"/>
                  </a:lnTo>
                  <a:lnTo>
                    <a:pt x="1403" y="2511"/>
                  </a:lnTo>
                  <a:lnTo>
                    <a:pt x="1915" y="2515"/>
                  </a:lnTo>
                  <a:lnTo>
                    <a:pt x="1915" y="2556"/>
                  </a:lnTo>
                  <a:lnTo>
                    <a:pt x="1915" y="2568"/>
                  </a:lnTo>
                  <a:lnTo>
                    <a:pt x="1920" y="2585"/>
                  </a:lnTo>
                  <a:lnTo>
                    <a:pt x="1933" y="2597"/>
                  </a:lnTo>
                  <a:lnTo>
                    <a:pt x="1954" y="2607"/>
                  </a:lnTo>
                  <a:lnTo>
                    <a:pt x="1970" y="2611"/>
                  </a:lnTo>
                  <a:lnTo>
                    <a:pt x="1995" y="2619"/>
                  </a:lnTo>
                  <a:lnTo>
                    <a:pt x="2016" y="2636"/>
                  </a:lnTo>
                  <a:lnTo>
                    <a:pt x="2022" y="2650"/>
                  </a:lnTo>
                  <a:lnTo>
                    <a:pt x="2023" y="2658"/>
                  </a:lnTo>
                  <a:lnTo>
                    <a:pt x="2023" y="2663"/>
                  </a:lnTo>
                  <a:lnTo>
                    <a:pt x="2018" y="2672"/>
                  </a:lnTo>
                  <a:lnTo>
                    <a:pt x="1994" y="2682"/>
                  </a:lnTo>
                  <a:lnTo>
                    <a:pt x="1826" y="2693"/>
                  </a:lnTo>
                  <a:lnTo>
                    <a:pt x="1523" y="2698"/>
                  </a:lnTo>
                  <a:lnTo>
                    <a:pt x="1023" y="2706"/>
                  </a:lnTo>
                  <a:lnTo>
                    <a:pt x="1018" y="2743"/>
                  </a:lnTo>
                  <a:lnTo>
                    <a:pt x="1013" y="2781"/>
                  </a:lnTo>
                  <a:lnTo>
                    <a:pt x="1510" y="2781"/>
                  </a:lnTo>
                  <a:lnTo>
                    <a:pt x="2008" y="2781"/>
                  </a:lnTo>
                  <a:lnTo>
                    <a:pt x="2073" y="2848"/>
                  </a:lnTo>
                  <a:lnTo>
                    <a:pt x="2098" y="2873"/>
                  </a:lnTo>
                  <a:lnTo>
                    <a:pt x="2137" y="2904"/>
                  </a:lnTo>
                  <a:lnTo>
                    <a:pt x="2161" y="2912"/>
                  </a:lnTo>
                  <a:lnTo>
                    <a:pt x="2176" y="2911"/>
                  </a:lnTo>
                  <a:lnTo>
                    <a:pt x="2201" y="2902"/>
                  </a:lnTo>
                  <a:lnTo>
                    <a:pt x="2221" y="2890"/>
                  </a:lnTo>
                  <a:lnTo>
                    <a:pt x="2237" y="2880"/>
                  </a:lnTo>
                  <a:lnTo>
                    <a:pt x="2257" y="2875"/>
                  </a:lnTo>
                  <a:lnTo>
                    <a:pt x="2268" y="2877"/>
                  </a:lnTo>
                  <a:lnTo>
                    <a:pt x="2282" y="2889"/>
                  </a:lnTo>
                  <a:lnTo>
                    <a:pt x="2298" y="2925"/>
                  </a:lnTo>
                  <a:lnTo>
                    <a:pt x="2305" y="2951"/>
                  </a:lnTo>
                  <a:lnTo>
                    <a:pt x="2308" y="2964"/>
                  </a:lnTo>
                  <a:lnTo>
                    <a:pt x="2316" y="2982"/>
                  </a:lnTo>
                  <a:lnTo>
                    <a:pt x="2328" y="2993"/>
                  </a:lnTo>
                  <a:lnTo>
                    <a:pt x="2345" y="2998"/>
                  </a:lnTo>
                  <a:lnTo>
                    <a:pt x="2356" y="2998"/>
                  </a:lnTo>
                  <a:lnTo>
                    <a:pt x="2369" y="2998"/>
                  </a:lnTo>
                  <a:lnTo>
                    <a:pt x="2386" y="3003"/>
                  </a:lnTo>
                  <a:lnTo>
                    <a:pt x="2395" y="3016"/>
                  </a:lnTo>
                  <a:lnTo>
                    <a:pt x="2398" y="3042"/>
                  </a:lnTo>
                  <a:lnTo>
                    <a:pt x="2398" y="3061"/>
                  </a:lnTo>
                  <a:lnTo>
                    <a:pt x="2398" y="3084"/>
                  </a:lnTo>
                  <a:lnTo>
                    <a:pt x="2396" y="3120"/>
                  </a:lnTo>
                  <a:lnTo>
                    <a:pt x="2385" y="3140"/>
                  </a:lnTo>
                  <a:lnTo>
                    <a:pt x="2372" y="3151"/>
                  </a:lnTo>
                  <a:lnTo>
                    <a:pt x="2339" y="3163"/>
                  </a:lnTo>
                  <a:lnTo>
                    <a:pt x="2261" y="3174"/>
                  </a:lnTo>
                  <a:lnTo>
                    <a:pt x="2135" y="3179"/>
                  </a:lnTo>
                  <a:lnTo>
                    <a:pt x="1840" y="3180"/>
                  </a:lnTo>
                  <a:lnTo>
                    <a:pt x="1530" y="3178"/>
                  </a:lnTo>
                  <a:lnTo>
                    <a:pt x="723" y="3173"/>
                  </a:lnTo>
                  <a:lnTo>
                    <a:pt x="720" y="3015"/>
                  </a:lnTo>
                  <a:lnTo>
                    <a:pt x="717" y="2943"/>
                  </a:lnTo>
                  <a:lnTo>
                    <a:pt x="710" y="2848"/>
                  </a:lnTo>
                  <a:lnTo>
                    <a:pt x="699" y="2805"/>
                  </a:lnTo>
                  <a:lnTo>
                    <a:pt x="688" y="2785"/>
                  </a:lnTo>
                  <a:lnTo>
                    <a:pt x="666" y="2762"/>
                  </a:lnTo>
                  <a:lnTo>
                    <a:pt x="643" y="2748"/>
                  </a:lnTo>
                  <a:lnTo>
                    <a:pt x="627" y="2739"/>
                  </a:lnTo>
                  <a:lnTo>
                    <a:pt x="592" y="2726"/>
                  </a:lnTo>
                  <a:lnTo>
                    <a:pt x="545" y="2718"/>
                  </a:lnTo>
                  <a:lnTo>
                    <a:pt x="480" y="2715"/>
                  </a:lnTo>
                  <a:lnTo>
                    <a:pt x="436" y="2715"/>
                  </a:lnTo>
                  <a:lnTo>
                    <a:pt x="281" y="2715"/>
                  </a:lnTo>
                  <a:lnTo>
                    <a:pt x="281" y="1653"/>
                  </a:lnTo>
                  <a:lnTo>
                    <a:pt x="282" y="1038"/>
                  </a:lnTo>
                  <a:lnTo>
                    <a:pt x="289" y="659"/>
                  </a:lnTo>
                  <a:lnTo>
                    <a:pt x="298" y="589"/>
                  </a:lnTo>
                  <a:lnTo>
                    <a:pt x="305" y="567"/>
                  </a:lnTo>
                  <a:lnTo>
                    <a:pt x="310" y="561"/>
                  </a:lnTo>
                  <a:lnTo>
                    <a:pt x="319" y="553"/>
                  </a:lnTo>
                  <a:lnTo>
                    <a:pt x="345" y="541"/>
                  </a:lnTo>
                  <a:lnTo>
                    <a:pt x="424" y="532"/>
                  </a:lnTo>
                  <a:lnTo>
                    <a:pt x="535" y="531"/>
                  </a:lnTo>
                  <a:lnTo>
                    <a:pt x="731" y="531"/>
                  </a:lnTo>
                  <a:lnTo>
                    <a:pt x="731" y="573"/>
                  </a:lnTo>
                  <a:close/>
                  <a:moveTo>
                    <a:pt x="2501" y="2065"/>
                  </a:moveTo>
                  <a:lnTo>
                    <a:pt x="2506" y="2078"/>
                  </a:lnTo>
                  <a:lnTo>
                    <a:pt x="2520" y="2100"/>
                  </a:lnTo>
                  <a:lnTo>
                    <a:pt x="2538" y="2120"/>
                  </a:lnTo>
                  <a:lnTo>
                    <a:pt x="2558" y="2134"/>
                  </a:lnTo>
                  <a:lnTo>
                    <a:pt x="2581" y="2145"/>
                  </a:lnTo>
                  <a:lnTo>
                    <a:pt x="2605" y="2150"/>
                  </a:lnTo>
                  <a:lnTo>
                    <a:pt x="2629" y="2149"/>
                  </a:lnTo>
                  <a:lnTo>
                    <a:pt x="2652" y="2142"/>
                  </a:lnTo>
                  <a:lnTo>
                    <a:pt x="2663" y="2136"/>
                  </a:lnTo>
                  <a:lnTo>
                    <a:pt x="2676" y="2128"/>
                  </a:lnTo>
                  <a:lnTo>
                    <a:pt x="2695" y="2121"/>
                  </a:lnTo>
                  <a:lnTo>
                    <a:pt x="2711" y="2125"/>
                  </a:lnTo>
                  <a:lnTo>
                    <a:pt x="2731" y="2141"/>
                  </a:lnTo>
                  <a:lnTo>
                    <a:pt x="2745" y="2155"/>
                  </a:lnTo>
                  <a:lnTo>
                    <a:pt x="2758" y="2168"/>
                  </a:lnTo>
                  <a:lnTo>
                    <a:pt x="2775" y="2188"/>
                  </a:lnTo>
                  <a:lnTo>
                    <a:pt x="2779" y="2205"/>
                  </a:lnTo>
                  <a:lnTo>
                    <a:pt x="2772" y="2226"/>
                  </a:lnTo>
                  <a:lnTo>
                    <a:pt x="2765" y="2240"/>
                  </a:lnTo>
                  <a:lnTo>
                    <a:pt x="2758" y="2253"/>
                  </a:lnTo>
                  <a:lnTo>
                    <a:pt x="2751" y="2274"/>
                  </a:lnTo>
                  <a:lnTo>
                    <a:pt x="2752" y="2295"/>
                  </a:lnTo>
                  <a:lnTo>
                    <a:pt x="2762" y="2321"/>
                  </a:lnTo>
                  <a:lnTo>
                    <a:pt x="2770" y="2338"/>
                  </a:lnTo>
                  <a:lnTo>
                    <a:pt x="2776" y="2351"/>
                  </a:lnTo>
                  <a:lnTo>
                    <a:pt x="2791" y="2374"/>
                  </a:lnTo>
                  <a:lnTo>
                    <a:pt x="2807" y="2390"/>
                  </a:lnTo>
                  <a:lnTo>
                    <a:pt x="2825" y="2399"/>
                  </a:lnTo>
                  <a:lnTo>
                    <a:pt x="2835" y="2401"/>
                  </a:lnTo>
                  <a:lnTo>
                    <a:pt x="2846" y="2403"/>
                  </a:lnTo>
                  <a:lnTo>
                    <a:pt x="2862" y="2410"/>
                  </a:lnTo>
                  <a:lnTo>
                    <a:pt x="2871" y="2425"/>
                  </a:lnTo>
                  <a:lnTo>
                    <a:pt x="2877" y="2450"/>
                  </a:lnTo>
                  <a:lnTo>
                    <a:pt x="2878" y="2468"/>
                  </a:lnTo>
                  <a:lnTo>
                    <a:pt x="2880" y="2487"/>
                  </a:lnTo>
                  <a:lnTo>
                    <a:pt x="2878" y="2513"/>
                  </a:lnTo>
                  <a:lnTo>
                    <a:pt x="2869" y="2527"/>
                  </a:lnTo>
                  <a:lnTo>
                    <a:pt x="2850" y="2535"/>
                  </a:lnTo>
                  <a:lnTo>
                    <a:pt x="2835" y="2538"/>
                  </a:lnTo>
                  <a:lnTo>
                    <a:pt x="2823" y="2541"/>
                  </a:lnTo>
                  <a:lnTo>
                    <a:pt x="2801" y="2554"/>
                  </a:lnTo>
                  <a:lnTo>
                    <a:pt x="2783" y="2572"/>
                  </a:lnTo>
                  <a:lnTo>
                    <a:pt x="2769" y="2594"/>
                  </a:lnTo>
                  <a:lnTo>
                    <a:pt x="2760" y="2618"/>
                  </a:lnTo>
                  <a:lnTo>
                    <a:pt x="2755" y="2644"/>
                  </a:lnTo>
                  <a:lnTo>
                    <a:pt x="2756" y="2670"/>
                  </a:lnTo>
                  <a:lnTo>
                    <a:pt x="2763" y="2694"/>
                  </a:lnTo>
                  <a:lnTo>
                    <a:pt x="2770" y="2705"/>
                  </a:lnTo>
                  <a:lnTo>
                    <a:pt x="2778" y="2717"/>
                  </a:lnTo>
                  <a:lnTo>
                    <a:pt x="2786" y="2735"/>
                  </a:lnTo>
                  <a:lnTo>
                    <a:pt x="2783" y="2752"/>
                  </a:lnTo>
                  <a:lnTo>
                    <a:pt x="2767" y="2772"/>
                  </a:lnTo>
                  <a:lnTo>
                    <a:pt x="2753" y="2786"/>
                  </a:lnTo>
                  <a:lnTo>
                    <a:pt x="2739" y="2800"/>
                  </a:lnTo>
                  <a:lnTo>
                    <a:pt x="2719" y="2816"/>
                  </a:lnTo>
                  <a:lnTo>
                    <a:pt x="2702" y="2819"/>
                  </a:lnTo>
                  <a:lnTo>
                    <a:pt x="2684" y="2811"/>
                  </a:lnTo>
                  <a:lnTo>
                    <a:pt x="2671" y="2803"/>
                  </a:lnTo>
                  <a:lnTo>
                    <a:pt x="2660" y="2797"/>
                  </a:lnTo>
                  <a:lnTo>
                    <a:pt x="2636" y="2790"/>
                  </a:lnTo>
                  <a:lnTo>
                    <a:pt x="2611" y="2789"/>
                  </a:lnTo>
                  <a:lnTo>
                    <a:pt x="2585" y="2793"/>
                  </a:lnTo>
                  <a:lnTo>
                    <a:pt x="2560" y="2803"/>
                  </a:lnTo>
                  <a:lnTo>
                    <a:pt x="2538" y="2817"/>
                  </a:lnTo>
                  <a:lnTo>
                    <a:pt x="2521" y="2835"/>
                  </a:lnTo>
                  <a:lnTo>
                    <a:pt x="2508" y="2856"/>
                  </a:lnTo>
                  <a:lnTo>
                    <a:pt x="2505" y="2868"/>
                  </a:lnTo>
                  <a:lnTo>
                    <a:pt x="2502" y="2883"/>
                  </a:lnTo>
                  <a:lnTo>
                    <a:pt x="2494" y="2903"/>
                  </a:lnTo>
                  <a:lnTo>
                    <a:pt x="2479" y="2912"/>
                  </a:lnTo>
                  <a:lnTo>
                    <a:pt x="2454" y="2913"/>
                  </a:lnTo>
                  <a:lnTo>
                    <a:pt x="2435" y="2911"/>
                  </a:lnTo>
                  <a:lnTo>
                    <a:pt x="2418" y="2910"/>
                  </a:lnTo>
                  <a:lnTo>
                    <a:pt x="2393" y="2904"/>
                  </a:lnTo>
                  <a:lnTo>
                    <a:pt x="2377" y="2893"/>
                  </a:lnTo>
                  <a:lnTo>
                    <a:pt x="2368" y="2876"/>
                  </a:lnTo>
                  <a:lnTo>
                    <a:pt x="2365" y="2865"/>
                  </a:lnTo>
                  <a:lnTo>
                    <a:pt x="2362" y="2854"/>
                  </a:lnTo>
                  <a:lnTo>
                    <a:pt x="2350" y="2836"/>
                  </a:lnTo>
                  <a:lnTo>
                    <a:pt x="2333" y="2820"/>
                  </a:lnTo>
                  <a:lnTo>
                    <a:pt x="2308" y="2806"/>
                  </a:lnTo>
                  <a:lnTo>
                    <a:pt x="2293" y="2800"/>
                  </a:lnTo>
                  <a:lnTo>
                    <a:pt x="2274" y="2793"/>
                  </a:lnTo>
                  <a:lnTo>
                    <a:pt x="2246" y="2786"/>
                  </a:lnTo>
                  <a:lnTo>
                    <a:pt x="2227" y="2786"/>
                  </a:lnTo>
                  <a:lnTo>
                    <a:pt x="2210" y="2796"/>
                  </a:lnTo>
                  <a:lnTo>
                    <a:pt x="2200" y="2805"/>
                  </a:lnTo>
                  <a:lnTo>
                    <a:pt x="2189" y="2814"/>
                  </a:lnTo>
                  <a:lnTo>
                    <a:pt x="2174" y="2823"/>
                  </a:lnTo>
                  <a:lnTo>
                    <a:pt x="2158" y="2821"/>
                  </a:lnTo>
                  <a:lnTo>
                    <a:pt x="2137" y="2806"/>
                  </a:lnTo>
                  <a:lnTo>
                    <a:pt x="2121" y="2793"/>
                  </a:lnTo>
                  <a:lnTo>
                    <a:pt x="2106" y="2779"/>
                  </a:lnTo>
                  <a:lnTo>
                    <a:pt x="2088" y="2760"/>
                  </a:lnTo>
                  <a:lnTo>
                    <a:pt x="2084" y="2744"/>
                  </a:lnTo>
                  <a:lnTo>
                    <a:pt x="2093" y="2724"/>
                  </a:lnTo>
                  <a:lnTo>
                    <a:pt x="2103" y="2710"/>
                  </a:lnTo>
                  <a:lnTo>
                    <a:pt x="2112" y="2696"/>
                  </a:lnTo>
                  <a:lnTo>
                    <a:pt x="2121" y="2675"/>
                  </a:lnTo>
                  <a:lnTo>
                    <a:pt x="2122" y="2654"/>
                  </a:lnTo>
                  <a:lnTo>
                    <a:pt x="2114" y="2628"/>
                  </a:lnTo>
                  <a:lnTo>
                    <a:pt x="2106" y="2610"/>
                  </a:lnTo>
                  <a:lnTo>
                    <a:pt x="2099" y="2594"/>
                  </a:lnTo>
                  <a:lnTo>
                    <a:pt x="2084" y="2570"/>
                  </a:lnTo>
                  <a:lnTo>
                    <a:pt x="2067" y="2554"/>
                  </a:lnTo>
                  <a:lnTo>
                    <a:pt x="2045" y="2543"/>
                  </a:lnTo>
                  <a:lnTo>
                    <a:pt x="2031" y="2540"/>
                  </a:lnTo>
                  <a:lnTo>
                    <a:pt x="2016" y="2536"/>
                  </a:lnTo>
                  <a:lnTo>
                    <a:pt x="1996" y="2527"/>
                  </a:lnTo>
                  <a:lnTo>
                    <a:pt x="1985" y="2513"/>
                  </a:lnTo>
                  <a:lnTo>
                    <a:pt x="1982" y="2489"/>
                  </a:lnTo>
                  <a:lnTo>
                    <a:pt x="1981" y="2471"/>
                  </a:lnTo>
                  <a:lnTo>
                    <a:pt x="1982" y="2454"/>
                  </a:lnTo>
                  <a:lnTo>
                    <a:pt x="1985" y="2430"/>
                  </a:lnTo>
                  <a:lnTo>
                    <a:pt x="1996" y="2416"/>
                  </a:lnTo>
                  <a:lnTo>
                    <a:pt x="2015" y="2408"/>
                  </a:lnTo>
                  <a:lnTo>
                    <a:pt x="2030" y="2405"/>
                  </a:lnTo>
                  <a:lnTo>
                    <a:pt x="2042" y="2402"/>
                  </a:lnTo>
                  <a:lnTo>
                    <a:pt x="2063" y="2391"/>
                  </a:lnTo>
                  <a:lnTo>
                    <a:pt x="2081" y="2375"/>
                  </a:lnTo>
                  <a:lnTo>
                    <a:pt x="2097" y="2352"/>
                  </a:lnTo>
                  <a:lnTo>
                    <a:pt x="2105" y="2338"/>
                  </a:lnTo>
                  <a:lnTo>
                    <a:pt x="2113" y="2319"/>
                  </a:lnTo>
                  <a:lnTo>
                    <a:pt x="2123" y="2293"/>
                  </a:lnTo>
                  <a:lnTo>
                    <a:pt x="2122" y="2272"/>
                  </a:lnTo>
                  <a:lnTo>
                    <a:pt x="2112" y="2251"/>
                  </a:lnTo>
                  <a:lnTo>
                    <a:pt x="2103" y="2238"/>
                  </a:lnTo>
                  <a:lnTo>
                    <a:pt x="2094" y="2224"/>
                  </a:lnTo>
                  <a:lnTo>
                    <a:pt x="2085" y="2204"/>
                  </a:lnTo>
                  <a:lnTo>
                    <a:pt x="2088" y="2188"/>
                  </a:lnTo>
                  <a:lnTo>
                    <a:pt x="2104" y="2167"/>
                  </a:lnTo>
                  <a:lnTo>
                    <a:pt x="2118" y="2153"/>
                  </a:lnTo>
                  <a:lnTo>
                    <a:pt x="2132" y="2139"/>
                  </a:lnTo>
                  <a:lnTo>
                    <a:pt x="2152" y="2123"/>
                  </a:lnTo>
                  <a:lnTo>
                    <a:pt x="2169" y="2120"/>
                  </a:lnTo>
                  <a:lnTo>
                    <a:pt x="2190" y="2130"/>
                  </a:lnTo>
                  <a:lnTo>
                    <a:pt x="2205" y="2140"/>
                  </a:lnTo>
                  <a:lnTo>
                    <a:pt x="2219" y="2149"/>
                  </a:lnTo>
                  <a:lnTo>
                    <a:pt x="2239" y="2159"/>
                  </a:lnTo>
                  <a:lnTo>
                    <a:pt x="2258" y="2158"/>
                  </a:lnTo>
                  <a:lnTo>
                    <a:pt x="2283" y="2147"/>
                  </a:lnTo>
                  <a:lnTo>
                    <a:pt x="2301" y="2136"/>
                  </a:lnTo>
                  <a:lnTo>
                    <a:pt x="2323" y="2122"/>
                  </a:lnTo>
                  <a:lnTo>
                    <a:pt x="2349" y="2094"/>
                  </a:lnTo>
                  <a:lnTo>
                    <a:pt x="2359" y="2077"/>
                  </a:lnTo>
                  <a:lnTo>
                    <a:pt x="2361" y="2070"/>
                  </a:lnTo>
                  <a:lnTo>
                    <a:pt x="2363" y="2061"/>
                  </a:lnTo>
                  <a:lnTo>
                    <a:pt x="2371" y="2046"/>
                  </a:lnTo>
                  <a:lnTo>
                    <a:pt x="2383" y="2036"/>
                  </a:lnTo>
                  <a:lnTo>
                    <a:pt x="2401" y="2028"/>
                  </a:lnTo>
                  <a:lnTo>
                    <a:pt x="2411" y="2026"/>
                  </a:lnTo>
                  <a:lnTo>
                    <a:pt x="2450" y="2021"/>
                  </a:lnTo>
                  <a:lnTo>
                    <a:pt x="2470" y="2016"/>
                  </a:lnTo>
                  <a:lnTo>
                    <a:pt x="2476" y="2019"/>
                  </a:lnTo>
                  <a:lnTo>
                    <a:pt x="2493" y="2045"/>
                  </a:lnTo>
                  <a:lnTo>
                    <a:pt x="2501" y="2065"/>
                  </a:lnTo>
                  <a:close/>
                  <a:moveTo>
                    <a:pt x="621" y="2835"/>
                  </a:moveTo>
                  <a:lnTo>
                    <a:pt x="628" y="2845"/>
                  </a:lnTo>
                  <a:lnTo>
                    <a:pt x="638" y="2875"/>
                  </a:lnTo>
                  <a:lnTo>
                    <a:pt x="647" y="2937"/>
                  </a:lnTo>
                  <a:lnTo>
                    <a:pt x="648" y="2996"/>
                  </a:lnTo>
                  <a:lnTo>
                    <a:pt x="648" y="3121"/>
                  </a:lnTo>
                  <a:lnTo>
                    <a:pt x="563" y="3040"/>
                  </a:lnTo>
                  <a:lnTo>
                    <a:pt x="482" y="2957"/>
                  </a:lnTo>
                  <a:lnTo>
                    <a:pt x="411" y="2876"/>
                  </a:lnTo>
                  <a:lnTo>
                    <a:pt x="345" y="2798"/>
                  </a:lnTo>
                  <a:lnTo>
                    <a:pt x="471" y="2798"/>
                  </a:lnTo>
                  <a:lnTo>
                    <a:pt x="510" y="2798"/>
                  </a:lnTo>
                  <a:lnTo>
                    <a:pt x="562" y="2801"/>
                  </a:lnTo>
                  <a:lnTo>
                    <a:pt x="594" y="2809"/>
                  </a:lnTo>
                  <a:lnTo>
                    <a:pt x="613" y="2824"/>
                  </a:lnTo>
                  <a:lnTo>
                    <a:pt x="621" y="28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5" name="Freeform 21">
              <a:extLst>
                <a:ext uri="{FF2B5EF4-FFF2-40B4-BE49-F238E27FC236}">
                  <a16:creationId xmlns:a16="http://schemas.microsoft.com/office/drawing/2014/main" id="{387279BD-4807-169D-8339-242504609EF3}"/>
                </a:ext>
              </a:extLst>
            </p:cNvPr>
            <p:cNvSpPr>
              <a:spLocks noEditPoints="1"/>
            </p:cNvSpPr>
            <p:nvPr/>
          </p:nvSpPr>
          <p:spPr bwMode="auto">
            <a:xfrm>
              <a:off x="10990263" y="712788"/>
              <a:ext cx="449263" cy="449263"/>
            </a:xfrm>
            <a:custGeom>
              <a:avLst/>
              <a:gdLst>
                <a:gd name="T0" fmla="*/ 887 w 1085"/>
                <a:gd name="T1" fmla="*/ 37 h 1083"/>
                <a:gd name="T2" fmla="*/ 900 w 1085"/>
                <a:gd name="T3" fmla="*/ 71 h 1083"/>
                <a:gd name="T4" fmla="*/ 918 w 1085"/>
                <a:gd name="T5" fmla="*/ 99 h 1083"/>
                <a:gd name="T6" fmla="*/ 892 w 1085"/>
                <a:gd name="T7" fmla="*/ 116 h 1083"/>
                <a:gd name="T8" fmla="*/ 850 w 1085"/>
                <a:gd name="T9" fmla="*/ 119 h 1083"/>
                <a:gd name="T10" fmla="*/ 667 w 1085"/>
                <a:gd name="T11" fmla="*/ 180 h 1083"/>
                <a:gd name="T12" fmla="*/ 525 w 1085"/>
                <a:gd name="T13" fmla="*/ 251 h 1083"/>
                <a:gd name="T14" fmla="*/ 449 w 1085"/>
                <a:gd name="T15" fmla="*/ 304 h 1083"/>
                <a:gd name="T16" fmla="*/ 281 w 1085"/>
                <a:gd name="T17" fmla="*/ 475 h 1083"/>
                <a:gd name="T18" fmla="*/ 185 w 1085"/>
                <a:gd name="T19" fmla="*/ 621 h 1083"/>
                <a:gd name="T20" fmla="*/ 142 w 1085"/>
                <a:gd name="T21" fmla="*/ 707 h 1083"/>
                <a:gd name="T22" fmla="*/ 101 w 1085"/>
                <a:gd name="T23" fmla="*/ 815 h 1083"/>
                <a:gd name="T24" fmla="*/ 93 w 1085"/>
                <a:gd name="T25" fmla="*/ 837 h 1083"/>
                <a:gd name="T26" fmla="*/ 51 w 1085"/>
                <a:gd name="T27" fmla="*/ 880 h 1083"/>
                <a:gd name="T28" fmla="*/ 12 w 1085"/>
                <a:gd name="T29" fmla="*/ 924 h 1083"/>
                <a:gd name="T30" fmla="*/ 0 w 1085"/>
                <a:gd name="T31" fmla="*/ 992 h 1083"/>
                <a:gd name="T32" fmla="*/ 29 w 1085"/>
                <a:gd name="T33" fmla="*/ 1050 h 1083"/>
                <a:gd name="T34" fmla="*/ 92 w 1085"/>
                <a:gd name="T35" fmla="*/ 1082 h 1083"/>
                <a:gd name="T36" fmla="*/ 130 w 1085"/>
                <a:gd name="T37" fmla="*/ 1082 h 1083"/>
                <a:gd name="T38" fmla="*/ 185 w 1085"/>
                <a:gd name="T39" fmla="*/ 1058 h 1083"/>
                <a:gd name="T40" fmla="*/ 218 w 1085"/>
                <a:gd name="T41" fmla="*/ 1011 h 1083"/>
                <a:gd name="T42" fmla="*/ 222 w 1085"/>
                <a:gd name="T43" fmla="*/ 954 h 1083"/>
                <a:gd name="T44" fmla="*/ 201 w 1085"/>
                <a:gd name="T45" fmla="*/ 911 h 1083"/>
                <a:gd name="T46" fmla="*/ 200 w 1085"/>
                <a:gd name="T47" fmla="*/ 775 h 1083"/>
                <a:gd name="T48" fmla="*/ 262 w 1085"/>
                <a:gd name="T49" fmla="*/ 637 h 1083"/>
                <a:gd name="T50" fmla="*/ 390 w 1085"/>
                <a:gd name="T51" fmla="*/ 470 h 1083"/>
                <a:gd name="T52" fmla="*/ 476 w 1085"/>
                <a:gd name="T53" fmla="*/ 388 h 1083"/>
                <a:gd name="T54" fmla="*/ 648 w 1085"/>
                <a:gd name="T55" fmla="*/ 272 h 1083"/>
                <a:gd name="T56" fmla="*/ 805 w 1085"/>
                <a:gd name="T57" fmla="*/ 215 h 1083"/>
                <a:gd name="T58" fmla="*/ 914 w 1085"/>
                <a:gd name="T59" fmla="*/ 189 h 1083"/>
                <a:gd name="T60" fmla="*/ 950 w 1085"/>
                <a:gd name="T61" fmla="*/ 193 h 1083"/>
                <a:gd name="T62" fmla="*/ 945 w 1085"/>
                <a:gd name="T63" fmla="*/ 212 h 1083"/>
                <a:gd name="T64" fmla="*/ 928 w 1085"/>
                <a:gd name="T65" fmla="*/ 231 h 1083"/>
                <a:gd name="T66" fmla="*/ 920 w 1085"/>
                <a:gd name="T67" fmla="*/ 281 h 1083"/>
                <a:gd name="T68" fmla="*/ 943 w 1085"/>
                <a:gd name="T69" fmla="*/ 306 h 1083"/>
                <a:gd name="T70" fmla="*/ 966 w 1085"/>
                <a:gd name="T71" fmla="*/ 302 h 1083"/>
                <a:gd name="T72" fmla="*/ 1026 w 1085"/>
                <a:gd name="T73" fmla="*/ 236 h 1083"/>
                <a:gd name="T74" fmla="*/ 1081 w 1085"/>
                <a:gd name="T75" fmla="*/ 151 h 1083"/>
                <a:gd name="T76" fmla="*/ 1080 w 1085"/>
                <a:gd name="T77" fmla="*/ 128 h 1083"/>
                <a:gd name="T78" fmla="*/ 983 w 1085"/>
                <a:gd name="T79" fmla="*/ 37 h 1083"/>
                <a:gd name="T80" fmla="*/ 920 w 1085"/>
                <a:gd name="T81" fmla="*/ 0 h 1083"/>
                <a:gd name="T82" fmla="*/ 895 w 1085"/>
                <a:gd name="T83" fmla="*/ 16 h 1083"/>
                <a:gd name="T84" fmla="*/ 151 w 1085"/>
                <a:gd name="T85" fmla="*/ 966 h 1083"/>
                <a:gd name="T86" fmla="*/ 140 w 1085"/>
                <a:gd name="T87" fmla="*/ 988 h 1083"/>
                <a:gd name="T88" fmla="*/ 100 w 1085"/>
                <a:gd name="T89" fmla="*/ 996 h 1083"/>
                <a:gd name="T90" fmla="*/ 83 w 1085"/>
                <a:gd name="T91" fmla="*/ 990 h 1083"/>
                <a:gd name="T92" fmla="*/ 74 w 1085"/>
                <a:gd name="T93" fmla="*/ 971 h 1083"/>
                <a:gd name="T94" fmla="*/ 92 w 1085"/>
                <a:gd name="T95" fmla="*/ 950 h 1083"/>
                <a:gd name="T96" fmla="*/ 135 w 1085"/>
                <a:gd name="T97" fmla="*/ 946 h 1083"/>
                <a:gd name="T98" fmla="*/ 151 w 1085"/>
                <a:gd name="T99" fmla="*/ 966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85" h="1083">
                  <a:moveTo>
                    <a:pt x="890" y="26"/>
                  </a:moveTo>
                  <a:lnTo>
                    <a:pt x="887" y="37"/>
                  </a:lnTo>
                  <a:lnTo>
                    <a:pt x="892" y="62"/>
                  </a:lnTo>
                  <a:lnTo>
                    <a:pt x="900" y="71"/>
                  </a:lnTo>
                  <a:lnTo>
                    <a:pt x="910" y="82"/>
                  </a:lnTo>
                  <a:lnTo>
                    <a:pt x="918" y="99"/>
                  </a:lnTo>
                  <a:lnTo>
                    <a:pt x="912" y="110"/>
                  </a:lnTo>
                  <a:lnTo>
                    <a:pt x="892" y="116"/>
                  </a:lnTo>
                  <a:lnTo>
                    <a:pt x="876" y="116"/>
                  </a:lnTo>
                  <a:lnTo>
                    <a:pt x="850" y="119"/>
                  </a:lnTo>
                  <a:lnTo>
                    <a:pt x="768" y="142"/>
                  </a:lnTo>
                  <a:lnTo>
                    <a:pt x="667" y="180"/>
                  </a:lnTo>
                  <a:lnTo>
                    <a:pt x="567" y="227"/>
                  </a:lnTo>
                  <a:lnTo>
                    <a:pt x="525" y="251"/>
                  </a:lnTo>
                  <a:lnTo>
                    <a:pt x="499" y="267"/>
                  </a:lnTo>
                  <a:lnTo>
                    <a:pt x="449" y="304"/>
                  </a:lnTo>
                  <a:lnTo>
                    <a:pt x="374" y="370"/>
                  </a:lnTo>
                  <a:lnTo>
                    <a:pt x="281" y="475"/>
                  </a:lnTo>
                  <a:lnTo>
                    <a:pt x="220" y="561"/>
                  </a:lnTo>
                  <a:lnTo>
                    <a:pt x="185" y="621"/>
                  </a:lnTo>
                  <a:lnTo>
                    <a:pt x="170" y="651"/>
                  </a:lnTo>
                  <a:lnTo>
                    <a:pt x="142" y="707"/>
                  </a:lnTo>
                  <a:lnTo>
                    <a:pt x="105" y="796"/>
                  </a:lnTo>
                  <a:lnTo>
                    <a:pt x="101" y="815"/>
                  </a:lnTo>
                  <a:lnTo>
                    <a:pt x="101" y="821"/>
                  </a:lnTo>
                  <a:lnTo>
                    <a:pt x="93" y="837"/>
                  </a:lnTo>
                  <a:lnTo>
                    <a:pt x="72" y="864"/>
                  </a:lnTo>
                  <a:lnTo>
                    <a:pt x="51" y="880"/>
                  </a:lnTo>
                  <a:lnTo>
                    <a:pt x="35" y="893"/>
                  </a:lnTo>
                  <a:lnTo>
                    <a:pt x="12" y="924"/>
                  </a:lnTo>
                  <a:lnTo>
                    <a:pt x="1" y="958"/>
                  </a:lnTo>
                  <a:lnTo>
                    <a:pt x="0" y="992"/>
                  </a:lnTo>
                  <a:lnTo>
                    <a:pt x="10" y="1023"/>
                  </a:lnTo>
                  <a:lnTo>
                    <a:pt x="29" y="1050"/>
                  </a:lnTo>
                  <a:lnTo>
                    <a:pt x="56" y="1071"/>
                  </a:lnTo>
                  <a:lnTo>
                    <a:pt x="92" y="1082"/>
                  </a:lnTo>
                  <a:lnTo>
                    <a:pt x="113" y="1083"/>
                  </a:lnTo>
                  <a:lnTo>
                    <a:pt x="130" y="1082"/>
                  </a:lnTo>
                  <a:lnTo>
                    <a:pt x="160" y="1074"/>
                  </a:lnTo>
                  <a:lnTo>
                    <a:pt x="185" y="1058"/>
                  </a:lnTo>
                  <a:lnTo>
                    <a:pt x="205" y="1036"/>
                  </a:lnTo>
                  <a:lnTo>
                    <a:pt x="218" y="1011"/>
                  </a:lnTo>
                  <a:lnTo>
                    <a:pt x="224" y="983"/>
                  </a:lnTo>
                  <a:lnTo>
                    <a:pt x="222" y="954"/>
                  </a:lnTo>
                  <a:lnTo>
                    <a:pt x="211" y="925"/>
                  </a:lnTo>
                  <a:lnTo>
                    <a:pt x="201" y="911"/>
                  </a:lnTo>
                  <a:lnTo>
                    <a:pt x="166" y="868"/>
                  </a:lnTo>
                  <a:lnTo>
                    <a:pt x="200" y="775"/>
                  </a:lnTo>
                  <a:lnTo>
                    <a:pt x="217" y="727"/>
                  </a:lnTo>
                  <a:lnTo>
                    <a:pt x="262" y="637"/>
                  </a:lnTo>
                  <a:lnTo>
                    <a:pt x="320" y="552"/>
                  </a:lnTo>
                  <a:lnTo>
                    <a:pt x="390" y="470"/>
                  </a:lnTo>
                  <a:lnTo>
                    <a:pt x="431" y="430"/>
                  </a:lnTo>
                  <a:lnTo>
                    <a:pt x="476" y="388"/>
                  </a:lnTo>
                  <a:lnTo>
                    <a:pt x="561" y="323"/>
                  </a:lnTo>
                  <a:lnTo>
                    <a:pt x="648" y="272"/>
                  </a:lnTo>
                  <a:lnTo>
                    <a:pt x="747" y="232"/>
                  </a:lnTo>
                  <a:lnTo>
                    <a:pt x="805" y="215"/>
                  </a:lnTo>
                  <a:lnTo>
                    <a:pt x="849" y="202"/>
                  </a:lnTo>
                  <a:lnTo>
                    <a:pt x="914" y="189"/>
                  </a:lnTo>
                  <a:lnTo>
                    <a:pt x="941" y="189"/>
                  </a:lnTo>
                  <a:lnTo>
                    <a:pt x="950" y="193"/>
                  </a:lnTo>
                  <a:lnTo>
                    <a:pt x="952" y="201"/>
                  </a:lnTo>
                  <a:lnTo>
                    <a:pt x="945" y="212"/>
                  </a:lnTo>
                  <a:lnTo>
                    <a:pt x="938" y="220"/>
                  </a:lnTo>
                  <a:lnTo>
                    <a:pt x="928" y="231"/>
                  </a:lnTo>
                  <a:lnTo>
                    <a:pt x="919" y="256"/>
                  </a:lnTo>
                  <a:lnTo>
                    <a:pt x="920" y="281"/>
                  </a:lnTo>
                  <a:lnTo>
                    <a:pt x="933" y="301"/>
                  </a:lnTo>
                  <a:lnTo>
                    <a:pt x="943" y="306"/>
                  </a:lnTo>
                  <a:lnTo>
                    <a:pt x="950" y="308"/>
                  </a:lnTo>
                  <a:lnTo>
                    <a:pt x="966" y="302"/>
                  </a:lnTo>
                  <a:lnTo>
                    <a:pt x="999" y="273"/>
                  </a:lnTo>
                  <a:lnTo>
                    <a:pt x="1026" y="236"/>
                  </a:lnTo>
                  <a:lnTo>
                    <a:pt x="1049" y="204"/>
                  </a:lnTo>
                  <a:lnTo>
                    <a:pt x="1081" y="151"/>
                  </a:lnTo>
                  <a:lnTo>
                    <a:pt x="1085" y="140"/>
                  </a:lnTo>
                  <a:lnTo>
                    <a:pt x="1080" y="128"/>
                  </a:lnTo>
                  <a:lnTo>
                    <a:pt x="1040" y="85"/>
                  </a:lnTo>
                  <a:lnTo>
                    <a:pt x="983" y="37"/>
                  </a:lnTo>
                  <a:lnTo>
                    <a:pt x="933" y="3"/>
                  </a:lnTo>
                  <a:lnTo>
                    <a:pt x="920" y="0"/>
                  </a:lnTo>
                  <a:lnTo>
                    <a:pt x="911" y="1"/>
                  </a:lnTo>
                  <a:lnTo>
                    <a:pt x="895" y="16"/>
                  </a:lnTo>
                  <a:lnTo>
                    <a:pt x="890" y="26"/>
                  </a:lnTo>
                  <a:close/>
                  <a:moveTo>
                    <a:pt x="151" y="966"/>
                  </a:moveTo>
                  <a:lnTo>
                    <a:pt x="150" y="975"/>
                  </a:lnTo>
                  <a:lnTo>
                    <a:pt x="140" y="988"/>
                  </a:lnTo>
                  <a:lnTo>
                    <a:pt x="122" y="995"/>
                  </a:lnTo>
                  <a:lnTo>
                    <a:pt x="100" y="996"/>
                  </a:lnTo>
                  <a:lnTo>
                    <a:pt x="90" y="993"/>
                  </a:lnTo>
                  <a:lnTo>
                    <a:pt x="83" y="990"/>
                  </a:lnTo>
                  <a:lnTo>
                    <a:pt x="75" y="984"/>
                  </a:lnTo>
                  <a:lnTo>
                    <a:pt x="74" y="971"/>
                  </a:lnTo>
                  <a:lnTo>
                    <a:pt x="85" y="958"/>
                  </a:lnTo>
                  <a:lnTo>
                    <a:pt x="92" y="950"/>
                  </a:lnTo>
                  <a:lnTo>
                    <a:pt x="114" y="943"/>
                  </a:lnTo>
                  <a:lnTo>
                    <a:pt x="135" y="946"/>
                  </a:lnTo>
                  <a:lnTo>
                    <a:pt x="150" y="958"/>
                  </a:lnTo>
                  <a:lnTo>
                    <a:pt x="151" y="9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6" name="Freeform 22">
              <a:extLst>
                <a:ext uri="{FF2B5EF4-FFF2-40B4-BE49-F238E27FC236}">
                  <a16:creationId xmlns:a16="http://schemas.microsoft.com/office/drawing/2014/main" id="{900C7135-08C8-7826-A045-61CAE70C2311}"/>
                </a:ext>
              </a:extLst>
            </p:cNvPr>
            <p:cNvSpPr>
              <a:spLocks/>
            </p:cNvSpPr>
            <p:nvPr/>
          </p:nvSpPr>
          <p:spPr bwMode="auto">
            <a:xfrm>
              <a:off x="10958513" y="727076"/>
              <a:ext cx="93663" cy="88900"/>
            </a:xfrm>
            <a:custGeom>
              <a:avLst/>
              <a:gdLst>
                <a:gd name="T0" fmla="*/ 2 w 227"/>
                <a:gd name="T1" fmla="*/ 18 h 214"/>
                <a:gd name="T2" fmla="*/ 0 w 227"/>
                <a:gd name="T3" fmla="*/ 22 h 214"/>
                <a:gd name="T4" fmla="*/ 1 w 227"/>
                <a:gd name="T5" fmla="*/ 33 h 214"/>
                <a:gd name="T6" fmla="*/ 9 w 227"/>
                <a:gd name="T7" fmla="*/ 53 h 214"/>
                <a:gd name="T8" fmla="*/ 19 w 227"/>
                <a:gd name="T9" fmla="*/ 67 h 214"/>
                <a:gd name="T10" fmla="*/ 28 w 227"/>
                <a:gd name="T11" fmla="*/ 77 h 214"/>
                <a:gd name="T12" fmla="*/ 38 w 227"/>
                <a:gd name="T13" fmla="*/ 92 h 214"/>
                <a:gd name="T14" fmla="*/ 39 w 227"/>
                <a:gd name="T15" fmla="*/ 106 h 214"/>
                <a:gd name="T16" fmla="*/ 30 w 227"/>
                <a:gd name="T17" fmla="*/ 123 h 214"/>
                <a:gd name="T18" fmla="*/ 22 w 227"/>
                <a:gd name="T19" fmla="*/ 135 h 214"/>
                <a:gd name="T20" fmla="*/ 14 w 227"/>
                <a:gd name="T21" fmla="*/ 147 h 214"/>
                <a:gd name="T22" fmla="*/ 5 w 227"/>
                <a:gd name="T23" fmla="*/ 169 h 214"/>
                <a:gd name="T24" fmla="*/ 3 w 227"/>
                <a:gd name="T25" fmla="*/ 187 h 214"/>
                <a:gd name="T26" fmla="*/ 7 w 227"/>
                <a:gd name="T27" fmla="*/ 202 h 214"/>
                <a:gd name="T28" fmla="*/ 17 w 227"/>
                <a:gd name="T29" fmla="*/ 211 h 214"/>
                <a:gd name="T30" fmla="*/ 31 w 227"/>
                <a:gd name="T31" fmla="*/ 214 h 214"/>
                <a:gd name="T32" fmla="*/ 49 w 227"/>
                <a:gd name="T33" fmla="*/ 210 h 214"/>
                <a:gd name="T34" fmla="*/ 70 w 227"/>
                <a:gd name="T35" fmla="*/ 198 h 214"/>
                <a:gd name="T36" fmla="*/ 81 w 227"/>
                <a:gd name="T37" fmla="*/ 188 h 214"/>
                <a:gd name="T38" fmla="*/ 91 w 227"/>
                <a:gd name="T39" fmla="*/ 180 h 214"/>
                <a:gd name="T40" fmla="*/ 105 w 227"/>
                <a:gd name="T41" fmla="*/ 171 h 214"/>
                <a:gd name="T42" fmla="*/ 117 w 227"/>
                <a:gd name="T43" fmla="*/ 171 h 214"/>
                <a:gd name="T44" fmla="*/ 133 w 227"/>
                <a:gd name="T45" fmla="*/ 182 h 214"/>
                <a:gd name="T46" fmla="*/ 144 w 227"/>
                <a:gd name="T47" fmla="*/ 192 h 214"/>
                <a:gd name="T48" fmla="*/ 157 w 227"/>
                <a:gd name="T49" fmla="*/ 202 h 214"/>
                <a:gd name="T50" fmla="*/ 185 w 227"/>
                <a:gd name="T51" fmla="*/ 211 h 214"/>
                <a:gd name="T52" fmla="*/ 210 w 227"/>
                <a:gd name="T53" fmla="*/ 209 h 214"/>
                <a:gd name="T54" fmla="*/ 223 w 227"/>
                <a:gd name="T55" fmla="*/ 198 h 214"/>
                <a:gd name="T56" fmla="*/ 227 w 227"/>
                <a:gd name="T57" fmla="*/ 188 h 214"/>
                <a:gd name="T58" fmla="*/ 227 w 227"/>
                <a:gd name="T59" fmla="*/ 182 h 214"/>
                <a:gd name="T60" fmla="*/ 226 w 227"/>
                <a:gd name="T61" fmla="*/ 171 h 214"/>
                <a:gd name="T62" fmla="*/ 211 w 227"/>
                <a:gd name="T63" fmla="*/ 143 h 214"/>
                <a:gd name="T64" fmla="*/ 199 w 227"/>
                <a:gd name="T65" fmla="*/ 130 h 214"/>
                <a:gd name="T66" fmla="*/ 190 w 227"/>
                <a:gd name="T67" fmla="*/ 120 h 214"/>
                <a:gd name="T68" fmla="*/ 181 w 227"/>
                <a:gd name="T69" fmla="*/ 106 h 214"/>
                <a:gd name="T70" fmla="*/ 181 w 227"/>
                <a:gd name="T71" fmla="*/ 94 h 214"/>
                <a:gd name="T72" fmla="*/ 192 w 227"/>
                <a:gd name="T73" fmla="*/ 79 h 214"/>
                <a:gd name="T74" fmla="*/ 201 w 227"/>
                <a:gd name="T75" fmla="*/ 68 h 214"/>
                <a:gd name="T76" fmla="*/ 211 w 227"/>
                <a:gd name="T77" fmla="*/ 55 h 214"/>
                <a:gd name="T78" fmla="*/ 221 w 227"/>
                <a:gd name="T79" fmla="*/ 31 h 214"/>
                <a:gd name="T80" fmla="*/ 217 w 227"/>
                <a:gd name="T81" fmla="*/ 12 h 214"/>
                <a:gd name="T82" fmla="*/ 200 w 227"/>
                <a:gd name="T83" fmla="*/ 1 h 214"/>
                <a:gd name="T84" fmla="*/ 187 w 227"/>
                <a:gd name="T85" fmla="*/ 0 h 214"/>
                <a:gd name="T86" fmla="*/ 177 w 227"/>
                <a:gd name="T87" fmla="*/ 1 h 214"/>
                <a:gd name="T88" fmla="*/ 154 w 227"/>
                <a:gd name="T89" fmla="*/ 15 h 214"/>
                <a:gd name="T90" fmla="*/ 144 w 227"/>
                <a:gd name="T91" fmla="*/ 25 h 214"/>
                <a:gd name="T92" fmla="*/ 137 w 227"/>
                <a:gd name="T93" fmla="*/ 32 h 214"/>
                <a:gd name="T94" fmla="*/ 126 w 227"/>
                <a:gd name="T95" fmla="*/ 41 h 214"/>
                <a:gd name="T96" fmla="*/ 115 w 227"/>
                <a:gd name="T97" fmla="*/ 41 h 214"/>
                <a:gd name="T98" fmla="*/ 100 w 227"/>
                <a:gd name="T99" fmla="*/ 32 h 214"/>
                <a:gd name="T100" fmla="*/ 89 w 227"/>
                <a:gd name="T101" fmla="*/ 25 h 214"/>
                <a:gd name="T102" fmla="*/ 74 w 227"/>
                <a:gd name="T103" fmla="*/ 15 h 214"/>
                <a:gd name="T104" fmla="*/ 47 w 227"/>
                <a:gd name="T105" fmla="*/ 3 h 214"/>
                <a:gd name="T106" fmla="*/ 25 w 227"/>
                <a:gd name="T107" fmla="*/ 1 h 214"/>
                <a:gd name="T108" fmla="*/ 8 w 227"/>
                <a:gd name="T109" fmla="*/ 10 h 214"/>
                <a:gd name="T110" fmla="*/ 2 w 227"/>
                <a:gd name="T111" fmla="*/ 18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27" h="214">
                  <a:moveTo>
                    <a:pt x="2" y="18"/>
                  </a:moveTo>
                  <a:lnTo>
                    <a:pt x="0" y="22"/>
                  </a:lnTo>
                  <a:lnTo>
                    <a:pt x="1" y="33"/>
                  </a:lnTo>
                  <a:lnTo>
                    <a:pt x="9" y="53"/>
                  </a:lnTo>
                  <a:lnTo>
                    <a:pt x="19" y="67"/>
                  </a:lnTo>
                  <a:lnTo>
                    <a:pt x="28" y="77"/>
                  </a:lnTo>
                  <a:lnTo>
                    <a:pt x="38" y="92"/>
                  </a:lnTo>
                  <a:lnTo>
                    <a:pt x="39" y="106"/>
                  </a:lnTo>
                  <a:lnTo>
                    <a:pt x="30" y="123"/>
                  </a:lnTo>
                  <a:lnTo>
                    <a:pt x="22" y="135"/>
                  </a:lnTo>
                  <a:lnTo>
                    <a:pt x="14" y="147"/>
                  </a:lnTo>
                  <a:lnTo>
                    <a:pt x="5" y="169"/>
                  </a:lnTo>
                  <a:lnTo>
                    <a:pt x="3" y="187"/>
                  </a:lnTo>
                  <a:lnTo>
                    <a:pt x="7" y="202"/>
                  </a:lnTo>
                  <a:lnTo>
                    <a:pt x="17" y="211"/>
                  </a:lnTo>
                  <a:lnTo>
                    <a:pt x="31" y="214"/>
                  </a:lnTo>
                  <a:lnTo>
                    <a:pt x="49" y="210"/>
                  </a:lnTo>
                  <a:lnTo>
                    <a:pt x="70" y="198"/>
                  </a:lnTo>
                  <a:lnTo>
                    <a:pt x="81" y="188"/>
                  </a:lnTo>
                  <a:lnTo>
                    <a:pt x="91" y="180"/>
                  </a:lnTo>
                  <a:lnTo>
                    <a:pt x="105" y="171"/>
                  </a:lnTo>
                  <a:lnTo>
                    <a:pt x="117" y="171"/>
                  </a:lnTo>
                  <a:lnTo>
                    <a:pt x="133" y="182"/>
                  </a:lnTo>
                  <a:lnTo>
                    <a:pt x="144" y="192"/>
                  </a:lnTo>
                  <a:lnTo>
                    <a:pt x="157" y="202"/>
                  </a:lnTo>
                  <a:lnTo>
                    <a:pt x="185" y="211"/>
                  </a:lnTo>
                  <a:lnTo>
                    <a:pt x="210" y="209"/>
                  </a:lnTo>
                  <a:lnTo>
                    <a:pt x="223" y="198"/>
                  </a:lnTo>
                  <a:lnTo>
                    <a:pt x="227" y="188"/>
                  </a:lnTo>
                  <a:lnTo>
                    <a:pt x="227" y="182"/>
                  </a:lnTo>
                  <a:lnTo>
                    <a:pt x="226" y="171"/>
                  </a:lnTo>
                  <a:lnTo>
                    <a:pt x="211" y="143"/>
                  </a:lnTo>
                  <a:lnTo>
                    <a:pt x="199" y="130"/>
                  </a:lnTo>
                  <a:lnTo>
                    <a:pt x="190" y="120"/>
                  </a:lnTo>
                  <a:lnTo>
                    <a:pt x="181" y="106"/>
                  </a:lnTo>
                  <a:lnTo>
                    <a:pt x="181" y="94"/>
                  </a:lnTo>
                  <a:lnTo>
                    <a:pt x="192" y="79"/>
                  </a:lnTo>
                  <a:lnTo>
                    <a:pt x="201" y="68"/>
                  </a:lnTo>
                  <a:lnTo>
                    <a:pt x="211" y="55"/>
                  </a:lnTo>
                  <a:lnTo>
                    <a:pt x="221" y="31"/>
                  </a:lnTo>
                  <a:lnTo>
                    <a:pt x="217" y="12"/>
                  </a:lnTo>
                  <a:lnTo>
                    <a:pt x="200" y="1"/>
                  </a:lnTo>
                  <a:lnTo>
                    <a:pt x="187" y="0"/>
                  </a:lnTo>
                  <a:lnTo>
                    <a:pt x="177" y="1"/>
                  </a:lnTo>
                  <a:lnTo>
                    <a:pt x="154" y="15"/>
                  </a:lnTo>
                  <a:lnTo>
                    <a:pt x="144" y="25"/>
                  </a:lnTo>
                  <a:lnTo>
                    <a:pt x="137" y="32"/>
                  </a:lnTo>
                  <a:lnTo>
                    <a:pt x="126" y="41"/>
                  </a:lnTo>
                  <a:lnTo>
                    <a:pt x="115" y="41"/>
                  </a:lnTo>
                  <a:lnTo>
                    <a:pt x="100" y="32"/>
                  </a:lnTo>
                  <a:lnTo>
                    <a:pt x="89" y="25"/>
                  </a:lnTo>
                  <a:lnTo>
                    <a:pt x="74" y="15"/>
                  </a:lnTo>
                  <a:lnTo>
                    <a:pt x="47" y="3"/>
                  </a:lnTo>
                  <a:lnTo>
                    <a:pt x="25" y="1"/>
                  </a:lnTo>
                  <a:lnTo>
                    <a:pt x="8" y="10"/>
                  </a:lnTo>
                  <a:lnTo>
                    <a:pt x="2"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7" name="Freeform 23">
              <a:extLst>
                <a:ext uri="{FF2B5EF4-FFF2-40B4-BE49-F238E27FC236}">
                  <a16:creationId xmlns:a16="http://schemas.microsoft.com/office/drawing/2014/main" id="{8BF01EEA-C348-CE6A-CE50-A8AD8F8EAEF2}"/>
                </a:ext>
              </a:extLst>
            </p:cNvPr>
            <p:cNvSpPr>
              <a:spLocks/>
            </p:cNvSpPr>
            <p:nvPr/>
          </p:nvSpPr>
          <p:spPr bwMode="auto">
            <a:xfrm>
              <a:off x="11349038" y="1058863"/>
              <a:ext cx="95250" cy="87313"/>
            </a:xfrm>
            <a:custGeom>
              <a:avLst/>
              <a:gdLst>
                <a:gd name="T0" fmla="*/ 8 w 227"/>
                <a:gd name="T1" fmla="*/ 17 h 213"/>
                <a:gd name="T2" fmla="*/ 6 w 227"/>
                <a:gd name="T3" fmla="*/ 21 h 213"/>
                <a:gd name="T4" fmla="*/ 7 w 227"/>
                <a:gd name="T5" fmla="*/ 32 h 213"/>
                <a:gd name="T6" fmla="*/ 15 w 227"/>
                <a:gd name="T7" fmla="*/ 53 h 213"/>
                <a:gd name="T8" fmla="*/ 27 w 227"/>
                <a:gd name="T9" fmla="*/ 67 h 213"/>
                <a:gd name="T10" fmla="*/ 36 w 227"/>
                <a:gd name="T11" fmla="*/ 78 h 213"/>
                <a:gd name="T12" fmla="*/ 46 w 227"/>
                <a:gd name="T13" fmla="*/ 93 h 213"/>
                <a:gd name="T14" fmla="*/ 46 w 227"/>
                <a:gd name="T15" fmla="*/ 105 h 213"/>
                <a:gd name="T16" fmla="*/ 37 w 227"/>
                <a:gd name="T17" fmla="*/ 119 h 213"/>
                <a:gd name="T18" fmla="*/ 28 w 227"/>
                <a:gd name="T19" fmla="*/ 129 h 213"/>
                <a:gd name="T20" fmla="*/ 16 w 227"/>
                <a:gd name="T21" fmla="*/ 142 h 213"/>
                <a:gd name="T22" fmla="*/ 1 w 227"/>
                <a:gd name="T23" fmla="*/ 170 h 213"/>
                <a:gd name="T24" fmla="*/ 0 w 227"/>
                <a:gd name="T25" fmla="*/ 181 h 213"/>
                <a:gd name="T26" fmla="*/ 0 w 227"/>
                <a:gd name="T27" fmla="*/ 187 h 213"/>
                <a:gd name="T28" fmla="*/ 5 w 227"/>
                <a:gd name="T29" fmla="*/ 197 h 213"/>
                <a:gd name="T30" fmla="*/ 17 w 227"/>
                <a:gd name="T31" fmla="*/ 208 h 213"/>
                <a:gd name="T32" fmla="*/ 42 w 227"/>
                <a:gd name="T33" fmla="*/ 210 h 213"/>
                <a:gd name="T34" fmla="*/ 70 w 227"/>
                <a:gd name="T35" fmla="*/ 201 h 213"/>
                <a:gd name="T36" fmla="*/ 83 w 227"/>
                <a:gd name="T37" fmla="*/ 191 h 213"/>
                <a:gd name="T38" fmla="*/ 94 w 227"/>
                <a:gd name="T39" fmla="*/ 181 h 213"/>
                <a:gd name="T40" fmla="*/ 110 w 227"/>
                <a:gd name="T41" fmla="*/ 170 h 213"/>
                <a:gd name="T42" fmla="*/ 122 w 227"/>
                <a:gd name="T43" fmla="*/ 170 h 213"/>
                <a:gd name="T44" fmla="*/ 137 w 227"/>
                <a:gd name="T45" fmla="*/ 179 h 213"/>
                <a:gd name="T46" fmla="*/ 147 w 227"/>
                <a:gd name="T47" fmla="*/ 187 h 213"/>
                <a:gd name="T48" fmla="*/ 158 w 227"/>
                <a:gd name="T49" fmla="*/ 197 h 213"/>
                <a:gd name="T50" fmla="*/ 178 w 227"/>
                <a:gd name="T51" fmla="*/ 209 h 213"/>
                <a:gd name="T52" fmla="*/ 196 w 227"/>
                <a:gd name="T53" fmla="*/ 213 h 213"/>
                <a:gd name="T54" fmla="*/ 211 w 227"/>
                <a:gd name="T55" fmla="*/ 210 h 213"/>
                <a:gd name="T56" fmla="*/ 220 w 227"/>
                <a:gd name="T57" fmla="*/ 201 h 213"/>
                <a:gd name="T58" fmla="*/ 224 w 227"/>
                <a:gd name="T59" fmla="*/ 186 h 213"/>
                <a:gd name="T60" fmla="*/ 222 w 227"/>
                <a:gd name="T61" fmla="*/ 168 h 213"/>
                <a:gd name="T62" fmla="*/ 213 w 227"/>
                <a:gd name="T63" fmla="*/ 146 h 213"/>
                <a:gd name="T64" fmla="*/ 205 w 227"/>
                <a:gd name="T65" fmla="*/ 134 h 213"/>
                <a:gd name="T66" fmla="*/ 197 w 227"/>
                <a:gd name="T67" fmla="*/ 122 h 213"/>
                <a:gd name="T68" fmla="*/ 189 w 227"/>
                <a:gd name="T69" fmla="*/ 105 h 213"/>
                <a:gd name="T70" fmla="*/ 190 w 227"/>
                <a:gd name="T71" fmla="*/ 91 h 213"/>
                <a:gd name="T72" fmla="*/ 200 w 227"/>
                <a:gd name="T73" fmla="*/ 76 h 213"/>
                <a:gd name="T74" fmla="*/ 208 w 227"/>
                <a:gd name="T75" fmla="*/ 66 h 213"/>
                <a:gd name="T76" fmla="*/ 219 w 227"/>
                <a:gd name="T77" fmla="*/ 52 h 213"/>
                <a:gd name="T78" fmla="*/ 227 w 227"/>
                <a:gd name="T79" fmla="*/ 32 h 213"/>
                <a:gd name="T80" fmla="*/ 227 w 227"/>
                <a:gd name="T81" fmla="*/ 21 h 213"/>
                <a:gd name="T82" fmla="*/ 225 w 227"/>
                <a:gd name="T83" fmla="*/ 17 h 213"/>
                <a:gd name="T84" fmla="*/ 218 w 227"/>
                <a:gd name="T85" fmla="*/ 8 h 213"/>
                <a:gd name="T86" fmla="*/ 196 w 227"/>
                <a:gd name="T87" fmla="*/ 0 h 213"/>
                <a:gd name="T88" fmla="*/ 169 w 227"/>
                <a:gd name="T89" fmla="*/ 2 h 213"/>
                <a:gd name="T90" fmla="*/ 143 w 227"/>
                <a:gd name="T91" fmla="*/ 14 h 213"/>
                <a:gd name="T92" fmla="*/ 133 w 227"/>
                <a:gd name="T93" fmla="*/ 24 h 213"/>
                <a:gd name="T94" fmla="*/ 126 w 227"/>
                <a:gd name="T95" fmla="*/ 32 h 213"/>
                <a:gd name="T96" fmla="*/ 115 w 227"/>
                <a:gd name="T97" fmla="*/ 41 h 213"/>
                <a:gd name="T98" fmla="*/ 105 w 227"/>
                <a:gd name="T99" fmla="*/ 41 h 213"/>
                <a:gd name="T100" fmla="*/ 92 w 227"/>
                <a:gd name="T101" fmla="*/ 32 h 213"/>
                <a:gd name="T102" fmla="*/ 83 w 227"/>
                <a:gd name="T103" fmla="*/ 24 h 213"/>
                <a:gd name="T104" fmla="*/ 72 w 227"/>
                <a:gd name="T105" fmla="*/ 14 h 213"/>
                <a:gd name="T106" fmla="*/ 50 w 227"/>
                <a:gd name="T107" fmla="*/ 2 h 213"/>
                <a:gd name="T108" fmla="*/ 30 w 227"/>
                <a:gd name="T109" fmla="*/ 0 h 213"/>
                <a:gd name="T110" fmla="*/ 14 w 227"/>
                <a:gd name="T111" fmla="*/ 9 h 213"/>
                <a:gd name="T112" fmla="*/ 8 w 227"/>
                <a:gd name="T113" fmla="*/ 17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27" h="213">
                  <a:moveTo>
                    <a:pt x="8" y="17"/>
                  </a:moveTo>
                  <a:lnTo>
                    <a:pt x="6" y="21"/>
                  </a:lnTo>
                  <a:lnTo>
                    <a:pt x="7" y="32"/>
                  </a:lnTo>
                  <a:lnTo>
                    <a:pt x="15" y="53"/>
                  </a:lnTo>
                  <a:lnTo>
                    <a:pt x="27" y="67"/>
                  </a:lnTo>
                  <a:lnTo>
                    <a:pt x="36" y="78"/>
                  </a:lnTo>
                  <a:lnTo>
                    <a:pt x="46" y="93"/>
                  </a:lnTo>
                  <a:lnTo>
                    <a:pt x="46" y="105"/>
                  </a:lnTo>
                  <a:lnTo>
                    <a:pt x="37" y="119"/>
                  </a:lnTo>
                  <a:lnTo>
                    <a:pt x="28" y="129"/>
                  </a:lnTo>
                  <a:lnTo>
                    <a:pt x="16" y="142"/>
                  </a:lnTo>
                  <a:lnTo>
                    <a:pt x="1" y="170"/>
                  </a:lnTo>
                  <a:lnTo>
                    <a:pt x="0" y="181"/>
                  </a:lnTo>
                  <a:lnTo>
                    <a:pt x="0" y="187"/>
                  </a:lnTo>
                  <a:lnTo>
                    <a:pt x="5" y="197"/>
                  </a:lnTo>
                  <a:lnTo>
                    <a:pt x="17" y="208"/>
                  </a:lnTo>
                  <a:lnTo>
                    <a:pt x="42" y="210"/>
                  </a:lnTo>
                  <a:lnTo>
                    <a:pt x="70" y="201"/>
                  </a:lnTo>
                  <a:lnTo>
                    <a:pt x="83" y="191"/>
                  </a:lnTo>
                  <a:lnTo>
                    <a:pt x="94" y="181"/>
                  </a:lnTo>
                  <a:lnTo>
                    <a:pt x="110" y="170"/>
                  </a:lnTo>
                  <a:lnTo>
                    <a:pt x="122" y="170"/>
                  </a:lnTo>
                  <a:lnTo>
                    <a:pt x="137" y="179"/>
                  </a:lnTo>
                  <a:lnTo>
                    <a:pt x="147" y="187"/>
                  </a:lnTo>
                  <a:lnTo>
                    <a:pt x="158" y="197"/>
                  </a:lnTo>
                  <a:lnTo>
                    <a:pt x="178" y="209"/>
                  </a:lnTo>
                  <a:lnTo>
                    <a:pt x="196" y="213"/>
                  </a:lnTo>
                  <a:lnTo>
                    <a:pt x="211" y="210"/>
                  </a:lnTo>
                  <a:lnTo>
                    <a:pt x="220" y="201"/>
                  </a:lnTo>
                  <a:lnTo>
                    <a:pt x="224" y="186"/>
                  </a:lnTo>
                  <a:lnTo>
                    <a:pt x="222" y="168"/>
                  </a:lnTo>
                  <a:lnTo>
                    <a:pt x="213" y="146"/>
                  </a:lnTo>
                  <a:lnTo>
                    <a:pt x="205" y="134"/>
                  </a:lnTo>
                  <a:lnTo>
                    <a:pt x="197" y="122"/>
                  </a:lnTo>
                  <a:lnTo>
                    <a:pt x="189" y="105"/>
                  </a:lnTo>
                  <a:lnTo>
                    <a:pt x="190" y="91"/>
                  </a:lnTo>
                  <a:lnTo>
                    <a:pt x="200" y="76"/>
                  </a:lnTo>
                  <a:lnTo>
                    <a:pt x="208" y="66"/>
                  </a:lnTo>
                  <a:lnTo>
                    <a:pt x="219" y="52"/>
                  </a:lnTo>
                  <a:lnTo>
                    <a:pt x="227" y="32"/>
                  </a:lnTo>
                  <a:lnTo>
                    <a:pt x="227" y="21"/>
                  </a:lnTo>
                  <a:lnTo>
                    <a:pt x="225" y="17"/>
                  </a:lnTo>
                  <a:lnTo>
                    <a:pt x="218" y="8"/>
                  </a:lnTo>
                  <a:lnTo>
                    <a:pt x="196" y="0"/>
                  </a:lnTo>
                  <a:lnTo>
                    <a:pt x="169" y="2"/>
                  </a:lnTo>
                  <a:lnTo>
                    <a:pt x="143" y="14"/>
                  </a:lnTo>
                  <a:lnTo>
                    <a:pt x="133" y="24"/>
                  </a:lnTo>
                  <a:lnTo>
                    <a:pt x="126" y="32"/>
                  </a:lnTo>
                  <a:lnTo>
                    <a:pt x="115" y="41"/>
                  </a:lnTo>
                  <a:lnTo>
                    <a:pt x="105" y="41"/>
                  </a:lnTo>
                  <a:lnTo>
                    <a:pt x="92" y="32"/>
                  </a:lnTo>
                  <a:lnTo>
                    <a:pt x="83" y="24"/>
                  </a:lnTo>
                  <a:lnTo>
                    <a:pt x="72" y="14"/>
                  </a:lnTo>
                  <a:lnTo>
                    <a:pt x="50" y="2"/>
                  </a:lnTo>
                  <a:lnTo>
                    <a:pt x="30" y="0"/>
                  </a:lnTo>
                  <a:lnTo>
                    <a:pt x="14" y="9"/>
                  </a:lnTo>
                  <a:lnTo>
                    <a:pt x="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8" name="Freeform 24">
              <a:extLst>
                <a:ext uri="{FF2B5EF4-FFF2-40B4-BE49-F238E27FC236}">
                  <a16:creationId xmlns:a16="http://schemas.microsoft.com/office/drawing/2014/main" id="{4C1044E6-0064-5157-3D78-5FC34C5E2177}"/>
                </a:ext>
              </a:extLst>
            </p:cNvPr>
            <p:cNvSpPr>
              <a:spLocks/>
            </p:cNvSpPr>
            <p:nvPr/>
          </p:nvSpPr>
          <p:spPr bwMode="auto">
            <a:xfrm>
              <a:off x="10863263" y="1341438"/>
              <a:ext cx="103188" cy="34925"/>
            </a:xfrm>
            <a:custGeom>
              <a:avLst/>
              <a:gdLst>
                <a:gd name="T0" fmla="*/ 3 w 250"/>
                <a:gd name="T1" fmla="*/ 24 h 84"/>
                <a:gd name="T2" fmla="*/ 1 w 250"/>
                <a:gd name="T3" fmla="*/ 31 h 84"/>
                <a:gd name="T4" fmla="*/ 0 w 250"/>
                <a:gd name="T5" fmla="*/ 44 h 84"/>
                <a:gd name="T6" fmla="*/ 5 w 250"/>
                <a:gd name="T7" fmla="*/ 55 h 84"/>
                <a:gd name="T8" fmla="*/ 15 w 250"/>
                <a:gd name="T9" fmla="*/ 65 h 84"/>
                <a:gd name="T10" fmla="*/ 39 w 250"/>
                <a:gd name="T11" fmla="*/ 76 h 84"/>
                <a:gd name="T12" fmla="*/ 91 w 250"/>
                <a:gd name="T13" fmla="*/ 83 h 84"/>
                <a:gd name="T14" fmla="*/ 125 w 250"/>
                <a:gd name="T15" fmla="*/ 84 h 84"/>
                <a:gd name="T16" fmla="*/ 159 w 250"/>
                <a:gd name="T17" fmla="*/ 83 h 84"/>
                <a:gd name="T18" fmla="*/ 211 w 250"/>
                <a:gd name="T19" fmla="*/ 76 h 84"/>
                <a:gd name="T20" fmla="*/ 235 w 250"/>
                <a:gd name="T21" fmla="*/ 65 h 84"/>
                <a:gd name="T22" fmla="*/ 245 w 250"/>
                <a:gd name="T23" fmla="*/ 55 h 84"/>
                <a:gd name="T24" fmla="*/ 250 w 250"/>
                <a:gd name="T25" fmla="*/ 44 h 84"/>
                <a:gd name="T26" fmla="*/ 249 w 250"/>
                <a:gd name="T27" fmla="*/ 31 h 84"/>
                <a:gd name="T28" fmla="*/ 247 w 250"/>
                <a:gd name="T29" fmla="*/ 24 h 84"/>
                <a:gd name="T30" fmla="*/ 243 w 250"/>
                <a:gd name="T31" fmla="*/ 18 h 84"/>
                <a:gd name="T32" fmla="*/ 227 w 250"/>
                <a:gd name="T33" fmla="*/ 9 h 84"/>
                <a:gd name="T34" fmla="*/ 179 w 250"/>
                <a:gd name="T35" fmla="*/ 1 h 84"/>
                <a:gd name="T36" fmla="*/ 125 w 250"/>
                <a:gd name="T37" fmla="*/ 0 h 84"/>
                <a:gd name="T38" fmla="*/ 71 w 250"/>
                <a:gd name="T39" fmla="*/ 1 h 84"/>
                <a:gd name="T40" fmla="*/ 23 w 250"/>
                <a:gd name="T41" fmla="*/ 9 h 84"/>
                <a:gd name="T42" fmla="*/ 7 w 250"/>
                <a:gd name="T43" fmla="*/ 18 h 84"/>
                <a:gd name="T44" fmla="*/ 3 w 250"/>
                <a:gd name="T45" fmla="*/ 2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50" h="84">
                  <a:moveTo>
                    <a:pt x="3" y="24"/>
                  </a:moveTo>
                  <a:lnTo>
                    <a:pt x="1" y="31"/>
                  </a:lnTo>
                  <a:lnTo>
                    <a:pt x="0" y="44"/>
                  </a:lnTo>
                  <a:lnTo>
                    <a:pt x="5" y="55"/>
                  </a:lnTo>
                  <a:lnTo>
                    <a:pt x="15" y="65"/>
                  </a:lnTo>
                  <a:lnTo>
                    <a:pt x="39" y="76"/>
                  </a:lnTo>
                  <a:lnTo>
                    <a:pt x="91" y="83"/>
                  </a:lnTo>
                  <a:lnTo>
                    <a:pt x="125" y="84"/>
                  </a:lnTo>
                  <a:lnTo>
                    <a:pt x="159" y="83"/>
                  </a:lnTo>
                  <a:lnTo>
                    <a:pt x="211" y="76"/>
                  </a:lnTo>
                  <a:lnTo>
                    <a:pt x="235" y="65"/>
                  </a:lnTo>
                  <a:lnTo>
                    <a:pt x="245" y="55"/>
                  </a:lnTo>
                  <a:lnTo>
                    <a:pt x="250" y="44"/>
                  </a:lnTo>
                  <a:lnTo>
                    <a:pt x="249" y="31"/>
                  </a:lnTo>
                  <a:lnTo>
                    <a:pt x="247" y="24"/>
                  </a:lnTo>
                  <a:lnTo>
                    <a:pt x="243" y="18"/>
                  </a:lnTo>
                  <a:lnTo>
                    <a:pt x="227" y="9"/>
                  </a:lnTo>
                  <a:lnTo>
                    <a:pt x="179" y="1"/>
                  </a:lnTo>
                  <a:lnTo>
                    <a:pt x="125" y="0"/>
                  </a:lnTo>
                  <a:lnTo>
                    <a:pt x="71" y="1"/>
                  </a:lnTo>
                  <a:lnTo>
                    <a:pt x="23" y="9"/>
                  </a:lnTo>
                  <a:lnTo>
                    <a:pt x="7" y="18"/>
                  </a:lnTo>
                  <a:lnTo>
                    <a:pt x="3"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9" name="Freeform 25">
              <a:extLst>
                <a:ext uri="{FF2B5EF4-FFF2-40B4-BE49-F238E27FC236}">
                  <a16:creationId xmlns:a16="http://schemas.microsoft.com/office/drawing/2014/main" id="{B03C3F92-469D-1FF3-46D2-2AC3B0F03029}"/>
                </a:ext>
              </a:extLst>
            </p:cNvPr>
            <p:cNvSpPr>
              <a:spLocks noEditPoints="1"/>
            </p:cNvSpPr>
            <p:nvPr/>
          </p:nvSpPr>
          <p:spPr bwMode="auto">
            <a:xfrm>
              <a:off x="11563351" y="1266826"/>
              <a:ext cx="180975" cy="179388"/>
            </a:xfrm>
            <a:custGeom>
              <a:avLst/>
              <a:gdLst>
                <a:gd name="T0" fmla="*/ 93 w 436"/>
                <a:gd name="T1" fmla="*/ 42 h 435"/>
                <a:gd name="T2" fmla="*/ 19 w 436"/>
                <a:gd name="T3" fmla="*/ 137 h 435"/>
                <a:gd name="T4" fmla="*/ 0 w 436"/>
                <a:gd name="T5" fmla="*/ 222 h 435"/>
                <a:gd name="T6" fmla="*/ 18 w 436"/>
                <a:gd name="T7" fmla="*/ 298 h 435"/>
                <a:gd name="T8" fmla="*/ 86 w 436"/>
                <a:gd name="T9" fmla="*/ 391 h 435"/>
                <a:gd name="T10" fmla="*/ 125 w 436"/>
                <a:gd name="T11" fmla="*/ 417 h 435"/>
                <a:gd name="T12" fmla="*/ 207 w 436"/>
                <a:gd name="T13" fmla="*/ 435 h 435"/>
                <a:gd name="T14" fmla="*/ 294 w 436"/>
                <a:gd name="T15" fmla="*/ 421 h 435"/>
                <a:gd name="T16" fmla="*/ 370 w 436"/>
                <a:gd name="T17" fmla="*/ 378 h 435"/>
                <a:gd name="T18" fmla="*/ 408 w 436"/>
                <a:gd name="T19" fmla="*/ 330 h 435"/>
                <a:gd name="T20" fmla="*/ 430 w 436"/>
                <a:gd name="T21" fmla="*/ 275 h 435"/>
                <a:gd name="T22" fmla="*/ 436 w 436"/>
                <a:gd name="T23" fmla="*/ 202 h 435"/>
                <a:gd name="T24" fmla="*/ 420 w 436"/>
                <a:gd name="T25" fmla="*/ 135 h 435"/>
                <a:gd name="T26" fmla="*/ 385 w 436"/>
                <a:gd name="T27" fmla="*/ 78 h 435"/>
                <a:gd name="T28" fmla="*/ 336 w 436"/>
                <a:gd name="T29" fmla="*/ 34 h 435"/>
                <a:gd name="T30" fmla="*/ 276 w 436"/>
                <a:gd name="T31" fmla="*/ 6 h 435"/>
                <a:gd name="T32" fmla="*/ 208 w 436"/>
                <a:gd name="T33" fmla="*/ 0 h 435"/>
                <a:gd name="T34" fmla="*/ 136 w 436"/>
                <a:gd name="T35" fmla="*/ 18 h 435"/>
                <a:gd name="T36" fmla="*/ 310 w 436"/>
                <a:gd name="T37" fmla="*/ 120 h 435"/>
                <a:gd name="T38" fmla="*/ 346 w 436"/>
                <a:gd name="T39" fmla="*/ 167 h 435"/>
                <a:gd name="T40" fmla="*/ 357 w 436"/>
                <a:gd name="T41" fmla="*/ 238 h 435"/>
                <a:gd name="T42" fmla="*/ 330 w 436"/>
                <a:gd name="T43" fmla="*/ 305 h 435"/>
                <a:gd name="T44" fmla="*/ 270 w 436"/>
                <a:gd name="T45" fmla="*/ 350 h 435"/>
                <a:gd name="T46" fmla="*/ 225 w 436"/>
                <a:gd name="T47" fmla="*/ 359 h 435"/>
                <a:gd name="T48" fmla="*/ 141 w 436"/>
                <a:gd name="T49" fmla="*/ 334 h 435"/>
                <a:gd name="T50" fmla="*/ 91 w 436"/>
                <a:gd name="T51" fmla="*/ 267 h 435"/>
                <a:gd name="T52" fmla="*/ 88 w 436"/>
                <a:gd name="T53" fmla="*/ 182 h 435"/>
                <a:gd name="T54" fmla="*/ 125 w 436"/>
                <a:gd name="T55" fmla="*/ 122 h 435"/>
                <a:gd name="T56" fmla="*/ 156 w 436"/>
                <a:gd name="T57" fmla="*/ 97 h 435"/>
                <a:gd name="T58" fmla="*/ 202 w 436"/>
                <a:gd name="T59" fmla="*/ 82 h 435"/>
                <a:gd name="T60" fmla="*/ 251 w 436"/>
                <a:gd name="T61" fmla="*/ 87 h 435"/>
                <a:gd name="T62" fmla="*/ 310 w 436"/>
                <a:gd name="T63" fmla="*/ 120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6" h="435">
                  <a:moveTo>
                    <a:pt x="118" y="27"/>
                  </a:moveTo>
                  <a:lnTo>
                    <a:pt x="93" y="42"/>
                  </a:lnTo>
                  <a:lnTo>
                    <a:pt x="51" y="84"/>
                  </a:lnTo>
                  <a:lnTo>
                    <a:pt x="19" y="137"/>
                  </a:lnTo>
                  <a:lnTo>
                    <a:pt x="1" y="194"/>
                  </a:lnTo>
                  <a:lnTo>
                    <a:pt x="0" y="222"/>
                  </a:lnTo>
                  <a:lnTo>
                    <a:pt x="1" y="246"/>
                  </a:lnTo>
                  <a:lnTo>
                    <a:pt x="18" y="298"/>
                  </a:lnTo>
                  <a:lnTo>
                    <a:pt x="48" y="348"/>
                  </a:lnTo>
                  <a:lnTo>
                    <a:pt x="86" y="391"/>
                  </a:lnTo>
                  <a:lnTo>
                    <a:pt x="108" y="407"/>
                  </a:lnTo>
                  <a:lnTo>
                    <a:pt x="125" y="417"/>
                  </a:lnTo>
                  <a:lnTo>
                    <a:pt x="165" y="431"/>
                  </a:lnTo>
                  <a:lnTo>
                    <a:pt x="207" y="435"/>
                  </a:lnTo>
                  <a:lnTo>
                    <a:pt x="251" y="432"/>
                  </a:lnTo>
                  <a:lnTo>
                    <a:pt x="294" y="421"/>
                  </a:lnTo>
                  <a:lnTo>
                    <a:pt x="335" y="403"/>
                  </a:lnTo>
                  <a:lnTo>
                    <a:pt x="370" y="378"/>
                  </a:lnTo>
                  <a:lnTo>
                    <a:pt x="398" y="348"/>
                  </a:lnTo>
                  <a:lnTo>
                    <a:pt x="408" y="330"/>
                  </a:lnTo>
                  <a:lnTo>
                    <a:pt x="417" y="312"/>
                  </a:lnTo>
                  <a:lnTo>
                    <a:pt x="430" y="275"/>
                  </a:lnTo>
                  <a:lnTo>
                    <a:pt x="436" y="238"/>
                  </a:lnTo>
                  <a:lnTo>
                    <a:pt x="436" y="202"/>
                  </a:lnTo>
                  <a:lnTo>
                    <a:pt x="430" y="168"/>
                  </a:lnTo>
                  <a:lnTo>
                    <a:pt x="420" y="135"/>
                  </a:lnTo>
                  <a:lnTo>
                    <a:pt x="405" y="105"/>
                  </a:lnTo>
                  <a:lnTo>
                    <a:pt x="385" y="78"/>
                  </a:lnTo>
                  <a:lnTo>
                    <a:pt x="362" y="54"/>
                  </a:lnTo>
                  <a:lnTo>
                    <a:pt x="336" y="34"/>
                  </a:lnTo>
                  <a:lnTo>
                    <a:pt x="307" y="18"/>
                  </a:lnTo>
                  <a:lnTo>
                    <a:pt x="276" y="6"/>
                  </a:lnTo>
                  <a:lnTo>
                    <a:pt x="243" y="0"/>
                  </a:lnTo>
                  <a:lnTo>
                    <a:pt x="208" y="0"/>
                  </a:lnTo>
                  <a:lnTo>
                    <a:pt x="172" y="6"/>
                  </a:lnTo>
                  <a:lnTo>
                    <a:pt x="136" y="18"/>
                  </a:lnTo>
                  <a:lnTo>
                    <a:pt x="118" y="27"/>
                  </a:lnTo>
                  <a:close/>
                  <a:moveTo>
                    <a:pt x="310" y="120"/>
                  </a:moveTo>
                  <a:lnTo>
                    <a:pt x="325" y="135"/>
                  </a:lnTo>
                  <a:lnTo>
                    <a:pt x="346" y="167"/>
                  </a:lnTo>
                  <a:lnTo>
                    <a:pt x="357" y="202"/>
                  </a:lnTo>
                  <a:lnTo>
                    <a:pt x="357" y="238"/>
                  </a:lnTo>
                  <a:lnTo>
                    <a:pt x="348" y="273"/>
                  </a:lnTo>
                  <a:lnTo>
                    <a:pt x="330" y="305"/>
                  </a:lnTo>
                  <a:lnTo>
                    <a:pt x="304" y="331"/>
                  </a:lnTo>
                  <a:lnTo>
                    <a:pt x="270" y="350"/>
                  </a:lnTo>
                  <a:lnTo>
                    <a:pt x="250" y="355"/>
                  </a:lnTo>
                  <a:lnTo>
                    <a:pt x="225" y="359"/>
                  </a:lnTo>
                  <a:lnTo>
                    <a:pt x="180" y="354"/>
                  </a:lnTo>
                  <a:lnTo>
                    <a:pt x="141" y="334"/>
                  </a:lnTo>
                  <a:lnTo>
                    <a:pt x="111" y="304"/>
                  </a:lnTo>
                  <a:lnTo>
                    <a:pt x="91" y="267"/>
                  </a:lnTo>
                  <a:lnTo>
                    <a:pt x="83" y="225"/>
                  </a:lnTo>
                  <a:lnTo>
                    <a:pt x="88" y="182"/>
                  </a:lnTo>
                  <a:lnTo>
                    <a:pt x="108" y="141"/>
                  </a:lnTo>
                  <a:lnTo>
                    <a:pt x="125" y="122"/>
                  </a:lnTo>
                  <a:lnTo>
                    <a:pt x="135" y="112"/>
                  </a:lnTo>
                  <a:lnTo>
                    <a:pt x="156" y="97"/>
                  </a:lnTo>
                  <a:lnTo>
                    <a:pt x="178" y="87"/>
                  </a:lnTo>
                  <a:lnTo>
                    <a:pt x="202" y="82"/>
                  </a:lnTo>
                  <a:lnTo>
                    <a:pt x="226" y="82"/>
                  </a:lnTo>
                  <a:lnTo>
                    <a:pt x="251" y="87"/>
                  </a:lnTo>
                  <a:lnTo>
                    <a:pt x="287" y="103"/>
                  </a:lnTo>
                  <a:lnTo>
                    <a:pt x="310" y="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50" name="Group 49">
            <a:extLst>
              <a:ext uri="{FF2B5EF4-FFF2-40B4-BE49-F238E27FC236}">
                <a16:creationId xmlns:a16="http://schemas.microsoft.com/office/drawing/2014/main" id="{B30786DE-5B0A-2DE6-5590-336020A0F902}"/>
              </a:ext>
            </a:extLst>
          </p:cNvPr>
          <p:cNvGrpSpPr>
            <a:grpSpLocks noChangeAspect="1"/>
          </p:cNvGrpSpPr>
          <p:nvPr/>
        </p:nvGrpSpPr>
        <p:grpSpPr>
          <a:xfrm>
            <a:off x="9959284" y="2372365"/>
            <a:ext cx="478599" cy="480913"/>
            <a:chOff x="10656888" y="4908551"/>
            <a:chExt cx="1312863" cy="1319213"/>
          </a:xfrm>
          <a:solidFill>
            <a:schemeClr val="bg1"/>
          </a:solidFill>
        </p:grpSpPr>
        <p:sp>
          <p:nvSpPr>
            <p:cNvPr id="51" name="Freeform 608">
              <a:extLst>
                <a:ext uri="{FF2B5EF4-FFF2-40B4-BE49-F238E27FC236}">
                  <a16:creationId xmlns:a16="http://schemas.microsoft.com/office/drawing/2014/main" id="{279E93B4-0525-FE3F-BE10-FDF665E002B1}"/>
                </a:ext>
              </a:extLst>
            </p:cNvPr>
            <p:cNvSpPr>
              <a:spLocks noEditPoints="1"/>
            </p:cNvSpPr>
            <p:nvPr/>
          </p:nvSpPr>
          <p:spPr bwMode="auto">
            <a:xfrm>
              <a:off x="10671176" y="4908551"/>
              <a:ext cx="1298575" cy="933450"/>
            </a:xfrm>
            <a:custGeom>
              <a:avLst/>
              <a:gdLst>
                <a:gd name="T0" fmla="*/ 10 w 3182"/>
                <a:gd name="T1" fmla="*/ 1887 h 2285"/>
                <a:gd name="T2" fmla="*/ 1191 w 3182"/>
                <a:gd name="T3" fmla="*/ 2065 h 2285"/>
                <a:gd name="T4" fmla="*/ 1328 w 3182"/>
                <a:gd name="T5" fmla="*/ 2053 h 2285"/>
                <a:gd name="T6" fmla="*/ 1488 w 3182"/>
                <a:gd name="T7" fmla="*/ 2105 h 2285"/>
                <a:gd name="T8" fmla="*/ 1698 w 3182"/>
                <a:gd name="T9" fmla="*/ 2280 h 2285"/>
                <a:gd name="T10" fmla="*/ 1919 w 3182"/>
                <a:gd name="T11" fmla="*/ 2101 h 2285"/>
                <a:gd name="T12" fmla="*/ 2166 w 3182"/>
                <a:gd name="T13" fmla="*/ 2100 h 2285"/>
                <a:gd name="T14" fmla="*/ 2335 w 3182"/>
                <a:gd name="T15" fmla="*/ 1825 h 2285"/>
                <a:gd name="T16" fmla="*/ 2206 w 3182"/>
                <a:gd name="T17" fmla="*/ 1707 h 2285"/>
                <a:gd name="T18" fmla="*/ 2424 w 3182"/>
                <a:gd name="T19" fmla="*/ 1690 h 2285"/>
                <a:gd name="T20" fmla="*/ 2871 w 3182"/>
                <a:gd name="T21" fmla="*/ 1654 h 2285"/>
                <a:gd name="T22" fmla="*/ 3116 w 3182"/>
                <a:gd name="T23" fmla="*/ 1405 h 2285"/>
                <a:gd name="T24" fmla="*/ 3179 w 3182"/>
                <a:gd name="T25" fmla="*/ 1067 h 2285"/>
                <a:gd name="T26" fmla="*/ 3035 w 3182"/>
                <a:gd name="T27" fmla="*/ 749 h 2285"/>
                <a:gd name="T28" fmla="*/ 2671 w 3182"/>
                <a:gd name="T29" fmla="*/ 557 h 2285"/>
                <a:gd name="T30" fmla="*/ 2223 w 3182"/>
                <a:gd name="T31" fmla="*/ 696 h 2285"/>
                <a:gd name="T32" fmla="*/ 2021 w 3182"/>
                <a:gd name="T33" fmla="*/ 1112 h 2285"/>
                <a:gd name="T34" fmla="*/ 1931 w 3182"/>
                <a:gd name="T35" fmla="*/ 1193 h 2285"/>
                <a:gd name="T36" fmla="*/ 1860 w 3182"/>
                <a:gd name="T37" fmla="*/ 992 h 2285"/>
                <a:gd name="T38" fmla="*/ 1638 w 3182"/>
                <a:gd name="T39" fmla="*/ 0 h 2285"/>
                <a:gd name="T40" fmla="*/ 1634 w 3182"/>
                <a:gd name="T41" fmla="*/ 112 h 2285"/>
                <a:gd name="T42" fmla="*/ 1582 w 3182"/>
                <a:gd name="T43" fmla="*/ 984 h 2285"/>
                <a:gd name="T44" fmla="*/ 1512 w 3182"/>
                <a:gd name="T45" fmla="*/ 1143 h 2285"/>
                <a:gd name="T46" fmla="*/ 1291 w 3182"/>
                <a:gd name="T47" fmla="*/ 1203 h 2285"/>
                <a:gd name="T48" fmla="*/ 1112 w 3182"/>
                <a:gd name="T49" fmla="*/ 1350 h 2285"/>
                <a:gd name="T50" fmla="*/ 1103 w 3182"/>
                <a:gd name="T51" fmla="*/ 1499 h 2285"/>
                <a:gd name="T52" fmla="*/ 1185 w 3182"/>
                <a:gd name="T53" fmla="*/ 1638 h 2285"/>
                <a:gd name="T54" fmla="*/ 1098 w 3182"/>
                <a:gd name="T55" fmla="*/ 1786 h 2285"/>
                <a:gd name="T56" fmla="*/ 1085 w 3182"/>
                <a:gd name="T57" fmla="*/ 1890 h 2285"/>
                <a:gd name="T58" fmla="*/ 146 w 3182"/>
                <a:gd name="T59" fmla="*/ 1886 h 2285"/>
                <a:gd name="T60" fmla="*/ 101 w 3182"/>
                <a:gd name="T61" fmla="*/ 1198 h 2285"/>
                <a:gd name="T62" fmla="*/ 1521 w 3182"/>
                <a:gd name="T63" fmla="*/ 90 h 2285"/>
                <a:gd name="T64" fmla="*/ 2993 w 3182"/>
                <a:gd name="T65" fmla="*/ 840 h 2285"/>
                <a:gd name="T66" fmla="*/ 3078 w 3182"/>
                <a:gd name="T67" fmla="*/ 1252 h 2285"/>
                <a:gd name="T68" fmla="*/ 2922 w 3182"/>
                <a:gd name="T69" fmla="*/ 1509 h 2285"/>
                <a:gd name="T70" fmla="*/ 2638 w 3182"/>
                <a:gd name="T71" fmla="*/ 1630 h 2285"/>
                <a:gd name="T72" fmla="*/ 2357 w 3182"/>
                <a:gd name="T73" fmla="*/ 1566 h 2285"/>
                <a:gd name="T74" fmla="*/ 2319 w 3182"/>
                <a:gd name="T75" fmla="*/ 1473 h 2285"/>
                <a:gd name="T76" fmla="*/ 2209 w 3182"/>
                <a:gd name="T77" fmla="*/ 1232 h 2285"/>
                <a:gd name="T78" fmla="*/ 2102 w 3182"/>
                <a:gd name="T79" fmla="*/ 1161 h 2285"/>
                <a:gd name="T80" fmla="*/ 2192 w 3182"/>
                <a:gd name="T81" fmla="*/ 865 h 2285"/>
                <a:gd name="T82" fmla="*/ 2466 w 3182"/>
                <a:gd name="T83" fmla="*/ 663 h 2285"/>
                <a:gd name="T84" fmla="*/ 2816 w 3182"/>
                <a:gd name="T85" fmla="*/ 692 h 2285"/>
                <a:gd name="T86" fmla="*/ 1828 w 3182"/>
                <a:gd name="T87" fmla="*/ 1235 h 2285"/>
                <a:gd name="T88" fmla="*/ 2078 w 3182"/>
                <a:gd name="T89" fmla="*/ 1318 h 2285"/>
                <a:gd name="T90" fmla="*/ 2215 w 3182"/>
                <a:gd name="T91" fmla="*/ 1433 h 2285"/>
                <a:gd name="T92" fmla="*/ 2117 w 3182"/>
                <a:gd name="T93" fmla="*/ 1535 h 2285"/>
                <a:gd name="T94" fmla="*/ 2146 w 3182"/>
                <a:gd name="T95" fmla="*/ 1794 h 2285"/>
                <a:gd name="T96" fmla="*/ 2164 w 3182"/>
                <a:gd name="T97" fmla="*/ 1961 h 2285"/>
                <a:gd name="T98" fmla="*/ 1971 w 3182"/>
                <a:gd name="T99" fmla="*/ 1962 h 2285"/>
                <a:gd name="T100" fmla="*/ 1783 w 3182"/>
                <a:gd name="T101" fmla="*/ 2115 h 2285"/>
                <a:gd name="T102" fmla="*/ 1603 w 3182"/>
                <a:gd name="T103" fmla="*/ 2106 h 2285"/>
                <a:gd name="T104" fmla="*/ 1464 w 3182"/>
                <a:gd name="T105" fmla="*/ 1991 h 2285"/>
                <a:gd name="T106" fmla="*/ 1254 w 3182"/>
                <a:gd name="T107" fmla="*/ 1987 h 2285"/>
                <a:gd name="T108" fmla="*/ 1180 w 3182"/>
                <a:gd name="T109" fmla="*/ 1836 h 2285"/>
                <a:gd name="T110" fmla="*/ 1277 w 3182"/>
                <a:gd name="T111" fmla="*/ 1684 h 2285"/>
                <a:gd name="T112" fmla="*/ 1168 w 3182"/>
                <a:gd name="T113" fmla="*/ 1437 h 2285"/>
                <a:gd name="T114" fmla="*/ 1286 w 3182"/>
                <a:gd name="T115" fmla="*/ 1301 h 2285"/>
                <a:gd name="T116" fmla="*/ 1546 w 3182"/>
                <a:gd name="T117" fmla="*/ 1248 h 2285"/>
                <a:gd name="T118" fmla="*/ 1601 w 3182"/>
                <a:gd name="T119" fmla="*/ 1083 h 2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182" h="2285">
                  <a:moveTo>
                    <a:pt x="391" y="87"/>
                  </a:moveTo>
                  <a:lnTo>
                    <a:pt x="291" y="193"/>
                  </a:lnTo>
                  <a:lnTo>
                    <a:pt x="155" y="347"/>
                  </a:lnTo>
                  <a:lnTo>
                    <a:pt x="0" y="518"/>
                  </a:lnTo>
                  <a:lnTo>
                    <a:pt x="5" y="1202"/>
                  </a:lnTo>
                  <a:lnTo>
                    <a:pt x="10" y="1887"/>
                  </a:lnTo>
                  <a:lnTo>
                    <a:pt x="65" y="1935"/>
                  </a:lnTo>
                  <a:lnTo>
                    <a:pt x="118" y="1983"/>
                  </a:lnTo>
                  <a:lnTo>
                    <a:pt x="633" y="1983"/>
                  </a:lnTo>
                  <a:lnTo>
                    <a:pt x="1146" y="1983"/>
                  </a:lnTo>
                  <a:lnTo>
                    <a:pt x="1178" y="2042"/>
                  </a:lnTo>
                  <a:lnTo>
                    <a:pt x="1191" y="2065"/>
                  </a:lnTo>
                  <a:lnTo>
                    <a:pt x="1208" y="2087"/>
                  </a:lnTo>
                  <a:lnTo>
                    <a:pt x="1220" y="2095"/>
                  </a:lnTo>
                  <a:lnTo>
                    <a:pt x="1241" y="2097"/>
                  </a:lnTo>
                  <a:lnTo>
                    <a:pt x="1280" y="2081"/>
                  </a:lnTo>
                  <a:lnTo>
                    <a:pt x="1308" y="2065"/>
                  </a:lnTo>
                  <a:lnTo>
                    <a:pt x="1328" y="2053"/>
                  </a:lnTo>
                  <a:lnTo>
                    <a:pt x="1355" y="2041"/>
                  </a:lnTo>
                  <a:lnTo>
                    <a:pt x="1375" y="2040"/>
                  </a:lnTo>
                  <a:lnTo>
                    <a:pt x="1397" y="2052"/>
                  </a:lnTo>
                  <a:lnTo>
                    <a:pt x="1413" y="2063"/>
                  </a:lnTo>
                  <a:lnTo>
                    <a:pt x="1456" y="2089"/>
                  </a:lnTo>
                  <a:lnTo>
                    <a:pt x="1488" y="2105"/>
                  </a:lnTo>
                  <a:lnTo>
                    <a:pt x="1495" y="2108"/>
                  </a:lnTo>
                  <a:lnTo>
                    <a:pt x="1507" y="2121"/>
                  </a:lnTo>
                  <a:lnTo>
                    <a:pt x="1518" y="2156"/>
                  </a:lnTo>
                  <a:lnTo>
                    <a:pt x="1521" y="2195"/>
                  </a:lnTo>
                  <a:lnTo>
                    <a:pt x="1526" y="2275"/>
                  </a:lnTo>
                  <a:lnTo>
                    <a:pt x="1698" y="2280"/>
                  </a:lnTo>
                  <a:lnTo>
                    <a:pt x="1868" y="2285"/>
                  </a:lnTo>
                  <a:lnTo>
                    <a:pt x="1868" y="2210"/>
                  </a:lnTo>
                  <a:lnTo>
                    <a:pt x="1868" y="2186"/>
                  </a:lnTo>
                  <a:lnTo>
                    <a:pt x="1873" y="2152"/>
                  </a:lnTo>
                  <a:lnTo>
                    <a:pt x="1888" y="2127"/>
                  </a:lnTo>
                  <a:lnTo>
                    <a:pt x="1919" y="2101"/>
                  </a:lnTo>
                  <a:lnTo>
                    <a:pt x="1943" y="2085"/>
                  </a:lnTo>
                  <a:lnTo>
                    <a:pt x="2020" y="2033"/>
                  </a:lnTo>
                  <a:lnTo>
                    <a:pt x="2085" y="2067"/>
                  </a:lnTo>
                  <a:lnTo>
                    <a:pt x="2112" y="2080"/>
                  </a:lnTo>
                  <a:lnTo>
                    <a:pt x="2157" y="2098"/>
                  </a:lnTo>
                  <a:lnTo>
                    <a:pt x="2166" y="2100"/>
                  </a:lnTo>
                  <a:lnTo>
                    <a:pt x="2171" y="2098"/>
                  </a:lnTo>
                  <a:lnTo>
                    <a:pt x="2188" y="2078"/>
                  </a:lnTo>
                  <a:lnTo>
                    <a:pt x="2227" y="2022"/>
                  </a:lnTo>
                  <a:lnTo>
                    <a:pt x="2287" y="1925"/>
                  </a:lnTo>
                  <a:lnTo>
                    <a:pt x="2330" y="1843"/>
                  </a:lnTo>
                  <a:lnTo>
                    <a:pt x="2335" y="1825"/>
                  </a:lnTo>
                  <a:lnTo>
                    <a:pt x="2331" y="1816"/>
                  </a:lnTo>
                  <a:lnTo>
                    <a:pt x="2295" y="1784"/>
                  </a:lnTo>
                  <a:lnTo>
                    <a:pt x="2268" y="1767"/>
                  </a:lnTo>
                  <a:lnTo>
                    <a:pt x="2247" y="1753"/>
                  </a:lnTo>
                  <a:lnTo>
                    <a:pt x="2219" y="1731"/>
                  </a:lnTo>
                  <a:lnTo>
                    <a:pt x="2206" y="1707"/>
                  </a:lnTo>
                  <a:lnTo>
                    <a:pt x="2201" y="1672"/>
                  </a:lnTo>
                  <a:lnTo>
                    <a:pt x="2201" y="1647"/>
                  </a:lnTo>
                  <a:lnTo>
                    <a:pt x="2201" y="1568"/>
                  </a:lnTo>
                  <a:lnTo>
                    <a:pt x="2296" y="1627"/>
                  </a:lnTo>
                  <a:lnTo>
                    <a:pt x="2342" y="1653"/>
                  </a:lnTo>
                  <a:lnTo>
                    <a:pt x="2424" y="1690"/>
                  </a:lnTo>
                  <a:lnTo>
                    <a:pt x="2504" y="1710"/>
                  </a:lnTo>
                  <a:lnTo>
                    <a:pt x="2592" y="1716"/>
                  </a:lnTo>
                  <a:lnTo>
                    <a:pt x="2643" y="1713"/>
                  </a:lnTo>
                  <a:lnTo>
                    <a:pt x="2694" y="1709"/>
                  </a:lnTo>
                  <a:lnTo>
                    <a:pt x="2788" y="1689"/>
                  </a:lnTo>
                  <a:lnTo>
                    <a:pt x="2871" y="1654"/>
                  </a:lnTo>
                  <a:lnTo>
                    <a:pt x="2948" y="1605"/>
                  </a:lnTo>
                  <a:lnTo>
                    <a:pt x="2985" y="1573"/>
                  </a:lnTo>
                  <a:lnTo>
                    <a:pt x="3008" y="1552"/>
                  </a:lnTo>
                  <a:lnTo>
                    <a:pt x="3049" y="1505"/>
                  </a:lnTo>
                  <a:lnTo>
                    <a:pt x="3085" y="1456"/>
                  </a:lnTo>
                  <a:lnTo>
                    <a:pt x="3116" y="1405"/>
                  </a:lnTo>
                  <a:lnTo>
                    <a:pt x="3140" y="1351"/>
                  </a:lnTo>
                  <a:lnTo>
                    <a:pt x="3159" y="1296"/>
                  </a:lnTo>
                  <a:lnTo>
                    <a:pt x="3173" y="1239"/>
                  </a:lnTo>
                  <a:lnTo>
                    <a:pt x="3181" y="1182"/>
                  </a:lnTo>
                  <a:lnTo>
                    <a:pt x="3182" y="1124"/>
                  </a:lnTo>
                  <a:lnTo>
                    <a:pt x="3179" y="1067"/>
                  </a:lnTo>
                  <a:lnTo>
                    <a:pt x="3169" y="1010"/>
                  </a:lnTo>
                  <a:lnTo>
                    <a:pt x="3154" y="954"/>
                  </a:lnTo>
                  <a:lnTo>
                    <a:pt x="3133" y="900"/>
                  </a:lnTo>
                  <a:lnTo>
                    <a:pt x="3106" y="847"/>
                  </a:lnTo>
                  <a:lnTo>
                    <a:pt x="3073" y="797"/>
                  </a:lnTo>
                  <a:lnTo>
                    <a:pt x="3035" y="749"/>
                  </a:lnTo>
                  <a:lnTo>
                    <a:pt x="3013" y="727"/>
                  </a:lnTo>
                  <a:lnTo>
                    <a:pt x="2979" y="694"/>
                  </a:lnTo>
                  <a:lnTo>
                    <a:pt x="2906" y="641"/>
                  </a:lnTo>
                  <a:lnTo>
                    <a:pt x="2830" y="600"/>
                  </a:lnTo>
                  <a:lnTo>
                    <a:pt x="2751" y="573"/>
                  </a:lnTo>
                  <a:lnTo>
                    <a:pt x="2671" y="557"/>
                  </a:lnTo>
                  <a:lnTo>
                    <a:pt x="2590" y="554"/>
                  </a:lnTo>
                  <a:lnTo>
                    <a:pt x="2510" y="561"/>
                  </a:lnTo>
                  <a:lnTo>
                    <a:pt x="2432" y="580"/>
                  </a:lnTo>
                  <a:lnTo>
                    <a:pt x="2358" y="609"/>
                  </a:lnTo>
                  <a:lnTo>
                    <a:pt x="2288" y="648"/>
                  </a:lnTo>
                  <a:lnTo>
                    <a:pt x="2223" y="696"/>
                  </a:lnTo>
                  <a:lnTo>
                    <a:pt x="2165" y="754"/>
                  </a:lnTo>
                  <a:lnTo>
                    <a:pt x="2116" y="820"/>
                  </a:lnTo>
                  <a:lnTo>
                    <a:pt x="2075" y="894"/>
                  </a:lnTo>
                  <a:lnTo>
                    <a:pt x="2044" y="975"/>
                  </a:lnTo>
                  <a:lnTo>
                    <a:pt x="2026" y="1064"/>
                  </a:lnTo>
                  <a:lnTo>
                    <a:pt x="2021" y="1112"/>
                  </a:lnTo>
                  <a:lnTo>
                    <a:pt x="2017" y="1161"/>
                  </a:lnTo>
                  <a:lnTo>
                    <a:pt x="2010" y="1212"/>
                  </a:lnTo>
                  <a:lnTo>
                    <a:pt x="2006" y="1229"/>
                  </a:lnTo>
                  <a:lnTo>
                    <a:pt x="2003" y="1230"/>
                  </a:lnTo>
                  <a:lnTo>
                    <a:pt x="1981" y="1218"/>
                  </a:lnTo>
                  <a:lnTo>
                    <a:pt x="1931" y="1193"/>
                  </a:lnTo>
                  <a:lnTo>
                    <a:pt x="1911" y="1183"/>
                  </a:lnTo>
                  <a:lnTo>
                    <a:pt x="1885" y="1164"/>
                  </a:lnTo>
                  <a:lnTo>
                    <a:pt x="1872" y="1141"/>
                  </a:lnTo>
                  <a:lnTo>
                    <a:pt x="1866" y="1104"/>
                  </a:lnTo>
                  <a:lnTo>
                    <a:pt x="1865" y="1077"/>
                  </a:lnTo>
                  <a:lnTo>
                    <a:pt x="1860" y="992"/>
                  </a:lnTo>
                  <a:lnTo>
                    <a:pt x="1798" y="987"/>
                  </a:lnTo>
                  <a:lnTo>
                    <a:pt x="1735" y="982"/>
                  </a:lnTo>
                  <a:lnTo>
                    <a:pt x="1735" y="540"/>
                  </a:lnTo>
                  <a:lnTo>
                    <a:pt x="1735" y="97"/>
                  </a:lnTo>
                  <a:lnTo>
                    <a:pt x="1686" y="48"/>
                  </a:lnTo>
                  <a:lnTo>
                    <a:pt x="1638" y="0"/>
                  </a:lnTo>
                  <a:lnTo>
                    <a:pt x="1056" y="0"/>
                  </a:lnTo>
                  <a:lnTo>
                    <a:pt x="475" y="0"/>
                  </a:lnTo>
                  <a:lnTo>
                    <a:pt x="391" y="87"/>
                  </a:lnTo>
                  <a:close/>
                  <a:moveTo>
                    <a:pt x="1620" y="100"/>
                  </a:moveTo>
                  <a:lnTo>
                    <a:pt x="1625" y="103"/>
                  </a:lnTo>
                  <a:lnTo>
                    <a:pt x="1634" y="112"/>
                  </a:lnTo>
                  <a:lnTo>
                    <a:pt x="1643" y="139"/>
                  </a:lnTo>
                  <a:lnTo>
                    <a:pt x="1651" y="291"/>
                  </a:lnTo>
                  <a:lnTo>
                    <a:pt x="1651" y="550"/>
                  </a:lnTo>
                  <a:lnTo>
                    <a:pt x="1651" y="983"/>
                  </a:lnTo>
                  <a:lnTo>
                    <a:pt x="1605" y="983"/>
                  </a:lnTo>
                  <a:lnTo>
                    <a:pt x="1582" y="984"/>
                  </a:lnTo>
                  <a:lnTo>
                    <a:pt x="1549" y="996"/>
                  </a:lnTo>
                  <a:lnTo>
                    <a:pt x="1528" y="1021"/>
                  </a:lnTo>
                  <a:lnTo>
                    <a:pt x="1519" y="1062"/>
                  </a:lnTo>
                  <a:lnTo>
                    <a:pt x="1518" y="1090"/>
                  </a:lnTo>
                  <a:lnTo>
                    <a:pt x="1517" y="1112"/>
                  </a:lnTo>
                  <a:lnTo>
                    <a:pt x="1512" y="1143"/>
                  </a:lnTo>
                  <a:lnTo>
                    <a:pt x="1497" y="1166"/>
                  </a:lnTo>
                  <a:lnTo>
                    <a:pt x="1466" y="1189"/>
                  </a:lnTo>
                  <a:lnTo>
                    <a:pt x="1441" y="1203"/>
                  </a:lnTo>
                  <a:lnTo>
                    <a:pt x="1368" y="1248"/>
                  </a:lnTo>
                  <a:lnTo>
                    <a:pt x="1313" y="1217"/>
                  </a:lnTo>
                  <a:lnTo>
                    <a:pt x="1291" y="1203"/>
                  </a:lnTo>
                  <a:lnTo>
                    <a:pt x="1247" y="1185"/>
                  </a:lnTo>
                  <a:lnTo>
                    <a:pt x="1233" y="1183"/>
                  </a:lnTo>
                  <a:lnTo>
                    <a:pt x="1227" y="1185"/>
                  </a:lnTo>
                  <a:lnTo>
                    <a:pt x="1208" y="1204"/>
                  </a:lnTo>
                  <a:lnTo>
                    <a:pt x="1169" y="1256"/>
                  </a:lnTo>
                  <a:lnTo>
                    <a:pt x="1112" y="1350"/>
                  </a:lnTo>
                  <a:lnTo>
                    <a:pt x="1081" y="1414"/>
                  </a:lnTo>
                  <a:lnTo>
                    <a:pt x="1069" y="1445"/>
                  </a:lnTo>
                  <a:lnTo>
                    <a:pt x="1068" y="1455"/>
                  </a:lnTo>
                  <a:lnTo>
                    <a:pt x="1069" y="1460"/>
                  </a:lnTo>
                  <a:lnTo>
                    <a:pt x="1078" y="1474"/>
                  </a:lnTo>
                  <a:lnTo>
                    <a:pt x="1103" y="1499"/>
                  </a:lnTo>
                  <a:lnTo>
                    <a:pt x="1126" y="1515"/>
                  </a:lnTo>
                  <a:lnTo>
                    <a:pt x="1145" y="1526"/>
                  </a:lnTo>
                  <a:lnTo>
                    <a:pt x="1169" y="1545"/>
                  </a:lnTo>
                  <a:lnTo>
                    <a:pt x="1181" y="1570"/>
                  </a:lnTo>
                  <a:lnTo>
                    <a:pt x="1185" y="1609"/>
                  </a:lnTo>
                  <a:lnTo>
                    <a:pt x="1185" y="1638"/>
                  </a:lnTo>
                  <a:lnTo>
                    <a:pt x="1185" y="1668"/>
                  </a:lnTo>
                  <a:lnTo>
                    <a:pt x="1181" y="1708"/>
                  </a:lnTo>
                  <a:lnTo>
                    <a:pt x="1168" y="1735"/>
                  </a:lnTo>
                  <a:lnTo>
                    <a:pt x="1140" y="1758"/>
                  </a:lnTo>
                  <a:lnTo>
                    <a:pt x="1118" y="1773"/>
                  </a:lnTo>
                  <a:lnTo>
                    <a:pt x="1098" y="1786"/>
                  </a:lnTo>
                  <a:lnTo>
                    <a:pt x="1073" y="1806"/>
                  </a:lnTo>
                  <a:lnTo>
                    <a:pt x="1062" y="1823"/>
                  </a:lnTo>
                  <a:lnTo>
                    <a:pt x="1063" y="1840"/>
                  </a:lnTo>
                  <a:lnTo>
                    <a:pt x="1068" y="1850"/>
                  </a:lnTo>
                  <a:lnTo>
                    <a:pt x="1081" y="1876"/>
                  </a:lnTo>
                  <a:lnTo>
                    <a:pt x="1085" y="1890"/>
                  </a:lnTo>
                  <a:lnTo>
                    <a:pt x="1077" y="1893"/>
                  </a:lnTo>
                  <a:lnTo>
                    <a:pt x="1002" y="1898"/>
                  </a:lnTo>
                  <a:lnTo>
                    <a:pt x="796" y="1901"/>
                  </a:lnTo>
                  <a:lnTo>
                    <a:pt x="446" y="1898"/>
                  </a:lnTo>
                  <a:lnTo>
                    <a:pt x="231" y="1892"/>
                  </a:lnTo>
                  <a:lnTo>
                    <a:pt x="146" y="1886"/>
                  </a:lnTo>
                  <a:lnTo>
                    <a:pt x="133" y="1883"/>
                  </a:lnTo>
                  <a:lnTo>
                    <a:pt x="128" y="1880"/>
                  </a:lnTo>
                  <a:lnTo>
                    <a:pt x="119" y="1870"/>
                  </a:lnTo>
                  <a:lnTo>
                    <a:pt x="110" y="1833"/>
                  </a:lnTo>
                  <a:lnTo>
                    <a:pt x="102" y="1604"/>
                  </a:lnTo>
                  <a:lnTo>
                    <a:pt x="101" y="1198"/>
                  </a:lnTo>
                  <a:lnTo>
                    <a:pt x="101" y="532"/>
                  </a:lnTo>
                  <a:lnTo>
                    <a:pt x="305" y="307"/>
                  </a:lnTo>
                  <a:lnTo>
                    <a:pt x="506" y="83"/>
                  </a:lnTo>
                  <a:lnTo>
                    <a:pt x="1046" y="83"/>
                  </a:lnTo>
                  <a:lnTo>
                    <a:pt x="1286" y="84"/>
                  </a:lnTo>
                  <a:lnTo>
                    <a:pt x="1521" y="90"/>
                  </a:lnTo>
                  <a:lnTo>
                    <a:pt x="1606" y="96"/>
                  </a:lnTo>
                  <a:lnTo>
                    <a:pt x="1620" y="100"/>
                  </a:lnTo>
                  <a:close/>
                  <a:moveTo>
                    <a:pt x="2838" y="705"/>
                  </a:moveTo>
                  <a:lnTo>
                    <a:pt x="2875" y="728"/>
                  </a:lnTo>
                  <a:lnTo>
                    <a:pt x="2939" y="780"/>
                  </a:lnTo>
                  <a:lnTo>
                    <a:pt x="2993" y="840"/>
                  </a:lnTo>
                  <a:lnTo>
                    <a:pt x="3036" y="907"/>
                  </a:lnTo>
                  <a:lnTo>
                    <a:pt x="3068" y="978"/>
                  </a:lnTo>
                  <a:lnTo>
                    <a:pt x="3087" y="1054"/>
                  </a:lnTo>
                  <a:lnTo>
                    <a:pt x="3093" y="1132"/>
                  </a:lnTo>
                  <a:lnTo>
                    <a:pt x="3087" y="1212"/>
                  </a:lnTo>
                  <a:lnTo>
                    <a:pt x="3078" y="1252"/>
                  </a:lnTo>
                  <a:lnTo>
                    <a:pt x="3070" y="1280"/>
                  </a:lnTo>
                  <a:lnTo>
                    <a:pt x="3050" y="1334"/>
                  </a:lnTo>
                  <a:lnTo>
                    <a:pt x="3024" y="1384"/>
                  </a:lnTo>
                  <a:lnTo>
                    <a:pt x="2994" y="1430"/>
                  </a:lnTo>
                  <a:lnTo>
                    <a:pt x="2960" y="1472"/>
                  </a:lnTo>
                  <a:lnTo>
                    <a:pt x="2922" y="1509"/>
                  </a:lnTo>
                  <a:lnTo>
                    <a:pt x="2881" y="1542"/>
                  </a:lnTo>
                  <a:lnTo>
                    <a:pt x="2836" y="1570"/>
                  </a:lnTo>
                  <a:lnTo>
                    <a:pt x="2789" y="1593"/>
                  </a:lnTo>
                  <a:lnTo>
                    <a:pt x="2740" y="1611"/>
                  </a:lnTo>
                  <a:lnTo>
                    <a:pt x="2690" y="1623"/>
                  </a:lnTo>
                  <a:lnTo>
                    <a:pt x="2638" y="1630"/>
                  </a:lnTo>
                  <a:lnTo>
                    <a:pt x="2585" y="1631"/>
                  </a:lnTo>
                  <a:lnTo>
                    <a:pt x="2531" y="1626"/>
                  </a:lnTo>
                  <a:lnTo>
                    <a:pt x="2478" y="1614"/>
                  </a:lnTo>
                  <a:lnTo>
                    <a:pt x="2424" y="1597"/>
                  </a:lnTo>
                  <a:lnTo>
                    <a:pt x="2398" y="1585"/>
                  </a:lnTo>
                  <a:lnTo>
                    <a:pt x="2357" y="1566"/>
                  </a:lnTo>
                  <a:lnTo>
                    <a:pt x="2306" y="1539"/>
                  </a:lnTo>
                  <a:lnTo>
                    <a:pt x="2291" y="1524"/>
                  </a:lnTo>
                  <a:lnTo>
                    <a:pt x="2289" y="1514"/>
                  </a:lnTo>
                  <a:lnTo>
                    <a:pt x="2296" y="1498"/>
                  </a:lnTo>
                  <a:lnTo>
                    <a:pt x="2308" y="1485"/>
                  </a:lnTo>
                  <a:lnTo>
                    <a:pt x="2319" y="1473"/>
                  </a:lnTo>
                  <a:lnTo>
                    <a:pt x="2328" y="1453"/>
                  </a:lnTo>
                  <a:lnTo>
                    <a:pt x="2320" y="1421"/>
                  </a:lnTo>
                  <a:lnTo>
                    <a:pt x="2290" y="1365"/>
                  </a:lnTo>
                  <a:lnTo>
                    <a:pt x="2265" y="1322"/>
                  </a:lnTo>
                  <a:lnTo>
                    <a:pt x="2243" y="1284"/>
                  </a:lnTo>
                  <a:lnTo>
                    <a:pt x="2209" y="1232"/>
                  </a:lnTo>
                  <a:lnTo>
                    <a:pt x="2182" y="1202"/>
                  </a:lnTo>
                  <a:lnTo>
                    <a:pt x="2157" y="1189"/>
                  </a:lnTo>
                  <a:lnTo>
                    <a:pt x="2143" y="1187"/>
                  </a:lnTo>
                  <a:lnTo>
                    <a:pt x="2128" y="1185"/>
                  </a:lnTo>
                  <a:lnTo>
                    <a:pt x="2109" y="1178"/>
                  </a:lnTo>
                  <a:lnTo>
                    <a:pt x="2102" y="1161"/>
                  </a:lnTo>
                  <a:lnTo>
                    <a:pt x="2103" y="1126"/>
                  </a:lnTo>
                  <a:lnTo>
                    <a:pt x="2106" y="1098"/>
                  </a:lnTo>
                  <a:lnTo>
                    <a:pt x="2112" y="1062"/>
                  </a:lnTo>
                  <a:lnTo>
                    <a:pt x="2130" y="992"/>
                  </a:lnTo>
                  <a:lnTo>
                    <a:pt x="2157" y="926"/>
                  </a:lnTo>
                  <a:lnTo>
                    <a:pt x="2192" y="865"/>
                  </a:lnTo>
                  <a:lnTo>
                    <a:pt x="2234" y="810"/>
                  </a:lnTo>
                  <a:lnTo>
                    <a:pt x="2283" y="761"/>
                  </a:lnTo>
                  <a:lnTo>
                    <a:pt x="2339" y="719"/>
                  </a:lnTo>
                  <a:lnTo>
                    <a:pt x="2400" y="685"/>
                  </a:lnTo>
                  <a:lnTo>
                    <a:pt x="2433" y="672"/>
                  </a:lnTo>
                  <a:lnTo>
                    <a:pt x="2466" y="663"/>
                  </a:lnTo>
                  <a:lnTo>
                    <a:pt x="2566" y="654"/>
                  </a:lnTo>
                  <a:lnTo>
                    <a:pt x="2628" y="655"/>
                  </a:lnTo>
                  <a:lnTo>
                    <a:pt x="2667" y="657"/>
                  </a:lnTo>
                  <a:lnTo>
                    <a:pt x="2727" y="663"/>
                  </a:lnTo>
                  <a:lnTo>
                    <a:pt x="2774" y="674"/>
                  </a:lnTo>
                  <a:lnTo>
                    <a:pt x="2816" y="692"/>
                  </a:lnTo>
                  <a:lnTo>
                    <a:pt x="2838" y="705"/>
                  </a:lnTo>
                  <a:close/>
                  <a:moveTo>
                    <a:pt x="1785" y="1152"/>
                  </a:moveTo>
                  <a:lnTo>
                    <a:pt x="1785" y="1173"/>
                  </a:lnTo>
                  <a:lnTo>
                    <a:pt x="1789" y="1202"/>
                  </a:lnTo>
                  <a:lnTo>
                    <a:pt x="1802" y="1220"/>
                  </a:lnTo>
                  <a:lnTo>
                    <a:pt x="1828" y="1235"/>
                  </a:lnTo>
                  <a:lnTo>
                    <a:pt x="1848" y="1243"/>
                  </a:lnTo>
                  <a:lnTo>
                    <a:pt x="1876" y="1256"/>
                  </a:lnTo>
                  <a:lnTo>
                    <a:pt x="1939" y="1293"/>
                  </a:lnTo>
                  <a:lnTo>
                    <a:pt x="1965" y="1312"/>
                  </a:lnTo>
                  <a:lnTo>
                    <a:pt x="2020" y="1353"/>
                  </a:lnTo>
                  <a:lnTo>
                    <a:pt x="2078" y="1318"/>
                  </a:lnTo>
                  <a:lnTo>
                    <a:pt x="2124" y="1291"/>
                  </a:lnTo>
                  <a:lnTo>
                    <a:pt x="2140" y="1283"/>
                  </a:lnTo>
                  <a:lnTo>
                    <a:pt x="2152" y="1301"/>
                  </a:lnTo>
                  <a:lnTo>
                    <a:pt x="2185" y="1360"/>
                  </a:lnTo>
                  <a:lnTo>
                    <a:pt x="2207" y="1402"/>
                  </a:lnTo>
                  <a:lnTo>
                    <a:pt x="2215" y="1433"/>
                  </a:lnTo>
                  <a:lnTo>
                    <a:pt x="2209" y="1445"/>
                  </a:lnTo>
                  <a:lnTo>
                    <a:pt x="2201" y="1450"/>
                  </a:lnTo>
                  <a:lnTo>
                    <a:pt x="2172" y="1467"/>
                  </a:lnTo>
                  <a:lnTo>
                    <a:pt x="2143" y="1490"/>
                  </a:lnTo>
                  <a:lnTo>
                    <a:pt x="2129" y="1506"/>
                  </a:lnTo>
                  <a:lnTo>
                    <a:pt x="2117" y="1535"/>
                  </a:lnTo>
                  <a:lnTo>
                    <a:pt x="2111" y="1597"/>
                  </a:lnTo>
                  <a:lnTo>
                    <a:pt x="2111" y="1643"/>
                  </a:lnTo>
                  <a:lnTo>
                    <a:pt x="2111" y="1688"/>
                  </a:lnTo>
                  <a:lnTo>
                    <a:pt x="2113" y="1744"/>
                  </a:lnTo>
                  <a:lnTo>
                    <a:pt x="2123" y="1774"/>
                  </a:lnTo>
                  <a:lnTo>
                    <a:pt x="2146" y="1794"/>
                  </a:lnTo>
                  <a:lnTo>
                    <a:pt x="2165" y="1805"/>
                  </a:lnTo>
                  <a:lnTo>
                    <a:pt x="2186" y="1818"/>
                  </a:lnTo>
                  <a:lnTo>
                    <a:pt x="2215" y="1843"/>
                  </a:lnTo>
                  <a:lnTo>
                    <a:pt x="2218" y="1850"/>
                  </a:lnTo>
                  <a:lnTo>
                    <a:pt x="2212" y="1869"/>
                  </a:lnTo>
                  <a:lnTo>
                    <a:pt x="2164" y="1961"/>
                  </a:lnTo>
                  <a:lnTo>
                    <a:pt x="2141" y="1997"/>
                  </a:lnTo>
                  <a:lnTo>
                    <a:pt x="2137" y="1997"/>
                  </a:lnTo>
                  <a:lnTo>
                    <a:pt x="2102" y="1979"/>
                  </a:lnTo>
                  <a:lnTo>
                    <a:pt x="2078" y="1965"/>
                  </a:lnTo>
                  <a:lnTo>
                    <a:pt x="2016" y="1928"/>
                  </a:lnTo>
                  <a:lnTo>
                    <a:pt x="1971" y="1962"/>
                  </a:lnTo>
                  <a:lnTo>
                    <a:pt x="1921" y="1996"/>
                  </a:lnTo>
                  <a:lnTo>
                    <a:pt x="1856" y="2032"/>
                  </a:lnTo>
                  <a:lnTo>
                    <a:pt x="1834" y="2043"/>
                  </a:lnTo>
                  <a:lnTo>
                    <a:pt x="1806" y="2062"/>
                  </a:lnTo>
                  <a:lnTo>
                    <a:pt x="1790" y="2084"/>
                  </a:lnTo>
                  <a:lnTo>
                    <a:pt x="1783" y="2115"/>
                  </a:lnTo>
                  <a:lnTo>
                    <a:pt x="1781" y="2137"/>
                  </a:lnTo>
                  <a:lnTo>
                    <a:pt x="1776" y="2208"/>
                  </a:lnTo>
                  <a:lnTo>
                    <a:pt x="1693" y="2208"/>
                  </a:lnTo>
                  <a:lnTo>
                    <a:pt x="1610" y="2208"/>
                  </a:lnTo>
                  <a:lnTo>
                    <a:pt x="1605" y="2130"/>
                  </a:lnTo>
                  <a:lnTo>
                    <a:pt x="1603" y="2106"/>
                  </a:lnTo>
                  <a:lnTo>
                    <a:pt x="1597" y="2073"/>
                  </a:lnTo>
                  <a:lnTo>
                    <a:pt x="1586" y="2054"/>
                  </a:lnTo>
                  <a:lnTo>
                    <a:pt x="1564" y="2041"/>
                  </a:lnTo>
                  <a:lnTo>
                    <a:pt x="1548" y="2035"/>
                  </a:lnTo>
                  <a:lnTo>
                    <a:pt x="1524" y="2025"/>
                  </a:lnTo>
                  <a:lnTo>
                    <a:pt x="1464" y="1991"/>
                  </a:lnTo>
                  <a:lnTo>
                    <a:pt x="1438" y="1972"/>
                  </a:lnTo>
                  <a:lnTo>
                    <a:pt x="1380" y="1927"/>
                  </a:lnTo>
                  <a:lnTo>
                    <a:pt x="1316" y="1963"/>
                  </a:lnTo>
                  <a:lnTo>
                    <a:pt x="1293" y="1977"/>
                  </a:lnTo>
                  <a:lnTo>
                    <a:pt x="1267" y="1987"/>
                  </a:lnTo>
                  <a:lnTo>
                    <a:pt x="1254" y="1987"/>
                  </a:lnTo>
                  <a:lnTo>
                    <a:pt x="1236" y="1976"/>
                  </a:lnTo>
                  <a:lnTo>
                    <a:pt x="1210" y="1936"/>
                  </a:lnTo>
                  <a:lnTo>
                    <a:pt x="1193" y="1902"/>
                  </a:lnTo>
                  <a:lnTo>
                    <a:pt x="1178" y="1871"/>
                  </a:lnTo>
                  <a:lnTo>
                    <a:pt x="1174" y="1846"/>
                  </a:lnTo>
                  <a:lnTo>
                    <a:pt x="1180" y="1836"/>
                  </a:lnTo>
                  <a:lnTo>
                    <a:pt x="1186" y="1832"/>
                  </a:lnTo>
                  <a:lnTo>
                    <a:pt x="1215" y="1815"/>
                  </a:lnTo>
                  <a:lnTo>
                    <a:pt x="1244" y="1793"/>
                  </a:lnTo>
                  <a:lnTo>
                    <a:pt x="1257" y="1777"/>
                  </a:lnTo>
                  <a:lnTo>
                    <a:pt x="1270" y="1747"/>
                  </a:lnTo>
                  <a:lnTo>
                    <a:pt x="1277" y="1684"/>
                  </a:lnTo>
                  <a:lnTo>
                    <a:pt x="1278" y="1637"/>
                  </a:lnTo>
                  <a:lnTo>
                    <a:pt x="1280" y="1502"/>
                  </a:lnTo>
                  <a:lnTo>
                    <a:pt x="1223" y="1472"/>
                  </a:lnTo>
                  <a:lnTo>
                    <a:pt x="1201" y="1460"/>
                  </a:lnTo>
                  <a:lnTo>
                    <a:pt x="1171" y="1441"/>
                  </a:lnTo>
                  <a:lnTo>
                    <a:pt x="1168" y="1437"/>
                  </a:lnTo>
                  <a:lnTo>
                    <a:pt x="1175" y="1418"/>
                  </a:lnTo>
                  <a:lnTo>
                    <a:pt x="1222" y="1330"/>
                  </a:lnTo>
                  <a:lnTo>
                    <a:pt x="1238" y="1305"/>
                  </a:lnTo>
                  <a:lnTo>
                    <a:pt x="1243" y="1299"/>
                  </a:lnTo>
                  <a:lnTo>
                    <a:pt x="1256" y="1294"/>
                  </a:lnTo>
                  <a:lnTo>
                    <a:pt x="1286" y="1301"/>
                  </a:lnTo>
                  <a:lnTo>
                    <a:pt x="1318" y="1317"/>
                  </a:lnTo>
                  <a:lnTo>
                    <a:pt x="1380" y="1348"/>
                  </a:lnTo>
                  <a:lnTo>
                    <a:pt x="1435" y="1308"/>
                  </a:lnTo>
                  <a:lnTo>
                    <a:pt x="1460" y="1291"/>
                  </a:lnTo>
                  <a:lnTo>
                    <a:pt x="1520" y="1259"/>
                  </a:lnTo>
                  <a:lnTo>
                    <a:pt x="1546" y="1248"/>
                  </a:lnTo>
                  <a:lnTo>
                    <a:pt x="1564" y="1242"/>
                  </a:lnTo>
                  <a:lnTo>
                    <a:pt x="1587" y="1230"/>
                  </a:lnTo>
                  <a:lnTo>
                    <a:pt x="1598" y="1212"/>
                  </a:lnTo>
                  <a:lnTo>
                    <a:pt x="1601" y="1180"/>
                  </a:lnTo>
                  <a:lnTo>
                    <a:pt x="1601" y="1157"/>
                  </a:lnTo>
                  <a:lnTo>
                    <a:pt x="1601" y="1083"/>
                  </a:lnTo>
                  <a:lnTo>
                    <a:pt x="1693" y="1083"/>
                  </a:lnTo>
                  <a:lnTo>
                    <a:pt x="1785" y="1083"/>
                  </a:lnTo>
                  <a:lnTo>
                    <a:pt x="1785" y="11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2" name="Freeform 609">
              <a:extLst>
                <a:ext uri="{FF2B5EF4-FFF2-40B4-BE49-F238E27FC236}">
                  <a16:creationId xmlns:a16="http://schemas.microsoft.com/office/drawing/2014/main" id="{2387361A-F307-EFD5-223A-401A9AD6DC72}"/>
                </a:ext>
              </a:extLst>
            </p:cNvPr>
            <p:cNvSpPr>
              <a:spLocks/>
            </p:cNvSpPr>
            <p:nvPr/>
          </p:nvSpPr>
          <p:spPr bwMode="auto">
            <a:xfrm>
              <a:off x="10874376" y="4970464"/>
              <a:ext cx="34925" cy="33338"/>
            </a:xfrm>
            <a:custGeom>
              <a:avLst/>
              <a:gdLst>
                <a:gd name="T0" fmla="*/ 0 w 84"/>
                <a:gd name="T1" fmla="*/ 42 h 83"/>
                <a:gd name="T2" fmla="*/ 1 w 84"/>
                <a:gd name="T3" fmla="*/ 53 h 83"/>
                <a:gd name="T4" fmla="*/ 5 w 84"/>
                <a:gd name="T5" fmla="*/ 70 h 83"/>
                <a:gd name="T6" fmla="*/ 14 w 84"/>
                <a:gd name="T7" fmla="*/ 79 h 83"/>
                <a:gd name="T8" fmla="*/ 30 w 84"/>
                <a:gd name="T9" fmla="*/ 83 h 83"/>
                <a:gd name="T10" fmla="*/ 42 w 84"/>
                <a:gd name="T11" fmla="*/ 83 h 83"/>
                <a:gd name="T12" fmla="*/ 54 w 84"/>
                <a:gd name="T13" fmla="*/ 83 h 83"/>
                <a:gd name="T14" fmla="*/ 70 w 84"/>
                <a:gd name="T15" fmla="*/ 79 h 83"/>
                <a:gd name="T16" fmla="*/ 80 w 84"/>
                <a:gd name="T17" fmla="*/ 70 h 83"/>
                <a:gd name="T18" fmla="*/ 83 w 84"/>
                <a:gd name="T19" fmla="*/ 53 h 83"/>
                <a:gd name="T20" fmla="*/ 84 w 84"/>
                <a:gd name="T21" fmla="*/ 42 h 83"/>
                <a:gd name="T22" fmla="*/ 83 w 84"/>
                <a:gd name="T23" fmla="*/ 30 h 83"/>
                <a:gd name="T24" fmla="*/ 80 w 84"/>
                <a:gd name="T25" fmla="*/ 14 h 83"/>
                <a:gd name="T26" fmla="*/ 70 w 84"/>
                <a:gd name="T27" fmla="*/ 4 h 83"/>
                <a:gd name="T28" fmla="*/ 54 w 84"/>
                <a:gd name="T29" fmla="*/ 0 h 83"/>
                <a:gd name="T30" fmla="*/ 42 w 84"/>
                <a:gd name="T31" fmla="*/ 0 h 83"/>
                <a:gd name="T32" fmla="*/ 30 w 84"/>
                <a:gd name="T33" fmla="*/ 0 h 83"/>
                <a:gd name="T34" fmla="*/ 14 w 84"/>
                <a:gd name="T35" fmla="*/ 4 h 83"/>
                <a:gd name="T36" fmla="*/ 5 w 84"/>
                <a:gd name="T37" fmla="*/ 14 h 83"/>
                <a:gd name="T38" fmla="*/ 1 w 84"/>
                <a:gd name="T39" fmla="*/ 30 h 83"/>
                <a:gd name="T40" fmla="*/ 0 w 84"/>
                <a:gd name="T41" fmla="*/ 42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 h="83">
                  <a:moveTo>
                    <a:pt x="0" y="42"/>
                  </a:moveTo>
                  <a:lnTo>
                    <a:pt x="1" y="53"/>
                  </a:lnTo>
                  <a:lnTo>
                    <a:pt x="5" y="70"/>
                  </a:lnTo>
                  <a:lnTo>
                    <a:pt x="14" y="79"/>
                  </a:lnTo>
                  <a:lnTo>
                    <a:pt x="30" y="83"/>
                  </a:lnTo>
                  <a:lnTo>
                    <a:pt x="42" y="83"/>
                  </a:lnTo>
                  <a:lnTo>
                    <a:pt x="54" y="83"/>
                  </a:lnTo>
                  <a:lnTo>
                    <a:pt x="70" y="79"/>
                  </a:lnTo>
                  <a:lnTo>
                    <a:pt x="80" y="70"/>
                  </a:lnTo>
                  <a:lnTo>
                    <a:pt x="83" y="53"/>
                  </a:lnTo>
                  <a:lnTo>
                    <a:pt x="84" y="42"/>
                  </a:lnTo>
                  <a:lnTo>
                    <a:pt x="83" y="30"/>
                  </a:lnTo>
                  <a:lnTo>
                    <a:pt x="80" y="14"/>
                  </a:lnTo>
                  <a:lnTo>
                    <a:pt x="70" y="4"/>
                  </a:lnTo>
                  <a:lnTo>
                    <a:pt x="54" y="0"/>
                  </a:lnTo>
                  <a:lnTo>
                    <a:pt x="42" y="0"/>
                  </a:lnTo>
                  <a:lnTo>
                    <a:pt x="30" y="0"/>
                  </a:lnTo>
                  <a:lnTo>
                    <a:pt x="14" y="4"/>
                  </a:lnTo>
                  <a:lnTo>
                    <a:pt x="5" y="14"/>
                  </a:lnTo>
                  <a:lnTo>
                    <a:pt x="1" y="3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3" name="Freeform 610">
              <a:extLst>
                <a:ext uri="{FF2B5EF4-FFF2-40B4-BE49-F238E27FC236}">
                  <a16:creationId xmlns:a16="http://schemas.microsoft.com/office/drawing/2014/main" id="{E9048699-86B2-F8BE-367B-5F499737A9F4}"/>
                </a:ext>
              </a:extLst>
            </p:cNvPr>
            <p:cNvSpPr>
              <a:spLocks noEditPoints="1"/>
            </p:cNvSpPr>
            <p:nvPr/>
          </p:nvSpPr>
          <p:spPr bwMode="auto">
            <a:xfrm>
              <a:off x="11099801" y="5018089"/>
              <a:ext cx="176213" cy="169863"/>
            </a:xfrm>
            <a:custGeom>
              <a:avLst/>
              <a:gdLst>
                <a:gd name="T0" fmla="*/ 19 w 433"/>
                <a:gd name="T1" fmla="*/ 20 h 416"/>
                <a:gd name="T2" fmla="*/ 15 w 433"/>
                <a:gd name="T3" fmla="*/ 27 h 416"/>
                <a:gd name="T4" fmla="*/ 7 w 433"/>
                <a:gd name="T5" fmla="*/ 61 h 416"/>
                <a:gd name="T6" fmla="*/ 0 w 433"/>
                <a:gd name="T7" fmla="*/ 142 h 416"/>
                <a:gd name="T8" fmla="*/ 0 w 433"/>
                <a:gd name="T9" fmla="*/ 274 h 416"/>
                <a:gd name="T10" fmla="*/ 7 w 433"/>
                <a:gd name="T11" fmla="*/ 355 h 416"/>
                <a:gd name="T12" fmla="*/ 15 w 433"/>
                <a:gd name="T13" fmla="*/ 389 h 416"/>
                <a:gd name="T14" fmla="*/ 19 w 433"/>
                <a:gd name="T15" fmla="*/ 396 h 416"/>
                <a:gd name="T16" fmla="*/ 27 w 433"/>
                <a:gd name="T17" fmla="*/ 401 h 416"/>
                <a:gd name="T18" fmla="*/ 62 w 433"/>
                <a:gd name="T19" fmla="*/ 409 h 416"/>
                <a:gd name="T20" fmla="*/ 147 w 433"/>
                <a:gd name="T21" fmla="*/ 416 h 416"/>
                <a:gd name="T22" fmla="*/ 285 w 433"/>
                <a:gd name="T23" fmla="*/ 416 h 416"/>
                <a:gd name="T24" fmla="*/ 370 w 433"/>
                <a:gd name="T25" fmla="*/ 409 h 416"/>
                <a:gd name="T26" fmla="*/ 405 w 433"/>
                <a:gd name="T27" fmla="*/ 401 h 416"/>
                <a:gd name="T28" fmla="*/ 413 w 433"/>
                <a:gd name="T29" fmla="*/ 396 h 416"/>
                <a:gd name="T30" fmla="*/ 417 w 433"/>
                <a:gd name="T31" fmla="*/ 390 h 416"/>
                <a:gd name="T32" fmla="*/ 425 w 433"/>
                <a:gd name="T33" fmla="*/ 360 h 416"/>
                <a:gd name="T34" fmla="*/ 432 w 433"/>
                <a:gd name="T35" fmla="*/ 284 h 416"/>
                <a:gd name="T36" fmla="*/ 433 w 433"/>
                <a:gd name="T37" fmla="*/ 208 h 416"/>
                <a:gd name="T38" fmla="*/ 432 w 433"/>
                <a:gd name="T39" fmla="*/ 132 h 416"/>
                <a:gd name="T40" fmla="*/ 425 w 433"/>
                <a:gd name="T41" fmla="*/ 56 h 416"/>
                <a:gd name="T42" fmla="*/ 417 w 433"/>
                <a:gd name="T43" fmla="*/ 26 h 416"/>
                <a:gd name="T44" fmla="*/ 413 w 433"/>
                <a:gd name="T45" fmla="*/ 20 h 416"/>
                <a:gd name="T46" fmla="*/ 406 w 433"/>
                <a:gd name="T47" fmla="*/ 15 h 416"/>
                <a:gd name="T48" fmla="*/ 376 w 433"/>
                <a:gd name="T49" fmla="*/ 7 h 416"/>
                <a:gd name="T50" fmla="*/ 296 w 433"/>
                <a:gd name="T51" fmla="*/ 1 h 416"/>
                <a:gd name="T52" fmla="*/ 216 w 433"/>
                <a:gd name="T53" fmla="*/ 0 h 416"/>
                <a:gd name="T54" fmla="*/ 136 w 433"/>
                <a:gd name="T55" fmla="*/ 1 h 416"/>
                <a:gd name="T56" fmla="*/ 56 w 433"/>
                <a:gd name="T57" fmla="*/ 7 h 416"/>
                <a:gd name="T58" fmla="*/ 26 w 433"/>
                <a:gd name="T59" fmla="*/ 15 h 416"/>
                <a:gd name="T60" fmla="*/ 19 w 433"/>
                <a:gd name="T61" fmla="*/ 20 h 416"/>
                <a:gd name="T62" fmla="*/ 333 w 433"/>
                <a:gd name="T63" fmla="*/ 200 h 416"/>
                <a:gd name="T64" fmla="*/ 333 w 433"/>
                <a:gd name="T65" fmla="*/ 316 h 416"/>
                <a:gd name="T66" fmla="*/ 216 w 433"/>
                <a:gd name="T67" fmla="*/ 316 h 416"/>
                <a:gd name="T68" fmla="*/ 99 w 433"/>
                <a:gd name="T69" fmla="*/ 316 h 416"/>
                <a:gd name="T70" fmla="*/ 99 w 433"/>
                <a:gd name="T71" fmla="*/ 200 h 416"/>
                <a:gd name="T72" fmla="*/ 99 w 433"/>
                <a:gd name="T73" fmla="*/ 83 h 416"/>
                <a:gd name="T74" fmla="*/ 216 w 433"/>
                <a:gd name="T75" fmla="*/ 83 h 416"/>
                <a:gd name="T76" fmla="*/ 333 w 433"/>
                <a:gd name="T77" fmla="*/ 83 h 416"/>
                <a:gd name="T78" fmla="*/ 333 w 433"/>
                <a:gd name="T79" fmla="*/ 200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33" h="416">
                  <a:moveTo>
                    <a:pt x="19" y="20"/>
                  </a:moveTo>
                  <a:lnTo>
                    <a:pt x="15" y="27"/>
                  </a:lnTo>
                  <a:lnTo>
                    <a:pt x="7" y="61"/>
                  </a:lnTo>
                  <a:lnTo>
                    <a:pt x="0" y="142"/>
                  </a:lnTo>
                  <a:lnTo>
                    <a:pt x="0" y="274"/>
                  </a:lnTo>
                  <a:lnTo>
                    <a:pt x="7" y="355"/>
                  </a:lnTo>
                  <a:lnTo>
                    <a:pt x="15" y="389"/>
                  </a:lnTo>
                  <a:lnTo>
                    <a:pt x="19" y="396"/>
                  </a:lnTo>
                  <a:lnTo>
                    <a:pt x="27" y="401"/>
                  </a:lnTo>
                  <a:lnTo>
                    <a:pt x="62" y="409"/>
                  </a:lnTo>
                  <a:lnTo>
                    <a:pt x="147" y="416"/>
                  </a:lnTo>
                  <a:lnTo>
                    <a:pt x="285" y="416"/>
                  </a:lnTo>
                  <a:lnTo>
                    <a:pt x="370" y="409"/>
                  </a:lnTo>
                  <a:lnTo>
                    <a:pt x="405" y="401"/>
                  </a:lnTo>
                  <a:lnTo>
                    <a:pt x="413" y="396"/>
                  </a:lnTo>
                  <a:lnTo>
                    <a:pt x="417" y="390"/>
                  </a:lnTo>
                  <a:lnTo>
                    <a:pt x="425" y="360"/>
                  </a:lnTo>
                  <a:lnTo>
                    <a:pt x="432" y="284"/>
                  </a:lnTo>
                  <a:lnTo>
                    <a:pt x="433" y="208"/>
                  </a:lnTo>
                  <a:lnTo>
                    <a:pt x="432" y="132"/>
                  </a:lnTo>
                  <a:lnTo>
                    <a:pt x="425" y="56"/>
                  </a:lnTo>
                  <a:lnTo>
                    <a:pt x="417" y="26"/>
                  </a:lnTo>
                  <a:lnTo>
                    <a:pt x="413" y="20"/>
                  </a:lnTo>
                  <a:lnTo>
                    <a:pt x="406" y="15"/>
                  </a:lnTo>
                  <a:lnTo>
                    <a:pt x="376" y="7"/>
                  </a:lnTo>
                  <a:lnTo>
                    <a:pt x="296" y="1"/>
                  </a:lnTo>
                  <a:lnTo>
                    <a:pt x="216" y="0"/>
                  </a:lnTo>
                  <a:lnTo>
                    <a:pt x="136" y="1"/>
                  </a:lnTo>
                  <a:lnTo>
                    <a:pt x="56" y="7"/>
                  </a:lnTo>
                  <a:lnTo>
                    <a:pt x="26" y="15"/>
                  </a:lnTo>
                  <a:lnTo>
                    <a:pt x="19" y="20"/>
                  </a:lnTo>
                  <a:close/>
                  <a:moveTo>
                    <a:pt x="333" y="200"/>
                  </a:moveTo>
                  <a:lnTo>
                    <a:pt x="333" y="316"/>
                  </a:lnTo>
                  <a:lnTo>
                    <a:pt x="216" y="316"/>
                  </a:lnTo>
                  <a:lnTo>
                    <a:pt x="99" y="316"/>
                  </a:lnTo>
                  <a:lnTo>
                    <a:pt x="99" y="200"/>
                  </a:lnTo>
                  <a:lnTo>
                    <a:pt x="99" y="83"/>
                  </a:lnTo>
                  <a:lnTo>
                    <a:pt x="216" y="83"/>
                  </a:lnTo>
                  <a:lnTo>
                    <a:pt x="333" y="83"/>
                  </a:lnTo>
                  <a:lnTo>
                    <a:pt x="333" y="2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4" name="Freeform 611">
              <a:extLst>
                <a:ext uri="{FF2B5EF4-FFF2-40B4-BE49-F238E27FC236}">
                  <a16:creationId xmlns:a16="http://schemas.microsoft.com/office/drawing/2014/main" id="{6462D76B-F10E-F314-9EF4-02BB6CA1F6E7}"/>
                </a:ext>
              </a:extLst>
            </p:cNvPr>
            <p:cNvSpPr>
              <a:spLocks/>
            </p:cNvSpPr>
            <p:nvPr/>
          </p:nvSpPr>
          <p:spPr bwMode="auto">
            <a:xfrm>
              <a:off x="10874376" y="5038726"/>
              <a:ext cx="34925" cy="33338"/>
            </a:xfrm>
            <a:custGeom>
              <a:avLst/>
              <a:gdLst>
                <a:gd name="T0" fmla="*/ 0 w 84"/>
                <a:gd name="T1" fmla="*/ 41 h 83"/>
                <a:gd name="T2" fmla="*/ 1 w 84"/>
                <a:gd name="T3" fmla="*/ 53 h 83"/>
                <a:gd name="T4" fmla="*/ 5 w 84"/>
                <a:gd name="T5" fmla="*/ 69 h 83"/>
                <a:gd name="T6" fmla="*/ 14 w 84"/>
                <a:gd name="T7" fmla="*/ 79 h 83"/>
                <a:gd name="T8" fmla="*/ 30 w 84"/>
                <a:gd name="T9" fmla="*/ 83 h 83"/>
                <a:gd name="T10" fmla="*/ 42 w 84"/>
                <a:gd name="T11" fmla="*/ 83 h 83"/>
                <a:gd name="T12" fmla="*/ 54 w 84"/>
                <a:gd name="T13" fmla="*/ 83 h 83"/>
                <a:gd name="T14" fmla="*/ 70 w 84"/>
                <a:gd name="T15" fmla="*/ 79 h 83"/>
                <a:gd name="T16" fmla="*/ 80 w 84"/>
                <a:gd name="T17" fmla="*/ 69 h 83"/>
                <a:gd name="T18" fmla="*/ 83 w 84"/>
                <a:gd name="T19" fmla="*/ 53 h 83"/>
                <a:gd name="T20" fmla="*/ 84 w 84"/>
                <a:gd name="T21" fmla="*/ 41 h 83"/>
                <a:gd name="T22" fmla="*/ 83 w 84"/>
                <a:gd name="T23" fmla="*/ 30 h 83"/>
                <a:gd name="T24" fmla="*/ 80 w 84"/>
                <a:gd name="T25" fmla="*/ 13 h 83"/>
                <a:gd name="T26" fmla="*/ 70 w 84"/>
                <a:gd name="T27" fmla="*/ 4 h 83"/>
                <a:gd name="T28" fmla="*/ 54 w 84"/>
                <a:gd name="T29" fmla="*/ 0 h 83"/>
                <a:gd name="T30" fmla="*/ 42 w 84"/>
                <a:gd name="T31" fmla="*/ 0 h 83"/>
                <a:gd name="T32" fmla="*/ 30 w 84"/>
                <a:gd name="T33" fmla="*/ 0 h 83"/>
                <a:gd name="T34" fmla="*/ 14 w 84"/>
                <a:gd name="T35" fmla="*/ 4 h 83"/>
                <a:gd name="T36" fmla="*/ 5 w 84"/>
                <a:gd name="T37" fmla="*/ 13 h 83"/>
                <a:gd name="T38" fmla="*/ 1 w 84"/>
                <a:gd name="T39" fmla="*/ 30 h 83"/>
                <a:gd name="T40" fmla="*/ 0 w 84"/>
                <a:gd name="T41" fmla="*/ 4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 h="83">
                  <a:moveTo>
                    <a:pt x="0" y="41"/>
                  </a:moveTo>
                  <a:lnTo>
                    <a:pt x="1" y="53"/>
                  </a:lnTo>
                  <a:lnTo>
                    <a:pt x="5" y="69"/>
                  </a:lnTo>
                  <a:lnTo>
                    <a:pt x="14" y="79"/>
                  </a:lnTo>
                  <a:lnTo>
                    <a:pt x="30" y="83"/>
                  </a:lnTo>
                  <a:lnTo>
                    <a:pt x="42" y="83"/>
                  </a:lnTo>
                  <a:lnTo>
                    <a:pt x="54" y="83"/>
                  </a:lnTo>
                  <a:lnTo>
                    <a:pt x="70" y="79"/>
                  </a:lnTo>
                  <a:lnTo>
                    <a:pt x="80" y="69"/>
                  </a:lnTo>
                  <a:lnTo>
                    <a:pt x="83" y="53"/>
                  </a:lnTo>
                  <a:lnTo>
                    <a:pt x="84" y="41"/>
                  </a:lnTo>
                  <a:lnTo>
                    <a:pt x="83" y="30"/>
                  </a:lnTo>
                  <a:lnTo>
                    <a:pt x="80" y="13"/>
                  </a:lnTo>
                  <a:lnTo>
                    <a:pt x="70" y="4"/>
                  </a:lnTo>
                  <a:lnTo>
                    <a:pt x="54" y="0"/>
                  </a:lnTo>
                  <a:lnTo>
                    <a:pt x="42" y="0"/>
                  </a:lnTo>
                  <a:lnTo>
                    <a:pt x="30" y="0"/>
                  </a:lnTo>
                  <a:lnTo>
                    <a:pt x="14" y="4"/>
                  </a:lnTo>
                  <a:lnTo>
                    <a:pt x="5" y="13"/>
                  </a:lnTo>
                  <a:lnTo>
                    <a:pt x="1" y="30"/>
                  </a:lnTo>
                  <a:lnTo>
                    <a:pt x="0"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5" name="Freeform 612">
              <a:extLst>
                <a:ext uri="{FF2B5EF4-FFF2-40B4-BE49-F238E27FC236}">
                  <a16:creationId xmlns:a16="http://schemas.microsoft.com/office/drawing/2014/main" id="{71B2ABE8-1F02-62E2-8E85-4C5C16009480}"/>
                </a:ext>
              </a:extLst>
            </p:cNvPr>
            <p:cNvSpPr>
              <a:spLocks/>
            </p:cNvSpPr>
            <p:nvPr/>
          </p:nvSpPr>
          <p:spPr bwMode="auto">
            <a:xfrm>
              <a:off x="10733088" y="5106989"/>
              <a:ext cx="36513" cy="39688"/>
            </a:xfrm>
            <a:custGeom>
              <a:avLst/>
              <a:gdLst>
                <a:gd name="T0" fmla="*/ 5 w 90"/>
                <a:gd name="T1" fmla="*/ 21 h 95"/>
                <a:gd name="T2" fmla="*/ 0 w 90"/>
                <a:gd name="T3" fmla="*/ 37 h 95"/>
                <a:gd name="T4" fmla="*/ 1 w 90"/>
                <a:gd name="T5" fmla="*/ 65 h 95"/>
                <a:gd name="T6" fmla="*/ 15 w 90"/>
                <a:gd name="T7" fmla="*/ 86 h 95"/>
                <a:gd name="T8" fmla="*/ 37 w 90"/>
                <a:gd name="T9" fmla="*/ 95 h 95"/>
                <a:gd name="T10" fmla="*/ 52 w 90"/>
                <a:gd name="T11" fmla="*/ 94 h 95"/>
                <a:gd name="T12" fmla="*/ 62 w 90"/>
                <a:gd name="T13" fmla="*/ 92 h 95"/>
                <a:gd name="T14" fmla="*/ 76 w 90"/>
                <a:gd name="T15" fmla="*/ 86 h 95"/>
                <a:gd name="T16" fmla="*/ 86 w 90"/>
                <a:gd name="T17" fmla="*/ 75 h 95"/>
                <a:gd name="T18" fmla="*/ 90 w 90"/>
                <a:gd name="T19" fmla="*/ 58 h 95"/>
                <a:gd name="T20" fmla="*/ 90 w 90"/>
                <a:gd name="T21" fmla="*/ 47 h 95"/>
                <a:gd name="T22" fmla="*/ 90 w 90"/>
                <a:gd name="T23" fmla="*/ 37 h 95"/>
                <a:gd name="T24" fmla="*/ 86 w 90"/>
                <a:gd name="T25" fmla="*/ 20 h 95"/>
                <a:gd name="T26" fmla="*/ 76 w 90"/>
                <a:gd name="T27" fmla="*/ 9 h 95"/>
                <a:gd name="T28" fmla="*/ 62 w 90"/>
                <a:gd name="T29" fmla="*/ 2 h 95"/>
                <a:gd name="T30" fmla="*/ 52 w 90"/>
                <a:gd name="T31" fmla="*/ 1 h 95"/>
                <a:gd name="T32" fmla="*/ 36 w 90"/>
                <a:gd name="T33" fmla="*/ 0 h 95"/>
                <a:gd name="T34" fmla="*/ 16 w 90"/>
                <a:gd name="T35" fmla="*/ 7 h 95"/>
                <a:gd name="T36" fmla="*/ 7 w 90"/>
                <a:gd name="T37" fmla="*/ 15 h 95"/>
                <a:gd name="T38" fmla="*/ 5 w 90"/>
                <a:gd name="T39" fmla="*/ 2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 h="95">
                  <a:moveTo>
                    <a:pt x="5" y="21"/>
                  </a:moveTo>
                  <a:lnTo>
                    <a:pt x="0" y="37"/>
                  </a:lnTo>
                  <a:lnTo>
                    <a:pt x="1" y="65"/>
                  </a:lnTo>
                  <a:lnTo>
                    <a:pt x="15" y="86"/>
                  </a:lnTo>
                  <a:lnTo>
                    <a:pt x="37" y="95"/>
                  </a:lnTo>
                  <a:lnTo>
                    <a:pt x="52" y="94"/>
                  </a:lnTo>
                  <a:lnTo>
                    <a:pt x="62" y="92"/>
                  </a:lnTo>
                  <a:lnTo>
                    <a:pt x="76" y="86"/>
                  </a:lnTo>
                  <a:lnTo>
                    <a:pt x="86" y="75"/>
                  </a:lnTo>
                  <a:lnTo>
                    <a:pt x="90" y="58"/>
                  </a:lnTo>
                  <a:lnTo>
                    <a:pt x="90" y="47"/>
                  </a:lnTo>
                  <a:lnTo>
                    <a:pt x="90" y="37"/>
                  </a:lnTo>
                  <a:lnTo>
                    <a:pt x="86" y="20"/>
                  </a:lnTo>
                  <a:lnTo>
                    <a:pt x="76" y="9"/>
                  </a:lnTo>
                  <a:lnTo>
                    <a:pt x="62" y="2"/>
                  </a:lnTo>
                  <a:lnTo>
                    <a:pt x="52" y="1"/>
                  </a:lnTo>
                  <a:lnTo>
                    <a:pt x="36" y="0"/>
                  </a:lnTo>
                  <a:lnTo>
                    <a:pt x="16" y="7"/>
                  </a:lnTo>
                  <a:lnTo>
                    <a:pt x="7" y="15"/>
                  </a:lnTo>
                  <a:lnTo>
                    <a:pt x="5"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6" name="Freeform 613">
              <a:extLst>
                <a:ext uri="{FF2B5EF4-FFF2-40B4-BE49-F238E27FC236}">
                  <a16:creationId xmlns:a16="http://schemas.microsoft.com/office/drawing/2014/main" id="{15265FE6-86D1-42AE-AAA8-1F4F96C7652F}"/>
                </a:ext>
              </a:extLst>
            </p:cNvPr>
            <p:cNvSpPr>
              <a:spLocks/>
            </p:cNvSpPr>
            <p:nvPr/>
          </p:nvSpPr>
          <p:spPr bwMode="auto">
            <a:xfrm>
              <a:off x="10807701" y="5106989"/>
              <a:ext cx="33338" cy="39688"/>
            </a:xfrm>
            <a:custGeom>
              <a:avLst/>
              <a:gdLst>
                <a:gd name="T0" fmla="*/ 0 w 81"/>
                <a:gd name="T1" fmla="*/ 47 h 98"/>
                <a:gd name="T2" fmla="*/ 0 w 81"/>
                <a:gd name="T3" fmla="*/ 62 h 98"/>
                <a:gd name="T4" fmla="*/ 3 w 81"/>
                <a:gd name="T5" fmla="*/ 83 h 98"/>
                <a:gd name="T6" fmla="*/ 13 w 81"/>
                <a:gd name="T7" fmla="*/ 94 h 98"/>
                <a:gd name="T8" fmla="*/ 30 w 81"/>
                <a:gd name="T9" fmla="*/ 98 h 98"/>
                <a:gd name="T10" fmla="*/ 43 w 81"/>
                <a:gd name="T11" fmla="*/ 98 h 98"/>
                <a:gd name="T12" fmla="*/ 56 w 81"/>
                <a:gd name="T13" fmla="*/ 98 h 98"/>
                <a:gd name="T14" fmla="*/ 72 w 81"/>
                <a:gd name="T15" fmla="*/ 94 h 98"/>
                <a:gd name="T16" fmla="*/ 80 w 81"/>
                <a:gd name="T17" fmla="*/ 84 h 98"/>
                <a:gd name="T18" fmla="*/ 81 w 81"/>
                <a:gd name="T19" fmla="*/ 66 h 98"/>
                <a:gd name="T20" fmla="*/ 80 w 81"/>
                <a:gd name="T21" fmla="*/ 52 h 98"/>
                <a:gd name="T22" fmla="*/ 78 w 81"/>
                <a:gd name="T23" fmla="*/ 40 h 98"/>
                <a:gd name="T24" fmla="*/ 72 w 81"/>
                <a:gd name="T25" fmla="*/ 23 h 98"/>
                <a:gd name="T26" fmla="*/ 62 w 81"/>
                <a:gd name="T27" fmla="*/ 10 h 98"/>
                <a:gd name="T28" fmla="*/ 48 w 81"/>
                <a:gd name="T29" fmla="*/ 3 h 98"/>
                <a:gd name="T30" fmla="*/ 38 w 81"/>
                <a:gd name="T31" fmla="*/ 2 h 98"/>
                <a:gd name="T32" fmla="*/ 26 w 81"/>
                <a:gd name="T33" fmla="*/ 0 h 98"/>
                <a:gd name="T34" fmla="*/ 11 w 81"/>
                <a:gd name="T35" fmla="*/ 2 h 98"/>
                <a:gd name="T36" fmla="*/ 3 w 81"/>
                <a:gd name="T37" fmla="*/ 12 h 98"/>
                <a:gd name="T38" fmla="*/ 0 w 81"/>
                <a:gd name="T39" fmla="*/ 32 h 98"/>
                <a:gd name="T40" fmla="*/ 0 w 81"/>
                <a:gd name="T41" fmla="*/ 47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1" h="98">
                  <a:moveTo>
                    <a:pt x="0" y="47"/>
                  </a:moveTo>
                  <a:lnTo>
                    <a:pt x="0" y="62"/>
                  </a:lnTo>
                  <a:lnTo>
                    <a:pt x="3" y="83"/>
                  </a:lnTo>
                  <a:lnTo>
                    <a:pt x="13" y="94"/>
                  </a:lnTo>
                  <a:lnTo>
                    <a:pt x="30" y="98"/>
                  </a:lnTo>
                  <a:lnTo>
                    <a:pt x="43" y="98"/>
                  </a:lnTo>
                  <a:lnTo>
                    <a:pt x="56" y="98"/>
                  </a:lnTo>
                  <a:lnTo>
                    <a:pt x="72" y="94"/>
                  </a:lnTo>
                  <a:lnTo>
                    <a:pt x="80" y="84"/>
                  </a:lnTo>
                  <a:lnTo>
                    <a:pt x="81" y="66"/>
                  </a:lnTo>
                  <a:lnTo>
                    <a:pt x="80" y="52"/>
                  </a:lnTo>
                  <a:lnTo>
                    <a:pt x="78" y="40"/>
                  </a:lnTo>
                  <a:lnTo>
                    <a:pt x="72" y="23"/>
                  </a:lnTo>
                  <a:lnTo>
                    <a:pt x="62" y="10"/>
                  </a:lnTo>
                  <a:lnTo>
                    <a:pt x="48" y="3"/>
                  </a:lnTo>
                  <a:lnTo>
                    <a:pt x="38" y="2"/>
                  </a:lnTo>
                  <a:lnTo>
                    <a:pt x="26" y="0"/>
                  </a:lnTo>
                  <a:lnTo>
                    <a:pt x="11" y="2"/>
                  </a:lnTo>
                  <a:lnTo>
                    <a:pt x="3" y="12"/>
                  </a:lnTo>
                  <a:lnTo>
                    <a:pt x="0" y="32"/>
                  </a:lnTo>
                  <a:lnTo>
                    <a:pt x="0" y="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7" name="Freeform 614">
              <a:extLst>
                <a:ext uri="{FF2B5EF4-FFF2-40B4-BE49-F238E27FC236}">
                  <a16:creationId xmlns:a16="http://schemas.microsoft.com/office/drawing/2014/main" id="{84881FFC-41F2-BA20-801C-D756AD8A430A}"/>
                </a:ext>
              </a:extLst>
            </p:cNvPr>
            <p:cNvSpPr>
              <a:spLocks/>
            </p:cNvSpPr>
            <p:nvPr/>
          </p:nvSpPr>
          <p:spPr bwMode="auto">
            <a:xfrm>
              <a:off x="10874376" y="5105401"/>
              <a:ext cx="34925" cy="41275"/>
            </a:xfrm>
            <a:custGeom>
              <a:avLst/>
              <a:gdLst>
                <a:gd name="T0" fmla="*/ 0 w 84"/>
                <a:gd name="T1" fmla="*/ 50 h 100"/>
                <a:gd name="T2" fmla="*/ 1 w 84"/>
                <a:gd name="T3" fmla="*/ 65 h 100"/>
                <a:gd name="T4" fmla="*/ 4 w 84"/>
                <a:gd name="T5" fmla="*/ 85 h 100"/>
                <a:gd name="T6" fmla="*/ 13 w 84"/>
                <a:gd name="T7" fmla="*/ 96 h 100"/>
                <a:gd name="T8" fmla="*/ 30 w 84"/>
                <a:gd name="T9" fmla="*/ 100 h 100"/>
                <a:gd name="T10" fmla="*/ 42 w 84"/>
                <a:gd name="T11" fmla="*/ 100 h 100"/>
                <a:gd name="T12" fmla="*/ 54 w 84"/>
                <a:gd name="T13" fmla="*/ 100 h 100"/>
                <a:gd name="T14" fmla="*/ 71 w 84"/>
                <a:gd name="T15" fmla="*/ 96 h 100"/>
                <a:gd name="T16" fmla="*/ 80 w 84"/>
                <a:gd name="T17" fmla="*/ 85 h 100"/>
                <a:gd name="T18" fmla="*/ 83 w 84"/>
                <a:gd name="T19" fmla="*/ 65 h 100"/>
                <a:gd name="T20" fmla="*/ 84 w 84"/>
                <a:gd name="T21" fmla="*/ 50 h 100"/>
                <a:gd name="T22" fmla="*/ 83 w 84"/>
                <a:gd name="T23" fmla="*/ 36 h 100"/>
                <a:gd name="T24" fmla="*/ 80 w 84"/>
                <a:gd name="T25" fmla="*/ 16 h 100"/>
                <a:gd name="T26" fmla="*/ 71 w 84"/>
                <a:gd name="T27" fmla="*/ 5 h 100"/>
                <a:gd name="T28" fmla="*/ 54 w 84"/>
                <a:gd name="T29" fmla="*/ 1 h 100"/>
                <a:gd name="T30" fmla="*/ 42 w 84"/>
                <a:gd name="T31" fmla="*/ 0 h 100"/>
                <a:gd name="T32" fmla="*/ 30 w 84"/>
                <a:gd name="T33" fmla="*/ 1 h 100"/>
                <a:gd name="T34" fmla="*/ 13 w 84"/>
                <a:gd name="T35" fmla="*/ 5 h 100"/>
                <a:gd name="T36" fmla="*/ 4 w 84"/>
                <a:gd name="T37" fmla="*/ 16 h 100"/>
                <a:gd name="T38" fmla="*/ 1 w 84"/>
                <a:gd name="T39" fmla="*/ 36 h 100"/>
                <a:gd name="T40" fmla="*/ 0 w 84"/>
                <a:gd name="T41" fmla="*/ 5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 h="100">
                  <a:moveTo>
                    <a:pt x="0" y="50"/>
                  </a:moveTo>
                  <a:lnTo>
                    <a:pt x="1" y="65"/>
                  </a:lnTo>
                  <a:lnTo>
                    <a:pt x="4" y="85"/>
                  </a:lnTo>
                  <a:lnTo>
                    <a:pt x="13" y="96"/>
                  </a:lnTo>
                  <a:lnTo>
                    <a:pt x="30" y="100"/>
                  </a:lnTo>
                  <a:lnTo>
                    <a:pt x="42" y="100"/>
                  </a:lnTo>
                  <a:lnTo>
                    <a:pt x="54" y="100"/>
                  </a:lnTo>
                  <a:lnTo>
                    <a:pt x="71" y="96"/>
                  </a:lnTo>
                  <a:lnTo>
                    <a:pt x="80" y="85"/>
                  </a:lnTo>
                  <a:lnTo>
                    <a:pt x="83" y="65"/>
                  </a:lnTo>
                  <a:lnTo>
                    <a:pt x="84" y="50"/>
                  </a:lnTo>
                  <a:lnTo>
                    <a:pt x="83" y="36"/>
                  </a:lnTo>
                  <a:lnTo>
                    <a:pt x="80" y="16"/>
                  </a:lnTo>
                  <a:lnTo>
                    <a:pt x="71" y="5"/>
                  </a:lnTo>
                  <a:lnTo>
                    <a:pt x="54" y="1"/>
                  </a:lnTo>
                  <a:lnTo>
                    <a:pt x="42" y="0"/>
                  </a:lnTo>
                  <a:lnTo>
                    <a:pt x="30" y="1"/>
                  </a:lnTo>
                  <a:lnTo>
                    <a:pt x="13" y="5"/>
                  </a:lnTo>
                  <a:lnTo>
                    <a:pt x="4" y="16"/>
                  </a:lnTo>
                  <a:lnTo>
                    <a:pt x="1" y="36"/>
                  </a:lnTo>
                  <a:lnTo>
                    <a:pt x="0"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8" name="Freeform 615">
              <a:extLst>
                <a:ext uri="{FF2B5EF4-FFF2-40B4-BE49-F238E27FC236}">
                  <a16:creationId xmlns:a16="http://schemas.microsoft.com/office/drawing/2014/main" id="{554EC756-1FF2-DA2E-4080-B4902662054F}"/>
                </a:ext>
              </a:extLst>
            </p:cNvPr>
            <p:cNvSpPr>
              <a:spLocks/>
            </p:cNvSpPr>
            <p:nvPr/>
          </p:nvSpPr>
          <p:spPr bwMode="auto">
            <a:xfrm>
              <a:off x="10780713" y="5256214"/>
              <a:ext cx="247650" cy="31750"/>
            </a:xfrm>
            <a:custGeom>
              <a:avLst/>
              <a:gdLst>
                <a:gd name="T0" fmla="*/ 3 w 606"/>
                <a:gd name="T1" fmla="*/ 23 h 78"/>
                <a:gd name="T2" fmla="*/ 0 w 606"/>
                <a:gd name="T3" fmla="*/ 35 h 78"/>
                <a:gd name="T4" fmla="*/ 4 w 606"/>
                <a:gd name="T5" fmla="*/ 59 h 78"/>
                <a:gd name="T6" fmla="*/ 10 w 606"/>
                <a:gd name="T7" fmla="*/ 66 h 78"/>
                <a:gd name="T8" fmla="*/ 17 w 606"/>
                <a:gd name="T9" fmla="*/ 69 h 78"/>
                <a:gd name="T10" fmla="*/ 64 w 606"/>
                <a:gd name="T11" fmla="*/ 74 h 78"/>
                <a:gd name="T12" fmla="*/ 194 w 606"/>
                <a:gd name="T13" fmla="*/ 78 h 78"/>
                <a:gd name="T14" fmla="*/ 316 w 606"/>
                <a:gd name="T15" fmla="*/ 78 h 78"/>
                <a:gd name="T16" fmla="*/ 491 w 606"/>
                <a:gd name="T17" fmla="*/ 75 h 78"/>
                <a:gd name="T18" fmla="*/ 589 w 606"/>
                <a:gd name="T19" fmla="*/ 65 h 78"/>
                <a:gd name="T20" fmla="*/ 604 w 606"/>
                <a:gd name="T21" fmla="*/ 55 h 78"/>
                <a:gd name="T22" fmla="*/ 606 w 606"/>
                <a:gd name="T23" fmla="*/ 45 h 78"/>
                <a:gd name="T24" fmla="*/ 606 w 606"/>
                <a:gd name="T25" fmla="*/ 40 h 78"/>
                <a:gd name="T26" fmla="*/ 606 w 606"/>
                <a:gd name="T27" fmla="*/ 34 h 78"/>
                <a:gd name="T28" fmla="*/ 603 w 606"/>
                <a:gd name="T29" fmla="*/ 25 h 78"/>
                <a:gd name="T30" fmla="*/ 589 w 606"/>
                <a:gd name="T31" fmla="*/ 15 h 78"/>
                <a:gd name="T32" fmla="*/ 488 w 606"/>
                <a:gd name="T33" fmla="*/ 5 h 78"/>
                <a:gd name="T34" fmla="*/ 310 w 606"/>
                <a:gd name="T35" fmla="*/ 1 h 78"/>
                <a:gd name="T36" fmla="*/ 143 w 606"/>
                <a:gd name="T37" fmla="*/ 0 h 78"/>
                <a:gd name="T38" fmla="*/ 35 w 606"/>
                <a:gd name="T39" fmla="*/ 6 h 78"/>
                <a:gd name="T40" fmla="*/ 8 w 606"/>
                <a:gd name="T41" fmla="*/ 15 h 78"/>
                <a:gd name="T42" fmla="*/ 3 w 606"/>
                <a:gd name="T43" fmla="*/ 2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6" h="78">
                  <a:moveTo>
                    <a:pt x="3" y="23"/>
                  </a:moveTo>
                  <a:lnTo>
                    <a:pt x="0" y="35"/>
                  </a:lnTo>
                  <a:lnTo>
                    <a:pt x="4" y="59"/>
                  </a:lnTo>
                  <a:lnTo>
                    <a:pt x="10" y="66"/>
                  </a:lnTo>
                  <a:lnTo>
                    <a:pt x="17" y="69"/>
                  </a:lnTo>
                  <a:lnTo>
                    <a:pt x="64" y="74"/>
                  </a:lnTo>
                  <a:lnTo>
                    <a:pt x="194" y="78"/>
                  </a:lnTo>
                  <a:lnTo>
                    <a:pt x="316" y="78"/>
                  </a:lnTo>
                  <a:lnTo>
                    <a:pt x="491" y="75"/>
                  </a:lnTo>
                  <a:lnTo>
                    <a:pt x="589" y="65"/>
                  </a:lnTo>
                  <a:lnTo>
                    <a:pt x="604" y="55"/>
                  </a:lnTo>
                  <a:lnTo>
                    <a:pt x="606" y="45"/>
                  </a:lnTo>
                  <a:lnTo>
                    <a:pt x="606" y="40"/>
                  </a:lnTo>
                  <a:lnTo>
                    <a:pt x="606" y="34"/>
                  </a:lnTo>
                  <a:lnTo>
                    <a:pt x="603" y="25"/>
                  </a:lnTo>
                  <a:lnTo>
                    <a:pt x="589" y="15"/>
                  </a:lnTo>
                  <a:lnTo>
                    <a:pt x="488" y="5"/>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9" name="Freeform 616">
              <a:extLst>
                <a:ext uri="{FF2B5EF4-FFF2-40B4-BE49-F238E27FC236}">
                  <a16:creationId xmlns:a16="http://schemas.microsoft.com/office/drawing/2014/main" id="{6DC7DEDD-406C-F992-2783-5F9EF8632CB0}"/>
                </a:ext>
              </a:extLst>
            </p:cNvPr>
            <p:cNvSpPr>
              <a:spLocks/>
            </p:cNvSpPr>
            <p:nvPr/>
          </p:nvSpPr>
          <p:spPr bwMode="auto">
            <a:xfrm>
              <a:off x="10780713" y="5359401"/>
              <a:ext cx="247650" cy="31750"/>
            </a:xfrm>
            <a:custGeom>
              <a:avLst/>
              <a:gdLst>
                <a:gd name="T0" fmla="*/ 3 w 606"/>
                <a:gd name="T1" fmla="*/ 23 h 78"/>
                <a:gd name="T2" fmla="*/ 0 w 606"/>
                <a:gd name="T3" fmla="*/ 35 h 78"/>
                <a:gd name="T4" fmla="*/ 4 w 606"/>
                <a:gd name="T5" fmla="*/ 59 h 78"/>
                <a:gd name="T6" fmla="*/ 10 w 606"/>
                <a:gd name="T7" fmla="*/ 66 h 78"/>
                <a:gd name="T8" fmla="*/ 17 w 606"/>
                <a:gd name="T9" fmla="*/ 69 h 78"/>
                <a:gd name="T10" fmla="*/ 64 w 606"/>
                <a:gd name="T11" fmla="*/ 74 h 78"/>
                <a:gd name="T12" fmla="*/ 194 w 606"/>
                <a:gd name="T13" fmla="*/ 78 h 78"/>
                <a:gd name="T14" fmla="*/ 316 w 606"/>
                <a:gd name="T15" fmla="*/ 78 h 78"/>
                <a:gd name="T16" fmla="*/ 491 w 606"/>
                <a:gd name="T17" fmla="*/ 75 h 78"/>
                <a:gd name="T18" fmla="*/ 589 w 606"/>
                <a:gd name="T19" fmla="*/ 65 h 78"/>
                <a:gd name="T20" fmla="*/ 604 w 606"/>
                <a:gd name="T21" fmla="*/ 55 h 78"/>
                <a:gd name="T22" fmla="*/ 606 w 606"/>
                <a:gd name="T23" fmla="*/ 45 h 78"/>
                <a:gd name="T24" fmla="*/ 606 w 606"/>
                <a:gd name="T25" fmla="*/ 40 h 78"/>
                <a:gd name="T26" fmla="*/ 606 w 606"/>
                <a:gd name="T27" fmla="*/ 34 h 78"/>
                <a:gd name="T28" fmla="*/ 603 w 606"/>
                <a:gd name="T29" fmla="*/ 25 h 78"/>
                <a:gd name="T30" fmla="*/ 589 w 606"/>
                <a:gd name="T31" fmla="*/ 15 h 78"/>
                <a:gd name="T32" fmla="*/ 488 w 606"/>
                <a:gd name="T33" fmla="*/ 5 h 78"/>
                <a:gd name="T34" fmla="*/ 310 w 606"/>
                <a:gd name="T35" fmla="*/ 1 h 78"/>
                <a:gd name="T36" fmla="*/ 143 w 606"/>
                <a:gd name="T37" fmla="*/ 0 h 78"/>
                <a:gd name="T38" fmla="*/ 35 w 606"/>
                <a:gd name="T39" fmla="*/ 6 h 78"/>
                <a:gd name="T40" fmla="*/ 8 w 606"/>
                <a:gd name="T41" fmla="*/ 15 h 78"/>
                <a:gd name="T42" fmla="*/ 3 w 606"/>
                <a:gd name="T43" fmla="*/ 2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6" h="78">
                  <a:moveTo>
                    <a:pt x="3" y="23"/>
                  </a:moveTo>
                  <a:lnTo>
                    <a:pt x="0" y="35"/>
                  </a:lnTo>
                  <a:lnTo>
                    <a:pt x="4" y="59"/>
                  </a:lnTo>
                  <a:lnTo>
                    <a:pt x="10" y="66"/>
                  </a:lnTo>
                  <a:lnTo>
                    <a:pt x="17" y="69"/>
                  </a:lnTo>
                  <a:lnTo>
                    <a:pt x="64" y="74"/>
                  </a:lnTo>
                  <a:lnTo>
                    <a:pt x="194" y="78"/>
                  </a:lnTo>
                  <a:lnTo>
                    <a:pt x="316" y="78"/>
                  </a:lnTo>
                  <a:lnTo>
                    <a:pt x="491" y="75"/>
                  </a:lnTo>
                  <a:lnTo>
                    <a:pt x="589" y="65"/>
                  </a:lnTo>
                  <a:lnTo>
                    <a:pt x="604" y="55"/>
                  </a:lnTo>
                  <a:lnTo>
                    <a:pt x="606" y="45"/>
                  </a:lnTo>
                  <a:lnTo>
                    <a:pt x="606" y="40"/>
                  </a:lnTo>
                  <a:lnTo>
                    <a:pt x="606" y="34"/>
                  </a:lnTo>
                  <a:lnTo>
                    <a:pt x="603" y="25"/>
                  </a:lnTo>
                  <a:lnTo>
                    <a:pt x="589" y="15"/>
                  </a:lnTo>
                  <a:lnTo>
                    <a:pt x="488" y="5"/>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0" name="Freeform 617">
              <a:extLst>
                <a:ext uri="{FF2B5EF4-FFF2-40B4-BE49-F238E27FC236}">
                  <a16:creationId xmlns:a16="http://schemas.microsoft.com/office/drawing/2014/main" id="{D4AA6956-90FE-88E2-FD24-A54CCC292293}"/>
                </a:ext>
              </a:extLst>
            </p:cNvPr>
            <p:cNvSpPr>
              <a:spLocks/>
            </p:cNvSpPr>
            <p:nvPr/>
          </p:nvSpPr>
          <p:spPr bwMode="auto">
            <a:xfrm>
              <a:off x="10780713" y="5461001"/>
              <a:ext cx="247650" cy="31750"/>
            </a:xfrm>
            <a:custGeom>
              <a:avLst/>
              <a:gdLst>
                <a:gd name="T0" fmla="*/ 3 w 606"/>
                <a:gd name="T1" fmla="*/ 23 h 78"/>
                <a:gd name="T2" fmla="*/ 0 w 606"/>
                <a:gd name="T3" fmla="*/ 35 h 78"/>
                <a:gd name="T4" fmla="*/ 4 w 606"/>
                <a:gd name="T5" fmla="*/ 59 h 78"/>
                <a:gd name="T6" fmla="*/ 10 w 606"/>
                <a:gd name="T7" fmla="*/ 66 h 78"/>
                <a:gd name="T8" fmla="*/ 17 w 606"/>
                <a:gd name="T9" fmla="*/ 69 h 78"/>
                <a:gd name="T10" fmla="*/ 64 w 606"/>
                <a:gd name="T11" fmla="*/ 74 h 78"/>
                <a:gd name="T12" fmla="*/ 194 w 606"/>
                <a:gd name="T13" fmla="*/ 78 h 78"/>
                <a:gd name="T14" fmla="*/ 316 w 606"/>
                <a:gd name="T15" fmla="*/ 78 h 78"/>
                <a:gd name="T16" fmla="*/ 491 w 606"/>
                <a:gd name="T17" fmla="*/ 75 h 78"/>
                <a:gd name="T18" fmla="*/ 589 w 606"/>
                <a:gd name="T19" fmla="*/ 65 h 78"/>
                <a:gd name="T20" fmla="*/ 604 w 606"/>
                <a:gd name="T21" fmla="*/ 55 h 78"/>
                <a:gd name="T22" fmla="*/ 606 w 606"/>
                <a:gd name="T23" fmla="*/ 45 h 78"/>
                <a:gd name="T24" fmla="*/ 606 w 606"/>
                <a:gd name="T25" fmla="*/ 40 h 78"/>
                <a:gd name="T26" fmla="*/ 606 w 606"/>
                <a:gd name="T27" fmla="*/ 34 h 78"/>
                <a:gd name="T28" fmla="*/ 603 w 606"/>
                <a:gd name="T29" fmla="*/ 25 h 78"/>
                <a:gd name="T30" fmla="*/ 589 w 606"/>
                <a:gd name="T31" fmla="*/ 15 h 78"/>
                <a:gd name="T32" fmla="*/ 488 w 606"/>
                <a:gd name="T33" fmla="*/ 5 h 78"/>
                <a:gd name="T34" fmla="*/ 310 w 606"/>
                <a:gd name="T35" fmla="*/ 1 h 78"/>
                <a:gd name="T36" fmla="*/ 143 w 606"/>
                <a:gd name="T37" fmla="*/ 0 h 78"/>
                <a:gd name="T38" fmla="*/ 35 w 606"/>
                <a:gd name="T39" fmla="*/ 6 h 78"/>
                <a:gd name="T40" fmla="*/ 8 w 606"/>
                <a:gd name="T41" fmla="*/ 15 h 78"/>
                <a:gd name="T42" fmla="*/ 3 w 606"/>
                <a:gd name="T43" fmla="*/ 2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6" h="78">
                  <a:moveTo>
                    <a:pt x="3" y="23"/>
                  </a:moveTo>
                  <a:lnTo>
                    <a:pt x="0" y="35"/>
                  </a:lnTo>
                  <a:lnTo>
                    <a:pt x="4" y="59"/>
                  </a:lnTo>
                  <a:lnTo>
                    <a:pt x="10" y="66"/>
                  </a:lnTo>
                  <a:lnTo>
                    <a:pt x="17" y="69"/>
                  </a:lnTo>
                  <a:lnTo>
                    <a:pt x="64" y="74"/>
                  </a:lnTo>
                  <a:lnTo>
                    <a:pt x="194" y="78"/>
                  </a:lnTo>
                  <a:lnTo>
                    <a:pt x="316" y="78"/>
                  </a:lnTo>
                  <a:lnTo>
                    <a:pt x="491" y="75"/>
                  </a:lnTo>
                  <a:lnTo>
                    <a:pt x="589" y="65"/>
                  </a:lnTo>
                  <a:lnTo>
                    <a:pt x="604" y="55"/>
                  </a:lnTo>
                  <a:lnTo>
                    <a:pt x="606" y="45"/>
                  </a:lnTo>
                  <a:lnTo>
                    <a:pt x="606" y="40"/>
                  </a:lnTo>
                  <a:lnTo>
                    <a:pt x="606" y="34"/>
                  </a:lnTo>
                  <a:lnTo>
                    <a:pt x="603" y="25"/>
                  </a:lnTo>
                  <a:lnTo>
                    <a:pt x="589" y="15"/>
                  </a:lnTo>
                  <a:lnTo>
                    <a:pt x="488" y="5"/>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1" name="Freeform 618">
              <a:extLst>
                <a:ext uri="{FF2B5EF4-FFF2-40B4-BE49-F238E27FC236}">
                  <a16:creationId xmlns:a16="http://schemas.microsoft.com/office/drawing/2014/main" id="{DEAAD4F6-B5D8-460C-5E7B-71D6DDC22E45}"/>
                </a:ext>
              </a:extLst>
            </p:cNvPr>
            <p:cNvSpPr>
              <a:spLocks/>
            </p:cNvSpPr>
            <p:nvPr/>
          </p:nvSpPr>
          <p:spPr bwMode="auto">
            <a:xfrm>
              <a:off x="10780713" y="5562601"/>
              <a:ext cx="250825" cy="34925"/>
            </a:xfrm>
            <a:custGeom>
              <a:avLst/>
              <a:gdLst>
                <a:gd name="T0" fmla="*/ 3 w 613"/>
                <a:gd name="T1" fmla="*/ 23 h 83"/>
                <a:gd name="T2" fmla="*/ 0 w 613"/>
                <a:gd name="T3" fmla="*/ 35 h 83"/>
                <a:gd name="T4" fmla="*/ 4 w 613"/>
                <a:gd name="T5" fmla="*/ 59 h 83"/>
                <a:gd name="T6" fmla="*/ 10 w 613"/>
                <a:gd name="T7" fmla="*/ 66 h 83"/>
                <a:gd name="T8" fmla="*/ 24 w 613"/>
                <a:gd name="T9" fmla="*/ 71 h 83"/>
                <a:gd name="T10" fmla="*/ 129 w 613"/>
                <a:gd name="T11" fmla="*/ 79 h 83"/>
                <a:gd name="T12" fmla="*/ 297 w 613"/>
                <a:gd name="T13" fmla="*/ 83 h 83"/>
                <a:gd name="T14" fmla="*/ 495 w 613"/>
                <a:gd name="T15" fmla="*/ 83 h 83"/>
                <a:gd name="T16" fmla="*/ 595 w 613"/>
                <a:gd name="T17" fmla="*/ 81 h 83"/>
                <a:gd name="T18" fmla="*/ 599 w 613"/>
                <a:gd name="T19" fmla="*/ 81 h 83"/>
                <a:gd name="T20" fmla="*/ 607 w 613"/>
                <a:gd name="T21" fmla="*/ 76 h 83"/>
                <a:gd name="T22" fmla="*/ 613 w 613"/>
                <a:gd name="T23" fmla="*/ 59 h 83"/>
                <a:gd name="T24" fmla="*/ 611 w 613"/>
                <a:gd name="T25" fmla="*/ 43 h 83"/>
                <a:gd name="T26" fmla="*/ 610 w 613"/>
                <a:gd name="T27" fmla="*/ 30 h 83"/>
                <a:gd name="T28" fmla="*/ 599 w 613"/>
                <a:gd name="T29" fmla="*/ 18 h 83"/>
                <a:gd name="T30" fmla="*/ 582 w 613"/>
                <a:gd name="T31" fmla="*/ 12 h 83"/>
                <a:gd name="T32" fmla="*/ 536 w 613"/>
                <a:gd name="T33" fmla="*/ 7 h 83"/>
                <a:gd name="T34" fmla="*/ 411 w 613"/>
                <a:gd name="T35" fmla="*/ 3 h 83"/>
                <a:gd name="T36" fmla="*/ 310 w 613"/>
                <a:gd name="T37" fmla="*/ 1 h 83"/>
                <a:gd name="T38" fmla="*/ 143 w 613"/>
                <a:gd name="T39" fmla="*/ 0 h 83"/>
                <a:gd name="T40" fmla="*/ 35 w 613"/>
                <a:gd name="T41" fmla="*/ 6 h 83"/>
                <a:gd name="T42" fmla="*/ 8 w 613"/>
                <a:gd name="T43" fmla="*/ 15 h 83"/>
                <a:gd name="T44" fmla="*/ 3 w 613"/>
                <a:gd name="T45" fmla="*/ 2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13" h="83">
                  <a:moveTo>
                    <a:pt x="3" y="23"/>
                  </a:moveTo>
                  <a:lnTo>
                    <a:pt x="0" y="35"/>
                  </a:lnTo>
                  <a:lnTo>
                    <a:pt x="4" y="59"/>
                  </a:lnTo>
                  <a:lnTo>
                    <a:pt x="10" y="66"/>
                  </a:lnTo>
                  <a:lnTo>
                    <a:pt x="24" y="71"/>
                  </a:lnTo>
                  <a:lnTo>
                    <a:pt x="129" y="79"/>
                  </a:lnTo>
                  <a:lnTo>
                    <a:pt x="297" y="83"/>
                  </a:lnTo>
                  <a:lnTo>
                    <a:pt x="495" y="83"/>
                  </a:lnTo>
                  <a:lnTo>
                    <a:pt x="595" y="81"/>
                  </a:lnTo>
                  <a:lnTo>
                    <a:pt x="599" y="81"/>
                  </a:lnTo>
                  <a:lnTo>
                    <a:pt x="607" y="76"/>
                  </a:lnTo>
                  <a:lnTo>
                    <a:pt x="613" y="59"/>
                  </a:lnTo>
                  <a:lnTo>
                    <a:pt x="611" y="43"/>
                  </a:lnTo>
                  <a:lnTo>
                    <a:pt x="610" y="30"/>
                  </a:lnTo>
                  <a:lnTo>
                    <a:pt x="599" y="18"/>
                  </a:lnTo>
                  <a:lnTo>
                    <a:pt x="582" y="12"/>
                  </a:lnTo>
                  <a:lnTo>
                    <a:pt x="536" y="7"/>
                  </a:lnTo>
                  <a:lnTo>
                    <a:pt x="411" y="3"/>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2" name="Freeform 619">
              <a:extLst>
                <a:ext uri="{FF2B5EF4-FFF2-40B4-BE49-F238E27FC236}">
                  <a16:creationId xmlns:a16="http://schemas.microsoft.com/office/drawing/2014/main" id="{A5856D57-CA06-E451-0154-8CFD5A07574F}"/>
                </a:ext>
              </a:extLst>
            </p:cNvPr>
            <p:cNvSpPr>
              <a:spLocks noEditPoints="1"/>
            </p:cNvSpPr>
            <p:nvPr/>
          </p:nvSpPr>
          <p:spPr bwMode="auto">
            <a:xfrm>
              <a:off x="11596688" y="5276851"/>
              <a:ext cx="266700" cy="195263"/>
            </a:xfrm>
            <a:custGeom>
              <a:avLst/>
              <a:gdLst>
                <a:gd name="T0" fmla="*/ 335 w 655"/>
                <a:gd name="T1" fmla="*/ 117 h 481"/>
                <a:gd name="T2" fmla="*/ 265 w 655"/>
                <a:gd name="T3" fmla="*/ 167 h 481"/>
                <a:gd name="T4" fmla="*/ 238 w 655"/>
                <a:gd name="T5" fmla="*/ 147 h 481"/>
                <a:gd name="T6" fmla="*/ 216 w 655"/>
                <a:gd name="T7" fmla="*/ 124 h 481"/>
                <a:gd name="T8" fmla="*/ 169 w 655"/>
                <a:gd name="T9" fmla="*/ 101 h 481"/>
                <a:gd name="T10" fmla="*/ 115 w 655"/>
                <a:gd name="T11" fmla="*/ 100 h 481"/>
                <a:gd name="T12" fmla="*/ 64 w 655"/>
                <a:gd name="T13" fmla="*/ 117 h 481"/>
                <a:gd name="T14" fmla="*/ 35 w 655"/>
                <a:gd name="T15" fmla="*/ 143 h 481"/>
                <a:gd name="T16" fmla="*/ 2 w 655"/>
                <a:gd name="T17" fmla="*/ 204 h 481"/>
                <a:gd name="T18" fmla="*/ 1 w 655"/>
                <a:gd name="T19" fmla="*/ 228 h 481"/>
                <a:gd name="T20" fmla="*/ 58 w 655"/>
                <a:gd name="T21" fmla="*/ 316 h 481"/>
                <a:gd name="T22" fmla="*/ 188 w 655"/>
                <a:gd name="T23" fmla="*/ 453 h 481"/>
                <a:gd name="T24" fmla="*/ 227 w 655"/>
                <a:gd name="T25" fmla="*/ 477 h 481"/>
                <a:gd name="T26" fmla="*/ 281 w 655"/>
                <a:gd name="T27" fmla="*/ 478 h 481"/>
                <a:gd name="T28" fmla="*/ 347 w 655"/>
                <a:gd name="T29" fmla="*/ 444 h 481"/>
                <a:gd name="T30" fmla="*/ 485 w 655"/>
                <a:gd name="T31" fmla="*/ 333 h 481"/>
                <a:gd name="T32" fmla="*/ 613 w 655"/>
                <a:gd name="T33" fmla="*/ 212 h 481"/>
                <a:gd name="T34" fmla="*/ 652 w 655"/>
                <a:gd name="T35" fmla="*/ 143 h 481"/>
                <a:gd name="T36" fmla="*/ 651 w 655"/>
                <a:gd name="T37" fmla="*/ 93 h 481"/>
                <a:gd name="T38" fmla="*/ 639 w 655"/>
                <a:gd name="T39" fmla="*/ 61 h 481"/>
                <a:gd name="T40" fmla="*/ 594 w 655"/>
                <a:gd name="T41" fmla="*/ 10 h 481"/>
                <a:gd name="T42" fmla="*/ 529 w 655"/>
                <a:gd name="T43" fmla="*/ 1 h 481"/>
                <a:gd name="T44" fmla="*/ 446 w 655"/>
                <a:gd name="T45" fmla="*/ 32 h 481"/>
                <a:gd name="T46" fmla="*/ 375 w 655"/>
                <a:gd name="T47" fmla="*/ 83 h 481"/>
                <a:gd name="T48" fmla="*/ 575 w 655"/>
                <a:gd name="T49" fmla="*/ 113 h 481"/>
                <a:gd name="T50" fmla="*/ 563 w 655"/>
                <a:gd name="T51" fmla="*/ 146 h 481"/>
                <a:gd name="T52" fmla="*/ 439 w 655"/>
                <a:gd name="T53" fmla="*/ 262 h 481"/>
                <a:gd name="T54" fmla="*/ 333 w 655"/>
                <a:gd name="T55" fmla="*/ 348 h 481"/>
                <a:gd name="T56" fmla="*/ 250 w 655"/>
                <a:gd name="T57" fmla="*/ 396 h 481"/>
                <a:gd name="T58" fmla="*/ 226 w 655"/>
                <a:gd name="T59" fmla="*/ 385 h 481"/>
                <a:gd name="T60" fmla="*/ 134 w 655"/>
                <a:gd name="T61" fmla="*/ 274 h 481"/>
                <a:gd name="T62" fmla="*/ 106 w 655"/>
                <a:gd name="T63" fmla="*/ 214 h 481"/>
                <a:gd name="T64" fmla="*/ 110 w 655"/>
                <a:gd name="T65" fmla="*/ 202 h 481"/>
                <a:gd name="T66" fmla="*/ 138 w 655"/>
                <a:gd name="T67" fmla="*/ 184 h 481"/>
                <a:gd name="T68" fmla="*/ 198 w 655"/>
                <a:gd name="T69" fmla="*/ 209 h 481"/>
                <a:gd name="T70" fmla="*/ 222 w 655"/>
                <a:gd name="T71" fmla="*/ 242 h 481"/>
                <a:gd name="T72" fmla="*/ 262 w 655"/>
                <a:gd name="T73" fmla="*/ 267 h 481"/>
                <a:gd name="T74" fmla="*/ 351 w 655"/>
                <a:gd name="T75" fmla="*/ 211 h 481"/>
                <a:gd name="T76" fmla="*/ 437 w 655"/>
                <a:gd name="T77" fmla="*/ 142 h 481"/>
                <a:gd name="T78" fmla="*/ 531 w 655"/>
                <a:gd name="T79" fmla="*/ 86 h 481"/>
                <a:gd name="T80" fmla="*/ 560 w 655"/>
                <a:gd name="T81" fmla="*/ 90 h 481"/>
                <a:gd name="T82" fmla="*/ 573 w 655"/>
                <a:gd name="T83" fmla="*/ 108 h 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55" h="481">
                  <a:moveTo>
                    <a:pt x="375" y="83"/>
                  </a:moveTo>
                  <a:lnTo>
                    <a:pt x="335" y="117"/>
                  </a:lnTo>
                  <a:lnTo>
                    <a:pt x="275" y="162"/>
                  </a:lnTo>
                  <a:lnTo>
                    <a:pt x="265" y="167"/>
                  </a:lnTo>
                  <a:lnTo>
                    <a:pt x="260" y="165"/>
                  </a:lnTo>
                  <a:lnTo>
                    <a:pt x="238" y="147"/>
                  </a:lnTo>
                  <a:lnTo>
                    <a:pt x="225" y="133"/>
                  </a:lnTo>
                  <a:lnTo>
                    <a:pt x="216" y="124"/>
                  </a:lnTo>
                  <a:lnTo>
                    <a:pt x="194" y="110"/>
                  </a:lnTo>
                  <a:lnTo>
                    <a:pt x="169" y="101"/>
                  </a:lnTo>
                  <a:lnTo>
                    <a:pt x="142" y="98"/>
                  </a:lnTo>
                  <a:lnTo>
                    <a:pt x="115" y="100"/>
                  </a:lnTo>
                  <a:lnTo>
                    <a:pt x="89" y="106"/>
                  </a:lnTo>
                  <a:lnTo>
                    <a:pt x="64" y="117"/>
                  </a:lnTo>
                  <a:lnTo>
                    <a:pt x="44" y="133"/>
                  </a:lnTo>
                  <a:lnTo>
                    <a:pt x="35" y="143"/>
                  </a:lnTo>
                  <a:lnTo>
                    <a:pt x="21" y="163"/>
                  </a:lnTo>
                  <a:lnTo>
                    <a:pt x="2" y="204"/>
                  </a:lnTo>
                  <a:lnTo>
                    <a:pt x="0" y="218"/>
                  </a:lnTo>
                  <a:lnTo>
                    <a:pt x="1" y="228"/>
                  </a:lnTo>
                  <a:lnTo>
                    <a:pt x="16" y="257"/>
                  </a:lnTo>
                  <a:lnTo>
                    <a:pt x="58" y="316"/>
                  </a:lnTo>
                  <a:lnTo>
                    <a:pt x="134" y="402"/>
                  </a:lnTo>
                  <a:lnTo>
                    <a:pt x="188" y="453"/>
                  </a:lnTo>
                  <a:lnTo>
                    <a:pt x="217" y="473"/>
                  </a:lnTo>
                  <a:lnTo>
                    <a:pt x="227" y="477"/>
                  </a:lnTo>
                  <a:lnTo>
                    <a:pt x="248" y="481"/>
                  </a:lnTo>
                  <a:lnTo>
                    <a:pt x="281" y="478"/>
                  </a:lnTo>
                  <a:lnTo>
                    <a:pt x="304" y="469"/>
                  </a:lnTo>
                  <a:lnTo>
                    <a:pt x="347" y="444"/>
                  </a:lnTo>
                  <a:lnTo>
                    <a:pt x="428" y="381"/>
                  </a:lnTo>
                  <a:lnTo>
                    <a:pt x="485" y="333"/>
                  </a:lnTo>
                  <a:lnTo>
                    <a:pt x="540" y="285"/>
                  </a:lnTo>
                  <a:lnTo>
                    <a:pt x="613" y="212"/>
                  </a:lnTo>
                  <a:lnTo>
                    <a:pt x="642" y="169"/>
                  </a:lnTo>
                  <a:lnTo>
                    <a:pt x="652" y="143"/>
                  </a:lnTo>
                  <a:lnTo>
                    <a:pt x="655" y="118"/>
                  </a:lnTo>
                  <a:lnTo>
                    <a:pt x="651" y="93"/>
                  </a:lnTo>
                  <a:lnTo>
                    <a:pt x="647" y="80"/>
                  </a:lnTo>
                  <a:lnTo>
                    <a:pt x="639" y="61"/>
                  </a:lnTo>
                  <a:lnTo>
                    <a:pt x="619" y="30"/>
                  </a:lnTo>
                  <a:lnTo>
                    <a:pt x="594" y="10"/>
                  </a:lnTo>
                  <a:lnTo>
                    <a:pt x="564" y="0"/>
                  </a:lnTo>
                  <a:lnTo>
                    <a:pt x="529" y="1"/>
                  </a:lnTo>
                  <a:lnTo>
                    <a:pt x="490" y="12"/>
                  </a:lnTo>
                  <a:lnTo>
                    <a:pt x="446" y="32"/>
                  </a:lnTo>
                  <a:lnTo>
                    <a:pt x="400" y="64"/>
                  </a:lnTo>
                  <a:lnTo>
                    <a:pt x="375" y="83"/>
                  </a:lnTo>
                  <a:close/>
                  <a:moveTo>
                    <a:pt x="573" y="108"/>
                  </a:moveTo>
                  <a:lnTo>
                    <a:pt x="575" y="113"/>
                  </a:lnTo>
                  <a:lnTo>
                    <a:pt x="574" y="125"/>
                  </a:lnTo>
                  <a:lnTo>
                    <a:pt x="563" y="146"/>
                  </a:lnTo>
                  <a:lnTo>
                    <a:pt x="520" y="191"/>
                  </a:lnTo>
                  <a:lnTo>
                    <a:pt x="439" y="262"/>
                  </a:lnTo>
                  <a:lnTo>
                    <a:pt x="380" y="312"/>
                  </a:lnTo>
                  <a:lnTo>
                    <a:pt x="333" y="348"/>
                  </a:lnTo>
                  <a:lnTo>
                    <a:pt x="275" y="385"/>
                  </a:lnTo>
                  <a:lnTo>
                    <a:pt x="250" y="396"/>
                  </a:lnTo>
                  <a:lnTo>
                    <a:pt x="243" y="395"/>
                  </a:lnTo>
                  <a:lnTo>
                    <a:pt x="226" y="385"/>
                  </a:lnTo>
                  <a:lnTo>
                    <a:pt x="180" y="336"/>
                  </a:lnTo>
                  <a:lnTo>
                    <a:pt x="134" y="274"/>
                  </a:lnTo>
                  <a:lnTo>
                    <a:pt x="112" y="234"/>
                  </a:lnTo>
                  <a:lnTo>
                    <a:pt x="106" y="214"/>
                  </a:lnTo>
                  <a:lnTo>
                    <a:pt x="107" y="208"/>
                  </a:lnTo>
                  <a:lnTo>
                    <a:pt x="110" y="202"/>
                  </a:lnTo>
                  <a:lnTo>
                    <a:pt x="119" y="191"/>
                  </a:lnTo>
                  <a:lnTo>
                    <a:pt x="138" y="184"/>
                  </a:lnTo>
                  <a:lnTo>
                    <a:pt x="168" y="188"/>
                  </a:lnTo>
                  <a:lnTo>
                    <a:pt x="198" y="209"/>
                  </a:lnTo>
                  <a:lnTo>
                    <a:pt x="210" y="225"/>
                  </a:lnTo>
                  <a:lnTo>
                    <a:pt x="222" y="242"/>
                  </a:lnTo>
                  <a:lnTo>
                    <a:pt x="250" y="264"/>
                  </a:lnTo>
                  <a:lnTo>
                    <a:pt x="262" y="267"/>
                  </a:lnTo>
                  <a:lnTo>
                    <a:pt x="278" y="261"/>
                  </a:lnTo>
                  <a:lnTo>
                    <a:pt x="351" y="211"/>
                  </a:lnTo>
                  <a:lnTo>
                    <a:pt x="397" y="175"/>
                  </a:lnTo>
                  <a:lnTo>
                    <a:pt x="437" y="142"/>
                  </a:lnTo>
                  <a:lnTo>
                    <a:pt x="498" y="100"/>
                  </a:lnTo>
                  <a:lnTo>
                    <a:pt x="531" y="86"/>
                  </a:lnTo>
                  <a:lnTo>
                    <a:pt x="547" y="85"/>
                  </a:lnTo>
                  <a:lnTo>
                    <a:pt x="560" y="90"/>
                  </a:lnTo>
                  <a:lnTo>
                    <a:pt x="570" y="100"/>
                  </a:lnTo>
                  <a:lnTo>
                    <a:pt x="573"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3" name="Freeform 620">
              <a:extLst>
                <a:ext uri="{FF2B5EF4-FFF2-40B4-BE49-F238E27FC236}">
                  <a16:creationId xmlns:a16="http://schemas.microsoft.com/office/drawing/2014/main" id="{799F2909-C338-65AF-2381-1396F472FA57}"/>
                </a:ext>
              </a:extLst>
            </p:cNvPr>
            <p:cNvSpPr>
              <a:spLocks noEditPoints="1"/>
            </p:cNvSpPr>
            <p:nvPr/>
          </p:nvSpPr>
          <p:spPr bwMode="auto">
            <a:xfrm>
              <a:off x="11245851" y="5461001"/>
              <a:ext cx="234950" cy="234950"/>
            </a:xfrm>
            <a:custGeom>
              <a:avLst/>
              <a:gdLst>
                <a:gd name="T0" fmla="*/ 145 w 575"/>
                <a:gd name="T1" fmla="*/ 41 h 578"/>
                <a:gd name="T2" fmla="*/ 76 w 575"/>
                <a:gd name="T3" fmla="*/ 94 h 578"/>
                <a:gd name="T4" fmla="*/ 29 w 575"/>
                <a:gd name="T5" fmla="*/ 162 h 578"/>
                <a:gd name="T6" fmla="*/ 4 w 575"/>
                <a:gd name="T7" fmla="*/ 239 h 578"/>
                <a:gd name="T8" fmla="*/ 1 w 575"/>
                <a:gd name="T9" fmla="*/ 319 h 578"/>
                <a:gd name="T10" fmla="*/ 20 w 575"/>
                <a:gd name="T11" fmla="*/ 398 h 578"/>
                <a:gd name="T12" fmla="*/ 60 w 575"/>
                <a:gd name="T13" fmla="*/ 468 h 578"/>
                <a:gd name="T14" fmla="*/ 122 w 575"/>
                <a:gd name="T15" fmla="*/ 526 h 578"/>
                <a:gd name="T16" fmla="*/ 182 w 575"/>
                <a:gd name="T17" fmla="*/ 557 h 578"/>
                <a:gd name="T18" fmla="*/ 263 w 575"/>
                <a:gd name="T19" fmla="*/ 577 h 578"/>
                <a:gd name="T20" fmla="*/ 363 w 575"/>
                <a:gd name="T21" fmla="*/ 569 h 578"/>
                <a:gd name="T22" fmla="*/ 449 w 575"/>
                <a:gd name="T23" fmla="*/ 528 h 578"/>
                <a:gd name="T24" fmla="*/ 516 w 575"/>
                <a:gd name="T25" fmla="*/ 462 h 578"/>
                <a:gd name="T26" fmla="*/ 560 w 575"/>
                <a:gd name="T27" fmla="*/ 378 h 578"/>
                <a:gd name="T28" fmla="*/ 575 w 575"/>
                <a:gd name="T29" fmla="*/ 285 h 578"/>
                <a:gd name="T30" fmla="*/ 558 w 575"/>
                <a:gd name="T31" fmla="*/ 190 h 578"/>
                <a:gd name="T32" fmla="*/ 503 w 575"/>
                <a:gd name="T33" fmla="*/ 100 h 578"/>
                <a:gd name="T34" fmla="*/ 465 w 575"/>
                <a:gd name="T35" fmla="*/ 64 h 578"/>
                <a:gd name="T36" fmla="*/ 392 w 575"/>
                <a:gd name="T37" fmla="*/ 19 h 578"/>
                <a:gd name="T38" fmla="*/ 313 w 575"/>
                <a:gd name="T39" fmla="*/ 0 h 578"/>
                <a:gd name="T40" fmla="*/ 230 w 575"/>
                <a:gd name="T41" fmla="*/ 8 h 578"/>
                <a:gd name="T42" fmla="*/ 166 w 575"/>
                <a:gd name="T43" fmla="*/ 31 h 578"/>
                <a:gd name="T44" fmla="*/ 403 w 575"/>
                <a:gd name="T45" fmla="*/ 125 h 578"/>
                <a:gd name="T46" fmla="*/ 455 w 575"/>
                <a:gd name="T47" fmla="*/ 179 h 578"/>
                <a:gd name="T48" fmla="*/ 487 w 575"/>
                <a:gd name="T49" fmla="*/ 288 h 578"/>
                <a:gd name="T50" fmla="*/ 457 w 575"/>
                <a:gd name="T51" fmla="*/ 396 h 578"/>
                <a:gd name="T52" fmla="*/ 384 w 575"/>
                <a:gd name="T53" fmla="*/ 465 h 578"/>
                <a:gd name="T54" fmla="*/ 341 w 575"/>
                <a:gd name="T55" fmla="*/ 482 h 578"/>
                <a:gd name="T56" fmla="*/ 288 w 575"/>
                <a:gd name="T57" fmla="*/ 489 h 578"/>
                <a:gd name="T58" fmla="*/ 219 w 575"/>
                <a:gd name="T59" fmla="*/ 477 h 578"/>
                <a:gd name="T60" fmla="*/ 157 w 575"/>
                <a:gd name="T61" fmla="*/ 444 h 578"/>
                <a:gd name="T62" fmla="*/ 112 w 575"/>
                <a:gd name="T63" fmla="*/ 393 h 578"/>
                <a:gd name="T64" fmla="*/ 92 w 575"/>
                <a:gd name="T65" fmla="*/ 351 h 578"/>
                <a:gd name="T66" fmla="*/ 79 w 575"/>
                <a:gd name="T67" fmla="*/ 272 h 578"/>
                <a:gd name="T68" fmla="*/ 104 w 575"/>
                <a:gd name="T69" fmla="*/ 204 h 578"/>
                <a:gd name="T70" fmla="*/ 141 w 575"/>
                <a:gd name="T71" fmla="*/ 148 h 578"/>
                <a:gd name="T72" fmla="*/ 208 w 575"/>
                <a:gd name="T73" fmla="*/ 100 h 578"/>
                <a:gd name="T74" fmla="*/ 287 w 575"/>
                <a:gd name="T75" fmla="*/ 85 h 578"/>
                <a:gd name="T76" fmla="*/ 369 w 575"/>
                <a:gd name="T77" fmla="*/ 105 h 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75" h="578">
                  <a:moveTo>
                    <a:pt x="166" y="31"/>
                  </a:moveTo>
                  <a:lnTo>
                    <a:pt x="145" y="41"/>
                  </a:lnTo>
                  <a:lnTo>
                    <a:pt x="107" y="65"/>
                  </a:lnTo>
                  <a:lnTo>
                    <a:pt x="76" y="94"/>
                  </a:lnTo>
                  <a:lnTo>
                    <a:pt x="50" y="126"/>
                  </a:lnTo>
                  <a:lnTo>
                    <a:pt x="29" y="162"/>
                  </a:lnTo>
                  <a:lnTo>
                    <a:pt x="14" y="199"/>
                  </a:lnTo>
                  <a:lnTo>
                    <a:pt x="4" y="239"/>
                  </a:lnTo>
                  <a:lnTo>
                    <a:pt x="0" y="279"/>
                  </a:lnTo>
                  <a:lnTo>
                    <a:pt x="1" y="319"/>
                  </a:lnTo>
                  <a:lnTo>
                    <a:pt x="8" y="359"/>
                  </a:lnTo>
                  <a:lnTo>
                    <a:pt x="20" y="398"/>
                  </a:lnTo>
                  <a:lnTo>
                    <a:pt x="38" y="434"/>
                  </a:lnTo>
                  <a:lnTo>
                    <a:pt x="60" y="468"/>
                  </a:lnTo>
                  <a:lnTo>
                    <a:pt x="88" y="499"/>
                  </a:lnTo>
                  <a:lnTo>
                    <a:pt x="122" y="526"/>
                  </a:lnTo>
                  <a:lnTo>
                    <a:pt x="161" y="548"/>
                  </a:lnTo>
                  <a:lnTo>
                    <a:pt x="182" y="557"/>
                  </a:lnTo>
                  <a:lnTo>
                    <a:pt x="210" y="567"/>
                  </a:lnTo>
                  <a:lnTo>
                    <a:pt x="263" y="577"/>
                  </a:lnTo>
                  <a:lnTo>
                    <a:pt x="315" y="578"/>
                  </a:lnTo>
                  <a:lnTo>
                    <a:pt x="363" y="569"/>
                  </a:lnTo>
                  <a:lnTo>
                    <a:pt x="408" y="552"/>
                  </a:lnTo>
                  <a:lnTo>
                    <a:pt x="449" y="528"/>
                  </a:lnTo>
                  <a:lnTo>
                    <a:pt x="485" y="497"/>
                  </a:lnTo>
                  <a:lnTo>
                    <a:pt x="516" y="462"/>
                  </a:lnTo>
                  <a:lnTo>
                    <a:pt x="541" y="422"/>
                  </a:lnTo>
                  <a:lnTo>
                    <a:pt x="560" y="378"/>
                  </a:lnTo>
                  <a:lnTo>
                    <a:pt x="571" y="332"/>
                  </a:lnTo>
                  <a:lnTo>
                    <a:pt x="575" y="285"/>
                  </a:lnTo>
                  <a:lnTo>
                    <a:pt x="571" y="237"/>
                  </a:lnTo>
                  <a:lnTo>
                    <a:pt x="558" y="190"/>
                  </a:lnTo>
                  <a:lnTo>
                    <a:pt x="536" y="143"/>
                  </a:lnTo>
                  <a:lnTo>
                    <a:pt x="503" y="100"/>
                  </a:lnTo>
                  <a:lnTo>
                    <a:pt x="482" y="79"/>
                  </a:lnTo>
                  <a:lnTo>
                    <a:pt x="465" y="64"/>
                  </a:lnTo>
                  <a:lnTo>
                    <a:pt x="429" y="38"/>
                  </a:lnTo>
                  <a:lnTo>
                    <a:pt x="392" y="19"/>
                  </a:lnTo>
                  <a:lnTo>
                    <a:pt x="353" y="7"/>
                  </a:lnTo>
                  <a:lnTo>
                    <a:pt x="313" y="0"/>
                  </a:lnTo>
                  <a:lnTo>
                    <a:pt x="272" y="1"/>
                  </a:lnTo>
                  <a:lnTo>
                    <a:pt x="230" y="8"/>
                  </a:lnTo>
                  <a:lnTo>
                    <a:pt x="187" y="21"/>
                  </a:lnTo>
                  <a:lnTo>
                    <a:pt x="166" y="31"/>
                  </a:lnTo>
                  <a:close/>
                  <a:moveTo>
                    <a:pt x="389" y="116"/>
                  </a:moveTo>
                  <a:lnTo>
                    <a:pt x="403" y="125"/>
                  </a:lnTo>
                  <a:lnTo>
                    <a:pt x="427" y="145"/>
                  </a:lnTo>
                  <a:lnTo>
                    <a:pt x="455" y="179"/>
                  </a:lnTo>
                  <a:lnTo>
                    <a:pt x="479" y="232"/>
                  </a:lnTo>
                  <a:lnTo>
                    <a:pt x="487" y="288"/>
                  </a:lnTo>
                  <a:lnTo>
                    <a:pt x="479" y="344"/>
                  </a:lnTo>
                  <a:lnTo>
                    <a:pt x="457" y="396"/>
                  </a:lnTo>
                  <a:lnTo>
                    <a:pt x="421" y="440"/>
                  </a:lnTo>
                  <a:lnTo>
                    <a:pt x="384" y="465"/>
                  </a:lnTo>
                  <a:lnTo>
                    <a:pt x="356" y="478"/>
                  </a:lnTo>
                  <a:lnTo>
                    <a:pt x="341" y="482"/>
                  </a:lnTo>
                  <a:lnTo>
                    <a:pt x="323" y="486"/>
                  </a:lnTo>
                  <a:lnTo>
                    <a:pt x="288" y="489"/>
                  </a:lnTo>
                  <a:lnTo>
                    <a:pt x="253" y="486"/>
                  </a:lnTo>
                  <a:lnTo>
                    <a:pt x="219" y="477"/>
                  </a:lnTo>
                  <a:lnTo>
                    <a:pt x="186" y="463"/>
                  </a:lnTo>
                  <a:lnTo>
                    <a:pt x="157" y="444"/>
                  </a:lnTo>
                  <a:lnTo>
                    <a:pt x="132" y="420"/>
                  </a:lnTo>
                  <a:lnTo>
                    <a:pt x="112" y="393"/>
                  </a:lnTo>
                  <a:lnTo>
                    <a:pt x="104" y="377"/>
                  </a:lnTo>
                  <a:lnTo>
                    <a:pt x="92" y="351"/>
                  </a:lnTo>
                  <a:lnTo>
                    <a:pt x="79" y="309"/>
                  </a:lnTo>
                  <a:lnTo>
                    <a:pt x="79" y="272"/>
                  </a:lnTo>
                  <a:lnTo>
                    <a:pt x="92" y="230"/>
                  </a:lnTo>
                  <a:lnTo>
                    <a:pt x="104" y="204"/>
                  </a:lnTo>
                  <a:lnTo>
                    <a:pt x="115" y="183"/>
                  </a:lnTo>
                  <a:lnTo>
                    <a:pt x="141" y="148"/>
                  </a:lnTo>
                  <a:lnTo>
                    <a:pt x="172" y="120"/>
                  </a:lnTo>
                  <a:lnTo>
                    <a:pt x="208" y="100"/>
                  </a:lnTo>
                  <a:lnTo>
                    <a:pt x="247" y="88"/>
                  </a:lnTo>
                  <a:lnTo>
                    <a:pt x="287" y="85"/>
                  </a:lnTo>
                  <a:lnTo>
                    <a:pt x="328" y="90"/>
                  </a:lnTo>
                  <a:lnTo>
                    <a:pt x="369" y="105"/>
                  </a:lnTo>
                  <a:lnTo>
                    <a:pt x="389" y="1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4" name="Freeform 624">
              <a:extLst>
                <a:ext uri="{FF2B5EF4-FFF2-40B4-BE49-F238E27FC236}">
                  <a16:creationId xmlns:a16="http://schemas.microsoft.com/office/drawing/2014/main" id="{8F4ED327-1C44-1EB9-E366-AF90A151FC25}"/>
                </a:ext>
              </a:extLst>
            </p:cNvPr>
            <p:cNvSpPr>
              <a:spLocks noEditPoints="1"/>
            </p:cNvSpPr>
            <p:nvPr/>
          </p:nvSpPr>
          <p:spPr bwMode="auto">
            <a:xfrm>
              <a:off x="10656888" y="5753101"/>
              <a:ext cx="1219200" cy="474663"/>
            </a:xfrm>
            <a:custGeom>
              <a:avLst/>
              <a:gdLst>
                <a:gd name="T0" fmla="*/ 38 w 2983"/>
                <a:gd name="T1" fmla="*/ 54 h 1163"/>
                <a:gd name="T2" fmla="*/ 2 w 2983"/>
                <a:gd name="T3" fmla="*/ 189 h 1163"/>
                <a:gd name="T4" fmla="*/ 5 w 2983"/>
                <a:gd name="T5" fmla="*/ 877 h 1163"/>
                <a:gd name="T6" fmla="*/ 63 w 2983"/>
                <a:gd name="T7" fmla="*/ 1017 h 1163"/>
                <a:gd name="T8" fmla="*/ 243 w 2983"/>
                <a:gd name="T9" fmla="*/ 1032 h 1163"/>
                <a:gd name="T10" fmla="*/ 439 w 2983"/>
                <a:gd name="T11" fmla="*/ 1009 h 1163"/>
                <a:gd name="T12" fmla="*/ 483 w 2983"/>
                <a:gd name="T13" fmla="*/ 949 h 1163"/>
                <a:gd name="T14" fmla="*/ 565 w 2983"/>
                <a:gd name="T15" fmla="*/ 935 h 1163"/>
                <a:gd name="T16" fmla="*/ 1013 w 2983"/>
                <a:gd name="T17" fmla="*/ 1061 h 1163"/>
                <a:gd name="T18" fmla="*/ 1472 w 2983"/>
                <a:gd name="T19" fmla="*/ 1163 h 1163"/>
                <a:gd name="T20" fmla="*/ 1768 w 2983"/>
                <a:gd name="T21" fmla="*/ 1137 h 1163"/>
                <a:gd name="T22" fmla="*/ 2576 w 2983"/>
                <a:gd name="T23" fmla="*/ 634 h 1163"/>
                <a:gd name="T24" fmla="*/ 2955 w 2983"/>
                <a:gd name="T25" fmla="*/ 357 h 1163"/>
                <a:gd name="T26" fmla="*/ 2983 w 2983"/>
                <a:gd name="T27" fmla="*/ 252 h 1163"/>
                <a:gd name="T28" fmla="*/ 2942 w 2983"/>
                <a:gd name="T29" fmla="*/ 138 h 1163"/>
                <a:gd name="T30" fmla="*/ 2845 w 2983"/>
                <a:gd name="T31" fmla="*/ 67 h 1163"/>
                <a:gd name="T32" fmla="*/ 2672 w 2983"/>
                <a:gd name="T33" fmla="*/ 92 h 1163"/>
                <a:gd name="T34" fmla="*/ 1942 w 2983"/>
                <a:gd name="T35" fmla="*/ 464 h 1163"/>
                <a:gd name="T36" fmla="*/ 1869 w 2983"/>
                <a:gd name="T37" fmla="*/ 330 h 1163"/>
                <a:gd name="T38" fmla="*/ 1637 w 2983"/>
                <a:gd name="T39" fmla="*/ 299 h 1163"/>
                <a:gd name="T40" fmla="*/ 1330 w 2983"/>
                <a:gd name="T41" fmla="*/ 246 h 1163"/>
                <a:gd name="T42" fmla="*/ 1014 w 2983"/>
                <a:gd name="T43" fmla="*/ 119 h 1163"/>
                <a:gd name="T44" fmla="*/ 688 w 2983"/>
                <a:gd name="T45" fmla="*/ 66 h 1163"/>
                <a:gd name="T46" fmla="*/ 515 w 2983"/>
                <a:gd name="T47" fmla="*/ 92 h 1163"/>
                <a:gd name="T48" fmla="*/ 454 w 2983"/>
                <a:gd name="T49" fmla="*/ 53 h 1163"/>
                <a:gd name="T50" fmla="*/ 293 w 2983"/>
                <a:gd name="T51" fmla="*/ 2 h 1163"/>
                <a:gd name="T52" fmla="*/ 200 w 2983"/>
                <a:gd name="T53" fmla="*/ 175 h 1163"/>
                <a:gd name="T54" fmla="*/ 165 w 2983"/>
                <a:gd name="T55" fmla="*/ 247 h 1163"/>
                <a:gd name="T56" fmla="*/ 95 w 2983"/>
                <a:gd name="T57" fmla="*/ 227 h 1163"/>
                <a:gd name="T58" fmla="*/ 88 w 2983"/>
                <a:gd name="T59" fmla="*/ 132 h 1163"/>
                <a:gd name="T60" fmla="*/ 167 w 2983"/>
                <a:gd name="T61" fmla="*/ 99 h 1163"/>
                <a:gd name="T62" fmla="*/ 200 w 2983"/>
                <a:gd name="T63" fmla="*/ 175 h 1163"/>
                <a:gd name="T64" fmla="*/ 323 w 2983"/>
                <a:gd name="T65" fmla="*/ 249 h 1163"/>
                <a:gd name="T66" fmla="*/ 283 w 2983"/>
                <a:gd name="T67" fmla="*/ 172 h 1163"/>
                <a:gd name="T68" fmla="*/ 319 w 2983"/>
                <a:gd name="T69" fmla="*/ 100 h 1163"/>
                <a:gd name="T70" fmla="*/ 389 w 2983"/>
                <a:gd name="T71" fmla="*/ 125 h 1163"/>
                <a:gd name="T72" fmla="*/ 941 w 2983"/>
                <a:gd name="T73" fmla="*/ 187 h 1163"/>
                <a:gd name="T74" fmla="*/ 1375 w 2983"/>
                <a:gd name="T75" fmla="*/ 354 h 1163"/>
                <a:gd name="T76" fmla="*/ 1716 w 2983"/>
                <a:gd name="T77" fmla="*/ 383 h 1163"/>
                <a:gd name="T78" fmla="*/ 1836 w 2983"/>
                <a:gd name="T79" fmla="*/ 421 h 1163"/>
                <a:gd name="T80" fmla="*/ 1793 w 2983"/>
                <a:gd name="T81" fmla="*/ 547 h 1163"/>
                <a:gd name="T82" fmla="*/ 1690 w 2983"/>
                <a:gd name="T83" fmla="*/ 613 h 1163"/>
                <a:gd name="T84" fmla="*/ 1033 w 2983"/>
                <a:gd name="T85" fmla="*/ 632 h 1163"/>
                <a:gd name="T86" fmla="*/ 1480 w 2983"/>
                <a:gd name="T87" fmla="*/ 715 h 1163"/>
                <a:gd name="T88" fmla="*/ 1811 w 2983"/>
                <a:gd name="T89" fmla="*/ 653 h 1163"/>
                <a:gd name="T90" fmla="*/ 2152 w 2983"/>
                <a:gd name="T91" fmla="*/ 449 h 1163"/>
                <a:gd name="T92" fmla="*/ 2768 w 2983"/>
                <a:gd name="T93" fmla="*/ 154 h 1163"/>
                <a:gd name="T94" fmla="*/ 2881 w 2983"/>
                <a:gd name="T95" fmla="*/ 194 h 1163"/>
                <a:gd name="T96" fmla="*/ 2870 w 2983"/>
                <a:gd name="T97" fmla="*/ 320 h 1163"/>
                <a:gd name="T98" fmla="*/ 2484 w 2983"/>
                <a:gd name="T99" fmla="*/ 595 h 1163"/>
                <a:gd name="T100" fmla="*/ 1738 w 2983"/>
                <a:gd name="T101" fmla="*/ 1064 h 1163"/>
                <a:gd name="T102" fmla="*/ 1473 w 2983"/>
                <a:gd name="T103" fmla="*/ 1079 h 1163"/>
                <a:gd name="T104" fmla="*/ 915 w 2983"/>
                <a:gd name="T105" fmla="*/ 940 h 1163"/>
                <a:gd name="T106" fmla="*/ 558 w 2983"/>
                <a:gd name="T107" fmla="*/ 846 h 1163"/>
                <a:gd name="T108" fmla="*/ 490 w 2983"/>
                <a:gd name="T109" fmla="*/ 804 h 1163"/>
                <a:gd name="T110" fmla="*/ 483 w 2983"/>
                <a:gd name="T111" fmla="*/ 202 h 1163"/>
                <a:gd name="T112" fmla="*/ 746 w 2983"/>
                <a:gd name="T113" fmla="*/ 152 h 1163"/>
                <a:gd name="T114" fmla="*/ 392 w 2983"/>
                <a:gd name="T115" fmla="*/ 940 h 1163"/>
                <a:gd name="T116" fmla="*/ 83 w 2983"/>
                <a:gd name="T117" fmla="*/ 332 h 1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83" h="1163">
                  <a:moveTo>
                    <a:pt x="100" y="10"/>
                  </a:moveTo>
                  <a:lnTo>
                    <a:pt x="88" y="16"/>
                  </a:lnTo>
                  <a:lnTo>
                    <a:pt x="54" y="40"/>
                  </a:lnTo>
                  <a:lnTo>
                    <a:pt x="38" y="54"/>
                  </a:lnTo>
                  <a:lnTo>
                    <a:pt x="25" y="65"/>
                  </a:lnTo>
                  <a:lnTo>
                    <a:pt x="12" y="90"/>
                  </a:lnTo>
                  <a:lnTo>
                    <a:pt x="7" y="118"/>
                  </a:lnTo>
                  <a:lnTo>
                    <a:pt x="2" y="189"/>
                  </a:lnTo>
                  <a:lnTo>
                    <a:pt x="0" y="370"/>
                  </a:lnTo>
                  <a:lnTo>
                    <a:pt x="0" y="515"/>
                  </a:lnTo>
                  <a:lnTo>
                    <a:pt x="0" y="701"/>
                  </a:lnTo>
                  <a:lnTo>
                    <a:pt x="5" y="877"/>
                  </a:lnTo>
                  <a:lnTo>
                    <a:pt x="16" y="952"/>
                  </a:lnTo>
                  <a:lnTo>
                    <a:pt x="32" y="988"/>
                  </a:lnTo>
                  <a:lnTo>
                    <a:pt x="46" y="1005"/>
                  </a:lnTo>
                  <a:lnTo>
                    <a:pt x="63" y="1017"/>
                  </a:lnTo>
                  <a:lnTo>
                    <a:pt x="85" y="1025"/>
                  </a:lnTo>
                  <a:lnTo>
                    <a:pt x="125" y="1031"/>
                  </a:lnTo>
                  <a:lnTo>
                    <a:pt x="198" y="1032"/>
                  </a:lnTo>
                  <a:lnTo>
                    <a:pt x="243" y="1032"/>
                  </a:lnTo>
                  <a:lnTo>
                    <a:pt x="296" y="1032"/>
                  </a:lnTo>
                  <a:lnTo>
                    <a:pt x="369" y="1029"/>
                  </a:lnTo>
                  <a:lnTo>
                    <a:pt x="413" y="1022"/>
                  </a:lnTo>
                  <a:lnTo>
                    <a:pt x="439" y="1009"/>
                  </a:lnTo>
                  <a:lnTo>
                    <a:pt x="450" y="999"/>
                  </a:lnTo>
                  <a:lnTo>
                    <a:pt x="463" y="984"/>
                  </a:lnTo>
                  <a:lnTo>
                    <a:pt x="481" y="957"/>
                  </a:lnTo>
                  <a:lnTo>
                    <a:pt x="483" y="949"/>
                  </a:lnTo>
                  <a:lnTo>
                    <a:pt x="484" y="942"/>
                  </a:lnTo>
                  <a:lnTo>
                    <a:pt x="498" y="934"/>
                  </a:lnTo>
                  <a:lnTo>
                    <a:pt x="525" y="931"/>
                  </a:lnTo>
                  <a:lnTo>
                    <a:pt x="565" y="935"/>
                  </a:lnTo>
                  <a:lnTo>
                    <a:pt x="647" y="951"/>
                  </a:lnTo>
                  <a:lnTo>
                    <a:pt x="800" y="993"/>
                  </a:lnTo>
                  <a:lnTo>
                    <a:pt x="895" y="1024"/>
                  </a:lnTo>
                  <a:lnTo>
                    <a:pt x="1013" y="1061"/>
                  </a:lnTo>
                  <a:lnTo>
                    <a:pt x="1224" y="1124"/>
                  </a:lnTo>
                  <a:lnTo>
                    <a:pt x="1283" y="1139"/>
                  </a:lnTo>
                  <a:lnTo>
                    <a:pt x="1341" y="1151"/>
                  </a:lnTo>
                  <a:lnTo>
                    <a:pt x="1472" y="1163"/>
                  </a:lnTo>
                  <a:lnTo>
                    <a:pt x="1605" y="1163"/>
                  </a:lnTo>
                  <a:lnTo>
                    <a:pt x="1695" y="1153"/>
                  </a:lnTo>
                  <a:lnTo>
                    <a:pt x="1746" y="1143"/>
                  </a:lnTo>
                  <a:lnTo>
                    <a:pt x="1768" y="1137"/>
                  </a:lnTo>
                  <a:lnTo>
                    <a:pt x="1795" y="1126"/>
                  </a:lnTo>
                  <a:lnTo>
                    <a:pt x="1907" y="1062"/>
                  </a:lnTo>
                  <a:lnTo>
                    <a:pt x="2166" y="902"/>
                  </a:lnTo>
                  <a:lnTo>
                    <a:pt x="2576" y="634"/>
                  </a:lnTo>
                  <a:lnTo>
                    <a:pt x="2825" y="463"/>
                  </a:lnTo>
                  <a:lnTo>
                    <a:pt x="2926" y="387"/>
                  </a:lnTo>
                  <a:lnTo>
                    <a:pt x="2945" y="369"/>
                  </a:lnTo>
                  <a:lnTo>
                    <a:pt x="2955" y="357"/>
                  </a:lnTo>
                  <a:lnTo>
                    <a:pt x="2969" y="331"/>
                  </a:lnTo>
                  <a:lnTo>
                    <a:pt x="2978" y="303"/>
                  </a:lnTo>
                  <a:lnTo>
                    <a:pt x="2983" y="270"/>
                  </a:lnTo>
                  <a:lnTo>
                    <a:pt x="2983" y="252"/>
                  </a:lnTo>
                  <a:lnTo>
                    <a:pt x="2983" y="230"/>
                  </a:lnTo>
                  <a:lnTo>
                    <a:pt x="2978" y="196"/>
                  </a:lnTo>
                  <a:lnTo>
                    <a:pt x="2965" y="167"/>
                  </a:lnTo>
                  <a:lnTo>
                    <a:pt x="2942" y="138"/>
                  </a:lnTo>
                  <a:lnTo>
                    <a:pt x="2925" y="120"/>
                  </a:lnTo>
                  <a:lnTo>
                    <a:pt x="2905" y="101"/>
                  </a:lnTo>
                  <a:lnTo>
                    <a:pt x="2875" y="77"/>
                  </a:lnTo>
                  <a:lnTo>
                    <a:pt x="2845" y="67"/>
                  </a:lnTo>
                  <a:lnTo>
                    <a:pt x="2802" y="68"/>
                  </a:lnTo>
                  <a:lnTo>
                    <a:pt x="2770" y="70"/>
                  </a:lnTo>
                  <a:lnTo>
                    <a:pt x="2740" y="74"/>
                  </a:lnTo>
                  <a:lnTo>
                    <a:pt x="2672" y="92"/>
                  </a:lnTo>
                  <a:lnTo>
                    <a:pt x="2572" y="136"/>
                  </a:lnTo>
                  <a:lnTo>
                    <a:pt x="2418" y="213"/>
                  </a:lnTo>
                  <a:lnTo>
                    <a:pt x="2308" y="270"/>
                  </a:lnTo>
                  <a:lnTo>
                    <a:pt x="1942" y="464"/>
                  </a:lnTo>
                  <a:lnTo>
                    <a:pt x="1925" y="415"/>
                  </a:lnTo>
                  <a:lnTo>
                    <a:pt x="1913" y="381"/>
                  </a:lnTo>
                  <a:lnTo>
                    <a:pt x="1890" y="346"/>
                  </a:lnTo>
                  <a:lnTo>
                    <a:pt x="1869" y="330"/>
                  </a:lnTo>
                  <a:lnTo>
                    <a:pt x="1840" y="318"/>
                  </a:lnTo>
                  <a:lnTo>
                    <a:pt x="1800" y="310"/>
                  </a:lnTo>
                  <a:lnTo>
                    <a:pt x="1717" y="302"/>
                  </a:lnTo>
                  <a:lnTo>
                    <a:pt x="1637" y="299"/>
                  </a:lnTo>
                  <a:lnTo>
                    <a:pt x="1567" y="296"/>
                  </a:lnTo>
                  <a:lnTo>
                    <a:pt x="1471" y="288"/>
                  </a:lnTo>
                  <a:lnTo>
                    <a:pt x="1401" y="273"/>
                  </a:lnTo>
                  <a:lnTo>
                    <a:pt x="1330" y="246"/>
                  </a:lnTo>
                  <a:lnTo>
                    <a:pt x="1283" y="225"/>
                  </a:lnTo>
                  <a:lnTo>
                    <a:pt x="1224" y="199"/>
                  </a:lnTo>
                  <a:lnTo>
                    <a:pt x="1114" y="154"/>
                  </a:lnTo>
                  <a:lnTo>
                    <a:pt x="1014" y="119"/>
                  </a:lnTo>
                  <a:lnTo>
                    <a:pt x="923" y="93"/>
                  </a:lnTo>
                  <a:lnTo>
                    <a:pt x="840" y="76"/>
                  </a:lnTo>
                  <a:lnTo>
                    <a:pt x="762" y="67"/>
                  </a:lnTo>
                  <a:lnTo>
                    <a:pt x="688" y="66"/>
                  </a:lnTo>
                  <a:lnTo>
                    <a:pt x="618" y="73"/>
                  </a:lnTo>
                  <a:lnTo>
                    <a:pt x="583" y="80"/>
                  </a:lnTo>
                  <a:lnTo>
                    <a:pt x="554" y="87"/>
                  </a:lnTo>
                  <a:lnTo>
                    <a:pt x="515" y="92"/>
                  </a:lnTo>
                  <a:lnTo>
                    <a:pt x="492" y="90"/>
                  </a:lnTo>
                  <a:lnTo>
                    <a:pt x="475" y="77"/>
                  </a:lnTo>
                  <a:lnTo>
                    <a:pt x="467" y="67"/>
                  </a:lnTo>
                  <a:lnTo>
                    <a:pt x="454" y="53"/>
                  </a:lnTo>
                  <a:lnTo>
                    <a:pt x="415" y="25"/>
                  </a:lnTo>
                  <a:lnTo>
                    <a:pt x="395" y="17"/>
                  </a:lnTo>
                  <a:lnTo>
                    <a:pt x="372" y="11"/>
                  </a:lnTo>
                  <a:lnTo>
                    <a:pt x="293" y="2"/>
                  </a:lnTo>
                  <a:lnTo>
                    <a:pt x="200" y="0"/>
                  </a:lnTo>
                  <a:lnTo>
                    <a:pt x="122" y="5"/>
                  </a:lnTo>
                  <a:lnTo>
                    <a:pt x="100" y="10"/>
                  </a:lnTo>
                  <a:close/>
                  <a:moveTo>
                    <a:pt x="200" y="175"/>
                  </a:moveTo>
                  <a:lnTo>
                    <a:pt x="200" y="201"/>
                  </a:lnTo>
                  <a:lnTo>
                    <a:pt x="198" y="233"/>
                  </a:lnTo>
                  <a:lnTo>
                    <a:pt x="188" y="246"/>
                  </a:lnTo>
                  <a:lnTo>
                    <a:pt x="165" y="247"/>
                  </a:lnTo>
                  <a:lnTo>
                    <a:pt x="147" y="245"/>
                  </a:lnTo>
                  <a:lnTo>
                    <a:pt x="130" y="243"/>
                  </a:lnTo>
                  <a:lnTo>
                    <a:pt x="108" y="238"/>
                  </a:lnTo>
                  <a:lnTo>
                    <a:pt x="95" y="227"/>
                  </a:lnTo>
                  <a:lnTo>
                    <a:pt x="88" y="208"/>
                  </a:lnTo>
                  <a:lnTo>
                    <a:pt x="87" y="194"/>
                  </a:lnTo>
                  <a:lnTo>
                    <a:pt x="84" y="168"/>
                  </a:lnTo>
                  <a:lnTo>
                    <a:pt x="88" y="132"/>
                  </a:lnTo>
                  <a:lnTo>
                    <a:pt x="102" y="109"/>
                  </a:lnTo>
                  <a:lnTo>
                    <a:pt x="130" y="99"/>
                  </a:lnTo>
                  <a:lnTo>
                    <a:pt x="150" y="99"/>
                  </a:lnTo>
                  <a:lnTo>
                    <a:pt x="167" y="99"/>
                  </a:lnTo>
                  <a:lnTo>
                    <a:pt x="188" y="103"/>
                  </a:lnTo>
                  <a:lnTo>
                    <a:pt x="197" y="117"/>
                  </a:lnTo>
                  <a:lnTo>
                    <a:pt x="200" y="150"/>
                  </a:lnTo>
                  <a:lnTo>
                    <a:pt x="200" y="175"/>
                  </a:lnTo>
                  <a:close/>
                  <a:moveTo>
                    <a:pt x="397" y="177"/>
                  </a:moveTo>
                  <a:lnTo>
                    <a:pt x="402" y="249"/>
                  </a:lnTo>
                  <a:lnTo>
                    <a:pt x="343" y="249"/>
                  </a:lnTo>
                  <a:lnTo>
                    <a:pt x="323" y="249"/>
                  </a:lnTo>
                  <a:lnTo>
                    <a:pt x="297" y="245"/>
                  </a:lnTo>
                  <a:lnTo>
                    <a:pt x="286" y="231"/>
                  </a:lnTo>
                  <a:lnTo>
                    <a:pt x="283" y="198"/>
                  </a:lnTo>
                  <a:lnTo>
                    <a:pt x="283" y="172"/>
                  </a:lnTo>
                  <a:lnTo>
                    <a:pt x="283" y="146"/>
                  </a:lnTo>
                  <a:lnTo>
                    <a:pt x="286" y="115"/>
                  </a:lnTo>
                  <a:lnTo>
                    <a:pt x="296" y="102"/>
                  </a:lnTo>
                  <a:lnTo>
                    <a:pt x="319" y="100"/>
                  </a:lnTo>
                  <a:lnTo>
                    <a:pt x="338" y="102"/>
                  </a:lnTo>
                  <a:lnTo>
                    <a:pt x="356" y="104"/>
                  </a:lnTo>
                  <a:lnTo>
                    <a:pt x="378" y="110"/>
                  </a:lnTo>
                  <a:lnTo>
                    <a:pt x="389" y="125"/>
                  </a:lnTo>
                  <a:lnTo>
                    <a:pt x="395" y="155"/>
                  </a:lnTo>
                  <a:lnTo>
                    <a:pt x="397" y="177"/>
                  </a:lnTo>
                  <a:close/>
                  <a:moveTo>
                    <a:pt x="887" y="174"/>
                  </a:moveTo>
                  <a:lnTo>
                    <a:pt x="941" y="187"/>
                  </a:lnTo>
                  <a:lnTo>
                    <a:pt x="1096" y="240"/>
                  </a:lnTo>
                  <a:lnTo>
                    <a:pt x="1170" y="270"/>
                  </a:lnTo>
                  <a:lnTo>
                    <a:pt x="1256" y="307"/>
                  </a:lnTo>
                  <a:lnTo>
                    <a:pt x="1375" y="354"/>
                  </a:lnTo>
                  <a:lnTo>
                    <a:pt x="1465" y="375"/>
                  </a:lnTo>
                  <a:lnTo>
                    <a:pt x="1561" y="382"/>
                  </a:lnTo>
                  <a:lnTo>
                    <a:pt x="1627" y="382"/>
                  </a:lnTo>
                  <a:lnTo>
                    <a:pt x="1716" y="383"/>
                  </a:lnTo>
                  <a:lnTo>
                    <a:pt x="1789" y="391"/>
                  </a:lnTo>
                  <a:lnTo>
                    <a:pt x="1816" y="401"/>
                  </a:lnTo>
                  <a:lnTo>
                    <a:pt x="1825" y="409"/>
                  </a:lnTo>
                  <a:lnTo>
                    <a:pt x="1836" y="421"/>
                  </a:lnTo>
                  <a:lnTo>
                    <a:pt x="1843" y="451"/>
                  </a:lnTo>
                  <a:lnTo>
                    <a:pt x="1835" y="486"/>
                  </a:lnTo>
                  <a:lnTo>
                    <a:pt x="1811" y="525"/>
                  </a:lnTo>
                  <a:lnTo>
                    <a:pt x="1793" y="547"/>
                  </a:lnTo>
                  <a:lnTo>
                    <a:pt x="1781" y="561"/>
                  </a:lnTo>
                  <a:lnTo>
                    <a:pt x="1755" y="583"/>
                  </a:lnTo>
                  <a:lnTo>
                    <a:pt x="1726" y="600"/>
                  </a:lnTo>
                  <a:lnTo>
                    <a:pt x="1690" y="613"/>
                  </a:lnTo>
                  <a:lnTo>
                    <a:pt x="1615" y="625"/>
                  </a:lnTo>
                  <a:lnTo>
                    <a:pt x="1457" y="632"/>
                  </a:lnTo>
                  <a:lnTo>
                    <a:pt x="1342" y="632"/>
                  </a:lnTo>
                  <a:lnTo>
                    <a:pt x="1033" y="632"/>
                  </a:lnTo>
                  <a:lnTo>
                    <a:pt x="1033" y="674"/>
                  </a:lnTo>
                  <a:lnTo>
                    <a:pt x="1033" y="715"/>
                  </a:lnTo>
                  <a:lnTo>
                    <a:pt x="1358" y="715"/>
                  </a:lnTo>
                  <a:lnTo>
                    <a:pt x="1480" y="715"/>
                  </a:lnTo>
                  <a:lnTo>
                    <a:pt x="1644" y="709"/>
                  </a:lnTo>
                  <a:lnTo>
                    <a:pt x="1721" y="696"/>
                  </a:lnTo>
                  <a:lnTo>
                    <a:pt x="1760" y="683"/>
                  </a:lnTo>
                  <a:lnTo>
                    <a:pt x="1811" y="653"/>
                  </a:lnTo>
                  <a:lnTo>
                    <a:pt x="1847" y="624"/>
                  </a:lnTo>
                  <a:lnTo>
                    <a:pt x="1867" y="609"/>
                  </a:lnTo>
                  <a:lnTo>
                    <a:pt x="1954" y="557"/>
                  </a:lnTo>
                  <a:lnTo>
                    <a:pt x="2152" y="449"/>
                  </a:lnTo>
                  <a:lnTo>
                    <a:pt x="2469" y="287"/>
                  </a:lnTo>
                  <a:lnTo>
                    <a:pt x="2665" y="194"/>
                  </a:lnTo>
                  <a:lnTo>
                    <a:pt x="2749" y="159"/>
                  </a:lnTo>
                  <a:lnTo>
                    <a:pt x="2768" y="154"/>
                  </a:lnTo>
                  <a:lnTo>
                    <a:pt x="2790" y="152"/>
                  </a:lnTo>
                  <a:lnTo>
                    <a:pt x="2828" y="157"/>
                  </a:lnTo>
                  <a:lnTo>
                    <a:pt x="2859" y="172"/>
                  </a:lnTo>
                  <a:lnTo>
                    <a:pt x="2881" y="194"/>
                  </a:lnTo>
                  <a:lnTo>
                    <a:pt x="2894" y="222"/>
                  </a:lnTo>
                  <a:lnTo>
                    <a:pt x="2898" y="254"/>
                  </a:lnTo>
                  <a:lnTo>
                    <a:pt x="2890" y="287"/>
                  </a:lnTo>
                  <a:lnTo>
                    <a:pt x="2870" y="320"/>
                  </a:lnTo>
                  <a:lnTo>
                    <a:pt x="2855" y="335"/>
                  </a:lnTo>
                  <a:lnTo>
                    <a:pt x="2832" y="355"/>
                  </a:lnTo>
                  <a:lnTo>
                    <a:pt x="2727" y="430"/>
                  </a:lnTo>
                  <a:lnTo>
                    <a:pt x="2484" y="595"/>
                  </a:lnTo>
                  <a:lnTo>
                    <a:pt x="2094" y="850"/>
                  </a:lnTo>
                  <a:lnTo>
                    <a:pt x="1856" y="999"/>
                  </a:lnTo>
                  <a:lnTo>
                    <a:pt x="1758" y="1056"/>
                  </a:lnTo>
                  <a:lnTo>
                    <a:pt x="1738" y="1064"/>
                  </a:lnTo>
                  <a:lnTo>
                    <a:pt x="1706" y="1072"/>
                  </a:lnTo>
                  <a:lnTo>
                    <a:pt x="1637" y="1082"/>
                  </a:lnTo>
                  <a:lnTo>
                    <a:pt x="1560" y="1085"/>
                  </a:lnTo>
                  <a:lnTo>
                    <a:pt x="1473" y="1079"/>
                  </a:lnTo>
                  <a:lnTo>
                    <a:pt x="1375" y="1064"/>
                  </a:lnTo>
                  <a:lnTo>
                    <a:pt x="1264" y="1040"/>
                  </a:lnTo>
                  <a:lnTo>
                    <a:pt x="1071" y="989"/>
                  </a:lnTo>
                  <a:lnTo>
                    <a:pt x="915" y="940"/>
                  </a:lnTo>
                  <a:lnTo>
                    <a:pt x="800" y="904"/>
                  </a:lnTo>
                  <a:lnTo>
                    <a:pt x="626" y="854"/>
                  </a:lnTo>
                  <a:lnTo>
                    <a:pt x="595" y="849"/>
                  </a:lnTo>
                  <a:lnTo>
                    <a:pt x="558" y="846"/>
                  </a:lnTo>
                  <a:lnTo>
                    <a:pt x="522" y="839"/>
                  </a:lnTo>
                  <a:lnTo>
                    <a:pt x="508" y="835"/>
                  </a:lnTo>
                  <a:lnTo>
                    <a:pt x="496" y="822"/>
                  </a:lnTo>
                  <a:lnTo>
                    <a:pt x="490" y="804"/>
                  </a:lnTo>
                  <a:lnTo>
                    <a:pt x="485" y="754"/>
                  </a:lnTo>
                  <a:lnTo>
                    <a:pt x="483" y="622"/>
                  </a:lnTo>
                  <a:lnTo>
                    <a:pt x="483" y="515"/>
                  </a:lnTo>
                  <a:lnTo>
                    <a:pt x="483" y="202"/>
                  </a:lnTo>
                  <a:lnTo>
                    <a:pt x="538" y="184"/>
                  </a:lnTo>
                  <a:lnTo>
                    <a:pt x="583" y="170"/>
                  </a:lnTo>
                  <a:lnTo>
                    <a:pt x="665" y="155"/>
                  </a:lnTo>
                  <a:lnTo>
                    <a:pt x="746" y="152"/>
                  </a:lnTo>
                  <a:lnTo>
                    <a:pt x="835" y="163"/>
                  </a:lnTo>
                  <a:lnTo>
                    <a:pt x="887" y="174"/>
                  </a:lnTo>
                  <a:close/>
                  <a:moveTo>
                    <a:pt x="397" y="635"/>
                  </a:moveTo>
                  <a:lnTo>
                    <a:pt x="392" y="940"/>
                  </a:lnTo>
                  <a:lnTo>
                    <a:pt x="242" y="940"/>
                  </a:lnTo>
                  <a:lnTo>
                    <a:pt x="92" y="940"/>
                  </a:lnTo>
                  <a:lnTo>
                    <a:pt x="87" y="635"/>
                  </a:lnTo>
                  <a:lnTo>
                    <a:pt x="83" y="332"/>
                  </a:lnTo>
                  <a:lnTo>
                    <a:pt x="242" y="332"/>
                  </a:lnTo>
                  <a:lnTo>
                    <a:pt x="400" y="332"/>
                  </a:lnTo>
                  <a:lnTo>
                    <a:pt x="397" y="6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65" name="Graphic 4">
            <a:extLst>
              <a:ext uri="{FF2B5EF4-FFF2-40B4-BE49-F238E27FC236}">
                <a16:creationId xmlns:a16="http://schemas.microsoft.com/office/drawing/2014/main" id="{7C8C7AAE-E180-23BB-435F-B03356C07BC6}"/>
              </a:ext>
            </a:extLst>
          </p:cNvPr>
          <p:cNvGrpSpPr>
            <a:grpSpLocks noChangeAspect="1"/>
          </p:cNvGrpSpPr>
          <p:nvPr/>
        </p:nvGrpSpPr>
        <p:grpSpPr>
          <a:xfrm>
            <a:off x="9436191" y="4664481"/>
            <a:ext cx="480913" cy="480913"/>
            <a:chOff x="5056922" y="-47904"/>
            <a:chExt cx="888382" cy="888382"/>
          </a:xfrm>
          <a:solidFill>
            <a:schemeClr val="bg1"/>
          </a:solidFill>
        </p:grpSpPr>
        <p:sp>
          <p:nvSpPr>
            <p:cNvPr id="66" name="Freeform: Shape 65">
              <a:extLst>
                <a:ext uri="{FF2B5EF4-FFF2-40B4-BE49-F238E27FC236}">
                  <a16:creationId xmlns:a16="http://schemas.microsoft.com/office/drawing/2014/main" id="{FC7327B5-0413-C773-AB22-A33EBE9EEE00}"/>
                </a:ext>
              </a:extLst>
            </p:cNvPr>
            <p:cNvSpPr/>
            <p:nvPr/>
          </p:nvSpPr>
          <p:spPr>
            <a:xfrm>
              <a:off x="5271235" y="697602"/>
              <a:ext cx="85725" cy="85725"/>
            </a:xfrm>
            <a:custGeom>
              <a:avLst/>
              <a:gdLst>
                <a:gd name="csX0" fmla="*/ 42863 w 85725"/>
                <a:gd name="csY0" fmla="*/ 0 h 85725"/>
                <a:gd name="csX1" fmla="*/ 0 w 85725"/>
                <a:gd name="csY1" fmla="*/ 42863 h 85725"/>
                <a:gd name="csX2" fmla="*/ 42863 w 85725"/>
                <a:gd name="csY2" fmla="*/ 85725 h 85725"/>
                <a:gd name="csX3" fmla="*/ 85725 w 85725"/>
                <a:gd name="csY3" fmla="*/ 42863 h 85725"/>
                <a:gd name="csX4" fmla="*/ 42863 w 85725"/>
                <a:gd name="csY4" fmla="*/ 0 h 85725"/>
                <a:gd name="csX5" fmla="*/ 42863 w 85725"/>
                <a:gd name="csY5" fmla="*/ 57150 h 85725"/>
                <a:gd name="csX6" fmla="*/ 28575 w 85725"/>
                <a:gd name="csY6" fmla="*/ 42863 h 85725"/>
                <a:gd name="csX7" fmla="*/ 42863 w 85725"/>
                <a:gd name="csY7" fmla="*/ 28575 h 85725"/>
                <a:gd name="csX8" fmla="*/ 57150 w 85725"/>
                <a:gd name="csY8" fmla="*/ 42863 h 85725"/>
                <a:gd name="csX9" fmla="*/ 42863 w 85725"/>
                <a:gd name="csY9" fmla="*/ 57150 h 85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5725" h="85725">
                  <a:moveTo>
                    <a:pt x="42863" y="0"/>
                  </a:moveTo>
                  <a:cubicBezTo>
                    <a:pt x="19231" y="0"/>
                    <a:pt x="0" y="19231"/>
                    <a:pt x="0" y="42863"/>
                  </a:cubicBezTo>
                  <a:cubicBezTo>
                    <a:pt x="0" y="66494"/>
                    <a:pt x="19231" y="85725"/>
                    <a:pt x="42863" y="85725"/>
                  </a:cubicBezTo>
                  <a:cubicBezTo>
                    <a:pt x="66494" y="85725"/>
                    <a:pt x="85725" y="66494"/>
                    <a:pt x="85725" y="42863"/>
                  </a:cubicBezTo>
                  <a:cubicBezTo>
                    <a:pt x="85725" y="19231"/>
                    <a:pt x="66494" y="0"/>
                    <a:pt x="42863" y="0"/>
                  </a:cubicBezTo>
                  <a:close/>
                  <a:moveTo>
                    <a:pt x="42863" y="57150"/>
                  </a:moveTo>
                  <a:cubicBezTo>
                    <a:pt x="34976" y="57150"/>
                    <a:pt x="28575" y="50749"/>
                    <a:pt x="28575" y="42863"/>
                  </a:cubicBezTo>
                  <a:cubicBezTo>
                    <a:pt x="28575" y="34976"/>
                    <a:pt x="34976" y="28575"/>
                    <a:pt x="42863" y="28575"/>
                  </a:cubicBezTo>
                  <a:cubicBezTo>
                    <a:pt x="50749" y="28575"/>
                    <a:pt x="57150" y="34976"/>
                    <a:pt x="57150" y="42863"/>
                  </a:cubicBezTo>
                  <a:cubicBezTo>
                    <a:pt x="57150" y="50749"/>
                    <a:pt x="50749" y="57150"/>
                    <a:pt x="42863" y="57150"/>
                  </a:cubicBezTo>
                  <a:close/>
                </a:path>
              </a:pathLst>
            </a:custGeom>
            <a:grpFill/>
            <a:ln w="14288" cap="flat">
              <a:noFill/>
              <a:prstDash val="solid"/>
              <a:miter/>
            </a:ln>
          </p:spPr>
          <p:txBody>
            <a:bodyPr/>
            <a:lstStyle/>
            <a:p>
              <a:endParaRPr lang="en-GB"/>
            </a:p>
          </p:txBody>
        </p:sp>
        <p:sp>
          <p:nvSpPr>
            <p:cNvPr id="67" name="Freeform: Shape 66">
              <a:extLst>
                <a:ext uri="{FF2B5EF4-FFF2-40B4-BE49-F238E27FC236}">
                  <a16:creationId xmlns:a16="http://schemas.microsoft.com/office/drawing/2014/main" id="{5CF60F3A-073D-CDB2-DE1D-E5BD563A3029}"/>
                </a:ext>
              </a:extLst>
            </p:cNvPr>
            <p:cNvSpPr/>
            <p:nvPr/>
          </p:nvSpPr>
          <p:spPr>
            <a:xfrm>
              <a:off x="5056922" y="-47904"/>
              <a:ext cx="888382" cy="888382"/>
            </a:xfrm>
            <a:custGeom>
              <a:avLst/>
              <a:gdLst>
                <a:gd name="csX0" fmla="*/ 507721 w 888382"/>
                <a:gd name="csY0" fmla="*/ 374032 h 888382"/>
                <a:gd name="csX1" fmla="*/ 514350 w 888382"/>
                <a:gd name="csY1" fmla="*/ 316882 h 888382"/>
                <a:gd name="csX2" fmla="*/ 501120 w 888382"/>
                <a:gd name="csY2" fmla="*/ 236015 h 888382"/>
                <a:gd name="csX3" fmla="*/ 514350 w 888382"/>
                <a:gd name="csY3" fmla="*/ 222785 h 888382"/>
                <a:gd name="csX4" fmla="*/ 628650 w 888382"/>
                <a:gd name="csY4" fmla="*/ 337085 h 888382"/>
                <a:gd name="csX5" fmla="*/ 785813 w 888382"/>
                <a:gd name="csY5" fmla="*/ 179922 h 888382"/>
                <a:gd name="csX6" fmla="*/ 853064 w 888382"/>
                <a:gd name="csY6" fmla="*/ 247174 h 888382"/>
                <a:gd name="csX7" fmla="*/ 888383 w 888382"/>
                <a:gd name="csY7" fmla="*/ 0 h 888382"/>
                <a:gd name="csX8" fmla="*/ 641209 w 888382"/>
                <a:gd name="csY8" fmla="*/ 35319 h 888382"/>
                <a:gd name="csX9" fmla="*/ 708460 w 888382"/>
                <a:gd name="csY9" fmla="*/ 102570 h 888382"/>
                <a:gd name="csX10" fmla="*/ 628650 w 888382"/>
                <a:gd name="csY10" fmla="*/ 182380 h 888382"/>
                <a:gd name="csX11" fmla="*/ 514350 w 888382"/>
                <a:gd name="csY11" fmla="*/ 68080 h 888382"/>
                <a:gd name="csX12" fmla="*/ 442898 w 888382"/>
                <a:gd name="csY12" fmla="*/ 139532 h 888382"/>
                <a:gd name="csX13" fmla="*/ 257175 w 888382"/>
                <a:gd name="csY13" fmla="*/ 59707 h 888382"/>
                <a:gd name="csX14" fmla="*/ 0 w 888382"/>
                <a:gd name="csY14" fmla="*/ 316882 h 888382"/>
                <a:gd name="csX15" fmla="*/ 182566 w 888382"/>
                <a:gd name="csY15" fmla="*/ 562942 h 888382"/>
                <a:gd name="csX16" fmla="*/ 187423 w 888382"/>
                <a:gd name="csY16" fmla="*/ 571086 h 888382"/>
                <a:gd name="csX17" fmla="*/ 200011 w 888382"/>
                <a:gd name="csY17" fmla="*/ 615048 h 888382"/>
                <a:gd name="csX18" fmla="*/ 159106 w 888382"/>
                <a:gd name="csY18" fmla="*/ 762967 h 888382"/>
                <a:gd name="csX19" fmla="*/ 157163 w 888382"/>
                <a:gd name="csY19" fmla="*/ 782569 h 888382"/>
                <a:gd name="csX20" fmla="*/ 157163 w 888382"/>
                <a:gd name="csY20" fmla="*/ 788370 h 888382"/>
                <a:gd name="csX21" fmla="*/ 257175 w 888382"/>
                <a:gd name="csY21" fmla="*/ 888382 h 888382"/>
                <a:gd name="csX22" fmla="*/ 800100 w 888382"/>
                <a:gd name="csY22" fmla="*/ 888382 h 888382"/>
                <a:gd name="csX23" fmla="*/ 800100 w 888382"/>
                <a:gd name="csY23" fmla="*/ 774082 h 888382"/>
                <a:gd name="csX24" fmla="*/ 849292 w 888382"/>
                <a:gd name="csY24" fmla="*/ 774082 h 888382"/>
                <a:gd name="csX25" fmla="*/ 814745 w 888382"/>
                <a:gd name="csY25" fmla="*/ 681957 h 888382"/>
                <a:gd name="csX26" fmla="*/ 885825 w 888382"/>
                <a:gd name="csY26" fmla="*/ 729334 h 888382"/>
                <a:gd name="csX27" fmla="*/ 885825 w 888382"/>
                <a:gd name="csY27" fmla="*/ 437826 h 888382"/>
                <a:gd name="csX28" fmla="*/ 790142 w 888382"/>
                <a:gd name="csY28" fmla="*/ 374032 h 888382"/>
                <a:gd name="csX29" fmla="*/ 771525 w 888382"/>
                <a:gd name="csY29" fmla="*/ 402607 h 888382"/>
                <a:gd name="csX30" fmla="*/ 771525 w 888382"/>
                <a:gd name="csY30" fmla="*/ 631207 h 888382"/>
                <a:gd name="csX31" fmla="*/ 742950 w 888382"/>
                <a:gd name="csY31" fmla="*/ 631207 h 888382"/>
                <a:gd name="csX32" fmla="*/ 742950 w 888382"/>
                <a:gd name="csY32" fmla="*/ 516907 h 888382"/>
                <a:gd name="csX33" fmla="*/ 628650 w 888382"/>
                <a:gd name="csY33" fmla="*/ 516907 h 888382"/>
                <a:gd name="csX34" fmla="*/ 628650 w 888382"/>
                <a:gd name="csY34" fmla="*/ 431182 h 888382"/>
                <a:gd name="csX35" fmla="*/ 487204 w 888382"/>
                <a:gd name="csY35" fmla="*/ 431182 h 888382"/>
                <a:gd name="csX36" fmla="*/ 499334 w 888382"/>
                <a:gd name="csY36" fmla="*/ 402607 h 888382"/>
                <a:gd name="csX37" fmla="*/ 314339 w 888382"/>
                <a:gd name="csY37" fmla="*/ 615048 h 888382"/>
                <a:gd name="csX38" fmla="*/ 326927 w 888382"/>
                <a:gd name="csY38" fmla="*/ 571100 h 888382"/>
                <a:gd name="csX39" fmla="*/ 331784 w 888382"/>
                <a:gd name="csY39" fmla="*/ 562942 h 888382"/>
                <a:gd name="csX40" fmla="*/ 342900 w 888382"/>
                <a:gd name="csY40" fmla="*/ 559056 h 888382"/>
                <a:gd name="csX41" fmla="*/ 342900 w 888382"/>
                <a:gd name="csY41" fmla="*/ 631207 h 888382"/>
                <a:gd name="csX42" fmla="*/ 318811 w 888382"/>
                <a:gd name="csY42" fmla="*/ 631207 h 888382"/>
                <a:gd name="csX43" fmla="*/ 371475 w 888382"/>
                <a:gd name="csY43" fmla="*/ 546911 h 888382"/>
                <a:gd name="csX44" fmla="*/ 470859 w 888382"/>
                <a:gd name="csY44" fmla="*/ 459757 h 888382"/>
                <a:gd name="csX45" fmla="*/ 600075 w 888382"/>
                <a:gd name="csY45" fmla="*/ 459757 h 888382"/>
                <a:gd name="csX46" fmla="*/ 600075 w 888382"/>
                <a:gd name="csY46" fmla="*/ 516907 h 888382"/>
                <a:gd name="csX47" fmla="*/ 514350 w 888382"/>
                <a:gd name="csY47" fmla="*/ 516907 h 888382"/>
                <a:gd name="csX48" fmla="*/ 514350 w 888382"/>
                <a:gd name="csY48" fmla="*/ 631207 h 888382"/>
                <a:gd name="csX49" fmla="*/ 371475 w 888382"/>
                <a:gd name="csY49" fmla="*/ 631207 h 888382"/>
                <a:gd name="csX50" fmla="*/ 542925 w 888382"/>
                <a:gd name="csY50" fmla="*/ 545482 h 888382"/>
                <a:gd name="csX51" fmla="*/ 714375 w 888382"/>
                <a:gd name="csY51" fmla="*/ 545482 h 888382"/>
                <a:gd name="csX52" fmla="*/ 714375 w 888382"/>
                <a:gd name="csY52" fmla="*/ 631207 h 888382"/>
                <a:gd name="csX53" fmla="*/ 542925 w 888382"/>
                <a:gd name="csY53" fmla="*/ 631207 h 888382"/>
                <a:gd name="csX54" fmla="*/ 628650 w 888382"/>
                <a:gd name="csY54" fmla="*/ 222785 h 888382"/>
                <a:gd name="csX55" fmla="*/ 748865 w 888382"/>
                <a:gd name="csY55" fmla="*/ 102570 h 888382"/>
                <a:gd name="csX56" fmla="*/ 701816 w 888382"/>
                <a:gd name="csY56" fmla="*/ 55521 h 888382"/>
                <a:gd name="csX57" fmla="*/ 854693 w 888382"/>
                <a:gd name="csY57" fmla="*/ 33690 h 888382"/>
                <a:gd name="csX58" fmla="*/ 832861 w 888382"/>
                <a:gd name="csY58" fmla="*/ 186566 h 888382"/>
                <a:gd name="csX59" fmla="*/ 785813 w 888382"/>
                <a:gd name="csY59" fmla="*/ 139517 h 888382"/>
                <a:gd name="csX60" fmla="*/ 628650 w 888382"/>
                <a:gd name="csY60" fmla="*/ 296680 h 888382"/>
                <a:gd name="csX61" fmla="*/ 514350 w 888382"/>
                <a:gd name="csY61" fmla="*/ 182380 h 888382"/>
                <a:gd name="csX62" fmla="*/ 214098 w 888382"/>
                <a:gd name="csY62" fmla="*/ 482632 h 888382"/>
                <a:gd name="csX63" fmla="*/ 162906 w 888382"/>
                <a:gd name="csY63" fmla="*/ 459929 h 888382"/>
                <a:gd name="csX64" fmla="*/ 514350 w 888382"/>
                <a:gd name="csY64" fmla="*/ 108485 h 888382"/>
                <a:gd name="csX65" fmla="*/ 428625 w 888382"/>
                <a:gd name="csY65" fmla="*/ 316882 h 888382"/>
                <a:gd name="csX66" fmla="*/ 257175 w 888382"/>
                <a:gd name="csY66" fmla="*/ 488332 h 888382"/>
                <a:gd name="csX67" fmla="*/ 249203 w 888382"/>
                <a:gd name="csY67" fmla="*/ 487932 h 888382"/>
                <a:gd name="csX68" fmla="*/ 428211 w 888382"/>
                <a:gd name="csY68" fmla="*/ 308924 h 888382"/>
                <a:gd name="csX69" fmla="*/ 428625 w 888382"/>
                <a:gd name="csY69" fmla="*/ 316882 h 888382"/>
                <a:gd name="csX70" fmla="*/ 85725 w 888382"/>
                <a:gd name="csY70" fmla="*/ 316882 h 888382"/>
                <a:gd name="csX71" fmla="*/ 257175 w 888382"/>
                <a:gd name="csY71" fmla="*/ 145432 h 888382"/>
                <a:gd name="csX72" fmla="*/ 382362 w 888382"/>
                <a:gd name="csY72" fmla="*/ 200068 h 888382"/>
                <a:gd name="csX73" fmla="*/ 140389 w 888382"/>
                <a:gd name="csY73" fmla="*/ 442041 h 888382"/>
                <a:gd name="csX74" fmla="*/ 85725 w 888382"/>
                <a:gd name="csY74" fmla="*/ 316882 h 888382"/>
                <a:gd name="csX75" fmla="*/ 28575 w 888382"/>
                <a:gd name="csY75" fmla="*/ 316882 h 888382"/>
                <a:gd name="csX76" fmla="*/ 257175 w 888382"/>
                <a:gd name="csY76" fmla="*/ 88282 h 888382"/>
                <a:gd name="csX77" fmla="*/ 422710 w 888382"/>
                <a:gd name="csY77" fmla="*/ 159720 h 888382"/>
                <a:gd name="csX78" fmla="*/ 402550 w 888382"/>
                <a:gd name="csY78" fmla="*/ 179880 h 888382"/>
                <a:gd name="csX79" fmla="*/ 257175 w 888382"/>
                <a:gd name="csY79" fmla="*/ 116857 h 888382"/>
                <a:gd name="csX80" fmla="*/ 57150 w 888382"/>
                <a:gd name="csY80" fmla="*/ 316882 h 888382"/>
                <a:gd name="csX81" fmla="*/ 257175 w 888382"/>
                <a:gd name="csY81" fmla="*/ 516907 h 888382"/>
                <a:gd name="csX82" fmla="*/ 457200 w 888382"/>
                <a:gd name="csY82" fmla="*/ 316882 h 888382"/>
                <a:gd name="csX83" fmla="*/ 454085 w 888382"/>
                <a:gd name="csY83" fmla="*/ 283050 h 888382"/>
                <a:gd name="csX84" fmla="*/ 478260 w 888382"/>
                <a:gd name="csY84" fmla="*/ 258875 h 888382"/>
                <a:gd name="csX85" fmla="*/ 485775 w 888382"/>
                <a:gd name="csY85" fmla="*/ 316882 h 888382"/>
                <a:gd name="csX86" fmla="*/ 257175 w 888382"/>
                <a:gd name="csY86" fmla="*/ 545482 h 888382"/>
                <a:gd name="csX87" fmla="*/ 28575 w 888382"/>
                <a:gd name="csY87" fmla="*/ 316882 h 888382"/>
                <a:gd name="csX88" fmla="*/ 257175 w 888382"/>
                <a:gd name="csY88" fmla="*/ 574057 h 888382"/>
                <a:gd name="csX89" fmla="*/ 295080 w 888382"/>
                <a:gd name="csY89" fmla="*/ 570943 h 888382"/>
                <a:gd name="csX90" fmla="*/ 286707 w 888382"/>
                <a:gd name="csY90" fmla="*/ 602632 h 888382"/>
                <a:gd name="csX91" fmla="*/ 227628 w 888382"/>
                <a:gd name="csY91" fmla="*/ 602632 h 888382"/>
                <a:gd name="csX92" fmla="*/ 219256 w 888382"/>
                <a:gd name="csY92" fmla="*/ 570943 h 888382"/>
                <a:gd name="csX93" fmla="*/ 257175 w 888382"/>
                <a:gd name="csY93" fmla="*/ 574057 h 888382"/>
                <a:gd name="csX94" fmla="*/ 185738 w 888382"/>
                <a:gd name="csY94" fmla="*/ 788370 h 888382"/>
                <a:gd name="csX95" fmla="*/ 185738 w 888382"/>
                <a:gd name="csY95" fmla="*/ 782569 h 888382"/>
                <a:gd name="csX96" fmla="*/ 186881 w 888382"/>
                <a:gd name="csY96" fmla="*/ 769568 h 888382"/>
                <a:gd name="csX97" fmla="*/ 225185 w 888382"/>
                <a:gd name="csY97" fmla="*/ 631207 h 888382"/>
                <a:gd name="csX98" fmla="*/ 289665 w 888382"/>
                <a:gd name="csY98" fmla="*/ 631207 h 888382"/>
                <a:gd name="csX99" fmla="*/ 327241 w 888382"/>
                <a:gd name="csY99" fmla="*/ 768539 h 888382"/>
                <a:gd name="csX100" fmla="*/ 328613 w 888382"/>
                <a:gd name="csY100" fmla="*/ 782569 h 888382"/>
                <a:gd name="csX101" fmla="*/ 328613 w 888382"/>
                <a:gd name="csY101" fmla="*/ 788370 h 888382"/>
                <a:gd name="csX102" fmla="*/ 257175 w 888382"/>
                <a:gd name="csY102" fmla="*/ 859807 h 888382"/>
                <a:gd name="csX103" fmla="*/ 185738 w 888382"/>
                <a:gd name="csY103" fmla="*/ 788370 h 888382"/>
                <a:gd name="csX104" fmla="*/ 771525 w 888382"/>
                <a:gd name="csY104" fmla="*/ 859807 h 888382"/>
                <a:gd name="csX105" fmla="*/ 327027 w 888382"/>
                <a:gd name="csY105" fmla="*/ 859807 h 888382"/>
                <a:gd name="csX106" fmla="*/ 357188 w 888382"/>
                <a:gd name="csY106" fmla="*/ 788370 h 888382"/>
                <a:gd name="csX107" fmla="*/ 357188 w 888382"/>
                <a:gd name="csY107" fmla="*/ 782569 h 888382"/>
                <a:gd name="csX108" fmla="*/ 356745 w 888382"/>
                <a:gd name="csY108" fmla="*/ 774082 h 888382"/>
                <a:gd name="csX109" fmla="*/ 771525 w 888382"/>
                <a:gd name="csY109" fmla="*/ 774082 h 888382"/>
                <a:gd name="csX110" fmla="*/ 350458 w 888382"/>
                <a:gd name="csY110" fmla="*/ 745507 h 888382"/>
                <a:gd name="csX111" fmla="*/ 326727 w 888382"/>
                <a:gd name="csY111" fmla="*/ 659782 h 888382"/>
                <a:gd name="csX112" fmla="*/ 775911 w 888382"/>
                <a:gd name="csY112" fmla="*/ 659782 h 888382"/>
                <a:gd name="csX113" fmla="*/ 808058 w 888382"/>
                <a:gd name="csY113" fmla="*/ 745507 h 888382"/>
                <a:gd name="csX114" fmla="*/ 857250 w 888382"/>
                <a:gd name="csY114" fmla="*/ 675956 h 888382"/>
                <a:gd name="csX115" fmla="*/ 800100 w 888382"/>
                <a:gd name="csY115" fmla="*/ 637851 h 888382"/>
                <a:gd name="csX116" fmla="*/ 800100 w 888382"/>
                <a:gd name="csY116" fmla="*/ 415009 h 888382"/>
                <a:gd name="csX117" fmla="*/ 857250 w 888382"/>
                <a:gd name="csY117" fmla="*/ 453114 h 8883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Lst>
              <a:rect l="l" t="t" r="r" b="b"/>
              <a:pathLst>
                <a:path w="888382" h="888382">
                  <a:moveTo>
                    <a:pt x="507721" y="374032"/>
                  </a:moveTo>
                  <a:cubicBezTo>
                    <a:pt x="511921" y="355616"/>
                    <a:pt x="514350" y="336542"/>
                    <a:pt x="514350" y="316882"/>
                  </a:cubicBezTo>
                  <a:cubicBezTo>
                    <a:pt x="514350" y="289165"/>
                    <a:pt x="509749" y="262033"/>
                    <a:pt x="501120" y="236015"/>
                  </a:cubicBezTo>
                  <a:lnTo>
                    <a:pt x="514350" y="222785"/>
                  </a:lnTo>
                  <a:lnTo>
                    <a:pt x="628650" y="337085"/>
                  </a:lnTo>
                  <a:lnTo>
                    <a:pt x="785813" y="179922"/>
                  </a:lnTo>
                  <a:lnTo>
                    <a:pt x="853064" y="247174"/>
                  </a:lnTo>
                  <a:lnTo>
                    <a:pt x="888383" y="0"/>
                  </a:lnTo>
                  <a:lnTo>
                    <a:pt x="641209" y="35319"/>
                  </a:lnTo>
                  <a:lnTo>
                    <a:pt x="708460" y="102570"/>
                  </a:lnTo>
                  <a:lnTo>
                    <a:pt x="628650" y="182380"/>
                  </a:lnTo>
                  <a:lnTo>
                    <a:pt x="514350" y="68080"/>
                  </a:lnTo>
                  <a:lnTo>
                    <a:pt x="442898" y="139532"/>
                  </a:lnTo>
                  <a:cubicBezTo>
                    <a:pt x="394449" y="88811"/>
                    <a:pt x="327770" y="59707"/>
                    <a:pt x="257175" y="59707"/>
                  </a:cubicBezTo>
                  <a:cubicBezTo>
                    <a:pt x="115372" y="59707"/>
                    <a:pt x="0" y="175079"/>
                    <a:pt x="0" y="316882"/>
                  </a:cubicBezTo>
                  <a:cubicBezTo>
                    <a:pt x="0" y="432740"/>
                    <a:pt x="77052" y="530866"/>
                    <a:pt x="182566" y="562942"/>
                  </a:cubicBezTo>
                  <a:lnTo>
                    <a:pt x="187423" y="571086"/>
                  </a:lnTo>
                  <a:cubicBezTo>
                    <a:pt x="195353" y="584430"/>
                    <a:pt x="199668" y="599575"/>
                    <a:pt x="200011" y="615048"/>
                  </a:cubicBezTo>
                  <a:lnTo>
                    <a:pt x="159106" y="762967"/>
                  </a:lnTo>
                  <a:cubicBezTo>
                    <a:pt x="157820" y="769425"/>
                    <a:pt x="157163" y="776011"/>
                    <a:pt x="157163" y="782569"/>
                  </a:cubicBezTo>
                  <a:lnTo>
                    <a:pt x="157163" y="788370"/>
                  </a:lnTo>
                  <a:cubicBezTo>
                    <a:pt x="157163" y="843505"/>
                    <a:pt x="202040" y="888382"/>
                    <a:pt x="257175" y="888382"/>
                  </a:cubicBezTo>
                  <a:lnTo>
                    <a:pt x="800100" y="888382"/>
                  </a:lnTo>
                  <a:lnTo>
                    <a:pt x="800100" y="774082"/>
                  </a:lnTo>
                  <a:lnTo>
                    <a:pt x="849292" y="774082"/>
                  </a:lnTo>
                  <a:lnTo>
                    <a:pt x="814745" y="681957"/>
                  </a:lnTo>
                  <a:lnTo>
                    <a:pt x="885825" y="729334"/>
                  </a:lnTo>
                  <a:lnTo>
                    <a:pt x="885825" y="437826"/>
                  </a:lnTo>
                  <a:lnTo>
                    <a:pt x="790142" y="374032"/>
                  </a:lnTo>
                  <a:close/>
                  <a:moveTo>
                    <a:pt x="771525" y="402607"/>
                  </a:moveTo>
                  <a:lnTo>
                    <a:pt x="771525" y="631207"/>
                  </a:lnTo>
                  <a:lnTo>
                    <a:pt x="742950" y="631207"/>
                  </a:lnTo>
                  <a:lnTo>
                    <a:pt x="742950" y="516907"/>
                  </a:lnTo>
                  <a:lnTo>
                    <a:pt x="628650" y="516907"/>
                  </a:lnTo>
                  <a:lnTo>
                    <a:pt x="628650" y="431182"/>
                  </a:lnTo>
                  <a:lnTo>
                    <a:pt x="487204" y="431182"/>
                  </a:lnTo>
                  <a:cubicBezTo>
                    <a:pt x="491804" y="421953"/>
                    <a:pt x="495848" y="412423"/>
                    <a:pt x="499334" y="402607"/>
                  </a:cubicBezTo>
                  <a:close/>
                  <a:moveTo>
                    <a:pt x="314339" y="615048"/>
                  </a:moveTo>
                  <a:cubicBezTo>
                    <a:pt x="314668" y="599575"/>
                    <a:pt x="318997" y="584416"/>
                    <a:pt x="326927" y="571100"/>
                  </a:cubicBezTo>
                  <a:lnTo>
                    <a:pt x="331784" y="562942"/>
                  </a:lnTo>
                  <a:cubicBezTo>
                    <a:pt x="335556" y="561799"/>
                    <a:pt x="339200" y="560370"/>
                    <a:pt x="342900" y="559056"/>
                  </a:cubicBezTo>
                  <a:lnTo>
                    <a:pt x="342900" y="631207"/>
                  </a:lnTo>
                  <a:lnTo>
                    <a:pt x="318811" y="631207"/>
                  </a:lnTo>
                  <a:close/>
                  <a:moveTo>
                    <a:pt x="371475" y="546911"/>
                  </a:moveTo>
                  <a:cubicBezTo>
                    <a:pt x="411666" y="526852"/>
                    <a:pt x="445999" y="496805"/>
                    <a:pt x="470859" y="459757"/>
                  </a:cubicBezTo>
                  <a:lnTo>
                    <a:pt x="600075" y="459757"/>
                  </a:lnTo>
                  <a:lnTo>
                    <a:pt x="600075" y="516907"/>
                  </a:lnTo>
                  <a:lnTo>
                    <a:pt x="514350" y="516907"/>
                  </a:lnTo>
                  <a:lnTo>
                    <a:pt x="514350" y="631207"/>
                  </a:lnTo>
                  <a:lnTo>
                    <a:pt x="371475" y="631207"/>
                  </a:lnTo>
                  <a:close/>
                  <a:moveTo>
                    <a:pt x="542925" y="545482"/>
                  </a:moveTo>
                  <a:lnTo>
                    <a:pt x="714375" y="545482"/>
                  </a:lnTo>
                  <a:lnTo>
                    <a:pt x="714375" y="631207"/>
                  </a:lnTo>
                  <a:lnTo>
                    <a:pt x="542925" y="631207"/>
                  </a:lnTo>
                  <a:close/>
                  <a:moveTo>
                    <a:pt x="628650" y="222785"/>
                  </a:moveTo>
                  <a:lnTo>
                    <a:pt x="748865" y="102570"/>
                  </a:lnTo>
                  <a:lnTo>
                    <a:pt x="701816" y="55521"/>
                  </a:lnTo>
                  <a:lnTo>
                    <a:pt x="854693" y="33690"/>
                  </a:lnTo>
                  <a:lnTo>
                    <a:pt x="832861" y="186566"/>
                  </a:lnTo>
                  <a:lnTo>
                    <a:pt x="785813" y="139517"/>
                  </a:lnTo>
                  <a:lnTo>
                    <a:pt x="628650" y="296680"/>
                  </a:lnTo>
                  <a:lnTo>
                    <a:pt x="514350" y="182380"/>
                  </a:lnTo>
                  <a:lnTo>
                    <a:pt x="214098" y="482632"/>
                  </a:lnTo>
                  <a:cubicBezTo>
                    <a:pt x="195667" y="477831"/>
                    <a:pt x="178394" y="470173"/>
                    <a:pt x="162906" y="459929"/>
                  </a:cubicBezTo>
                  <a:lnTo>
                    <a:pt x="514350" y="108485"/>
                  </a:lnTo>
                  <a:close/>
                  <a:moveTo>
                    <a:pt x="428625" y="316882"/>
                  </a:moveTo>
                  <a:cubicBezTo>
                    <a:pt x="428625" y="411423"/>
                    <a:pt x="351715" y="488332"/>
                    <a:pt x="257175" y="488332"/>
                  </a:cubicBezTo>
                  <a:cubicBezTo>
                    <a:pt x="254489" y="488332"/>
                    <a:pt x="251860" y="488047"/>
                    <a:pt x="249203" y="487932"/>
                  </a:cubicBezTo>
                  <a:lnTo>
                    <a:pt x="428211" y="308924"/>
                  </a:lnTo>
                  <a:cubicBezTo>
                    <a:pt x="428325" y="311582"/>
                    <a:pt x="428625" y="314225"/>
                    <a:pt x="428625" y="316882"/>
                  </a:cubicBezTo>
                  <a:close/>
                  <a:moveTo>
                    <a:pt x="85725" y="316882"/>
                  </a:moveTo>
                  <a:cubicBezTo>
                    <a:pt x="85725" y="222342"/>
                    <a:pt x="162635" y="145432"/>
                    <a:pt x="257175" y="145432"/>
                  </a:cubicBezTo>
                  <a:cubicBezTo>
                    <a:pt x="305110" y="145432"/>
                    <a:pt x="349958" y="165321"/>
                    <a:pt x="382362" y="200068"/>
                  </a:cubicBezTo>
                  <a:lnTo>
                    <a:pt x="140389" y="442041"/>
                  </a:lnTo>
                  <a:cubicBezTo>
                    <a:pt x="106842" y="410737"/>
                    <a:pt x="85725" y="366274"/>
                    <a:pt x="85725" y="316882"/>
                  </a:cubicBezTo>
                  <a:close/>
                  <a:moveTo>
                    <a:pt x="28575" y="316882"/>
                  </a:moveTo>
                  <a:cubicBezTo>
                    <a:pt x="28575" y="190838"/>
                    <a:pt x="131131" y="88282"/>
                    <a:pt x="257175" y="88282"/>
                  </a:cubicBezTo>
                  <a:cubicBezTo>
                    <a:pt x="320140" y="88282"/>
                    <a:pt x="379605" y="114329"/>
                    <a:pt x="422710" y="159720"/>
                  </a:cubicBezTo>
                  <a:lnTo>
                    <a:pt x="402550" y="179880"/>
                  </a:lnTo>
                  <a:cubicBezTo>
                    <a:pt x="364817" y="139760"/>
                    <a:pt x="312782" y="116857"/>
                    <a:pt x="257175" y="116857"/>
                  </a:cubicBezTo>
                  <a:cubicBezTo>
                    <a:pt x="146876" y="116857"/>
                    <a:pt x="57150" y="206583"/>
                    <a:pt x="57150" y="316882"/>
                  </a:cubicBezTo>
                  <a:cubicBezTo>
                    <a:pt x="57150" y="427182"/>
                    <a:pt x="146876" y="516907"/>
                    <a:pt x="257175" y="516907"/>
                  </a:cubicBezTo>
                  <a:cubicBezTo>
                    <a:pt x="367475" y="516907"/>
                    <a:pt x="457200" y="427182"/>
                    <a:pt x="457200" y="316882"/>
                  </a:cubicBezTo>
                  <a:cubicBezTo>
                    <a:pt x="457200" y="305495"/>
                    <a:pt x="455986" y="294180"/>
                    <a:pt x="454085" y="283050"/>
                  </a:cubicBezTo>
                  <a:lnTo>
                    <a:pt x="478260" y="258875"/>
                  </a:lnTo>
                  <a:cubicBezTo>
                    <a:pt x="483189" y="277720"/>
                    <a:pt x="485775" y="297123"/>
                    <a:pt x="485775" y="316882"/>
                  </a:cubicBezTo>
                  <a:cubicBezTo>
                    <a:pt x="485775" y="442927"/>
                    <a:pt x="383219" y="545482"/>
                    <a:pt x="257175" y="545482"/>
                  </a:cubicBezTo>
                  <a:cubicBezTo>
                    <a:pt x="131131" y="545482"/>
                    <a:pt x="28575" y="442927"/>
                    <a:pt x="28575" y="316882"/>
                  </a:cubicBezTo>
                  <a:close/>
                  <a:moveTo>
                    <a:pt x="257175" y="574057"/>
                  </a:moveTo>
                  <a:cubicBezTo>
                    <a:pt x="270091" y="574057"/>
                    <a:pt x="282678" y="572786"/>
                    <a:pt x="295080" y="570943"/>
                  </a:cubicBezTo>
                  <a:cubicBezTo>
                    <a:pt x="290808" y="581058"/>
                    <a:pt x="288036" y="591731"/>
                    <a:pt x="286707" y="602632"/>
                  </a:cubicBezTo>
                  <a:lnTo>
                    <a:pt x="227628" y="602632"/>
                  </a:lnTo>
                  <a:cubicBezTo>
                    <a:pt x="226300" y="591731"/>
                    <a:pt x="223528" y="581058"/>
                    <a:pt x="219256" y="570943"/>
                  </a:cubicBezTo>
                  <a:cubicBezTo>
                    <a:pt x="231672" y="572786"/>
                    <a:pt x="244259" y="574057"/>
                    <a:pt x="257175" y="574057"/>
                  </a:cubicBezTo>
                  <a:close/>
                  <a:moveTo>
                    <a:pt x="185738" y="788370"/>
                  </a:moveTo>
                  <a:lnTo>
                    <a:pt x="185738" y="782569"/>
                  </a:lnTo>
                  <a:cubicBezTo>
                    <a:pt x="185738" y="777883"/>
                    <a:pt x="186195" y="773168"/>
                    <a:pt x="186881" y="769568"/>
                  </a:cubicBezTo>
                  <a:lnTo>
                    <a:pt x="225185" y="631207"/>
                  </a:lnTo>
                  <a:lnTo>
                    <a:pt x="289665" y="631207"/>
                  </a:lnTo>
                  <a:lnTo>
                    <a:pt x="327241" y="768539"/>
                  </a:lnTo>
                  <a:cubicBezTo>
                    <a:pt x="328155" y="773168"/>
                    <a:pt x="328613" y="777883"/>
                    <a:pt x="328613" y="782569"/>
                  </a:cubicBezTo>
                  <a:lnTo>
                    <a:pt x="328613" y="788370"/>
                  </a:lnTo>
                  <a:cubicBezTo>
                    <a:pt x="328613" y="827761"/>
                    <a:pt x="296566" y="859807"/>
                    <a:pt x="257175" y="859807"/>
                  </a:cubicBezTo>
                  <a:cubicBezTo>
                    <a:pt x="217784" y="859807"/>
                    <a:pt x="185738" y="827761"/>
                    <a:pt x="185738" y="788370"/>
                  </a:cubicBezTo>
                  <a:close/>
                  <a:moveTo>
                    <a:pt x="771525" y="859807"/>
                  </a:moveTo>
                  <a:lnTo>
                    <a:pt x="327027" y="859807"/>
                  </a:lnTo>
                  <a:cubicBezTo>
                    <a:pt x="345615" y="841634"/>
                    <a:pt x="357188" y="816345"/>
                    <a:pt x="357188" y="788370"/>
                  </a:cubicBezTo>
                  <a:lnTo>
                    <a:pt x="357188" y="782569"/>
                  </a:lnTo>
                  <a:cubicBezTo>
                    <a:pt x="357188" y="779783"/>
                    <a:pt x="357002" y="776954"/>
                    <a:pt x="356745" y="774082"/>
                  </a:cubicBezTo>
                  <a:lnTo>
                    <a:pt x="771525" y="774082"/>
                  </a:lnTo>
                  <a:close/>
                  <a:moveTo>
                    <a:pt x="350458" y="745507"/>
                  </a:moveTo>
                  <a:lnTo>
                    <a:pt x="326727" y="659782"/>
                  </a:lnTo>
                  <a:lnTo>
                    <a:pt x="775911" y="659782"/>
                  </a:lnTo>
                  <a:lnTo>
                    <a:pt x="808058" y="745507"/>
                  </a:lnTo>
                  <a:close/>
                  <a:moveTo>
                    <a:pt x="857250" y="675956"/>
                  </a:moveTo>
                  <a:lnTo>
                    <a:pt x="800100" y="637851"/>
                  </a:lnTo>
                  <a:lnTo>
                    <a:pt x="800100" y="415009"/>
                  </a:lnTo>
                  <a:lnTo>
                    <a:pt x="857250" y="453114"/>
                  </a:lnTo>
                  <a:close/>
                </a:path>
              </a:pathLst>
            </a:custGeom>
            <a:grpFill/>
            <a:ln w="14288" cap="flat">
              <a:noFill/>
              <a:prstDash val="solid"/>
              <a:miter/>
            </a:ln>
          </p:spPr>
          <p:txBody>
            <a:bodyPr/>
            <a:lstStyle/>
            <a:p>
              <a:endParaRPr lang="en-GB"/>
            </a:p>
          </p:txBody>
        </p:sp>
      </p:grpSp>
      <p:sp>
        <p:nvSpPr>
          <p:cNvPr id="68" name="Graphic 16">
            <a:extLst>
              <a:ext uri="{FF2B5EF4-FFF2-40B4-BE49-F238E27FC236}">
                <a16:creationId xmlns:a16="http://schemas.microsoft.com/office/drawing/2014/main" id="{A84B0D35-5CB8-B4CA-091B-0D802EF1E5B3}"/>
              </a:ext>
            </a:extLst>
          </p:cNvPr>
          <p:cNvSpPr>
            <a:spLocks noChangeAspect="1"/>
          </p:cNvSpPr>
          <p:nvPr/>
        </p:nvSpPr>
        <p:spPr>
          <a:xfrm>
            <a:off x="8296865" y="3223836"/>
            <a:ext cx="503557" cy="480913"/>
          </a:xfrm>
          <a:custGeom>
            <a:avLst/>
            <a:gdLst>
              <a:gd name="csX0" fmla="*/ 529197 w 900114"/>
              <a:gd name="csY0" fmla="*/ 753967 h 859639"/>
              <a:gd name="csX1" fmla="*/ 514455 w 900114"/>
              <a:gd name="csY1" fmla="*/ 753967 h 859639"/>
              <a:gd name="csX2" fmla="*/ 514455 w 900114"/>
              <a:gd name="csY2" fmla="*/ 516963 h 859639"/>
              <a:gd name="csX3" fmla="*/ 501954 w 900114"/>
              <a:gd name="csY3" fmla="*/ 504461 h 859639"/>
              <a:gd name="csX4" fmla="*/ 442191 w 900114"/>
              <a:gd name="csY4" fmla="*/ 504461 h 859639"/>
              <a:gd name="csX5" fmla="*/ 429689 w 900114"/>
              <a:gd name="csY5" fmla="*/ 516963 h 859639"/>
              <a:gd name="csX6" fmla="*/ 429689 w 900114"/>
              <a:gd name="csY6" fmla="*/ 753967 h 859639"/>
              <a:gd name="csX7" fmla="*/ 407235 w 900114"/>
              <a:gd name="csY7" fmla="*/ 753967 h 859639"/>
              <a:gd name="csX8" fmla="*/ 407235 w 900114"/>
              <a:gd name="csY8" fmla="*/ 634949 h 859639"/>
              <a:gd name="csX9" fmla="*/ 394733 w 900114"/>
              <a:gd name="csY9" fmla="*/ 622447 h 859639"/>
              <a:gd name="csX10" fmla="*/ 334970 w 900114"/>
              <a:gd name="csY10" fmla="*/ 622447 h 859639"/>
              <a:gd name="csX11" fmla="*/ 322469 w 900114"/>
              <a:gd name="csY11" fmla="*/ 634949 h 859639"/>
              <a:gd name="csX12" fmla="*/ 322469 w 900114"/>
              <a:gd name="csY12" fmla="*/ 753967 h 859639"/>
              <a:gd name="csX13" fmla="*/ 300016 w 900114"/>
              <a:gd name="csY13" fmla="*/ 753967 h 859639"/>
              <a:gd name="csX14" fmla="*/ 300016 w 900114"/>
              <a:gd name="csY14" fmla="*/ 569034 h 859639"/>
              <a:gd name="csX15" fmla="*/ 287515 w 900114"/>
              <a:gd name="csY15" fmla="*/ 556532 h 859639"/>
              <a:gd name="csX16" fmla="*/ 227752 w 900114"/>
              <a:gd name="csY16" fmla="*/ 556532 h 859639"/>
              <a:gd name="csX17" fmla="*/ 215250 w 900114"/>
              <a:gd name="csY17" fmla="*/ 569034 h 859639"/>
              <a:gd name="csX18" fmla="*/ 215250 w 900114"/>
              <a:gd name="csY18" fmla="*/ 753967 h 859639"/>
              <a:gd name="csX19" fmla="*/ 192796 w 900114"/>
              <a:gd name="csY19" fmla="*/ 753967 h 859639"/>
              <a:gd name="csX20" fmla="*/ 192796 w 900114"/>
              <a:gd name="csY20" fmla="*/ 672739 h 859639"/>
              <a:gd name="csX21" fmla="*/ 180294 w 900114"/>
              <a:gd name="csY21" fmla="*/ 660238 h 859639"/>
              <a:gd name="csX22" fmla="*/ 120533 w 900114"/>
              <a:gd name="csY22" fmla="*/ 660238 h 859639"/>
              <a:gd name="csX23" fmla="*/ 108031 w 900114"/>
              <a:gd name="csY23" fmla="*/ 672739 h 859639"/>
              <a:gd name="csX24" fmla="*/ 108031 w 900114"/>
              <a:gd name="csY24" fmla="*/ 753967 h 859639"/>
              <a:gd name="csX25" fmla="*/ 93288 w 900114"/>
              <a:gd name="csY25" fmla="*/ 753967 h 859639"/>
              <a:gd name="csX26" fmla="*/ 80787 w 900114"/>
              <a:gd name="csY26" fmla="*/ 766469 h 859639"/>
              <a:gd name="csX27" fmla="*/ 93288 w 900114"/>
              <a:gd name="csY27" fmla="*/ 778971 h 859639"/>
              <a:gd name="csX28" fmla="*/ 529197 w 900114"/>
              <a:gd name="csY28" fmla="*/ 778971 h 859639"/>
              <a:gd name="csX29" fmla="*/ 541698 w 900114"/>
              <a:gd name="csY29" fmla="*/ 766469 h 859639"/>
              <a:gd name="csX30" fmla="*/ 529197 w 900114"/>
              <a:gd name="csY30" fmla="*/ 753967 h 859639"/>
              <a:gd name="csX31" fmla="*/ 454693 w 900114"/>
              <a:gd name="csY31" fmla="*/ 529464 h 859639"/>
              <a:gd name="csX32" fmla="*/ 489452 w 900114"/>
              <a:gd name="csY32" fmla="*/ 529464 h 859639"/>
              <a:gd name="csX33" fmla="*/ 489452 w 900114"/>
              <a:gd name="csY33" fmla="*/ 753967 h 859639"/>
              <a:gd name="csX34" fmla="*/ 454693 w 900114"/>
              <a:gd name="csY34" fmla="*/ 753967 h 859639"/>
              <a:gd name="csX35" fmla="*/ 347472 w 900114"/>
              <a:gd name="csY35" fmla="*/ 647451 h 859639"/>
              <a:gd name="csX36" fmla="*/ 382232 w 900114"/>
              <a:gd name="csY36" fmla="*/ 647451 h 859639"/>
              <a:gd name="csX37" fmla="*/ 382232 w 900114"/>
              <a:gd name="csY37" fmla="*/ 753967 h 859639"/>
              <a:gd name="csX38" fmla="*/ 347472 w 900114"/>
              <a:gd name="csY38" fmla="*/ 753967 h 859639"/>
              <a:gd name="csX39" fmla="*/ 240253 w 900114"/>
              <a:gd name="csY39" fmla="*/ 581535 h 859639"/>
              <a:gd name="csX40" fmla="*/ 275013 w 900114"/>
              <a:gd name="csY40" fmla="*/ 581535 h 859639"/>
              <a:gd name="csX41" fmla="*/ 275013 w 900114"/>
              <a:gd name="csY41" fmla="*/ 753967 h 859639"/>
              <a:gd name="csX42" fmla="*/ 240253 w 900114"/>
              <a:gd name="csY42" fmla="*/ 753967 h 859639"/>
              <a:gd name="csX43" fmla="*/ 133034 w 900114"/>
              <a:gd name="csY43" fmla="*/ 685239 h 859639"/>
              <a:gd name="csX44" fmla="*/ 167792 w 900114"/>
              <a:gd name="csY44" fmla="*/ 685239 h 859639"/>
              <a:gd name="csX45" fmla="*/ 167792 w 900114"/>
              <a:gd name="csY45" fmla="*/ 753966 h 859639"/>
              <a:gd name="csX46" fmla="*/ 133034 w 900114"/>
              <a:gd name="csY46" fmla="*/ 753966 h 859639"/>
              <a:gd name="csX47" fmla="*/ 364853 w 900114"/>
              <a:gd name="csY47" fmla="*/ 518083 h 859639"/>
              <a:gd name="csX48" fmla="*/ 338519 w 900114"/>
              <a:gd name="csY48" fmla="*/ 527293 h 859639"/>
              <a:gd name="csX49" fmla="*/ 298116 w 900114"/>
              <a:gd name="csY49" fmla="*/ 499637 h 859639"/>
              <a:gd name="csX50" fmla="*/ 300016 w 900114"/>
              <a:gd name="csY50" fmla="*/ 487079 h 859639"/>
              <a:gd name="csX51" fmla="*/ 257634 w 900114"/>
              <a:gd name="csY51" fmla="*/ 444697 h 859639"/>
              <a:gd name="csX52" fmla="*/ 215252 w 900114"/>
              <a:gd name="csY52" fmla="*/ 487079 h 859639"/>
              <a:gd name="csX53" fmla="*/ 219599 w 900114"/>
              <a:gd name="csY53" fmla="*/ 505753 h 859639"/>
              <a:gd name="csX54" fmla="*/ 171293 w 900114"/>
              <a:gd name="csY54" fmla="*/ 551289 h 859639"/>
              <a:gd name="csX55" fmla="*/ 150415 w 900114"/>
              <a:gd name="csY55" fmla="*/ 545766 h 859639"/>
              <a:gd name="csX56" fmla="*/ 108033 w 900114"/>
              <a:gd name="csY56" fmla="*/ 588149 h 859639"/>
              <a:gd name="csX57" fmla="*/ 150415 w 900114"/>
              <a:gd name="csY57" fmla="*/ 630531 h 859639"/>
              <a:gd name="csX58" fmla="*/ 192796 w 900114"/>
              <a:gd name="csY58" fmla="*/ 588149 h 859639"/>
              <a:gd name="csX59" fmla="*/ 188449 w 900114"/>
              <a:gd name="csY59" fmla="*/ 569477 h 859639"/>
              <a:gd name="csX60" fmla="*/ 236756 w 900114"/>
              <a:gd name="csY60" fmla="*/ 523940 h 859639"/>
              <a:gd name="csX61" fmla="*/ 257634 w 900114"/>
              <a:gd name="csY61" fmla="*/ 529461 h 859639"/>
              <a:gd name="csX62" fmla="*/ 283966 w 900114"/>
              <a:gd name="csY62" fmla="*/ 520251 h 859639"/>
              <a:gd name="csX63" fmla="*/ 324369 w 900114"/>
              <a:gd name="csY63" fmla="*/ 547906 h 859639"/>
              <a:gd name="csX64" fmla="*/ 322469 w 900114"/>
              <a:gd name="csY64" fmla="*/ 560465 h 859639"/>
              <a:gd name="csX65" fmla="*/ 364851 w 900114"/>
              <a:gd name="csY65" fmla="*/ 602847 h 859639"/>
              <a:gd name="csX66" fmla="*/ 407233 w 900114"/>
              <a:gd name="csY66" fmla="*/ 560465 h 859639"/>
              <a:gd name="csX67" fmla="*/ 400664 w 900114"/>
              <a:gd name="csY67" fmla="*/ 537842 h 859639"/>
              <a:gd name="csX68" fmla="*/ 455244 w 900114"/>
              <a:gd name="csY68" fmla="*/ 474059 h 859639"/>
              <a:gd name="csX69" fmla="*/ 472072 w 900114"/>
              <a:gd name="csY69" fmla="*/ 477551 h 859639"/>
              <a:gd name="csX70" fmla="*/ 514454 w 900114"/>
              <a:gd name="csY70" fmla="*/ 435169 h 859639"/>
              <a:gd name="csX71" fmla="*/ 472072 w 900114"/>
              <a:gd name="csY71" fmla="*/ 392787 h 859639"/>
              <a:gd name="csX72" fmla="*/ 429688 w 900114"/>
              <a:gd name="csY72" fmla="*/ 435169 h 859639"/>
              <a:gd name="csX73" fmla="*/ 436258 w 900114"/>
              <a:gd name="csY73" fmla="*/ 457791 h 859639"/>
              <a:gd name="csX74" fmla="*/ 381678 w 900114"/>
              <a:gd name="csY74" fmla="*/ 521572 h 859639"/>
              <a:gd name="csX75" fmla="*/ 364851 w 900114"/>
              <a:gd name="csY75" fmla="*/ 518081 h 859639"/>
              <a:gd name="csX76" fmla="*/ 150415 w 900114"/>
              <a:gd name="csY76" fmla="*/ 605529 h 859639"/>
              <a:gd name="csX77" fmla="*/ 133036 w 900114"/>
              <a:gd name="csY77" fmla="*/ 588150 h 859639"/>
              <a:gd name="csX78" fmla="*/ 150415 w 900114"/>
              <a:gd name="csY78" fmla="*/ 570771 h 859639"/>
              <a:gd name="csX79" fmla="*/ 167792 w 900114"/>
              <a:gd name="csY79" fmla="*/ 588150 h 859639"/>
              <a:gd name="csX80" fmla="*/ 150415 w 900114"/>
              <a:gd name="csY80" fmla="*/ 605529 h 859639"/>
              <a:gd name="csX81" fmla="*/ 257634 w 900114"/>
              <a:gd name="csY81" fmla="*/ 504458 h 859639"/>
              <a:gd name="csX82" fmla="*/ 240255 w 900114"/>
              <a:gd name="csY82" fmla="*/ 487079 h 859639"/>
              <a:gd name="csX83" fmla="*/ 257634 w 900114"/>
              <a:gd name="csY83" fmla="*/ 469700 h 859639"/>
              <a:gd name="csX84" fmla="*/ 275013 w 900114"/>
              <a:gd name="csY84" fmla="*/ 487079 h 859639"/>
              <a:gd name="csX85" fmla="*/ 257634 w 900114"/>
              <a:gd name="csY85" fmla="*/ 504458 h 859639"/>
              <a:gd name="csX86" fmla="*/ 364853 w 900114"/>
              <a:gd name="csY86" fmla="*/ 577845 h 859639"/>
              <a:gd name="csX87" fmla="*/ 347474 w 900114"/>
              <a:gd name="csY87" fmla="*/ 560467 h 859639"/>
              <a:gd name="csX88" fmla="*/ 364853 w 900114"/>
              <a:gd name="csY88" fmla="*/ 543088 h 859639"/>
              <a:gd name="csX89" fmla="*/ 382232 w 900114"/>
              <a:gd name="csY89" fmla="*/ 560467 h 859639"/>
              <a:gd name="csX90" fmla="*/ 364853 w 900114"/>
              <a:gd name="csY90" fmla="*/ 577845 h 859639"/>
              <a:gd name="csX91" fmla="*/ 472073 w 900114"/>
              <a:gd name="csY91" fmla="*/ 417790 h 859639"/>
              <a:gd name="csX92" fmla="*/ 489452 w 900114"/>
              <a:gd name="csY92" fmla="*/ 435169 h 859639"/>
              <a:gd name="csX93" fmla="*/ 472073 w 900114"/>
              <a:gd name="csY93" fmla="*/ 452548 h 859639"/>
              <a:gd name="csX94" fmla="*/ 454693 w 900114"/>
              <a:gd name="csY94" fmla="*/ 435169 h 859639"/>
              <a:gd name="csX95" fmla="*/ 472073 w 900114"/>
              <a:gd name="csY95" fmla="*/ 417790 h 859639"/>
              <a:gd name="csX96" fmla="*/ 207437 w 900114"/>
              <a:gd name="csY96" fmla="*/ 399741 h 859639"/>
              <a:gd name="csX97" fmla="*/ 219938 w 900114"/>
              <a:gd name="csY97" fmla="*/ 387239 h 859639"/>
              <a:gd name="csX98" fmla="*/ 219938 w 900114"/>
              <a:gd name="csY98" fmla="*/ 280308 h 859639"/>
              <a:gd name="csX99" fmla="*/ 312557 w 900114"/>
              <a:gd name="csY99" fmla="*/ 226834 h 859639"/>
              <a:gd name="csX100" fmla="*/ 318383 w 900114"/>
              <a:gd name="csY100" fmla="*/ 219238 h 859639"/>
              <a:gd name="csX101" fmla="*/ 317127 w 900114"/>
              <a:gd name="csY101" fmla="*/ 209748 h 859639"/>
              <a:gd name="csX102" fmla="*/ 207437 w 900114"/>
              <a:gd name="csY102" fmla="*/ 146440 h 859639"/>
              <a:gd name="csX103" fmla="*/ 80787 w 900114"/>
              <a:gd name="csY103" fmla="*/ 273091 h 859639"/>
              <a:gd name="csX104" fmla="*/ 207437 w 900114"/>
              <a:gd name="csY104" fmla="*/ 399743 h 859639"/>
              <a:gd name="csX105" fmla="*/ 288547 w 900114"/>
              <a:gd name="csY105" fmla="*/ 211826 h 859639"/>
              <a:gd name="csX106" fmla="*/ 219938 w 900114"/>
              <a:gd name="csY106" fmla="*/ 251439 h 859639"/>
              <a:gd name="csX107" fmla="*/ 219938 w 900114"/>
              <a:gd name="csY107" fmla="*/ 172238 h 859639"/>
              <a:gd name="csX108" fmla="*/ 288547 w 900114"/>
              <a:gd name="csY108" fmla="*/ 211826 h 859639"/>
              <a:gd name="csX109" fmla="*/ 194935 w 900114"/>
              <a:gd name="csY109" fmla="*/ 172239 h 859639"/>
              <a:gd name="csX110" fmla="*/ 194935 w 900114"/>
              <a:gd name="csY110" fmla="*/ 373974 h 859639"/>
              <a:gd name="csX111" fmla="*/ 105790 w 900114"/>
              <a:gd name="csY111" fmla="*/ 273091 h 859639"/>
              <a:gd name="csX112" fmla="*/ 194935 w 900114"/>
              <a:gd name="csY112" fmla="*/ 172239 h 859639"/>
              <a:gd name="csX113" fmla="*/ 333751 w 900114"/>
              <a:gd name="csY113" fmla="*/ 233506 h 859639"/>
              <a:gd name="csX114" fmla="*/ 323589 w 900114"/>
              <a:gd name="csY114" fmla="*/ 234553 h 859639"/>
              <a:gd name="csX115" fmla="*/ 236356 w 900114"/>
              <a:gd name="csY115" fmla="*/ 284916 h 859639"/>
              <a:gd name="csX116" fmla="*/ 230106 w 900114"/>
              <a:gd name="csY116" fmla="*/ 295742 h 859639"/>
              <a:gd name="csX117" fmla="*/ 230106 w 900114"/>
              <a:gd name="csY117" fmla="*/ 396451 h 859639"/>
              <a:gd name="csX118" fmla="*/ 234278 w 900114"/>
              <a:gd name="csY118" fmla="*/ 405774 h 859639"/>
              <a:gd name="csX119" fmla="*/ 242607 w 900114"/>
              <a:gd name="csY119" fmla="*/ 408953 h 859639"/>
              <a:gd name="csX120" fmla="*/ 244009 w 900114"/>
              <a:gd name="csY120" fmla="*/ 408874 h 859639"/>
              <a:gd name="csX121" fmla="*/ 351317 w 900114"/>
              <a:gd name="csY121" fmla="*/ 288641 h 859639"/>
              <a:gd name="csX122" fmla="*/ 341302 w 900114"/>
              <a:gd name="csY122" fmla="*/ 240389 h 859639"/>
              <a:gd name="csX123" fmla="*/ 333751 w 900114"/>
              <a:gd name="csY123" fmla="*/ 233506 h 859639"/>
              <a:gd name="csX124" fmla="*/ 255109 w 900114"/>
              <a:gd name="csY124" fmla="*/ 381421 h 859639"/>
              <a:gd name="csX125" fmla="*/ 255109 w 900114"/>
              <a:gd name="csY125" fmla="*/ 302961 h 859639"/>
              <a:gd name="csX126" fmla="*/ 323055 w 900114"/>
              <a:gd name="csY126" fmla="*/ 263731 h 859639"/>
              <a:gd name="csX127" fmla="*/ 326314 w 900114"/>
              <a:gd name="csY127" fmla="*/ 288641 h 859639"/>
              <a:gd name="csX128" fmla="*/ 255109 w 900114"/>
              <a:gd name="csY128" fmla="*/ 381421 h 859639"/>
              <a:gd name="csX129" fmla="*/ 541700 w 900114"/>
              <a:gd name="csY129" fmla="*/ 279560 h 859639"/>
              <a:gd name="csX130" fmla="*/ 529198 w 900114"/>
              <a:gd name="csY130" fmla="*/ 292062 h 859639"/>
              <a:gd name="csX131" fmla="*/ 391226 w 900114"/>
              <a:gd name="csY131" fmla="*/ 292062 h 859639"/>
              <a:gd name="csX132" fmla="*/ 378724 w 900114"/>
              <a:gd name="csY132" fmla="*/ 279560 h 859639"/>
              <a:gd name="csX133" fmla="*/ 391226 w 900114"/>
              <a:gd name="csY133" fmla="*/ 267058 h 859639"/>
              <a:gd name="csX134" fmla="*/ 529198 w 900114"/>
              <a:gd name="csY134" fmla="*/ 267058 h 859639"/>
              <a:gd name="csX135" fmla="*/ 541700 w 900114"/>
              <a:gd name="csY135" fmla="*/ 279560 h 859639"/>
              <a:gd name="csX136" fmla="*/ 541700 w 900114"/>
              <a:gd name="csY136" fmla="*/ 167141 h 859639"/>
              <a:gd name="csX137" fmla="*/ 529198 w 900114"/>
              <a:gd name="csY137" fmla="*/ 179642 h 859639"/>
              <a:gd name="csX138" fmla="*/ 340978 w 900114"/>
              <a:gd name="csY138" fmla="*/ 179642 h 859639"/>
              <a:gd name="csX139" fmla="*/ 328477 w 900114"/>
              <a:gd name="csY139" fmla="*/ 167141 h 859639"/>
              <a:gd name="csX140" fmla="*/ 340978 w 900114"/>
              <a:gd name="csY140" fmla="*/ 154639 h 859639"/>
              <a:gd name="csX141" fmla="*/ 529198 w 900114"/>
              <a:gd name="csY141" fmla="*/ 154639 h 859639"/>
              <a:gd name="csX142" fmla="*/ 541700 w 900114"/>
              <a:gd name="csY142" fmla="*/ 167141 h 859639"/>
              <a:gd name="csX143" fmla="*/ 541700 w 900114"/>
              <a:gd name="csY143" fmla="*/ 335771 h 859639"/>
              <a:gd name="csX144" fmla="*/ 529198 w 900114"/>
              <a:gd name="csY144" fmla="*/ 348272 h 859639"/>
              <a:gd name="csX145" fmla="*/ 460213 w 900114"/>
              <a:gd name="csY145" fmla="*/ 348272 h 859639"/>
              <a:gd name="csX146" fmla="*/ 447711 w 900114"/>
              <a:gd name="csY146" fmla="*/ 335771 h 859639"/>
              <a:gd name="csX147" fmla="*/ 460213 w 900114"/>
              <a:gd name="csY147" fmla="*/ 323269 h 859639"/>
              <a:gd name="csX148" fmla="*/ 529198 w 900114"/>
              <a:gd name="csY148" fmla="*/ 323269 h 859639"/>
              <a:gd name="csX149" fmla="*/ 541700 w 900114"/>
              <a:gd name="csY149" fmla="*/ 335771 h 859639"/>
              <a:gd name="csX150" fmla="*/ 541700 w 900114"/>
              <a:gd name="csY150" fmla="*/ 223351 h 859639"/>
              <a:gd name="csX151" fmla="*/ 529198 w 900114"/>
              <a:gd name="csY151" fmla="*/ 235853 h 859639"/>
              <a:gd name="csX152" fmla="*/ 391226 w 900114"/>
              <a:gd name="csY152" fmla="*/ 235853 h 859639"/>
              <a:gd name="csX153" fmla="*/ 378724 w 900114"/>
              <a:gd name="csY153" fmla="*/ 223351 h 859639"/>
              <a:gd name="csX154" fmla="*/ 391226 w 900114"/>
              <a:gd name="csY154" fmla="*/ 210850 h 859639"/>
              <a:gd name="csX155" fmla="*/ 529198 w 900114"/>
              <a:gd name="csY155" fmla="*/ 210850 h 859639"/>
              <a:gd name="csX156" fmla="*/ 541700 w 900114"/>
              <a:gd name="csY156" fmla="*/ 223351 h 859639"/>
              <a:gd name="csX157" fmla="*/ 861052 w 900114"/>
              <a:gd name="csY157" fmla="*/ 27337 h 859639"/>
              <a:gd name="csX158" fmla="*/ 777703 w 900114"/>
              <a:gd name="csY158" fmla="*/ 0 h 859639"/>
              <a:gd name="csX159" fmla="*/ 694353 w 900114"/>
              <a:gd name="csY159" fmla="*/ 27337 h 859639"/>
              <a:gd name="csX160" fmla="*/ 692056 w 900114"/>
              <a:gd name="csY160" fmla="*/ 29272 h 859639"/>
              <a:gd name="csX161" fmla="*/ 651456 w 900114"/>
              <a:gd name="csY161" fmla="*/ 0 h 859639"/>
              <a:gd name="csX162" fmla="*/ 383021 w 900114"/>
              <a:gd name="csY162" fmla="*/ 0 h 859639"/>
              <a:gd name="csX163" fmla="*/ 114584 w 900114"/>
              <a:gd name="csY163" fmla="*/ 0 h 859639"/>
              <a:gd name="csX164" fmla="*/ 71777 w 900114"/>
              <a:gd name="csY164" fmla="*/ 42809 h 859639"/>
              <a:gd name="csX165" fmla="*/ 71777 w 900114"/>
              <a:gd name="csY165" fmla="*/ 71779 h 859639"/>
              <a:gd name="csX166" fmla="*/ 42809 w 900114"/>
              <a:gd name="csY166" fmla="*/ 71779 h 859639"/>
              <a:gd name="csX167" fmla="*/ 0 w 900114"/>
              <a:gd name="csY167" fmla="*/ 114586 h 859639"/>
              <a:gd name="csX168" fmla="*/ 0 w 900114"/>
              <a:gd name="csY168" fmla="*/ 816833 h 859639"/>
              <a:gd name="csX169" fmla="*/ 42809 w 900114"/>
              <a:gd name="csY169" fmla="*/ 859640 h 859639"/>
              <a:gd name="csX170" fmla="*/ 579680 w 900114"/>
              <a:gd name="csY170" fmla="*/ 859640 h 859639"/>
              <a:gd name="csX171" fmla="*/ 622487 w 900114"/>
              <a:gd name="csY171" fmla="*/ 816833 h 859639"/>
              <a:gd name="csX172" fmla="*/ 622487 w 900114"/>
              <a:gd name="csY172" fmla="*/ 787863 h 859639"/>
              <a:gd name="csX173" fmla="*/ 651456 w 900114"/>
              <a:gd name="csY173" fmla="*/ 787863 h 859639"/>
              <a:gd name="csX174" fmla="*/ 694265 w 900114"/>
              <a:gd name="csY174" fmla="*/ 745054 h 859639"/>
              <a:gd name="csX175" fmla="*/ 694265 w 900114"/>
              <a:gd name="csY175" fmla="*/ 711553 h 859639"/>
              <a:gd name="csX176" fmla="*/ 777704 w 900114"/>
              <a:gd name="csY176" fmla="*/ 711553 h 859639"/>
              <a:gd name="csX177" fmla="*/ 790206 w 900114"/>
              <a:gd name="csY177" fmla="*/ 699052 h 859639"/>
              <a:gd name="csX178" fmla="*/ 790206 w 900114"/>
              <a:gd name="csY178" fmla="*/ 412893 h 859639"/>
              <a:gd name="csX179" fmla="*/ 777704 w 900114"/>
              <a:gd name="csY179" fmla="*/ 400391 h 859639"/>
              <a:gd name="csX180" fmla="*/ 765203 w 900114"/>
              <a:gd name="csY180" fmla="*/ 412893 h 859639"/>
              <a:gd name="csX181" fmla="*/ 765203 w 900114"/>
              <a:gd name="csY181" fmla="*/ 686552 h 859639"/>
              <a:gd name="csX182" fmla="*/ 694265 w 900114"/>
              <a:gd name="csY182" fmla="*/ 686552 h 859639"/>
              <a:gd name="csX183" fmla="*/ 694265 w 900114"/>
              <a:gd name="csY183" fmla="*/ 207867 h 859639"/>
              <a:gd name="csX184" fmla="*/ 710248 w 900114"/>
              <a:gd name="csY184" fmla="*/ 250690 h 859639"/>
              <a:gd name="csX185" fmla="*/ 710248 w 900114"/>
              <a:gd name="csY185" fmla="*/ 254241 h 859639"/>
              <a:gd name="csX186" fmla="*/ 742093 w 900114"/>
              <a:gd name="csY186" fmla="*/ 286086 h 859639"/>
              <a:gd name="csX187" fmla="*/ 813316 w 900114"/>
              <a:gd name="csY187" fmla="*/ 286086 h 859639"/>
              <a:gd name="csX188" fmla="*/ 845159 w 900114"/>
              <a:gd name="csY188" fmla="*/ 254241 h 859639"/>
              <a:gd name="csX189" fmla="*/ 845159 w 900114"/>
              <a:gd name="csY189" fmla="*/ 250690 h 859639"/>
              <a:gd name="csX190" fmla="*/ 867260 w 900114"/>
              <a:gd name="csY190" fmla="*/ 199221 h 859639"/>
              <a:gd name="csX191" fmla="*/ 900114 w 900114"/>
              <a:gd name="csY191" fmla="*/ 110962 h 859639"/>
              <a:gd name="csX192" fmla="*/ 861054 w 900114"/>
              <a:gd name="csY192" fmla="*/ 27337 h 859639"/>
              <a:gd name="csX193" fmla="*/ 597484 w 900114"/>
              <a:gd name="csY193" fmla="*/ 816833 h 859639"/>
              <a:gd name="csX194" fmla="*/ 579680 w 900114"/>
              <a:gd name="csY194" fmla="*/ 834637 h 859639"/>
              <a:gd name="csX195" fmla="*/ 42809 w 900114"/>
              <a:gd name="csY195" fmla="*/ 834637 h 859639"/>
              <a:gd name="csX196" fmla="*/ 25003 w 900114"/>
              <a:gd name="csY196" fmla="*/ 816833 h 859639"/>
              <a:gd name="csX197" fmla="*/ 25003 w 900114"/>
              <a:gd name="csY197" fmla="*/ 114586 h 859639"/>
              <a:gd name="csX198" fmla="*/ 42809 w 900114"/>
              <a:gd name="csY198" fmla="*/ 96782 h 859639"/>
              <a:gd name="csX199" fmla="*/ 579678 w 900114"/>
              <a:gd name="csY199" fmla="*/ 96782 h 859639"/>
              <a:gd name="csX200" fmla="*/ 597484 w 900114"/>
              <a:gd name="csY200" fmla="*/ 114586 h 859639"/>
              <a:gd name="csX201" fmla="*/ 651456 w 900114"/>
              <a:gd name="csY201" fmla="*/ 762860 h 859639"/>
              <a:gd name="csX202" fmla="*/ 622487 w 900114"/>
              <a:gd name="csY202" fmla="*/ 762860 h 859639"/>
              <a:gd name="csX203" fmla="*/ 622487 w 900114"/>
              <a:gd name="csY203" fmla="*/ 114586 h 859639"/>
              <a:gd name="csX204" fmla="*/ 579678 w 900114"/>
              <a:gd name="csY204" fmla="*/ 71779 h 859639"/>
              <a:gd name="csX205" fmla="*/ 96780 w 900114"/>
              <a:gd name="csY205" fmla="*/ 71779 h 859639"/>
              <a:gd name="csX206" fmla="*/ 96780 w 900114"/>
              <a:gd name="csY206" fmla="*/ 42809 h 859639"/>
              <a:gd name="csX207" fmla="*/ 114584 w 900114"/>
              <a:gd name="csY207" fmla="*/ 25003 h 859639"/>
              <a:gd name="csX208" fmla="*/ 383021 w 900114"/>
              <a:gd name="csY208" fmla="*/ 25003 h 859639"/>
              <a:gd name="csX209" fmla="*/ 651456 w 900114"/>
              <a:gd name="csY209" fmla="*/ 25003 h 859639"/>
              <a:gd name="csX210" fmla="*/ 669260 w 900114"/>
              <a:gd name="csY210" fmla="*/ 42809 h 859639"/>
              <a:gd name="csX211" fmla="*/ 669260 w 900114"/>
              <a:gd name="csY211" fmla="*/ 56278 h 859639"/>
              <a:gd name="csX212" fmla="*/ 655294 w 900114"/>
              <a:gd name="csY212" fmla="*/ 110962 h 859639"/>
              <a:gd name="csX213" fmla="*/ 669260 w 900114"/>
              <a:gd name="csY213" fmla="*/ 169803 h 859639"/>
              <a:gd name="csX214" fmla="*/ 669260 w 900114"/>
              <a:gd name="csY214" fmla="*/ 697000 h 859639"/>
              <a:gd name="csX215" fmla="*/ 669078 w 900114"/>
              <a:gd name="csY215" fmla="*/ 699053 h 859639"/>
              <a:gd name="csX216" fmla="*/ 669262 w 900114"/>
              <a:gd name="csY216" fmla="*/ 701107 h 859639"/>
              <a:gd name="csX217" fmla="*/ 669262 w 900114"/>
              <a:gd name="csY217" fmla="*/ 745054 h 859639"/>
              <a:gd name="csX218" fmla="*/ 651456 w 900114"/>
              <a:gd name="csY218" fmla="*/ 762860 h 859639"/>
              <a:gd name="csX219" fmla="*/ 766444 w 900114"/>
              <a:gd name="csY219" fmla="*/ 160415 h 859639"/>
              <a:gd name="csX220" fmla="*/ 777703 w 900114"/>
              <a:gd name="csY220" fmla="*/ 149156 h 859639"/>
              <a:gd name="csX221" fmla="*/ 788961 w 900114"/>
              <a:gd name="csY221" fmla="*/ 160415 h 859639"/>
              <a:gd name="csX222" fmla="*/ 777703 w 900114"/>
              <a:gd name="csY222" fmla="*/ 171671 h 859639"/>
              <a:gd name="csX223" fmla="*/ 766444 w 900114"/>
              <a:gd name="csY223" fmla="*/ 160415 h 859639"/>
              <a:gd name="csX224" fmla="*/ 846938 w 900114"/>
              <a:gd name="csY224" fmla="*/ 184655 h 859639"/>
              <a:gd name="csX225" fmla="*/ 820154 w 900114"/>
              <a:gd name="csY225" fmla="*/ 250690 h 859639"/>
              <a:gd name="csX226" fmla="*/ 820154 w 900114"/>
              <a:gd name="csY226" fmla="*/ 254241 h 859639"/>
              <a:gd name="csX227" fmla="*/ 813314 w 900114"/>
              <a:gd name="csY227" fmla="*/ 261083 h 859639"/>
              <a:gd name="csX228" fmla="*/ 790204 w 900114"/>
              <a:gd name="csY228" fmla="*/ 261083 h 859639"/>
              <a:gd name="csX229" fmla="*/ 790204 w 900114"/>
              <a:gd name="csY229" fmla="*/ 194408 h 859639"/>
              <a:gd name="csX230" fmla="*/ 813964 w 900114"/>
              <a:gd name="csY230" fmla="*/ 160415 h 859639"/>
              <a:gd name="csX231" fmla="*/ 777703 w 900114"/>
              <a:gd name="csY231" fmla="*/ 124153 h 859639"/>
              <a:gd name="csX232" fmla="*/ 741441 w 900114"/>
              <a:gd name="csY232" fmla="*/ 160415 h 859639"/>
              <a:gd name="csX233" fmla="*/ 765201 w 900114"/>
              <a:gd name="csY233" fmla="*/ 194408 h 859639"/>
              <a:gd name="csX234" fmla="*/ 765201 w 900114"/>
              <a:gd name="csY234" fmla="*/ 261083 h 859639"/>
              <a:gd name="csX235" fmla="*/ 742093 w 900114"/>
              <a:gd name="csY235" fmla="*/ 261083 h 859639"/>
              <a:gd name="csX236" fmla="*/ 735251 w 900114"/>
              <a:gd name="csY236" fmla="*/ 254241 h 859639"/>
              <a:gd name="csX237" fmla="*/ 735251 w 900114"/>
              <a:gd name="csY237" fmla="*/ 250690 h 859639"/>
              <a:gd name="csX238" fmla="*/ 708467 w 900114"/>
              <a:gd name="csY238" fmla="*/ 184653 h 859639"/>
              <a:gd name="csX239" fmla="*/ 680298 w 900114"/>
              <a:gd name="csY239" fmla="*/ 110960 h 859639"/>
              <a:gd name="csX240" fmla="*/ 777704 w 900114"/>
              <a:gd name="csY240" fmla="*/ 25003 h 859639"/>
              <a:gd name="csX241" fmla="*/ 875111 w 900114"/>
              <a:gd name="csY241" fmla="*/ 110960 h 859639"/>
              <a:gd name="csX242" fmla="*/ 846942 w 900114"/>
              <a:gd name="csY242" fmla="*/ 184653 h 859639"/>
              <a:gd name="csX243" fmla="*/ 831047 w 900114"/>
              <a:gd name="csY243" fmla="*/ 343007 h 859639"/>
              <a:gd name="csX244" fmla="*/ 818545 w 900114"/>
              <a:gd name="csY244" fmla="*/ 355509 h 859639"/>
              <a:gd name="csX245" fmla="*/ 790204 w 900114"/>
              <a:gd name="csY245" fmla="*/ 355509 h 859639"/>
              <a:gd name="csX246" fmla="*/ 790204 w 900114"/>
              <a:gd name="csY246" fmla="*/ 361795 h 859639"/>
              <a:gd name="csX247" fmla="*/ 777703 w 900114"/>
              <a:gd name="csY247" fmla="*/ 374297 h 859639"/>
              <a:gd name="csX248" fmla="*/ 765201 w 900114"/>
              <a:gd name="csY248" fmla="*/ 361795 h 859639"/>
              <a:gd name="csX249" fmla="*/ 765201 w 900114"/>
              <a:gd name="csY249" fmla="*/ 355509 h 859639"/>
              <a:gd name="csX250" fmla="*/ 736862 w 900114"/>
              <a:gd name="csY250" fmla="*/ 355509 h 859639"/>
              <a:gd name="csX251" fmla="*/ 724360 w 900114"/>
              <a:gd name="csY251" fmla="*/ 343007 h 859639"/>
              <a:gd name="csX252" fmla="*/ 736862 w 900114"/>
              <a:gd name="csY252" fmla="*/ 330506 h 859639"/>
              <a:gd name="csX253" fmla="*/ 818545 w 900114"/>
              <a:gd name="csY253" fmla="*/ 330506 h 859639"/>
              <a:gd name="csX254" fmla="*/ 831047 w 900114"/>
              <a:gd name="csY254" fmla="*/ 343007 h 859639"/>
              <a:gd name="csX255" fmla="*/ 834433 w 900114"/>
              <a:gd name="csY255" fmla="*/ 308296 h 859639"/>
              <a:gd name="csX256" fmla="*/ 821931 w 900114"/>
              <a:gd name="csY256" fmla="*/ 320797 h 859639"/>
              <a:gd name="csX257" fmla="*/ 733476 w 900114"/>
              <a:gd name="csY257" fmla="*/ 320797 h 859639"/>
              <a:gd name="csX258" fmla="*/ 720974 w 900114"/>
              <a:gd name="csY258" fmla="*/ 308296 h 859639"/>
              <a:gd name="csX259" fmla="*/ 733476 w 900114"/>
              <a:gd name="csY259" fmla="*/ 295794 h 859639"/>
              <a:gd name="csX260" fmla="*/ 821931 w 900114"/>
              <a:gd name="csY260" fmla="*/ 295794 h 859639"/>
              <a:gd name="csX261" fmla="*/ 834433 w 900114"/>
              <a:gd name="csY261" fmla="*/ 308296 h 8596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Lst>
            <a:rect l="l" t="t" r="r" b="b"/>
            <a:pathLst>
              <a:path w="900114" h="859639">
                <a:moveTo>
                  <a:pt x="529197" y="753967"/>
                </a:moveTo>
                <a:lnTo>
                  <a:pt x="514455" y="753967"/>
                </a:lnTo>
                <a:lnTo>
                  <a:pt x="514455" y="516963"/>
                </a:lnTo>
                <a:cubicBezTo>
                  <a:pt x="514455" y="510058"/>
                  <a:pt x="508858" y="504461"/>
                  <a:pt x="501954" y="504461"/>
                </a:cubicBezTo>
                <a:lnTo>
                  <a:pt x="442191" y="504461"/>
                </a:lnTo>
                <a:cubicBezTo>
                  <a:pt x="435287" y="504461"/>
                  <a:pt x="429689" y="510058"/>
                  <a:pt x="429689" y="516963"/>
                </a:cubicBezTo>
                <a:lnTo>
                  <a:pt x="429689" y="753967"/>
                </a:lnTo>
                <a:lnTo>
                  <a:pt x="407235" y="753967"/>
                </a:lnTo>
                <a:lnTo>
                  <a:pt x="407235" y="634949"/>
                </a:lnTo>
                <a:cubicBezTo>
                  <a:pt x="407235" y="628045"/>
                  <a:pt x="401638" y="622447"/>
                  <a:pt x="394733" y="622447"/>
                </a:cubicBezTo>
                <a:lnTo>
                  <a:pt x="334970" y="622447"/>
                </a:lnTo>
                <a:cubicBezTo>
                  <a:pt x="328066" y="622447"/>
                  <a:pt x="322469" y="628045"/>
                  <a:pt x="322469" y="634949"/>
                </a:cubicBezTo>
                <a:lnTo>
                  <a:pt x="322469" y="753967"/>
                </a:lnTo>
                <a:lnTo>
                  <a:pt x="300016" y="753967"/>
                </a:lnTo>
                <a:lnTo>
                  <a:pt x="300016" y="569034"/>
                </a:lnTo>
                <a:cubicBezTo>
                  <a:pt x="300016" y="562129"/>
                  <a:pt x="294419" y="556532"/>
                  <a:pt x="287515" y="556532"/>
                </a:cubicBezTo>
                <a:lnTo>
                  <a:pt x="227752" y="556532"/>
                </a:lnTo>
                <a:cubicBezTo>
                  <a:pt x="220847" y="556532"/>
                  <a:pt x="215250" y="562129"/>
                  <a:pt x="215250" y="569034"/>
                </a:cubicBezTo>
                <a:lnTo>
                  <a:pt x="215250" y="753967"/>
                </a:lnTo>
                <a:lnTo>
                  <a:pt x="192796" y="753967"/>
                </a:lnTo>
                <a:lnTo>
                  <a:pt x="192796" y="672739"/>
                </a:lnTo>
                <a:cubicBezTo>
                  <a:pt x="192796" y="665835"/>
                  <a:pt x="187198" y="660238"/>
                  <a:pt x="180294" y="660238"/>
                </a:cubicBezTo>
                <a:lnTo>
                  <a:pt x="120533" y="660238"/>
                </a:lnTo>
                <a:cubicBezTo>
                  <a:pt x="113628" y="660238"/>
                  <a:pt x="108031" y="665835"/>
                  <a:pt x="108031" y="672739"/>
                </a:cubicBezTo>
                <a:lnTo>
                  <a:pt x="108031" y="753967"/>
                </a:lnTo>
                <a:lnTo>
                  <a:pt x="93288" y="753967"/>
                </a:lnTo>
                <a:cubicBezTo>
                  <a:pt x="86384" y="753967"/>
                  <a:pt x="80787" y="759565"/>
                  <a:pt x="80787" y="766469"/>
                </a:cubicBezTo>
                <a:cubicBezTo>
                  <a:pt x="80787" y="773373"/>
                  <a:pt x="86384" y="778971"/>
                  <a:pt x="93288" y="778971"/>
                </a:cubicBezTo>
                <a:lnTo>
                  <a:pt x="529197" y="778971"/>
                </a:lnTo>
                <a:cubicBezTo>
                  <a:pt x="536101" y="778971"/>
                  <a:pt x="541698" y="773373"/>
                  <a:pt x="541698" y="766469"/>
                </a:cubicBezTo>
                <a:cubicBezTo>
                  <a:pt x="541698" y="759565"/>
                  <a:pt x="536101" y="753967"/>
                  <a:pt x="529197" y="753967"/>
                </a:cubicBezTo>
                <a:close/>
                <a:moveTo>
                  <a:pt x="454693" y="529464"/>
                </a:moveTo>
                <a:lnTo>
                  <a:pt x="489452" y="529464"/>
                </a:lnTo>
                <a:lnTo>
                  <a:pt x="489452" y="753967"/>
                </a:lnTo>
                <a:lnTo>
                  <a:pt x="454693" y="753967"/>
                </a:lnTo>
                <a:close/>
                <a:moveTo>
                  <a:pt x="347472" y="647451"/>
                </a:moveTo>
                <a:lnTo>
                  <a:pt x="382232" y="647451"/>
                </a:lnTo>
                <a:lnTo>
                  <a:pt x="382232" y="753967"/>
                </a:lnTo>
                <a:lnTo>
                  <a:pt x="347472" y="753967"/>
                </a:lnTo>
                <a:close/>
                <a:moveTo>
                  <a:pt x="240253" y="581535"/>
                </a:moveTo>
                <a:lnTo>
                  <a:pt x="275013" y="581535"/>
                </a:lnTo>
                <a:lnTo>
                  <a:pt x="275013" y="753967"/>
                </a:lnTo>
                <a:lnTo>
                  <a:pt x="240253" y="753967"/>
                </a:lnTo>
                <a:close/>
                <a:moveTo>
                  <a:pt x="133034" y="685239"/>
                </a:moveTo>
                <a:lnTo>
                  <a:pt x="167792" y="685239"/>
                </a:lnTo>
                <a:lnTo>
                  <a:pt x="167792" y="753966"/>
                </a:lnTo>
                <a:lnTo>
                  <a:pt x="133034" y="753966"/>
                </a:lnTo>
                <a:close/>
                <a:moveTo>
                  <a:pt x="364853" y="518083"/>
                </a:moveTo>
                <a:cubicBezTo>
                  <a:pt x="354907" y="518083"/>
                  <a:pt x="345758" y="521535"/>
                  <a:pt x="338519" y="527293"/>
                </a:cubicBezTo>
                <a:lnTo>
                  <a:pt x="298116" y="499637"/>
                </a:lnTo>
                <a:cubicBezTo>
                  <a:pt x="299350" y="495667"/>
                  <a:pt x="300016" y="491449"/>
                  <a:pt x="300016" y="487079"/>
                </a:cubicBezTo>
                <a:cubicBezTo>
                  <a:pt x="300016" y="463710"/>
                  <a:pt x="281003" y="444697"/>
                  <a:pt x="257634" y="444697"/>
                </a:cubicBezTo>
                <a:cubicBezTo>
                  <a:pt x="234265" y="444697"/>
                  <a:pt x="215252" y="463710"/>
                  <a:pt x="215252" y="487079"/>
                </a:cubicBezTo>
                <a:cubicBezTo>
                  <a:pt x="215252" y="493778"/>
                  <a:pt x="216820" y="500114"/>
                  <a:pt x="219599" y="505753"/>
                </a:cubicBezTo>
                <a:lnTo>
                  <a:pt x="171293" y="551289"/>
                </a:lnTo>
                <a:cubicBezTo>
                  <a:pt x="165126" y="547781"/>
                  <a:pt x="158004" y="545766"/>
                  <a:pt x="150415" y="545766"/>
                </a:cubicBezTo>
                <a:cubicBezTo>
                  <a:pt x="127044" y="545766"/>
                  <a:pt x="108033" y="564780"/>
                  <a:pt x="108033" y="588149"/>
                </a:cubicBezTo>
                <a:cubicBezTo>
                  <a:pt x="108033" y="611518"/>
                  <a:pt x="127046" y="630531"/>
                  <a:pt x="150415" y="630531"/>
                </a:cubicBezTo>
                <a:cubicBezTo>
                  <a:pt x="173784" y="630531"/>
                  <a:pt x="192796" y="611518"/>
                  <a:pt x="192796" y="588149"/>
                </a:cubicBezTo>
                <a:cubicBezTo>
                  <a:pt x="192796" y="581450"/>
                  <a:pt x="191227" y="575113"/>
                  <a:pt x="188449" y="569477"/>
                </a:cubicBezTo>
                <a:lnTo>
                  <a:pt x="236756" y="523940"/>
                </a:lnTo>
                <a:cubicBezTo>
                  <a:pt x="242923" y="527448"/>
                  <a:pt x="250046" y="529461"/>
                  <a:pt x="257634" y="529461"/>
                </a:cubicBezTo>
                <a:cubicBezTo>
                  <a:pt x="267580" y="529461"/>
                  <a:pt x="276729" y="526009"/>
                  <a:pt x="283966" y="520251"/>
                </a:cubicBezTo>
                <a:lnTo>
                  <a:pt x="324369" y="547906"/>
                </a:lnTo>
                <a:cubicBezTo>
                  <a:pt x="323135" y="551876"/>
                  <a:pt x="322469" y="556095"/>
                  <a:pt x="322469" y="560465"/>
                </a:cubicBezTo>
                <a:cubicBezTo>
                  <a:pt x="322469" y="583836"/>
                  <a:pt x="341482" y="602847"/>
                  <a:pt x="364851" y="602847"/>
                </a:cubicBezTo>
                <a:cubicBezTo>
                  <a:pt x="388220" y="602847"/>
                  <a:pt x="407233" y="583834"/>
                  <a:pt x="407233" y="560465"/>
                </a:cubicBezTo>
                <a:cubicBezTo>
                  <a:pt x="407233" y="552149"/>
                  <a:pt x="404817" y="544393"/>
                  <a:pt x="400664" y="537842"/>
                </a:cubicBezTo>
                <a:lnTo>
                  <a:pt x="455244" y="474059"/>
                </a:lnTo>
                <a:cubicBezTo>
                  <a:pt x="460406" y="476301"/>
                  <a:pt x="466094" y="477551"/>
                  <a:pt x="472072" y="477551"/>
                </a:cubicBezTo>
                <a:cubicBezTo>
                  <a:pt x="495442" y="477551"/>
                  <a:pt x="514454" y="458538"/>
                  <a:pt x="514454" y="435169"/>
                </a:cubicBezTo>
                <a:cubicBezTo>
                  <a:pt x="514454" y="411800"/>
                  <a:pt x="495440" y="392787"/>
                  <a:pt x="472072" y="392787"/>
                </a:cubicBezTo>
                <a:cubicBezTo>
                  <a:pt x="448703" y="392787"/>
                  <a:pt x="429688" y="411800"/>
                  <a:pt x="429688" y="435169"/>
                </a:cubicBezTo>
                <a:cubicBezTo>
                  <a:pt x="429688" y="443484"/>
                  <a:pt x="432104" y="451240"/>
                  <a:pt x="436258" y="457791"/>
                </a:cubicBezTo>
                <a:lnTo>
                  <a:pt x="381678" y="521572"/>
                </a:lnTo>
                <a:cubicBezTo>
                  <a:pt x="376517" y="519331"/>
                  <a:pt x="370829" y="518081"/>
                  <a:pt x="364851" y="518081"/>
                </a:cubicBezTo>
                <a:close/>
                <a:moveTo>
                  <a:pt x="150415" y="605529"/>
                </a:moveTo>
                <a:cubicBezTo>
                  <a:pt x="140832" y="605529"/>
                  <a:pt x="133036" y="597734"/>
                  <a:pt x="133036" y="588150"/>
                </a:cubicBezTo>
                <a:cubicBezTo>
                  <a:pt x="133036" y="578567"/>
                  <a:pt x="140832" y="570771"/>
                  <a:pt x="150415" y="570771"/>
                </a:cubicBezTo>
                <a:cubicBezTo>
                  <a:pt x="159999" y="570771"/>
                  <a:pt x="167792" y="578567"/>
                  <a:pt x="167792" y="588150"/>
                </a:cubicBezTo>
                <a:cubicBezTo>
                  <a:pt x="167792" y="597734"/>
                  <a:pt x="159997" y="605529"/>
                  <a:pt x="150415" y="605529"/>
                </a:cubicBezTo>
                <a:close/>
                <a:moveTo>
                  <a:pt x="257634" y="504458"/>
                </a:moveTo>
                <a:cubicBezTo>
                  <a:pt x="248051" y="504458"/>
                  <a:pt x="240255" y="496662"/>
                  <a:pt x="240255" y="487079"/>
                </a:cubicBezTo>
                <a:cubicBezTo>
                  <a:pt x="240255" y="477495"/>
                  <a:pt x="248051" y="469700"/>
                  <a:pt x="257634" y="469700"/>
                </a:cubicBezTo>
                <a:cubicBezTo>
                  <a:pt x="267217" y="469700"/>
                  <a:pt x="275013" y="477495"/>
                  <a:pt x="275013" y="487079"/>
                </a:cubicBezTo>
                <a:cubicBezTo>
                  <a:pt x="275013" y="496662"/>
                  <a:pt x="267217" y="504458"/>
                  <a:pt x="257634" y="504458"/>
                </a:cubicBezTo>
                <a:close/>
                <a:moveTo>
                  <a:pt x="364853" y="577845"/>
                </a:moveTo>
                <a:cubicBezTo>
                  <a:pt x="355269" y="577845"/>
                  <a:pt x="347474" y="570050"/>
                  <a:pt x="347474" y="560467"/>
                </a:cubicBezTo>
                <a:cubicBezTo>
                  <a:pt x="347474" y="550883"/>
                  <a:pt x="355269" y="543088"/>
                  <a:pt x="364853" y="543088"/>
                </a:cubicBezTo>
                <a:cubicBezTo>
                  <a:pt x="374436" y="543088"/>
                  <a:pt x="382232" y="550883"/>
                  <a:pt x="382232" y="560467"/>
                </a:cubicBezTo>
                <a:cubicBezTo>
                  <a:pt x="382232" y="570050"/>
                  <a:pt x="374436" y="577845"/>
                  <a:pt x="364853" y="577845"/>
                </a:cubicBezTo>
                <a:close/>
                <a:moveTo>
                  <a:pt x="472073" y="417790"/>
                </a:moveTo>
                <a:cubicBezTo>
                  <a:pt x="481657" y="417790"/>
                  <a:pt x="489452" y="425585"/>
                  <a:pt x="489452" y="435169"/>
                </a:cubicBezTo>
                <a:cubicBezTo>
                  <a:pt x="489452" y="444752"/>
                  <a:pt x="481657" y="452548"/>
                  <a:pt x="472073" y="452548"/>
                </a:cubicBezTo>
                <a:cubicBezTo>
                  <a:pt x="462490" y="452548"/>
                  <a:pt x="454693" y="444752"/>
                  <a:pt x="454693" y="435169"/>
                </a:cubicBezTo>
                <a:cubicBezTo>
                  <a:pt x="454693" y="425585"/>
                  <a:pt x="462490" y="417790"/>
                  <a:pt x="472073" y="417790"/>
                </a:cubicBezTo>
                <a:close/>
                <a:moveTo>
                  <a:pt x="207437" y="399741"/>
                </a:moveTo>
                <a:cubicBezTo>
                  <a:pt x="214341" y="399741"/>
                  <a:pt x="219938" y="394144"/>
                  <a:pt x="219938" y="387239"/>
                </a:cubicBezTo>
                <a:lnTo>
                  <a:pt x="219938" y="280308"/>
                </a:lnTo>
                <a:lnTo>
                  <a:pt x="312557" y="226834"/>
                </a:lnTo>
                <a:cubicBezTo>
                  <a:pt x="315429" y="225175"/>
                  <a:pt x="317525" y="222442"/>
                  <a:pt x="318383" y="219238"/>
                </a:cubicBezTo>
                <a:cubicBezTo>
                  <a:pt x="319240" y="216034"/>
                  <a:pt x="318790" y="212619"/>
                  <a:pt x="317127" y="209748"/>
                </a:cubicBezTo>
                <a:cubicBezTo>
                  <a:pt x="294535" y="170698"/>
                  <a:pt x="252503" y="146440"/>
                  <a:pt x="207437" y="146440"/>
                </a:cubicBezTo>
                <a:cubicBezTo>
                  <a:pt x="137601" y="146440"/>
                  <a:pt x="80787" y="203256"/>
                  <a:pt x="80787" y="273091"/>
                </a:cubicBezTo>
                <a:cubicBezTo>
                  <a:pt x="80787" y="342927"/>
                  <a:pt x="137601" y="399743"/>
                  <a:pt x="207437" y="399743"/>
                </a:cubicBezTo>
                <a:close/>
                <a:moveTo>
                  <a:pt x="288547" y="211826"/>
                </a:moveTo>
                <a:lnTo>
                  <a:pt x="219938" y="251439"/>
                </a:lnTo>
                <a:lnTo>
                  <a:pt x="219938" y="172238"/>
                </a:lnTo>
                <a:cubicBezTo>
                  <a:pt x="247124" y="175636"/>
                  <a:pt x="271980" y="189967"/>
                  <a:pt x="288547" y="211826"/>
                </a:cubicBezTo>
                <a:close/>
                <a:moveTo>
                  <a:pt x="194935" y="172239"/>
                </a:moveTo>
                <a:lnTo>
                  <a:pt x="194935" y="373974"/>
                </a:lnTo>
                <a:cubicBezTo>
                  <a:pt x="144763" y="367794"/>
                  <a:pt x="105790" y="324908"/>
                  <a:pt x="105790" y="273091"/>
                </a:cubicBezTo>
                <a:cubicBezTo>
                  <a:pt x="105790" y="221274"/>
                  <a:pt x="144768" y="178424"/>
                  <a:pt x="194935" y="172239"/>
                </a:cubicBezTo>
                <a:close/>
                <a:moveTo>
                  <a:pt x="333751" y="233506"/>
                </a:moveTo>
                <a:cubicBezTo>
                  <a:pt x="330368" y="232392"/>
                  <a:pt x="326673" y="232770"/>
                  <a:pt x="323589" y="234553"/>
                </a:cubicBezTo>
                <a:lnTo>
                  <a:pt x="236356" y="284916"/>
                </a:lnTo>
                <a:cubicBezTo>
                  <a:pt x="232488" y="287148"/>
                  <a:pt x="230106" y="291276"/>
                  <a:pt x="230106" y="295742"/>
                </a:cubicBezTo>
                <a:lnTo>
                  <a:pt x="230106" y="396451"/>
                </a:lnTo>
                <a:cubicBezTo>
                  <a:pt x="230106" y="400011"/>
                  <a:pt x="231624" y="403402"/>
                  <a:pt x="234278" y="405774"/>
                </a:cubicBezTo>
                <a:cubicBezTo>
                  <a:pt x="236581" y="407831"/>
                  <a:pt x="239550" y="408953"/>
                  <a:pt x="242607" y="408953"/>
                </a:cubicBezTo>
                <a:cubicBezTo>
                  <a:pt x="243073" y="408953"/>
                  <a:pt x="243539" y="408926"/>
                  <a:pt x="244009" y="408874"/>
                </a:cubicBezTo>
                <a:cubicBezTo>
                  <a:pt x="305185" y="401970"/>
                  <a:pt x="351317" y="350281"/>
                  <a:pt x="351317" y="288641"/>
                </a:cubicBezTo>
                <a:cubicBezTo>
                  <a:pt x="351317" y="271888"/>
                  <a:pt x="347947" y="255653"/>
                  <a:pt x="341302" y="240389"/>
                </a:cubicBezTo>
                <a:cubicBezTo>
                  <a:pt x="339880" y="237124"/>
                  <a:pt x="337133" y="234620"/>
                  <a:pt x="333751" y="233506"/>
                </a:cubicBezTo>
                <a:close/>
                <a:moveTo>
                  <a:pt x="255109" y="381421"/>
                </a:moveTo>
                <a:lnTo>
                  <a:pt x="255109" y="302961"/>
                </a:lnTo>
                <a:lnTo>
                  <a:pt x="323055" y="263731"/>
                </a:lnTo>
                <a:cubicBezTo>
                  <a:pt x="325223" y="271800"/>
                  <a:pt x="326314" y="280133"/>
                  <a:pt x="326314" y="288641"/>
                </a:cubicBezTo>
                <a:cubicBezTo>
                  <a:pt x="326314" y="332752"/>
                  <a:pt x="296550" y="370437"/>
                  <a:pt x="255109" y="381421"/>
                </a:cubicBezTo>
                <a:close/>
                <a:moveTo>
                  <a:pt x="541700" y="279560"/>
                </a:moveTo>
                <a:cubicBezTo>
                  <a:pt x="541700" y="286464"/>
                  <a:pt x="536103" y="292062"/>
                  <a:pt x="529198" y="292062"/>
                </a:cubicBezTo>
                <a:lnTo>
                  <a:pt x="391226" y="292062"/>
                </a:lnTo>
                <a:cubicBezTo>
                  <a:pt x="384321" y="292062"/>
                  <a:pt x="378724" y="286464"/>
                  <a:pt x="378724" y="279560"/>
                </a:cubicBezTo>
                <a:cubicBezTo>
                  <a:pt x="378724" y="272656"/>
                  <a:pt x="384321" y="267058"/>
                  <a:pt x="391226" y="267058"/>
                </a:cubicBezTo>
                <a:lnTo>
                  <a:pt x="529198" y="267058"/>
                </a:lnTo>
                <a:cubicBezTo>
                  <a:pt x="536103" y="267058"/>
                  <a:pt x="541700" y="272656"/>
                  <a:pt x="541700" y="279560"/>
                </a:cubicBezTo>
                <a:close/>
                <a:moveTo>
                  <a:pt x="541700" y="167141"/>
                </a:moveTo>
                <a:cubicBezTo>
                  <a:pt x="541700" y="174045"/>
                  <a:pt x="536103" y="179642"/>
                  <a:pt x="529198" y="179642"/>
                </a:cubicBezTo>
                <a:lnTo>
                  <a:pt x="340978" y="179642"/>
                </a:lnTo>
                <a:cubicBezTo>
                  <a:pt x="334074" y="179642"/>
                  <a:pt x="328477" y="174045"/>
                  <a:pt x="328477" y="167141"/>
                </a:cubicBezTo>
                <a:cubicBezTo>
                  <a:pt x="328477" y="160236"/>
                  <a:pt x="334074" y="154639"/>
                  <a:pt x="340978" y="154639"/>
                </a:cubicBezTo>
                <a:lnTo>
                  <a:pt x="529198" y="154639"/>
                </a:lnTo>
                <a:cubicBezTo>
                  <a:pt x="536103" y="154639"/>
                  <a:pt x="541700" y="160236"/>
                  <a:pt x="541700" y="167141"/>
                </a:cubicBezTo>
                <a:close/>
                <a:moveTo>
                  <a:pt x="541700" y="335771"/>
                </a:moveTo>
                <a:cubicBezTo>
                  <a:pt x="541700" y="342675"/>
                  <a:pt x="536103" y="348272"/>
                  <a:pt x="529198" y="348272"/>
                </a:cubicBezTo>
                <a:lnTo>
                  <a:pt x="460213" y="348272"/>
                </a:lnTo>
                <a:cubicBezTo>
                  <a:pt x="453308" y="348272"/>
                  <a:pt x="447711" y="342675"/>
                  <a:pt x="447711" y="335771"/>
                </a:cubicBezTo>
                <a:cubicBezTo>
                  <a:pt x="447711" y="328866"/>
                  <a:pt x="453308" y="323269"/>
                  <a:pt x="460213" y="323269"/>
                </a:cubicBezTo>
                <a:lnTo>
                  <a:pt x="529198" y="323269"/>
                </a:lnTo>
                <a:cubicBezTo>
                  <a:pt x="536103" y="323269"/>
                  <a:pt x="541700" y="328866"/>
                  <a:pt x="541700" y="335771"/>
                </a:cubicBezTo>
                <a:close/>
                <a:moveTo>
                  <a:pt x="541700" y="223351"/>
                </a:moveTo>
                <a:cubicBezTo>
                  <a:pt x="541700" y="230256"/>
                  <a:pt x="536103" y="235853"/>
                  <a:pt x="529198" y="235853"/>
                </a:cubicBezTo>
                <a:lnTo>
                  <a:pt x="391226" y="235853"/>
                </a:lnTo>
                <a:cubicBezTo>
                  <a:pt x="384321" y="235853"/>
                  <a:pt x="378724" y="230256"/>
                  <a:pt x="378724" y="223351"/>
                </a:cubicBezTo>
                <a:cubicBezTo>
                  <a:pt x="378724" y="216447"/>
                  <a:pt x="384321" y="210850"/>
                  <a:pt x="391226" y="210850"/>
                </a:cubicBezTo>
                <a:lnTo>
                  <a:pt x="529198" y="210850"/>
                </a:lnTo>
                <a:cubicBezTo>
                  <a:pt x="536103" y="210850"/>
                  <a:pt x="541700" y="216447"/>
                  <a:pt x="541700" y="223351"/>
                </a:cubicBezTo>
                <a:close/>
                <a:moveTo>
                  <a:pt x="861052" y="27337"/>
                </a:moveTo>
                <a:cubicBezTo>
                  <a:pt x="838914" y="9708"/>
                  <a:pt x="809314" y="0"/>
                  <a:pt x="777703" y="0"/>
                </a:cubicBezTo>
                <a:cubicBezTo>
                  <a:pt x="746092" y="0"/>
                  <a:pt x="716491" y="9708"/>
                  <a:pt x="694353" y="27337"/>
                </a:cubicBezTo>
                <a:cubicBezTo>
                  <a:pt x="693563" y="27966"/>
                  <a:pt x="692822" y="28627"/>
                  <a:pt x="692056" y="29272"/>
                </a:cubicBezTo>
                <a:cubicBezTo>
                  <a:pt x="686377" y="12284"/>
                  <a:pt x="670328" y="0"/>
                  <a:pt x="651456" y="0"/>
                </a:cubicBezTo>
                <a:lnTo>
                  <a:pt x="383021" y="0"/>
                </a:lnTo>
                <a:cubicBezTo>
                  <a:pt x="383021" y="0"/>
                  <a:pt x="114584" y="0"/>
                  <a:pt x="114584" y="0"/>
                </a:cubicBezTo>
                <a:cubicBezTo>
                  <a:pt x="90979" y="0"/>
                  <a:pt x="71777" y="19204"/>
                  <a:pt x="71777" y="42809"/>
                </a:cubicBezTo>
                <a:lnTo>
                  <a:pt x="71777" y="71779"/>
                </a:lnTo>
                <a:lnTo>
                  <a:pt x="42809" y="71779"/>
                </a:lnTo>
                <a:cubicBezTo>
                  <a:pt x="19204" y="71779"/>
                  <a:pt x="0" y="90981"/>
                  <a:pt x="0" y="114586"/>
                </a:cubicBezTo>
                <a:lnTo>
                  <a:pt x="0" y="816833"/>
                </a:lnTo>
                <a:cubicBezTo>
                  <a:pt x="0" y="840435"/>
                  <a:pt x="19204" y="859640"/>
                  <a:pt x="42809" y="859640"/>
                </a:cubicBezTo>
                <a:lnTo>
                  <a:pt x="579680" y="859640"/>
                </a:lnTo>
                <a:cubicBezTo>
                  <a:pt x="603284" y="859640"/>
                  <a:pt x="622487" y="840435"/>
                  <a:pt x="622487" y="816833"/>
                </a:cubicBezTo>
                <a:lnTo>
                  <a:pt x="622487" y="787863"/>
                </a:lnTo>
                <a:lnTo>
                  <a:pt x="651456" y="787863"/>
                </a:lnTo>
                <a:cubicBezTo>
                  <a:pt x="675061" y="787863"/>
                  <a:pt x="694265" y="768659"/>
                  <a:pt x="694265" y="745054"/>
                </a:cubicBezTo>
                <a:lnTo>
                  <a:pt x="694265" y="711553"/>
                </a:lnTo>
                <a:lnTo>
                  <a:pt x="777704" y="711553"/>
                </a:lnTo>
                <a:cubicBezTo>
                  <a:pt x="784609" y="711553"/>
                  <a:pt x="790206" y="705956"/>
                  <a:pt x="790206" y="699052"/>
                </a:cubicBezTo>
                <a:lnTo>
                  <a:pt x="790206" y="412893"/>
                </a:lnTo>
                <a:cubicBezTo>
                  <a:pt x="790206" y="405988"/>
                  <a:pt x="784609" y="400391"/>
                  <a:pt x="777704" y="400391"/>
                </a:cubicBezTo>
                <a:cubicBezTo>
                  <a:pt x="770800" y="400391"/>
                  <a:pt x="765203" y="405988"/>
                  <a:pt x="765203" y="412893"/>
                </a:cubicBezTo>
                <a:lnTo>
                  <a:pt x="765203" y="686552"/>
                </a:lnTo>
                <a:lnTo>
                  <a:pt x="694265" y="686552"/>
                </a:lnTo>
                <a:lnTo>
                  <a:pt x="694265" y="207867"/>
                </a:lnTo>
                <a:cubicBezTo>
                  <a:pt x="703563" y="221349"/>
                  <a:pt x="710248" y="233615"/>
                  <a:pt x="710248" y="250690"/>
                </a:cubicBezTo>
                <a:lnTo>
                  <a:pt x="710248" y="254241"/>
                </a:lnTo>
                <a:cubicBezTo>
                  <a:pt x="710248" y="271800"/>
                  <a:pt x="724533" y="286086"/>
                  <a:pt x="742093" y="286086"/>
                </a:cubicBezTo>
                <a:lnTo>
                  <a:pt x="813316" y="286086"/>
                </a:lnTo>
                <a:cubicBezTo>
                  <a:pt x="830873" y="286086"/>
                  <a:pt x="845159" y="271800"/>
                  <a:pt x="845159" y="254241"/>
                </a:cubicBezTo>
                <a:lnTo>
                  <a:pt x="845159" y="250690"/>
                </a:lnTo>
                <a:cubicBezTo>
                  <a:pt x="845159" y="230056"/>
                  <a:pt x="854912" y="216448"/>
                  <a:pt x="867260" y="199221"/>
                </a:cubicBezTo>
                <a:cubicBezTo>
                  <a:pt x="882659" y="177738"/>
                  <a:pt x="900114" y="153389"/>
                  <a:pt x="900114" y="110962"/>
                </a:cubicBezTo>
                <a:cubicBezTo>
                  <a:pt x="900114" y="76602"/>
                  <a:pt x="886607" y="47686"/>
                  <a:pt x="861054" y="27337"/>
                </a:cubicBezTo>
                <a:close/>
                <a:moveTo>
                  <a:pt x="597484" y="816833"/>
                </a:moveTo>
                <a:cubicBezTo>
                  <a:pt x="597484" y="826650"/>
                  <a:pt x="589497" y="834637"/>
                  <a:pt x="579680" y="834637"/>
                </a:cubicBezTo>
                <a:lnTo>
                  <a:pt x="42809" y="834637"/>
                </a:lnTo>
                <a:cubicBezTo>
                  <a:pt x="32992" y="834637"/>
                  <a:pt x="25003" y="826650"/>
                  <a:pt x="25003" y="816833"/>
                </a:cubicBezTo>
                <a:lnTo>
                  <a:pt x="25003" y="114586"/>
                </a:lnTo>
                <a:cubicBezTo>
                  <a:pt x="25003" y="104768"/>
                  <a:pt x="32992" y="96782"/>
                  <a:pt x="42809" y="96782"/>
                </a:cubicBezTo>
                <a:lnTo>
                  <a:pt x="579678" y="96782"/>
                </a:lnTo>
                <a:cubicBezTo>
                  <a:pt x="589495" y="96782"/>
                  <a:pt x="597484" y="104768"/>
                  <a:pt x="597484" y="114586"/>
                </a:cubicBezTo>
                <a:close/>
                <a:moveTo>
                  <a:pt x="651456" y="762860"/>
                </a:moveTo>
                <a:lnTo>
                  <a:pt x="622487" y="762860"/>
                </a:lnTo>
                <a:lnTo>
                  <a:pt x="622487" y="114586"/>
                </a:lnTo>
                <a:cubicBezTo>
                  <a:pt x="622487" y="90981"/>
                  <a:pt x="603283" y="71779"/>
                  <a:pt x="579678" y="71779"/>
                </a:cubicBezTo>
                <a:lnTo>
                  <a:pt x="96780" y="71779"/>
                </a:lnTo>
                <a:lnTo>
                  <a:pt x="96780" y="42809"/>
                </a:lnTo>
                <a:cubicBezTo>
                  <a:pt x="96780" y="32990"/>
                  <a:pt x="104767" y="25003"/>
                  <a:pt x="114584" y="25003"/>
                </a:cubicBezTo>
                <a:lnTo>
                  <a:pt x="383021" y="25003"/>
                </a:lnTo>
                <a:cubicBezTo>
                  <a:pt x="383021" y="25003"/>
                  <a:pt x="651456" y="25003"/>
                  <a:pt x="651456" y="25003"/>
                </a:cubicBezTo>
                <a:cubicBezTo>
                  <a:pt x="661274" y="25003"/>
                  <a:pt x="669260" y="32990"/>
                  <a:pt x="669260" y="42809"/>
                </a:cubicBezTo>
                <a:lnTo>
                  <a:pt x="669260" y="56278"/>
                </a:lnTo>
                <a:cubicBezTo>
                  <a:pt x="660075" y="72168"/>
                  <a:pt x="655294" y="90599"/>
                  <a:pt x="655294" y="110962"/>
                </a:cubicBezTo>
                <a:cubicBezTo>
                  <a:pt x="655294" y="135729"/>
                  <a:pt x="661247" y="154330"/>
                  <a:pt x="669260" y="169803"/>
                </a:cubicBezTo>
                <a:lnTo>
                  <a:pt x="669260" y="697000"/>
                </a:lnTo>
                <a:cubicBezTo>
                  <a:pt x="669152" y="697669"/>
                  <a:pt x="669078" y="698353"/>
                  <a:pt x="669078" y="699053"/>
                </a:cubicBezTo>
                <a:cubicBezTo>
                  <a:pt x="669078" y="699754"/>
                  <a:pt x="669150" y="700438"/>
                  <a:pt x="669262" y="701107"/>
                </a:cubicBezTo>
                <a:lnTo>
                  <a:pt x="669262" y="745054"/>
                </a:lnTo>
                <a:cubicBezTo>
                  <a:pt x="669262" y="754871"/>
                  <a:pt x="661274" y="762860"/>
                  <a:pt x="651456" y="762860"/>
                </a:cubicBezTo>
                <a:close/>
                <a:moveTo>
                  <a:pt x="766444" y="160415"/>
                </a:moveTo>
                <a:cubicBezTo>
                  <a:pt x="766444" y="154207"/>
                  <a:pt x="771495" y="149156"/>
                  <a:pt x="777703" y="149156"/>
                </a:cubicBezTo>
                <a:cubicBezTo>
                  <a:pt x="783911" y="149156"/>
                  <a:pt x="788961" y="154207"/>
                  <a:pt x="788961" y="160415"/>
                </a:cubicBezTo>
                <a:cubicBezTo>
                  <a:pt x="788961" y="166623"/>
                  <a:pt x="783911" y="171671"/>
                  <a:pt x="777703" y="171671"/>
                </a:cubicBezTo>
                <a:cubicBezTo>
                  <a:pt x="771495" y="171671"/>
                  <a:pt x="766444" y="166621"/>
                  <a:pt x="766444" y="160415"/>
                </a:cubicBezTo>
                <a:close/>
                <a:moveTo>
                  <a:pt x="846938" y="184655"/>
                </a:moveTo>
                <a:cubicBezTo>
                  <a:pt x="833770" y="203025"/>
                  <a:pt x="820154" y="222019"/>
                  <a:pt x="820154" y="250690"/>
                </a:cubicBezTo>
                <a:lnTo>
                  <a:pt x="820154" y="254241"/>
                </a:lnTo>
                <a:cubicBezTo>
                  <a:pt x="820154" y="257950"/>
                  <a:pt x="817022" y="261083"/>
                  <a:pt x="813314" y="261083"/>
                </a:cubicBezTo>
                <a:lnTo>
                  <a:pt x="790204" y="261083"/>
                </a:lnTo>
                <a:lnTo>
                  <a:pt x="790204" y="194408"/>
                </a:lnTo>
                <a:cubicBezTo>
                  <a:pt x="804047" y="189299"/>
                  <a:pt x="813964" y="176011"/>
                  <a:pt x="813964" y="160415"/>
                </a:cubicBezTo>
                <a:cubicBezTo>
                  <a:pt x="813964" y="140421"/>
                  <a:pt x="797698" y="124153"/>
                  <a:pt x="777703" y="124153"/>
                </a:cubicBezTo>
                <a:cubicBezTo>
                  <a:pt x="757707" y="124153"/>
                  <a:pt x="741441" y="140419"/>
                  <a:pt x="741441" y="160415"/>
                </a:cubicBezTo>
                <a:cubicBezTo>
                  <a:pt x="741441" y="176011"/>
                  <a:pt x="751356" y="189299"/>
                  <a:pt x="765201" y="194408"/>
                </a:cubicBezTo>
                <a:lnTo>
                  <a:pt x="765201" y="261083"/>
                </a:lnTo>
                <a:lnTo>
                  <a:pt x="742093" y="261083"/>
                </a:lnTo>
                <a:cubicBezTo>
                  <a:pt x="738383" y="261083"/>
                  <a:pt x="735251" y="257950"/>
                  <a:pt x="735251" y="254241"/>
                </a:cubicBezTo>
                <a:lnTo>
                  <a:pt x="735251" y="250690"/>
                </a:lnTo>
                <a:cubicBezTo>
                  <a:pt x="735251" y="222019"/>
                  <a:pt x="721635" y="203024"/>
                  <a:pt x="708467" y="184653"/>
                </a:cubicBezTo>
                <a:cubicBezTo>
                  <a:pt x="693981" y="164442"/>
                  <a:pt x="680298" y="145352"/>
                  <a:pt x="680298" y="110960"/>
                </a:cubicBezTo>
                <a:cubicBezTo>
                  <a:pt x="680298" y="51901"/>
                  <a:pt x="730790" y="25003"/>
                  <a:pt x="777704" y="25003"/>
                </a:cubicBezTo>
                <a:cubicBezTo>
                  <a:pt x="824619" y="25003"/>
                  <a:pt x="875111" y="51903"/>
                  <a:pt x="875111" y="110960"/>
                </a:cubicBezTo>
                <a:cubicBezTo>
                  <a:pt x="875111" y="145352"/>
                  <a:pt x="861427" y="164442"/>
                  <a:pt x="846942" y="184653"/>
                </a:cubicBezTo>
                <a:close/>
                <a:moveTo>
                  <a:pt x="831047" y="343007"/>
                </a:moveTo>
                <a:cubicBezTo>
                  <a:pt x="831047" y="349912"/>
                  <a:pt x="825450" y="355509"/>
                  <a:pt x="818545" y="355509"/>
                </a:cubicBezTo>
                <a:lnTo>
                  <a:pt x="790204" y="355509"/>
                </a:lnTo>
                <a:lnTo>
                  <a:pt x="790204" y="361795"/>
                </a:lnTo>
                <a:cubicBezTo>
                  <a:pt x="790204" y="368700"/>
                  <a:pt x="784607" y="374297"/>
                  <a:pt x="777703" y="374297"/>
                </a:cubicBezTo>
                <a:cubicBezTo>
                  <a:pt x="770798" y="374297"/>
                  <a:pt x="765201" y="368700"/>
                  <a:pt x="765201" y="361795"/>
                </a:cubicBezTo>
                <a:lnTo>
                  <a:pt x="765201" y="355509"/>
                </a:lnTo>
                <a:lnTo>
                  <a:pt x="736862" y="355509"/>
                </a:lnTo>
                <a:cubicBezTo>
                  <a:pt x="729957" y="355509"/>
                  <a:pt x="724360" y="349912"/>
                  <a:pt x="724360" y="343007"/>
                </a:cubicBezTo>
                <a:cubicBezTo>
                  <a:pt x="724360" y="336103"/>
                  <a:pt x="729957" y="330506"/>
                  <a:pt x="736862" y="330506"/>
                </a:cubicBezTo>
                <a:lnTo>
                  <a:pt x="818545" y="330506"/>
                </a:lnTo>
                <a:cubicBezTo>
                  <a:pt x="825450" y="330506"/>
                  <a:pt x="831047" y="336103"/>
                  <a:pt x="831047" y="343007"/>
                </a:cubicBezTo>
                <a:close/>
                <a:moveTo>
                  <a:pt x="834433" y="308296"/>
                </a:moveTo>
                <a:cubicBezTo>
                  <a:pt x="834433" y="315200"/>
                  <a:pt x="828836" y="320797"/>
                  <a:pt x="821931" y="320797"/>
                </a:cubicBezTo>
                <a:lnTo>
                  <a:pt x="733476" y="320797"/>
                </a:lnTo>
                <a:cubicBezTo>
                  <a:pt x="726571" y="320797"/>
                  <a:pt x="720974" y="315200"/>
                  <a:pt x="720974" y="308296"/>
                </a:cubicBezTo>
                <a:cubicBezTo>
                  <a:pt x="720974" y="301391"/>
                  <a:pt x="726571" y="295794"/>
                  <a:pt x="733476" y="295794"/>
                </a:cubicBezTo>
                <a:lnTo>
                  <a:pt x="821931" y="295794"/>
                </a:lnTo>
                <a:cubicBezTo>
                  <a:pt x="828836" y="295794"/>
                  <a:pt x="834433" y="301391"/>
                  <a:pt x="834433" y="308296"/>
                </a:cubicBezTo>
                <a:close/>
              </a:path>
            </a:pathLst>
          </a:custGeom>
          <a:solidFill>
            <a:schemeClr val="bg1"/>
          </a:solidFill>
          <a:ln w="1786" cap="flat">
            <a:noFill/>
            <a:prstDash val="solid"/>
            <a:miter/>
          </a:ln>
        </p:spPr>
        <p:txBody>
          <a:bodyPr/>
          <a:lstStyle/>
          <a:p>
            <a:endParaRPr lang="en-GB"/>
          </a:p>
        </p:txBody>
      </p:sp>
      <p:sp>
        <p:nvSpPr>
          <p:cNvPr id="69" name="Graphic 18">
            <a:extLst>
              <a:ext uri="{FF2B5EF4-FFF2-40B4-BE49-F238E27FC236}">
                <a16:creationId xmlns:a16="http://schemas.microsoft.com/office/drawing/2014/main" id="{EB0420A6-45A1-E35C-B1BF-52FC666BAF3D}"/>
              </a:ext>
            </a:extLst>
          </p:cNvPr>
          <p:cNvSpPr>
            <a:spLocks noChangeAspect="1"/>
          </p:cNvSpPr>
          <p:nvPr/>
        </p:nvSpPr>
        <p:spPr>
          <a:xfrm>
            <a:off x="10370793" y="4195192"/>
            <a:ext cx="509904" cy="480913"/>
          </a:xfrm>
          <a:custGeom>
            <a:avLst/>
            <a:gdLst>
              <a:gd name="csX0" fmla="*/ 870956 w 910843"/>
              <a:gd name="csY0" fmla="*/ 0 h 859057"/>
              <a:gd name="csX1" fmla="*/ 365797 w 910843"/>
              <a:gd name="csY1" fmla="*/ 0 h 859057"/>
              <a:gd name="csX2" fmla="*/ 325910 w 910843"/>
              <a:gd name="csY2" fmla="*/ 39887 h 859057"/>
              <a:gd name="csX3" fmla="*/ 325910 w 910843"/>
              <a:gd name="csY3" fmla="*/ 419631 h 859057"/>
              <a:gd name="csX4" fmla="*/ 310574 w 910843"/>
              <a:gd name="csY4" fmla="*/ 407154 h 859057"/>
              <a:gd name="csX5" fmla="*/ 308009 w 910843"/>
              <a:gd name="csY5" fmla="*/ 393012 h 859057"/>
              <a:gd name="csX6" fmla="*/ 297681 w 910843"/>
              <a:gd name="csY6" fmla="*/ 375122 h 859057"/>
              <a:gd name="csX7" fmla="*/ 268547 w 910843"/>
              <a:gd name="csY7" fmla="*/ 367317 h 859057"/>
              <a:gd name="csX8" fmla="*/ 156606 w 910843"/>
              <a:gd name="csY8" fmla="*/ 431947 h 859057"/>
              <a:gd name="csX9" fmla="*/ 148800 w 910843"/>
              <a:gd name="csY9" fmla="*/ 461081 h 859057"/>
              <a:gd name="csX10" fmla="*/ 159128 w 910843"/>
              <a:gd name="csY10" fmla="*/ 478971 h 859057"/>
              <a:gd name="csX11" fmla="*/ 170090 w 910843"/>
              <a:gd name="csY11" fmla="*/ 488229 h 859057"/>
              <a:gd name="csX12" fmla="*/ 177568 w 910843"/>
              <a:gd name="csY12" fmla="*/ 524073 h 859057"/>
              <a:gd name="csX13" fmla="*/ 23117 w 910843"/>
              <a:gd name="csY13" fmla="*/ 613245 h 859057"/>
              <a:gd name="csX14" fmla="*/ 6188 w 910843"/>
              <a:gd name="csY14" fmla="*/ 676427 h 859057"/>
              <a:gd name="csX15" fmla="*/ 46321 w 910843"/>
              <a:gd name="csY15" fmla="*/ 699545 h 859057"/>
              <a:gd name="csX16" fmla="*/ 69371 w 910843"/>
              <a:gd name="csY16" fmla="*/ 693358 h 859057"/>
              <a:gd name="csX17" fmla="*/ 223297 w 910843"/>
              <a:gd name="csY17" fmla="*/ 604488 h 859057"/>
              <a:gd name="csX18" fmla="*/ 252440 w 910843"/>
              <a:gd name="csY18" fmla="*/ 630888 h 859057"/>
              <a:gd name="csX19" fmla="*/ 255004 w 910843"/>
              <a:gd name="csY19" fmla="*/ 645031 h 859057"/>
              <a:gd name="csX20" fmla="*/ 265333 w 910843"/>
              <a:gd name="csY20" fmla="*/ 662919 h 859057"/>
              <a:gd name="csX21" fmla="*/ 278286 w 910843"/>
              <a:gd name="csY21" fmla="*/ 672848 h 859057"/>
              <a:gd name="csX22" fmla="*/ 283853 w 910843"/>
              <a:gd name="csY22" fmla="*/ 673586 h 859057"/>
              <a:gd name="csX23" fmla="*/ 294468 w 910843"/>
              <a:gd name="csY23" fmla="*/ 670725 h 859057"/>
              <a:gd name="csX24" fmla="*/ 325912 w 910843"/>
              <a:gd name="csY24" fmla="*/ 652571 h 859057"/>
              <a:gd name="csX25" fmla="*/ 325912 w 910843"/>
              <a:gd name="csY25" fmla="*/ 697491 h 859057"/>
              <a:gd name="csX26" fmla="*/ 225679 w 910843"/>
              <a:gd name="csY26" fmla="*/ 697491 h 859057"/>
              <a:gd name="csX27" fmla="*/ 183540 w 910843"/>
              <a:gd name="csY27" fmla="*/ 739630 h 859057"/>
              <a:gd name="csX28" fmla="*/ 183540 w 910843"/>
              <a:gd name="csY28" fmla="*/ 759731 h 859057"/>
              <a:gd name="csX29" fmla="*/ 172226 w 910843"/>
              <a:gd name="csY29" fmla="*/ 759731 h 859057"/>
              <a:gd name="csX30" fmla="*/ 144014 w 910843"/>
              <a:gd name="csY30" fmla="*/ 787943 h 859057"/>
              <a:gd name="csX31" fmla="*/ 144014 w 910843"/>
              <a:gd name="csY31" fmla="*/ 830845 h 859057"/>
              <a:gd name="csX32" fmla="*/ 172226 w 910843"/>
              <a:gd name="csY32" fmla="*/ 859057 h 859057"/>
              <a:gd name="csX33" fmla="*/ 417855 w 910843"/>
              <a:gd name="csY33" fmla="*/ 859057 h 859057"/>
              <a:gd name="csX34" fmla="*/ 438074 w 910843"/>
              <a:gd name="csY34" fmla="*/ 850480 h 859057"/>
              <a:gd name="csX35" fmla="*/ 870956 w 910843"/>
              <a:gd name="csY35" fmla="*/ 850480 h 859057"/>
              <a:gd name="csX36" fmla="*/ 910844 w 910843"/>
              <a:gd name="csY36" fmla="*/ 810592 h 859057"/>
              <a:gd name="csX37" fmla="*/ 910844 w 910843"/>
              <a:gd name="csY37" fmla="*/ 39887 h 859057"/>
              <a:gd name="csX38" fmla="*/ 870956 w 910843"/>
              <a:gd name="csY38" fmla="*/ 0 h 859057"/>
              <a:gd name="csX39" fmla="*/ 276559 w 910843"/>
              <a:gd name="csY39" fmla="*/ 395685 h 859057"/>
              <a:gd name="csX40" fmla="*/ 279641 w 910843"/>
              <a:gd name="csY40" fmla="*/ 401022 h 859057"/>
              <a:gd name="csX41" fmla="*/ 180252 w 910843"/>
              <a:gd name="csY41" fmla="*/ 458404 h 859057"/>
              <a:gd name="csX42" fmla="*/ 177171 w 910843"/>
              <a:gd name="csY42" fmla="*/ 453067 h 859057"/>
              <a:gd name="csX43" fmla="*/ 55083 w 910843"/>
              <a:gd name="csY43" fmla="*/ 668609 h 859057"/>
              <a:gd name="csX44" fmla="*/ 30935 w 910843"/>
              <a:gd name="csY44" fmla="*/ 662138 h 859057"/>
              <a:gd name="csX45" fmla="*/ 37406 w 910843"/>
              <a:gd name="csY45" fmla="*/ 637989 h 859057"/>
              <a:gd name="csX46" fmla="*/ 188039 w 910843"/>
              <a:gd name="csY46" fmla="*/ 551021 h 859057"/>
              <a:gd name="csX47" fmla="*/ 196840 w 910843"/>
              <a:gd name="csY47" fmla="*/ 567903 h 859057"/>
              <a:gd name="csX48" fmla="*/ 205545 w 910843"/>
              <a:gd name="csY48" fmla="*/ 581739 h 859057"/>
              <a:gd name="csX49" fmla="*/ 221586 w 910843"/>
              <a:gd name="csY49" fmla="*/ 553614 h 859057"/>
              <a:gd name="csX50" fmla="*/ 198142 w 910843"/>
              <a:gd name="csY50" fmla="*/ 481071 h 859057"/>
              <a:gd name="csX51" fmla="*/ 290327 w 910843"/>
              <a:gd name="csY51" fmla="*/ 427848 h 859057"/>
              <a:gd name="csX52" fmla="*/ 341428 w 910843"/>
              <a:gd name="csY52" fmla="*/ 484423 h 859057"/>
              <a:gd name="csX53" fmla="*/ 364872 w 910843"/>
              <a:gd name="csY53" fmla="*/ 556968 h 859057"/>
              <a:gd name="csX54" fmla="*/ 272687 w 910843"/>
              <a:gd name="csY54" fmla="*/ 610191 h 859057"/>
              <a:gd name="csX55" fmla="*/ 221586 w 910843"/>
              <a:gd name="csY55" fmla="*/ 553614 h 859057"/>
              <a:gd name="csX56" fmla="*/ 286455 w 910843"/>
              <a:gd name="csY56" fmla="*/ 642354 h 859057"/>
              <a:gd name="csX57" fmla="*/ 283374 w 910843"/>
              <a:gd name="csY57" fmla="*/ 637017 h 859057"/>
              <a:gd name="csX58" fmla="*/ 382761 w 910843"/>
              <a:gd name="csY58" fmla="*/ 579635 h 859057"/>
              <a:gd name="csX59" fmla="*/ 385842 w 910843"/>
              <a:gd name="csY59" fmla="*/ 584971 h 859057"/>
              <a:gd name="csX60" fmla="*/ 212113 w 910843"/>
              <a:gd name="csY60" fmla="*/ 739628 h 859057"/>
              <a:gd name="csX61" fmla="*/ 225678 w 910843"/>
              <a:gd name="csY61" fmla="*/ 726064 h 859057"/>
              <a:gd name="csX62" fmla="*/ 364402 w 910843"/>
              <a:gd name="csY62" fmla="*/ 726064 h 859057"/>
              <a:gd name="csX63" fmla="*/ 377966 w 910843"/>
              <a:gd name="csY63" fmla="*/ 739628 h 859057"/>
              <a:gd name="csX64" fmla="*/ 377966 w 910843"/>
              <a:gd name="csY64" fmla="*/ 759729 h 859057"/>
              <a:gd name="csX65" fmla="*/ 212112 w 910843"/>
              <a:gd name="csY65" fmla="*/ 759729 h 859057"/>
              <a:gd name="csX66" fmla="*/ 212112 w 910843"/>
              <a:gd name="csY66" fmla="*/ 739628 h 859057"/>
              <a:gd name="csX67" fmla="*/ 417493 w 910843"/>
              <a:gd name="csY67" fmla="*/ 830482 h 859057"/>
              <a:gd name="csX68" fmla="*/ 172589 w 910843"/>
              <a:gd name="csY68" fmla="*/ 830482 h 859057"/>
              <a:gd name="csX69" fmla="*/ 172589 w 910843"/>
              <a:gd name="csY69" fmla="*/ 788304 h 859057"/>
              <a:gd name="csX70" fmla="*/ 417494 w 910843"/>
              <a:gd name="csY70" fmla="*/ 788304 h 859057"/>
              <a:gd name="csX71" fmla="*/ 417494 w 910843"/>
              <a:gd name="csY71" fmla="*/ 830482 h 859057"/>
              <a:gd name="csX72" fmla="*/ 882269 w 910843"/>
              <a:gd name="csY72" fmla="*/ 810592 h 859057"/>
              <a:gd name="csX73" fmla="*/ 870956 w 910843"/>
              <a:gd name="csY73" fmla="*/ 821905 h 859057"/>
              <a:gd name="csX74" fmla="*/ 446068 w 910843"/>
              <a:gd name="csY74" fmla="*/ 821905 h 859057"/>
              <a:gd name="csX75" fmla="*/ 446068 w 910843"/>
              <a:gd name="csY75" fmla="*/ 787943 h 859057"/>
              <a:gd name="csX76" fmla="*/ 417853 w 910843"/>
              <a:gd name="csY76" fmla="*/ 759731 h 859057"/>
              <a:gd name="csX77" fmla="*/ 406541 w 910843"/>
              <a:gd name="csY77" fmla="*/ 759731 h 859057"/>
              <a:gd name="csX78" fmla="*/ 406541 w 910843"/>
              <a:gd name="csY78" fmla="*/ 739630 h 859057"/>
              <a:gd name="csX79" fmla="*/ 364402 w 910843"/>
              <a:gd name="csY79" fmla="*/ 697491 h 859057"/>
              <a:gd name="csX80" fmla="*/ 354485 w 910843"/>
              <a:gd name="csY80" fmla="*/ 697491 h 859057"/>
              <a:gd name="csX81" fmla="*/ 354485 w 910843"/>
              <a:gd name="csY81" fmla="*/ 636074 h 859057"/>
              <a:gd name="csX82" fmla="*/ 406406 w 910843"/>
              <a:gd name="csY82" fmla="*/ 606097 h 859057"/>
              <a:gd name="csX83" fmla="*/ 414214 w 910843"/>
              <a:gd name="csY83" fmla="*/ 576963 h 859057"/>
              <a:gd name="csX84" fmla="*/ 403886 w 910843"/>
              <a:gd name="csY84" fmla="*/ 559075 h 859057"/>
              <a:gd name="csX85" fmla="*/ 392918 w 910843"/>
              <a:gd name="csY85" fmla="*/ 549783 h 859057"/>
              <a:gd name="csX86" fmla="*/ 366174 w 910843"/>
              <a:gd name="csY86" fmla="*/ 470139 h 859057"/>
              <a:gd name="csX87" fmla="*/ 354485 w 910843"/>
              <a:gd name="csY87" fmla="*/ 452014 h 859057"/>
              <a:gd name="csX88" fmla="*/ 354485 w 910843"/>
              <a:gd name="csY88" fmla="*/ 39887 h 859057"/>
              <a:gd name="csX89" fmla="*/ 365797 w 910843"/>
              <a:gd name="csY89" fmla="*/ 28575 h 859057"/>
              <a:gd name="csX90" fmla="*/ 870956 w 910843"/>
              <a:gd name="csY90" fmla="*/ 28575 h 859057"/>
              <a:gd name="csX91" fmla="*/ 882269 w 910843"/>
              <a:gd name="csY91" fmla="*/ 39887 h 859057"/>
              <a:gd name="csX92" fmla="*/ 840810 w 910843"/>
              <a:gd name="csY92" fmla="*/ 409882 h 859057"/>
              <a:gd name="csX93" fmla="*/ 826522 w 910843"/>
              <a:gd name="csY93" fmla="*/ 424169 h 859057"/>
              <a:gd name="csX94" fmla="*/ 654122 w 910843"/>
              <a:gd name="csY94" fmla="*/ 424169 h 859057"/>
              <a:gd name="csX95" fmla="*/ 639835 w 910843"/>
              <a:gd name="csY95" fmla="*/ 409882 h 859057"/>
              <a:gd name="csX96" fmla="*/ 654122 w 910843"/>
              <a:gd name="csY96" fmla="*/ 395594 h 859057"/>
              <a:gd name="csX97" fmla="*/ 826522 w 910843"/>
              <a:gd name="csY97" fmla="*/ 395594 h 859057"/>
              <a:gd name="csX98" fmla="*/ 840810 w 910843"/>
              <a:gd name="csY98" fmla="*/ 409882 h 859057"/>
              <a:gd name="csX99" fmla="*/ 840810 w 910843"/>
              <a:gd name="csY99" fmla="*/ 345382 h 859057"/>
              <a:gd name="csX100" fmla="*/ 826522 w 910843"/>
              <a:gd name="csY100" fmla="*/ 359670 h 859057"/>
              <a:gd name="csX101" fmla="*/ 654122 w 910843"/>
              <a:gd name="csY101" fmla="*/ 359670 h 859057"/>
              <a:gd name="csX102" fmla="*/ 639835 w 910843"/>
              <a:gd name="csY102" fmla="*/ 345382 h 859057"/>
              <a:gd name="csX103" fmla="*/ 654122 w 910843"/>
              <a:gd name="csY103" fmla="*/ 331095 h 859057"/>
              <a:gd name="csX104" fmla="*/ 826522 w 910843"/>
              <a:gd name="csY104" fmla="*/ 331095 h 859057"/>
              <a:gd name="csX105" fmla="*/ 840810 w 910843"/>
              <a:gd name="csY105" fmla="*/ 345382 h 859057"/>
              <a:gd name="csX106" fmla="*/ 674886 w 910843"/>
              <a:gd name="csY106" fmla="*/ 147234 h 859057"/>
              <a:gd name="csX107" fmla="*/ 608179 w 910843"/>
              <a:gd name="csY107" fmla="*/ 205995 h 859057"/>
              <a:gd name="csX108" fmla="*/ 598735 w 910843"/>
              <a:gd name="csY108" fmla="*/ 209562 h 859057"/>
              <a:gd name="csX109" fmla="*/ 597512 w 910843"/>
              <a:gd name="csY109" fmla="*/ 209510 h 859057"/>
              <a:gd name="csX110" fmla="*/ 587601 w 910843"/>
              <a:gd name="csY110" fmla="*/ 204229 h 859057"/>
              <a:gd name="csX111" fmla="*/ 560178 w 910843"/>
              <a:gd name="csY111" fmla="*/ 170130 h 859057"/>
              <a:gd name="csX112" fmla="*/ 562357 w 910843"/>
              <a:gd name="csY112" fmla="*/ 150042 h 859057"/>
              <a:gd name="csX113" fmla="*/ 582445 w 910843"/>
              <a:gd name="csY113" fmla="*/ 152221 h 859057"/>
              <a:gd name="csX114" fmla="*/ 600505 w 910843"/>
              <a:gd name="csY114" fmla="*/ 174675 h 859057"/>
              <a:gd name="csX115" fmla="*/ 655997 w 910843"/>
              <a:gd name="csY115" fmla="*/ 125793 h 859057"/>
              <a:gd name="csX116" fmla="*/ 676162 w 910843"/>
              <a:gd name="csY116" fmla="*/ 127069 h 859057"/>
              <a:gd name="csX117" fmla="*/ 674886 w 910843"/>
              <a:gd name="csY117" fmla="*/ 147234 h 859057"/>
              <a:gd name="csX118" fmla="*/ 731075 w 910843"/>
              <a:gd name="csY118" fmla="*/ 165894 h 859057"/>
              <a:gd name="csX119" fmla="*/ 618377 w 910843"/>
              <a:gd name="csY119" fmla="*/ 53196 h 859057"/>
              <a:gd name="csX120" fmla="*/ 505679 w 910843"/>
              <a:gd name="csY120" fmla="*/ 165894 h 859057"/>
              <a:gd name="csX121" fmla="*/ 618377 w 910843"/>
              <a:gd name="csY121" fmla="*/ 278592 h 859057"/>
              <a:gd name="csX122" fmla="*/ 731075 w 910843"/>
              <a:gd name="csY122" fmla="*/ 165894 h 859057"/>
              <a:gd name="csX123" fmla="*/ 618377 w 910843"/>
              <a:gd name="csY123" fmla="*/ 250017 h 859057"/>
              <a:gd name="csX124" fmla="*/ 534254 w 910843"/>
              <a:gd name="csY124" fmla="*/ 165894 h 859057"/>
              <a:gd name="csX125" fmla="*/ 618377 w 910843"/>
              <a:gd name="csY125" fmla="*/ 81771 h 859057"/>
              <a:gd name="csX126" fmla="*/ 702500 w 910843"/>
              <a:gd name="csY126" fmla="*/ 165894 h 859057"/>
              <a:gd name="csX127" fmla="*/ 618377 w 910843"/>
              <a:gd name="csY127" fmla="*/ 250017 h 859057"/>
              <a:gd name="csX128" fmla="*/ 589664 w 910843"/>
              <a:gd name="csY128" fmla="*/ 310250 h 859057"/>
              <a:gd name="csX129" fmla="*/ 483476 w 910843"/>
              <a:gd name="csY129" fmla="*/ 310250 h 859057"/>
              <a:gd name="csX130" fmla="*/ 469188 w 910843"/>
              <a:gd name="csY130" fmla="*/ 324537 h 859057"/>
              <a:gd name="csX131" fmla="*/ 469188 w 910843"/>
              <a:gd name="csY131" fmla="*/ 430725 h 859057"/>
              <a:gd name="csX132" fmla="*/ 483476 w 910843"/>
              <a:gd name="csY132" fmla="*/ 445013 h 859057"/>
              <a:gd name="csX133" fmla="*/ 589664 w 910843"/>
              <a:gd name="csY133" fmla="*/ 445013 h 859057"/>
              <a:gd name="csX134" fmla="*/ 603952 w 910843"/>
              <a:gd name="csY134" fmla="*/ 430725 h 859057"/>
              <a:gd name="csX135" fmla="*/ 603952 w 910843"/>
              <a:gd name="csY135" fmla="*/ 324537 h 859057"/>
              <a:gd name="csX136" fmla="*/ 589664 w 910843"/>
              <a:gd name="csY136" fmla="*/ 310250 h 859057"/>
              <a:gd name="csX137" fmla="*/ 575377 w 910843"/>
              <a:gd name="csY137" fmla="*/ 416438 h 859057"/>
              <a:gd name="csX138" fmla="*/ 497763 w 910843"/>
              <a:gd name="csY138" fmla="*/ 416438 h 859057"/>
              <a:gd name="csX139" fmla="*/ 497763 w 910843"/>
              <a:gd name="csY139" fmla="*/ 338825 h 859057"/>
              <a:gd name="csX140" fmla="*/ 575377 w 910843"/>
              <a:gd name="csY140" fmla="*/ 338825 h 859057"/>
              <a:gd name="csX141" fmla="*/ 589664 w 910843"/>
              <a:gd name="csY141" fmla="*/ 477483 h 859057"/>
              <a:gd name="csX142" fmla="*/ 483476 w 910843"/>
              <a:gd name="csY142" fmla="*/ 477483 h 859057"/>
              <a:gd name="csX143" fmla="*/ 469188 w 910843"/>
              <a:gd name="csY143" fmla="*/ 491770 h 859057"/>
              <a:gd name="csX144" fmla="*/ 469188 w 910843"/>
              <a:gd name="csY144" fmla="*/ 597959 h 859057"/>
              <a:gd name="csX145" fmla="*/ 483476 w 910843"/>
              <a:gd name="csY145" fmla="*/ 612246 h 859057"/>
              <a:gd name="csX146" fmla="*/ 589664 w 910843"/>
              <a:gd name="csY146" fmla="*/ 612246 h 859057"/>
              <a:gd name="csX147" fmla="*/ 603952 w 910843"/>
              <a:gd name="csY147" fmla="*/ 597959 h 859057"/>
              <a:gd name="csX148" fmla="*/ 603952 w 910843"/>
              <a:gd name="csY148" fmla="*/ 491770 h 859057"/>
              <a:gd name="csX149" fmla="*/ 589664 w 910843"/>
              <a:gd name="csY149" fmla="*/ 477483 h 859057"/>
              <a:gd name="csX150" fmla="*/ 575377 w 910843"/>
              <a:gd name="csY150" fmla="*/ 583669 h 859057"/>
              <a:gd name="csX151" fmla="*/ 497763 w 910843"/>
              <a:gd name="csY151" fmla="*/ 583669 h 859057"/>
              <a:gd name="csX152" fmla="*/ 497763 w 910843"/>
              <a:gd name="csY152" fmla="*/ 506056 h 859057"/>
              <a:gd name="csX153" fmla="*/ 575377 w 910843"/>
              <a:gd name="csY153" fmla="*/ 506056 h 859057"/>
              <a:gd name="csX154" fmla="*/ 589664 w 910843"/>
              <a:gd name="csY154" fmla="*/ 644713 h 859057"/>
              <a:gd name="csX155" fmla="*/ 483476 w 910843"/>
              <a:gd name="csY155" fmla="*/ 644713 h 859057"/>
              <a:gd name="csX156" fmla="*/ 469188 w 910843"/>
              <a:gd name="csY156" fmla="*/ 659000 h 859057"/>
              <a:gd name="csX157" fmla="*/ 469188 w 910843"/>
              <a:gd name="csY157" fmla="*/ 765189 h 859057"/>
              <a:gd name="csX158" fmla="*/ 483476 w 910843"/>
              <a:gd name="csY158" fmla="*/ 779476 h 859057"/>
              <a:gd name="csX159" fmla="*/ 589664 w 910843"/>
              <a:gd name="csY159" fmla="*/ 779476 h 859057"/>
              <a:gd name="csX160" fmla="*/ 603952 w 910843"/>
              <a:gd name="csY160" fmla="*/ 765189 h 859057"/>
              <a:gd name="csX161" fmla="*/ 603952 w 910843"/>
              <a:gd name="csY161" fmla="*/ 659000 h 859057"/>
              <a:gd name="csX162" fmla="*/ 589664 w 910843"/>
              <a:gd name="csY162" fmla="*/ 644713 h 859057"/>
              <a:gd name="csX163" fmla="*/ 575377 w 910843"/>
              <a:gd name="csY163" fmla="*/ 750901 h 859057"/>
              <a:gd name="csX164" fmla="*/ 497763 w 910843"/>
              <a:gd name="csY164" fmla="*/ 750901 h 859057"/>
              <a:gd name="csX165" fmla="*/ 497763 w 910843"/>
              <a:gd name="csY165" fmla="*/ 673288 h 859057"/>
              <a:gd name="csX166" fmla="*/ 575377 w 910843"/>
              <a:gd name="csY166" fmla="*/ 673288 h 859057"/>
              <a:gd name="csX167" fmla="*/ 840810 w 910843"/>
              <a:gd name="csY167" fmla="*/ 577113 h 859057"/>
              <a:gd name="csX168" fmla="*/ 826522 w 910843"/>
              <a:gd name="csY168" fmla="*/ 591401 h 859057"/>
              <a:gd name="csX169" fmla="*/ 654122 w 910843"/>
              <a:gd name="csY169" fmla="*/ 591401 h 859057"/>
              <a:gd name="csX170" fmla="*/ 639835 w 910843"/>
              <a:gd name="csY170" fmla="*/ 577113 h 859057"/>
              <a:gd name="csX171" fmla="*/ 654122 w 910843"/>
              <a:gd name="csY171" fmla="*/ 562826 h 859057"/>
              <a:gd name="csX172" fmla="*/ 826522 w 910843"/>
              <a:gd name="csY172" fmla="*/ 562826 h 859057"/>
              <a:gd name="csX173" fmla="*/ 840810 w 910843"/>
              <a:gd name="csY173" fmla="*/ 577113 h 859057"/>
              <a:gd name="csX174" fmla="*/ 840810 w 910843"/>
              <a:gd name="csY174" fmla="*/ 512614 h 859057"/>
              <a:gd name="csX175" fmla="*/ 826522 w 910843"/>
              <a:gd name="csY175" fmla="*/ 526902 h 859057"/>
              <a:gd name="csX176" fmla="*/ 654122 w 910843"/>
              <a:gd name="csY176" fmla="*/ 526902 h 859057"/>
              <a:gd name="csX177" fmla="*/ 639835 w 910843"/>
              <a:gd name="csY177" fmla="*/ 512614 h 859057"/>
              <a:gd name="csX178" fmla="*/ 654122 w 910843"/>
              <a:gd name="csY178" fmla="*/ 498327 h 859057"/>
              <a:gd name="csX179" fmla="*/ 826522 w 910843"/>
              <a:gd name="csY179" fmla="*/ 498327 h 859057"/>
              <a:gd name="csX180" fmla="*/ 840810 w 910843"/>
              <a:gd name="csY180" fmla="*/ 512614 h 859057"/>
              <a:gd name="csX181" fmla="*/ 840810 w 910843"/>
              <a:gd name="csY181" fmla="*/ 679846 h 859057"/>
              <a:gd name="csX182" fmla="*/ 826522 w 910843"/>
              <a:gd name="csY182" fmla="*/ 694133 h 859057"/>
              <a:gd name="csX183" fmla="*/ 654122 w 910843"/>
              <a:gd name="csY183" fmla="*/ 694133 h 859057"/>
              <a:gd name="csX184" fmla="*/ 639835 w 910843"/>
              <a:gd name="csY184" fmla="*/ 679846 h 859057"/>
              <a:gd name="csX185" fmla="*/ 654122 w 910843"/>
              <a:gd name="csY185" fmla="*/ 665558 h 859057"/>
              <a:gd name="csX186" fmla="*/ 826522 w 910843"/>
              <a:gd name="csY186" fmla="*/ 665558 h 859057"/>
              <a:gd name="csX187" fmla="*/ 840810 w 910843"/>
              <a:gd name="csY187" fmla="*/ 679846 h 859057"/>
              <a:gd name="csX188" fmla="*/ 840810 w 910843"/>
              <a:gd name="csY188" fmla="*/ 744345 h 859057"/>
              <a:gd name="csX189" fmla="*/ 826522 w 910843"/>
              <a:gd name="csY189" fmla="*/ 758632 h 859057"/>
              <a:gd name="csX190" fmla="*/ 654122 w 910843"/>
              <a:gd name="csY190" fmla="*/ 758632 h 859057"/>
              <a:gd name="csX191" fmla="*/ 639835 w 910843"/>
              <a:gd name="csY191" fmla="*/ 744345 h 859057"/>
              <a:gd name="csX192" fmla="*/ 654122 w 910843"/>
              <a:gd name="csY192" fmla="*/ 730057 h 859057"/>
              <a:gd name="csX193" fmla="*/ 826522 w 910843"/>
              <a:gd name="csY193" fmla="*/ 730057 h 859057"/>
              <a:gd name="csX194" fmla="*/ 840810 w 910843"/>
              <a:gd name="csY194" fmla="*/ 744345 h 8590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Lst>
            <a:rect l="l" t="t" r="r" b="b"/>
            <a:pathLst>
              <a:path w="910843" h="859057">
                <a:moveTo>
                  <a:pt x="870956" y="0"/>
                </a:moveTo>
                <a:lnTo>
                  <a:pt x="365797" y="0"/>
                </a:lnTo>
                <a:cubicBezTo>
                  <a:pt x="343803" y="0"/>
                  <a:pt x="325910" y="17893"/>
                  <a:pt x="325910" y="39887"/>
                </a:cubicBezTo>
                <a:lnTo>
                  <a:pt x="325910" y="419631"/>
                </a:lnTo>
                <a:cubicBezTo>
                  <a:pt x="320945" y="415105"/>
                  <a:pt x="315817" y="410944"/>
                  <a:pt x="310574" y="407154"/>
                </a:cubicBezTo>
                <a:cubicBezTo>
                  <a:pt x="311390" y="402284"/>
                  <a:pt x="310504" y="397332"/>
                  <a:pt x="308009" y="393012"/>
                </a:cubicBezTo>
                <a:lnTo>
                  <a:pt x="297681" y="375122"/>
                </a:lnTo>
                <a:cubicBezTo>
                  <a:pt x="291800" y="364940"/>
                  <a:pt x="278732" y="361440"/>
                  <a:pt x="268547" y="367317"/>
                </a:cubicBezTo>
                <a:lnTo>
                  <a:pt x="156606" y="431947"/>
                </a:lnTo>
                <a:cubicBezTo>
                  <a:pt x="146423" y="437828"/>
                  <a:pt x="142921" y="450897"/>
                  <a:pt x="148800" y="461081"/>
                </a:cubicBezTo>
                <a:lnTo>
                  <a:pt x="159128" y="478971"/>
                </a:lnTo>
                <a:cubicBezTo>
                  <a:pt x="161691" y="483410"/>
                  <a:pt x="165629" y="486552"/>
                  <a:pt x="170090" y="488229"/>
                </a:cubicBezTo>
                <a:cubicBezTo>
                  <a:pt x="171296" y="499986"/>
                  <a:pt x="173819" y="512039"/>
                  <a:pt x="177568" y="524073"/>
                </a:cubicBezTo>
                <a:lnTo>
                  <a:pt x="23117" y="613245"/>
                </a:lnTo>
                <a:cubicBezTo>
                  <a:pt x="1030" y="625996"/>
                  <a:pt x="-6564" y="654339"/>
                  <a:pt x="6188" y="676427"/>
                </a:cubicBezTo>
                <a:cubicBezTo>
                  <a:pt x="14746" y="691249"/>
                  <a:pt x="30325" y="699545"/>
                  <a:pt x="46321" y="699545"/>
                </a:cubicBezTo>
                <a:cubicBezTo>
                  <a:pt x="54163" y="699545"/>
                  <a:pt x="62105" y="697552"/>
                  <a:pt x="69371" y="693358"/>
                </a:cubicBezTo>
                <a:lnTo>
                  <a:pt x="223297" y="604488"/>
                </a:lnTo>
                <a:cubicBezTo>
                  <a:pt x="232357" y="614579"/>
                  <a:pt x="242172" y="623464"/>
                  <a:pt x="252440" y="630888"/>
                </a:cubicBezTo>
                <a:cubicBezTo>
                  <a:pt x="251624" y="635756"/>
                  <a:pt x="252509" y="640709"/>
                  <a:pt x="255004" y="645031"/>
                </a:cubicBezTo>
                <a:lnTo>
                  <a:pt x="265333" y="662919"/>
                </a:lnTo>
                <a:cubicBezTo>
                  <a:pt x="268178" y="667846"/>
                  <a:pt x="272778" y="671373"/>
                  <a:pt x="278286" y="672848"/>
                </a:cubicBezTo>
                <a:cubicBezTo>
                  <a:pt x="280127" y="673341"/>
                  <a:pt x="281997" y="673586"/>
                  <a:pt x="283853" y="673586"/>
                </a:cubicBezTo>
                <a:cubicBezTo>
                  <a:pt x="287546" y="673586"/>
                  <a:pt x="291188" y="672618"/>
                  <a:pt x="294468" y="670725"/>
                </a:cubicBezTo>
                <a:lnTo>
                  <a:pt x="325912" y="652571"/>
                </a:lnTo>
                <a:lnTo>
                  <a:pt x="325912" y="697491"/>
                </a:lnTo>
                <a:lnTo>
                  <a:pt x="225679" y="697491"/>
                </a:lnTo>
                <a:cubicBezTo>
                  <a:pt x="202444" y="697491"/>
                  <a:pt x="183540" y="716395"/>
                  <a:pt x="183540" y="739630"/>
                </a:cubicBezTo>
                <a:lnTo>
                  <a:pt x="183540" y="759731"/>
                </a:lnTo>
                <a:lnTo>
                  <a:pt x="172226" y="759731"/>
                </a:lnTo>
                <a:cubicBezTo>
                  <a:pt x="156671" y="759731"/>
                  <a:pt x="144014" y="772388"/>
                  <a:pt x="144014" y="787943"/>
                </a:cubicBezTo>
                <a:lnTo>
                  <a:pt x="144014" y="830845"/>
                </a:lnTo>
                <a:cubicBezTo>
                  <a:pt x="144014" y="846400"/>
                  <a:pt x="156671" y="859057"/>
                  <a:pt x="172226" y="859057"/>
                </a:cubicBezTo>
                <a:lnTo>
                  <a:pt x="417855" y="859057"/>
                </a:lnTo>
                <a:cubicBezTo>
                  <a:pt x="425781" y="859057"/>
                  <a:pt x="432943" y="855761"/>
                  <a:pt x="438074" y="850480"/>
                </a:cubicBezTo>
                <a:lnTo>
                  <a:pt x="870956" y="850480"/>
                </a:lnTo>
                <a:cubicBezTo>
                  <a:pt x="892950" y="850480"/>
                  <a:pt x="910844" y="832586"/>
                  <a:pt x="910844" y="810592"/>
                </a:cubicBezTo>
                <a:lnTo>
                  <a:pt x="910844" y="39887"/>
                </a:lnTo>
                <a:cubicBezTo>
                  <a:pt x="910844" y="17893"/>
                  <a:pt x="892950" y="0"/>
                  <a:pt x="870956" y="0"/>
                </a:cubicBezTo>
                <a:close/>
                <a:moveTo>
                  <a:pt x="276559" y="395685"/>
                </a:moveTo>
                <a:lnTo>
                  <a:pt x="279641" y="401022"/>
                </a:lnTo>
                <a:lnTo>
                  <a:pt x="180252" y="458404"/>
                </a:lnTo>
                <a:lnTo>
                  <a:pt x="177171" y="453067"/>
                </a:lnTo>
                <a:close/>
                <a:moveTo>
                  <a:pt x="55083" y="668609"/>
                </a:moveTo>
                <a:cubicBezTo>
                  <a:pt x="46641" y="673482"/>
                  <a:pt x="35809" y="670578"/>
                  <a:pt x="30935" y="662138"/>
                </a:cubicBezTo>
                <a:cubicBezTo>
                  <a:pt x="26062" y="653696"/>
                  <a:pt x="28964" y="642863"/>
                  <a:pt x="37406" y="637989"/>
                </a:cubicBezTo>
                <a:lnTo>
                  <a:pt x="188039" y="551021"/>
                </a:lnTo>
                <a:cubicBezTo>
                  <a:pt x="190711" y="556723"/>
                  <a:pt x="193641" y="562363"/>
                  <a:pt x="196840" y="567903"/>
                </a:cubicBezTo>
                <a:cubicBezTo>
                  <a:pt x="199583" y="572656"/>
                  <a:pt x="202501" y="577261"/>
                  <a:pt x="205545" y="581739"/>
                </a:cubicBezTo>
                <a:close/>
                <a:moveTo>
                  <a:pt x="221586" y="553614"/>
                </a:moveTo>
                <a:cubicBezTo>
                  <a:pt x="207940" y="529977"/>
                  <a:pt x="199765" y="504534"/>
                  <a:pt x="198142" y="481071"/>
                </a:cubicBezTo>
                <a:lnTo>
                  <a:pt x="290327" y="427848"/>
                </a:lnTo>
                <a:cubicBezTo>
                  <a:pt x="309835" y="440987"/>
                  <a:pt x="327780" y="460786"/>
                  <a:pt x="341428" y="484423"/>
                </a:cubicBezTo>
                <a:cubicBezTo>
                  <a:pt x="355074" y="508060"/>
                  <a:pt x="363248" y="533501"/>
                  <a:pt x="364872" y="556968"/>
                </a:cubicBezTo>
                <a:lnTo>
                  <a:pt x="272687" y="610191"/>
                </a:lnTo>
                <a:cubicBezTo>
                  <a:pt x="253179" y="597050"/>
                  <a:pt x="235232" y="577251"/>
                  <a:pt x="221586" y="553614"/>
                </a:cubicBezTo>
                <a:close/>
                <a:moveTo>
                  <a:pt x="286455" y="642354"/>
                </a:moveTo>
                <a:lnTo>
                  <a:pt x="283374" y="637017"/>
                </a:lnTo>
                <a:lnTo>
                  <a:pt x="382761" y="579635"/>
                </a:lnTo>
                <a:lnTo>
                  <a:pt x="385842" y="584971"/>
                </a:lnTo>
                <a:close/>
                <a:moveTo>
                  <a:pt x="212113" y="739628"/>
                </a:moveTo>
                <a:cubicBezTo>
                  <a:pt x="212113" y="732149"/>
                  <a:pt x="218198" y="726064"/>
                  <a:pt x="225678" y="726064"/>
                </a:cubicBezTo>
                <a:lnTo>
                  <a:pt x="364402" y="726064"/>
                </a:lnTo>
                <a:cubicBezTo>
                  <a:pt x="371882" y="726064"/>
                  <a:pt x="377966" y="732149"/>
                  <a:pt x="377966" y="739628"/>
                </a:cubicBezTo>
                <a:lnTo>
                  <a:pt x="377966" y="759729"/>
                </a:lnTo>
                <a:lnTo>
                  <a:pt x="212112" y="759729"/>
                </a:lnTo>
                <a:lnTo>
                  <a:pt x="212112" y="739628"/>
                </a:lnTo>
                <a:close/>
                <a:moveTo>
                  <a:pt x="417493" y="830482"/>
                </a:moveTo>
                <a:lnTo>
                  <a:pt x="172589" y="830482"/>
                </a:lnTo>
                <a:lnTo>
                  <a:pt x="172589" y="788304"/>
                </a:lnTo>
                <a:lnTo>
                  <a:pt x="417494" y="788304"/>
                </a:lnTo>
                <a:lnTo>
                  <a:pt x="417494" y="830482"/>
                </a:lnTo>
                <a:close/>
                <a:moveTo>
                  <a:pt x="882269" y="810592"/>
                </a:moveTo>
                <a:cubicBezTo>
                  <a:pt x="882269" y="816831"/>
                  <a:pt x="877195" y="821905"/>
                  <a:pt x="870956" y="821905"/>
                </a:cubicBezTo>
                <a:lnTo>
                  <a:pt x="446068" y="821905"/>
                </a:lnTo>
                <a:lnTo>
                  <a:pt x="446068" y="787943"/>
                </a:lnTo>
                <a:cubicBezTo>
                  <a:pt x="446068" y="772388"/>
                  <a:pt x="433411" y="759731"/>
                  <a:pt x="417853" y="759731"/>
                </a:cubicBezTo>
                <a:lnTo>
                  <a:pt x="406541" y="759731"/>
                </a:lnTo>
                <a:lnTo>
                  <a:pt x="406541" y="739630"/>
                </a:lnTo>
                <a:cubicBezTo>
                  <a:pt x="406541" y="716395"/>
                  <a:pt x="387637" y="697491"/>
                  <a:pt x="364402" y="697491"/>
                </a:cubicBezTo>
                <a:lnTo>
                  <a:pt x="354485" y="697491"/>
                </a:lnTo>
                <a:lnTo>
                  <a:pt x="354485" y="636074"/>
                </a:lnTo>
                <a:lnTo>
                  <a:pt x="406406" y="606097"/>
                </a:lnTo>
                <a:cubicBezTo>
                  <a:pt x="416591" y="600218"/>
                  <a:pt x="420093" y="587148"/>
                  <a:pt x="414214" y="576963"/>
                </a:cubicBezTo>
                <a:lnTo>
                  <a:pt x="403886" y="559075"/>
                </a:lnTo>
                <a:cubicBezTo>
                  <a:pt x="401391" y="554753"/>
                  <a:pt x="397544" y="551510"/>
                  <a:pt x="392918" y="549783"/>
                </a:cubicBezTo>
                <a:cubicBezTo>
                  <a:pt x="390220" y="523521"/>
                  <a:pt x="380968" y="495766"/>
                  <a:pt x="366174" y="470139"/>
                </a:cubicBezTo>
                <a:cubicBezTo>
                  <a:pt x="362546" y="463856"/>
                  <a:pt x="358628" y="457811"/>
                  <a:pt x="354485" y="452014"/>
                </a:cubicBezTo>
                <a:lnTo>
                  <a:pt x="354485" y="39887"/>
                </a:lnTo>
                <a:cubicBezTo>
                  <a:pt x="354485" y="33649"/>
                  <a:pt x="359559" y="28575"/>
                  <a:pt x="365797" y="28575"/>
                </a:cubicBezTo>
                <a:lnTo>
                  <a:pt x="870956" y="28575"/>
                </a:lnTo>
                <a:cubicBezTo>
                  <a:pt x="877195" y="28575"/>
                  <a:pt x="882269" y="33649"/>
                  <a:pt x="882269" y="39887"/>
                </a:cubicBezTo>
                <a:close/>
                <a:moveTo>
                  <a:pt x="840810" y="409882"/>
                </a:moveTo>
                <a:cubicBezTo>
                  <a:pt x="840810" y="417772"/>
                  <a:pt x="834413" y="424169"/>
                  <a:pt x="826522" y="424169"/>
                </a:cubicBezTo>
                <a:lnTo>
                  <a:pt x="654122" y="424169"/>
                </a:lnTo>
                <a:cubicBezTo>
                  <a:pt x="646232" y="424169"/>
                  <a:pt x="639835" y="417772"/>
                  <a:pt x="639835" y="409882"/>
                </a:cubicBezTo>
                <a:cubicBezTo>
                  <a:pt x="639835" y="401991"/>
                  <a:pt x="646232" y="395594"/>
                  <a:pt x="654122" y="395594"/>
                </a:cubicBezTo>
                <a:lnTo>
                  <a:pt x="826522" y="395594"/>
                </a:lnTo>
                <a:cubicBezTo>
                  <a:pt x="834413" y="395594"/>
                  <a:pt x="840810" y="401991"/>
                  <a:pt x="840810" y="409882"/>
                </a:cubicBezTo>
                <a:close/>
                <a:moveTo>
                  <a:pt x="840810" y="345382"/>
                </a:moveTo>
                <a:cubicBezTo>
                  <a:pt x="840810" y="353273"/>
                  <a:pt x="834413" y="359670"/>
                  <a:pt x="826522" y="359670"/>
                </a:cubicBezTo>
                <a:lnTo>
                  <a:pt x="654122" y="359670"/>
                </a:lnTo>
                <a:cubicBezTo>
                  <a:pt x="646232" y="359670"/>
                  <a:pt x="639835" y="353273"/>
                  <a:pt x="639835" y="345382"/>
                </a:cubicBezTo>
                <a:cubicBezTo>
                  <a:pt x="639835" y="337492"/>
                  <a:pt x="646232" y="331095"/>
                  <a:pt x="654122" y="331095"/>
                </a:cubicBezTo>
                <a:lnTo>
                  <a:pt x="826522" y="331095"/>
                </a:lnTo>
                <a:cubicBezTo>
                  <a:pt x="834413" y="331095"/>
                  <a:pt x="840810" y="337490"/>
                  <a:pt x="840810" y="345382"/>
                </a:cubicBezTo>
                <a:close/>
                <a:moveTo>
                  <a:pt x="674886" y="147234"/>
                </a:moveTo>
                <a:lnTo>
                  <a:pt x="608179" y="205995"/>
                </a:lnTo>
                <a:cubicBezTo>
                  <a:pt x="605559" y="208303"/>
                  <a:pt x="602198" y="209562"/>
                  <a:pt x="598735" y="209562"/>
                </a:cubicBezTo>
                <a:cubicBezTo>
                  <a:pt x="598328" y="209562"/>
                  <a:pt x="597921" y="209544"/>
                  <a:pt x="597512" y="209510"/>
                </a:cubicBezTo>
                <a:cubicBezTo>
                  <a:pt x="593625" y="209176"/>
                  <a:pt x="590045" y="207269"/>
                  <a:pt x="587601" y="204229"/>
                </a:cubicBezTo>
                <a:lnTo>
                  <a:pt x="560178" y="170130"/>
                </a:lnTo>
                <a:cubicBezTo>
                  <a:pt x="555233" y="163981"/>
                  <a:pt x="556208" y="154987"/>
                  <a:pt x="562357" y="150042"/>
                </a:cubicBezTo>
                <a:cubicBezTo>
                  <a:pt x="568504" y="145095"/>
                  <a:pt x="577498" y="146072"/>
                  <a:pt x="582445" y="152221"/>
                </a:cubicBezTo>
                <a:lnTo>
                  <a:pt x="600505" y="174675"/>
                </a:lnTo>
                <a:lnTo>
                  <a:pt x="655997" y="125793"/>
                </a:lnTo>
                <a:cubicBezTo>
                  <a:pt x="661918" y="120576"/>
                  <a:pt x="670947" y="121147"/>
                  <a:pt x="676162" y="127069"/>
                </a:cubicBezTo>
                <a:cubicBezTo>
                  <a:pt x="681377" y="132992"/>
                  <a:pt x="680806" y="142020"/>
                  <a:pt x="674886" y="147234"/>
                </a:cubicBezTo>
                <a:close/>
                <a:moveTo>
                  <a:pt x="731075" y="165894"/>
                </a:moveTo>
                <a:cubicBezTo>
                  <a:pt x="731075" y="103752"/>
                  <a:pt x="680518" y="53196"/>
                  <a:pt x="618377" y="53196"/>
                </a:cubicBezTo>
                <a:cubicBezTo>
                  <a:pt x="556235" y="53196"/>
                  <a:pt x="505679" y="103752"/>
                  <a:pt x="505679" y="165894"/>
                </a:cubicBezTo>
                <a:cubicBezTo>
                  <a:pt x="505679" y="228036"/>
                  <a:pt x="556235" y="278592"/>
                  <a:pt x="618377" y="278592"/>
                </a:cubicBezTo>
                <a:cubicBezTo>
                  <a:pt x="680518" y="278592"/>
                  <a:pt x="731075" y="228036"/>
                  <a:pt x="731075" y="165894"/>
                </a:cubicBezTo>
                <a:close/>
                <a:moveTo>
                  <a:pt x="618377" y="250017"/>
                </a:moveTo>
                <a:cubicBezTo>
                  <a:pt x="571990" y="250017"/>
                  <a:pt x="534254" y="212280"/>
                  <a:pt x="534254" y="165894"/>
                </a:cubicBezTo>
                <a:cubicBezTo>
                  <a:pt x="534254" y="119508"/>
                  <a:pt x="571990" y="81771"/>
                  <a:pt x="618377" y="81771"/>
                </a:cubicBezTo>
                <a:cubicBezTo>
                  <a:pt x="664763" y="81771"/>
                  <a:pt x="702500" y="119508"/>
                  <a:pt x="702500" y="165894"/>
                </a:cubicBezTo>
                <a:cubicBezTo>
                  <a:pt x="702500" y="212280"/>
                  <a:pt x="664763" y="250017"/>
                  <a:pt x="618377" y="250017"/>
                </a:cubicBezTo>
                <a:close/>
                <a:moveTo>
                  <a:pt x="589664" y="310250"/>
                </a:moveTo>
                <a:lnTo>
                  <a:pt x="483476" y="310250"/>
                </a:lnTo>
                <a:cubicBezTo>
                  <a:pt x="475586" y="310250"/>
                  <a:pt x="469188" y="316647"/>
                  <a:pt x="469188" y="324537"/>
                </a:cubicBezTo>
                <a:lnTo>
                  <a:pt x="469188" y="430725"/>
                </a:lnTo>
                <a:cubicBezTo>
                  <a:pt x="469188" y="438616"/>
                  <a:pt x="475586" y="445013"/>
                  <a:pt x="483476" y="445013"/>
                </a:cubicBezTo>
                <a:lnTo>
                  <a:pt x="589664" y="445013"/>
                </a:lnTo>
                <a:cubicBezTo>
                  <a:pt x="597554" y="445013"/>
                  <a:pt x="603952" y="438616"/>
                  <a:pt x="603952" y="430725"/>
                </a:cubicBezTo>
                <a:lnTo>
                  <a:pt x="603952" y="324537"/>
                </a:lnTo>
                <a:cubicBezTo>
                  <a:pt x="603952" y="316647"/>
                  <a:pt x="597554" y="310250"/>
                  <a:pt x="589664" y="310250"/>
                </a:cubicBezTo>
                <a:close/>
                <a:moveTo>
                  <a:pt x="575377" y="416438"/>
                </a:moveTo>
                <a:lnTo>
                  <a:pt x="497763" y="416438"/>
                </a:lnTo>
                <a:lnTo>
                  <a:pt x="497763" y="338825"/>
                </a:lnTo>
                <a:lnTo>
                  <a:pt x="575377" y="338825"/>
                </a:lnTo>
                <a:close/>
                <a:moveTo>
                  <a:pt x="589664" y="477483"/>
                </a:moveTo>
                <a:lnTo>
                  <a:pt x="483476" y="477483"/>
                </a:lnTo>
                <a:cubicBezTo>
                  <a:pt x="475586" y="477483"/>
                  <a:pt x="469188" y="483880"/>
                  <a:pt x="469188" y="491770"/>
                </a:cubicBezTo>
                <a:lnTo>
                  <a:pt x="469188" y="597959"/>
                </a:lnTo>
                <a:cubicBezTo>
                  <a:pt x="469188" y="605849"/>
                  <a:pt x="475586" y="612246"/>
                  <a:pt x="483476" y="612246"/>
                </a:cubicBezTo>
                <a:lnTo>
                  <a:pt x="589664" y="612246"/>
                </a:lnTo>
                <a:cubicBezTo>
                  <a:pt x="597554" y="612246"/>
                  <a:pt x="603952" y="605849"/>
                  <a:pt x="603952" y="597959"/>
                </a:cubicBezTo>
                <a:lnTo>
                  <a:pt x="603952" y="491770"/>
                </a:lnTo>
                <a:cubicBezTo>
                  <a:pt x="603952" y="483878"/>
                  <a:pt x="597554" y="477483"/>
                  <a:pt x="589664" y="477483"/>
                </a:cubicBezTo>
                <a:close/>
                <a:moveTo>
                  <a:pt x="575377" y="583669"/>
                </a:moveTo>
                <a:lnTo>
                  <a:pt x="497763" y="583669"/>
                </a:lnTo>
                <a:lnTo>
                  <a:pt x="497763" y="506056"/>
                </a:lnTo>
                <a:lnTo>
                  <a:pt x="575377" y="506056"/>
                </a:lnTo>
                <a:close/>
                <a:moveTo>
                  <a:pt x="589664" y="644713"/>
                </a:moveTo>
                <a:lnTo>
                  <a:pt x="483476" y="644713"/>
                </a:lnTo>
                <a:cubicBezTo>
                  <a:pt x="475586" y="644713"/>
                  <a:pt x="469188" y="651110"/>
                  <a:pt x="469188" y="659000"/>
                </a:cubicBezTo>
                <a:lnTo>
                  <a:pt x="469188" y="765189"/>
                </a:lnTo>
                <a:cubicBezTo>
                  <a:pt x="469188" y="773079"/>
                  <a:pt x="475586" y="779476"/>
                  <a:pt x="483476" y="779476"/>
                </a:cubicBezTo>
                <a:lnTo>
                  <a:pt x="589664" y="779476"/>
                </a:lnTo>
                <a:cubicBezTo>
                  <a:pt x="597554" y="779476"/>
                  <a:pt x="603952" y="773079"/>
                  <a:pt x="603952" y="765189"/>
                </a:cubicBezTo>
                <a:lnTo>
                  <a:pt x="603952" y="659000"/>
                </a:lnTo>
                <a:cubicBezTo>
                  <a:pt x="603952" y="651110"/>
                  <a:pt x="597554" y="644713"/>
                  <a:pt x="589664" y="644713"/>
                </a:cubicBezTo>
                <a:close/>
                <a:moveTo>
                  <a:pt x="575377" y="750901"/>
                </a:moveTo>
                <a:lnTo>
                  <a:pt x="497763" y="750901"/>
                </a:lnTo>
                <a:lnTo>
                  <a:pt x="497763" y="673288"/>
                </a:lnTo>
                <a:lnTo>
                  <a:pt x="575377" y="673288"/>
                </a:lnTo>
                <a:close/>
                <a:moveTo>
                  <a:pt x="840810" y="577113"/>
                </a:moveTo>
                <a:cubicBezTo>
                  <a:pt x="840810" y="585003"/>
                  <a:pt x="834413" y="591401"/>
                  <a:pt x="826522" y="591401"/>
                </a:cubicBezTo>
                <a:lnTo>
                  <a:pt x="654122" y="591401"/>
                </a:lnTo>
                <a:cubicBezTo>
                  <a:pt x="646232" y="591401"/>
                  <a:pt x="639835" y="585003"/>
                  <a:pt x="639835" y="577113"/>
                </a:cubicBezTo>
                <a:cubicBezTo>
                  <a:pt x="639835" y="569223"/>
                  <a:pt x="646232" y="562826"/>
                  <a:pt x="654122" y="562826"/>
                </a:cubicBezTo>
                <a:lnTo>
                  <a:pt x="826522" y="562826"/>
                </a:lnTo>
                <a:cubicBezTo>
                  <a:pt x="834413" y="562826"/>
                  <a:pt x="840810" y="569223"/>
                  <a:pt x="840810" y="577113"/>
                </a:cubicBezTo>
                <a:close/>
                <a:moveTo>
                  <a:pt x="840810" y="512614"/>
                </a:moveTo>
                <a:cubicBezTo>
                  <a:pt x="840810" y="520504"/>
                  <a:pt x="834413" y="526902"/>
                  <a:pt x="826522" y="526902"/>
                </a:cubicBezTo>
                <a:lnTo>
                  <a:pt x="654122" y="526902"/>
                </a:lnTo>
                <a:cubicBezTo>
                  <a:pt x="646232" y="526902"/>
                  <a:pt x="639835" y="520504"/>
                  <a:pt x="639835" y="512614"/>
                </a:cubicBezTo>
                <a:cubicBezTo>
                  <a:pt x="639835" y="504724"/>
                  <a:pt x="646232" y="498327"/>
                  <a:pt x="654122" y="498327"/>
                </a:cubicBezTo>
                <a:lnTo>
                  <a:pt x="826522" y="498327"/>
                </a:lnTo>
                <a:cubicBezTo>
                  <a:pt x="834413" y="498327"/>
                  <a:pt x="840810" y="504724"/>
                  <a:pt x="840810" y="512614"/>
                </a:cubicBezTo>
                <a:close/>
                <a:moveTo>
                  <a:pt x="840810" y="679846"/>
                </a:moveTo>
                <a:cubicBezTo>
                  <a:pt x="840810" y="687736"/>
                  <a:pt x="834413" y="694133"/>
                  <a:pt x="826522" y="694133"/>
                </a:cubicBezTo>
                <a:lnTo>
                  <a:pt x="654122" y="694133"/>
                </a:lnTo>
                <a:cubicBezTo>
                  <a:pt x="646232" y="694133"/>
                  <a:pt x="639835" y="687736"/>
                  <a:pt x="639835" y="679846"/>
                </a:cubicBezTo>
                <a:cubicBezTo>
                  <a:pt x="639835" y="671955"/>
                  <a:pt x="646232" y="665558"/>
                  <a:pt x="654122" y="665558"/>
                </a:cubicBezTo>
                <a:lnTo>
                  <a:pt x="826522" y="665558"/>
                </a:lnTo>
                <a:cubicBezTo>
                  <a:pt x="834413" y="665558"/>
                  <a:pt x="840810" y="671954"/>
                  <a:pt x="840810" y="679846"/>
                </a:cubicBezTo>
                <a:close/>
                <a:moveTo>
                  <a:pt x="840810" y="744345"/>
                </a:moveTo>
                <a:cubicBezTo>
                  <a:pt x="840810" y="752235"/>
                  <a:pt x="834413" y="758632"/>
                  <a:pt x="826522" y="758632"/>
                </a:cubicBezTo>
                <a:lnTo>
                  <a:pt x="654122" y="758632"/>
                </a:lnTo>
                <a:cubicBezTo>
                  <a:pt x="646232" y="758632"/>
                  <a:pt x="639835" y="752235"/>
                  <a:pt x="639835" y="744345"/>
                </a:cubicBezTo>
                <a:cubicBezTo>
                  <a:pt x="639835" y="736455"/>
                  <a:pt x="646232" y="730057"/>
                  <a:pt x="654122" y="730057"/>
                </a:cubicBezTo>
                <a:lnTo>
                  <a:pt x="826522" y="730057"/>
                </a:lnTo>
                <a:cubicBezTo>
                  <a:pt x="834413" y="730057"/>
                  <a:pt x="840810" y="736453"/>
                  <a:pt x="840810" y="744345"/>
                </a:cubicBezTo>
                <a:close/>
              </a:path>
            </a:pathLst>
          </a:custGeom>
          <a:solidFill>
            <a:schemeClr val="bg1"/>
          </a:solidFill>
          <a:ln w="1786" cap="flat">
            <a:noFill/>
            <a:prstDash val="solid"/>
            <a:miter/>
          </a:ln>
        </p:spPr>
        <p:txBody>
          <a:bodyPr/>
          <a:lstStyle/>
          <a:p>
            <a:endParaRPr lang="en-GB"/>
          </a:p>
        </p:txBody>
      </p:sp>
      <p:sp>
        <p:nvSpPr>
          <p:cNvPr id="70" name="Graphic 22">
            <a:extLst>
              <a:ext uri="{FF2B5EF4-FFF2-40B4-BE49-F238E27FC236}">
                <a16:creationId xmlns:a16="http://schemas.microsoft.com/office/drawing/2014/main" id="{AFF94C57-0A72-B615-6A85-EA4D994CE81D}"/>
              </a:ext>
            </a:extLst>
          </p:cNvPr>
          <p:cNvSpPr>
            <a:spLocks noChangeAspect="1"/>
          </p:cNvSpPr>
          <p:nvPr/>
        </p:nvSpPr>
        <p:spPr>
          <a:xfrm>
            <a:off x="10624036" y="3183339"/>
            <a:ext cx="480924" cy="480913"/>
          </a:xfrm>
          <a:custGeom>
            <a:avLst/>
            <a:gdLst>
              <a:gd name="csX0" fmla="*/ 874252 w 882253"/>
              <a:gd name="csY0" fmla="*/ 375922 h 882235"/>
              <a:gd name="csX1" fmla="*/ 779848 w 882253"/>
              <a:gd name="csY1" fmla="*/ 339382 h 882235"/>
              <a:gd name="csX2" fmla="*/ 752558 w 882253"/>
              <a:gd name="csY2" fmla="*/ 273570 h 882235"/>
              <a:gd name="csX3" fmla="*/ 793492 w 882253"/>
              <a:gd name="csY3" fmla="*/ 180951 h 882235"/>
              <a:gd name="csX4" fmla="*/ 790902 w 882253"/>
              <a:gd name="csY4" fmla="*/ 167057 h 882235"/>
              <a:gd name="csX5" fmla="*/ 715179 w 882253"/>
              <a:gd name="csY5" fmla="*/ 91333 h 882235"/>
              <a:gd name="csX6" fmla="*/ 701284 w 882253"/>
              <a:gd name="csY6" fmla="*/ 88743 h 882235"/>
              <a:gd name="csX7" fmla="*/ 608665 w 882253"/>
              <a:gd name="csY7" fmla="*/ 129677 h 882235"/>
              <a:gd name="csX8" fmla="*/ 542871 w 882253"/>
              <a:gd name="csY8" fmla="*/ 102388 h 882235"/>
              <a:gd name="csX9" fmla="*/ 506331 w 882253"/>
              <a:gd name="csY9" fmla="*/ 7983 h 882235"/>
              <a:gd name="csX10" fmla="*/ 494669 w 882253"/>
              <a:gd name="csY10" fmla="*/ 0 h 882235"/>
              <a:gd name="csX11" fmla="*/ 387584 w 882253"/>
              <a:gd name="csY11" fmla="*/ 0 h 882235"/>
              <a:gd name="csX12" fmla="*/ 375922 w 882253"/>
              <a:gd name="csY12" fmla="*/ 7983 h 882235"/>
              <a:gd name="csX13" fmla="*/ 339382 w 882253"/>
              <a:gd name="csY13" fmla="*/ 102388 h 882235"/>
              <a:gd name="csX14" fmla="*/ 273588 w 882253"/>
              <a:gd name="csY14" fmla="*/ 129677 h 882235"/>
              <a:gd name="csX15" fmla="*/ 180951 w 882253"/>
              <a:gd name="csY15" fmla="*/ 88743 h 882235"/>
              <a:gd name="csX16" fmla="*/ 167057 w 882253"/>
              <a:gd name="csY16" fmla="*/ 91333 h 882235"/>
              <a:gd name="csX17" fmla="*/ 91333 w 882253"/>
              <a:gd name="csY17" fmla="*/ 167057 h 882235"/>
              <a:gd name="csX18" fmla="*/ 88743 w 882253"/>
              <a:gd name="csY18" fmla="*/ 180951 h 882235"/>
              <a:gd name="csX19" fmla="*/ 129677 w 882253"/>
              <a:gd name="csY19" fmla="*/ 273570 h 882235"/>
              <a:gd name="csX20" fmla="*/ 102388 w 882253"/>
              <a:gd name="csY20" fmla="*/ 339382 h 882235"/>
              <a:gd name="csX21" fmla="*/ 7983 w 882253"/>
              <a:gd name="csY21" fmla="*/ 375922 h 882235"/>
              <a:gd name="csX22" fmla="*/ 0 w 882253"/>
              <a:gd name="csY22" fmla="*/ 387584 h 882235"/>
              <a:gd name="csX23" fmla="*/ 0 w 882253"/>
              <a:gd name="csY23" fmla="*/ 494669 h 882235"/>
              <a:gd name="csX24" fmla="*/ 7983 w 882253"/>
              <a:gd name="csY24" fmla="*/ 506331 h 882235"/>
              <a:gd name="csX25" fmla="*/ 54810 w 882253"/>
              <a:gd name="csY25" fmla="*/ 524458 h 882235"/>
              <a:gd name="csX26" fmla="*/ 32397 w 882253"/>
              <a:gd name="csY26" fmla="*/ 588395 h 882235"/>
              <a:gd name="csX27" fmla="*/ 32397 w 882253"/>
              <a:gd name="csY27" fmla="*/ 678638 h 882235"/>
              <a:gd name="csX28" fmla="*/ 44898 w 882253"/>
              <a:gd name="csY28" fmla="*/ 691140 h 882235"/>
              <a:gd name="csX29" fmla="*/ 93226 w 882253"/>
              <a:gd name="csY29" fmla="*/ 691140 h 882235"/>
              <a:gd name="csX30" fmla="*/ 88743 w 882253"/>
              <a:gd name="csY30" fmla="*/ 701284 h 882235"/>
              <a:gd name="csX31" fmla="*/ 91333 w 882253"/>
              <a:gd name="csY31" fmla="*/ 715179 h 882235"/>
              <a:gd name="csX32" fmla="*/ 167057 w 882253"/>
              <a:gd name="csY32" fmla="*/ 790902 h 882235"/>
              <a:gd name="csX33" fmla="*/ 180951 w 882253"/>
              <a:gd name="csY33" fmla="*/ 793492 h 882235"/>
              <a:gd name="csX34" fmla="*/ 273570 w 882253"/>
              <a:gd name="csY34" fmla="*/ 752558 h 882235"/>
              <a:gd name="csX35" fmla="*/ 339382 w 882253"/>
              <a:gd name="csY35" fmla="*/ 779848 h 882235"/>
              <a:gd name="csX36" fmla="*/ 375922 w 882253"/>
              <a:gd name="csY36" fmla="*/ 874252 h 882235"/>
              <a:gd name="csX37" fmla="*/ 387584 w 882253"/>
              <a:gd name="csY37" fmla="*/ 882235 h 882235"/>
              <a:gd name="csX38" fmla="*/ 494669 w 882253"/>
              <a:gd name="csY38" fmla="*/ 882235 h 882235"/>
              <a:gd name="csX39" fmla="*/ 506331 w 882253"/>
              <a:gd name="csY39" fmla="*/ 874252 h 882235"/>
              <a:gd name="csX40" fmla="*/ 542871 w 882253"/>
              <a:gd name="csY40" fmla="*/ 779848 h 882235"/>
              <a:gd name="csX41" fmla="*/ 608665 w 882253"/>
              <a:gd name="csY41" fmla="*/ 752558 h 882235"/>
              <a:gd name="csX42" fmla="*/ 701302 w 882253"/>
              <a:gd name="csY42" fmla="*/ 793492 h 882235"/>
              <a:gd name="csX43" fmla="*/ 715197 w 882253"/>
              <a:gd name="csY43" fmla="*/ 790902 h 882235"/>
              <a:gd name="csX44" fmla="*/ 790920 w 882253"/>
              <a:gd name="csY44" fmla="*/ 715179 h 882235"/>
              <a:gd name="csX45" fmla="*/ 793510 w 882253"/>
              <a:gd name="csY45" fmla="*/ 701284 h 882235"/>
              <a:gd name="csX46" fmla="*/ 789027 w 882253"/>
              <a:gd name="csY46" fmla="*/ 691140 h 882235"/>
              <a:gd name="csX47" fmla="*/ 837355 w 882253"/>
              <a:gd name="csY47" fmla="*/ 691140 h 882235"/>
              <a:gd name="csX48" fmla="*/ 849856 w 882253"/>
              <a:gd name="csY48" fmla="*/ 678638 h 882235"/>
              <a:gd name="csX49" fmla="*/ 849856 w 882253"/>
              <a:gd name="csY49" fmla="*/ 588395 h 882235"/>
              <a:gd name="csX50" fmla="*/ 827443 w 882253"/>
              <a:gd name="csY50" fmla="*/ 524458 h 882235"/>
              <a:gd name="csX51" fmla="*/ 874270 w 882253"/>
              <a:gd name="csY51" fmla="*/ 506331 h 882235"/>
              <a:gd name="csX52" fmla="*/ 882253 w 882253"/>
              <a:gd name="csY52" fmla="*/ 494669 h 882235"/>
              <a:gd name="csX53" fmla="*/ 882253 w 882253"/>
              <a:gd name="csY53" fmla="*/ 387584 h 882235"/>
              <a:gd name="csX54" fmla="*/ 874270 w 882253"/>
              <a:gd name="csY54" fmla="*/ 375922 h 882235"/>
              <a:gd name="csX55" fmla="*/ 57400 w 882253"/>
              <a:gd name="csY55" fmla="*/ 588395 h 882235"/>
              <a:gd name="csX56" fmla="*/ 135142 w 882253"/>
              <a:gd name="csY56" fmla="*/ 510653 h 882235"/>
              <a:gd name="csX57" fmla="*/ 140089 w 882253"/>
              <a:gd name="csY57" fmla="*/ 510653 h 882235"/>
              <a:gd name="csX58" fmla="*/ 129088 w 882253"/>
              <a:gd name="csY58" fmla="*/ 602558 h 882235"/>
              <a:gd name="csX59" fmla="*/ 135249 w 882253"/>
              <a:gd name="csY59" fmla="*/ 614863 h 882235"/>
              <a:gd name="csX60" fmla="*/ 158966 w 882253"/>
              <a:gd name="csY60" fmla="*/ 628561 h 882235"/>
              <a:gd name="csX61" fmla="*/ 165217 w 882253"/>
              <a:gd name="csY61" fmla="*/ 630240 h 882235"/>
              <a:gd name="csX62" fmla="*/ 171468 w 882253"/>
              <a:gd name="csY62" fmla="*/ 628561 h 882235"/>
              <a:gd name="csX63" fmla="*/ 195185 w 882253"/>
              <a:gd name="csY63" fmla="*/ 614863 h 882235"/>
              <a:gd name="csX64" fmla="*/ 201347 w 882253"/>
              <a:gd name="csY64" fmla="*/ 602558 h 882235"/>
              <a:gd name="csX65" fmla="*/ 190345 w 882253"/>
              <a:gd name="csY65" fmla="*/ 510653 h 882235"/>
              <a:gd name="csX66" fmla="*/ 195292 w 882253"/>
              <a:gd name="csY66" fmla="*/ 510653 h 882235"/>
              <a:gd name="csX67" fmla="*/ 273034 w 882253"/>
              <a:gd name="csY67" fmla="*/ 588395 h 882235"/>
              <a:gd name="csX68" fmla="*/ 273034 w 882253"/>
              <a:gd name="csY68" fmla="*/ 666137 h 882235"/>
              <a:gd name="csX69" fmla="*/ 248120 w 882253"/>
              <a:gd name="csY69" fmla="*/ 666137 h 882235"/>
              <a:gd name="csX70" fmla="*/ 248120 w 882253"/>
              <a:gd name="csY70" fmla="*/ 592824 h 882235"/>
              <a:gd name="csX71" fmla="*/ 235619 w 882253"/>
              <a:gd name="csY71" fmla="*/ 580323 h 882235"/>
              <a:gd name="csX72" fmla="*/ 223117 w 882253"/>
              <a:gd name="csY72" fmla="*/ 592824 h 882235"/>
              <a:gd name="csX73" fmla="*/ 223117 w 882253"/>
              <a:gd name="csY73" fmla="*/ 666137 h 882235"/>
              <a:gd name="csX74" fmla="*/ 107299 w 882253"/>
              <a:gd name="csY74" fmla="*/ 666137 h 882235"/>
              <a:gd name="csX75" fmla="*/ 107299 w 882253"/>
              <a:gd name="csY75" fmla="*/ 592824 h 882235"/>
              <a:gd name="csX76" fmla="*/ 94798 w 882253"/>
              <a:gd name="csY76" fmla="*/ 580323 h 882235"/>
              <a:gd name="csX77" fmla="*/ 82296 w 882253"/>
              <a:gd name="csY77" fmla="*/ 592824 h 882235"/>
              <a:gd name="csX78" fmla="*/ 82296 w 882253"/>
              <a:gd name="csY78" fmla="*/ 666137 h 882235"/>
              <a:gd name="csX79" fmla="*/ 57382 w 882253"/>
              <a:gd name="csY79" fmla="*/ 666137 h 882235"/>
              <a:gd name="csX80" fmla="*/ 57382 w 882253"/>
              <a:gd name="csY80" fmla="*/ 588395 h 882235"/>
              <a:gd name="csX81" fmla="*/ 364349 w 882253"/>
              <a:gd name="csY81" fmla="*/ 195042 h 882235"/>
              <a:gd name="csX82" fmla="*/ 386888 w 882253"/>
              <a:gd name="csY82" fmla="*/ 238619 h 882235"/>
              <a:gd name="csX83" fmla="*/ 308253 w 882253"/>
              <a:gd name="csY83" fmla="*/ 338489 h 882235"/>
              <a:gd name="csX84" fmla="*/ 308253 w 882253"/>
              <a:gd name="csY84" fmla="*/ 428732 h 882235"/>
              <a:gd name="csX85" fmla="*/ 320754 w 882253"/>
              <a:gd name="csY85" fmla="*/ 441234 h 882235"/>
              <a:gd name="csX86" fmla="*/ 561427 w 882253"/>
              <a:gd name="csY86" fmla="*/ 441234 h 882235"/>
              <a:gd name="csX87" fmla="*/ 573929 w 882253"/>
              <a:gd name="csY87" fmla="*/ 428732 h 882235"/>
              <a:gd name="csX88" fmla="*/ 573929 w 882253"/>
              <a:gd name="csY88" fmla="*/ 338489 h 882235"/>
              <a:gd name="csX89" fmla="*/ 495294 w 882253"/>
              <a:gd name="csY89" fmla="*/ 238619 h 882235"/>
              <a:gd name="csX90" fmla="*/ 517833 w 882253"/>
              <a:gd name="csY90" fmla="*/ 195042 h 882235"/>
              <a:gd name="csX91" fmla="*/ 689229 w 882253"/>
              <a:gd name="csY91" fmla="*/ 360438 h 882235"/>
              <a:gd name="csX92" fmla="*/ 639294 w 882253"/>
              <a:gd name="csY92" fmla="*/ 432983 h 882235"/>
              <a:gd name="csX93" fmla="*/ 662761 w 882253"/>
              <a:gd name="csY93" fmla="*/ 488543 h 882235"/>
              <a:gd name="csX94" fmla="*/ 584127 w 882253"/>
              <a:gd name="csY94" fmla="*/ 588413 h 882235"/>
              <a:gd name="csX95" fmla="*/ 584127 w 882253"/>
              <a:gd name="csY95" fmla="*/ 666155 h 882235"/>
              <a:gd name="csX96" fmla="*/ 441073 w 882253"/>
              <a:gd name="csY96" fmla="*/ 708571 h 882235"/>
              <a:gd name="csX97" fmla="*/ 298019 w 882253"/>
              <a:gd name="csY97" fmla="*/ 666155 h 882235"/>
              <a:gd name="csX98" fmla="*/ 298019 w 882253"/>
              <a:gd name="csY98" fmla="*/ 588413 h 882235"/>
              <a:gd name="csX99" fmla="*/ 219385 w 882253"/>
              <a:gd name="csY99" fmla="*/ 488543 h 882235"/>
              <a:gd name="csX100" fmla="*/ 242852 w 882253"/>
              <a:gd name="csY100" fmla="*/ 432983 h 882235"/>
              <a:gd name="csX101" fmla="*/ 192917 w 882253"/>
              <a:gd name="csY101" fmla="*/ 360438 h 882235"/>
              <a:gd name="csX102" fmla="*/ 364313 w 882253"/>
              <a:gd name="csY102" fmla="*/ 195042 h 882235"/>
              <a:gd name="csX103" fmla="*/ 493776 w 882253"/>
              <a:gd name="csY103" fmla="*/ 183059 h 882235"/>
              <a:gd name="csX104" fmla="*/ 441091 w 882253"/>
              <a:gd name="csY104" fmla="*/ 235744 h 882235"/>
              <a:gd name="csX105" fmla="*/ 388406 w 882253"/>
              <a:gd name="csY105" fmla="*/ 183059 h 882235"/>
              <a:gd name="csX106" fmla="*/ 441091 w 882253"/>
              <a:gd name="csY106" fmla="*/ 130373 h 882235"/>
              <a:gd name="csX107" fmla="*/ 493776 w 882253"/>
              <a:gd name="csY107" fmla="*/ 183059 h 882235"/>
              <a:gd name="csX108" fmla="*/ 511510 w 882253"/>
              <a:gd name="csY108" fmla="*/ 330416 h 882235"/>
              <a:gd name="csX109" fmla="*/ 499009 w 882253"/>
              <a:gd name="csY109" fmla="*/ 342918 h 882235"/>
              <a:gd name="csX110" fmla="*/ 499009 w 882253"/>
              <a:gd name="csY110" fmla="*/ 416231 h 882235"/>
              <a:gd name="csX111" fmla="*/ 383191 w 882253"/>
              <a:gd name="csY111" fmla="*/ 416231 h 882235"/>
              <a:gd name="csX112" fmla="*/ 383191 w 882253"/>
              <a:gd name="csY112" fmla="*/ 342918 h 882235"/>
              <a:gd name="csX113" fmla="*/ 370689 w 882253"/>
              <a:gd name="csY113" fmla="*/ 330416 h 882235"/>
              <a:gd name="csX114" fmla="*/ 358188 w 882253"/>
              <a:gd name="csY114" fmla="*/ 342918 h 882235"/>
              <a:gd name="csX115" fmla="*/ 358188 w 882253"/>
              <a:gd name="csY115" fmla="*/ 416231 h 882235"/>
              <a:gd name="csX116" fmla="*/ 333274 w 882253"/>
              <a:gd name="csY116" fmla="*/ 416231 h 882235"/>
              <a:gd name="csX117" fmla="*/ 333274 w 882253"/>
              <a:gd name="csY117" fmla="*/ 338489 h 882235"/>
              <a:gd name="csX118" fmla="*/ 411016 w 882253"/>
              <a:gd name="csY118" fmla="*/ 260747 h 882235"/>
              <a:gd name="csX119" fmla="*/ 415963 w 882253"/>
              <a:gd name="csY119" fmla="*/ 260747 h 882235"/>
              <a:gd name="csX120" fmla="*/ 404961 w 882253"/>
              <a:gd name="csY120" fmla="*/ 352651 h 882235"/>
              <a:gd name="csX121" fmla="*/ 411123 w 882253"/>
              <a:gd name="csY121" fmla="*/ 364956 h 882235"/>
              <a:gd name="csX122" fmla="*/ 434840 w 882253"/>
              <a:gd name="csY122" fmla="*/ 378654 h 882235"/>
              <a:gd name="csX123" fmla="*/ 441091 w 882253"/>
              <a:gd name="csY123" fmla="*/ 380333 h 882235"/>
              <a:gd name="csX124" fmla="*/ 447342 w 882253"/>
              <a:gd name="csY124" fmla="*/ 378654 h 882235"/>
              <a:gd name="csX125" fmla="*/ 471059 w 882253"/>
              <a:gd name="csY125" fmla="*/ 364956 h 882235"/>
              <a:gd name="csX126" fmla="*/ 477220 w 882253"/>
              <a:gd name="csY126" fmla="*/ 352651 h 882235"/>
              <a:gd name="csX127" fmla="*/ 466219 w 882253"/>
              <a:gd name="csY127" fmla="*/ 260747 h 882235"/>
              <a:gd name="csX128" fmla="*/ 471166 w 882253"/>
              <a:gd name="csY128" fmla="*/ 260747 h 882235"/>
              <a:gd name="csX129" fmla="*/ 548908 w 882253"/>
              <a:gd name="csY129" fmla="*/ 338489 h 882235"/>
              <a:gd name="csX130" fmla="*/ 548908 w 882253"/>
              <a:gd name="csY130" fmla="*/ 416231 h 882235"/>
              <a:gd name="csX131" fmla="*/ 523994 w 882253"/>
              <a:gd name="csY131" fmla="*/ 416231 h 882235"/>
              <a:gd name="csX132" fmla="*/ 523994 w 882253"/>
              <a:gd name="csY132" fmla="*/ 342918 h 882235"/>
              <a:gd name="csX133" fmla="*/ 511493 w 882253"/>
              <a:gd name="csY133" fmla="*/ 330416 h 882235"/>
              <a:gd name="csX134" fmla="*/ 451431 w 882253"/>
              <a:gd name="csY134" fmla="*/ 347436 h 882235"/>
              <a:gd name="csX135" fmla="*/ 441091 w 882253"/>
              <a:gd name="csY135" fmla="*/ 353401 h 882235"/>
              <a:gd name="csX136" fmla="*/ 430768 w 882253"/>
              <a:gd name="csY136" fmla="*/ 347436 h 882235"/>
              <a:gd name="csX137" fmla="*/ 441109 w 882253"/>
              <a:gd name="csY137" fmla="*/ 261176 h 882235"/>
              <a:gd name="csX138" fmla="*/ 713875 w 882253"/>
              <a:gd name="csY138" fmla="*/ 536996 h 882235"/>
              <a:gd name="csX139" fmla="*/ 718322 w 882253"/>
              <a:gd name="csY139" fmla="*/ 522297 h 882235"/>
              <a:gd name="csX140" fmla="*/ 727305 w 882253"/>
              <a:gd name="csY140" fmla="*/ 597360 h 882235"/>
              <a:gd name="csX141" fmla="*/ 716983 w 882253"/>
              <a:gd name="csY141" fmla="*/ 603325 h 882235"/>
              <a:gd name="csX142" fmla="*/ 706642 w 882253"/>
              <a:gd name="csY142" fmla="*/ 597360 h 882235"/>
              <a:gd name="csX143" fmla="*/ 716983 w 882253"/>
              <a:gd name="csY143" fmla="*/ 485668 h 882235"/>
              <a:gd name="csX144" fmla="*/ 664297 w 882253"/>
              <a:gd name="csY144" fmla="*/ 432983 h 882235"/>
              <a:gd name="csX145" fmla="*/ 716983 w 882253"/>
              <a:gd name="csY145" fmla="*/ 380298 h 882235"/>
              <a:gd name="csX146" fmla="*/ 769668 w 882253"/>
              <a:gd name="csY146" fmla="*/ 432983 h 882235"/>
              <a:gd name="csX147" fmla="*/ 716983 w 882253"/>
              <a:gd name="csY147" fmla="*/ 485668 h 882235"/>
              <a:gd name="csX148" fmla="*/ 165217 w 882253"/>
              <a:gd name="csY148" fmla="*/ 511100 h 882235"/>
              <a:gd name="csX149" fmla="*/ 175540 w 882253"/>
              <a:gd name="csY149" fmla="*/ 597360 h 882235"/>
              <a:gd name="csX150" fmla="*/ 165217 w 882253"/>
              <a:gd name="csY150" fmla="*/ 603325 h 882235"/>
              <a:gd name="csX151" fmla="*/ 154877 w 882253"/>
              <a:gd name="csY151" fmla="*/ 597360 h 882235"/>
              <a:gd name="csX152" fmla="*/ 165217 w 882253"/>
              <a:gd name="csY152" fmla="*/ 380315 h 882235"/>
              <a:gd name="csX153" fmla="*/ 217902 w 882253"/>
              <a:gd name="csY153" fmla="*/ 433001 h 882235"/>
              <a:gd name="csX154" fmla="*/ 165217 w 882253"/>
              <a:gd name="csY154" fmla="*/ 485686 h 882235"/>
              <a:gd name="csX155" fmla="*/ 112532 w 882253"/>
              <a:gd name="csY155" fmla="*/ 433001 h 882235"/>
              <a:gd name="csX156" fmla="*/ 165217 w 882253"/>
              <a:gd name="csY156" fmla="*/ 380315 h 882235"/>
              <a:gd name="csX157" fmla="*/ 703534 w 882253"/>
              <a:gd name="csY157" fmla="*/ 767203 h 882235"/>
              <a:gd name="csX158" fmla="*/ 613077 w 882253"/>
              <a:gd name="csY158" fmla="*/ 727234 h 882235"/>
              <a:gd name="csX159" fmla="*/ 601897 w 882253"/>
              <a:gd name="csY159" fmla="*/ 727770 h 882235"/>
              <a:gd name="csX160" fmla="*/ 530031 w 882253"/>
              <a:gd name="csY160" fmla="*/ 757577 h 882235"/>
              <a:gd name="csX161" fmla="*/ 521744 w 882253"/>
              <a:gd name="csY161" fmla="*/ 765096 h 882235"/>
              <a:gd name="csX162" fmla="*/ 486061 w 882253"/>
              <a:gd name="csY162" fmla="*/ 857286 h 882235"/>
              <a:gd name="csX163" fmla="*/ 396103 w 882253"/>
              <a:gd name="csY163" fmla="*/ 857286 h 882235"/>
              <a:gd name="csX164" fmla="*/ 360438 w 882253"/>
              <a:gd name="csY164" fmla="*/ 765114 h 882235"/>
              <a:gd name="csX165" fmla="*/ 352151 w 882253"/>
              <a:gd name="csY165" fmla="*/ 757595 h 882235"/>
              <a:gd name="csX166" fmla="*/ 280267 w 882253"/>
              <a:gd name="csY166" fmla="*/ 727787 h 882235"/>
              <a:gd name="csX167" fmla="*/ 269087 w 882253"/>
              <a:gd name="csY167" fmla="*/ 727252 h 882235"/>
              <a:gd name="csX168" fmla="*/ 178647 w 882253"/>
              <a:gd name="csY168" fmla="*/ 767221 h 882235"/>
              <a:gd name="csX169" fmla="*/ 115032 w 882253"/>
              <a:gd name="csY169" fmla="*/ 703606 h 882235"/>
              <a:gd name="csX170" fmla="*/ 120515 w 882253"/>
              <a:gd name="csY170" fmla="*/ 691194 h 882235"/>
              <a:gd name="csX171" fmla="*/ 235565 w 882253"/>
              <a:gd name="csY171" fmla="*/ 691194 h 882235"/>
              <a:gd name="csX172" fmla="*/ 235601 w 882253"/>
              <a:gd name="csY172" fmla="*/ 691194 h 882235"/>
              <a:gd name="csX173" fmla="*/ 235637 w 882253"/>
              <a:gd name="csY173" fmla="*/ 691194 h 882235"/>
              <a:gd name="csX174" fmla="*/ 285518 w 882253"/>
              <a:gd name="csY174" fmla="*/ 691194 h 882235"/>
              <a:gd name="csX175" fmla="*/ 289608 w 882253"/>
              <a:gd name="csY175" fmla="*/ 690497 h 882235"/>
              <a:gd name="csX176" fmla="*/ 441055 w 882253"/>
              <a:gd name="csY176" fmla="*/ 733592 h 882235"/>
              <a:gd name="csX177" fmla="*/ 592503 w 882253"/>
              <a:gd name="csY177" fmla="*/ 690497 h 882235"/>
              <a:gd name="csX178" fmla="*/ 596592 w 882253"/>
              <a:gd name="csY178" fmla="*/ 691194 h 882235"/>
              <a:gd name="csX179" fmla="*/ 646474 w 882253"/>
              <a:gd name="csY179" fmla="*/ 691194 h 882235"/>
              <a:gd name="csX180" fmla="*/ 646509 w 882253"/>
              <a:gd name="csY180" fmla="*/ 691194 h 882235"/>
              <a:gd name="csX181" fmla="*/ 646545 w 882253"/>
              <a:gd name="csY181" fmla="*/ 691194 h 882235"/>
              <a:gd name="csX182" fmla="*/ 761595 w 882253"/>
              <a:gd name="csY182" fmla="*/ 691194 h 882235"/>
              <a:gd name="csX183" fmla="*/ 767078 w 882253"/>
              <a:gd name="csY183" fmla="*/ 703606 h 882235"/>
              <a:gd name="csX184" fmla="*/ 703463 w 882253"/>
              <a:gd name="csY184" fmla="*/ 767221 h 882235"/>
              <a:gd name="csX185" fmla="*/ 824817 w 882253"/>
              <a:gd name="csY185" fmla="*/ 666173 h 882235"/>
              <a:gd name="csX186" fmla="*/ 799904 w 882253"/>
              <a:gd name="csY186" fmla="*/ 666173 h 882235"/>
              <a:gd name="csX187" fmla="*/ 799904 w 882253"/>
              <a:gd name="csY187" fmla="*/ 592860 h 882235"/>
              <a:gd name="csX188" fmla="*/ 787402 w 882253"/>
              <a:gd name="csY188" fmla="*/ 580358 h 882235"/>
              <a:gd name="csX189" fmla="*/ 774900 w 882253"/>
              <a:gd name="csY189" fmla="*/ 592860 h 882235"/>
              <a:gd name="csX190" fmla="*/ 774900 w 882253"/>
              <a:gd name="csY190" fmla="*/ 666173 h 882235"/>
              <a:gd name="csX191" fmla="*/ 659082 w 882253"/>
              <a:gd name="csY191" fmla="*/ 666173 h 882235"/>
              <a:gd name="csX192" fmla="*/ 659082 w 882253"/>
              <a:gd name="csY192" fmla="*/ 592860 h 882235"/>
              <a:gd name="csX193" fmla="*/ 646581 w 882253"/>
              <a:gd name="csY193" fmla="*/ 580358 h 882235"/>
              <a:gd name="csX194" fmla="*/ 634079 w 882253"/>
              <a:gd name="csY194" fmla="*/ 592860 h 882235"/>
              <a:gd name="csX195" fmla="*/ 634079 w 882253"/>
              <a:gd name="csY195" fmla="*/ 666173 h 882235"/>
              <a:gd name="csX196" fmla="*/ 609165 w 882253"/>
              <a:gd name="csY196" fmla="*/ 666173 h 882235"/>
              <a:gd name="csX197" fmla="*/ 609165 w 882253"/>
              <a:gd name="csY197" fmla="*/ 588431 h 882235"/>
              <a:gd name="csX198" fmla="*/ 686907 w 882253"/>
              <a:gd name="csY198" fmla="*/ 510689 h 882235"/>
              <a:gd name="csX199" fmla="*/ 691854 w 882253"/>
              <a:gd name="csY199" fmla="*/ 510689 h 882235"/>
              <a:gd name="csX200" fmla="*/ 689211 w 882253"/>
              <a:gd name="csY200" fmla="*/ 532781 h 882235"/>
              <a:gd name="csX201" fmla="*/ 689211 w 882253"/>
              <a:gd name="csY201" fmla="*/ 532870 h 882235"/>
              <a:gd name="csX202" fmla="*/ 680853 w 882253"/>
              <a:gd name="csY202" fmla="*/ 602611 h 882235"/>
              <a:gd name="csX203" fmla="*/ 687014 w 882253"/>
              <a:gd name="csY203" fmla="*/ 614916 h 882235"/>
              <a:gd name="csX204" fmla="*/ 710732 w 882253"/>
              <a:gd name="csY204" fmla="*/ 628614 h 882235"/>
              <a:gd name="csX205" fmla="*/ 716983 w 882253"/>
              <a:gd name="csY205" fmla="*/ 630293 h 882235"/>
              <a:gd name="csX206" fmla="*/ 723233 w 882253"/>
              <a:gd name="csY206" fmla="*/ 628614 h 882235"/>
              <a:gd name="csX207" fmla="*/ 746951 w 882253"/>
              <a:gd name="csY207" fmla="*/ 614916 h 882235"/>
              <a:gd name="csX208" fmla="*/ 753112 w 882253"/>
              <a:gd name="csY208" fmla="*/ 602611 h 882235"/>
              <a:gd name="csX209" fmla="*/ 742111 w 882253"/>
              <a:gd name="csY209" fmla="*/ 510707 h 882235"/>
              <a:gd name="csX210" fmla="*/ 747058 w 882253"/>
              <a:gd name="csY210" fmla="*/ 510707 h 882235"/>
              <a:gd name="csX211" fmla="*/ 824800 w 882253"/>
              <a:gd name="csY211" fmla="*/ 588449 h 882235"/>
              <a:gd name="csX212" fmla="*/ 824800 w 882253"/>
              <a:gd name="csY212" fmla="*/ 666190 h 882235"/>
              <a:gd name="csX213" fmla="*/ 857232 w 882253"/>
              <a:gd name="csY213" fmla="*/ 486132 h 882235"/>
              <a:gd name="csX214" fmla="*/ 807494 w 882253"/>
              <a:gd name="csY214" fmla="*/ 505385 h 882235"/>
              <a:gd name="csX215" fmla="*/ 771204 w 882253"/>
              <a:gd name="csY215" fmla="*/ 488561 h 882235"/>
              <a:gd name="csX216" fmla="*/ 794671 w 882253"/>
              <a:gd name="csY216" fmla="*/ 433001 h 882235"/>
              <a:gd name="csX217" fmla="*/ 716983 w 882253"/>
              <a:gd name="csY217" fmla="*/ 355312 h 882235"/>
              <a:gd name="csX218" fmla="*/ 713946 w 882253"/>
              <a:gd name="csY218" fmla="*/ 355384 h 882235"/>
              <a:gd name="csX219" fmla="*/ 517458 w 882253"/>
              <a:gd name="csY219" fmla="*/ 168896 h 882235"/>
              <a:gd name="csX220" fmla="*/ 441091 w 882253"/>
              <a:gd name="csY220" fmla="*/ 105388 h 882235"/>
              <a:gd name="csX221" fmla="*/ 364724 w 882253"/>
              <a:gd name="csY221" fmla="*/ 168896 h 882235"/>
              <a:gd name="csX222" fmla="*/ 168235 w 882253"/>
              <a:gd name="csY222" fmla="*/ 355384 h 882235"/>
              <a:gd name="csX223" fmla="*/ 165199 w 882253"/>
              <a:gd name="csY223" fmla="*/ 355312 h 882235"/>
              <a:gd name="csX224" fmla="*/ 87511 w 882253"/>
              <a:gd name="csY224" fmla="*/ 433001 h 882235"/>
              <a:gd name="csX225" fmla="*/ 110978 w 882253"/>
              <a:gd name="csY225" fmla="*/ 488561 h 882235"/>
              <a:gd name="csX226" fmla="*/ 74688 w 882253"/>
              <a:gd name="csY226" fmla="*/ 505385 h 882235"/>
              <a:gd name="csX227" fmla="*/ 24950 w 882253"/>
              <a:gd name="csY227" fmla="*/ 486132 h 882235"/>
              <a:gd name="csX228" fmla="*/ 24950 w 882253"/>
              <a:gd name="csY228" fmla="*/ 396175 h 882235"/>
              <a:gd name="csX229" fmla="*/ 117122 w 882253"/>
              <a:gd name="csY229" fmla="*/ 360492 h 882235"/>
              <a:gd name="csX230" fmla="*/ 124641 w 882253"/>
              <a:gd name="csY230" fmla="*/ 352205 h 882235"/>
              <a:gd name="csX231" fmla="*/ 154448 w 882253"/>
              <a:gd name="csY231" fmla="*/ 280321 h 882235"/>
              <a:gd name="csX232" fmla="*/ 154984 w 882253"/>
              <a:gd name="csY232" fmla="*/ 269141 h 882235"/>
              <a:gd name="csX233" fmla="*/ 115014 w 882253"/>
              <a:gd name="csY233" fmla="*/ 178701 h 882235"/>
              <a:gd name="csX234" fmla="*/ 178629 w 882253"/>
              <a:gd name="csY234" fmla="*/ 115086 h 882235"/>
              <a:gd name="csX235" fmla="*/ 269087 w 882253"/>
              <a:gd name="csY235" fmla="*/ 155055 h 882235"/>
              <a:gd name="csX236" fmla="*/ 280267 w 882253"/>
              <a:gd name="csY236" fmla="*/ 154519 h 882235"/>
              <a:gd name="csX237" fmla="*/ 352133 w 882253"/>
              <a:gd name="csY237" fmla="*/ 124712 h 882235"/>
              <a:gd name="csX238" fmla="*/ 360420 w 882253"/>
              <a:gd name="csY238" fmla="*/ 117193 h 882235"/>
              <a:gd name="csX239" fmla="*/ 396103 w 882253"/>
              <a:gd name="csY239" fmla="*/ 25003 h 882235"/>
              <a:gd name="csX240" fmla="*/ 486061 w 882253"/>
              <a:gd name="csY240" fmla="*/ 25003 h 882235"/>
              <a:gd name="csX241" fmla="*/ 521744 w 882253"/>
              <a:gd name="csY241" fmla="*/ 117193 h 882235"/>
              <a:gd name="csX242" fmla="*/ 530031 w 882253"/>
              <a:gd name="csY242" fmla="*/ 124712 h 882235"/>
              <a:gd name="csX243" fmla="*/ 601897 w 882253"/>
              <a:gd name="csY243" fmla="*/ 154519 h 882235"/>
              <a:gd name="csX244" fmla="*/ 613077 w 882253"/>
              <a:gd name="csY244" fmla="*/ 155055 h 882235"/>
              <a:gd name="csX245" fmla="*/ 703534 w 882253"/>
              <a:gd name="csY245" fmla="*/ 115086 h 882235"/>
              <a:gd name="csX246" fmla="*/ 767149 w 882253"/>
              <a:gd name="csY246" fmla="*/ 178701 h 882235"/>
              <a:gd name="csX247" fmla="*/ 727180 w 882253"/>
              <a:gd name="csY247" fmla="*/ 269141 h 882235"/>
              <a:gd name="csX248" fmla="*/ 727716 w 882253"/>
              <a:gd name="csY248" fmla="*/ 280321 h 882235"/>
              <a:gd name="csX249" fmla="*/ 757523 w 882253"/>
              <a:gd name="csY249" fmla="*/ 352205 h 882235"/>
              <a:gd name="csX250" fmla="*/ 765042 w 882253"/>
              <a:gd name="csY250" fmla="*/ 360492 h 882235"/>
              <a:gd name="csX251" fmla="*/ 857214 w 882253"/>
              <a:gd name="csY251" fmla="*/ 396175 h 882235"/>
              <a:gd name="csX252" fmla="*/ 857214 w 882253"/>
              <a:gd name="csY252" fmla="*/ 486132 h 882235"/>
              <a:gd name="csX253" fmla="*/ 441109 w 882253"/>
              <a:gd name="csY253" fmla="*/ 624632 h 882235"/>
              <a:gd name="csX254" fmla="*/ 488418 w 882253"/>
              <a:gd name="csY254" fmla="*/ 577322 h 882235"/>
              <a:gd name="csX255" fmla="*/ 441109 w 882253"/>
              <a:gd name="csY255" fmla="*/ 530013 h 882235"/>
              <a:gd name="csX256" fmla="*/ 393799 w 882253"/>
              <a:gd name="csY256" fmla="*/ 577322 h 882235"/>
              <a:gd name="csX257" fmla="*/ 441109 w 882253"/>
              <a:gd name="csY257" fmla="*/ 624632 h 882235"/>
              <a:gd name="csX258" fmla="*/ 441109 w 882253"/>
              <a:gd name="csY258" fmla="*/ 555016 h 882235"/>
              <a:gd name="csX259" fmla="*/ 463415 w 882253"/>
              <a:gd name="csY259" fmla="*/ 577322 h 882235"/>
              <a:gd name="csX260" fmla="*/ 441109 w 882253"/>
              <a:gd name="csY260" fmla="*/ 599629 h 882235"/>
              <a:gd name="csX261" fmla="*/ 418802 w 882253"/>
              <a:gd name="csY261" fmla="*/ 577322 h 882235"/>
              <a:gd name="csX262" fmla="*/ 441109 w 882253"/>
              <a:gd name="csY262" fmla="*/ 555016 h 882235"/>
              <a:gd name="csX263" fmla="*/ 330702 w 882253"/>
              <a:gd name="csY263" fmla="*/ 602218 h 882235"/>
              <a:gd name="csX264" fmla="*/ 349865 w 882253"/>
              <a:gd name="csY264" fmla="*/ 609630 h 882235"/>
              <a:gd name="csX265" fmla="*/ 353741 w 882253"/>
              <a:gd name="csY265" fmla="*/ 618988 h 882235"/>
              <a:gd name="csX266" fmla="*/ 345436 w 882253"/>
              <a:gd name="csY266" fmla="*/ 637794 h 882235"/>
              <a:gd name="csX267" fmla="*/ 348026 w 882253"/>
              <a:gd name="csY267" fmla="*/ 651689 h 882235"/>
              <a:gd name="csX268" fmla="*/ 366742 w 882253"/>
              <a:gd name="csY268" fmla="*/ 670405 h 882235"/>
              <a:gd name="csX269" fmla="*/ 380637 w 882253"/>
              <a:gd name="csY269" fmla="*/ 672995 h 882235"/>
              <a:gd name="csX270" fmla="*/ 399443 w 882253"/>
              <a:gd name="csY270" fmla="*/ 664690 h 882235"/>
              <a:gd name="csX271" fmla="*/ 408819 w 882253"/>
              <a:gd name="csY271" fmla="*/ 668584 h 882235"/>
              <a:gd name="csX272" fmla="*/ 416231 w 882253"/>
              <a:gd name="csY272" fmla="*/ 687747 h 882235"/>
              <a:gd name="csX273" fmla="*/ 427893 w 882253"/>
              <a:gd name="csY273" fmla="*/ 695730 h 882235"/>
              <a:gd name="csX274" fmla="*/ 454343 w 882253"/>
              <a:gd name="csY274" fmla="*/ 695730 h 882235"/>
              <a:gd name="csX275" fmla="*/ 466005 w 882253"/>
              <a:gd name="csY275" fmla="*/ 687747 h 882235"/>
              <a:gd name="csX276" fmla="*/ 473416 w 882253"/>
              <a:gd name="csY276" fmla="*/ 668584 h 882235"/>
              <a:gd name="csX277" fmla="*/ 482775 w 882253"/>
              <a:gd name="csY277" fmla="*/ 664708 h 882235"/>
              <a:gd name="csX278" fmla="*/ 501581 w 882253"/>
              <a:gd name="csY278" fmla="*/ 673013 h 882235"/>
              <a:gd name="csX279" fmla="*/ 515475 w 882253"/>
              <a:gd name="csY279" fmla="*/ 670423 h 882235"/>
              <a:gd name="csX280" fmla="*/ 534192 w 882253"/>
              <a:gd name="csY280" fmla="*/ 651706 h 882235"/>
              <a:gd name="csX281" fmla="*/ 536781 w 882253"/>
              <a:gd name="csY281" fmla="*/ 637812 h 882235"/>
              <a:gd name="csX282" fmla="*/ 528477 w 882253"/>
              <a:gd name="csY282" fmla="*/ 619006 h 882235"/>
              <a:gd name="csX283" fmla="*/ 532352 w 882253"/>
              <a:gd name="csY283" fmla="*/ 609630 h 882235"/>
              <a:gd name="csX284" fmla="*/ 551515 w 882253"/>
              <a:gd name="csY284" fmla="*/ 602218 h 882235"/>
              <a:gd name="csX285" fmla="*/ 559499 w 882253"/>
              <a:gd name="csY285" fmla="*/ 590556 h 882235"/>
              <a:gd name="csX286" fmla="*/ 559499 w 882253"/>
              <a:gd name="csY286" fmla="*/ 564106 h 882235"/>
              <a:gd name="csX287" fmla="*/ 551515 w 882253"/>
              <a:gd name="csY287" fmla="*/ 552444 h 882235"/>
              <a:gd name="csX288" fmla="*/ 532352 w 882253"/>
              <a:gd name="csY288" fmla="*/ 545032 h 882235"/>
              <a:gd name="csX289" fmla="*/ 528459 w 882253"/>
              <a:gd name="csY289" fmla="*/ 535656 h 882235"/>
              <a:gd name="csX290" fmla="*/ 536764 w 882253"/>
              <a:gd name="csY290" fmla="*/ 516850 h 882235"/>
              <a:gd name="csX291" fmla="*/ 534174 w 882253"/>
              <a:gd name="csY291" fmla="*/ 502956 h 882235"/>
              <a:gd name="csX292" fmla="*/ 515457 w 882253"/>
              <a:gd name="csY292" fmla="*/ 484239 h 882235"/>
              <a:gd name="csX293" fmla="*/ 501563 w 882253"/>
              <a:gd name="csY293" fmla="*/ 481650 h 882235"/>
              <a:gd name="csX294" fmla="*/ 482757 w 882253"/>
              <a:gd name="csY294" fmla="*/ 489954 h 882235"/>
              <a:gd name="csX295" fmla="*/ 473398 w 882253"/>
              <a:gd name="csY295" fmla="*/ 486079 h 882235"/>
              <a:gd name="csX296" fmla="*/ 465987 w 882253"/>
              <a:gd name="csY296" fmla="*/ 466916 h 882235"/>
              <a:gd name="csX297" fmla="*/ 454325 w 882253"/>
              <a:gd name="csY297" fmla="*/ 458932 h 882235"/>
              <a:gd name="csX298" fmla="*/ 427875 w 882253"/>
              <a:gd name="csY298" fmla="*/ 458932 h 882235"/>
              <a:gd name="csX299" fmla="*/ 416213 w 882253"/>
              <a:gd name="csY299" fmla="*/ 466916 h 882235"/>
              <a:gd name="csX300" fmla="*/ 408801 w 882253"/>
              <a:gd name="csY300" fmla="*/ 486079 h 882235"/>
              <a:gd name="csX301" fmla="*/ 399443 w 882253"/>
              <a:gd name="csY301" fmla="*/ 489954 h 882235"/>
              <a:gd name="csX302" fmla="*/ 380637 w 882253"/>
              <a:gd name="csY302" fmla="*/ 481650 h 882235"/>
              <a:gd name="csX303" fmla="*/ 366742 w 882253"/>
              <a:gd name="csY303" fmla="*/ 484239 h 882235"/>
              <a:gd name="csX304" fmla="*/ 348026 w 882253"/>
              <a:gd name="csY304" fmla="*/ 502956 h 882235"/>
              <a:gd name="csX305" fmla="*/ 345436 w 882253"/>
              <a:gd name="csY305" fmla="*/ 516850 h 882235"/>
              <a:gd name="csX306" fmla="*/ 353741 w 882253"/>
              <a:gd name="csY306" fmla="*/ 535656 h 882235"/>
              <a:gd name="csX307" fmla="*/ 349865 w 882253"/>
              <a:gd name="csY307" fmla="*/ 545032 h 882235"/>
              <a:gd name="csX308" fmla="*/ 330702 w 882253"/>
              <a:gd name="csY308" fmla="*/ 552444 h 882235"/>
              <a:gd name="csX309" fmla="*/ 322719 w 882253"/>
              <a:gd name="csY309" fmla="*/ 564106 h 882235"/>
              <a:gd name="csX310" fmla="*/ 322719 w 882253"/>
              <a:gd name="csY310" fmla="*/ 590556 h 882235"/>
              <a:gd name="csX311" fmla="*/ 330702 w 882253"/>
              <a:gd name="csY311" fmla="*/ 602218 h 882235"/>
              <a:gd name="csX312" fmla="*/ 347722 w 882253"/>
              <a:gd name="csY312" fmla="*/ 572661 h 882235"/>
              <a:gd name="csX313" fmla="*/ 364474 w 882253"/>
              <a:gd name="csY313" fmla="*/ 566178 h 882235"/>
              <a:gd name="csX314" fmla="*/ 371993 w 882253"/>
              <a:gd name="csY314" fmla="*/ 557891 h 882235"/>
              <a:gd name="csX315" fmla="*/ 378494 w 882253"/>
              <a:gd name="csY315" fmla="*/ 542211 h 882235"/>
              <a:gd name="csX316" fmla="*/ 379030 w 882253"/>
              <a:gd name="csY316" fmla="*/ 531031 h 882235"/>
              <a:gd name="csX317" fmla="*/ 371761 w 882253"/>
              <a:gd name="csY317" fmla="*/ 514582 h 882235"/>
              <a:gd name="csX318" fmla="*/ 378351 w 882253"/>
              <a:gd name="csY318" fmla="*/ 507992 h 882235"/>
              <a:gd name="csX319" fmla="*/ 394799 w 882253"/>
              <a:gd name="csY319" fmla="*/ 515261 h 882235"/>
              <a:gd name="csX320" fmla="*/ 405979 w 882253"/>
              <a:gd name="csY320" fmla="*/ 514725 h 882235"/>
              <a:gd name="csX321" fmla="*/ 421660 w 882253"/>
              <a:gd name="csY321" fmla="*/ 508224 h 882235"/>
              <a:gd name="csX322" fmla="*/ 429947 w 882253"/>
              <a:gd name="csY322" fmla="*/ 500705 h 882235"/>
              <a:gd name="csX323" fmla="*/ 436430 w 882253"/>
              <a:gd name="csY323" fmla="*/ 483953 h 882235"/>
              <a:gd name="csX324" fmla="*/ 445752 w 882253"/>
              <a:gd name="csY324" fmla="*/ 483953 h 882235"/>
              <a:gd name="csX325" fmla="*/ 452235 w 882253"/>
              <a:gd name="csY325" fmla="*/ 500705 h 882235"/>
              <a:gd name="csX326" fmla="*/ 460522 w 882253"/>
              <a:gd name="csY326" fmla="*/ 508224 h 882235"/>
              <a:gd name="csX327" fmla="*/ 476202 w 882253"/>
              <a:gd name="csY327" fmla="*/ 514725 h 882235"/>
              <a:gd name="csX328" fmla="*/ 487382 w 882253"/>
              <a:gd name="csY328" fmla="*/ 515261 h 882235"/>
              <a:gd name="csX329" fmla="*/ 503831 w 882253"/>
              <a:gd name="csY329" fmla="*/ 507992 h 882235"/>
              <a:gd name="csX330" fmla="*/ 510421 w 882253"/>
              <a:gd name="csY330" fmla="*/ 514582 h 882235"/>
              <a:gd name="csX331" fmla="*/ 503152 w 882253"/>
              <a:gd name="csY331" fmla="*/ 531031 h 882235"/>
              <a:gd name="csX332" fmla="*/ 503688 w 882253"/>
              <a:gd name="csY332" fmla="*/ 542211 h 882235"/>
              <a:gd name="csX333" fmla="*/ 510189 w 882253"/>
              <a:gd name="csY333" fmla="*/ 557909 h 882235"/>
              <a:gd name="csX334" fmla="*/ 517708 w 882253"/>
              <a:gd name="csY334" fmla="*/ 566196 h 882235"/>
              <a:gd name="csX335" fmla="*/ 534460 w 882253"/>
              <a:gd name="csY335" fmla="*/ 572679 h 882235"/>
              <a:gd name="csX336" fmla="*/ 534460 w 882253"/>
              <a:gd name="csY336" fmla="*/ 582001 h 882235"/>
              <a:gd name="csX337" fmla="*/ 517708 w 882253"/>
              <a:gd name="csY337" fmla="*/ 588484 h 882235"/>
              <a:gd name="csX338" fmla="*/ 510189 w 882253"/>
              <a:gd name="csY338" fmla="*/ 596771 h 882235"/>
              <a:gd name="csX339" fmla="*/ 503688 w 882253"/>
              <a:gd name="csY339" fmla="*/ 612452 h 882235"/>
              <a:gd name="csX340" fmla="*/ 503152 w 882253"/>
              <a:gd name="csY340" fmla="*/ 623632 h 882235"/>
              <a:gd name="csX341" fmla="*/ 510421 w 882253"/>
              <a:gd name="csY341" fmla="*/ 640080 h 882235"/>
              <a:gd name="csX342" fmla="*/ 503831 w 882253"/>
              <a:gd name="csY342" fmla="*/ 646670 h 882235"/>
              <a:gd name="csX343" fmla="*/ 487382 w 882253"/>
              <a:gd name="csY343" fmla="*/ 639401 h 882235"/>
              <a:gd name="csX344" fmla="*/ 476202 w 882253"/>
              <a:gd name="csY344" fmla="*/ 639937 h 882235"/>
              <a:gd name="csX345" fmla="*/ 460522 w 882253"/>
              <a:gd name="csY345" fmla="*/ 646438 h 882235"/>
              <a:gd name="csX346" fmla="*/ 452235 w 882253"/>
              <a:gd name="csY346" fmla="*/ 653957 h 882235"/>
              <a:gd name="csX347" fmla="*/ 445752 w 882253"/>
              <a:gd name="csY347" fmla="*/ 670709 h 882235"/>
              <a:gd name="csX348" fmla="*/ 436430 w 882253"/>
              <a:gd name="csY348" fmla="*/ 670709 h 882235"/>
              <a:gd name="csX349" fmla="*/ 429947 w 882253"/>
              <a:gd name="csY349" fmla="*/ 653957 h 882235"/>
              <a:gd name="csX350" fmla="*/ 421660 w 882253"/>
              <a:gd name="csY350" fmla="*/ 646438 h 882235"/>
              <a:gd name="csX351" fmla="*/ 405979 w 882253"/>
              <a:gd name="csY351" fmla="*/ 639937 h 882235"/>
              <a:gd name="csX352" fmla="*/ 394799 w 882253"/>
              <a:gd name="csY352" fmla="*/ 639401 h 882235"/>
              <a:gd name="csX353" fmla="*/ 378351 w 882253"/>
              <a:gd name="csY353" fmla="*/ 646670 h 882235"/>
              <a:gd name="csX354" fmla="*/ 371761 w 882253"/>
              <a:gd name="csY354" fmla="*/ 640080 h 882235"/>
              <a:gd name="csX355" fmla="*/ 379030 w 882253"/>
              <a:gd name="csY355" fmla="*/ 623632 h 882235"/>
              <a:gd name="csX356" fmla="*/ 378494 w 882253"/>
              <a:gd name="csY356" fmla="*/ 612452 h 882235"/>
              <a:gd name="csX357" fmla="*/ 371993 w 882253"/>
              <a:gd name="csY357" fmla="*/ 596771 h 882235"/>
              <a:gd name="csX358" fmla="*/ 364474 w 882253"/>
              <a:gd name="csY358" fmla="*/ 588484 h 882235"/>
              <a:gd name="csX359" fmla="*/ 347722 w 882253"/>
              <a:gd name="csY359" fmla="*/ 582001 h 882235"/>
              <a:gd name="csX360" fmla="*/ 347722 w 882253"/>
              <a:gd name="csY360" fmla="*/ 572679 h 8822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Lst>
            <a:rect l="l" t="t" r="r" b="b"/>
            <a:pathLst>
              <a:path w="882253" h="882235">
                <a:moveTo>
                  <a:pt x="874252" y="375922"/>
                </a:moveTo>
                <a:lnTo>
                  <a:pt x="779848" y="339382"/>
                </a:lnTo>
                <a:cubicBezTo>
                  <a:pt x="773025" y="316629"/>
                  <a:pt x="763863" y="294555"/>
                  <a:pt x="752558" y="273570"/>
                </a:cubicBezTo>
                <a:lnTo>
                  <a:pt x="793492" y="180951"/>
                </a:lnTo>
                <a:cubicBezTo>
                  <a:pt x="795582" y="176236"/>
                  <a:pt x="794546" y="170718"/>
                  <a:pt x="790902" y="167057"/>
                </a:cubicBezTo>
                <a:lnTo>
                  <a:pt x="715179" y="91333"/>
                </a:lnTo>
                <a:cubicBezTo>
                  <a:pt x="711535" y="87690"/>
                  <a:pt x="705999" y="86654"/>
                  <a:pt x="701284" y="88743"/>
                </a:cubicBezTo>
                <a:lnTo>
                  <a:pt x="608665" y="129677"/>
                </a:lnTo>
                <a:cubicBezTo>
                  <a:pt x="587698" y="118372"/>
                  <a:pt x="565606" y="109210"/>
                  <a:pt x="542871" y="102388"/>
                </a:cubicBezTo>
                <a:lnTo>
                  <a:pt x="506331" y="7983"/>
                </a:lnTo>
                <a:cubicBezTo>
                  <a:pt x="504474" y="3161"/>
                  <a:pt x="499830" y="0"/>
                  <a:pt x="494669" y="0"/>
                </a:cubicBezTo>
                <a:lnTo>
                  <a:pt x="387584" y="0"/>
                </a:lnTo>
                <a:cubicBezTo>
                  <a:pt x="382423" y="0"/>
                  <a:pt x="377797" y="3179"/>
                  <a:pt x="375922" y="7983"/>
                </a:cubicBezTo>
                <a:lnTo>
                  <a:pt x="339382" y="102388"/>
                </a:lnTo>
                <a:cubicBezTo>
                  <a:pt x="316647" y="109210"/>
                  <a:pt x="294555" y="118372"/>
                  <a:pt x="273588" y="129677"/>
                </a:cubicBezTo>
                <a:lnTo>
                  <a:pt x="180951" y="88743"/>
                </a:lnTo>
                <a:cubicBezTo>
                  <a:pt x="176236" y="86654"/>
                  <a:pt x="170700" y="87690"/>
                  <a:pt x="167057" y="91333"/>
                </a:cubicBezTo>
                <a:lnTo>
                  <a:pt x="91333" y="167057"/>
                </a:lnTo>
                <a:cubicBezTo>
                  <a:pt x="87690" y="170700"/>
                  <a:pt x="86654" y="176218"/>
                  <a:pt x="88743" y="180951"/>
                </a:cubicBezTo>
                <a:lnTo>
                  <a:pt x="129677" y="273570"/>
                </a:lnTo>
                <a:cubicBezTo>
                  <a:pt x="118372" y="294537"/>
                  <a:pt x="109228" y="316611"/>
                  <a:pt x="102388" y="339382"/>
                </a:cubicBezTo>
                <a:lnTo>
                  <a:pt x="7983" y="375922"/>
                </a:lnTo>
                <a:cubicBezTo>
                  <a:pt x="3161" y="377779"/>
                  <a:pt x="0" y="382423"/>
                  <a:pt x="0" y="387584"/>
                </a:cubicBezTo>
                <a:lnTo>
                  <a:pt x="0" y="494669"/>
                </a:lnTo>
                <a:cubicBezTo>
                  <a:pt x="0" y="499830"/>
                  <a:pt x="3179" y="504456"/>
                  <a:pt x="7983" y="506331"/>
                </a:cubicBezTo>
                <a:lnTo>
                  <a:pt x="54810" y="524458"/>
                </a:lnTo>
                <a:cubicBezTo>
                  <a:pt x="40809" y="542014"/>
                  <a:pt x="32397" y="564249"/>
                  <a:pt x="32397" y="588395"/>
                </a:cubicBezTo>
                <a:lnTo>
                  <a:pt x="32397" y="678638"/>
                </a:lnTo>
                <a:cubicBezTo>
                  <a:pt x="32397" y="685550"/>
                  <a:pt x="37987" y="691140"/>
                  <a:pt x="44898" y="691140"/>
                </a:cubicBezTo>
                <a:lnTo>
                  <a:pt x="93226" y="691140"/>
                </a:lnTo>
                <a:lnTo>
                  <a:pt x="88743" y="701284"/>
                </a:lnTo>
                <a:cubicBezTo>
                  <a:pt x="86654" y="705999"/>
                  <a:pt x="87690" y="711518"/>
                  <a:pt x="91333" y="715179"/>
                </a:cubicBezTo>
                <a:lnTo>
                  <a:pt x="167057" y="790902"/>
                </a:lnTo>
                <a:cubicBezTo>
                  <a:pt x="170700" y="794546"/>
                  <a:pt x="176236" y="795582"/>
                  <a:pt x="180951" y="793492"/>
                </a:cubicBezTo>
                <a:lnTo>
                  <a:pt x="273570" y="752558"/>
                </a:lnTo>
                <a:cubicBezTo>
                  <a:pt x="294537" y="763863"/>
                  <a:pt x="316611" y="773007"/>
                  <a:pt x="339382" y="779848"/>
                </a:cubicBezTo>
                <a:lnTo>
                  <a:pt x="375922" y="874252"/>
                </a:lnTo>
                <a:cubicBezTo>
                  <a:pt x="377779" y="879074"/>
                  <a:pt x="382423" y="882235"/>
                  <a:pt x="387584" y="882235"/>
                </a:cubicBezTo>
                <a:lnTo>
                  <a:pt x="494669" y="882235"/>
                </a:lnTo>
                <a:cubicBezTo>
                  <a:pt x="499830" y="882235"/>
                  <a:pt x="504456" y="879056"/>
                  <a:pt x="506331" y="874252"/>
                </a:cubicBezTo>
                <a:lnTo>
                  <a:pt x="542871" y="779848"/>
                </a:lnTo>
                <a:cubicBezTo>
                  <a:pt x="565606" y="773025"/>
                  <a:pt x="587681" y="763863"/>
                  <a:pt x="608665" y="752558"/>
                </a:cubicBezTo>
                <a:lnTo>
                  <a:pt x="701302" y="793492"/>
                </a:lnTo>
                <a:cubicBezTo>
                  <a:pt x="706017" y="795582"/>
                  <a:pt x="711535" y="794546"/>
                  <a:pt x="715197" y="790902"/>
                </a:cubicBezTo>
                <a:lnTo>
                  <a:pt x="790920" y="715179"/>
                </a:lnTo>
                <a:cubicBezTo>
                  <a:pt x="794564" y="711535"/>
                  <a:pt x="795599" y="705999"/>
                  <a:pt x="793510" y="701284"/>
                </a:cubicBezTo>
                <a:lnTo>
                  <a:pt x="789027" y="691140"/>
                </a:lnTo>
                <a:lnTo>
                  <a:pt x="837355" y="691140"/>
                </a:lnTo>
                <a:cubicBezTo>
                  <a:pt x="844266" y="691140"/>
                  <a:pt x="849856" y="685550"/>
                  <a:pt x="849856" y="678638"/>
                </a:cubicBezTo>
                <a:lnTo>
                  <a:pt x="849856" y="588395"/>
                </a:lnTo>
                <a:cubicBezTo>
                  <a:pt x="849856" y="564231"/>
                  <a:pt x="841462" y="542014"/>
                  <a:pt x="827443" y="524458"/>
                </a:cubicBezTo>
                <a:lnTo>
                  <a:pt x="874270" y="506331"/>
                </a:lnTo>
                <a:cubicBezTo>
                  <a:pt x="879092" y="504474"/>
                  <a:pt x="882253" y="499830"/>
                  <a:pt x="882253" y="494669"/>
                </a:cubicBezTo>
                <a:lnTo>
                  <a:pt x="882253" y="387584"/>
                </a:lnTo>
                <a:cubicBezTo>
                  <a:pt x="882253" y="382423"/>
                  <a:pt x="879074" y="377797"/>
                  <a:pt x="874270" y="375922"/>
                </a:cubicBezTo>
                <a:close/>
                <a:moveTo>
                  <a:pt x="57400" y="588395"/>
                </a:moveTo>
                <a:cubicBezTo>
                  <a:pt x="57400" y="545532"/>
                  <a:pt x="92279" y="510653"/>
                  <a:pt x="135142" y="510653"/>
                </a:cubicBezTo>
                <a:lnTo>
                  <a:pt x="140089" y="510653"/>
                </a:lnTo>
                <a:lnTo>
                  <a:pt x="129088" y="602558"/>
                </a:lnTo>
                <a:cubicBezTo>
                  <a:pt x="128498" y="607522"/>
                  <a:pt x="130909" y="612362"/>
                  <a:pt x="135249" y="614863"/>
                </a:cubicBezTo>
                <a:lnTo>
                  <a:pt x="158966" y="628561"/>
                </a:lnTo>
                <a:cubicBezTo>
                  <a:pt x="160895" y="629686"/>
                  <a:pt x="163056" y="630240"/>
                  <a:pt x="165217" y="630240"/>
                </a:cubicBezTo>
                <a:cubicBezTo>
                  <a:pt x="167378" y="630240"/>
                  <a:pt x="169539" y="629686"/>
                  <a:pt x="171468" y="628561"/>
                </a:cubicBezTo>
                <a:lnTo>
                  <a:pt x="195185" y="614863"/>
                </a:lnTo>
                <a:cubicBezTo>
                  <a:pt x="199525" y="612362"/>
                  <a:pt x="201936" y="607522"/>
                  <a:pt x="201347" y="602558"/>
                </a:cubicBezTo>
                <a:lnTo>
                  <a:pt x="190345" y="510653"/>
                </a:lnTo>
                <a:lnTo>
                  <a:pt x="195292" y="510653"/>
                </a:lnTo>
                <a:cubicBezTo>
                  <a:pt x="238155" y="510653"/>
                  <a:pt x="273034" y="545532"/>
                  <a:pt x="273034" y="588395"/>
                </a:cubicBezTo>
                <a:lnTo>
                  <a:pt x="273034" y="666137"/>
                </a:lnTo>
                <a:lnTo>
                  <a:pt x="248120" y="666137"/>
                </a:lnTo>
                <a:lnTo>
                  <a:pt x="248120" y="592824"/>
                </a:lnTo>
                <a:cubicBezTo>
                  <a:pt x="248120" y="585913"/>
                  <a:pt x="242530" y="580323"/>
                  <a:pt x="235619" y="580323"/>
                </a:cubicBezTo>
                <a:cubicBezTo>
                  <a:pt x="228707" y="580323"/>
                  <a:pt x="223117" y="585913"/>
                  <a:pt x="223117" y="592824"/>
                </a:cubicBezTo>
                <a:lnTo>
                  <a:pt x="223117" y="666137"/>
                </a:lnTo>
                <a:lnTo>
                  <a:pt x="107299" y="666137"/>
                </a:lnTo>
                <a:lnTo>
                  <a:pt x="107299" y="592824"/>
                </a:lnTo>
                <a:cubicBezTo>
                  <a:pt x="107299" y="585913"/>
                  <a:pt x="101709" y="580323"/>
                  <a:pt x="94798" y="580323"/>
                </a:cubicBezTo>
                <a:cubicBezTo>
                  <a:pt x="87886" y="580323"/>
                  <a:pt x="82296" y="585913"/>
                  <a:pt x="82296" y="592824"/>
                </a:cubicBezTo>
                <a:lnTo>
                  <a:pt x="82296" y="666137"/>
                </a:lnTo>
                <a:lnTo>
                  <a:pt x="57382" y="666137"/>
                </a:lnTo>
                <a:lnTo>
                  <a:pt x="57382" y="588395"/>
                </a:lnTo>
                <a:close/>
                <a:moveTo>
                  <a:pt x="364349" y="195042"/>
                </a:moveTo>
                <a:cubicBezTo>
                  <a:pt x="366992" y="211991"/>
                  <a:pt x="375136" y="227153"/>
                  <a:pt x="386888" y="238619"/>
                </a:cubicBezTo>
                <a:cubicBezTo>
                  <a:pt x="341828" y="249495"/>
                  <a:pt x="308253" y="290143"/>
                  <a:pt x="308253" y="338489"/>
                </a:cubicBezTo>
                <a:lnTo>
                  <a:pt x="308253" y="428732"/>
                </a:lnTo>
                <a:cubicBezTo>
                  <a:pt x="308253" y="435644"/>
                  <a:pt x="313843" y="441234"/>
                  <a:pt x="320754" y="441234"/>
                </a:cubicBezTo>
                <a:lnTo>
                  <a:pt x="561427" y="441234"/>
                </a:lnTo>
                <a:cubicBezTo>
                  <a:pt x="568339" y="441234"/>
                  <a:pt x="573929" y="435644"/>
                  <a:pt x="573929" y="428732"/>
                </a:cubicBezTo>
                <a:lnTo>
                  <a:pt x="573929" y="338489"/>
                </a:lnTo>
                <a:cubicBezTo>
                  <a:pt x="573929" y="290143"/>
                  <a:pt x="540353" y="249513"/>
                  <a:pt x="495294" y="238619"/>
                </a:cubicBezTo>
                <a:cubicBezTo>
                  <a:pt x="507046" y="227153"/>
                  <a:pt x="515207" y="212009"/>
                  <a:pt x="517833" y="195042"/>
                </a:cubicBezTo>
                <a:cubicBezTo>
                  <a:pt x="597860" y="219474"/>
                  <a:pt x="661886" y="281214"/>
                  <a:pt x="689229" y="360438"/>
                </a:cubicBezTo>
                <a:cubicBezTo>
                  <a:pt x="660065" y="371636"/>
                  <a:pt x="639294" y="399925"/>
                  <a:pt x="639294" y="432983"/>
                </a:cubicBezTo>
                <a:cubicBezTo>
                  <a:pt x="639294" y="454735"/>
                  <a:pt x="648295" y="474434"/>
                  <a:pt x="662761" y="488543"/>
                </a:cubicBezTo>
                <a:cubicBezTo>
                  <a:pt x="617702" y="499420"/>
                  <a:pt x="584127" y="540068"/>
                  <a:pt x="584127" y="588413"/>
                </a:cubicBezTo>
                <a:lnTo>
                  <a:pt x="584127" y="666155"/>
                </a:lnTo>
                <a:cubicBezTo>
                  <a:pt x="541550" y="693908"/>
                  <a:pt x="492240" y="708571"/>
                  <a:pt x="441073" y="708571"/>
                </a:cubicBezTo>
                <a:cubicBezTo>
                  <a:pt x="389906" y="708571"/>
                  <a:pt x="340614" y="693908"/>
                  <a:pt x="298019" y="666155"/>
                </a:cubicBezTo>
                <a:lnTo>
                  <a:pt x="298019" y="588413"/>
                </a:lnTo>
                <a:cubicBezTo>
                  <a:pt x="298019" y="540068"/>
                  <a:pt x="264444" y="499437"/>
                  <a:pt x="219385" y="488543"/>
                </a:cubicBezTo>
                <a:cubicBezTo>
                  <a:pt x="233851" y="474434"/>
                  <a:pt x="242852" y="454735"/>
                  <a:pt x="242852" y="432983"/>
                </a:cubicBezTo>
                <a:cubicBezTo>
                  <a:pt x="242852" y="399925"/>
                  <a:pt x="222081" y="371636"/>
                  <a:pt x="192917" y="360438"/>
                </a:cubicBezTo>
                <a:cubicBezTo>
                  <a:pt x="220242" y="281214"/>
                  <a:pt x="284286" y="219492"/>
                  <a:pt x="364313" y="195042"/>
                </a:cubicBezTo>
                <a:close/>
                <a:moveTo>
                  <a:pt x="493776" y="183059"/>
                </a:moveTo>
                <a:cubicBezTo>
                  <a:pt x="493776" y="212098"/>
                  <a:pt x="470148" y="235744"/>
                  <a:pt x="441091" y="235744"/>
                </a:cubicBezTo>
                <a:cubicBezTo>
                  <a:pt x="412034" y="235744"/>
                  <a:pt x="388406" y="212116"/>
                  <a:pt x="388406" y="183059"/>
                </a:cubicBezTo>
                <a:cubicBezTo>
                  <a:pt x="388406" y="154001"/>
                  <a:pt x="412034" y="130373"/>
                  <a:pt x="441091" y="130373"/>
                </a:cubicBezTo>
                <a:cubicBezTo>
                  <a:pt x="470148" y="130373"/>
                  <a:pt x="493776" y="154001"/>
                  <a:pt x="493776" y="183059"/>
                </a:cubicBezTo>
                <a:close/>
                <a:moveTo>
                  <a:pt x="511510" y="330416"/>
                </a:moveTo>
                <a:cubicBezTo>
                  <a:pt x="504599" y="330416"/>
                  <a:pt x="499009" y="336006"/>
                  <a:pt x="499009" y="342918"/>
                </a:cubicBezTo>
                <a:lnTo>
                  <a:pt x="499009" y="416231"/>
                </a:lnTo>
                <a:lnTo>
                  <a:pt x="383191" y="416231"/>
                </a:lnTo>
                <a:lnTo>
                  <a:pt x="383191" y="342918"/>
                </a:lnTo>
                <a:cubicBezTo>
                  <a:pt x="383191" y="336006"/>
                  <a:pt x="377601" y="330416"/>
                  <a:pt x="370689" y="330416"/>
                </a:cubicBezTo>
                <a:cubicBezTo>
                  <a:pt x="363778" y="330416"/>
                  <a:pt x="358188" y="336006"/>
                  <a:pt x="358188" y="342918"/>
                </a:cubicBezTo>
                <a:lnTo>
                  <a:pt x="358188" y="416231"/>
                </a:lnTo>
                <a:lnTo>
                  <a:pt x="333274" y="416231"/>
                </a:lnTo>
                <a:lnTo>
                  <a:pt x="333274" y="338489"/>
                </a:lnTo>
                <a:cubicBezTo>
                  <a:pt x="333274" y="295626"/>
                  <a:pt x="368153" y="260747"/>
                  <a:pt x="411016" y="260747"/>
                </a:cubicBezTo>
                <a:lnTo>
                  <a:pt x="415963" y="260747"/>
                </a:lnTo>
                <a:lnTo>
                  <a:pt x="404961" y="352651"/>
                </a:lnTo>
                <a:cubicBezTo>
                  <a:pt x="404372" y="357616"/>
                  <a:pt x="406783" y="362456"/>
                  <a:pt x="411123" y="364956"/>
                </a:cubicBezTo>
                <a:lnTo>
                  <a:pt x="434840" y="378654"/>
                </a:lnTo>
                <a:cubicBezTo>
                  <a:pt x="436769" y="379762"/>
                  <a:pt x="438930" y="380333"/>
                  <a:pt x="441091" y="380333"/>
                </a:cubicBezTo>
                <a:cubicBezTo>
                  <a:pt x="443252" y="380333"/>
                  <a:pt x="445413" y="379780"/>
                  <a:pt x="447342" y="378654"/>
                </a:cubicBezTo>
                <a:lnTo>
                  <a:pt x="471059" y="364956"/>
                </a:lnTo>
                <a:cubicBezTo>
                  <a:pt x="475399" y="362456"/>
                  <a:pt x="477810" y="357616"/>
                  <a:pt x="477220" y="352651"/>
                </a:cubicBezTo>
                <a:lnTo>
                  <a:pt x="466219" y="260747"/>
                </a:lnTo>
                <a:lnTo>
                  <a:pt x="471166" y="260747"/>
                </a:lnTo>
                <a:cubicBezTo>
                  <a:pt x="514029" y="260747"/>
                  <a:pt x="548908" y="295626"/>
                  <a:pt x="548908" y="338489"/>
                </a:cubicBezTo>
                <a:lnTo>
                  <a:pt x="548908" y="416231"/>
                </a:lnTo>
                <a:lnTo>
                  <a:pt x="523994" y="416231"/>
                </a:lnTo>
                <a:lnTo>
                  <a:pt x="523994" y="342918"/>
                </a:lnTo>
                <a:cubicBezTo>
                  <a:pt x="523994" y="336006"/>
                  <a:pt x="518404" y="330416"/>
                  <a:pt x="511493" y="330416"/>
                </a:cubicBezTo>
                <a:close/>
                <a:moveTo>
                  <a:pt x="451431" y="347436"/>
                </a:moveTo>
                <a:lnTo>
                  <a:pt x="441091" y="353401"/>
                </a:lnTo>
                <a:lnTo>
                  <a:pt x="430768" y="347436"/>
                </a:lnTo>
                <a:lnTo>
                  <a:pt x="441109" y="261176"/>
                </a:lnTo>
                <a:close/>
                <a:moveTo>
                  <a:pt x="713875" y="536996"/>
                </a:moveTo>
                <a:cubicBezTo>
                  <a:pt x="715482" y="532156"/>
                  <a:pt x="716965" y="527245"/>
                  <a:pt x="718322" y="522297"/>
                </a:cubicBezTo>
                <a:lnTo>
                  <a:pt x="727305" y="597360"/>
                </a:lnTo>
                <a:lnTo>
                  <a:pt x="716983" y="603325"/>
                </a:lnTo>
                <a:lnTo>
                  <a:pt x="706642" y="597360"/>
                </a:lnTo>
                <a:close/>
                <a:moveTo>
                  <a:pt x="716983" y="485668"/>
                </a:moveTo>
                <a:cubicBezTo>
                  <a:pt x="687943" y="485668"/>
                  <a:pt x="664297" y="462040"/>
                  <a:pt x="664297" y="432983"/>
                </a:cubicBezTo>
                <a:cubicBezTo>
                  <a:pt x="664297" y="403925"/>
                  <a:pt x="687925" y="380298"/>
                  <a:pt x="716983" y="380298"/>
                </a:cubicBezTo>
                <a:cubicBezTo>
                  <a:pt x="746040" y="380298"/>
                  <a:pt x="769668" y="403925"/>
                  <a:pt x="769668" y="432983"/>
                </a:cubicBezTo>
                <a:cubicBezTo>
                  <a:pt x="769668" y="462040"/>
                  <a:pt x="746040" y="485668"/>
                  <a:pt x="716983" y="485668"/>
                </a:cubicBezTo>
                <a:close/>
                <a:moveTo>
                  <a:pt x="165217" y="511100"/>
                </a:moveTo>
                <a:lnTo>
                  <a:pt x="175540" y="597360"/>
                </a:lnTo>
                <a:lnTo>
                  <a:pt x="165217" y="603325"/>
                </a:lnTo>
                <a:lnTo>
                  <a:pt x="154877" y="597360"/>
                </a:lnTo>
                <a:close/>
                <a:moveTo>
                  <a:pt x="165217" y="380315"/>
                </a:moveTo>
                <a:cubicBezTo>
                  <a:pt x="194256" y="380315"/>
                  <a:pt x="217902" y="403943"/>
                  <a:pt x="217902" y="433001"/>
                </a:cubicBezTo>
                <a:cubicBezTo>
                  <a:pt x="217902" y="462058"/>
                  <a:pt x="194274" y="485686"/>
                  <a:pt x="165217" y="485686"/>
                </a:cubicBezTo>
                <a:cubicBezTo>
                  <a:pt x="136160" y="485686"/>
                  <a:pt x="112532" y="462058"/>
                  <a:pt x="112532" y="433001"/>
                </a:cubicBezTo>
                <a:cubicBezTo>
                  <a:pt x="112532" y="403943"/>
                  <a:pt x="136160" y="380315"/>
                  <a:pt x="165217" y="380315"/>
                </a:cubicBezTo>
                <a:close/>
                <a:moveTo>
                  <a:pt x="703534" y="767203"/>
                </a:moveTo>
                <a:lnTo>
                  <a:pt x="613077" y="727234"/>
                </a:lnTo>
                <a:cubicBezTo>
                  <a:pt x="609469" y="725644"/>
                  <a:pt x="605326" y="725841"/>
                  <a:pt x="601897" y="727770"/>
                </a:cubicBezTo>
                <a:cubicBezTo>
                  <a:pt x="579180" y="740539"/>
                  <a:pt x="554998" y="750576"/>
                  <a:pt x="530031" y="757577"/>
                </a:cubicBezTo>
                <a:cubicBezTo>
                  <a:pt x="526244" y="758648"/>
                  <a:pt x="523173" y="761434"/>
                  <a:pt x="521744" y="765096"/>
                </a:cubicBezTo>
                <a:lnTo>
                  <a:pt x="486061" y="857286"/>
                </a:lnTo>
                <a:lnTo>
                  <a:pt x="396103" y="857286"/>
                </a:lnTo>
                <a:lnTo>
                  <a:pt x="360438" y="765114"/>
                </a:lnTo>
                <a:cubicBezTo>
                  <a:pt x="359009" y="761434"/>
                  <a:pt x="355955" y="758648"/>
                  <a:pt x="352151" y="757595"/>
                </a:cubicBezTo>
                <a:cubicBezTo>
                  <a:pt x="327148" y="750576"/>
                  <a:pt x="302966" y="740557"/>
                  <a:pt x="280267" y="727787"/>
                </a:cubicBezTo>
                <a:cubicBezTo>
                  <a:pt x="276838" y="725859"/>
                  <a:pt x="272695" y="725662"/>
                  <a:pt x="269087" y="727252"/>
                </a:cubicBezTo>
                <a:lnTo>
                  <a:pt x="178647" y="767221"/>
                </a:lnTo>
                <a:lnTo>
                  <a:pt x="115032" y="703606"/>
                </a:lnTo>
                <a:lnTo>
                  <a:pt x="120515" y="691194"/>
                </a:lnTo>
                <a:lnTo>
                  <a:pt x="235565" y="691194"/>
                </a:lnTo>
                <a:cubicBezTo>
                  <a:pt x="235565" y="691194"/>
                  <a:pt x="235583" y="691194"/>
                  <a:pt x="235601" y="691194"/>
                </a:cubicBezTo>
                <a:cubicBezTo>
                  <a:pt x="235619" y="691194"/>
                  <a:pt x="235619" y="691194"/>
                  <a:pt x="235637" y="691194"/>
                </a:cubicBezTo>
                <a:lnTo>
                  <a:pt x="285518" y="691194"/>
                </a:lnTo>
                <a:cubicBezTo>
                  <a:pt x="286947" y="691194"/>
                  <a:pt x="288322" y="690944"/>
                  <a:pt x="289608" y="690497"/>
                </a:cubicBezTo>
                <a:cubicBezTo>
                  <a:pt x="335042" y="718733"/>
                  <a:pt x="387120" y="733592"/>
                  <a:pt x="441055" y="733592"/>
                </a:cubicBezTo>
                <a:cubicBezTo>
                  <a:pt x="494990" y="733592"/>
                  <a:pt x="547086" y="718715"/>
                  <a:pt x="592503" y="690497"/>
                </a:cubicBezTo>
                <a:cubicBezTo>
                  <a:pt x="593789" y="690944"/>
                  <a:pt x="595164" y="691194"/>
                  <a:pt x="596592" y="691194"/>
                </a:cubicBezTo>
                <a:lnTo>
                  <a:pt x="646474" y="691194"/>
                </a:lnTo>
                <a:cubicBezTo>
                  <a:pt x="646474" y="691194"/>
                  <a:pt x="646492" y="691194"/>
                  <a:pt x="646509" y="691194"/>
                </a:cubicBezTo>
                <a:cubicBezTo>
                  <a:pt x="646527" y="691194"/>
                  <a:pt x="646527" y="691194"/>
                  <a:pt x="646545" y="691194"/>
                </a:cubicBezTo>
                <a:lnTo>
                  <a:pt x="761595" y="691194"/>
                </a:lnTo>
                <a:lnTo>
                  <a:pt x="767078" y="703606"/>
                </a:lnTo>
                <a:lnTo>
                  <a:pt x="703463" y="767221"/>
                </a:lnTo>
                <a:close/>
                <a:moveTo>
                  <a:pt x="824817" y="666173"/>
                </a:moveTo>
                <a:lnTo>
                  <a:pt x="799904" y="666173"/>
                </a:lnTo>
                <a:lnTo>
                  <a:pt x="799904" y="592860"/>
                </a:lnTo>
                <a:cubicBezTo>
                  <a:pt x="799904" y="585948"/>
                  <a:pt x="794314" y="580358"/>
                  <a:pt x="787402" y="580358"/>
                </a:cubicBezTo>
                <a:cubicBezTo>
                  <a:pt x="780490" y="580358"/>
                  <a:pt x="774900" y="585948"/>
                  <a:pt x="774900" y="592860"/>
                </a:cubicBezTo>
                <a:lnTo>
                  <a:pt x="774900" y="666173"/>
                </a:lnTo>
                <a:lnTo>
                  <a:pt x="659082" y="666173"/>
                </a:lnTo>
                <a:lnTo>
                  <a:pt x="659082" y="592860"/>
                </a:lnTo>
                <a:cubicBezTo>
                  <a:pt x="659082" y="585948"/>
                  <a:pt x="653492" y="580358"/>
                  <a:pt x="646581" y="580358"/>
                </a:cubicBezTo>
                <a:cubicBezTo>
                  <a:pt x="639669" y="580358"/>
                  <a:pt x="634079" y="585948"/>
                  <a:pt x="634079" y="592860"/>
                </a:cubicBezTo>
                <a:lnTo>
                  <a:pt x="634079" y="666173"/>
                </a:lnTo>
                <a:lnTo>
                  <a:pt x="609165" y="666173"/>
                </a:lnTo>
                <a:lnTo>
                  <a:pt x="609165" y="588431"/>
                </a:lnTo>
                <a:cubicBezTo>
                  <a:pt x="609165" y="545568"/>
                  <a:pt x="644045" y="510689"/>
                  <a:pt x="686907" y="510689"/>
                </a:cubicBezTo>
                <a:lnTo>
                  <a:pt x="691854" y="510689"/>
                </a:lnTo>
                <a:lnTo>
                  <a:pt x="689211" y="532781"/>
                </a:lnTo>
                <a:cubicBezTo>
                  <a:pt x="689211" y="532781"/>
                  <a:pt x="689211" y="532834"/>
                  <a:pt x="689211" y="532870"/>
                </a:cubicBezTo>
                <a:lnTo>
                  <a:pt x="680853" y="602611"/>
                </a:lnTo>
                <a:cubicBezTo>
                  <a:pt x="680264" y="607576"/>
                  <a:pt x="682675" y="612416"/>
                  <a:pt x="687014" y="614916"/>
                </a:cubicBezTo>
                <a:lnTo>
                  <a:pt x="710732" y="628614"/>
                </a:lnTo>
                <a:cubicBezTo>
                  <a:pt x="712661" y="629739"/>
                  <a:pt x="714822" y="630293"/>
                  <a:pt x="716983" y="630293"/>
                </a:cubicBezTo>
                <a:cubicBezTo>
                  <a:pt x="719143" y="630293"/>
                  <a:pt x="721304" y="629739"/>
                  <a:pt x="723233" y="628614"/>
                </a:cubicBezTo>
                <a:lnTo>
                  <a:pt x="746951" y="614916"/>
                </a:lnTo>
                <a:cubicBezTo>
                  <a:pt x="751290" y="612416"/>
                  <a:pt x="753701" y="607576"/>
                  <a:pt x="753112" y="602611"/>
                </a:cubicBezTo>
                <a:lnTo>
                  <a:pt x="742111" y="510707"/>
                </a:lnTo>
                <a:lnTo>
                  <a:pt x="747058" y="510707"/>
                </a:lnTo>
                <a:cubicBezTo>
                  <a:pt x="789920" y="510707"/>
                  <a:pt x="824800" y="545586"/>
                  <a:pt x="824800" y="588449"/>
                </a:cubicBezTo>
                <a:lnTo>
                  <a:pt x="824800" y="666190"/>
                </a:lnTo>
                <a:close/>
                <a:moveTo>
                  <a:pt x="857232" y="486132"/>
                </a:moveTo>
                <a:lnTo>
                  <a:pt x="807494" y="505385"/>
                </a:lnTo>
                <a:cubicBezTo>
                  <a:pt x="796778" y="497562"/>
                  <a:pt x="784491" y="491776"/>
                  <a:pt x="771204" y="488561"/>
                </a:cubicBezTo>
                <a:cubicBezTo>
                  <a:pt x="785670" y="474452"/>
                  <a:pt x="794671" y="454753"/>
                  <a:pt x="794671" y="433001"/>
                </a:cubicBezTo>
                <a:cubicBezTo>
                  <a:pt x="794671" y="390174"/>
                  <a:pt x="759827" y="355312"/>
                  <a:pt x="716983" y="355312"/>
                </a:cubicBezTo>
                <a:cubicBezTo>
                  <a:pt x="715965" y="355312"/>
                  <a:pt x="714964" y="355348"/>
                  <a:pt x="713946" y="355384"/>
                </a:cubicBezTo>
                <a:cubicBezTo>
                  <a:pt x="683782" y="264587"/>
                  <a:pt x="609737" y="194274"/>
                  <a:pt x="517458" y="168896"/>
                </a:cubicBezTo>
                <a:cubicBezTo>
                  <a:pt x="510778" y="132802"/>
                  <a:pt x="479096" y="105388"/>
                  <a:pt x="441091" y="105388"/>
                </a:cubicBezTo>
                <a:cubicBezTo>
                  <a:pt x="403086" y="105388"/>
                  <a:pt x="371404" y="132820"/>
                  <a:pt x="364724" y="168896"/>
                </a:cubicBezTo>
                <a:cubicBezTo>
                  <a:pt x="272445" y="194274"/>
                  <a:pt x="198400" y="264587"/>
                  <a:pt x="168235" y="355384"/>
                </a:cubicBezTo>
                <a:cubicBezTo>
                  <a:pt x="167235" y="355348"/>
                  <a:pt x="166217" y="355312"/>
                  <a:pt x="165199" y="355312"/>
                </a:cubicBezTo>
                <a:cubicBezTo>
                  <a:pt x="122372" y="355312"/>
                  <a:pt x="87511" y="390156"/>
                  <a:pt x="87511" y="433001"/>
                </a:cubicBezTo>
                <a:cubicBezTo>
                  <a:pt x="87511" y="454753"/>
                  <a:pt x="96512" y="474452"/>
                  <a:pt x="110978" y="488561"/>
                </a:cubicBezTo>
                <a:cubicBezTo>
                  <a:pt x="97691" y="491776"/>
                  <a:pt x="85404" y="497562"/>
                  <a:pt x="74688" y="505385"/>
                </a:cubicBezTo>
                <a:lnTo>
                  <a:pt x="24950" y="486132"/>
                </a:lnTo>
                <a:lnTo>
                  <a:pt x="24950" y="396175"/>
                </a:lnTo>
                <a:lnTo>
                  <a:pt x="117122" y="360492"/>
                </a:lnTo>
                <a:cubicBezTo>
                  <a:pt x="120801" y="359063"/>
                  <a:pt x="123587" y="356009"/>
                  <a:pt x="124641" y="352205"/>
                </a:cubicBezTo>
                <a:cubicBezTo>
                  <a:pt x="131659" y="327202"/>
                  <a:pt x="141678" y="303020"/>
                  <a:pt x="154448" y="280321"/>
                </a:cubicBezTo>
                <a:cubicBezTo>
                  <a:pt x="156377" y="276892"/>
                  <a:pt x="156573" y="272748"/>
                  <a:pt x="154984" y="269141"/>
                </a:cubicBezTo>
                <a:lnTo>
                  <a:pt x="115014" y="178701"/>
                </a:lnTo>
                <a:lnTo>
                  <a:pt x="178629" y="115086"/>
                </a:lnTo>
                <a:lnTo>
                  <a:pt x="269087" y="155055"/>
                </a:lnTo>
                <a:cubicBezTo>
                  <a:pt x="272695" y="156645"/>
                  <a:pt x="276838" y="156448"/>
                  <a:pt x="280267" y="154519"/>
                </a:cubicBezTo>
                <a:cubicBezTo>
                  <a:pt x="302984" y="141750"/>
                  <a:pt x="327166" y="131713"/>
                  <a:pt x="352133" y="124712"/>
                </a:cubicBezTo>
                <a:cubicBezTo>
                  <a:pt x="355920" y="123640"/>
                  <a:pt x="358991" y="120854"/>
                  <a:pt x="360420" y="117193"/>
                </a:cubicBezTo>
                <a:lnTo>
                  <a:pt x="396103" y="25003"/>
                </a:lnTo>
                <a:lnTo>
                  <a:pt x="486061" y="25003"/>
                </a:lnTo>
                <a:lnTo>
                  <a:pt x="521744" y="117193"/>
                </a:lnTo>
                <a:cubicBezTo>
                  <a:pt x="523173" y="120872"/>
                  <a:pt x="526227" y="123658"/>
                  <a:pt x="530031" y="124712"/>
                </a:cubicBezTo>
                <a:cubicBezTo>
                  <a:pt x="555016" y="131731"/>
                  <a:pt x="579197" y="141750"/>
                  <a:pt x="601897" y="154519"/>
                </a:cubicBezTo>
                <a:cubicBezTo>
                  <a:pt x="605326" y="156448"/>
                  <a:pt x="609469" y="156645"/>
                  <a:pt x="613077" y="155055"/>
                </a:cubicBezTo>
                <a:lnTo>
                  <a:pt x="703534" y="115086"/>
                </a:lnTo>
                <a:lnTo>
                  <a:pt x="767149" y="178701"/>
                </a:lnTo>
                <a:lnTo>
                  <a:pt x="727180" y="269141"/>
                </a:lnTo>
                <a:cubicBezTo>
                  <a:pt x="725591" y="272748"/>
                  <a:pt x="725787" y="276892"/>
                  <a:pt x="727716" y="280321"/>
                </a:cubicBezTo>
                <a:cubicBezTo>
                  <a:pt x="740485" y="303038"/>
                  <a:pt x="750522" y="327219"/>
                  <a:pt x="757523" y="352205"/>
                </a:cubicBezTo>
                <a:cubicBezTo>
                  <a:pt x="758595" y="355991"/>
                  <a:pt x="761381" y="359063"/>
                  <a:pt x="765042" y="360492"/>
                </a:cubicBezTo>
                <a:lnTo>
                  <a:pt x="857214" y="396175"/>
                </a:lnTo>
                <a:lnTo>
                  <a:pt x="857214" y="486132"/>
                </a:lnTo>
                <a:close/>
                <a:moveTo>
                  <a:pt x="441109" y="624632"/>
                </a:moveTo>
                <a:cubicBezTo>
                  <a:pt x="467201" y="624632"/>
                  <a:pt x="488418" y="603415"/>
                  <a:pt x="488418" y="577322"/>
                </a:cubicBezTo>
                <a:cubicBezTo>
                  <a:pt x="488418" y="551230"/>
                  <a:pt x="467201" y="530013"/>
                  <a:pt x="441109" y="530013"/>
                </a:cubicBezTo>
                <a:cubicBezTo>
                  <a:pt x="415016" y="530013"/>
                  <a:pt x="393799" y="551230"/>
                  <a:pt x="393799" y="577322"/>
                </a:cubicBezTo>
                <a:cubicBezTo>
                  <a:pt x="393799" y="603415"/>
                  <a:pt x="415016" y="624632"/>
                  <a:pt x="441109" y="624632"/>
                </a:cubicBezTo>
                <a:close/>
                <a:moveTo>
                  <a:pt x="441109" y="555016"/>
                </a:moveTo>
                <a:cubicBezTo>
                  <a:pt x="453414" y="555016"/>
                  <a:pt x="463415" y="565017"/>
                  <a:pt x="463415" y="577322"/>
                </a:cubicBezTo>
                <a:cubicBezTo>
                  <a:pt x="463415" y="589627"/>
                  <a:pt x="453414" y="599629"/>
                  <a:pt x="441109" y="599629"/>
                </a:cubicBezTo>
                <a:cubicBezTo>
                  <a:pt x="428804" y="599629"/>
                  <a:pt x="418802" y="589627"/>
                  <a:pt x="418802" y="577322"/>
                </a:cubicBezTo>
                <a:cubicBezTo>
                  <a:pt x="418802" y="565017"/>
                  <a:pt x="428804" y="555016"/>
                  <a:pt x="441109" y="555016"/>
                </a:cubicBezTo>
                <a:close/>
                <a:moveTo>
                  <a:pt x="330702" y="602218"/>
                </a:moveTo>
                <a:lnTo>
                  <a:pt x="349865" y="609630"/>
                </a:lnTo>
                <a:cubicBezTo>
                  <a:pt x="350990" y="612809"/>
                  <a:pt x="352294" y="615934"/>
                  <a:pt x="353741" y="618988"/>
                </a:cubicBezTo>
                <a:lnTo>
                  <a:pt x="345436" y="637794"/>
                </a:lnTo>
                <a:cubicBezTo>
                  <a:pt x="343346" y="642509"/>
                  <a:pt x="344382" y="648027"/>
                  <a:pt x="348026" y="651689"/>
                </a:cubicBezTo>
                <a:lnTo>
                  <a:pt x="366742" y="670405"/>
                </a:lnTo>
                <a:cubicBezTo>
                  <a:pt x="370386" y="674049"/>
                  <a:pt x="375904" y="675084"/>
                  <a:pt x="380637" y="672995"/>
                </a:cubicBezTo>
                <a:lnTo>
                  <a:pt x="399443" y="664690"/>
                </a:lnTo>
                <a:cubicBezTo>
                  <a:pt x="402497" y="666155"/>
                  <a:pt x="405622" y="667441"/>
                  <a:pt x="408819" y="668584"/>
                </a:cubicBezTo>
                <a:lnTo>
                  <a:pt x="416231" y="687747"/>
                </a:lnTo>
                <a:cubicBezTo>
                  <a:pt x="418088" y="692569"/>
                  <a:pt x="422731" y="695730"/>
                  <a:pt x="427893" y="695730"/>
                </a:cubicBezTo>
                <a:lnTo>
                  <a:pt x="454343" y="695730"/>
                </a:lnTo>
                <a:cubicBezTo>
                  <a:pt x="459504" y="695730"/>
                  <a:pt x="464129" y="692551"/>
                  <a:pt x="466005" y="687747"/>
                </a:cubicBezTo>
                <a:lnTo>
                  <a:pt x="473416" y="668584"/>
                </a:lnTo>
                <a:cubicBezTo>
                  <a:pt x="476595" y="667458"/>
                  <a:pt x="479721" y="666155"/>
                  <a:pt x="482775" y="664708"/>
                </a:cubicBezTo>
                <a:lnTo>
                  <a:pt x="501581" y="673013"/>
                </a:lnTo>
                <a:cubicBezTo>
                  <a:pt x="506295" y="675102"/>
                  <a:pt x="511832" y="674066"/>
                  <a:pt x="515475" y="670423"/>
                </a:cubicBezTo>
                <a:lnTo>
                  <a:pt x="534192" y="651706"/>
                </a:lnTo>
                <a:cubicBezTo>
                  <a:pt x="537835" y="648063"/>
                  <a:pt x="538871" y="642545"/>
                  <a:pt x="536781" y="637812"/>
                </a:cubicBezTo>
                <a:lnTo>
                  <a:pt x="528477" y="619006"/>
                </a:lnTo>
                <a:cubicBezTo>
                  <a:pt x="529941" y="615952"/>
                  <a:pt x="531227" y="612827"/>
                  <a:pt x="532352" y="609630"/>
                </a:cubicBezTo>
                <a:lnTo>
                  <a:pt x="551515" y="602218"/>
                </a:lnTo>
                <a:cubicBezTo>
                  <a:pt x="556337" y="600361"/>
                  <a:pt x="559499" y="595717"/>
                  <a:pt x="559499" y="590556"/>
                </a:cubicBezTo>
                <a:lnTo>
                  <a:pt x="559499" y="564106"/>
                </a:lnTo>
                <a:cubicBezTo>
                  <a:pt x="559499" y="558945"/>
                  <a:pt x="556320" y="554319"/>
                  <a:pt x="551515" y="552444"/>
                </a:cubicBezTo>
                <a:lnTo>
                  <a:pt x="532352" y="545032"/>
                </a:lnTo>
                <a:cubicBezTo>
                  <a:pt x="531227" y="541853"/>
                  <a:pt x="529923" y="538710"/>
                  <a:pt x="528459" y="535656"/>
                </a:cubicBezTo>
                <a:lnTo>
                  <a:pt x="536764" y="516850"/>
                </a:lnTo>
                <a:cubicBezTo>
                  <a:pt x="538853" y="512135"/>
                  <a:pt x="537817" y="506599"/>
                  <a:pt x="534174" y="502956"/>
                </a:cubicBezTo>
                <a:lnTo>
                  <a:pt x="515457" y="484239"/>
                </a:lnTo>
                <a:cubicBezTo>
                  <a:pt x="511814" y="480596"/>
                  <a:pt x="506278" y="479560"/>
                  <a:pt x="501563" y="481650"/>
                </a:cubicBezTo>
                <a:lnTo>
                  <a:pt x="482757" y="489954"/>
                </a:lnTo>
                <a:cubicBezTo>
                  <a:pt x="479703" y="488490"/>
                  <a:pt x="476577" y="487204"/>
                  <a:pt x="473398" y="486079"/>
                </a:cubicBezTo>
                <a:lnTo>
                  <a:pt x="465987" y="466916"/>
                </a:lnTo>
                <a:cubicBezTo>
                  <a:pt x="464129" y="462093"/>
                  <a:pt x="459486" y="458932"/>
                  <a:pt x="454325" y="458932"/>
                </a:cubicBezTo>
                <a:lnTo>
                  <a:pt x="427875" y="458932"/>
                </a:lnTo>
                <a:cubicBezTo>
                  <a:pt x="422714" y="458932"/>
                  <a:pt x="418088" y="462111"/>
                  <a:pt x="416213" y="466916"/>
                </a:cubicBezTo>
                <a:lnTo>
                  <a:pt x="408801" y="486079"/>
                </a:lnTo>
                <a:cubicBezTo>
                  <a:pt x="405622" y="487204"/>
                  <a:pt x="402497" y="488507"/>
                  <a:pt x="399443" y="489954"/>
                </a:cubicBezTo>
                <a:lnTo>
                  <a:pt x="380637" y="481650"/>
                </a:lnTo>
                <a:cubicBezTo>
                  <a:pt x="375904" y="479560"/>
                  <a:pt x="370386" y="480596"/>
                  <a:pt x="366742" y="484239"/>
                </a:cubicBezTo>
                <a:lnTo>
                  <a:pt x="348026" y="502956"/>
                </a:lnTo>
                <a:cubicBezTo>
                  <a:pt x="344382" y="506599"/>
                  <a:pt x="343346" y="512118"/>
                  <a:pt x="345436" y="516850"/>
                </a:cubicBezTo>
                <a:lnTo>
                  <a:pt x="353741" y="535656"/>
                </a:lnTo>
                <a:cubicBezTo>
                  <a:pt x="352276" y="538710"/>
                  <a:pt x="350990" y="541836"/>
                  <a:pt x="349865" y="545032"/>
                </a:cubicBezTo>
                <a:lnTo>
                  <a:pt x="330702" y="552444"/>
                </a:lnTo>
                <a:cubicBezTo>
                  <a:pt x="325880" y="554301"/>
                  <a:pt x="322719" y="558945"/>
                  <a:pt x="322719" y="564106"/>
                </a:cubicBezTo>
                <a:lnTo>
                  <a:pt x="322719" y="590556"/>
                </a:lnTo>
                <a:cubicBezTo>
                  <a:pt x="322719" y="595717"/>
                  <a:pt x="325898" y="600343"/>
                  <a:pt x="330702" y="602218"/>
                </a:cubicBezTo>
                <a:close/>
                <a:moveTo>
                  <a:pt x="347722" y="572661"/>
                </a:moveTo>
                <a:lnTo>
                  <a:pt x="364474" y="566178"/>
                </a:lnTo>
                <a:cubicBezTo>
                  <a:pt x="368153" y="564749"/>
                  <a:pt x="370939" y="561695"/>
                  <a:pt x="371993" y="557891"/>
                </a:cubicBezTo>
                <a:cubicBezTo>
                  <a:pt x="373529" y="552444"/>
                  <a:pt x="375708" y="547158"/>
                  <a:pt x="378494" y="542211"/>
                </a:cubicBezTo>
                <a:cubicBezTo>
                  <a:pt x="380423" y="538782"/>
                  <a:pt x="380619" y="534638"/>
                  <a:pt x="379030" y="531031"/>
                </a:cubicBezTo>
                <a:lnTo>
                  <a:pt x="371761" y="514582"/>
                </a:lnTo>
                <a:lnTo>
                  <a:pt x="378351" y="507992"/>
                </a:lnTo>
                <a:lnTo>
                  <a:pt x="394799" y="515261"/>
                </a:lnTo>
                <a:cubicBezTo>
                  <a:pt x="398407" y="516850"/>
                  <a:pt x="402550" y="516654"/>
                  <a:pt x="405979" y="514725"/>
                </a:cubicBezTo>
                <a:cubicBezTo>
                  <a:pt x="410944" y="511939"/>
                  <a:pt x="416213" y="509742"/>
                  <a:pt x="421660" y="508224"/>
                </a:cubicBezTo>
                <a:cubicBezTo>
                  <a:pt x="425446" y="507171"/>
                  <a:pt x="428518" y="504367"/>
                  <a:pt x="429947" y="500705"/>
                </a:cubicBezTo>
                <a:lnTo>
                  <a:pt x="436430" y="483953"/>
                </a:lnTo>
                <a:lnTo>
                  <a:pt x="445752" y="483953"/>
                </a:lnTo>
                <a:lnTo>
                  <a:pt x="452235" y="500705"/>
                </a:lnTo>
                <a:cubicBezTo>
                  <a:pt x="453664" y="504385"/>
                  <a:pt x="456718" y="507171"/>
                  <a:pt x="460522" y="508224"/>
                </a:cubicBezTo>
                <a:cubicBezTo>
                  <a:pt x="465969" y="509760"/>
                  <a:pt x="471255" y="511939"/>
                  <a:pt x="476202" y="514725"/>
                </a:cubicBezTo>
                <a:cubicBezTo>
                  <a:pt x="479631" y="516654"/>
                  <a:pt x="483775" y="516850"/>
                  <a:pt x="487382" y="515261"/>
                </a:cubicBezTo>
                <a:lnTo>
                  <a:pt x="503831" y="507992"/>
                </a:lnTo>
                <a:lnTo>
                  <a:pt x="510421" y="514582"/>
                </a:lnTo>
                <a:lnTo>
                  <a:pt x="503152" y="531031"/>
                </a:lnTo>
                <a:cubicBezTo>
                  <a:pt x="501563" y="534638"/>
                  <a:pt x="501759" y="538782"/>
                  <a:pt x="503688" y="542211"/>
                </a:cubicBezTo>
                <a:cubicBezTo>
                  <a:pt x="506474" y="547176"/>
                  <a:pt x="508671" y="552462"/>
                  <a:pt x="510189" y="557909"/>
                </a:cubicBezTo>
                <a:cubicBezTo>
                  <a:pt x="511260" y="561695"/>
                  <a:pt x="514046" y="564767"/>
                  <a:pt x="517708" y="566196"/>
                </a:cubicBezTo>
                <a:lnTo>
                  <a:pt x="534460" y="572679"/>
                </a:lnTo>
                <a:lnTo>
                  <a:pt x="534460" y="582001"/>
                </a:lnTo>
                <a:lnTo>
                  <a:pt x="517708" y="588484"/>
                </a:lnTo>
                <a:cubicBezTo>
                  <a:pt x="514029" y="589913"/>
                  <a:pt x="511242" y="592967"/>
                  <a:pt x="510189" y="596771"/>
                </a:cubicBezTo>
                <a:cubicBezTo>
                  <a:pt x="508653" y="602236"/>
                  <a:pt x="506474" y="607505"/>
                  <a:pt x="503688" y="612452"/>
                </a:cubicBezTo>
                <a:cubicBezTo>
                  <a:pt x="501759" y="615881"/>
                  <a:pt x="501563" y="620024"/>
                  <a:pt x="503152" y="623632"/>
                </a:cubicBezTo>
                <a:lnTo>
                  <a:pt x="510421" y="640080"/>
                </a:lnTo>
                <a:lnTo>
                  <a:pt x="503831" y="646670"/>
                </a:lnTo>
                <a:lnTo>
                  <a:pt x="487382" y="639401"/>
                </a:lnTo>
                <a:cubicBezTo>
                  <a:pt x="483775" y="637812"/>
                  <a:pt x="479631" y="638008"/>
                  <a:pt x="476202" y="639937"/>
                </a:cubicBezTo>
                <a:cubicBezTo>
                  <a:pt x="471237" y="642723"/>
                  <a:pt x="465969" y="644920"/>
                  <a:pt x="460522" y="646438"/>
                </a:cubicBezTo>
                <a:cubicBezTo>
                  <a:pt x="456736" y="647492"/>
                  <a:pt x="453664" y="650296"/>
                  <a:pt x="452235" y="653957"/>
                </a:cubicBezTo>
                <a:lnTo>
                  <a:pt x="445752" y="670709"/>
                </a:lnTo>
                <a:lnTo>
                  <a:pt x="436430" y="670709"/>
                </a:lnTo>
                <a:lnTo>
                  <a:pt x="429947" y="653957"/>
                </a:lnTo>
                <a:cubicBezTo>
                  <a:pt x="428518" y="650278"/>
                  <a:pt x="425464" y="647492"/>
                  <a:pt x="421660" y="646438"/>
                </a:cubicBezTo>
                <a:cubicBezTo>
                  <a:pt x="416213" y="644902"/>
                  <a:pt x="410926" y="642723"/>
                  <a:pt x="405979" y="639937"/>
                </a:cubicBezTo>
                <a:cubicBezTo>
                  <a:pt x="402550" y="638008"/>
                  <a:pt x="398407" y="637812"/>
                  <a:pt x="394799" y="639401"/>
                </a:cubicBezTo>
                <a:lnTo>
                  <a:pt x="378351" y="646670"/>
                </a:lnTo>
                <a:lnTo>
                  <a:pt x="371761" y="640080"/>
                </a:lnTo>
                <a:lnTo>
                  <a:pt x="379030" y="623632"/>
                </a:lnTo>
                <a:cubicBezTo>
                  <a:pt x="380619" y="620024"/>
                  <a:pt x="380423" y="615881"/>
                  <a:pt x="378494" y="612452"/>
                </a:cubicBezTo>
                <a:cubicBezTo>
                  <a:pt x="375708" y="607487"/>
                  <a:pt x="373511" y="602218"/>
                  <a:pt x="371993" y="596771"/>
                </a:cubicBezTo>
                <a:cubicBezTo>
                  <a:pt x="370921" y="592985"/>
                  <a:pt x="368135" y="589913"/>
                  <a:pt x="364474" y="588484"/>
                </a:cubicBezTo>
                <a:lnTo>
                  <a:pt x="347722" y="582001"/>
                </a:lnTo>
                <a:lnTo>
                  <a:pt x="347722" y="572679"/>
                </a:lnTo>
                <a:close/>
              </a:path>
            </a:pathLst>
          </a:custGeom>
          <a:solidFill>
            <a:schemeClr val="bg1"/>
          </a:solidFill>
          <a:ln w="1786" cap="flat">
            <a:noFill/>
            <a:prstDash val="solid"/>
            <a:miter/>
          </a:ln>
        </p:spPr>
        <p:txBody>
          <a:bodyPr/>
          <a:lstStyle/>
          <a:p>
            <a:endParaRPr lang="en-GB"/>
          </a:p>
        </p:txBody>
      </p:sp>
      <p:sp>
        <p:nvSpPr>
          <p:cNvPr id="71" name="Freeform 3">
            <a:extLst>
              <a:ext uri="{FF2B5EF4-FFF2-40B4-BE49-F238E27FC236}">
                <a16:creationId xmlns:a16="http://schemas.microsoft.com/office/drawing/2014/main" id="{B94BF1B1-06B9-527B-8F3B-209BA684C83B}"/>
              </a:ext>
            </a:extLst>
          </p:cNvPr>
          <p:cNvSpPr/>
          <p:nvPr/>
        </p:nvSpPr>
        <p:spPr>
          <a:xfrm>
            <a:off x="8310717" y="1977548"/>
            <a:ext cx="1371474" cy="1250259"/>
          </a:xfrm>
          <a:custGeom>
            <a:avLst/>
            <a:gdLst>
              <a:gd name="connsiteX0" fmla="*/ 1274371 w 1274371"/>
              <a:gd name="connsiteY0" fmla="*/ 0 h 1161738"/>
              <a:gd name="connsiteX1" fmla="*/ 1274371 w 1274371"/>
              <a:gd name="connsiteY1" fmla="*/ 874048 h 1161738"/>
              <a:gd name="connsiteX2" fmla="*/ 1207399 w 1274371"/>
              <a:gd name="connsiteY2" fmla="*/ 877429 h 1161738"/>
              <a:gd name="connsiteX3" fmla="*/ 757115 w 1274371"/>
              <a:gd name="connsiteY3" fmla="*/ 1091627 h 1161738"/>
              <a:gd name="connsiteX4" fmla="*/ 699269 w 1274371"/>
              <a:gd name="connsiteY4" fmla="*/ 1161738 h 1161738"/>
              <a:gd name="connsiteX5" fmla="*/ 0 w 1274371"/>
              <a:gd name="connsiteY5" fmla="*/ 634801 h 1161738"/>
              <a:gd name="connsiteX6" fmla="*/ 34610 w 1274371"/>
              <a:gd name="connsiteY6" fmla="*/ 588517 h 1161738"/>
              <a:gd name="connsiteX7" fmla="*/ 1118033 w 1274371"/>
              <a:gd name="connsiteY7" fmla="*/ 7894 h 1161738"/>
              <a:gd name="connsiteX8" fmla="*/ 1274371 w 1274371"/>
              <a:gd name="connsiteY8" fmla="*/ 0 h 1161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74371" h="1161738">
                <a:moveTo>
                  <a:pt x="1274371" y="0"/>
                </a:moveTo>
                <a:lnTo>
                  <a:pt x="1274371" y="874048"/>
                </a:lnTo>
                <a:lnTo>
                  <a:pt x="1207399" y="877429"/>
                </a:lnTo>
                <a:cubicBezTo>
                  <a:pt x="1032218" y="895220"/>
                  <a:pt x="874993" y="973750"/>
                  <a:pt x="757115" y="1091627"/>
                </a:cubicBezTo>
                <a:lnTo>
                  <a:pt x="699269" y="1161738"/>
                </a:lnTo>
                <a:lnTo>
                  <a:pt x="0" y="634801"/>
                </a:lnTo>
                <a:lnTo>
                  <a:pt x="34610" y="588517"/>
                </a:lnTo>
                <a:cubicBezTo>
                  <a:pt x="298481" y="268780"/>
                  <a:pt x="682763" y="52098"/>
                  <a:pt x="1118033" y="7894"/>
                </a:cubicBezTo>
                <a:lnTo>
                  <a:pt x="1274371" y="0"/>
                </a:lnTo>
                <a:close/>
              </a:path>
            </a:pathLst>
          </a:custGeom>
          <a:gradFill>
            <a:gsLst>
              <a:gs pos="0">
                <a:schemeClr val="accent2"/>
              </a:gs>
              <a:gs pos="8000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2" name="Graphic 180">
            <a:extLst>
              <a:ext uri="{FF2B5EF4-FFF2-40B4-BE49-F238E27FC236}">
                <a16:creationId xmlns:a16="http://schemas.microsoft.com/office/drawing/2014/main" id="{D73E95A2-25DC-08E6-05E7-EFF6B08477CA}"/>
              </a:ext>
            </a:extLst>
          </p:cNvPr>
          <p:cNvSpPr>
            <a:spLocks noChangeAspect="1"/>
          </p:cNvSpPr>
          <p:nvPr/>
        </p:nvSpPr>
        <p:spPr>
          <a:xfrm>
            <a:off x="8870484" y="2265641"/>
            <a:ext cx="519017" cy="519024"/>
          </a:xfrm>
          <a:custGeom>
            <a:avLst/>
            <a:gdLst>
              <a:gd name="connsiteX0" fmla="*/ 296483 w 822962"/>
              <a:gd name="connsiteY0" fmla="*/ 246901 h 822973"/>
              <a:gd name="connsiteX1" fmla="*/ 289935 w 822962"/>
              <a:gd name="connsiteY1" fmla="*/ 243115 h 822973"/>
              <a:gd name="connsiteX2" fmla="*/ 289057 w 822962"/>
              <a:gd name="connsiteY2" fmla="*/ 242559 h 822973"/>
              <a:gd name="connsiteX3" fmla="*/ 275394 w 822962"/>
              <a:gd name="connsiteY3" fmla="*/ 224143 h 822973"/>
              <a:gd name="connsiteX4" fmla="*/ 278522 w 822962"/>
              <a:gd name="connsiteY4" fmla="*/ 200470 h 822973"/>
              <a:gd name="connsiteX5" fmla="*/ 302653 w 822962"/>
              <a:gd name="connsiteY5" fmla="*/ 158673 h 822973"/>
              <a:gd name="connsiteX6" fmla="*/ 321480 w 822962"/>
              <a:gd name="connsiteY6" fmla="*/ 144326 h 822973"/>
              <a:gd name="connsiteX7" fmla="*/ 345016 w 822962"/>
              <a:gd name="connsiteY7" fmla="*/ 147380 h 822973"/>
              <a:gd name="connsiteX8" fmla="*/ 345189 w 822962"/>
              <a:gd name="connsiteY8" fmla="*/ 147473 h 822973"/>
              <a:gd name="connsiteX9" fmla="*/ 345189 w 822962"/>
              <a:gd name="connsiteY9" fmla="*/ 147454 h 822973"/>
              <a:gd name="connsiteX10" fmla="*/ 351716 w 822962"/>
              <a:gd name="connsiteY10" fmla="*/ 151222 h 822973"/>
              <a:gd name="connsiteX11" fmla="*/ 353985 w 822962"/>
              <a:gd name="connsiteY11" fmla="*/ 149887 h 822973"/>
              <a:gd name="connsiteX12" fmla="*/ 356226 w 822962"/>
              <a:gd name="connsiteY12" fmla="*/ 148616 h 822973"/>
              <a:gd name="connsiteX13" fmla="*/ 356226 w 822962"/>
              <a:gd name="connsiteY13" fmla="*/ 141043 h 822973"/>
              <a:gd name="connsiteX14" fmla="*/ 365396 w 822962"/>
              <a:gd name="connsiteY14" fmla="*/ 118942 h 822973"/>
              <a:gd name="connsiteX15" fmla="*/ 387497 w 822962"/>
              <a:gd name="connsiteY15" fmla="*/ 109771 h 822973"/>
              <a:gd name="connsiteX16" fmla="*/ 435468 w 822962"/>
              <a:gd name="connsiteY16" fmla="*/ 109771 h 822973"/>
              <a:gd name="connsiteX17" fmla="*/ 457578 w 822962"/>
              <a:gd name="connsiteY17" fmla="*/ 118942 h 822973"/>
              <a:gd name="connsiteX18" fmla="*/ 466748 w 822962"/>
              <a:gd name="connsiteY18" fmla="*/ 141043 h 822973"/>
              <a:gd name="connsiteX19" fmla="*/ 466748 w 822962"/>
              <a:gd name="connsiteY19" fmla="*/ 148642 h 822973"/>
              <a:gd name="connsiteX20" fmla="*/ 468969 w 822962"/>
              <a:gd name="connsiteY20" fmla="*/ 149895 h 822973"/>
              <a:gd name="connsiteX21" fmla="*/ 469005 w 822962"/>
              <a:gd name="connsiteY21" fmla="*/ 149913 h 822973"/>
              <a:gd name="connsiteX22" fmla="*/ 469023 w 822962"/>
              <a:gd name="connsiteY22" fmla="*/ 149895 h 822973"/>
              <a:gd name="connsiteX23" fmla="*/ 471264 w 822962"/>
              <a:gd name="connsiteY23" fmla="*/ 151220 h 822973"/>
              <a:gd name="connsiteX24" fmla="*/ 477800 w 822962"/>
              <a:gd name="connsiteY24" fmla="*/ 147443 h 822973"/>
              <a:gd name="connsiteX25" fmla="*/ 501502 w 822962"/>
              <a:gd name="connsiteY25" fmla="*/ 144323 h 822973"/>
              <a:gd name="connsiteX26" fmla="*/ 520475 w 822962"/>
              <a:gd name="connsiteY26" fmla="*/ 158861 h 822973"/>
              <a:gd name="connsiteX27" fmla="*/ 520859 w 822962"/>
              <a:gd name="connsiteY27" fmla="*/ 159584 h 822973"/>
              <a:gd name="connsiteX28" fmla="*/ 544460 w 822962"/>
              <a:gd name="connsiteY28" fmla="*/ 200467 h 822973"/>
              <a:gd name="connsiteX29" fmla="*/ 547589 w 822962"/>
              <a:gd name="connsiteY29" fmla="*/ 224131 h 822973"/>
              <a:gd name="connsiteX30" fmla="*/ 533039 w 822962"/>
              <a:gd name="connsiteY30" fmla="*/ 243103 h 822973"/>
              <a:gd name="connsiteX31" fmla="*/ 526482 w 822962"/>
              <a:gd name="connsiteY31" fmla="*/ 246898 h 822973"/>
              <a:gd name="connsiteX32" fmla="*/ 526508 w 822962"/>
              <a:gd name="connsiteY32" fmla="*/ 249523 h 822973"/>
              <a:gd name="connsiteX33" fmla="*/ 526482 w 822962"/>
              <a:gd name="connsiteY33" fmla="*/ 252139 h 822973"/>
              <a:gd name="connsiteX34" fmla="*/ 533039 w 822962"/>
              <a:gd name="connsiteY34" fmla="*/ 255917 h 822973"/>
              <a:gd name="connsiteX35" fmla="*/ 547589 w 822962"/>
              <a:gd name="connsiteY35" fmla="*/ 274889 h 822973"/>
              <a:gd name="connsiteX36" fmla="*/ 544460 w 822962"/>
              <a:gd name="connsiteY36" fmla="*/ 298553 h 822973"/>
              <a:gd name="connsiteX37" fmla="*/ 520457 w 822962"/>
              <a:gd name="connsiteY37" fmla="*/ 340138 h 822973"/>
              <a:gd name="connsiteX38" fmla="*/ 520484 w 822962"/>
              <a:gd name="connsiteY38" fmla="*/ 340138 h 822973"/>
              <a:gd name="connsiteX39" fmla="*/ 501512 w 822962"/>
              <a:gd name="connsiteY39" fmla="*/ 354688 h 822973"/>
              <a:gd name="connsiteX40" fmla="*/ 477985 w 822962"/>
              <a:gd name="connsiteY40" fmla="*/ 351643 h 822973"/>
              <a:gd name="connsiteX41" fmla="*/ 477804 w 822962"/>
              <a:gd name="connsiteY41" fmla="*/ 351551 h 822973"/>
              <a:gd name="connsiteX42" fmla="*/ 477804 w 822962"/>
              <a:gd name="connsiteY42" fmla="*/ 351569 h 822973"/>
              <a:gd name="connsiteX43" fmla="*/ 471267 w 822962"/>
              <a:gd name="connsiteY43" fmla="*/ 347800 h 822973"/>
              <a:gd name="connsiteX44" fmla="*/ 468999 w 822962"/>
              <a:gd name="connsiteY44" fmla="*/ 349146 h 822973"/>
              <a:gd name="connsiteX45" fmla="*/ 466758 w 822962"/>
              <a:gd name="connsiteY45" fmla="*/ 350408 h 822973"/>
              <a:gd name="connsiteX46" fmla="*/ 466758 w 822962"/>
              <a:gd name="connsiteY46" fmla="*/ 357980 h 822973"/>
              <a:gd name="connsiteX47" fmla="*/ 457587 w 822962"/>
              <a:gd name="connsiteY47" fmla="*/ 380091 h 822973"/>
              <a:gd name="connsiteX48" fmla="*/ 435477 w 822962"/>
              <a:gd name="connsiteY48" fmla="*/ 389261 h 822973"/>
              <a:gd name="connsiteX49" fmla="*/ 387507 w 822962"/>
              <a:gd name="connsiteY49" fmla="*/ 389261 h 822973"/>
              <a:gd name="connsiteX50" fmla="*/ 365405 w 822962"/>
              <a:gd name="connsiteY50" fmla="*/ 380091 h 822973"/>
              <a:gd name="connsiteX51" fmla="*/ 356235 w 822962"/>
              <a:gd name="connsiteY51" fmla="*/ 357980 h 822973"/>
              <a:gd name="connsiteX52" fmla="*/ 356235 w 822962"/>
              <a:gd name="connsiteY52" fmla="*/ 350390 h 822973"/>
              <a:gd name="connsiteX53" fmla="*/ 354023 w 822962"/>
              <a:gd name="connsiteY53" fmla="*/ 349137 h 822973"/>
              <a:gd name="connsiteX54" fmla="*/ 353988 w 822962"/>
              <a:gd name="connsiteY54" fmla="*/ 349119 h 822973"/>
              <a:gd name="connsiteX55" fmla="*/ 353969 w 822962"/>
              <a:gd name="connsiteY55" fmla="*/ 349137 h 822973"/>
              <a:gd name="connsiteX56" fmla="*/ 351728 w 822962"/>
              <a:gd name="connsiteY56" fmla="*/ 347812 h 822973"/>
              <a:gd name="connsiteX57" fmla="*/ 345201 w 822962"/>
              <a:gd name="connsiteY57" fmla="*/ 351572 h 822973"/>
              <a:gd name="connsiteX58" fmla="*/ 344269 w 822962"/>
              <a:gd name="connsiteY58" fmla="*/ 352066 h 822973"/>
              <a:gd name="connsiteX59" fmla="*/ 321484 w 822962"/>
              <a:gd name="connsiteY59" fmla="*/ 354700 h 822973"/>
              <a:gd name="connsiteX60" fmla="*/ 302511 w 822962"/>
              <a:gd name="connsiteY60" fmla="*/ 340163 h 822973"/>
              <a:gd name="connsiteX61" fmla="*/ 302137 w 822962"/>
              <a:gd name="connsiteY61" fmla="*/ 339448 h 822973"/>
              <a:gd name="connsiteX62" fmla="*/ 278527 w 822962"/>
              <a:gd name="connsiteY62" fmla="*/ 298565 h 822973"/>
              <a:gd name="connsiteX63" fmla="*/ 275398 w 822962"/>
              <a:gd name="connsiteY63" fmla="*/ 274901 h 822973"/>
              <a:gd name="connsiteX64" fmla="*/ 289935 w 822962"/>
              <a:gd name="connsiteY64" fmla="*/ 255929 h 822973"/>
              <a:gd name="connsiteX65" fmla="*/ 296493 w 822962"/>
              <a:gd name="connsiteY65" fmla="*/ 252143 h 822973"/>
              <a:gd name="connsiteX66" fmla="*/ 296467 w 822962"/>
              <a:gd name="connsiteY66" fmla="*/ 249517 h 822973"/>
              <a:gd name="connsiteX67" fmla="*/ 296484 w 822962"/>
              <a:gd name="connsiteY67" fmla="*/ 246901 h 822973"/>
              <a:gd name="connsiteX68" fmla="*/ 118069 w 822962"/>
              <a:gd name="connsiteY68" fmla="*/ 116203 h 822973"/>
              <a:gd name="connsiteX69" fmla="*/ 117759 w 822962"/>
              <a:gd name="connsiteY69" fmla="*/ 116751 h 822973"/>
              <a:gd name="connsiteX70" fmla="*/ 117694 w 822962"/>
              <a:gd name="connsiteY70" fmla="*/ 116861 h 822973"/>
              <a:gd name="connsiteX71" fmla="*/ 116158 w 822962"/>
              <a:gd name="connsiteY71" fmla="*/ 129544 h 822973"/>
              <a:gd name="connsiteX72" fmla="*/ 124185 w 822962"/>
              <a:gd name="connsiteY72" fmla="*/ 140317 h 822973"/>
              <a:gd name="connsiteX73" fmla="*/ 124203 w 822962"/>
              <a:gd name="connsiteY73" fmla="*/ 140317 h 822973"/>
              <a:gd name="connsiteX74" fmla="*/ 137526 w 822962"/>
              <a:gd name="connsiteY74" fmla="*/ 142228 h 822973"/>
              <a:gd name="connsiteX75" fmla="*/ 148299 w 822962"/>
              <a:gd name="connsiteY75" fmla="*/ 134200 h 822973"/>
              <a:gd name="connsiteX76" fmla="*/ 148299 w 822962"/>
              <a:gd name="connsiteY76" fmla="*/ 134183 h 822973"/>
              <a:gd name="connsiteX77" fmla="*/ 150209 w 822962"/>
              <a:gd name="connsiteY77" fmla="*/ 120860 h 822973"/>
              <a:gd name="connsiteX78" fmla="*/ 142181 w 822962"/>
              <a:gd name="connsiteY78" fmla="*/ 110079 h 822973"/>
              <a:gd name="connsiteX79" fmla="*/ 141634 w 822962"/>
              <a:gd name="connsiteY79" fmla="*/ 109769 h 822973"/>
              <a:gd name="connsiteX80" fmla="*/ 141634 w 822962"/>
              <a:gd name="connsiteY80" fmla="*/ 109787 h 822973"/>
              <a:gd name="connsiteX81" fmla="*/ 141524 w 822962"/>
              <a:gd name="connsiteY81" fmla="*/ 109712 h 822973"/>
              <a:gd name="connsiteX82" fmla="*/ 128840 w 822962"/>
              <a:gd name="connsiteY82" fmla="*/ 108177 h 822973"/>
              <a:gd name="connsiteX83" fmla="*/ 118068 w 822962"/>
              <a:gd name="connsiteY83" fmla="*/ 116205 h 822973"/>
              <a:gd name="connsiteX84" fmla="*/ 91241 w 822962"/>
              <a:gd name="connsiteY84" fmla="*/ 135762 h 822973"/>
              <a:gd name="connsiteX85" fmla="*/ 95429 w 822962"/>
              <a:gd name="connsiteY85" fmla="*/ 104124 h 822973"/>
              <a:gd name="connsiteX86" fmla="*/ 96361 w 822962"/>
              <a:gd name="connsiteY86" fmla="*/ 102487 h 822973"/>
              <a:gd name="connsiteX87" fmla="*/ 96387 w 822962"/>
              <a:gd name="connsiteY87" fmla="*/ 102505 h 822973"/>
              <a:gd name="connsiteX88" fmla="*/ 122611 w 822962"/>
              <a:gd name="connsiteY88" fmla="*/ 83255 h 822973"/>
              <a:gd name="connsiteX89" fmla="*/ 154240 w 822962"/>
              <a:gd name="connsiteY89" fmla="*/ 87452 h 822973"/>
              <a:gd name="connsiteX90" fmla="*/ 155886 w 822962"/>
              <a:gd name="connsiteY90" fmla="*/ 88375 h 822973"/>
              <a:gd name="connsiteX91" fmla="*/ 155868 w 822962"/>
              <a:gd name="connsiteY91" fmla="*/ 88402 h 822973"/>
              <a:gd name="connsiteX92" fmla="*/ 175106 w 822962"/>
              <a:gd name="connsiteY92" fmla="*/ 114616 h 822973"/>
              <a:gd name="connsiteX93" fmla="*/ 170287 w 822962"/>
              <a:gd name="connsiteY93" fmla="*/ 147343 h 822973"/>
              <a:gd name="connsiteX94" fmla="*/ 143733 w 822962"/>
              <a:gd name="connsiteY94" fmla="*/ 167122 h 822973"/>
              <a:gd name="connsiteX95" fmla="*/ 111014 w 822962"/>
              <a:gd name="connsiteY95" fmla="*/ 162294 h 822973"/>
              <a:gd name="connsiteX96" fmla="*/ 91226 w 822962"/>
              <a:gd name="connsiteY96" fmla="*/ 135749 h 822973"/>
              <a:gd name="connsiteX97" fmla="*/ 110068 w 822962"/>
              <a:gd name="connsiteY97" fmla="*/ 679785 h 822973"/>
              <a:gd name="connsiteX98" fmla="*/ 109758 w 822962"/>
              <a:gd name="connsiteY98" fmla="*/ 680332 h 822973"/>
              <a:gd name="connsiteX99" fmla="*/ 109776 w 822962"/>
              <a:gd name="connsiteY99" fmla="*/ 680332 h 822973"/>
              <a:gd name="connsiteX100" fmla="*/ 109702 w 822962"/>
              <a:gd name="connsiteY100" fmla="*/ 680442 h 822973"/>
              <a:gd name="connsiteX101" fmla="*/ 108166 w 822962"/>
              <a:gd name="connsiteY101" fmla="*/ 693126 h 822973"/>
              <a:gd name="connsiteX102" fmla="*/ 116202 w 822962"/>
              <a:gd name="connsiteY102" fmla="*/ 703898 h 822973"/>
              <a:gd name="connsiteX103" fmla="*/ 129525 w 822962"/>
              <a:gd name="connsiteY103" fmla="*/ 705809 h 822973"/>
              <a:gd name="connsiteX104" fmla="*/ 140298 w 822962"/>
              <a:gd name="connsiteY104" fmla="*/ 697781 h 822973"/>
              <a:gd name="connsiteX105" fmla="*/ 140298 w 822962"/>
              <a:gd name="connsiteY105" fmla="*/ 697764 h 822973"/>
              <a:gd name="connsiteX106" fmla="*/ 142209 w 822962"/>
              <a:gd name="connsiteY106" fmla="*/ 684441 h 822973"/>
              <a:gd name="connsiteX107" fmla="*/ 134181 w 822962"/>
              <a:gd name="connsiteY107" fmla="*/ 673660 h 822973"/>
              <a:gd name="connsiteX108" fmla="*/ 133633 w 822962"/>
              <a:gd name="connsiteY108" fmla="*/ 673350 h 822973"/>
              <a:gd name="connsiteX109" fmla="*/ 133633 w 822962"/>
              <a:gd name="connsiteY109" fmla="*/ 673368 h 822973"/>
              <a:gd name="connsiteX110" fmla="*/ 133523 w 822962"/>
              <a:gd name="connsiteY110" fmla="*/ 673294 h 822973"/>
              <a:gd name="connsiteX111" fmla="*/ 120848 w 822962"/>
              <a:gd name="connsiteY111" fmla="*/ 671758 h 822973"/>
              <a:gd name="connsiteX112" fmla="*/ 110068 w 822962"/>
              <a:gd name="connsiteY112" fmla="*/ 679786 h 822973"/>
              <a:gd name="connsiteX113" fmla="*/ 83249 w 822962"/>
              <a:gd name="connsiteY113" fmla="*/ 699344 h 822973"/>
              <a:gd name="connsiteX114" fmla="*/ 87437 w 822962"/>
              <a:gd name="connsiteY114" fmla="*/ 667705 h 822973"/>
              <a:gd name="connsiteX115" fmla="*/ 88369 w 822962"/>
              <a:gd name="connsiteY115" fmla="*/ 666077 h 822973"/>
              <a:gd name="connsiteX116" fmla="*/ 88396 w 822962"/>
              <a:gd name="connsiteY116" fmla="*/ 666077 h 822973"/>
              <a:gd name="connsiteX117" fmla="*/ 114619 w 822962"/>
              <a:gd name="connsiteY117" fmla="*/ 646839 h 822973"/>
              <a:gd name="connsiteX118" fmla="*/ 146257 w 822962"/>
              <a:gd name="connsiteY118" fmla="*/ 651036 h 822973"/>
              <a:gd name="connsiteX119" fmla="*/ 147894 w 822962"/>
              <a:gd name="connsiteY119" fmla="*/ 651959 h 822973"/>
              <a:gd name="connsiteX120" fmla="*/ 147877 w 822962"/>
              <a:gd name="connsiteY120" fmla="*/ 651986 h 822973"/>
              <a:gd name="connsiteX121" fmla="*/ 167126 w 822962"/>
              <a:gd name="connsiteY121" fmla="*/ 678209 h 822973"/>
              <a:gd name="connsiteX122" fmla="*/ 162307 w 822962"/>
              <a:gd name="connsiteY122" fmla="*/ 710928 h 822973"/>
              <a:gd name="connsiteX123" fmla="*/ 135762 w 822962"/>
              <a:gd name="connsiteY123" fmla="*/ 730710 h 822973"/>
              <a:gd name="connsiteX124" fmla="*/ 103035 w 822962"/>
              <a:gd name="connsiteY124" fmla="*/ 725887 h 822973"/>
              <a:gd name="connsiteX125" fmla="*/ 83247 w 822962"/>
              <a:gd name="connsiteY125" fmla="*/ 699344 h 822973"/>
              <a:gd name="connsiteX126" fmla="*/ 673883 w 822962"/>
              <a:gd name="connsiteY126" fmla="*/ 687997 h 822973"/>
              <a:gd name="connsiteX127" fmla="*/ 673517 w 822962"/>
              <a:gd name="connsiteY127" fmla="*/ 688544 h 822973"/>
              <a:gd name="connsiteX128" fmla="*/ 673591 w 822962"/>
              <a:gd name="connsiteY128" fmla="*/ 688544 h 822973"/>
              <a:gd name="connsiteX129" fmla="*/ 673517 w 822962"/>
              <a:gd name="connsiteY129" fmla="*/ 688654 h 822973"/>
              <a:gd name="connsiteX130" fmla="*/ 671915 w 822962"/>
              <a:gd name="connsiteY130" fmla="*/ 701338 h 822973"/>
              <a:gd name="connsiteX131" fmla="*/ 679982 w 822962"/>
              <a:gd name="connsiteY131" fmla="*/ 712110 h 822973"/>
              <a:gd name="connsiteX132" fmla="*/ 693278 w 822962"/>
              <a:gd name="connsiteY132" fmla="*/ 714021 h 822973"/>
              <a:gd name="connsiteX133" fmla="*/ 704104 w 822962"/>
              <a:gd name="connsiteY133" fmla="*/ 705993 h 822973"/>
              <a:gd name="connsiteX134" fmla="*/ 705997 w 822962"/>
              <a:gd name="connsiteY134" fmla="*/ 692662 h 822973"/>
              <a:gd name="connsiteX135" fmla="*/ 698005 w 822962"/>
              <a:gd name="connsiteY135" fmla="*/ 681881 h 822973"/>
              <a:gd name="connsiteX136" fmla="*/ 697428 w 822962"/>
              <a:gd name="connsiteY136" fmla="*/ 681571 h 822973"/>
              <a:gd name="connsiteX137" fmla="*/ 697428 w 822962"/>
              <a:gd name="connsiteY137" fmla="*/ 681589 h 822973"/>
              <a:gd name="connsiteX138" fmla="*/ 697353 w 822962"/>
              <a:gd name="connsiteY138" fmla="*/ 681515 h 822973"/>
              <a:gd name="connsiteX139" fmla="*/ 684643 w 822962"/>
              <a:gd name="connsiteY139" fmla="*/ 679988 h 822973"/>
              <a:gd name="connsiteX140" fmla="*/ 673889 w 822962"/>
              <a:gd name="connsiteY140" fmla="*/ 688016 h 822973"/>
              <a:gd name="connsiteX141" fmla="*/ 647007 w 822962"/>
              <a:gd name="connsiteY141" fmla="*/ 707556 h 822973"/>
              <a:gd name="connsiteX142" fmla="*/ 651222 w 822962"/>
              <a:gd name="connsiteY142" fmla="*/ 675926 h 822973"/>
              <a:gd name="connsiteX143" fmla="*/ 652163 w 822962"/>
              <a:gd name="connsiteY143" fmla="*/ 674290 h 822973"/>
              <a:gd name="connsiteX144" fmla="*/ 678377 w 822962"/>
              <a:gd name="connsiteY144" fmla="*/ 655061 h 822973"/>
              <a:gd name="connsiteX145" fmla="*/ 710042 w 822962"/>
              <a:gd name="connsiteY145" fmla="*/ 659258 h 822973"/>
              <a:gd name="connsiteX146" fmla="*/ 711643 w 822962"/>
              <a:gd name="connsiteY146" fmla="*/ 660190 h 822973"/>
              <a:gd name="connsiteX147" fmla="*/ 711643 w 822962"/>
              <a:gd name="connsiteY147" fmla="*/ 660208 h 822973"/>
              <a:gd name="connsiteX148" fmla="*/ 730892 w 822962"/>
              <a:gd name="connsiteY148" fmla="*/ 686431 h 822973"/>
              <a:gd name="connsiteX149" fmla="*/ 726099 w 822962"/>
              <a:gd name="connsiteY149" fmla="*/ 719151 h 822973"/>
              <a:gd name="connsiteX150" fmla="*/ 699520 w 822962"/>
              <a:gd name="connsiteY150" fmla="*/ 738940 h 822973"/>
              <a:gd name="connsiteX151" fmla="*/ 666840 w 822962"/>
              <a:gd name="connsiteY151" fmla="*/ 734132 h 822973"/>
              <a:gd name="connsiteX152" fmla="*/ 666840 w 822962"/>
              <a:gd name="connsiteY152" fmla="*/ 734109 h 822973"/>
              <a:gd name="connsiteX153" fmla="*/ 647007 w 822962"/>
              <a:gd name="connsiteY153" fmla="*/ 707566 h 822973"/>
              <a:gd name="connsiteX154" fmla="*/ 681875 w 822962"/>
              <a:gd name="connsiteY154" fmla="*/ 123993 h 822973"/>
              <a:gd name="connsiteX155" fmla="*/ 681509 w 822962"/>
              <a:gd name="connsiteY155" fmla="*/ 124532 h 822973"/>
              <a:gd name="connsiteX156" fmla="*/ 681583 w 822962"/>
              <a:gd name="connsiteY156" fmla="*/ 124532 h 822973"/>
              <a:gd name="connsiteX157" fmla="*/ 681509 w 822962"/>
              <a:gd name="connsiteY157" fmla="*/ 124651 h 822973"/>
              <a:gd name="connsiteX158" fmla="*/ 679982 w 822962"/>
              <a:gd name="connsiteY158" fmla="*/ 137325 h 822973"/>
              <a:gd name="connsiteX159" fmla="*/ 687974 w 822962"/>
              <a:gd name="connsiteY159" fmla="*/ 148106 h 822973"/>
              <a:gd name="connsiteX160" fmla="*/ 701342 w 822962"/>
              <a:gd name="connsiteY160" fmla="*/ 150017 h 822973"/>
              <a:gd name="connsiteX161" fmla="*/ 712096 w 822962"/>
              <a:gd name="connsiteY161" fmla="*/ 141989 h 822973"/>
              <a:gd name="connsiteX162" fmla="*/ 713988 w 822962"/>
              <a:gd name="connsiteY162" fmla="*/ 128657 h 822973"/>
              <a:gd name="connsiteX163" fmla="*/ 705997 w 822962"/>
              <a:gd name="connsiteY163" fmla="*/ 117877 h 822973"/>
              <a:gd name="connsiteX164" fmla="*/ 705411 w 822962"/>
              <a:gd name="connsiteY164" fmla="*/ 117567 h 822973"/>
              <a:gd name="connsiteX165" fmla="*/ 705336 w 822962"/>
              <a:gd name="connsiteY165" fmla="*/ 117514 h 822973"/>
              <a:gd name="connsiteX166" fmla="*/ 692626 w 822962"/>
              <a:gd name="connsiteY166" fmla="*/ 115968 h 822973"/>
              <a:gd name="connsiteX167" fmla="*/ 681872 w 822962"/>
              <a:gd name="connsiteY167" fmla="*/ 124005 h 822973"/>
              <a:gd name="connsiteX168" fmla="*/ 654999 w 822962"/>
              <a:gd name="connsiteY168" fmla="*/ 143552 h 822973"/>
              <a:gd name="connsiteX169" fmla="*/ 659214 w 822962"/>
              <a:gd name="connsiteY169" fmla="*/ 111914 h 822973"/>
              <a:gd name="connsiteX170" fmla="*/ 660155 w 822962"/>
              <a:gd name="connsiteY170" fmla="*/ 110285 h 822973"/>
              <a:gd name="connsiteX171" fmla="*/ 686369 w 822962"/>
              <a:gd name="connsiteY171" fmla="*/ 91048 h 822973"/>
              <a:gd name="connsiteX172" fmla="*/ 718037 w 822962"/>
              <a:gd name="connsiteY172" fmla="*/ 95236 h 822973"/>
              <a:gd name="connsiteX173" fmla="*/ 719637 w 822962"/>
              <a:gd name="connsiteY173" fmla="*/ 96168 h 822973"/>
              <a:gd name="connsiteX174" fmla="*/ 719637 w 822962"/>
              <a:gd name="connsiteY174" fmla="*/ 96195 h 822973"/>
              <a:gd name="connsiteX175" fmla="*/ 738885 w 822962"/>
              <a:gd name="connsiteY175" fmla="*/ 122409 h 822973"/>
              <a:gd name="connsiteX176" fmla="*/ 734092 w 822962"/>
              <a:gd name="connsiteY176" fmla="*/ 155128 h 822973"/>
              <a:gd name="connsiteX177" fmla="*/ 734092 w 822962"/>
              <a:gd name="connsiteY177" fmla="*/ 155146 h 822973"/>
              <a:gd name="connsiteX178" fmla="*/ 707511 w 822962"/>
              <a:gd name="connsiteY178" fmla="*/ 174925 h 822973"/>
              <a:gd name="connsiteX179" fmla="*/ 674823 w 822962"/>
              <a:gd name="connsiteY179" fmla="*/ 170106 h 822973"/>
              <a:gd name="connsiteX180" fmla="*/ 654991 w 822962"/>
              <a:gd name="connsiteY180" fmla="*/ 143551 h 822973"/>
              <a:gd name="connsiteX181" fmla="*/ 248594 w 822962"/>
              <a:gd name="connsiteY181" fmla="*/ 719014 h 822973"/>
              <a:gd name="connsiteX182" fmla="*/ 180442 w 822962"/>
              <a:gd name="connsiteY182" fmla="*/ 725361 h 822973"/>
              <a:gd name="connsiteX183" fmla="*/ 168839 w 822962"/>
              <a:gd name="connsiteY183" fmla="*/ 739283 h 822973"/>
              <a:gd name="connsiteX184" fmla="*/ 169890 w 822962"/>
              <a:gd name="connsiteY184" fmla="*/ 743344 h 822973"/>
              <a:gd name="connsiteX185" fmla="*/ 197375 w 822962"/>
              <a:gd name="connsiteY185" fmla="*/ 804960 h 822973"/>
              <a:gd name="connsiteX186" fmla="*/ 214309 w 822962"/>
              <a:gd name="connsiteY186" fmla="*/ 811444 h 822973"/>
              <a:gd name="connsiteX187" fmla="*/ 220783 w 822962"/>
              <a:gd name="connsiteY187" fmla="*/ 794505 h 822973"/>
              <a:gd name="connsiteX188" fmla="*/ 210195 w 822962"/>
              <a:gd name="connsiteY188" fmla="*/ 770769 h 822973"/>
              <a:gd name="connsiteX189" fmla="*/ 418175 w 822962"/>
              <a:gd name="connsiteY189" fmla="*/ 822897 h 822973"/>
              <a:gd name="connsiteX190" fmla="*/ 635048 w 822962"/>
              <a:gd name="connsiteY190" fmla="*/ 756451 h 822973"/>
              <a:gd name="connsiteX191" fmla="*/ 638826 w 822962"/>
              <a:gd name="connsiteY191" fmla="*/ 738719 h 822973"/>
              <a:gd name="connsiteX192" fmla="*/ 621085 w 822962"/>
              <a:gd name="connsiteY192" fmla="*/ 734947 h 822973"/>
              <a:gd name="connsiteX193" fmla="*/ 417784 w 822962"/>
              <a:gd name="connsiteY193" fmla="*/ 797286 h 822973"/>
              <a:gd name="connsiteX194" fmla="*/ 220830 w 822962"/>
              <a:gd name="connsiteY194" fmla="*/ 747345 h 822973"/>
              <a:gd name="connsiteX195" fmla="*/ 250896 w 822962"/>
              <a:gd name="connsiteY195" fmla="*/ 744541 h 822973"/>
              <a:gd name="connsiteX196" fmla="*/ 262499 w 822962"/>
              <a:gd name="connsiteY196" fmla="*/ 730627 h 822973"/>
              <a:gd name="connsiteX197" fmla="*/ 248580 w 822962"/>
              <a:gd name="connsiteY197" fmla="*/ 719021 h 822973"/>
              <a:gd name="connsiteX198" fmla="*/ 602650 w 822962"/>
              <a:gd name="connsiteY198" fmla="*/ 28223 h 822973"/>
              <a:gd name="connsiteX199" fmla="*/ 613404 w 822962"/>
              <a:gd name="connsiteY199" fmla="*/ 53471 h 822973"/>
              <a:gd name="connsiteX200" fmla="*/ 403457 w 822962"/>
              <a:gd name="connsiteY200" fmla="*/ 71 h 822973"/>
              <a:gd name="connsiteX201" fmla="*/ 186790 w 822962"/>
              <a:gd name="connsiteY201" fmla="*/ 66201 h 822973"/>
              <a:gd name="connsiteX202" fmla="*/ 183022 w 822962"/>
              <a:gd name="connsiteY202" fmla="*/ 83942 h 822973"/>
              <a:gd name="connsiteX203" fmla="*/ 200762 w 822962"/>
              <a:gd name="connsiteY203" fmla="*/ 87710 h 822973"/>
              <a:gd name="connsiteX204" fmla="*/ 403858 w 822962"/>
              <a:gd name="connsiteY204" fmla="*/ 25696 h 822973"/>
              <a:gd name="connsiteX205" fmla="*/ 601666 w 822962"/>
              <a:gd name="connsiteY205" fmla="*/ 76289 h 822973"/>
              <a:gd name="connsiteX206" fmla="*/ 573037 w 822962"/>
              <a:gd name="connsiteY206" fmla="*/ 78465 h 822973"/>
              <a:gd name="connsiteX207" fmla="*/ 561188 w 822962"/>
              <a:gd name="connsiteY207" fmla="*/ 92226 h 822973"/>
              <a:gd name="connsiteX208" fmla="*/ 574949 w 822962"/>
              <a:gd name="connsiteY208" fmla="*/ 104076 h 822973"/>
              <a:gd name="connsiteX209" fmla="*/ 642213 w 822962"/>
              <a:gd name="connsiteY209" fmla="*/ 98983 h 822973"/>
              <a:gd name="connsiteX210" fmla="*/ 642213 w 822962"/>
              <a:gd name="connsiteY210" fmla="*/ 98965 h 822973"/>
              <a:gd name="connsiteX211" fmla="*/ 642358 w 822962"/>
              <a:gd name="connsiteY211" fmla="*/ 98947 h 822973"/>
              <a:gd name="connsiteX212" fmla="*/ 646282 w 822962"/>
              <a:gd name="connsiteY212" fmla="*/ 97968 h 822973"/>
              <a:gd name="connsiteX213" fmla="*/ 653038 w 822962"/>
              <a:gd name="connsiteY213" fmla="*/ 81144 h 822973"/>
              <a:gd name="connsiteX214" fmla="*/ 626264 w 822962"/>
              <a:gd name="connsiteY214" fmla="*/ 18169 h 822973"/>
              <a:gd name="connsiteX215" fmla="*/ 609428 w 822962"/>
              <a:gd name="connsiteY215" fmla="*/ 11394 h 822973"/>
              <a:gd name="connsiteX216" fmla="*/ 602644 w 822962"/>
              <a:gd name="connsiteY216" fmla="*/ 28218 h 822973"/>
              <a:gd name="connsiteX217" fmla="*/ 28223 w 822962"/>
              <a:gd name="connsiteY217" fmla="*/ 219295 h 822973"/>
              <a:gd name="connsiteX218" fmla="*/ 53471 w 822962"/>
              <a:gd name="connsiteY218" fmla="*/ 208541 h 822973"/>
              <a:gd name="connsiteX219" fmla="*/ 59 w 822962"/>
              <a:gd name="connsiteY219" fmla="*/ 417893 h 822973"/>
              <a:gd name="connsiteX220" fmla="*/ 65493 w 822962"/>
              <a:gd name="connsiteY220" fmla="*/ 634103 h 822973"/>
              <a:gd name="connsiteX221" fmla="*/ 83233 w 822962"/>
              <a:gd name="connsiteY221" fmla="*/ 637969 h 822973"/>
              <a:gd name="connsiteX222" fmla="*/ 87099 w 822962"/>
              <a:gd name="connsiteY222" fmla="*/ 620229 h 822973"/>
              <a:gd name="connsiteX223" fmla="*/ 25687 w 822962"/>
              <a:gd name="connsiteY223" fmla="*/ 417491 h 822973"/>
              <a:gd name="connsiteX224" fmla="*/ 76288 w 822962"/>
              <a:gd name="connsiteY224" fmla="*/ 220286 h 822973"/>
              <a:gd name="connsiteX225" fmla="*/ 78464 w 822962"/>
              <a:gd name="connsiteY225" fmla="*/ 248905 h 822973"/>
              <a:gd name="connsiteX226" fmla="*/ 92225 w 822962"/>
              <a:gd name="connsiteY226" fmla="*/ 260755 h 822973"/>
              <a:gd name="connsiteX227" fmla="*/ 104075 w 822962"/>
              <a:gd name="connsiteY227" fmla="*/ 246994 h 822973"/>
              <a:gd name="connsiteX228" fmla="*/ 98982 w 822962"/>
              <a:gd name="connsiteY228" fmla="*/ 179721 h 822973"/>
              <a:gd name="connsiteX229" fmla="*/ 98964 w 822962"/>
              <a:gd name="connsiteY229" fmla="*/ 179721 h 822973"/>
              <a:gd name="connsiteX230" fmla="*/ 98964 w 822962"/>
              <a:gd name="connsiteY230" fmla="*/ 179593 h 822973"/>
              <a:gd name="connsiteX231" fmla="*/ 98964 w 822962"/>
              <a:gd name="connsiteY231" fmla="*/ 179585 h 822973"/>
              <a:gd name="connsiteX232" fmla="*/ 97976 w 822962"/>
              <a:gd name="connsiteY232" fmla="*/ 175661 h 822973"/>
              <a:gd name="connsiteX233" fmla="*/ 81153 w 822962"/>
              <a:gd name="connsiteY233" fmla="*/ 168878 h 822973"/>
              <a:gd name="connsiteX234" fmla="*/ 18177 w 822962"/>
              <a:gd name="connsiteY234" fmla="*/ 195688 h 822973"/>
              <a:gd name="connsiteX235" fmla="*/ 11394 w 822962"/>
              <a:gd name="connsiteY235" fmla="*/ 212524 h 822973"/>
              <a:gd name="connsiteX236" fmla="*/ 28217 w 822962"/>
              <a:gd name="connsiteY236" fmla="*/ 219298 h 822973"/>
              <a:gd name="connsiteX237" fmla="*/ 718989 w 822962"/>
              <a:gd name="connsiteY237" fmla="*/ 573366 h 822973"/>
              <a:gd name="connsiteX238" fmla="*/ 725314 w 822962"/>
              <a:gd name="connsiteY238" fmla="*/ 641508 h 822973"/>
              <a:gd name="connsiteX239" fmla="*/ 739259 w 822962"/>
              <a:gd name="connsiteY239" fmla="*/ 653102 h 822973"/>
              <a:gd name="connsiteX240" fmla="*/ 743328 w 822962"/>
              <a:gd name="connsiteY240" fmla="*/ 652052 h 822973"/>
              <a:gd name="connsiteX241" fmla="*/ 804920 w 822962"/>
              <a:gd name="connsiteY241" fmla="*/ 624566 h 822973"/>
              <a:gd name="connsiteX242" fmla="*/ 811382 w 822962"/>
              <a:gd name="connsiteY242" fmla="*/ 607632 h 822973"/>
              <a:gd name="connsiteX243" fmla="*/ 794458 w 822962"/>
              <a:gd name="connsiteY243" fmla="*/ 601149 h 822973"/>
              <a:gd name="connsiteX244" fmla="*/ 771141 w 822962"/>
              <a:gd name="connsiteY244" fmla="*/ 611547 h 822973"/>
              <a:gd name="connsiteX245" fmla="*/ 822858 w 822962"/>
              <a:gd name="connsiteY245" fmla="*/ 403094 h 822973"/>
              <a:gd name="connsiteX246" fmla="*/ 755169 w 822962"/>
              <a:gd name="connsiteY246" fmla="*/ 185459 h 822973"/>
              <a:gd name="connsiteX247" fmla="*/ 737445 w 822962"/>
              <a:gd name="connsiteY247" fmla="*/ 181792 h 822973"/>
              <a:gd name="connsiteX248" fmla="*/ 733810 w 822962"/>
              <a:gd name="connsiteY248" fmla="*/ 199524 h 822973"/>
              <a:gd name="connsiteX249" fmla="*/ 797300 w 822962"/>
              <a:gd name="connsiteY249" fmla="*/ 403588 h 822973"/>
              <a:gd name="connsiteX250" fmla="*/ 747328 w 822962"/>
              <a:gd name="connsiteY250" fmla="*/ 601609 h 822973"/>
              <a:gd name="connsiteX251" fmla="*/ 744494 w 822962"/>
              <a:gd name="connsiteY251" fmla="*/ 571039 h 822973"/>
              <a:gd name="connsiteX252" fmla="*/ 730625 w 822962"/>
              <a:gd name="connsiteY252" fmla="*/ 559446 h 822973"/>
              <a:gd name="connsiteX253" fmla="*/ 718997 w 822962"/>
              <a:gd name="connsiteY253" fmla="*/ 573364 h 822973"/>
              <a:gd name="connsiteX254" fmla="*/ 579150 w 822962"/>
              <a:gd name="connsiteY254" fmla="*/ 481415 h 822973"/>
              <a:gd name="connsiteX255" fmla="*/ 558073 w 822962"/>
              <a:gd name="connsiteY255" fmla="*/ 472682 h 822973"/>
              <a:gd name="connsiteX256" fmla="*/ 536996 w 822962"/>
              <a:gd name="connsiteY256" fmla="*/ 481415 h 822973"/>
              <a:gd name="connsiteX257" fmla="*/ 528262 w 822962"/>
              <a:gd name="connsiteY257" fmla="*/ 502492 h 822973"/>
              <a:gd name="connsiteX258" fmla="*/ 536996 w 822962"/>
              <a:gd name="connsiteY258" fmla="*/ 523569 h 822973"/>
              <a:gd name="connsiteX259" fmla="*/ 558073 w 822962"/>
              <a:gd name="connsiteY259" fmla="*/ 532293 h 822973"/>
              <a:gd name="connsiteX260" fmla="*/ 579150 w 822962"/>
              <a:gd name="connsiteY260" fmla="*/ 523569 h 822973"/>
              <a:gd name="connsiteX261" fmla="*/ 587883 w 822962"/>
              <a:gd name="connsiteY261" fmla="*/ 502492 h 822973"/>
              <a:gd name="connsiteX262" fmla="*/ 579150 w 822962"/>
              <a:gd name="connsiteY262" fmla="*/ 481415 h 822973"/>
              <a:gd name="connsiteX263" fmla="*/ 558073 w 822962"/>
              <a:gd name="connsiteY263" fmla="*/ 446961 h 822973"/>
              <a:gd name="connsiteX264" fmla="*/ 597336 w 822962"/>
              <a:gd name="connsiteY264" fmla="*/ 463229 h 822973"/>
              <a:gd name="connsiteX265" fmla="*/ 613603 w 822962"/>
              <a:gd name="connsiteY265" fmla="*/ 502492 h 822973"/>
              <a:gd name="connsiteX266" fmla="*/ 597336 w 822962"/>
              <a:gd name="connsiteY266" fmla="*/ 541747 h 822973"/>
              <a:gd name="connsiteX267" fmla="*/ 558073 w 822962"/>
              <a:gd name="connsiteY267" fmla="*/ 558015 h 822973"/>
              <a:gd name="connsiteX268" fmla="*/ 518809 w 822962"/>
              <a:gd name="connsiteY268" fmla="*/ 541747 h 822973"/>
              <a:gd name="connsiteX269" fmla="*/ 502542 w 822962"/>
              <a:gd name="connsiteY269" fmla="*/ 502492 h 822973"/>
              <a:gd name="connsiteX270" fmla="*/ 518809 w 822962"/>
              <a:gd name="connsiteY270" fmla="*/ 463229 h 822973"/>
              <a:gd name="connsiteX271" fmla="*/ 558073 w 822962"/>
              <a:gd name="connsiteY271" fmla="*/ 446961 h 822973"/>
              <a:gd name="connsiteX272" fmla="*/ 286000 w 822962"/>
              <a:gd name="connsiteY272" fmla="*/ 481415 h 822973"/>
              <a:gd name="connsiteX273" fmla="*/ 264924 w 822962"/>
              <a:gd name="connsiteY273" fmla="*/ 472682 h 822973"/>
              <a:gd name="connsiteX274" fmla="*/ 243847 w 822962"/>
              <a:gd name="connsiteY274" fmla="*/ 481415 h 822973"/>
              <a:gd name="connsiteX275" fmla="*/ 235113 w 822962"/>
              <a:gd name="connsiteY275" fmla="*/ 502492 h 822973"/>
              <a:gd name="connsiteX276" fmla="*/ 243847 w 822962"/>
              <a:gd name="connsiteY276" fmla="*/ 523569 h 822973"/>
              <a:gd name="connsiteX277" fmla="*/ 264924 w 822962"/>
              <a:gd name="connsiteY277" fmla="*/ 532293 h 822973"/>
              <a:gd name="connsiteX278" fmla="*/ 286000 w 822962"/>
              <a:gd name="connsiteY278" fmla="*/ 523569 h 822973"/>
              <a:gd name="connsiteX279" fmla="*/ 294725 w 822962"/>
              <a:gd name="connsiteY279" fmla="*/ 502492 h 822973"/>
              <a:gd name="connsiteX280" fmla="*/ 286000 w 822962"/>
              <a:gd name="connsiteY280" fmla="*/ 481415 h 822973"/>
              <a:gd name="connsiteX281" fmla="*/ 264924 w 822962"/>
              <a:gd name="connsiteY281" fmla="*/ 446961 h 822973"/>
              <a:gd name="connsiteX282" fmla="*/ 304187 w 822962"/>
              <a:gd name="connsiteY282" fmla="*/ 463229 h 822973"/>
              <a:gd name="connsiteX283" fmla="*/ 320454 w 822962"/>
              <a:gd name="connsiteY283" fmla="*/ 502492 h 822973"/>
              <a:gd name="connsiteX284" fmla="*/ 304187 w 822962"/>
              <a:gd name="connsiteY284" fmla="*/ 541747 h 822973"/>
              <a:gd name="connsiteX285" fmla="*/ 264924 w 822962"/>
              <a:gd name="connsiteY285" fmla="*/ 558015 h 822973"/>
              <a:gd name="connsiteX286" fmla="*/ 225660 w 822962"/>
              <a:gd name="connsiteY286" fmla="*/ 541747 h 822973"/>
              <a:gd name="connsiteX287" fmla="*/ 209393 w 822962"/>
              <a:gd name="connsiteY287" fmla="*/ 502492 h 822973"/>
              <a:gd name="connsiteX288" fmla="*/ 225660 w 822962"/>
              <a:gd name="connsiteY288" fmla="*/ 463229 h 822973"/>
              <a:gd name="connsiteX289" fmla="*/ 264924 w 822962"/>
              <a:gd name="connsiteY289" fmla="*/ 446961 h 822973"/>
              <a:gd name="connsiteX290" fmla="*/ 432571 w 822962"/>
              <a:gd name="connsiteY290" fmla="*/ 228443 h 822973"/>
              <a:gd name="connsiteX291" fmla="*/ 411494 w 822962"/>
              <a:gd name="connsiteY291" fmla="*/ 219709 h 822973"/>
              <a:gd name="connsiteX292" fmla="*/ 390417 w 822962"/>
              <a:gd name="connsiteY292" fmla="*/ 228443 h 822973"/>
              <a:gd name="connsiteX293" fmla="*/ 381693 w 822962"/>
              <a:gd name="connsiteY293" fmla="*/ 249510 h 822973"/>
              <a:gd name="connsiteX294" fmla="*/ 390417 w 822962"/>
              <a:gd name="connsiteY294" fmla="*/ 270587 h 822973"/>
              <a:gd name="connsiteX295" fmla="*/ 411494 w 822962"/>
              <a:gd name="connsiteY295" fmla="*/ 279321 h 822973"/>
              <a:gd name="connsiteX296" fmla="*/ 432571 w 822962"/>
              <a:gd name="connsiteY296" fmla="*/ 270587 h 822973"/>
              <a:gd name="connsiteX297" fmla="*/ 441304 w 822962"/>
              <a:gd name="connsiteY297" fmla="*/ 249510 h 822973"/>
              <a:gd name="connsiteX298" fmla="*/ 432571 w 822962"/>
              <a:gd name="connsiteY298" fmla="*/ 228443 h 822973"/>
              <a:gd name="connsiteX299" fmla="*/ 450758 w 822962"/>
              <a:gd name="connsiteY299" fmla="*/ 210256 h 822973"/>
              <a:gd name="connsiteX300" fmla="*/ 411494 w 822962"/>
              <a:gd name="connsiteY300" fmla="*/ 193989 h 822973"/>
              <a:gd name="connsiteX301" fmla="*/ 372239 w 822962"/>
              <a:gd name="connsiteY301" fmla="*/ 210256 h 822973"/>
              <a:gd name="connsiteX302" fmla="*/ 355972 w 822962"/>
              <a:gd name="connsiteY302" fmla="*/ 249511 h 822973"/>
              <a:gd name="connsiteX303" fmla="*/ 372239 w 822962"/>
              <a:gd name="connsiteY303" fmla="*/ 288775 h 822973"/>
              <a:gd name="connsiteX304" fmla="*/ 411494 w 822962"/>
              <a:gd name="connsiteY304" fmla="*/ 305042 h 822973"/>
              <a:gd name="connsiteX305" fmla="*/ 450758 w 822962"/>
              <a:gd name="connsiteY305" fmla="*/ 288775 h 822973"/>
              <a:gd name="connsiteX306" fmla="*/ 467025 w 822962"/>
              <a:gd name="connsiteY306" fmla="*/ 249511 h 822973"/>
              <a:gd name="connsiteX307" fmla="*/ 450758 w 822962"/>
              <a:gd name="connsiteY307" fmla="*/ 210256 h 822973"/>
              <a:gd name="connsiteX308" fmla="*/ 443066 w 822962"/>
              <a:gd name="connsiteY308" fmla="*/ 499862 h 822973"/>
              <a:gd name="connsiteX309" fmla="*/ 443040 w 822962"/>
              <a:gd name="connsiteY309" fmla="*/ 502469 h 822973"/>
              <a:gd name="connsiteX310" fmla="*/ 443075 w 822962"/>
              <a:gd name="connsiteY310" fmla="*/ 505104 h 822973"/>
              <a:gd name="connsiteX311" fmla="*/ 436518 w 822962"/>
              <a:gd name="connsiteY311" fmla="*/ 508890 h 822973"/>
              <a:gd name="connsiteX312" fmla="*/ 436536 w 822962"/>
              <a:gd name="connsiteY312" fmla="*/ 508907 h 822973"/>
              <a:gd name="connsiteX313" fmla="*/ 421969 w 822962"/>
              <a:gd name="connsiteY313" fmla="*/ 527853 h 822973"/>
              <a:gd name="connsiteX314" fmla="*/ 425106 w 822962"/>
              <a:gd name="connsiteY314" fmla="*/ 551525 h 822973"/>
              <a:gd name="connsiteX315" fmla="*/ 448505 w 822962"/>
              <a:gd name="connsiteY315" fmla="*/ 592052 h 822973"/>
              <a:gd name="connsiteX316" fmla="*/ 449493 w 822962"/>
              <a:gd name="connsiteY316" fmla="*/ 593835 h 822973"/>
              <a:gd name="connsiteX317" fmla="*/ 449493 w 822962"/>
              <a:gd name="connsiteY317" fmla="*/ 593816 h 822973"/>
              <a:gd name="connsiteX318" fmla="*/ 468064 w 822962"/>
              <a:gd name="connsiteY318" fmla="*/ 607670 h 822973"/>
              <a:gd name="connsiteX319" fmla="*/ 490394 w 822962"/>
              <a:gd name="connsiteY319" fmla="*/ 605265 h 822973"/>
              <a:gd name="connsiteX320" fmla="*/ 492486 w 822962"/>
              <a:gd name="connsiteY320" fmla="*/ 604131 h 822973"/>
              <a:gd name="connsiteX321" fmla="*/ 498329 w 822962"/>
              <a:gd name="connsiteY321" fmla="*/ 600747 h 822973"/>
              <a:gd name="connsiteX322" fmla="*/ 499857 w 822962"/>
              <a:gd name="connsiteY322" fmla="*/ 601660 h 822973"/>
              <a:gd name="connsiteX323" fmla="*/ 500541 w 822962"/>
              <a:gd name="connsiteY323" fmla="*/ 602089 h 822973"/>
              <a:gd name="connsiteX324" fmla="*/ 502818 w 822962"/>
              <a:gd name="connsiteY324" fmla="*/ 603369 h 822973"/>
              <a:gd name="connsiteX325" fmla="*/ 502818 w 822962"/>
              <a:gd name="connsiteY325" fmla="*/ 610942 h 822973"/>
              <a:gd name="connsiteX326" fmla="*/ 511989 w 822962"/>
              <a:gd name="connsiteY326" fmla="*/ 633042 h 822973"/>
              <a:gd name="connsiteX327" fmla="*/ 534089 w 822962"/>
              <a:gd name="connsiteY327" fmla="*/ 642213 h 822973"/>
              <a:gd name="connsiteX328" fmla="*/ 582060 w 822962"/>
              <a:gd name="connsiteY328" fmla="*/ 642213 h 822973"/>
              <a:gd name="connsiteX329" fmla="*/ 604161 w 822962"/>
              <a:gd name="connsiteY329" fmla="*/ 633042 h 822973"/>
              <a:gd name="connsiteX330" fmla="*/ 613331 w 822962"/>
              <a:gd name="connsiteY330" fmla="*/ 610942 h 822973"/>
              <a:gd name="connsiteX331" fmla="*/ 613331 w 822962"/>
              <a:gd name="connsiteY331" fmla="*/ 603369 h 822973"/>
              <a:gd name="connsiteX332" fmla="*/ 615564 w 822962"/>
              <a:gd name="connsiteY332" fmla="*/ 602098 h 822973"/>
              <a:gd name="connsiteX333" fmla="*/ 617842 w 822962"/>
              <a:gd name="connsiteY333" fmla="*/ 600761 h 822973"/>
              <a:gd name="connsiteX334" fmla="*/ 624369 w 822962"/>
              <a:gd name="connsiteY334" fmla="*/ 604529 h 822973"/>
              <a:gd name="connsiteX335" fmla="*/ 624369 w 822962"/>
              <a:gd name="connsiteY335" fmla="*/ 604512 h 822973"/>
              <a:gd name="connsiteX336" fmla="*/ 624562 w 822962"/>
              <a:gd name="connsiteY336" fmla="*/ 604613 h 822973"/>
              <a:gd name="connsiteX337" fmla="*/ 648098 w 822962"/>
              <a:gd name="connsiteY337" fmla="*/ 607658 h 822973"/>
              <a:gd name="connsiteX338" fmla="*/ 667053 w 822962"/>
              <a:gd name="connsiteY338" fmla="*/ 593121 h 822973"/>
              <a:gd name="connsiteX339" fmla="*/ 667053 w 822962"/>
              <a:gd name="connsiteY339" fmla="*/ 593102 h 822973"/>
              <a:gd name="connsiteX340" fmla="*/ 691020 w 822962"/>
              <a:gd name="connsiteY340" fmla="*/ 551517 h 822973"/>
              <a:gd name="connsiteX341" fmla="*/ 694148 w 822962"/>
              <a:gd name="connsiteY341" fmla="*/ 527845 h 822973"/>
              <a:gd name="connsiteX342" fmla="*/ 680498 w 822962"/>
              <a:gd name="connsiteY342" fmla="*/ 509429 h 822973"/>
              <a:gd name="connsiteX343" fmla="*/ 679629 w 822962"/>
              <a:gd name="connsiteY343" fmla="*/ 508872 h 822973"/>
              <a:gd name="connsiteX344" fmla="*/ 673093 w 822962"/>
              <a:gd name="connsiteY344" fmla="*/ 505086 h 822973"/>
              <a:gd name="connsiteX345" fmla="*/ 673093 w 822962"/>
              <a:gd name="connsiteY345" fmla="*/ 499838 h 822973"/>
              <a:gd name="connsiteX346" fmla="*/ 679629 w 822962"/>
              <a:gd name="connsiteY346" fmla="*/ 496053 h 822973"/>
              <a:gd name="connsiteX347" fmla="*/ 694157 w 822962"/>
              <a:gd name="connsiteY347" fmla="*/ 477080 h 822973"/>
              <a:gd name="connsiteX348" fmla="*/ 691029 w 822962"/>
              <a:gd name="connsiteY348" fmla="*/ 453416 h 822973"/>
              <a:gd name="connsiteX349" fmla="*/ 667419 w 822962"/>
              <a:gd name="connsiteY349" fmla="*/ 412542 h 822973"/>
              <a:gd name="connsiteX350" fmla="*/ 667053 w 822962"/>
              <a:gd name="connsiteY350" fmla="*/ 411827 h 822973"/>
              <a:gd name="connsiteX351" fmla="*/ 648098 w 822962"/>
              <a:gd name="connsiteY351" fmla="*/ 397290 h 822973"/>
              <a:gd name="connsiteX352" fmla="*/ 625304 w 822962"/>
              <a:gd name="connsiteY352" fmla="*/ 399924 h 822973"/>
              <a:gd name="connsiteX353" fmla="*/ 624372 w 822962"/>
              <a:gd name="connsiteY353" fmla="*/ 400419 h 822973"/>
              <a:gd name="connsiteX354" fmla="*/ 617853 w 822962"/>
              <a:gd name="connsiteY354" fmla="*/ 404177 h 822973"/>
              <a:gd name="connsiteX355" fmla="*/ 615612 w 822962"/>
              <a:gd name="connsiteY355" fmla="*/ 402853 h 822973"/>
              <a:gd name="connsiteX356" fmla="*/ 615594 w 822962"/>
              <a:gd name="connsiteY356" fmla="*/ 402880 h 822973"/>
              <a:gd name="connsiteX357" fmla="*/ 615559 w 822962"/>
              <a:gd name="connsiteY357" fmla="*/ 402853 h 822973"/>
              <a:gd name="connsiteX358" fmla="*/ 613338 w 822962"/>
              <a:gd name="connsiteY358" fmla="*/ 401600 h 822973"/>
              <a:gd name="connsiteX359" fmla="*/ 613338 w 822962"/>
              <a:gd name="connsiteY359" fmla="*/ 394009 h 822973"/>
              <a:gd name="connsiteX360" fmla="*/ 604167 w 822962"/>
              <a:gd name="connsiteY360" fmla="*/ 371899 h 822973"/>
              <a:gd name="connsiteX361" fmla="*/ 582066 w 822962"/>
              <a:gd name="connsiteY361" fmla="*/ 362738 h 822973"/>
              <a:gd name="connsiteX362" fmla="*/ 534096 w 822962"/>
              <a:gd name="connsiteY362" fmla="*/ 362738 h 822973"/>
              <a:gd name="connsiteX363" fmla="*/ 511995 w 822962"/>
              <a:gd name="connsiteY363" fmla="*/ 371899 h 822973"/>
              <a:gd name="connsiteX364" fmla="*/ 502825 w 822962"/>
              <a:gd name="connsiteY364" fmla="*/ 394009 h 822973"/>
              <a:gd name="connsiteX365" fmla="*/ 502825 w 822962"/>
              <a:gd name="connsiteY365" fmla="*/ 401573 h 822973"/>
              <a:gd name="connsiteX366" fmla="*/ 500583 w 822962"/>
              <a:gd name="connsiteY366" fmla="*/ 402836 h 822973"/>
              <a:gd name="connsiteX367" fmla="*/ 498315 w 822962"/>
              <a:gd name="connsiteY367" fmla="*/ 404181 h 822973"/>
              <a:gd name="connsiteX368" fmla="*/ 491787 w 822962"/>
              <a:gd name="connsiteY368" fmla="*/ 400412 h 822973"/>
              <a:gd name="connsiteX369" fmla="*/ 491787 w 822962"/>
              <a:gd name="connsiteY369" fmla="*/ 400439 h 822973"/>
              <a:gd name="connsiteX370" fmla="*/ 491606 w 822962"/>
              <a:gd name="connsiteY370" fmla="*/ 400338 h 822973"/>
              <a:gd name="connsiteX371" fmla="*/ 468079 w 822962"/>
              <a:gd name="connsiteY371" fmla="*/ 397284 h 822973"/>
              <a:gd name="connsiteX372" fmla="*/ 449107 w 822962"/>
              <a:gd name="connsiteY372" fmla="*/ 411821 h 822973"/>
              <a:gd name="connsiteX373" fmla="*/ 449124 w 822962"/>
              <a:gd name="connsiteY373" fmla="*/ 411821 h 822973"/>
              <a:gd name="connsiteX374" fmla="*/ 425112 w 822962"/>
              <a:gd name="connsiteY374" fmla="*/ 453419 h 822973"/>
              <a:gd name="connsiteX375" fmla="*/ 421975 w 822962"/>
              <a:gd name="connsiteY375" fmla="*/ 477083 h 822973"/>
              <a:gd name="connsiteX376" fmla="*/ 436524 w 822962"/>
              <a:gd name="connsiteY376" fmla="*/ 496055 h 822973"/>
              <a:gd name="connsiteX377" fmla="*/ 443082 w 822962"/>
              <a:gd name="connsiteY377" fmla="*/ 499841 h 822973"/>
              <a:gd name="connsiteX378" fmla="*/ 449368 w 822962"/>
              <a:gd name="connsiteY378" fmla="*/ 473874 h 822973"/>
              <a:gd name="connsiteX379" fmla="*/ 462735 w 822962"/>
              <a:gd name="connsiteY379" fmla="*/ 481592 h 822973"/>
              <a:gd name="connsiteX380" fmla="*/ 469073 w 822962"/>
              <a:gd name="connsiteY380" fmla="*/ 493900 h 822973"/>
              <a:gd name="connsiteX381" fmla="*/ 468662 w 822962"/>
              <a:gd name="connsiteY381" fmla="*/ 502466 h 822973"/>
              <a:gd name="connsiteX382" fmla="*/ 469037 w 822962"/>
              <a:gd name="connsiteY382" fmla="*/ 510431 h 822973"/>
              <a:gd name="connsiteX383" fmla="*/ 462765 w 822962"/>
              <a:gd name="connsiteY383" fmla="*/ 523362 h 822973"/>
              <a:gd name="connsiteX384" fmla="*/ 449380 w 822962"/>
              <a:gd name="connsiteY384" fmla="*/ 531089 h 822973"/>
              <a:gd name="connsiteX385" fmla="*/ 449380 w 822962"/>
              <a:gd name="connsiteY385" fmla="*/ 531072 h 822973"/>
              <a:gd name="connsiteX386" fmla="*/ 449335 w 822962"/>
              <a:gd name="connsiteY386" fmla="*/ 531089 h 822973"/>
              <a:gd name="connsiteX387" fmla="*/ 446793 w 822962"/>
              <a:gd name="connsiteY387" fmla="*/ 534492 h 822973"/>
              <a:gd name="connsiteX388" fmla="*/ 447314 w 822962"/>
              <a:gd name="connsiteY388" fmla="*/ 538772 h 822973"/>
              <a:gd name="connsiteX389" fmla="*/ 470686 w 822962"/>
              <a:gd name="connsiteY389" fmla="*/ 579262 h 822973"/>
              <a:gd name="connsiteX390" fmla="*/ 470897 w 822962"/>
              <a:gd name="connsiteY390" fmla="*/ 579563 h 822973"/>
              <a:gd name="connsiteX391" fmla="*/ 470871 w 822962"/>
              <a:gd name="connsiteY391" fmla="*/ 579581 h 822973"/>
              <a:gd name="connsiteX392" fmla="*/ 470888 w 822962"/>
              <a:gd name="connsiteY392" fmla="*/ 579607 h 822973"/>
              <a:gd name="connsiteX393" fmla="*/ 471299 w 822962"/>
              <a:gd name="connsiteY393" fmla="*/ 580265 h 822973"/>
              <a:gd name="connsiteX394" fmla="*/ 474701 w 822962"/>
              <a:gd name="connsiteY394" fmla="*/ 582852 h 822973"/>
              <a:gd name="connsiteX395" fmla="*/ 478589 w 822962"/>
              <a:gd name="connsiteY395" fmla="*/ 582543 h 822973"/>
              <a:gd name="connsiteX396" fmla="*/ 478928 w 822962"/>
              <a:gd name="connsiteY396" fmla="*/ 582340 h 822973"/>
              <a:gd name="connsiteX397" fmla="*/ 492305 w 822962"/>
              <a:gd name="connsiteY397" fmla="*/ 574613 h 822973"/>
              <a:gd name="connsiteX398" fmla="*/ 506167 w 822962"/>
              <a:gd name="connsiteY398" fmla="*/ 575262 h 822973"/>
              <a:gd name="connsiteX399" fmla="*/ 512733 w 822962"/>
              <a:gd name="connsiteY399" fmla="*/ 579542 h 822973"/>
              <a:gd name="connsiteX400" fmla="*/ 513400 w 822962"/>
              <a:gd name="connsiteY400" fmla="*/ 579899 h 822973"/>
              <a:gd name="connsiteX401" fmla="*/ 520046 w 822962"/>
              <a:gd name="connsiteY401" fmla="*/ 583393 h 822973"/>
              <a:gd name="connsiteX402" fmla="*/ 528533 w 822962"/>
              <a:gd name="connsiteY402" fmla="*/ 595490 h 822973"/>
              <a:gd name="connsiteX403" fmla="*/ 528533 w 822962"/>
              <a:gd name="connsiteY403" fmla="*/ 610944 h 822973"/>
              <a:gd name="connsiteX404" fmla="*/ 530170 w 822962"/>
              <a:gd name="connsiteY404" fmla="*/ 614867 h 822973"/>
              <a:gd name="connsiteX405" fmla="*/ 534084 w 822962"/>
              <a:gd name="connsiteY405" fmla="*/ 616504 h 822973"/>
              <a:gd name="connsiteX406" fmla="*/ 582054 w 822962"/>
              <a:gd name="connsiteY406" fmla="*/ 616504 h 822973"/>
              <a:gd name="connsiteX407" fmla="*/ 585977 w 822962"/>
              <a:gd name="connsiteY407" fmla="*/ 614867 h 822973"/>
              <a:gd name="connsiteX408" fmla="*/ 587615 w 822962"/>
              <a:gd name="connsiteY408" fmla="*/ 610944 h 822973"/>
              <a:gd name="connsiteX409" fmla="*/ 587615 w 822962"/>
              <a:gd name="connsiteY409" fmla="*/ 595635 h 822973"/>
              <a:gd name="connsiteX410" fmla="*/ 595157 w 822962"/>
              <a:gd name="connsiteY410" fmla="*/ 583785 h 822973"/>
              <a:gd name="connsiteX411" fmla="*/ 602819 w 822962"/>
              <a:gd name="connsiteY411" fmla="*/ 579898 h 822973"/>
              <a:gd name="connsiteX412" fmla="*/ 609641 w 822962"/>
              <a:gd name="connsiteY412" fmla="*/ 575520 h 822973"/>
              <a:gd name="connsiteX413" fmla="*/ 623860 w 822962"/>
              <a:gd name="connsiteY413" fmla="*/ 574615 h 822973"/>
              <a:gd name="connsiteX414" fmla="*/ 637228 w 822962"/>
              <a:gd name="connsiteY414" fmla="*/ 582333 h 822973"/>
              <a:gd name="connsiteX415" fmla="*/ 637228 w 822962"/>
              <a:gd name="connsiteY415" fmla="*/ 582351 h 822973"/>
              <a:gd name="connsiteX416" fmla="*/ 641478 w 822962"/>
              <a:gd name="connsiteY416" fmla="*/ 582845 h 822973"/>
              <a:gd name="connsiteX417" fmla="*/ 644824 w 822962"/>
              <a:gd name="connsiteY417" fmla="*/ 580259 h 822973"/>
              <a:gd name="connsiteX418" fmla="*/ 644899 w 822962"/>
              <a:gd name="connsiteY418" fmla="*/ 580276 h 822973"/>
              <a:gd name="connsiteX419" fmla="*/ 668866 w 822962"/>
              <a:gd name="connsiteY419" fmla="*/ 538763 h 822973"/>
              <a:gd name="connsiteX420" fmla="*/ 669378 w 822962"/>
              <a:gd name="connsiteY420" fmla="*/ 534483 h 822973"/>
              <a:gd name="connsiteX421" fmla="*/ 667202 w 822962"/>
              <a:gd name="connsiteY421" fmla="*/ 531310 h 822973"/>
              <a:gd name="connsiteX422" fmla="*/ 666764 w 822962"/>
              <a:gd name="connsiteY422" fmla="*/ 531080 h 822973"/>
              <a:gd name="connsiteX423" fmla="*/ 653396 w 822962"/>
              <a:gd name="connsiteY423" fmla="*/ 523362 h 822973"/>
              <a:gd name="connsiteX424" fmla="*/ 647077 w 822962"/>
              <a:gd name="connsiteY424" fmla="*/ 511054 h 822973"/>
              <a:gd name="connsiteX425" fmla="*/ 647515 w 822962"/>
              <a:gd name="connsiteY425" fmla="*/ 502488 h 822973"/>
              <a:gd name="connsiteX426" fmla="*/ 647077 w 822962"/>
              <a:gd name="connsiteY426" fmla="*/ 494513 h 822973"/>
              <a:gd name="connsiteX427" fmla="*/ 653396 w 822962"/>
              <a:gd name="connsiteY427" fmla="*/ 481592 h 822973"/>
              <a:gd name="connsiteX428" fmla="*/ 666764 w 822962"/>
              <a:gd name="connsiteY428" fmla="*/ 473865 h 822973"/>
              <a:gd name="connsiteX429" fmla="*/ 669380 w 822962"/>
              <a:gd name="connsiteY429" fmla="*/ 470462 h 822973"/>
              <a:gd name="connsiteX430" fmla="*/ 668869 w 822962"/>
              <a:gd name="connsiteY430" fmla="*/ 466182 h 822973"/>
              <a:gd name="connsiteX431" fmla="*/ 645259 w 822962"/>
              <a:gd name="connsiteY431" fmla="*/ 425335 h 822973"/>
              <a:gd name="connsiteX432" fmla="*/ 644830 w 822962"/>
              <a:gd name="connsiteY432" fmla="*/ 424686 h 822973"/>
              <a:gd name="connsiteX433" fmla="*/ 641484 w 822962"/>
              <a:gd name="connsiteY433" fmla="*/ 422091 h 822973"/>
              <a:gd name="connsiteX434" fmla="*/ 637561 w 822962"/>
              <a:gd name="connsiteY434" fmla="*/ 422412 h 822973"/>
              <a:gd name="connsiteX435" fmla="*/ 637222 w 822962"/>
              <a:gd name="connsiteY435" fmla="*/ 422615 h 822973"/>
              <a:gd name="connsiteX436" fmla="*/ 623837 w 822962"/>
              <a:gd name="connsiteY436" fmla="*/ 430342 h 822973"/>
              <a:gd name="connsiteX437" fmla="*/ 609975 w 822962"/>
              <a:gd name="connsiteY437" fmla="*/ 429684 h 822973"/>
              <a:gd name="connsiteX438" fmla="*/ 602743 w 822962"/>
              <a:gd name="connsiteY438" fmla="*/ 425038 h 822973"/>
              <a:gd name="connsiteX439" fmla="*/ 602760 w 822962"/>
              <a:gd name="connsiteY439" fmla="*/ 425011 h 822973"/>
              <a:gd name="connsiteX440" fmla="*/ 596105 w 822962"/>
              <a:gd name="connsiteY440" fmla="*/ 421537 h 822973"/>
              <a:gd name="connsiteX441" fmla="*/ 587610 w 822962"/>
              <a:gd name="connsiteY441" fmla="*/ 409441 h 822973"/>
              <a:gd name="connsiteX442" fmla="*/ 587610 w 822962"/>
              <a:gd name="connsiteY442" fmla="*/ 393986 h 822973"/>
              <a:gd name="connsiteX443" fmla="*/ 585972 w 822962"/>
              <a:gd name="connsiteY443" fmla="*/ 390064 h 822973"/>
              <a:gd name="connsiteX444" fmla="*/ 582050 w 822962"/>
              <a:gd name="connsiteY444" fmla="*/ 388435 h 822973"/>
              <a:gd name="connsiteX445" fmla="*/ 534079 w 822962"/>
              <a:gd name="connsiteY445" fmla="*/ 388435 h 822973"/>
              <a:gd name="connsiteX446" fmla="*/ 530165 w 822962"/>
              <a:gd name="connsiteY446" fmla="*/ 390064 h 822973"/>
              <a:gd name="connsiteX447" fmla="*/ 528528 w 822962"/>
              <a:gd name="connsiteY447" fmla="*/ 393986 h 822973"/>
              <a:gd name="connsiteX448" fmla="*/ 528528 w 822962"/>
              <a:gd name="connsiteY448" fmla="*/ 409295 h 822973"/>
              <a:gd name="connsiteX449" fmla="*/ 520994 w 822962"/>
              <a:gd name="connsiteY449" fmla="*/ 421145 h 822973"/>
              <a:gd name="connsiteX450" fmla="*/ 513332 w 822962"/>
              <a:gd name="connsiteY450" fmla="*/ 425023 h 822973"/>
              <a:gd name="connsiteX451" fmla="*/ 506501 w 822962"/>
              <a:gd name="connsiteY451" fmla="*/ 429402 h 822973"/>
              <a:gd name="connsiteX452" fmla="*/ 492282 w 822962"/>
              <a:gd name="connsiteY452" fmla="*/ 430306 h 822973"/>
              <a:gd name="connsiteX453" fmla="*/ 478914 w 822962"/>
              <a:gd name="connsiteY453" fmla="*/ 422588 h 822973"/>
              <a:gd name="connsiteX454" fmla="*/ 478914 w 822962"/>
              <a:gd name="connsiteY454" fmla="*/ 422561 h 822973"/>
              <a:gd name="connsiteX455" fmla="*/ 474691 w 822962"/>
              <a:gd name="connsiteY455" fmla="*/ 422059 h 822973"/>
              <a:gd name="connsiteX456" fmla="*/ 471288 w 822962"/>
              <a:gd name="connsiteY456" fmla="*/ 424654 h 822973"/>
              <a:gd name="connsiteX457" fmla="*/ 471271 w 822962"/>
              <a:gd name="connsiteY457" fmla="*/ 424654 h 822973"/>
              <a:gd name="connsiteX458" fmla="*/ 447304 w 822962"/>
              <a:gd name="connsiteY458" fmla="*/ 466150 h 822973"/>
              <a:gd name="connsiteX459" fmla="*/ 446782 w 822962"/>
              <a:gd name="connsiteY459" fmla="*/ 470430 h 822973"/>
              <a:gd name="connsiteX460" fmla="*/ 449369 w 822962"/>
              <a:gd name="connsiteY460" fmla="*/ 473833 h 822973"/>
              <a:gd name="connsiteX461" fmla="*/ 149910 w 822962"/>
              <a:gd name="connsiteY461" fmla="*/ 499862 h 822973"/>
              <a:gd name="connsiteX462" fmla="*/ 149882 w 822962"/>
              <a:gd name="connsiteY462" fmla="*/ 502469 h 822973"/>
              <a:gd name="connsiteX463" fmla="*/ 149910 w 822962"/>
              <a:gd name="connsiteY463" fmla="*/ 505104 h 822973"/>
              <a:gd name="connsiteX464" fmla="*/ 143352 w 822962"/>
              <a:gd name="connsiteY464" fmla="*/ 508890 h 822973"/>
              <a:gd name="connsiteX465" fmla="*/ 128814 w 822962"/>
              <a:gd name="connsiteY465" fmla="*/ 527862 h 822973"/>
              <a:gd name="connsiteX466" fmla="*/ 131943 w 822962"/>
              <a:gd name="connsiteY466" fmla="*/ 551535 h 822973"/>
              <a:gd name="connsiteX467" fmla="*/ 155544 w 822962"/>
              <a:gd name="connsiteY467" fmla="*/ 592409 h 822973"/>
              <a:gd name="connsiteX468" fmla="*/ 155928 w 822962"/>
              <a:gd name="connsiteY468" fmla="*/ 593132 h 822973"/>
              <a:gd name="connsiteX469" fmla="*/ 174900 w 822962"/>
              <a:gd name="connsiteY469" fmla="*/ 607670 h 822973"/>
              <a:gd name="connsiteX470" fmla="*/ 197685 w 822962"/>
              <a:gd name="connsiteY470" fmla="*/ 605026 h 822973"/>
              <a:gd name="connsiteX471" fmla="*/ 198626 w 822962"/>
              <a:gd name="connsiteY471" fmla="*/ 604541 h 822973"/>
              <a:gd name="connsiteX472" fmla="*/ 205163 w 822962"/>
              <a:gd name="connsiteY472" fmla="*/ 600755 h 822973"/>
              <a:gd name="connsiteX473" fmla="*/ 206690 w 822962"/>
              <a:gd name="connsiteY473" fmla="*/ 601669 h 822973"/>
              <a:gd name="connsiteX474" fmla="*/ 207383 w 822962"/>
              <a:gd name="connsiteY474" fmla="*/ 602097 h 822973"/>
              <a:gd name="connsiteX475" fmla="*/ 209696 w 822962"/>
              <a:gd name="connsiteY475" fmla="*/ 603404 h 822973"/>
              <a:gd name="connsiteX476" fmla="*/ 209696 w 822962"/>
              <a:gd name="connsiteY476" fmla="*/ 610947 h 822973"/>
              <a:gd name="connsiteX477" fmla="*/ 209652 w 822962"/>
              <a:gd name="connsiteY477" fmla="*/ 610947 h 822973"/>
              <a:gd name="connsiteX478" fmla="*/ 218823 w 822962"/>
              <a:gd name="connsiteY478" fmla="*/ 633047 h 822973"/>
              <a:gd name="connsiteX479" fmla="*/ 240933 w 822962"/>
              <a:gd name="connsiteY479" fmla="*/ 642219 h 822973"/>
              <a:gd name="connsiteX480" fmla="*/ 288903 w 822962"/>
              <a:gd name="connsiteY480" fmla="*/ 642219 h 822973"/>
              <a:gd name="connsiteX481" fmla="*/ 311004 w 822962"/>
              <a:gd name="connsiteY481" fmla="*/ 633047 h 822973"/>
              <a:gd name="connsiteX482" fmla="*/ 320165 w 822962"/>
              <a:gd name="connsiteY482" fmla="*/ 610947 h 822973"/>
              <a:gd name="connsiteX483" fmla="*/ 320121 w 822962"/>
              <a:gd name="connsiteY483" fmla="*/ 610947 h 822973"/>
              <a:gd name="connsiteX484" fmla="*/ 320121 w 822962"/>
              <a:gd name="connsiteY484" fmla="*/ 603404 h 822973"/>
              <a:gd name="connsiteX485" fmla="*/ 322407 w 822962"/>
              <a:gd name="connsiteY485" fmla="*/ 602106 h 822973"/>
              <a:gd name="connsiteX486" fmla="*/ 324675 w 822962"/>
              <a:gd name="connsiteY486" fmla="*/ 600770 h 822973"/>
              <a:gd name="connsiteX487" fmla="*/ 331202 w 822962"/>
              <a:gd name="connsiteY487" fmla="*/ 604538 h 822973"/>
              <a:gd name="connsiteX488" fmla="*/ 331202 w 822962"/>
              <a:gd name="connsiteY488" fmla="*/ 604520 h 822973"/>
              <a:gd name="connsiteX489" fmla="*/ 331256 w 822962"/>
              <a:gd name="connsiteY489" fmla="*/ 604538 h 822973"/>
              <a:gd name="connsiteX490" fmla="*/ 354920 w 822962"/>
              <a:gd name="connsiteY490" fmla="*/ 607667 h 822973"/>
              <a:gd name="connsiteX491" fmla="*/ 373318 w 822962"/>
              <a:gd name="connsiteY491" fmla="*/ 594079 h 822973"/>
              <a:gd name="connsiteX492" fmla="*/ 373491 w 822962"/>
              <a:gd name="connsiteY492" fmla="*/ 593822 h 822973"/>
              <a:gd name="connsiteX493" fmla="*/ 373473 w 822962"/>
              <a:gd name="connsiteY493" fmla="*/ 593822 h 822973"/>
              <a:gd name="connsiteX494" fmla="*/ 373883 w 822962"/>
              <a:gd name="connsiteY494" fmla="*/ 593129 h 822973"/>
              <a:gd name="connsiteX495" fmla="*/ 373866 w 822962"/>
              <a:gd name="connsiteY495" fmla="*/ 593111 h 822973"/>
              <a:gd name="connsiteX496" fmla="*/ 397869 w 822962"/>
              <a:gd name="connsiteY496" fmla="*/ 551525 h 822973"/>
              <a:gd name="connsiteX497" fmla="*/ 400998 w 822962"/>
              <a:gd name="connsiteY497" fmla="*/ 527853 h 822973"/>
              <a:gd name="connsiteX498" fmla="*/ 387335 w 822962"/>
              <a:gd name="connsiteY498" fmla="*/ 509437 h 822973"/>
              <a:gd name="connsiteX499" fmla="*/ 386456 w 822962"/>
              <a:gd name="connsiteY499" fmla="*/ 508881 h 822973"/>
              <a:gd name="connsiteX500" fmla="*/ 379899 w 822962"/>
              <a:gd name="connsiteY500" fmla="*/ 505094 h 822973"/>
              <a:gd name="connsiteX501" fmla="*/ 379917 w 822962"/>
              <a:gd name="connsiteY501" fmla="*/ 502478 h 822973"/>
              <a:gd name="connsiteX502" fmla="*/ 379890 w 822962"/>
              <a:gd name="connsiteY502" fmla="*/ 499853 h 822973"/>
              <a:gd name="connsiteX503" fmla="*/ 386448 w 822962"/>
              <a:gd name="connsiteY503" fmla="*/ 496066 h 822973"/>
              <a:gd name="connsiteX504" fmla="*/ 386430 w 822962"/>
              <a:gd name="connsiteY504" fmla="*/ 496049 h 822973"/>
              <a:gd name="connsiteX505" fmla="*/ 400988 w 822962"/>
              <a:gd name="connsiteY505" fmla="*/ 477094 h 822973"/>
              <a:gd name="connsiteX506" fmla="*/ 397860 w 822962"/>
              <a:gd name="connsiteY506" fmla="*/ 453430 h 822973"/>
              <a:gd name="connsiteX507" fmla="*/ 374077 w 822962"/>
              <a:gd name="connsiteY507" fmla="*/ 412217 h 822973"/>
              <a:gd name="connsiteX508" fmla="*/ 373592 w 822962"/>
              <a:gd name="connsiteY508" fmla="*/ 411404 h 822973"/>
              <a:gd name="connsiteX509" fmla="*/ 354910 w 822962"/>
              <a:gd name="connsiteY509" fmla="*/ 397287 h 822973"/>
              <a:gd name="connsiteX510" fmla="*/ 332116 w 822962"/>
              <a:gd name="connsiteY510" fmla="*/ 399929 h 822973"/>
              <a:gd name="connsiteX511" fmla="*/ 331193 w 822962"/>
              <a:gd name="connsiteY511" fmla="*/ 400415 h 822973"/>
              <a:gd name="connsiteX512" fmla="*/ 324657 w 822962"/>
              <a:gd name="connsiteY512" fmla="*/ 404192 h 822973"/>
              <a:gd name="connsiteX513" fmla="*/ 323130 w 822962"/>
              <a:gd name="connsiteY513" fmla="*/ 403287 h 822973"/>
              <a:gd name="connsiteX514" fmla="*/ 322436 w 822962"/>
              <a:gd name="connsiteY514" fmla="*/ 402849 h 822973"/>
              <a:gd name="connsiteX515" fmla="*/ 320114 w 822962"/>
              <a:gd name="connsiteY515" fmla="*/ 401552 h 822973"/>
              <a:gd name="connsiteX516" fmla="*/ 320114 w 822962"/>
              <a:gd name="connsiteY516" fmla="*/ 394018 h 822973"/>
              <a:gd name="connsiteX517" fmla="*/ 320159 w 822962"/>
              <a:gd name="connsiteY517" fmla="*/ 394018 h 822973"/>
              <a:gd name="connsiteX518" fmla="*/ 310998 w 822962"/>
              <a:gd name="connsiteY518" fmla="*/ 371908 h 822973"/>
              <a:gd name="connsiteX519" fmla="*/ 288896 w 822962"/>
              <a:gd name="connsiteY519" fmla="*/ 362747 h 822973"/>
              <a:gd name="connsiteX520" fmla="*/ 240927 w 822962"/>
              <a:gd name="connsiteY520" fmla="*/ 362747 h 822973"/>
              <a:gd name="connsiteX521" fmla="*/ 218816 w 822962"/>
              <a:gd name="connsiteY521" fmla="*/ 371908 h 822973"/>
              <a:gd name="connsiteX522" fmla="*/ 209645 w 822962"/>
              <a:gd name="connsiteY522" fmla="*/ 394018 h 822973"/>
              <a:gd name="connsiteX523" fmla="*/ 209645 w 822962"/>
              <a:gd name="connsiteY523" fmla="*/ 401581 h 822973"/>
              <a:gd name="connsiteX524" fmla="*/ 207404 w 822962"/>
              <a:gd name="connsiteY524" fmla="*/ 402844 h 822973"/>
              <a:gd name="connsiteX525" fmla="*/ 205135 w 822962"/>
              <a:gd name="connsiteY525" fmla="*/ 404189 h 822973"/>
              <a:gd name="connsiteX526" fmla="*/ 198608 w 822962"/>
              <a:gd name="connsiteY526" fmla="*/ 400421 h 822973"/>
              <a:gd name="connsiteX527" fmla="*/ 198608 w 822962"/>
              <a:gd name="connsiteY527" fmla="*/ 400447 h 822973"/>
              <a:gd name="connsiteX528" fmla="*/ 198555 w 822962"/>
              <a:gd name="connsiteY528" fmla="*/ 400421 h 822973"/>
              <a:gd name="connsiteX529" fmla="*/ 174891 w 822962"/>
              <a:gd name="connsiteY529" fmla="*/ 397292 h 822973"/>
              <a:gd name="connsiteX530" fmla="*/ 156502 w 822962"/>
              <a:gd name="connsiteY530" fmla="*/ 410871 h 822973"/>
              <a:gd name="connsiteX531" fmla="*/ 156319 w 822962"/>
              <a:gd name="connsiteY531" fmla="*/ 411127 h 822973"/>
              <a:gd name="connsiteX532" fmla="*/ 156319 w 822962"/>
              <a:gd name="connsiteY532" fmla="*/ 411145 h 822973"/>
              <a:gd name="connsiteX533" fmla="*/ 155918 w 822962"/>
              <a:gd name="connsiteY533" fmla="*/ 411829 h 822973"/>
              <a:gd name="connsiteX534" fmla="*/ 155945 w 822962"/>
              <a:gd name="connsiteY534" fmla="*/ 411829 h 822973"/>
              <a:gd name="connsiteX535" fmla="*/ 131932 w 822962"/>
              <a:gd name="connsiteY535" fmla="*/ 453427 h 822973"/>
              <a:gd name="connsiteX536" fmla="*/ 128804 w 822962"/>
              <a:gd name="connsiteY536" fmla="*/ 477091 h 822973"/>
              <a:gd name="connsiteX537" fmla="*/ 143342 w 822962"/>
              <a:gd name="connsiteY537" fmla="*/ 496063 h 822973"/>
              <a:gd name="connsiteX538" fmla="*/ 149899 w 822962"/>
              <a:gd name="connsiteY538" fmla="*/ 499850 h 822973"/>
              <a:gd name="connsiteX539" fmla="*/ 156220 w 822962"/>
              <a:gd name="connsiteY539" fmla="*/ 473874 h 822973"/>
              <a:gd name="connsiteX540" fmla="*/ 169578 w 822962"/>
              <a:gd name="connsiteY540" fmla="*/ 481592 h 822973"/>
              <a:gd name="connsiteX541" fmla="*/ 175915 w 822962"/>
              <a:gd name="connsiteY541" fmla="*/ 493900 h 822973"/>
              <a:gd name="connsiteX542" fmla="*/ 175504 w 822962"/>
              <a:gd name="connsiteY542" fmla="*/ 502466 h 822973"/>
              <a:gd name="connsiteX543" fmla="*/ 175879 w 822962"/>
              <a:gd name="connsiteY543" fmla="*/ 510441 h 822973"/>
              <a:gd name="connsiteX544" fmla="*/ 169608 w 822962"/>
              <a:gd name="connsiteY544" fmla="*/ 523362 h 822973"/>
              <a:gd name="connsiteX545" fmla="*/ 156231 w 822962"/>
              <a:gd name="connsiteY545" fmla="*/ 531089 h 822973"/>
              <a:gd name="connsiteX546" fmla="*/ 153636 w 822962"/>
              <a:gd name="connsiteY546" fmla="*/ 534492 h 822973"/>
              <a:gd name="connsiteX547" fmla="*/ 154156 w 822962"/>
              <a:gd name="connsiteY547" fmla="*/ 538772 h 822973"/>
              <a:gd name="connsiteX548" fmla="*/ 177731 w 822962"/>
              <a:gd name="connsiteY548" fmla="*/ 579610 h 822973"/>
              <a:gd name="connsiteX549" fmla="*/ 178142 w 822962"/>
              <a:gd name="connsiteY549" fmla="*/ 580268 h 822973"/>
              <a:gd name="connsiteX550" fmla="*/ 181544 w 822962"/>
              <a:gd name="connsiteY550" fmla="*/ 582855 h 822973"/>
              <a:gd name="connsiteX551" fmla="*/ 185440 w 822962"/>
              <a:gd name="connsiteY551" fmla="*/ 582533 h 822973"/>
              <a:gd name="connsiteX552" fmla="*/ 185771 w 822962"/>
              <a:gd name="connsiteY552" fmla="*/ 582340 h 822973"/>
              <a:gd name="connsiteX553" fmla="*/ 199148 w 822962"/>
              <a:gd name="connsiteY553" fmla="*/ 574613 h 822973"/>
              <a:gd name="connsiteX554" fmla="*/ 213009 w 822962"/>
              <a:gd name="connsiteY554" fmla="*/ 575262 h 822973"/>
              <a:gd name="connsiteX555" fmla="*/ 219575 w 822962"/>
              <a:gd name="connsiteY555" fmla="*/ 579542 h 822973"/>
              <a:gd name="connsiteX556" fmla="*/ 220242 w 822962"/>
              <a:gd name="connsiteY556" fmla="*/ 579899 h 822973"/>
              <a:gd name="connsiteX557" fmla="*/ 227842 w 822962"/>
              <a:gd name="connsiteY557" fmla="*/ 583831 h 822973"/>
              <a:gd name="connsiteX558" fmla="*/ 235331 w 822962"/>
              <a:gd name="connsiteY558" fmla="*/ 595491 h 822973"/>
              <a:gd name="connsiteX559" fmla="*/ 235331 w 822962"/>
              <a:gd name="connsiteY559" fmla="*/ 610945 h 822973"/>
              <a:gd name="connsiteX560" fmla="*/ 235375 w 822962"/>
              <a:gd name="connsiteY560" fmla="*/ 610945 h 822973"/>
              <a:gd name="connsiteX561" fmla="*/ 237021 w 822962"/>
              <a:gd name="connsiteY561" fmla="*/ 614867 h 822973"/>
              <a:gd name="connsiteX562" fmla="*/ 240944 w 822962"/>
              <a:gd name="connsiteY562" fmla="*/ 616505 h 822973"/>
              <a:gd name="connsiteX563" fmla="*/ 288914 w 822962"/>
              <a:gd name="connsiteY563" fmla="*/ 616505 h 822973"/>
              <a:gd name="connsiteX564" fmla="*/ 292829 w 822962"/>
              <a:gd name="connsiteY564" fmla="*/ 614867 h 822973"/>
              <a:gd name="connsiteX565" fmla="*/ 294466 w 822962"/>
              <a:gd name="connsiteY565" fmla="*/ 610945 h 822973"/>
              <a:gd name="connsiteX566" fmla="*/ 294519 w 822962"/>
              <a:gd name="connsiteY566" fmla="*/ 610945 h 822973"/>
              <a:gd name="connsiteX567" fmla="*/ 294519 w 822962"/>
              <a:gd name="connsiteY567" fmla="*/ 596634 h 822973"/>
              <a:gd name="connsiteX568" fmla="*/ 302009 w 822962"/>
              <a:gd name="connsiteY568" fmla="*/ 583787 h 822973"/>
              <a:gd name="connsiteX569" fmla="*/ 309670 w 822962"/>
              <a:gd name="connsiteY569" fmla="*/ 579899 h 822973"/>
              <a:gd name="connsiteX570" fmla="*/ 316493 w 822962"/>
              <a:gd name="connsiteY570" fmla="*/ 575521 h 822973"/>
              <a:gd name="connsiteX571" fmla="*/ 330721 w 822962"/>
              <a:gd name="connsiteY571" fmla="*/ 574616 h 822973"/>
              <a:gd name="connsiteX572" fmla="*/ 343303 w 822962"/>
              <a:gd name="connsiteY572" fmla="*/ 581876 h 822973"/>
              <a:gd name="connsiteX573" fmla="*/ 344618 w 822962"/>
              <a:gd name="connsiteY573" fmla="*/ 582626 h 822973"/>
              <a:gd name="connsiteX574" fmla="*/ 348312 w 822962"/>
              <a:gd name="connsiteY574" fmla="*/ 582855 h 822973"/>
              <a:gd name="connsiteX575" fmla="*/ 351440 w 822962"/>
              <a:gd name="connsiteY575" fmla="*/ 580679 h 822973"/>
              <a:gd name="connsiteX576" fmla="*/ 352107 w 822962"/>
              <a:gd name="connsiteY576" fmla="*/ 579563 h 822973"/>
              <a:gd name="connsiteX577" fmla="*/ 352125 w 822962"/>
              <a:gd name="connsiteY577" fmla="*/ 579581 h 822973"/>
              <a:gd name="connsiteX578" fmla="*/ 375691 w 822962"/>
              <a:gd name="connsiteY578" fmla="*/ 538781 h 822973"/>
              <a:gd name="connsiteX579" fmla="*/ 376212 w 822962"/>
              <a:gd name="connsiteY579" fmla="*/ 534501 h 822973"/>
              <a:gd name="connsiteX580" fmla="*/ 374018 w 822962"/>
              <a:gd name="connsiteY580" fmla="*/ 531328 h 822973"/>
              <a:gd name="connsiteX581" fmla="*/ 373616 w 822962"/>
              <a:gd name="connsiteY581" fmla="*/ 531098 h 822973"/>
              <a:gd name="connsiteX582" fmla="*/ 360257 w 822962"/>
              <a:gd name="connsiteY582" fmla="*/ 523380 h 822973"/>
              <a:gd name="connsiteX583" fmla="*/ 353911 w 822962"/>
              <a:gd name="connsiteY583" fmla="*/ 511072 h 822973"/>
              <a:gd name="connsiteX584" fmla="*/ 354322 w 822962"/>
              <a:gd name="connsiteY584" fmla="*/ 502494 h 822973"/>
              <a:gd name="connsiteX585" fmla="*/ 353956 w 822962"/>
              <a:gd name="connsiteY585" fmla="*/ 494529 h 822973"/>
              <a:gd name="connsiteX586" fmla="*/ 360228 w 822962"/>
              <a:gd name="connsiteY586" fmla="*/ 481607 h 822973"/>
              <a:gd name="connsiteX587" fmla="*/ 373613 w 822962"/>
              <a:gd name="connsiteY587" fmla="*/ 473880 h 822973"/>
              <a:gd name="connsiteX588" fmla="*/ 373631 w 822962"/>
              <a:gd name="connsiteY588" fmla="*/ 473897 h 822973"/>
              <a:gd name="connsiteX589" fmla="*/ 373667 w 822962"/>
              <a:gd name="connsiteY589" fmla="*/ 473880 h 822973"/>
              <a:gd name="connsiteX590" fmla="*/ 376208 w 822962"/>
              <a:gd name="connsiteY590" fmla="*/ 470478 h 822973"/>
              <a:gd name="connsiteX591" fmla="*/ 375688 w 822962"/>
              <a:gd name="connsiteY591" fmla="*/ 466197 h 822973"/>
              <a:gd name="connsiteX592" fmla="*/ 351702 w 822962"/>
              <a:gd name="connsiteY592" fmla="*/ 424648 h 822973"/>
              <a:gd name="connsiteX593" fmla="*/ 348300 w 822962"/>
              <a:gd name="connsiteY593" fmla="*/ 422106 h 822973"/>
              <a:gd name="connsiteX594" fmla="*/ 344412 w 822962"/>
              <a:gd name="connsiteY594" fmla="*/ 422427 h 822973"/>
              <a:gd name="connsiteX595" fmla="*/ 344073 w 822962"/>
              <a:gd name="connsiteY595" fmla="*/ 422630 h 822973"/>
              <a:gd name="connsiteX596" fmla="*/ 330696 w 822962"/>
              <a:gd name="connsiteY596" fmla="*/ 430357 h 822973"/>
              <a:gd name="connsiteX597" fmla="*/ 316835 w 822962"/>
              <a:gd name="connsiteY597" fmla="*/ 429699 h 822973"/>
              <a:gd name="connsiteX598" fmla="*/ 310269 w 822962"/>
              <a:gd name="connsiteY598" fmla="*/ 425419 h 822973"/>
              <a:gd name="connsiteX599" fmla="*/ 309602 w 822962"/>
              <a:gd name="connsiteY599" fmla="*/ 425053 h 822973"/>
              <a:gd name="connsiteX600" fmla="*/ 302002 w 822962"/>
              <a:gd name="connsiteY600" fmla="*/ 421121 h 822973"/>
              <a:gd name="connsiteX601" fmla="*/ 294514 w 822962"/>
              <a:gd name="connsiteY601" fmla="*/ 409470 h 822973"/>
              <a:gd name="connsiteX602" fmla="*/ 294514 w 822962"/>
              <a:gd name="connsiteY602" fmla="*/ 394016 h 822973"/>
              <a:gd name="connsiteX603" fmla="*/ 294460 w 822962"/>
              <a:gd name="connsiteY603" fmla="*/ 394016 h 822973"/>
              <a:gd name="connsiteX604" fmla="*/ 292823 w 822962"/>
              <a:gd name="connsiteY604" fmla="*/ 390093 h 822973"/>
              <a:gd name="connsiteX605" fmla="*/ 288909 w 822962"/>
              <a:gd name="connsiteY605" fmla="*/ 388465 h 822973"/>
              <a:gd name="connsiteX606" fmla="*/ 240939 w 822962"/>
              <a:gd name="connsiteY606" fmla="*/ 388465 h 822973"/>
              <a:gd name="connsiteX607" fmla="*/ 237015 w 822962"/>
              <a:gd name="connsiteY607" fmla="*/ 390093 h 822973"/>
              <a:gd name="connsiteX608" fmla="*/ 235379 w 822962"/>
              <a:gd name="connsiteY608" fmla="*/ 394016 h 822973"/>
              <a:gd name="connsiteX609" fmla="*/ 235379 w 822962"/>
              <a:gd name="connsiteY609" fmla="*/ 409325 h 822973"/>
              <a:gd name="connsiteX610" fmla="*/ 227836 w 822962"/>
              <a:gd name="connsiteY610" fmla="*/ 421175 h 822973"/>
              <a:gd name="connsiteX611" fmla="*/ 220174 w 822962"/>
              <a:gd name="connsiteY611" fmla="*/ 425053 h 822973"/>
              <a:gd name="connsiteX612" fmla="*/ 213351 w 822962"/>
              <a:gd name="connsiteY612" fmla="*/ 429432 h 822973"/>
              <a:gd name="connsiteX613" fmla="*/ 199123 w 822962"/>
              <a:gd name="connsiteY613" fmla="*/ 430337 h 822973"/>
              <a:gd name="connsiteX614" fmla="*/ 186541 w 822962"/>
              <a:gd name="connsiteY614" fmla="*/ 423068 h 822973"/>
              <a:gd name="connsiteX615" fmla="*/ 185226 w 822962"/>
              <a:gd name="connsiteY615" fmla="*/ 422327 h 822973"/>
              <a:gd name="connsiteX616" fmla="*/ 181532 w 822962"/>
              <a:gd name="connsiteY616" fmla="*/ 422089 h 822973"/>
              <a:gd name="connsiteX617" fmla="*/ 178404 w 822962"/>
              <a:gd name="connsiteY617" fmla="*/ 424265 h 822973"/>
              <a:gd name="connsiteX618" fmla="*/ 177737 w 822962"/>
              <a:gd name="connsiteY618" fmla="*/ 425390 h 822973"/>
              <a:gd name="connsiteX619" fmla="*/ 177710 w 822962"/>
              <a:gd name="connsiteY619" fmla="*/ 425372 h 822973"/>
              <a:gd name="connsiteX620" fmla="*/ 154144 w 822962"/>
              <a:gd name="connsiteY620" fmla="*/ 466181 h 822973"/>
              <a:gd name="connsiteX621" fmla="*/ 153624 w 822962"/>
              <a:gd name="connsiteY621" fmla="*/ 470461 h 822973"/>
              <a:gd name="connsiteX622" fmla="*/ 156219 w 822962"/>
              <a:gd name="connsiteY622" fmla="*/ 473863 h 822973"/>
              <a:gd name="connsiteX623" fmla="*/ 302798 w 822962"/>
              <a:gd name="connsiteY623" fmla="*/ 220897 h 822973"/>
              <a:gd name="connsiteX624" fmla="*/ 316166 w 822962"/>
              <a:gd name="connsiteY624" fmla="*/ 228616 h 822973"/>
              <a:gd name="connsiteX625" fmla="*/ 322512 w 822962"/>
              <a:gd name="connsiteY625" fmla="*/ 240924 h 822973"/>
              <a:gd name="connsiteX626" fmla="*/ 322101 w 822962"/>
              <a:gd name="connsiteY626" fmla="*/ 249502 h 822973"/>
              <a:gd name="connsiteX627" fmla="*/ 322467 w 822962"/>
              <a:gd name="connsiteY627" fmla="*/ 257467 h 822973"/>
              <a:gd name="connsiteX628" fmla="*/ 316195 w 822962"/>
              <a:gd name="connsiteY628" fmla="*/ 270389 h 822973"/>
              <a:gd name="connsiteX629" fmla="*/ 302819 w 822962"/>
              <a:gd name="connsiteY629" fmla="*/ 278124 h 822973"/>
              <a:gd name="connsiteX630" fmla="*/ 300232 w 822962"/>
              <a:gd name="connsiteY630" fmla="*/ 281518 h 822973"/>
              <a:gd name="connsiteX631" fmla="*/ 300744 w 822962"/>
              <a:gd name="connsiteY631" fmla="*/ 285807 h 822973"/>
              <a:gd name="connsiteX632" fmla="*/ 324318 w 822962"/>
              <a:gd name="connsiteY632" fmla="*/ 326645 h 822973"/>
              <a:gd name="connsiteX633" fmla="*/ 324729 w 822962"/>
              <a:gd name="connsiteY633" fmla="*/ 327303 h 822973"/>
              <a:gd name="connsiteX634" fmla="*/ 328131 w 822962"/>
              <a:gd name="connsiteY634" fmla="*/ 329890 h 822973"/>
              <a:gd name="connsiteX635" fmla="*/ 332019 w 822962"/>
              <a:gd name="connsiteY635" fmla="*/ 329569 h 822973"/>
              <a:gd name="connsiteX636" fmla="*/ 332358 w 822962"/>
              <a:gd name="connsiteY636" fmla="*/ 329366 h 822973"/>
              <a:gd name="connsiteX637" fmla="*/ 345735 w 822962"/>
              <a:gd name="connsiteY637" fmla="*/ 321638 h 822973"/>
              <a:gd name="connsiteX638" fmla="*/ 359597 w 822962"/>
              <a:gd name="connsiteY638" fmla="*/ 322297 h 822973"/>
              <a:gd name="connsiteX639" fmla="*/ 366830 w 822962"/>
              <a:gd name="connsiteY639" fmla="*/ 326943 h 822973"/>
              <a:gd name="connsiteX640" fmla="*/ 366830 w 822962"/>
              <a:gd name="connsiteY640" fmla="*/ 326961 h 822973"/>
              <a:gd name="connsiteX641" fmla="*/ 373467 w 822962"/>
              <a:gd name="connsiteY641" fmla="*/ 330434 h 822973"/>
              <a:gd name="connsiteX642" fmla="*/ 381962 w 822962"/>
              <a:gd name="connsiteY642" fmla="*/ 342531 h 822973"/>
              <a:gd name="connsiteX643" fmla="*/ 381962 w 822962"/>
              <a:gd name="connsiteY643" fmla="*/ 357977 h 822973"/>
              <a:gd name="connsiteX644" fmla="*/ 383599 w 822962"/>
              <a:gd name="connsiteY644" fmla="*/ 361900 h 822973"/>
              <a:gd name="connsiteX645" fmla="*/ 387513 w 822962"/>
              <a:gd name="connsiteY645" fmla="*/ 363537 h 822973"/>
              <a:gd name="connsiteX646" fmla="*/ 435484 w 822962"/>
              <a:gd name="connsiteY646" fmla="*/ 363537 h 822973"/>
              <a:gd name="connsiteX647" fmla="*/ 439406 w 822962"/>
              <a:gd name="connsiteY647" fmla="*/ 361900 h 822973"/>
              <a:gd name="connsiteX648" fmla="*/ 441044 w 822962"/>
              <a:gd name="connsiteY648" fmla="*/ 357977 h 822973"/>
              <a:gd name="connsiteX649" fmla="*/ 441044 w 822962"/>
              <a:gd name="connsiteY649" fmla="*/ 342680 h 822973"/>
              <a:gd name="connsiteX650" fmla="*/ 448586 w 822962"/>
              <a:gd name="connsiteY650" fmla="*/ 330822 h 822973"/>
              <a:gd name="connsiteX651" fmla="*/ 456248 w 822962"/>
              <a:gd name="connsiteY651" fmla="*/ 326943 h 822973"/>
              <a:gd name="connsiteX652" fmla="*/ 463070 w 822962"/>
              <a:gd name="connsiteY652" fmla="*/ 322565 h 822973"/>
              <a:gd name="connsiteX653" fmla="*/ 477298 w 822962"/>
              <a:gd name="connsiteY653" fmla="*/ 321660 h 822973"/>
              <a:gd name="connsiteX654" fmla="*/ 490666 w 822962"/>
              <a:gd name="connsiteY654" fmla="*/ 329379 h 822973"/>
              <a:gd name="connsiteX655" fmla="*/ 490666 w 822962"/>
              <a:gd name="connsiteY655" fmla="*/ 329405 h 822973"/>
              <a:gd name="connsiteX656" fmla="*/ 494890 w 822962"/>
              <a:gd name="connsiteY656" fmla="*/ 329908 h 822973"/>
              <a:gd name="connsiteX657" fmla="*/ 498292 w 822962"/>
              <a:gd name="connsiteY657" fmla="*/ 327322 h 822973"/>
              <a:gd name="connsiteX658" fmla="*/ 498319 w 822962"/>
              <a:gd name="connsiteY658" fmla="*/ 327322 h 822973"/>
              <a:gd name="connsiteX659" fmla="*/ 522286 w 822962"/>
              <a:gd name="connsiteY659" fmla="*/ 285826 h 822973"/>
              <a:gd name="connsiteX660" fmla="*/ 522798 w 822962"/>
              <a:gd name="connsiteY660" fmla="*/ 281537 h 822973"/>
              <a:gd name="connsiteX661" fmla="*/ 520212 w 822962"/>
              <a:gd name="connsiteY661" fmla="*/ 278143 h 822973"/>
              <a:gd name="connsiteX662" fmla="*/ 506844 w 822962"/>
              <a:gd name="connsiteY662" fmla="*/ 270425 h 822973"/>
              <a:gd name="connsiteX663" fmla="*/ 500506 w 822962"/>
              <a:gd name="connsiteY663" fmla="*/ 258117 h 822973"/>
              <a:gd name="connsiteX664" fmla="*/ 500917 w 822962"/>
              <a:gd name="connsiteY664" fmla="*/ 249551 h 822973"/>
              <a:gd name="connsiteX665" fmla="*/ 500551 w 822962"/>
              <a:gd name="connsiteY665" fmla="*/ 241586 h 822973"/>
              <a:gd name="connsiteX666" fmla="*/ 506823 w 822962"/>
              <a:gd name="connsiteY666" fmla="*/ 228655 h 822973"/>
              <a:gd name="connsiteX667" fmla="*/ 520200 w 822962"/>
              <a:gd name="connsiteY667" fmla="*/ 220928 h 822973"/>
              <a:gd name="connsiteX668" fmla="*/ 522787 w 822962"/>
              <a:gd name="connsiteY668" fmla="*/ 217526 h 822973"/>
              <a:gd name="connsiteX669" fmla="*/ 522275 w 822962"/>
              <a:gd name="connsiteY669" fmla="*/ 213245 h 822973"/>
              <a:gd name="connsiteX670" fmla="*/ 498691 w 822962"/>
              <a:gd name="connsiteY670" fmla="*/ 172407 h 822973"/>
              <a:gd name="connsiteX671" fmla="*/ 498290 w 822962"/>
              <a:gd name="connsiteY671" fmla="*/ 171748 h 822973"/>
              <a:gd name="connsiteX672" fmla="*/ 494888 w 822962"/>
              <a:gd name="connsiteY672" fmla="*/ 169162 h 822973"/>
              <a:gd name="connsiteX673" fmla="*/ 490664 w 822962"/>
              <a:gd name="connsiteY673" fmla="*/ 169683 h 822973"/>
              <a:gd name="connsiteX674" fmla="*/ 477278 w 822962"/>
              <a:gd name="connsiteY674" fmla="*/ 177411 h 822973"/>
              <a:gd name="connsiteX675" fmla="*/ 463417 w 822962"/>
              <a:gd name="connsiteY675" fmla="*/ 176762 h 822973"/>
              <a:gd name="connsiteX676" fmla="*/ 456192 w 822962"/>
              <a:gd name="connsiteY676" fmla="*/ 172115 h 822973"/>
              <a:gd name="connsiteX677" fmla="*/ 456211 w 822962"/>
              <a:gd name="connsiteY677" fmla="*/ 172097 h 822973"/>
              <a:gd name="connsiteX678" fmla="*/ 449555 w 822962"/>
              <a:gd name="connsiteY678" fmla="*/ 168623 h 822973"/>
              <a:gd name="connsiteX679" fmla="*/ 441051 w 822962"/>
              <a:gd name="connsiteY679" fmla="*/ 156527 h 822973"/>
              <a:gd name="connsiteX680" fmla="*/ 441051 w 822962"/>
              <a:gd name="connsiteY680" fmla="*/ 141073 h 822973"/>
              <a:gd name="connsiteX681" fmla="*/ 439414 w 822962"/>
              <a:gd name="connsiteY681" fmla="*/ 137159 h 822973"/>
              <a:gd name="connsiteX682" fmla="*/ 435491 w 822962"/>
              <a:gd name="connsiteY682" fmla="*/ 135512 h 822973"/>
              <a:gd name="connsiteX683" fmla="*/ 387521 w 822962"/>
              <a:gd name="connsiteY683" fmla="*/ 135512 h 822973"/>
              <a:gd name="connsiteX684" fmla="*/ 383607 w 822962"/>
              <a:gd name="connsiteY684" fmla="*/ 137159 h 822973"/>
              <a:gd name="connsiteX685" fmla="*/ 381969 w 822962"/>
              <a:gd name="connsiteY685" fmla="*/ 141073 h 822973"/>
              <a:gd name="connsiteX686" fmla="*/ 381969 w 822962"/>
              <a:gd name="connsiteY686" fmla="*/ 156381 h 822973"/>
              <a:gd name="connsiteX687" fmla="*/ 374436 w 822962"/>
              <a:gd name="connsiteY687" fmla="*/ 168239 h 822973"/>
              <a:gd name="connsiteX688" fmla="*/ 366774 w 822962"/>
              <a:gd name="connsiteY688" fmla="*/ 172118 h 822973"/>
              <a:gd name="connsiteX689" fmla="*/ 359943 w 822962"/>
              <a:gd name="connsiteY689" fmla="*/ 176496 h 822973"/>
              <a:gd name="connsiteX690" fmla="*/ 345724 w 822962"/>
              <a:gd name="connsiteY690" fmla="*/ 177410 h 822973"/>
              <a:gd name="connsiteX691" fmla="*/ 332356 w 822962"/>
              <a:gd name="connsiteY691" fmla="*/ 169692 h 822973"/>
              <a:gd name="connsiteX692" fmla="*/ 332356 w 822962"/>
              <a:gd name="connsiteY692" fmla="*/ 169674 h 822973"/>
              <a:gd name="connsiteX693" fmla="*/ 328132 w 822962"/>
              <a:gd name="connsiteY693" fmla="*/ 169171 h 822973"/>
              <a:gd name="connsiteX694" fmla="*/ 324730 w 822962"/>
              <a:gd name="connsiteY694" fmla="*/ 171704 h 822973"/>
              <a:gd name="connsiteX695" fmla="*/ 300744 w 822962"/>
              <a:gd name="connsiteY695" fmla="*/ 213254 h 822973"/>
              <a:gd name="connsiteX696" fmla="*/ 300232 w 822962"/>
              <a:gd name="connsiteY696" fmla="*/ 217534 h 822973"/>
              <a:gd name="connsiteX697" fmla="*/ 302418 w 822962"/>
              <a:gd name="connsiteY697" fmla="*/ 220716 h 822973"/>
              <a:gd name="connsiteX698" fmla="*/ 302819 w 822962"/>
              <a:gd name="connsiteY698" fmla="*/ 220936 h 822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Lst>
            <a:rect l="l" t="t" r="r" b="b"/>
            <a:pathLst>
              <a:path w="822962" h="822973">
                <a:moveTo>
                  <a:pt x="296483" y="246901"/>
                </a:moveTo>
                <a:lnTo>
                  <a:pt x="289935" y="243115"/>
                </a:lnTo>
                <a:cubicBezTo>
                  <a:pt x="289634" y="242943"/>
                  <a:pt x="289340" y="242749"/>
                  <a:pt x="289057" y="242559"/>
                </a:cubicBezTo>
                <a:cubicBezTo>
                  <a:pt x="282071" y="238198"/>
                  <a:pt x="277371" y="231522"/>
                  <a:pt x="275394" y="224143"/>
                </a:cubicBezTo>
                <a:cubicBezTo>
                  <a:pt x="273328" y="216451"/>
                  <a:pt x="274215" y="207947"/>
                  <a:pt x="278522" y="200470"/>
                </a:cubicBezTo>
                <a:lnTo>
                  <a:pt x="302653" y="158673"/>
                </a:lnTo>
                <a:cubicBezTo>
                  <a:pt x="306997" y="151303"/>
                  <a:pt x="313872" y="146365"/>
                  <a:pt x="321480" y="144326"/>
                </a:cubicBezTo>
                <a:cubicBezTo>
                  <a:pt x="329115" y="142278"/>
                  <a:pt x="337565" y="143138"/>
                  <a:pt x="345016" y="147380"/>
                </a:cubicBezTo>
                <a:lnTo>
                  <a:pt x="345189" y="147473"/>
                </a:lnTo>
                <a:lnTo>
                  <a:pt x="345189" y="147454"/>
                </a:lnTo>
                <a:lnTo>
                  <a:pt x="351716" y="151222"/>
                </a:lnTo>
                <a:cubicBezTo>
                  <a:pt x="352467" y="150774"/>
                  <a:pt x="353217" y="150327"/>
                  <a:pt x="353985" y="149887"/>
                </a:cubicBezTo>
                <a:cubicBezTo>
                  <a:pt x="354744" y="149448"/>
                  <a:pt x="355493" y="149017"/>
                  <a:pt x="356226" y="148616"/>
                </a:cubicBezTo>
                <a:lnTo>
                  <a:pt x="356226" y="141043"/>
                </a:lnTo>
                <a:cubicBezTo>
                  <a:pt x="356226" y="132420"/>
                  <a:pt x="359747" y="124613"/>
                  <a:pt x="365396" y="118942"/>
                </a:cubicBezTo>
                <a:cubicBezTo>
                  <a:pt x="371058" y="113280"/>
                  <a:pt x="378875" y="109771"/>
                  <a:pt x="387497" y="109771"/>
                </a:cubicBezTo>
                <a:lnTo>
                  <a:pt x="435468" y="109771"/>
                </a:lnTo>
                <a:cubicBezTo>
                  <a:pt x="444099" y="109771"/>
                  <a:pt x="451907" y="113292"/>
                  <a:pt x="457578" y="118942"/>
                </a:cubicBezTo>
                <a:cubicBezTo>
                  <a:pt x="463239" y="124612"/>
                  <a:pt x="466748" y="132420"/>
                  <a:pt x="466748" y="141043"/>
                </a:cubicBezTo>
                <a:lnTo>
                  <a:pt x="466748" y="148642"/>
                </a:lnTo>
                <a:cubicBezTo>
                  <a:pt x="467499" y="149044"/>
                  <a:pt x="468240" y="149464"/>
                  <a:pt x="468969" y="149895"/>
                </a:cubicBezTo>
                <a:lnTo>
                  <a:pt x="469005" y="149913"/>
                </a:lnTo>
                <a:lnTo>
                  <a:pt x="469023" y="149895"/>
                </a:lnTo>
                <a:cubicBezTo>
                  <a:pt x="469773" y="150333"/>
                  <a:pt x="470523" y="150774"/>
                  <a:pt x="471264" y="151220"/>
                </a:cubicBezTo>
                <a:lnTo>
                  <a:pt x="477800" y="147443"/>
                </a:lnTo>
                <a:cubicBezTo>
                  <a:pt x="485281" y="143126"/>
                  <a:pt x="493793" y="142257"/>
                  <a:pt x="501502" y="144323"/>
                </a:cubicBezTo>
                <a:cubicBezTo>
                  <a:pt x="509221" y="146389"/>
                  <a:pt x="516168" y="151411"/>
                  <a:pt x="520475" y="158861"/>
                </a:cubicBezTo>
                <a:cubicBezTo>
                  <a:pt x="520603" y="159098"/>
                  <a:pt x="520740" y="159337"/>
                  <a:pt x="520859" y="159584"/>
                </a:cubicBezTo>
                <a:lnTo>
                  <a:pt x="544460" y="200467"/>
                </a:lnTo>
                <a:cubicBezTo>
                  <a:pt x="548776" y="207938"/>
                  <a:pt x="549655" y="216442"/>
                  <a:pt x="547589" y="224131"/>
                </a:cubicBezTo>
                <a:cubicBezTo>
                  <a:pt x="545523" y="231849"/>
                  <a:pt x="540511" y="238796"/>
                  <a:pt x="533039" y="243103"/>
                </a:cubicBezTo>
                <a:lnTo>
                  <a:pt x="526482" y="246898"/>
                </a:lnTo>
                <a:cubicBezTo>
                  <a:pt x="526508" y="247767"/>
                  <a:pt x="526508" y="248645"/>
                  <a:pt x="526508" y="249523"/>
                </a:cubicBezTo>
                <a:cubicBezTo>
                  <a:pt x="526508" y="250392"/>
                  <a:pt x="526508" y="251271"/>
                  <a:pt x="526482" y="252139"/>
                </a:cubicBezTo>
                <a:lnTo>
                  <a:pt x="533039" y="255917"/>
                </a:lnTo>
                <a:cubicBezTo>
                  <a:pt x="540510" y="260224"/>
                  <a:pt x="545520" y="267165"/>
                  <a:pt x="547589" y="274889"/>
                </a:cubicBezTo>
                <a:cubicBezTo>
                  <a:pt x="549646" y="282581"/>
                  <a:pt x="548768" y="291084"/>
                  <a:pt x="544460" y="298553"/>
                </a:cubicBezTo>
                <a:lnTo>
                  <a:pt x="520457" y="340138"/>
                </a:lnTo>
                <a:lnTo>
                  <a:pt x="520484" y="340138"/>
                </a:lnTo>
                <a:cubicBezTo>
                  <a:pt x="516177" y="347600"/>
                  <a:pt x="509227" y="352619"/>
                  <a:pt x="501512" y="354688"/>
                </a:cubicBezTo>
                <a:cubicBezTo>
                  <a:pt x="493868" y="356745"/>
                  <a:pt x="485427" y="355885"/>
                  <a:pt x="477985" y="351643"/>
                </a:cubicBezTo>
                <a:lnTo>
                  <a:pt x="477804" y="351551"/>
                </a:lnTo>
                <a:lnTo>
                  <a:pt x="477804" y="351569"/>
                </a:lnTo>
                <a:lnTo>
                  <a:pt x="471267" y="347800"/>
                </a:lnTo>
                <a:cubicBezTo>
                  <a:pt x="470517" y="348259"/>
                  <a:pt x="469767" y="348696"/>
                  <a:pt x="468999" y="349146"/>
                </a:cubicBezTo>
                <a:cubicBezTo>
                  <a:pt x="468240" y="349583"/>
                  <a:pt x="467499" y="350006"/>
                  <a:pt x="466758" y="350408"/>
                </a:cubicBezTo>
                <a:lnTo>
                  <a:pt x="466758" y="357980"/>
                </a:lnTo>
                <a:cubicBezTo>
                  <a:pt x="466758" y="366603"/>
                  <a:pt x="463245" y="374432"/>
                  <a:pt x="457587" y="380091"/>
                </a:cubicBezTo>
                <a:cubicBezTo>
                  <a:pt x="451917" y="385752"/>
                  <a:pt x="444100" y="389261"/>
                  <a:pt x="435477" y="389261"/>
                </a:cubicBezTo>
                <a:lnTo>
                  <a:pt x="387507" y="389261"/>
                </a:lnTo>
                <a:cubicBezTo>
                  <a:pt x="378884" y="389261"/>
                  <a:pt x="371055" y="385740"/>
                  <a:pt x="365405" y="380091"/>
                </a:cubicBezTo>
                <a:cubicBezTo>
                  <a:pt x="359744" y="374420"/>
                  <a:pt x="356235" y="366604"/>
                  <a:pt x="356235" y="357980"/>
                </a:cubicBezTo>
                <a:lnTo>
                  <a:pt x="356235" y="350390"/>
                </a:lnTo>
                <a:cubicBezTo>
                  <a:pt x="355493" y="349988"/>
                  <a:pt x="354753" y="349569"/>
                  <a:pt x="354023" y="349137"/>
                </a:cubicBezTo>
                <a:lnTo>
                  <a:pt x="353988" y="349119"/>
                </a:lnTo>
                <a:lnTo>
                  <a:pt x="353969" y="349137"/>
                </a:lnTo>
                <a:cubicBezTo>
                  <a:pt x="353210" y="348699"/>
                  <a:pt x="352470" y="348259"/>
                  <a:pt x="351728" y="347812"/>
                </a:cubicBezTo>
                <a:lnTo>
                  <a:pt x="345201" y="351572"/>
                </a:lnTo>
                <a:cubicBezTo>
                  <a:pt x="344900" y="351753"/>
                  <a:pt x="344588" y="351911"/>
                  <a:pt x="344269" y="352066"/>
                </a:cubicBezTo>
                <a:cubicBezTo>
                  <a:pt x="337018" y="355954"/>
                  <a:pt x="328880" y="356683"/>
                  <a:pt x="321484" y="354700"/>
                </a:cubicBezTo>
                <a:cubicBezTo>
                  <a:pt x="313765" y="352634"/>
                  <a:pt x="306818" y="347613"/>
                  <a:pt x="302511" y="340163"/>
                </a:cubicBezTo>
                <a:cubicBezTo>
                  <a:pt x="302383" y="339924"/>
                  <a:pt x="302255" y="339686"/>
                  <a:pt x="302137" y="339448"/>
                </a:cubicBezTo>
                <a:lnTo>
                  <a:pt x="278527" y="298565"/>
                </a:lnTo>
                <a:cubicBezTo>
                  <a:pt x="274211" y="291094"/>
                  <a:pt x="273332" y="282590"/>
                  <a:pt x="275398" y="274901"/>
                </a:cubicBezTo>
                <a:cubicBezTo>
                  <a:pt x="277464" y="267174"/>
                  <a:pt x="282485" y="260236"/>
                  <a:pt x="289935" y="255929"/>
                </a:cubicBezTo>
                <a:lnTo>
                  <a:pt x="296493" y="252143"/>
                </a:lnTo>
                <a:cubicBezTo>
                  <a:pt x="296475" y="251274"/>
                  <a:pt x="296467" y="250387"/>
                  <a:pt x="296467" y="249517"/>
                </a:cubicBezTo>
                <a:cubicBezTo>
                  <a:pt x="296467" y="248649"/>
                  <a:pt x="296467" y="247770"/>
                  <a:pt x="296484" y="246901"/>
                </a:cubicBezTo>
                <a:close/>
                <a:moveTo>
                  <a:pt x="118069" y="116203"/>
                </a:moveTo>
                <a:lnTo>
                  <a:pt x="117759" y="116751"/>
                </a:lnTo>
                <a:lnTo>
                  <a:pt x="117694" y="116861"/>
                </a:lnTo>
                <a:cubicBezTo>
                  <a:pt x="115545" y="120847"/>
                  <a:pt x="115098" y="125374"/>
                  <a:pt x="116158" y="129544"/>
                </a:cubicBezTo>
                <a:cubicBezTo>
                  <a:pt x="117265" y="133896"/>
                  <a:pt x="120016" y="137828"/>
                  <a:pt x="124185" y="140317"/>
                </a:cubicBezTo>
                <a:lnTo>
                  <a:pt x="124203" y="140317"/>
                </a:lnTo>
                <a:cubicBezTo>
                  <a:pt x="128346" y="142785"/>
                  <a:pt x="133127" y="143335"/>
                  <a:pt x="137526" y="142228"/>
                </a:cubicBezTo>
                <a:cubicBezTo>
                  <a:pt x="141878" y="141121"/>
                  <a:pt x="145810" y="138361"/>
                  <a:pt x="148299" y="134200"/>
                </a:cubicBezTo>
                <a:lnTo>
                  <a:pt x="148299" y="134183"/>
                </a:lnTo>
                <a:cubicBezTo>
                  <a:pt x="150778" y="130039"/>
                  <a:pt x="151317" y="125259"/>
                  <a:pt x="150209" y="120860"/>
                </a:cubicBezTo>
                <a:cubicBezTo>
                  <a:pt x="149102" y="116499"/>
                  <a:pt x="146352" y="112567"/>
                  <a:pt x="142181" y="110079"/>
                </a:cubicBezTo>
                <a:lnTo>
                  <a:pt x="141634" y="109769"/>
                </a:lnTo>
                <a:lnTo>
                  <a:pt x="141634" y="109787"/>
                </a:lnTo>
                <a:cubicBezTo>
                  <a:pt x="141634" y="109787"/>
                  <a:pt x="141524" y="109712"/>
                  <a:pt x="141524" y="109712"/>
                </a:cubicBezTo>
                <a:cubicBezTo>
                  <a:pt x="137529" y="107564"/>
                  <a:pt x="133011" y="107126"/>
                  <a:pt x="128840" y="108177"/>
                </a:cubicBezTo>
                <a:cubicBezTo>
                  <a:pt x="124488" y="109275"/>
                  <a:pt x="120557" y="112043"/>
                  <a:pt x="118068" y="116205"/>
                </a:cubicBezTo>
                <a:close/>
                <a:moveTo>
                  <a:pt x="91241" y="135762"/>
                </a:moveTo>
                <a:cubicBezTo>
                  <a:pt x="88633" y="125449"/>
                  <a:pt x="89842" y="114137"/>
                  <a:pt x="95429" y="104124"/>
                </a:cubicBezTo>
                <a:cubicBezTo>
                  <a:pt x="95694" y="103568"/>
                  <a:pt x="96006" y="103017"/>
                  <a:pt x="96361" y="102487"/>
                </a:cubicBezTo>
                <a:lnTo>
                  <a:pt x="96387" y="102505"/>
                </a:lnTo>
                <a:cubicBezTo>
                  <a:pt x="102522" y="92548"/>
                  <a:pt x="112068" y="85916"/>
                  <a:pt x="122611" y="83255"/>
                </a:cubicBezTo>
                <a:cubicBezTo>
                  <a:pt x="132925" y="80647"/>
                  <a:pt x="144236" y="81856"/>
                  <a:pt x="154240" y="87452"/>
                </a:cubicBezTo>
                <a:cubicBezTo>
                  <a:pt x="154796" y="87708"/>
                  <a:pt x="155347" y="88030"/>
                  <a:pt x="155886" y="88375"/>
                </a:cubicBezTo>
                <a:lnTo>
                  <a:pt x="155868" y="88402"/>
                </a:lnTo>
                <a:cubicBezTo>
                  <a:pt x="165825" y="94536"/>
                  <a:pt x="172448" y="104082"/>
                  <a:pt x="175106" y="114616"/>
                </a:cubicBezTo>
                <a:cubicBezTo>
                  <a:pt x="177812" y="125305"/>
                  <a:pt x="176421" y="137056"/>
                  <a:pt x="170287" y="147343"/>
                </a:cubicBezTo>
                <a:cubicBezTo>
                  <a:pt x="164160" y="157603"/>
                  <a:pt x="154466" y="164413"/>
                  <a:pt x="143733" y="167122"/>
                </a:cubicBezTo>
                <a:cubicBezTo>
                  <a:pt x="133053" y="169819"/>
                  <a:pt x="121293" y="168438"/>
                  <a:pt x="111014" y="162294"/>
                </a:cubicBezTo>
                <a:cubicBezTo>
                  <a:pt x="100745" y="156178"/>
                  <a:pt x="93935" y="146486"/>
                  <a:pt x="91226" y="135749"/>
                </a:cubicBezTo>
                <a:close/>
                <a:moveTo>
                  <a:pt x="110068" y="679785"/>
                </a:moveTo>
                <a:lnTo>
                  <a:pt x="109758" y="680332"/>
                </a:lnTo>
                <a:lnTo>
                  <a:pt x="109776" y="680332"/>
                </a:lnTo>
                <a:lnTo>
                  <a:pt x="109702" y="680442"/>
                </a:lnTo>
                <a:cubicBezTo>
                  <a:pt x="107552" y="684428"/>
                  <a:pt x="107115" y="688955"/>
                  <a:pt x="108166" y="693126"/>
                </a:cubicBezTo>
                <a:cubicBezTo>
                  <a:pt x="109273" y="697477"/>
                  <a:pt x="112032" y="701409"/>
                  <a:pt x="116202" y="703898"/>
                </a:cubicBezTo>
                <a:cubicBezTo>
                  <a:pt x="120345" y="706366"/>
                  <a:pt x="125126" y="706916"/>
                  <a:pt x="129525" y="705809"/>
                </a:cubicBezTo>
                <a:cubicBezTo>
                  <a:pt x="133886" y="704702"/>
                  <a:pt x="137818" y="701952"/>
                  <a:pt x="140298" y="697781"/>
                </a:cubicBezTo>
                <a:lnTo>
                  <a:pt x="140298" y="697764"/>
                </a:lnTo>
                <a:cubicBezTo>
                  <a:pt x="142777" y="693620"/>
                  <a:pt x="143325" y="688840"/>
                  <a:pt x="142209" y="684441"/>
                </a:cubicBezTo>
                <a:cubicBezTo>
                  <a:pt x="141110" y="680080"/>
                  <a:pt x="138351" y="676148"/>
                  <a:pt x="134181" y="673660"/>
                </a:cubicBezTo>
                <a:lnTo>
                  <a:pt x="133633" y="673350"/>
                </a:lnTo>
                <a:lnTo>
                  <a:pt x="133633" y="673368"/>
                </a:lnTo>
                <a:lnTo>
                  <a:pt x="133523" y="673294"/>
                </a:lnTo>
                <a:cubicBezTo>
                  <a:pt x="129537" y="671145"/>
                  <a:pt x="125010" y="670708"/>
                  <a:pt x="120848" y="671758"/>
                </a:cubicBezTo>
                <a:cubicBezTo>
                  <a:pt x="116488" y="672866"/>
                  <a:pt x="112556" y="675625"/>
                  <a:pt x="110068" y="679786"/>
                </a:cubicBezTo>
                <a:close/>
                <a:moveTo>
                  <a:pt x="83249" y="699344"/>
                </a:moveTo>
                <a:cubicBezTo>
                  <a:pt x="80641" y="689030"/>
                  <a:pt x="81850" y="677719"/>
                  <a:pt x="87437" y="667705"/>
                </a:cubicBezTo>
                <a:cubicBezTo>
                  <a:pt x="87702" y="667157"/>
                  <a:pt x="88024" y="666598"/>
                  <a:pt x="88369" y="666077"/>
                </a:cubicBezTo>
                <a:lnTo>
                  <a:pt x="88396" y="666077"/>
                </a:lnTo>
                <a:cubicBezTo>
                  <a:pt x="94530" y="656129"/>
                  <a:pt x="104076" y="649509"/>
                  <a:pt x="114619" y="646839"/>
                </a:cubicBezTo>
                <a:cubicBezTo>
                  <a:pt x="124933" y="644232"/>
                  <a:pt x="136244" y="645440"/>
                  <a:pt x="146257" y="651036"/>
                </a:cubicBezTo>
                <a:cubicBezTo>
                  <a:pt x="146814" y="651302"/>
                  <a:pt x="147364" y="651614"/>
                  <a:pt x="147894" y="651959"/>
                </a:cubicBezTo>
                <a:lnTo>
                  <a:pt x="147877" y="651986"/>
                </a:lnTo>
                <a:cubicBezTo>
                  <a:pt x="157842" y="658121"/>
                  <a:pt x="164456" y="667666"/>
                  <a:pt x="167126" y="678209"/>
                </a:cubicBezTo>
                <a:cubicBezTo>
                  <a:pt x="169823" y="688890"/>
                  <a:pt x="168433" y="700650"/>
                  <a:pt x="162307" y="710928"/>
                </a:cubicBezTo>
                <a:cubicBezTo>
                  <a:pt x="156182" y="721185"/>
                  <a:pt x="146487" y="727998"/>
                  <a:pt x="135762" y="730710"/>
                </a:cubicBezTo>
                <a:cubicBezTo>
                  <a:pt x="125074" y="733416"/>
                  <a:pt x="113313" y="732021"/>
                  <a:pt x="103035" y="725887"/>
                </a:cubicBezTo>
                <a:cubicBezTo>
                  <a:pt x="92775" y="719768"/>
                  <a:pt x="85956" y="710080"/>
                  <a:pt x="83247" y="699344"/>
                </a:cubicBezTo>
                <a:close/>
                <a:moveTo>
                  <a:pt x="673883" y="687997"/>
                </a:moveTo>
                <a:lnTo>
                  <a:pt x="673517" y="688544"/>
                </a:lnTo>
                <a:lnTo>
                  <a:pt x="673591" y="688544"/>
                </a:lnTo>
                <a:lnTo>
                  <a:pt x="673517" y="688654"/>
                </a:lnTo>
                <a:cubicBezTo>
                  <a:pt x="671341" y="692640"/>
                  <a:pt x="670900" y="697167"/>
                  <a:pt x="671915" y="701338"/>
                </a:cubicBezTo>
                <a:cubicBezTo>
                  <a:pt x="673076" y="705699"/>
                  <a:pt x="675838" y="709621"/>
                  <a:pt x="679982" y="712110"/>
                </a:cubicBezTo>
                <a:cubicBezTo>
                  <a:pt x="684125" y="714578"/>
                  <a:pt x="688915" y="715128"/>
                  <a:pt x="693278" y="714021"/>
                </a:cubicBezTo>
                <a:cubicBezTo>
                  <a:pt x="697639" y="712923"/>
                  <a:pt x="701636" y="710155"/>
                  <a:pt x="704104" y="705993"/>
                </a:cubicBezTo>
                <a:cubicBezTo>
                  <a:pt x="706571" y="701841"/>
                  <a:pt x="707083" y="697061"/>
                  <a:pt x="705997" y="692662"/>
                </a:cubicBezTo>
                <a:cubicBezTo>
                  <a:pt x="704908" y="688301"/>
                  <a:pt x="702148" y="684369"/>
                  <a:pt x="698005" y="681881"/>
                </a:cubicBezTo>
                <a:lnTo>
                  <a:pt x="697428" y="681571"/>
                </a:lnTo>
                <a:lnTo>
                  <a:pt x="697428" y="681589"/>
                </a:lnTo>
                <a:lnTo>
                  <a:pt x="697353" y="681515"/>
                </a:lnTo>
                <a:cubicBezTo>
                  <a:pt x="693359" y="679365"/>
                  <a:pt x="688787" y="678928"/>
                  <a:pt x="684643" y="679988"/>
                </a:cubicBezTo>
                <a:cubicBezTo>
                  <a:pt x="680282" y="681095"/>
                  <a:pt x="676369" y="683845"/>
                  <a:pt x="673889" y="688016"/>
                </a:cubicBezTo>
                <a:close/>
                <a:moveTo>
                  <a:pt x="647007" y="707556"/>
                </a:moveTo>
                <a:cubicBezTo>
                  <a:pt x="644390" y="697242"/>
                  <a:pt x="645626" y="685931"/>
                  <a:pt x="651222" y="675926"/>
                </a:cubicBezTo>
                <a:cubicBezTo>
                  <a:pt x="651514" y="675370"/>
                  <a:pt x="651799" y="674819"/>
                  <a:pt x="652163" y="674290"/>
                </a:cubicBezTo>
                <a:cubicBezTo>
                  <a:pt x="658336" y="664351"/>
                  <a:pt x="667855" y="657722"/>
                  <a:pt x="678377" y="655061"/>
                </a:cubicBezTo>
                <a:cubicBezTo>
                  <a:pt x="688691" y="652465"/>
                  <a:pt x="700019" y="653671"/>
                  <a:pt x="710042" y="659258"/>
                </a:cubicBezTo>
                <a:cubicBezTo>
                  <a:pt x="710554" y="659523"/>
                  <a:pt x="711131" y="659835"/>
                  <a:pt x="711643" y="660190"/>
                </a:cubicBezTo>
                <a:lnTo>
                  <a:pt x="711643" y="660208"/>
                </a:lnTo>
                <a:cubicBezTo>
                  <a:pt x="721588" y="666342"/>
                  <a:pt x="728202" y="675888"/>
                  <a:pt x="730892" y="686431"/>
                </a:cubicBezTo>
                <a:cubicBezTo>
                  <a:pt x="733582" y="697112"/>
                  <a:pt x="732203" y="708872"/>
                  <a:pt x="726099" y="719151"/>
                </a:cubicBezTo>
                <a:cubicBezTo>
                  <a:pt x="719927" y="729423"/>
                  <a:pt x="710262" y="736227"/>
                  <a:pt x="699520" y="738940"/>
                </a:cubicBezTo>
                <a:cubicBezTo>
                  <a:pt x="688839" y="741645"/>
                  <a:pt x="677079" y="740251"/>
                  <a:pt x="666840" y="734132"/>
                </a:cubicBezTo>
                <a:lnTo>
                  <a:pt x="666840" y="734109"/>
                </a:lnTo>
                <a:cubicBezTo>
                  <a:pt x="656526" y="727990"/>
                  <a:pt x="649769" y="718305"/>
                  <a:pt x="647007" y="707566"/>
                </a:cubicBezTo>
                <a:close/>
                <a:moveTo>
                  <a:pt x="681875" y="123993"/>
                </a:moveTo>
                <a:lnTo>
                  <a:pt x="681509" y="124532"/>
                </a:lnTo>
                <a:lnTo>
                  <a:pt x="681583" y="124532"/>
                </a:lnTo>
                <a:lnTo>
                  <a:pt x="681509" y="124651"/>
                </a:lnTo>
                <a:cubicBezTo>
                  <a:pt x="679333" y="128637"/>
                  <a:pt x="678892" y="133164"/>
                  <a:pt x="679982" y="137325"/>
                </a:cubicBezTo>
                <a:cubicBezTo>
                  <a:pt x="681071" y="141677"/>
                  <a:pt x="683830" y="145618"/>
                  <a:pt x="687974" y="148106"/>
                </a:cubicBezTo>
                <a:cubicBezTo>
                  <a:pt x="692117" y="150574"/>
                  <a:pt x="696907" y="151124"/>
                  <a:pt x="701342" y="150017"/>
                </a:cubicBezTo>
                <a:cubicBezTo>
                  <a:pt x="705702" y="148910"/>
                  <a:pt x="709616" y="146138"/>
                  <a:pt x="712096" y="141989"/>
                </a:cubicBezTo>
                <a:cubicBezTo>
                  <a:pt x="714563" y="137846"/>
                  <a:pt x="715141" y="133056"/>
                  <a:pt x="713988" y="128657"/>
                </a:cubicBezTo>
                <a:cubicBezTo>
                  <a:pt x="712899" y="124306"/>
                  <a:pt x="710140" y="120364"/>
                  <a:pt x="705997" y="117877"/>
                </a:cubicBezTo>
                <a:lnTo>
                  <a:pt x="705411" y="117567"/>
                </a:lnTo>
                <a:lnTo>
                  <a:pt x="705336" y="117514"/>
                </a:lnTo>
                <a:cubicBezTo>
                  <a:pt x="701342" y="115364"/>
                  <a:pt x="696770" y="114918"/>
                  <a:pt x="692626" y="115968"/>
                </a:cubicBezTo>
                <a:cubicBezTo>
                  <a:pt x="688265" y="117076"/>
                  <a:pt x="684351" y="119835"/>
                  <a:pt x="681872" y="124005"/>
                </a:cubicBezTo>
                <a:close/>
                <a:moveTo>
                  <a:pt x="654999" y="143552"/>
                </a:moveTo>
                <a:cubicBezTo>
                  <a:pt x="652457" y="133238"/>
                  <a:pt x="653618" y="121927"/>
                  <a:pt x="659214" y="111914"/>
                </a:cubicBezTo>
                <a:cubicBezTo>
                  <a:pt x="659505" y="111358"/>
                  <a:pt x="659791" y="110807"/>
                  <a:pt x="660155" y="110285"/>
                </a:cubicBezTo>
                <a:cubicBezTo>
                  <a:pt x="666328" y="100338"/>
                  <a:pt x="675847" y="93718"/>
                  <a:pt x="686369" y="91048"/>
                </a:cubicBezTo>
                <a:cubicBezTo>
                  <a:pt x="696683" y="88440"/>
                  <a:pt x="708011" y="89649"/>
                  <a:pt x="718037" y="95236"/>
                </a:cubicBezTo>
                <a:cubicBezTo>
                  <a:pt x="718624" y="95501"/>
                  <a:pt x="719127" y="95823"/>
                  <a:pt x="719637" y="96168"/>
                </a:cubicBezTo>
                <a:lnTo>
                  <a:pt x="719637" y="96195"/>
                </a:lnTo>
                <a:cubicBezTo>
                  <a:pt x="729581" y="102320"/>
                  <a:pt x="736272" y="111875"/>
                  <a:pt x="738885" y="122409"/>
                </a:cubicBezTo>
                <a:cubicBezTo>
                  <a:pt x="741575" y="133097"/>
                  <a:pt x="740188" y="144849"/>
                  <a:pt x="734092" y="155128"/>
                </a:cubicBezTo>
                <a:lnTo>
                  <a:pt x="734092" y="155146"/>
                </a:lnTo>
                <a:cubicBezTo>
                  <a:pt x="727996" y="165406"/>
                  <a:pt x="718258" y="172208"/>
                  <a:pt x="707511" y="174925"/>
                </a:cubicBezTo>
                <a:cubicBezTo>
                  <a:pt x="696831" y="177630"/>
                  <a:pt x="685062" y="176231"/>
                  <a:pt x="674823" y="170106"/>
                </a:cubicBezTo>
                <a:cubicBezTo>
                  <a:pt x="664581" y="163989"/>
                  <a:pt x="657753" y="154285"/>
                  <a:pt x="654991" y="143551"/>
                </a:cubicBezTo>
                <a:close/>
                <a:moveTo>
                  <a:pt x="248594" y="719014"/>
                </a:moveTo>
                <a:lnTo>
                  <a:pt x="180442" y="725361"/>
                </a:lnTo>
                <a:cubicBezTo>
                  <a:pt x="173391" y="726001"/>
                  <a:pt x="168208" y="732234"/>
                  <a:pt x="168839" y="739283"/>
                </a:cubicBezTo>
                <a:cubicBezTo>
                  <a:pt x="168967" y="740723"/>
                  <a:pt x="169333" y="742095"/>
                  <a:pt x="169890" y="743344"/>
                </a:cubicBezTo>
                <a:lnTo>
                  <a:pt x="197375" y="804960"/>
                </a:lnTo>
                <a:cubicBezTo>
                  <a:pt x="200266" y="811421"/>
                  <a:pt x="207844" y="814325"/>
                  <a:pt x="214309" y="811444"/>
                </a:cubicBezTo>
                <a:cubicBezTo>
                  <a:pt x="220774" y="808564"/>
                  <a:pt x="223673" y="800975"/>
                  <a:pt x="220783" y="794505"/>
                </a:cubicBezTo>
                <a:lnTo>
                  <a:pt x="210195" y="770769"/>
                </a:lnTo>
                <a:cubicBezTo>
                  <a:pt x="275912" y="807482"/>
                  <a:pt x="347637" y="824254"/>
                  <a:pt x="418175" y="822897"/>
                </a:cubicBezTo>
                <a:cubicBezTo>
                  <a:pt x="494939" y="821419"/>
                  <a:pt x="570316" y="798483"/>
                  <a:pt x="635048" y="756451"/>
                </a:cubicBezTo>
                <a:cubicBezTo>
                  <a:pt x="640974" y="752603"/>
                  <a:pt x="642639" y="744655"/>
                  <a:pt x="638826" y="738719"/>
                </a:cubicBezTo>
                <a:cubicBezTo>
                  <a:pt x="634968" y="732776"/>
                  <a:pt x="627030" y="731091"/>
                  <a:pt x="621085" y="734947"/>
                </a:cubicBezTo>
                <a:cubicBezTo>
                  <a:pt x="560369" y="774381"/>
                  <a:pt x="489717" y="795892"/>
                  <a:pt x="417784" y="797286"/>
                </a:cubicBezTo>
                <a:cubicBezTo>
                  <a:pt x="350934" y="798574"/>
                  <a:pt x="282978" y="782504"/>
                  <a:pt x="220830" y="747345"/>
                </a:cubicBezTo>
                <a:lnTo>
                  <a:pt x="250896" y="744541"/>
                </a:lnTo>
                <a:cubicBezTo>
                  <a:pt x="257947" y="743901"/>
                  <a:pt x="263138" y="737675"/>
                  <a:pt x="262499" y="730627"/>
                </a:cubicBezTo>
                <a:cubicBezTo>
                  <a:pt x="261859" y="723586"/>
                  <a:pt x="255623" y="718381"/>
                  <a:pt x="248580" y="719021"/>
                </a:cubicBezTo>
                <a:close/>
                <a:moveTo>
                  <a:pt x="602650" y="28223"/>
                </a:moveTo>
                <a:lnTo>
                  <a:pt x="613404" y="53471"/>
                </a:lnTo>
                <a:cubicBezTo>
                  <a:pt x="547155" y="15925"/>
                  <a:pt x="474720" y="-1256"/>
                  <a:pt x="403457" y="71"/>
                </a:cubicBezTo>
                <a:cubicBezTo>
                  <a:pt x="326793" y="1497"/>
                  <a:pt x="251507" y="24321"/>
                  <a:pt x="186790" y="66201"/>
                </a:cubicBezTo>
                <a:cubicBezTo>
                  <a:pt x="180855" y="70060"/>
                  <a:pt x="179164" y="77997"/>
                  <a:pt x="183022" y="83942"/>
                </a:cubicBezTo>
                <a:cubicBezTo>
                  <a:pt x="186889" y="89877"/>
                  <a:pt x="194827" y="91559"/>
                  <a:pt x="200762" y="87710"/>
                </a:cubicBezTo>
                <a:cubicBezTo>
                  <a:pt x="261443" y="48428"/>
                  <a:pt x="332017" y="27030"/>
                  <a:pt x="403858" y="25696"/>
                </a:cubicBezTo>
                <a:cubicBezTo>
                  <a:pt x="471022" y="24452"/>
                  <a:pt x="539296" y="40728"/>
                  <a:pt x="601666" y="76289"/>
                </a:cubicBezTo>
                <a:lnTo>
                  <a:pt x="573037" y="78465"/>
                </a:lnTo>
                <a:cubicBezTo>
                  <a:pt x="565959" y="78986"/>
                  <a:pt x="560667" y="85159"/>
                  <a:pt x="561188" y="92226"/>
                </a:cubicBezTo>
                <a:cubicBezTo>
                  <a:pt x="561717" y="99304"/>
                  <a:pt x="567882" y="104606"/>
                  <a:pt x="574949" y="104076"/>
                </a:cubicBezTo>
                <a:lnTo>
                  <a:pt x="642213" y="98983"/>
                </a:lnTo>
                <a:lnTo>
                  <a:pt x="642213" y="98965"/>
                </a:lnTo>
                <a:lnTo>
                  <a:pt x="642358" y="98947"/>
                </a:lnTo>
                <a:cubicBezTo>
                  <a:pt x="643665" y="98828"/>
                  <a:pt x="645046" y="98510"/>
                  <a:pt x="646282" y="97968"/>
                </a:cubicBezTo>
                <a:cubicBezTo>
                  <a:pt x="652818" y="95196"/>
                  <a:pt x="655862" y="87663"/>
                  <a:pt x="653038" y="81144"/>
                </a:cubicBezTo>
                <a:lnTo>
                  <a:pt x="626264" y="18169"/>
                </a:lnTo>
                <a:cubicBezTo>
                  <a:pt x="623483" y="11650"/>
                  <a:pt x="615959" y="8614"/>
                  <a:pt x="609428" y="11394"/>
                </a:cubicBezTo>
                <a:cubicBezTo>
                  <a:pt x="602919" y="14174"/>
                  <a:pt x="599874" y="21699"/>
                  <a:pt x="602644" y="28218"/>
                </a:cubicBezTo>
                <a:close/>
                <a:moveTo>
                  <a:pt x="28223" y="219295"/>
                </a:moveTo>
                <a:lnTo>
                  <a:pt x="53471" y="208541"/>
                </a:lnTo>
                <a:cubicBezTo>
                  <a:pt x="16044" y="274597"/>
                  <a:pt x="-1146" y="346813"/>
                  <a:pt x="59" y="417893"/>
                </a:cubicBezTo>
                <a:cubicBezTo>
                  <a:pt x="1366" y="494367"/>
                  <a:pt x="23943" y="569485"/>
                  <a:pt x="65493" y="634103"/>
                </a:cubicBezTo>
                <a:cubicBezTo>
                  <a:pt x="69323" y="640064"/>
                  <a:pt x="77271" y="641803"/>
                  <a:pt x="83233" y="637969"/>
                </a:cubicBezTo>
                <a:cubicBezTo>
                  <a:pt x="89195" y="634138"/>
                  <a:pt x="90933" y="626191"/>
                  <a:pt x="87099" y="620229"/>
                </a:cubicBezTo>
                <a:cubicBezTo>
                  <a:pt x="48092" y="559575"/>
                  <a:pt x="26905" y="489142"/>
                  <a:pt x="25687" y="417491"/>
                </a:cubicBezTo>
                <a:cubicBezTo>
                  <a:pt x="24544" y="350521"/>
                  <a:pt x="40828" y="282465"/>
                  <a:pt x="76288" y="220286"/>
                </a:cubicBezTo>
                <a:lnTo>
                  <a:pt x="78464" y="248905"/>
                </a:lnTo>
                <a:cubicBezTo>
                  <a:pt x="78994" y="255984"/>
                  <a:pt x="85159" y="261285"/>
                  <a:pt x="92225" y="260755"/>
                </a:cubicBezTo>
                <a:cubicBezTo>
                  <a:pt x="99304" y="260226"/>
                  <a:pt x="104605" y="254070"/>
                  <a:pt x="104075" y="246994"/>
                </a:cubicBezTo>
                <a:lnTo>
                  <a:pt x="98982" y="179721"/>
                </a:lnTo>
                <a:lnTo>
                  <a:pt x="98964" y="179721"/>
                </a:lnTo>
                <a:lnTo>
                  <a:pt x="98964" y="179593"/>
                </a:lnTo>
                <a:lnTo>
                  <a:pt x="98964" y="179585"/>
                </a:lnTo>
                <a:cubicBezTo>
                  <a:pt x="98845" y="178260"/>
                  <a:pt x="98515" y="176941"/>
                  <a:pt x="97976" y="175661"/>
                </a:cubicBezTo>
                <a:cubicBezTo>
                  <a:pt x="95205" y="169142"/>
                  <a:pt x="87672" y="166107"/>
                  <a:pt x="81153" y="168878"/>
                </a:cubicBezTo>
                <a:lnTo>
                  <a:pt x="18177" y="195688"/>
                </a:lnTo>
                <a:cubicBezTo>
                  <a:pt x="11658" y="198460"/>
                  <a:pt x="8622" y="205993"/>
                  <a:pt x="11394" y="212524"/>
                </a:cubicBezTo>
                <a:cubicBezTo>
                  <a:pt x="14174" y="219034"/>
                  <a:pt x="21707" y="222078"/>
                  <a:pt x="28217" y="219298"/>
                </a:cubicBezTo>
                <a:close/>
                <a:moveTo>
                  <a:pt x="718989" y="573366"/>
                </a:moveTo>
                <a:lnTo>
                  <a:pt x="725314" y="641508"/>
                </a:lnTo>
                <a:cubicBezTo>
                  <a:pt x="725962" y="648548"/>
                  <a:pt x="732203" y="653742"/>
                  <a:pt x="739259" y="653102"/>
                </a:cubicBezTo>
                <a:cubicBezTo>
                  <a:pt x="740706" y="652974"/>
                  <a:pt x="742093" y="652609"/>
                  <a:pt x="743328" y="652052"/>
                </a:cubicBezTo>
                <a:lnTo>
                  <a:pt x="804920" y="624566"/>
                </a:lnTo>
                <a:cubicBezTo>
                  <a:pt x="811382" y="621685"/>
                  <a:pt x="814293" y="614098"/>
                  <a:pt x="811382" y="607632"/>
                </a:cubicBezTo>
                <a:cubicBezTo>
                  <a:pt x="808547" y="601167"/>
                  <a:pt x="800927" y="598268"/>
                  <a:pt x="794458" y="601149"/>
                </a:cubicBezTo>
                <a:lnTo>
                  <a:pt x="771141" y="611547"/>
                </a:lnTo>
                <a:cubicBezTo>
                  <a:pt x="807816" y="545663"/>
                  <a:pt x="824458" y="473762"/>
                  <a:pt x="822858" y="403094"/>
                </a:cubicBezTo>
                <a:cubicBezTo>
                  <a:pt x="821189" y="325979"/>
                  <a:pt x="797795" y="250305"/>
                  <a:pt x="755169" y="185459"/>
                </a:cubicBezTo>
                <a:cubicBezTo>
                  <a:pt x="751313" y="179542"/>
                  <a:pt x="743396" y="177908"/>
                  <a:pt x="737445" y="181792"/>
                </a:cubicBezTo>
                <a:cubicBezTo>
                  <a:pt x="731562" y="185679"/>
                  <a:pt x="729894" y="193616"/>
                  <a:pt x="733810" y="199524"/>
                </a:cubicBezTo>
                <a:cubicBezTo>
                  <a:pt x="773762" y="260332"/>
                  <a:pt x="795700" y="331289"/>
                  <a:pt x="797300" y="403588"/>
                </a:cubicBezTo>
                <a:cubicBezTo>
                  <a:pt x="798748" y="470778"/>
                  <a:pt x="782693" y="539132"/>
                  <a:pt x="747328" y="601609"/>
                </a:cubicBezTo>
                <a:lnTo>
                  <a:pt x="744494" y="571039"/>
                </a:lnTo>
                <a:cubicBezTo>
                  <a:pt x="743907" y="563999"/>
                  <a:pt x="737666" y="558806"/>
                  <a:pt x="730625" y="559446"/>
                </a:cubicBezTo>
                <a:cubicBezTo>
                  <a:pt x="723569" y="560086"/>
                  <a:pt x="718342" y="566313"/>
                  <a:pt x="718997" y="573364"/>
                </a:cubicBezTo>
                <a:close/>
                <a:moveTo>
                  <a:pt x="579150" y="481415"/>
                </a:moveTo>
                <a:cubicBezTo>
                  <a:pt x="573333" y="475591"/>
                  <a:pt x="565699" y="472682"/>
                  <a:pt x="558073" y="472682"/>
                </a:cubicBezTo>
                <a:cubicBezTo>
                  <a:pt x="550446" y="472682"/>
                  <a:pt x="542812" y="475599"/>
                  <a:pt x="536996" y="481415"/>
                </a:cubicBezTo>
                <a:cubicBezTo>
                  <a:pt x="531179" y="487232"/>
                  <a:pt x="528262" y="494866"/>
                  <a:pt x="528262" y="502492"/>
                </a:cubicBezTo>
                <a:cubicBezTo>
                  <a:pt x="528262" y="510118"/>
                  <a:pt x="531179" y="517744"/>
                  <a:pt x="536996" y="523569"/>
                </a:cubicBezTo>
                <a:cubicBezTo>
                  <a:pt x="542812" y="529386"/>
                  <a:pt x="550446" y="532293"/>
                  <a:pt x="558073" y="532293"/>
                </a:cubicBezTo>
                <a:cubicBezTo>
                  <a:pt x="565699" y="532293"/>
                  <a:pt x="573333" y="529386"/>
                  <a:pt x="579150" y="523569"/>
                </a:cubicBezTo>
                <a:cubicBezTo>
                  <a:pt x="584966" y="517744"/>
                  <a:pt x="587883" y="510118"/>
                  <a:pt x="587883" y="502492"/>
                </a:cubicBezTo>
                <a:cubicBezTo>
                  <a:pt x="587883" y="494866"/>
                  <a:pt x="584966" y="487232"/>
                  <a:pt x="579150" y="481415"/>
                </a:cubicBezTo>
                <a:close/>
                <a:moveTo>
                  <a:pt x="558073" y="446961"/>
                </a:moveTo>
                <a:cubicBezTo>
                  <a:pt x="572292" y="446961"/>
                  <a:pt x="586493" y="452385"/>
                  <a:pt x="597336" y="463229"/>
                </a:cubicBezTo>
                <a:cubicBezTo>
                  <a:pt x="608179" y="474072"/>
                  <a:pt x="613603" y="488282"/>
                  <a:pt x="613603" y="502492"/>
                </a:cubicBezTo>
                <a:cubicBezTo>
                  <a:pt x="613603" y="516702"/>
                  <a:pt x="608171" y="530903"/>
                  <a:pt x="597336" y="541747"/>
                </a:cubicBezTo>
                <a:cubicBezTo>
                  <a:pt x="586493" y="552591"/>
                  <a:pt x="572282" y="558015"/>
                  <a:pt x="558073" y="558015"/>
                </a:cubicBezTo>
                <a:cubicBezTo>
                  <a:pt x="543863" y="558015"/>
                  <a:pt x="529652" y="552591"/>
                  <a:pt x="518809" y="541747"/>
                </a:cubicBezTo>
                <a:cubicBezTo>
                  <a:pt x="507974" y="530904"/>
                  <a:pt x="502542" y="516703"/>
                  <a:pt x="502542" y="502492"/>
                </a:cubicBezTo>
                <a:cubicBezTo>
                  <a:pt x="502542" y="488282"/>
                  <a:pt x="507965" y="474072"/>
                  <a:pt x="518809" y="463229"/>
                </a:cubicBezTo>
                <a:cubicBezTo>
                  <a:pt x="529652" y="452385"/>
                  <a:pt x="543872" y="446961"/>
                  <a:pt x="558073" y="446961"/>
                </a:cubicBezTo>
                <a:close/>
                <a:moveTo>
                  <a:pt x="286000" y="481415"/>
                </a:moveTo>
                <a:cubicBezTo>
                  <a:pt x="280176" y="475591"/>
                  <a:pt x="272550" y="472682"/>
                  <a:pt x="264924" y="472682"/>
                </a:cubicBezTo>
                <a:cubicBezTo>
                  <a:pt x="257297" y="472682"/>
                  <a:pt x="249663" y="475599"/>
                  <a:pt x="243847" y="481415"/>
                </a:cubicBezTo>
                <a:cubicBezTo>
                  <a:pt x="238021" y="487232"/>
                  <a:pt x="235113" y="494866"/>
                  <a:pt x="235113" y="502492"/>
                </a:cubicBezTo>
                <a:cubicBezTo>
                  <a:pt x="235113" y="510118"/>
                  <a:pt x="238021" y="517744"/>
                  <a:pt x="243847" y="523569"/>
                </a:cubicBezTo>
                <a:cubicBezTo>
                  <a:pt x="249663" y="529386"/>
                  <a:pt x="257289" y="532293"/>
                  <a:pt x="264924" y="532293"/>
                </a:cubicBezTo>
                <a:cubicBezTo>
                  <a:pt x="272559" y="532293"/>
                  <a:pt x="280176" y="529386"/>
                  <a:pt x="286000" y="523569"/>
                </a:cubicBezTo>
                <a:cubicBezTo>
                  <a:pt x="291817" y="517744"/>
                  <a:pt x="294725" y="510118"/>
                  <a:pt x="294725" y="502492"/>
                </a:cubicBezTo>
                <a:cubicBezTo>
                  <a:pt x="294725" y="494866"/>
                  <a:pt x="291817" y="487232"/>
                  <a:pt x="286000" y="481415"/>
                </a:cubicBezTo>
                <a:close/>
                <a:moveTo>
                  <a:pt x="264924" y="446961"/>
                </a:moveTo>
                <a:cubicBezTo>
                  <a:pt x="279133" y="446961"/>
                  <a:pt x="293344" y="452385"/>
                  <a:pt x="304187" y="463229"/>
                </a:cubicBezTo>
                <a:cubicBezTo>
                  <a:pt x="315030" y="474072"/>
                  <a:pt x="320454" y="488282"/>
                  <a:pt x="320454" y="502492"/>
                </a:cubicBezTo>
                <a:cubicBezTo>
                  <a:pt x="320454" y="516702"/>
                  <a:pt x="315031" y="530903"/>
                  <a:pt x="304187" y="541747"/>
                </a:cubicBezTo>
                <a:cubicBezTo>
                  <a:pt x="293344" y="552591"/>
                  <a:pt x="279133" y="558015"/>
                  <a:pt x="264924" y="558015"/>
                </a:cubicBezTo>
                <a:cubicBezTo>
                  <a:pt x="250714" y="558015"/>
                  <a:pt x="236503" y="552591"/>
                  <a:pt x="225660" y="541747"/>
                </a:cubicBezTo>
                <a:cubicBezTo>
                  <a:pt x="214817" y="530903"/>
                  <a:pt x="209393" y="516703"/>
                  <a:pt x="209393" y="502492"/>
                </a:cubicBezTo>
                <a:cubicBezTo>
                  <a:pt x="209393" y="488282"/>
                  <a:pt x="214808" y="474072"/>
                  <a:pt x="225660" y="463229"/>
                </a:cubicBezTo>
                <a:cubicBezTo>
                  <a:pt x="236503" y="452385"/>
                  <a:pt x="250714" y="446961"/>
                  <a:pt x="264924" y="446961"/>
                </a:cubicBezTo>
                <a:close/>
                <a:moveTo>
                  <a:pt x="432571" y="228443"/>
                </a:moveTo>
                <a:cubicBezTo>
                  <a:pt x="426755" y="222618"/>
                  <a:pt x="419129" y="219709"/>
                  <a:pt x="411494" y="219709"/>
                </a:cubicBezTo>
                <a:cubicBezTo>
                  <a:pt x="403860" y="219709"/>
                  <a:pt x="396234" y="222617"/>
                  <a:pt x="390417" y="228443"/>
                </a:cubicBezTo>
                <a:cubicBezTo>
                  <a:pt x="384601" y="234259"/>
                  <a:pt x="381693" y="241885"/>
                  <a:pt x="381693" y="249510"/>
                </a:cubicBezTo>
                <a:cubicBezTo>
                  <a:pt x="381693" y="257137"/>
                  <a:pt x="384601" y="264771"/>
                  <a:pt x="390417" y="270587"/>
                </a:cubicBezTo>
                <a:cubicBezTo>
                  <a:pt x="396234" y="276412"/>
                  <a:pt x="403868" y="279321"/>
                  <a:pt x="411494" y="279321"/>
                </a:cubicBezTo>
                <a:cubicBezTo>
                  <a:pt x="419120" y="279321"/>
                  <a:pt x="426755" y="276413"/>
                  <a:pt x="432571" y="270587"/>
                </a:cubicBezTo>
                <a:cubicBezTo>
                  <a:pt x="438387" y="264771"/>
                  <a:pt x="441304" y="257145"/>
                  <a:pt x="441304" y="249510"/>
                </a:cubicBezTo>
                <a:cubicBezTo>
                  <a:pt x="441304" y="241875"/>
                  <a:pt x="438387" y="234258"/>
                  <a:pt x="432571" y="228443"/>
                </a:cubicBezTo>
                <a:close/>
                <a:moveTo>
                  <a:pt x="450758" y="210256"/>
                </a:moveTo>
                <a:cubicBezTo>
                  <a:pt x="439915" y="199413"/>
                  <a:pt x="425704" y="193989"/>
                  <a:pt x="411494" y="193989"/>
                </a:cubicBezTo>
                <a:cubicBezTo>
                  <a:pt x="397284" y="193989"/>
                  <a:pt x="383074" y="199412"/>
                  <a:pt x="372239" y="210256"/>
                </a:cubicBezTo>
                <a:cubicBezTo>
                  <a:pt x="361396" y="221099"/>
                  <a:pt x="355972" y="235310"/>
                  <a:pt x="355972" y="249511"/>
                </a:cubicBezTo>
                <a:cubicBezTo>
                  <a:pt x="355972" y="263713"/>
                  <a:pt x="361404" y="277932"/>
                  <a:pt x="372239" y="288775"/>
                </a:cubicBezTo>
                <a:cubicBezTo>
                  <a:pt x="383074" y="299618"/>
                  <a:pt x="397293" y="305042"/>
                  <a:pt x="411494" y="305042"/>
                </a:cubicBezTo>
                <a:cubicBezTo>
                  <a:pt x="425696" y="305042"/>
                  <a:pt x="439915" y="299619"/>
                  <a:pt x="450758" y="288775"/>
                </a:cubicBezTo>
                <a:cubicBezTo>
                  <a:pt x="461601" y="277932"/>
                  <a:pt x="467025" y="263721"/>
                  <a:pt x="467025" y="249511"/>
                </a:cubicBezTo>
                <a:cubicBezTo>
                  <a:pt x="467025" y="235301"/>
                  <a:pt x="461602" y="221100"/>
                  <a:pt x="450758" y="210256"/>
                </a:cubicBezTo>
                <a:close/>
                <a:moveTo>
                  <a:pt x="443066" y="499862"/>
                </a:moveTo>
                <a:cubicBezTo>
                  <a:pt x="443040" y="500722"/>
                  <a:pt x="443040" y="501600"/>
                  <a:pt x="443040" y="502469"/>
                </a:cubicBezTo>
                <a:cubicBezTo>
                  <a:pt x="443040" y="503356"/>
                  <a:pt x="443057" y="504226"/>
                  <a:pt x="443075" y="505104"/>
                </a:cubicBezTo>
                <a:lnTo>
                  <a:pt x="436518" y="508890"/>
                </a:lnTo>
                <a:lnTo>
                  <a:pt x="436536" y="508907"/>
                </a:lnTo>
                <a:cubicBezTo>
                  <a:pt x="429055" y="513233"/>
                  <a:pt x="424038" y="520174"/>
                  <a:pt x="421969" y="527853"/>
                </a:cubicBezTo>
                <a:cubicBezTo>
                  <a:pt x="419911" y="535545"/>
                  <a:pt x="420790" y="544049"/>
                  <a:pt x="425106" y="551525"/>
                </a:cubicBezTo>
                <a:lnTo>
                  <a:pt x="448505" y="592052"/>
                </a:lnTo>
                <a:cubicBezTo>
                  <a:pt x="448778" y="592665"/>
                  <a:pt x="449109" y="593248"/>
                  <a:pt x="449493" y="593835"/>
                </a:cubicBezTo>
                <a:lnTo>
                  <a:pt x="449493" y="593816"/>
                </a:lnTo>
                <a:cubicBezTo>
                  <a:pt x="453836" y="600904"/>
                  <a:pt x="460584" y="605657"/>
                  <a:pt x="468064" y="607670"/>
                </a:cubicBezTo>
                <a:cubicBezTo>
                  <a:pt x="475296" y="609608"/>
                  <a:pt x="483253" y="608941"/>
                  <a:pt x="490394" y="605265"/>
                </a:cubicBezTo>
                <a:cubicBezTo>
                  <a:pt x="491117" y="604964"/>
                  <a:pt x="491811" y="604580"/>
                  <a:pt x="492486" y="604131"/>
                </a:cubicBezTo>
                <a:lnTo>
                  <a:pt x="498329" y="600747"/>
                </a:lnTo>
                <a:lnTo>
                  <a:pt x="499857" y="601660"/>
                </a:lnTo>
                <a:cubicBezTo>
                  <a:pt x="500086" y="601815"/>
                  <a:pt x="500306" y="601952"/>
                  <a:pt x="500541" y="602089"/>
                </a:cubicBezTo>
                <a:cubicBezTo>
                  <a:pt x="501291" y="602527"/>
                  <a:pt x="502041" y="602949"/>
                  <a:pt x="502818" y="603369"/>
                </a:cubicBezTo>
                <a:lnTo>
                  <a:pt x="502818" y="610942"/>
                </a:lnTo>
                <a:cubicBezTo>
                  <a:pt x="502818" y="619564"/>
                  <a:pt x="506330" y="627380"/>
                  <a:pt x="511989" y="633042"/>
                </a:cubicBezTo>
                <a:cubicBezTo>
                  <a:pt x="517650" y="638713"/>
                  <a:pt x="525467" y="642213"/>
                  <a:pt x="534089" y="642213"/>
                </a:cubicBezTo>
                <a:lnTo>
                  <a:pt x="582060" y="642213"/>
                </a:lnTo>
                <a:cubicBezTo>
                  <a:pt x="590682" y="642213"/>
                  <a:pt x="598512" y="638701"/>
                  <a:pt x="604161" y="633042"/>
                </a:cubicBezTo>
                <a:cubicBezTo>
                  <a:pt x="609831" y="627381"/>
                  <a:pt x="613331" y="619564"/>
                  <a:pt x="613331" y="610942"/>
                </a:cubicBezTo>
                <a:lnTo>
                  <a:pt x="613331" y="603369"/>
                </a:lnTo>
                <a:cubicBezTo>
                  <a:pt x="614064" y="602958"/>
                  <a:pt x="614814" y="602535"/>
                  <a:pt x="615564" y="602098"/>
                </a:cubicBezTo>
                <a:cubicBezTo>
                  <a:pt x="616332" y="601660"/>
                  <a:pt x="617091" y="601211"/>
                  <a:pt x="617842" y="600761"/>
                </a:cubicBezTo>
                <a:lnTo>
                  <a:pt x="624369" y="604529"/>
                </a:lnTo>
                <a:lnTo>
                  <a:pt x="624369" y="604512"/>
                </a:lnTo>
                <a:lnTo>
                  <a:pt x="624562" y="604613"/>
                </a:lnTo>
                <a:cubicBezTo>
                  <a:pt x="631998" y="608854"/>
                  <a:pt x="640446" y="609706"/>
                  <a:pt x="648098" y="607658"/>
                </a:cubicBezTo>
                <a:cubicBezTo>
                  <a:pt x="655798" y="605592"/>
                  <a:pt x="662776" y="600571"/>
                  <a:pt x="667053" y="593121"/>
                </a:cubicBezTo>
                <a:lnTo>
                  <a:pt x="667053" y="593102"/>
                </a:lnTo>
                <a:lnTo>
                  <a:pt x="691020" y="551517"/>
                </a:lnTo>
                <a:cubicBezTo>
                  <a:pt x="695381" y="544046"/>
                  <a:pt x="696250" y="535533"/>
                  <a:pt x="694148" y="527845"/>
                </a:cubicBezTo>
                <a:cubicBezTo>
                  <a:pt x="692184" y="520466"/>
                  <a:pt x="687463" y="513790"/>
                  <a:pt x="680498" y="509429"/>
                </a:cubicBezTo>
                <a:cubicBezTo>
                  <a:pt x="680207" y="509227"/>
                  <a:pt x="679921" y="509045"/>
                  <a:pt x="679629" y="508872"/>
                </a:cubicBezTo>
                <a:lnTo>
                  <a:pt x="673093" y="505086"/>
                </a:lnTo>
                <a:lnTo>
                  <a:pt x="673093" y="499838"/>
                </a:lnTo>
                <a:lnTo>
                  <a:pt x="679629" y="496053"/>
                </a:lnTo>
                <a:cubicBezTo>
                  <a:pt x="687109" y="491745"/>
                  <a:pt x="692119" y="484804"/>
                  <a:pt x="694157" y="477080"/>
                </a:cubicBezTo>
                <a:cubicBezTo>
                  <a:pt x="696261" y="469389"/>
                  <a:pt x="695393" y="460885"/>
                  <a:pt x="691029" y="453416"/>
                </a:cubicBezTo>
                <a:lnTo>
                  <a:pt x="667419" y="412542"/>
                </a:lnTo>
                <a:cubicBezTo>
                  <a:pt x="667345" y="412303"/>
                  <a:pt x="667199" y="412066"/>
                  <a:pt x="667053" y="411827"/>
                </a:cubicBezTo>
                <a:cubicBezTo>
                  <a:pt x="662764" y="404365"/>
                  <a:pt x="655796" y="399356"/>
                  <a:pt x="648098" y="397290"/>
                </a:cubicBezTo>
                <a:cubicBezTo>
                  <a:pt x="640692" y="395305"/>
                  <a:pt x="632555" y="396037"/>
                  <a:pt x="625304" y="399924"/>
                </a:cubicBezTo>
                <a:cubicBezTo>
                  <a:pt x="624982" y="400079"/>
                  <a:pt x="624673" y="400233"/>
                  <a:pt x="624372" y="400419"/>
                </a:cubicBezTo>
                <a:lnTo>
                  <a:pt x="617853" y="404177"/>
                </a:lnTo>
                <a:cubicBezTo>
                  <a:pt x="617103" y="403728"/>
                  <a:pt x="616353" y="403281"/>
                  <a:pt x="615612" y="402853"/>
                </a:cubicBezTo>
                <a:lnTo>
                  <a:pt x="615594" y="402880"/>
                </a:lnTo>
                <a:lnTo>
                  <a:pt x="615559" y="402853"/>
                </a:lnTo>
                <a:cubicBezTo>
                  <a:pt x="614817" y="402424"/>
                  <a:pt x="614076" y="402010"/>
                  <a:pt x="613338" y="401600"/>
                </a:cubicBezTo>
                <a:lnTo>
                  <a:pt x="613338" y="394009"/>
                </a:lnTo>
                <a:cubicBezTo>
                  <a:pt x="613338" y="385387"/>
                  <a:pt x="609825" y="377559"/>
                  <a:pt x="604167" y="371899"/>
                </a:cubicBezTo>
                <a:cubicBezTo>
                  <a:pt x="598506" y="366238"/>
                  <a:pt x="590689" y="362738"/>
                  <a:pt x="582066" y="362738"/>
                </a:cubicBezTo>
                <a:lnTo>
                  <a:pt x="534096" y="362738"/>
                </a:lnTo>
                <a:cubicBezTo>
                  <a:pt x="525473" y="362738"/>
                  <a:pt x="517645" y="366250"/>
                  <a:pt x="511995" y="371899"/>
                </a:cubicBezTo>
                <a:cubicBezTo>
                  <a:pt x="506324" y="377570"/>
                  <a:pt x="502825" y="385387"/>
                  <a:pt x="502825" y="394009"/>
                </a:cubicBezTo>
                <a:lnTo>
                  <a:pt x="502825" y="401573"/>
                </a:lnTo>
                <a:cubicBezTo>
                  <a:pt x="502092" y="401984"/>
                  <a:pt x="501342" y="402407"/>
                  <a:pt x="500583" y="402836"/>
                </a:cubicBezTo>
                <a:cubicBezTo>
                  <a:pt x="499815" y="403284"/>
                  <a:pt x="499056" y="403723"/>
                  <a:pt x="498315" y="404181"/>
                </a:cubicBezTo>
                <a:lnTo>
                  <a:pt x="491787" y="400412"/>
                </a:lnTo>
                <a:lnTo>
                  <a:pt x="491787" y="400439"/>
                </a:lnTo>
                <a:lnTo>
                  <a:pt x="491606" y="400338"/>
                </a:lnTo>
                <a:cubicBezTo>
                  <a:pt x="484170" y="396087"/>
                  <a:pt x="475722" y="395236"/>
                  <a:pt x="468079" y="397284"/>
                </a:cubicBezTo>
                <a:cubicBezTo>
                  <a:pt x="460361" y="399349"/>
                  <a:pt x="453413" y="404371"/>
                  <a:pt x="449107" y="411821"/>
                </a:cubicBezTo>
                <a:lnTo>
                  <a:pt x="449124" y="411821"/>
                </a:lnTo>
                <a:lnTo>
                  <a:pt x="425112" y="453419"/>
                </a:lnTo>
                <a:cubicBezTo>
                  <a:pt x="420796" y="460890"/>
                  <a:pt x="419918" y="469394"/>
                  <a:pt x="421975" y="477083"/>
                </a:cubicBezTo>
                <a:cubicBezTo>
                  <a:pt x="424050" y="484810"/>
                  <a:pt x="429062" y="491748"/>
                  <a:pt x="436524" y="496055"/>
                </a:cubicBezTo>
                <a:lnTo>
                  <a:pt x="443082" y="499841"/>
                </a:lnTo>
                <a:close/>
                <a:moveTo>
                  <a:pt x="449368" y="473874"/>
                </a:moveTo>
                <a:lnTo>
                  <a:pt x="462735" y="481592"/>
                </a:lnTo>
                <a:cubicBezTo>
                  <a:pt x="466932" y="484033"/>
                  <a:pt x="469558" y="488751"/>
                  <a:pt x="469073" y="493900"/>
                </a:cubicBezTo>
                <a:cubicBezTo>
                  <a:pt x="468799" y="496808"/>
                  <a:pt x="468662" y="499668"/>
                  <a:pt x="468662" y="502466"/>
                </a:cubicBezTo>
                <a:cubicBezTo>
                  <a:pt x="468662" y="505083"/>
                  <a:pt x="468790" y="507744"/>
                  <a:pt x="469037" y="510431"/>
                </a:cubicBezTo>
                <a:cubicBezTo>
                  <a:pt x="469751" y="515462"/>
                  <a:pt x="467427" y="520665"/>
                  <a:pt x="462765" y="523362"/>
                </a:cubicBezTo>
                <a:lnTo>
                  <a:pt x="449380" y="531089"/>
                </a:lnTo>
                <a:lnTo>
                  <a:pt x="449380" y="531072"/>
                </a:lnTo>
                <a:lnTo>
                  <a:pt x="449335" y="531089"/>
                </a:lnTo>
                <a:cubicBezTo>
                  <a:pt x="448047" y="531831"/>
                  <a:pt x="447168" y="533074"/>
                  <a:pt x="446793" y="534492"/>
                </a:cubicBezTo>
                <a:cubicBezTo>
                  <a:pt x="446418" y="535917"/>
                  <a:pt x="446555" y="537454"/>
                  <a:pt x="447314" y="538772"/>
                </a:cubicBezTo>
                <a:lnTo>
                  <a:pt x="470686" y="579262"/>
                </a:lnTo>
                <a:lnTo>
                  <a:pt x="470897" y="579563"/>
                </a:lnTo>
                <a:lnTo>
                  <a:pt x="470871" y="579581"/>
                </a:lnTo>
                <a:lnTo>
                  <a:pt x="470888" y="579607"/>
                </a:lnTo>
                <a:cubicBezTo>
                  <a:pt x="471035" y="579828"/>
                  <a:pt x="471171" y="580045"/>
                  <a:pt x="471299" y="580265"/>
                </a:cubicBezTo>
                <a:cubicBezTo>
                  <a:pt x="472067" y="581581"/>
                  <a:pt x="473302" y="582477"/>
                  <a:pt x="474701" y="582852"/>
                </a:cubicBezTo>
                <a:cubicBezTo>
                  <a:pt x="475991" y="583191"/>
                  <a:pt x="477362" y="583117"/>
                  <a:pt x="478589" y="582543"/>
                </a:cubicBezTo>
                <a:lnTo>
                  <a:pt x="478928" y="582340"/>
                </a:lnTo>
                <a:lnTo>
                  <a:pt x="492305" y="574613"/>
                </a:lnTo>
                <a:cubicBezTo>
                  <a:pt x="496529" y="572181"/>
                  <a:pt x="501943" y="572252"/>
                  <a:pt x="506167" y="575262"/>
                </a:cubicBezTo>
                <a:cubicBezTo>
                  <a:pt x="508387" y="576833"/>
                  <a:pt x="510584" y="578271"/>
                  <a:pt x="512733" y="579542"/>
                </a:cubicBezTo>
                <a:cubicBezTo>
                  <a:pt x="512962" y="579652"/>
                  <a:pt x="513182" y="579780"/>
                  <a:pt x="513400" y="579899"/>
                </a:cubicBezTo>
                <a:cubicBezTo>
                  <a:pt x="515641" y="581188"/>
                  <a:pt x="517862" y="582357"/>
                  <a:pt x="520046" y="583393"/>
                </a:cubicBezTo>
                <a:cubicBezTo>
                  <a:pt x="524993" y="585185"/>
                  <a:pt x="528533" y="589930"/>
                  <a:pt x="528533" y="595490"/>
                </a:cubicBezTo>
                <a:lnTo>
                  <a:pt x="528533" y="610944"/>
                </a:lnTo>
                <a:cubicBezTo>
                  <a:pt x="528533" y="612463"/>
                  <a:pt x="529155" y="613862"/>
                  <a:pt x="530170" y="614867"/>
                </a:cubicBezTo>
                <a:cubicBezTo>
                  <a:pt x="531176" y="615873"/>
                  <a:pt x="532566" y="616504"/>
                  <a:pt x="534084" y="616504"/>
                </a:cubicBezTo>
                <a:lnTo>
                  <a:pt x="582054" y="616504"/>
                </a:lnTo>
                <a:cubicBezTo>
                  <a:pt x="583572" y="616504"/>
                  <a:pt x="584971" y="615873"/>
                  <a:pt x="585977" y="614867"/>
                </a:cubicBezTo>
                <a:cubicBezTo>
                  <a:pt x="586984" y="613862"/>
                  <a:pt x="587615" y="612463"/>
                  <a:pt x="587615" y="610944"/>
                </a:cubicBezTo>
                <a:lnTo>
                  <a:pt x="587615" y="595635"/>
                </a:lnTo>
                <a:cubicBezTo>
                  <a:pt x="587560" y="590698"/>
                  <a:pt x="590368" y="585953"/>
                  <a:pt x="595157" y="583785"/>
                </a:cubicBezTo>
                <a:cubicBezTo>
                  <a:pt x="598092" y="582440"/>
                  <a:pt x="600652" y="581151"/>
                  <a:pt x="602819" y="579898"/>
                </a:cubicBezTo>
                <a:cubicBezTo>
                  <a:pt x="605039" y="578618"/>
                  <a:pt x="607317" y="577154"/>
                  <a:pt x="609641" y="575520"/>
                </a:cubicBezTo>
                <a:cubicBezTo>
                  <a:pt x="613648" y="572466"/>
                  <a:pt x="619244" y="571927"/>
                  <a:pt x="623860" y="574615"/>
                </a:cubicBezTo>
                <a:lnTo>
                  <a:pt x="637228" y="582333"/>
                </a:lnTo>
                <a:lnTo>
                  <a:pt x="637228" y="582351"/>
                </a:lnTo>
                <a:cubicBezTo>
                  <a:pt x="638517" y="583084"/>
                  <a:pt x="640035" y="583220"/>
                  <a:pt x="641478" y="582845"/>
                </a:cubicBezTo>
                <a:cubicBezTo>
                  <a:pt x="642860" y="582479"/>
                  <a:pt x="644095" y="581583"/>
                  <a:pt x="644824" y="580259"/>
                </a:cubicBezTo>
                <a:lnTo>
                  <a:pt x="644899" y="580276"/>
                </a:lnTo>
                <a:lnTo>
                  <a:pt x="668866" y="538763"/>
                </a:lnTo>
                <a:cubicBezTo>
                  <a:pt x="669598" y="537447"/>
                  <a:pt x="669735" y="535911"/>
                  <a:pt x="669378" y="534483"/>
                </a:cubicBezTo>
                <a:cubicBezTo>
                  <a:pt x="669011" y="533202"/>
                  <a:pt x="668288" y="532059"/>
                  <a:pt x="667202" y="531310"/>
                </a:cubicBezTo>
                <a:lnTo>
                  <a:pt x="666764" y="531080"/>
                </a:lnTo>
                <a:lnTo>
                  <a:pt x="653396" y="523362"/>
                </a:lnTo>
                <a:cubicBezTo>
                  <a:pt x="649182" y="520921"/>
                  <a:pt x="646565" y="516203"/>
                  <a:pt x="647077" y="511054"/>
                </a:cubicBezTo>
                <a:cubicBezTo>
                  <a:pt x="647369" y="508146"/>
                  <a:pt x="647515" y="505286"/>
                  <a:pt x="647515" y="502488"/>
                </a:cubicBezTo>
                <a:cubicBezTo>
                  <a:pt x="647515" y="499871"/>
                  <a:pt x="647369" y="497210"/>
                  <a:pt x="647077" y="494513"/>
                </a:cubicBezTo>
                <a:cubicBezTo>
                  <a:pt x="646420" y="489474"/>
                  <a:pt x="648750" y="484292"/>
                  <a:pt x="653396" y="481592"/>
                </a:cubicBezTo>
                <a:lnTo>
                  <a:pt x="666764" y="473865"/>
                </a:lnTo>
                <a:cubicBezTo>
                  <a:pt x="668071" y="473097"/>
                  <a:pt x="669014" y="471852"/>
                  <a:pt x="669380" y="470462"/>
                </a:cubicBezTo>
                <a:cubicBezTo>
                  <a:pt x="669747" y="469027"/>
                  <a:pt x="669600" y="467500"/>
                  <a:pt x="668869" y="466182"/>
                </a:cubicBezTo>
                <a:lnTo>
                  <a:pt x="645259" y="425335"/>
                </a:lnTo>
                <a:cubicBezTo>
                  <a:pt x="645113" y="425124"/>
                  <a:pt x="644967" y="424898"/>
                  <a:pt x="644830" y="424686"/>
                </a:cubicBezTo>
                <a:cubicBezTo>
                  <a:pt x="644098" y="423371"/>
                  <a:pt x="642866" y="422475"/>
                  <a:pt x="641484" y="422091"/>
                </a:cubicBezTo>
                <a:cubicBezTo>
                  <a:pt x="640169" y="421751"/>
                  <a:pt x="638787" y="421826"/>
                  <a:pt x="637561" y="422412"/>
                </a:cubicBezTo>
                <a:lnTo>
                  <a:pt x="637222" y="422615"/>
                </a:lnTo>
                <a:lnTo>
                  <a:pt x="623837" y="430342"/>
                </a:lnTo>
                <a:cubicBezTo>
                  <a:pt x="619622" y="432774"/>
                  <a:pt x="614199" y="432694"/>
                  <a:pt x="609975" y="429684"/>
                </a:cubicBezTo>
                <a:cubicBezTo>
                  <a:pt x="607680" y="428047"/>
                  <a:pt x="605266" y="426503"/>
                  <a:pt x="602743" y="425038"/>
                </a:cubicBezTo>
                <a:lnTo>
                  <a:pt x="602760" y="425011"/>
                </a:lnTo>
                <a:cubicBezTo>
                  <a:pt x="600620" y="423784"/>
                  <a:pt x="598408" y="422624"/>
                  <a:pt x="596105" y="421537"/>
                </a:cubicBezTo>
                <a:cubicBezTo>
                  <a:pt x="591157" y="419754"/>
                  <a:pt x="587610" y="415010"/>
                  <a:pt x="587610" y="409441"/>
                </a:cubicBezTo>
                <a:lnTo>
                  <a:pt x="587610" y="393986"/>
                </a:lnTo>
                <a:cubicBezTo>
                  <a:pt x="587610" y="392459"/>
                  <a:pt x="586987" y="391070"/>
                  <a:pt x="585972" y="390064"/>
                </a:cubicBezTo>
                <a:cubicBezTo>
                  <a:pt x="584957" y="389057"/>
                  <a:pt x="583577" y="388435"/>
                  <a:pt x="582050" y="388435"/>
                </a:cubicBezTo>
                <a:lnTo>
                  <a:pt x="534079" y="388435"/>
                </a:lnTo>
                <a:cubicBezTo>
                  <a:pt x="532562" y="388435"/>
                  <a:pt x="531171" y="389057"/>
                  <a:pt x="530165" y="390064"/>
                </a:cubicBezTo>
                <a:cubicBezTo>
                  <a:pt x="529150" y="391079"/>
                  <a:pt x="528528" y="392459"/>
                  <a:pt x="528528" y="393986"/>
                </a:cubicBezTo>
                <a:lnTo>
                  <a:pt x="528528" y="409295"/>
                </a:lnTo>
                <a:cubicBezTo>
                  <a:pt x="528582" y="414224"/>
                  <a:pt x="525774" y="418969"/>
                  <a:pt x="520994" y="421145"/>
                </a:cubicBezTo>
                <a:cubicBezTo>
                  <a:pt x="518051" y="422481"/>
                  <a:pt x="515500" y="423779"/>
                  <a:pt x="513332" y="425023"/>
                </a:cubicBezTo>
                <a:cubicBezTo>
                  <a:pt x="511100" y="426312"/>
                  <a:pt x="508826" y="427767"/>
                  <a:pt x="506501" y="429402"/>
                </a:cubicBezTo>
                <a:cubicBezTo>
                  <a:pt x="502507" y="432456"/>
                  <a:pt x="496898" y="432986"/>
                  <a:pt x="492282" y="430306"/>
                </a:cubicBezTo>
                <a:lnTo>
                  <a:pt x="478914" y="422588"/>
                </a:lnTo>
                <a:lnTo>
                  <a:pt x="478914" y="422561"/>
                </a:lnTo>
                <a:cubicBezTo>
                  <a:pt x="477626" y="421821"/>
                  <a:pt x="476099" y="421684"/>
                  <a:pt x="474691" y="422059"/>
                </a:cubicBezTo>
                <a:cubicBezTo>
                  <a:pt x="473301" y="422433"/>
                  <a:pt x="472056" y="423330"/>
                  <a:pt x="471288" y="424654"/>
                </a:cubicBezTo>
                <a:lnTo>
                  <a:pt x="471271" y="424654"/>
                </a:lnTo>
                <a:cubicBezTo>
                  <a:pt x="471271" y="424654"/>
                  <a:pt x="447304" y="466150"/>
                  <a:pt x="447304" y="466150"/>
                </a:cubicBezTo>
                <a:cubicBezTo>
                  <a:pt x="446545" y="467457"/>
                  <a:pt x="446408" y="468993"/>
                  <a:pt x="446782" y="470430"/>
                </a:cubicBezTo>
                <a:cubicBezTo>
                  <a:pt x="447149" y="471821"/>
                  <a:pt x="448045" y="473056"/>
                  <a:pt x="449369" y="473833"/>
                </a:cubicBezTo>
                <a:close/>
                <a:moveTo>
                  <a:pt x="149910" y="499862"/>
                </a:moveTo>
                <a:cubicBezTo>
                  <a:pt x="149891" y="500722"/>
                  <a:pt x="149882" y="501600"/>
                  <a:pt x="149882" y="502469"/>
                </a:cubicBezTo>
                <a:cubicBezTo>
                  <a:pt x="149882" y="503356"/>
                  <a:pt x="149882" y="504226"/>
                  <a:pt x="149910" y="505104"/>
                </a:cubicBezTo>
                <a:lnTo>
                  <a:pt x="143352" y="508890"/>
                </a:lnTo>
                <a:cubicBezTo>
                  <a:pt x="135890" y="513197"/>
                  <a:pt x="130880" y="520147"/>
                  <a:pt x="128814" y="527862"/>
                </a:cubicBezTo>
                <a:cubicBezTo>
                  <a:pt x="126749" y="535554"/>
                  <a:pt x="127636" y="544058"/>
                  <a:pt x="131943" y="551535"/>
                </a:cubicBezTo>
                <a:lnTo>
                  <a:pt x="155544" y="592409"/>
                </a:lnTo>
                <a:cubicBezTo>
                  <a:pt x="155672" y="592647"/>
                  <a:pt x="155800" y="592885"/>
                  <a:pt x="155928" y="593132"/>
                </a:cubicBezTo>
                <a:cubicBezTo>
                  <a:pt x="160235" y="600594"/>
                  <a:pt x="167185" y="605604"/>
                  <a:pt x="174900" y="607670"/>
                </a:cubicBezTo>
                <a:cubicBezTo>
                  <a:pt x="182297" y="609655"/>
                  <a:pt x="190426" y="608914"/>
                  <a:pt x="197685" y="605026"/>
                </a:cubicBezTo>
                <a:cubicBezTo>
                  <a:pt x="197996" y="604881"/>
                  <a:pt x="198308" y="604717"/>
                  <a:pt x="198626" y="604541"/>
                </a:cubicBezTo>
                <a:lnTo>
                  <a:pt x="205163" y="600755"/>
                </a:lnTo>
                <a:lnTo>
                  <a:pt x="206690" y="601669"/>
                </a:lnTo>
                <a:cubicBezTo>
                  <a:pt x="206919" y="601823"/>
                  <a:pt x="207148" y="601961"/>
                  <a:pt x="207383" y="602097"/>
                </a:cubicBezTo>
                <a:cubicBezTo>
                  <a:pt x="208142" y="602547"/>
                  <a:pt x="208920" y="602976"/>
                  <a:pt x="209696" y="603404"/>
                </a:cubicBezTo>
                <a:lnTo>
                  <a:pt x="209696" y="610947"/>
                </a:lnTo>
                <a:lnTo>
                  <a:pt x="209652" y="610947"/>
                </a:lnTo>
                <a:cubicBezTo>
                  <a:pt x="209652" y="619570"/>
                  <a:pt x="213164" y="627386"/>
                  <a:pt x="218823" y="633047"/>
                </a:cubicBezTo>
                <a:cubicBezTo>
                  <a:pt x="224483" y="638709"/>
                  <a:pt x="232309" y="642219"/>
                  <a:pt x="240933" y="642219"/>
                </a:cubicBezTo>
                <a:lnTo>
                  <a:pt x="288903" y="642219"/>
                </a:lnTo>
                <a:cubicBezTo>
                  <a:pt x="297526" y="642219"/>
                  <a:pt x="305342" y="638706"/>
                  <a:pt x="311004" y="633047"/>
                </a:cubicBezTo>
                <a:cubicBezTo>
                  <a:pt x="316665" y="627386"/>
                  <a:pt x="320165" y="619570"/>
                  <a:pt x="320165" y="610947"/>
                </a:cubicBezTo>
                <a:lnTo>
                  <a:pt x="320121" y="610947"/>
                </a:lnTo>
                <a:lnTo>
                  <a:pt x="320121" y="603404"/>
                </a:lnTo>
                <a:cubicBezTo>
                  <a:pt x="320870" y="602984"/>
                  <a:pt x="321629" y="602553"/>
                  <a:pt x="322407" y="602106"/>
                </a:cubicBezTo>
                <a:cubicBezTo>
                  <a:pt x="323165" y="601669"/>
                  <a:pt x="323934" y="601219"/>
                  <a:pt x="324675" y="600770"/>
                </a:cubicBezTo>
                <a:lnTo>
                  <a:pt x="331202" y="604538"/>
                </a:lnTo>
                <a:lnTo>
                  <a:pt x="331202" y="604520"/>
                </a:lnTo>
                <a:lnTo>
                  <a:pt x="331256" y="604538"/>
                </a:lnTo>
                <a:cubicBezTo>
                  <a:pt x="338727" y="608854"/>
                  <a:pt x="347231" y="609732"/>
                  <a:pt x="354920" y="607667"/>
                </a:cubicBezTo>
                <a:cubicBezTo>
                  <a:pt x="362308" y="605681"/>
                  <a:pt x="368984" y="601020"/>
                  <a:pt x="373318" y="594079"/>
                </a:cubicBezTo>
                <a:lnTo>
                  <a:pt x="373491" y="593822"/>
                </a:lnTo>
                <a:lnTo>
                  <a:pt x="373473" y="593822"/>
                </a:lnTo>
                <a:cubicBezTo>
                  <a:pt x="373473" y="593822"/>
                  <a:pt x="373883" y="593129"/>
                  <a:pt x="373883" y="593129"/>
                </a:cubicBezTo>
                <a:lnTo>
                  <a:pt x="373866" y="593111"/>
                </a:lnTo>
                <a:lnTo>
                  <a:pt x="397869" y="551525"/>
                </a:lnTo>
                <a:cubicBezTo>
                  <a:pt x="402185" y="544055"/>
                  <a:pt x="403063" y="535541"/>
                  <a:pt x="400998" y="527853"/>
                </a:cubicBezTo>
                <a:cubicBezTo>
                  <a:pt x="399021" y="520475"/>
                  <a:pt x="394321" y="513798"/>
                  <a:pt x="387335" y="509437"/>
                </a:cubicBezTo>
                <a:cubicBezTo>
                  <a:pt x="387052" y="509235"/>
                  <a:pt x="386757" y="509053"/>
                  <a:pt x="386456" y="508881"/>
                </a:cubicBezTo>
                <a:lnTo>
                  <a:pt x="379899" y="505094"/>
                </a:lnTo>
                <a:cubicBezTo>
                  <a:pt x="379917" y="504226"/>
                  <a:pt x="379917" y="503347"/>
                  <a:pt x="379917" y="502478"/>
                </a:cubicBezTo>
                <a:cubicBezTo>
                  <a:pt x="379917" y="501600"/>
                  <a:pt x="379917" y="500722"/>
                  <a:pt x="379890" y="499853"/>
                </a:cubicBezTo>
                <a:lnTo>
                  <a:pt x="386448" y="496066"/>
                </a:lnTo>
                <a:lnTo>
                  <a:pt x="386430" y="496049"/>
                </a:lnTo>
                <a:cubicBezTo>
                  <a:pt x="393910" y="491714"/>
                  <a:pt x="398920" y="484783"/>
                  <a:pt x="400988" y="477094"/>
                </a:cubicBezTo>
                <a:cubicBezTo>
                  <a:pt x="403054" y="469402"/>
                  <a:pt x="402176" y="460898"/>
                  <a:pt x="397860" y="453430"/>
                </a:cubicBezTo>
                <a:lnTo>
                  <a:pt x="374077" y="412217"/>
                </a:lnTo>
                <a:cubicBezTo>
                  <a:pt x="373922" y="411943"/>
                  <a:pt x="373767" y="411669"/>
                  <a:pt x="373592" y="411404"/>
                </a:cubicBezTo>
                <a:cubicBezTo>
                  <a:pt x="369249" y="404162"/>
                  <a:pt x="362444" y="399308"/>
                  <a:pt x="354910" y="397287"/>
                </a:cubicBezTo>
                <a:cubicBezTo>
                  <a:pt x="347514" y="395301"/>
                  <a:pt x="339376" y="396033"/>
                  <a:pt x="332116" y="399929"/>
                </a:cubicBezTo>
                <a:cubicBezTo>
                  <a:pt x="331807" y="400076"/>
                  <a:pt x="331503" y="400239"/>
                  <a:pt x="331193" y="400415"/>
                </a:cubicBezTo>
                <a:lnTo>
                  <a:pt x="324657" y="404192"/>
                </a:lnTo>
                <a:lnTo>
                  <a:pt x="323130" y="403287"/>
                </a:lnTo>
                <a:cubicBezTo>
                  <a:pt x="322900" y="403132"/>
                  <a:pt x="322671" y="402986"/>
                  <a:pt x="322436" y="402849"/>
                </a:cubicBezTo>
                <a:cubicBezTo>
                  <a:pt x="321677" y="402412"/>
                  <a:pt x="320900" y="401981"/>
                  <a:pt x="320114" y="401552"/>
                </a:cubicBezTo>
                <a:lnTo>
                  <a:pt x="320114" y="394018"/>
                </a:lnTo>
                <a:lnTo>
                  <a:pt x="320159" y="394018"/>
                </a:lnTo>
                <a:cubicBezTo>
                  <a:pt x="320159" y="385396"/>
                  <a:pt x="316647" y="377567"/>
                  <a:pt x="310998" y="371908"/>
                </a:cubicBezTo>
                <a:cubicBezTo>
                  <a:pt x="305336" y="366247"/>
                  <a:pt x="297519" y="362747"/>
                  <a:pt x="288896" y="362747"/>
                </a:cubicBezTo>
                <a:lnTo>
                  <a:pt x="240927" y="362747"/>
                </a:lnTo>
                <a:cubicBezTo>
                  <a:pt x="232304" y="362747"/>
                  <a:pt x="224474" y="366259"/>
                  <a:pt x="218816" y="371908"/>
                </a:cubicBezTo>
                <a:cubicBezTo>
                  <a:pt x="213155" y="377578"/>
                  <a:pt x="209645" y="385395"/>
                  <a:pt x="209645" y="394018"/>
                </a:cubicBezTo>
                <a:lnTo>
                  <a:pt x="209645" y="401581"/>
                </a:lnTo>
                <a:cubicBezTo>
                  <a:pt x="208913" y="401992"/>
                  <a:pt x="208172" y="402415"/>
                  <a:pt x="207404" y="402844"/>
                </a:cubicBezTo>
                <a:cubicBezTo>
                  <a:pt x="206645" y="403293"/>
                  <a:pt x="205877" y="403731"/>
                  <a:pt x="205135" y="404189"/>
                </a:cubicBezTo>
                <a:lnTo>
                  <a:pt x="198608" y="400421"/>
                </a:lnTo>
                <a:lnTo>
                  <a:pt x="198608" y="400447"/>
                </a:lnTo>
                <a:lnTo>
                  <a:pt x="198555" y="400421"/>
                </a:lnTo>
                <a:cubicBezTo>
                  <a:pt x="191093" y="396105"/>
                  <a:pt x="182580" y="395226"/>
                  <a:pt x="174891" y="397292"/>
                </a:cubicBezTo>
                <a:cubicBezTo>
                  <a:pt x="167503" y="399269"/>
                  <a:pt x="160827" y="403948"/>
                  <a:pt x="156502" y="410871"/>
                </a:cubicBezTo>
                <a:lnTo>
                  <a:pt x="156319" y="411127"/>
                </a:lnTo>
                <a:lnTo>
                  <a:pt x="156319" y="411145"/>
                </a:lnTo>
                <a:cubicBezTo>
                  <a:pt x="156319" y="411145"/>
                  <a:pt x="155918" y="411829"/>
                  <a:pt x="155918" y="411829"/>
                </a:cubicBezTo>
                <a:lnTo>
                  <a:pt x="155945" y="411829"/>
                </a:lnTo>
                <a:lnTo>
                  <a:pt x="131932" y="453427"/>
                </a:lnTo>
                <a:cubicBezTo>
                  <a:pt x="127616" y="460898"/>
                  <a:pt x="126739" y="469402"/>
                  <a:pt x="128804" y="477091"/>
                </a:cubicBezTo>
                <a:cubicBezTo>
                  <a:pt x="130870" y="484818"/>
                  <a:pt x="135892" y="491756"/>
                  <a:pt x="143342" y="496063"/>
                </a:cubicBezTo>
                <a:lnTo>
                  <a:pt x="149899" y="499850"/>
                </a:lnTo>
                <a:close/>
                <a:moveTo>
                  <a:pt x="156220" y="473874"/>
                </a:moveTo>
                <a:lnTo>
                  <a:pt x="169578" y="481592"/>
                </a:lnTo>
                <a:cubicBezTo>
                  <a:pt x="173766" y="484033"/>
                  <a:pt x="176400" y="488751"/>
                  <a:pt x="175915" y="493900"/>
                </a:cubicBezTo>
                <a:cubicBezTo>
                  <a:pt x="175642" y="496808"/>
                  <a:pt x="175504" y="499668"/>
                  <a:pt x="175504" y="502466"/>
                </a:cubicBezTo>
                <a:cubicBezTo>
                  <a:pt x="175504" y="505083"/>
                  <a:pt x="175632" y="507744"/>
                  <a:pt x="175879" y="510441"/>
                </a:cubicBezTo>
                <a:cubicBezTo>
                  <a:pt x="176594" y="515471"/>
                  <a:pt x="174269" y="520662"/>
                  <a:pt x="169608" y="523362"/>
                </a:cubicBezTo>
                <a:lnTo>
                  <a:pt x="156231" y="531089"/>
                </a:lnTo>
                <a:cubicBezTo>
                  <a:pt x="154906" y="531848"/>
                  <a:pt x="154019" y="533102"/>
                  <a:pt x="153636" y="534492"/>
                </a:cubicBezTo>
                <a:cubicBezTo>
                  <a:pt x="153260" y="535917"/>
                  <a:pt x="153397" y="537454"/>
                  <a:pt x="154156" y="538772"/>
                </a:cubicBezTo>
                <a:lnTo>
                  <a:pt x="177731" y="579610"/>
                </a:lnTo>
                <a:cubicBezTo>
                  <a:pt x="177877" y="579831"/>
                  <a:pt x="178005" y="580048"/>
                  <a:pt x="178142" y="580268"/>
                </a:cubicBezTo>
                <a:cubicBezTo>
                  <a:pt x="178901" y="581584"/>
                  <a:pt x="180154" y="582480"/>
                  <a:pt x="181544" y="582855"/>
                </a:cubicBezTo>
                <a:cubicBezTo>
                  <a:pt x="182833" y="583194"/>
                  <a:pt x="184205" y="583119"/>
                  <a:pt x="185440" y="582533"/>
                </a:cubicBezTo>
                <a:lnTo>
                  <a:pt x="185771" y="582340"/>
                </a:lnTo>
                <a:lnTo>
                  <a:pt x="199148" y="574613"/>
                </a:lnTo>
                <a:cubicBezTo>
                  <a:pt x="203362" y="572181"/>
                  <a:pt x="208795" y="572252"/>
                  <a:pt x="213009" y="575262"/>
                </a:cubicBezTo>
                <a:cubicBezTo>
                  <a:pt x="215242" y="576833"/>
                  <a:pt x="217427" y="578271"/>
                  <a:pt x="219575" y="579542"/>
                </a:cubicBezTo>
                <a:cubicBezTo>
                  <a:pt x="219805" y="579652"/>
                  <a:pt x="220025" y="579780"/>
                  <a:pt x="220242" y="579899"/>
                </a:cubicBezTo>
                <a:cubicBezTo>
                  <a:pt x="222811" y="581381"/>
                  <a:pt x="225344" y="582697"/>
                  <a:pt x="227842" y="583831"/>
                </a:cubicBezTo>
                <a:cubicBezTo>
                  <a:pt x="232259" y="585852"/>
                  <a:pt x="235331" y="590314"/>
                  <a:pt x="235331" y="595491"/>
                </a:cubicBezTo>
                <a:lnTo>
                  <a:pt x="235331" y="610945"/>
                </a:lnTo>
                <a:lnTo>
                  <a:pt x="235375" y="610945"/>
                </a:lnTo>
                <a:cubicBezTo>
                  <a:pt x="235375" y="612463"/>
                  <a:pt x="236006" y="613862"/>
                  <a:pt x="237021" y="614867"/>
                </a:cubicBezTo>
                <a:cubicBezTo>
                  <a:pt x="238036" y="615873"/>
                  <a:pt x="239417" y="616505"/>
                  <a:pt x="240944" y="616505"/>
                </a:cubicBezTo>
                <a:lnTo>
                  <a:pt x="288914" y="616505"/>
                </a:lnTo>
                <a:cubicBezTo>
                  <a:pt x="290432" y="616505"/>
                  <a:pt x="291822" y="615873"/>
                  <a:pt x="292829" y="614867"/>
                </a:cubicBezTo>
                <a:cubicBezTo>
                  <a:pt x="293835" y="613862"/>
                  <a:pt x="294466" y="612463"/>
                  <a:pt x="294466" y="610945"/>
                </a:cubicBezTo>
                <a:lnTo>
                  <a:pt x="294519" y="610945"/>
                </a:lnTo>
                <a:lnTo>
                  <a:pt x="294519" y="596634"/>
                </a:lnTo>
                <a:cubicBezTo>
                  <a:pt x="294043" y="591347"/>
                  <a:pt x="296906" y="586100"/>
                  <a:pt x="302009" y="583787"/>
                </a:cubicBezTo>
                <a:cubicBezTo>
                  <a:pt x="304952" y="582441"/>
                  <a:pt x="307512" y="581153"/>
                  <a:pt x="309670" y="579899"/>
                </a:cubicBezTo>
                <a:cubicBezTo>
                  <a:pt x="311902" y="578619"/>
                  <a:pt x="314168" y="577155"/>
                  <a:pt x="316493" y="575521"/>
                </a:cubicBezTo>
                <a:cubicBezTo>
                  <a:pt x="320498" y="572467"/>
                  <a:pt x="326095" y="571928"/>
                  <a:pt x="330721" y="574616"/>
                </a:cubicBezTo>
                <a:lnTo>
                  <a:pt x="343303" y="581876"/>
                </a:lnTo>
                <a:cubicBezTo>
                  <a:pt x="343752" y="582096"/>
                  <a:pt x="344190" y="582352"/>
                  <a:pt x="344618" y="582626"/>
                </a:cubicBezTo>
                <a:cubicBezTo>
                  <a:pt x="345797" y="583120"/>
                  <a:pt x="347098" y="583174"/>
                  <a:pt x="348312" y="582855"/>
                </a:cubicBezTo>
                <a:cubicBezTo>
                  <a:pt x="349547" y="582524"/>
                  <a:pt x="350673" y="581778"/>
                  <a:pt x="351440" y="580679"/>
                </a:cubicBezTo>
                <a:cubicBezTo>
                  <a:pt x="351643" y="580304"/>
                  <a:pt x="351860" y="579920"/>
                  <a:pt x="352107" y="579563"/>
                </a:cubicBezTo>
                <a:lnTo>
                  <a:pt x="352125" y="579581"/>
                </a:lnTo>
                <a:lnTo>
                  <a:pt x="375691" y="538781"/>
                </a:lnTo>
                <a:cubicBezTo>
                  <a:pt x="376450" y="537466"/>
                  <a:pt x="376587" y="535930"/>
                  <a:pt x="376212" y="534501"/>
                </a:cubicBezTo>
                <a:cubicBezTo>
                  <a:pt x="375863" y="533221"/>
                  <a:pt x="375104" y="532078"/>
                  <a:pt x="374018" y="531328"/>
                </a:cubicBezTo>
                <a:lnTo>
                  <a:pt x="373616" y="531098"/>
                </a:lnTo>
                <a:lnTo>
                  <a:pt x="360257" y="523380"/>
                </a:lnTo>
                <a:cubicBezTo>
                  <a:pt x="356060" y="520939"/>
                  <a:pt x="353435" y="516222"/>
                  <a:pt x="353911" y="511072"/>
                </a:cubicBezTo>
                <a:cubicBezTo>
                  <a:pt x="354194" y="508165"/>
                  <a:pt x="354322" y="505304"/>
                  <a:pt x="354322" y="502494"/>
                </a:cubicBezTo>
                <a:cubicBezTo>
                  <a:pt x="354322" y="499886"/>
                  <a:pt x="354194" y="497216"/>
                  <a:pt x="353956" y="494529"/>
                </a:cubicBezTo>
                <a:cubicBezTo>
                  <a:pt x="353233" y="489498"/>
                  <a:pt x="355566" y="484307"/>
                  <a:pt x="360228" y="481607"/>
                </a:cubicBezTo>
                <a:lnTo>
                  <a:pt x="373613" y="473880"/>
                </a:lnTo>
                <a:lnTo>
                  <a:pt x="373631" y="473897"/>
                </a:lnTo>
                <a:lnTo>
                  <a:pt x="373667" y="473880"/>
                </a:lnTo>
                <a:cubicBezTo>
                  <a:pt x="374956" y="473138"/>
                  <a:pt x="375825" y="471886"/>
                  <a:pt x="376208" y="470478"/>
                </a:cubicBezTo>
                <a:cubicBezTo>
                  <a:pt x="376584" y="469043"/>
                  <a:pt x="376447" y="467507"/>
                  <a:pt x="375688" y="466197"/>
                </a:cubicBezTo>
                <a:lnTo>
                  <a:pt x="351702" y="424648"/>
                </a:lnTo>
                <a:cubicBezTo>
                  <a:pt x="350961" y="423359"/>
                  <a:pt x="349708" y="422481"/>
                  <a:pt x="348300" y="422106"/>
                </a:cubicBezTo>
                <a:cubicBezTo>
                  <a:pt x="347012" y="421767"/>
                  <a:pt x="345630" y="421841"/>
                  <a:pt x="344412" y="422427"/>
                </a:cubicBezTo>
                <a:lnTo>
                  <a:pt x="344073" y="422630"/>
                </a:lnTo>
                <a:lnTo>
                  <a:pt x="330696" y="430357"/>
                </a:lnTo>
                <a:cubicBezTo>
                  <a:pt x="326473" y="432789"/>
                  <a:pt x="321059" y="432709"/>
                  <a:pt x="316835" y="429699"/>
                </a:cubicBezTo>
                <a:cubicBezTo>
                  <a:pt x="314614" y="428119"/>
                  <a:pt x="312417" y="426681"/>
                  <a:pt x="310269" y="425419"/>
                </a:cubicBezTo>
                <a:cubicBezTo>
                  <a:pt x="310048" y="425300"/>
                  <a:pt x="309819" y="425190"/>
                  <a:pt x="309602" y="425053"/>
                </a:cubicBezTo>
                <a:cubicBezTo>
                  <a:pt x="307033" y="423570"/>
                  <a:pt x="304491" y="422255"/>
                  <a:pt x="302002" y="421121"/>
                </a:cubicBezTo>
                <a:cubicBezTo>
                  <a:pt x="297585" y="419100"/>
                  <a:pt x="294514" y="414638"/>
                  <a:pt x="294514" y="409470"/>
                </a:cubicBezTo>
                <a:lnTo>
                  <a:pt x="294514" y="394016"/>
                </a:lnTo>
                <a:lnTo>
                  <a:pt x="294460" y="394016"/>
                </a:lnTo>
                <a:cubicBezTo>
                  <a:pt x="294460" y="392490"/>
                  <a:pt x="293838" y="391099"/>
                  <a:pt x="292823" y="390093"/>
                </a:cubicBezTo>
                <a:cubicBezTo>
                  <a:pt x="291808" y="389088"/>
                  <a:pt x="290427" y="388465"/>
                  <a:pt x="288909" y="388465"/>
                </a:cubicBezTo>
                <a:lnTo>
                  <a:pt x="240939" y="388465"/>
                </a:lnTo>
                <a:cubicBezTo>
                  <a:pt x="239412" y="388465"/>
                  <a:pt x="238022" y="389088"/>
                  <a:pt x="237015" y="390093"/>
                </a:cubicBezTo>
                <a:cubicBezTo>
                  <a:pt x="236009" y="391108"/>
                  <a:pt x="235379" y="392490"/>
                  <a:pt x="235379" y="394016"/>
                </a:cubicBezTo>
                <a:lnTo>
                  <a:pt x="235379" y="409325"/>
                </a:lnTo>
                <a:cubicBezTo>
                  <a:pt x="235432" y="414254"/>
                  <a:pt x="232625" y="418998"/>
                  <a:pt x="227836" y="421175"/>
                </a:cubicBezTo>
                <a:cubicBezTo>
                  <a:pt x="224901" y="422511"/>
                  <a:pt x="222341" y="423809"/>
                  <a:pt x="220174" y="425053"/>
                </a:cubicBezTo>
                <a:cubicBezTo>
                  <a:pt x="217953" y="426343"/>
                  <a:pt x="215667" y="427798"/>
                  <a:pt x="213351" y="429432"/>
                </a:cubicBezTo>
                <a:cubicBezTo>
                  <a:pt x="209346" y="432486"/>
                  <a:pt x="203749" y="433015"/>
                  <a:pt x="199123" y="430337"/>
                </a:cubicBezTo>
                <a:lnTo>
                  <a:pt x="186541" y="423068"/>
                </a:lnTo>
                <a:cubicBezTo>
                  <a:pt x="186092" y="422848"/>
                  <a:pt x="185654" y="422600"/>
                  <a:pt x="185226" y="422327"/>
                </a:cubicBezTo>
                <a:cubicBezTo>
                  <a:pt x="184056" y="421824"/>
                  <a:pt x="182746" y="421771"/>
                  <a:pt x="181532" y="422089"/>
                </a:cubicBezTo>
                <a:cubicBezTo>
                  <a:pt x="180297" y="422428"/>
                  <a:pt x="179171" y="423166"/>
                  <a:pt x="178404" y="424265"/>
                </a:cubicBezTo>
                <a:cubicBezTo>
                  <a:pt x="178201" y="424649"/>
                  <a:pt x="177975" y="425023"/>
                  <a:pt x="177737" y="425390"/>
                </a:cubicBezTo>
                <a:lnTo>
                  <a:pt x="177710" y="425372"/>
                </a:lnTo>
                <a:lnTo>
                  <a:pt x="154144" y="466181"/>
                </a:lnTo>
                <a:cubicBezTo>
                  <a:pt x="153385" y="467497"/>
                  <a:pt x="153249" y="469024"/>
                  <a:pt x="153624" y="470461"/>
                </a:cubicBezTo>
                <a:cubicBezTo>
                  <a:pt x="153998" y="471851"/>
                  <a:pt x="154895" y="473087"/>
                  <a:pt x="156219" y="473863"/>
                </a:cubicBezTo>
                <a:close/>
                <a:moveTo>
                  <a:pt x="302798" y="220897"/>
                </a:moveTo>
                <a:lnTo>
                  <a:pt x="316166" y="228616"/>
                </a:lnTo>
                <a:cubicBezTo>
                  <a:pt x="320362" y="231056"/>
                  <a:pt x="322988" y="235775"/>
                  <a:pt x="322512" y="240924"/>
                </a:cubicBezTo>
                <a:cubicBezTo>
                  <a:pt x="322229" y="243831"/>
                  <a:pt x="322092" y="246692"/>
                  <a:pt x="322101" y="249502"/>
                </a:cubicBezTo>
                <a:cubicBezTo>
                  <a:pt x="322101" y="252119"/>
                  <a:pt x="322229" y="254780"/>
                  <a:pt x="322467" y="257467"/>
                </a:cubicBezTo>
                <a:cubicBezTo>
                  <a:pt x="323190" y="262498"/>
                  <a:pt x="320866" y="267701"/>
                  <a:pt x="316195" y="270389"/>
                </a:cubicBezTo>
                <a:lnTo>
                  <a:pt x="302819" y="278124"/>
                </a:lnTo>
                <a:cubicBezTo>
                  <a:pt x="301493" y="278892"/>
                  <a:pt x="300606" y="280128"/>
                  <a:pt x="300232" y="281518"/>
                </a:cubicBezTo>
                <a:cubicBezTo>
                  <a:pt x="299848" y="282943"/>
                  <a:pt x="299994" y="284488"/>
                  <a:pt x="300744" y="285807"/>
                </a:cubicBezTo>
                <a:lnTo>
                  <a:pt x="324318" y="326645"/>
                </a:lnTo>
                <a:cubicBezTo>
                  <a:pt x="324456" y="326866"/>
                  <a:pt x="324592" y="327083"/>
                  <a:pt x="324729" y="327303"/>
                </a:cubicBezTo>
                <a:cubicBezTo>
                  <a:pt x="325488" y="328619"/>
                  <a:pt x="326742" y="329515"/>
                  <a:pt x="328131" y="329890"/>
                </a:cubicBezTo>
                <a:cubicBezTo>
                  <a:pt x="329420" y="330229"/>
                  <a:pt x="330792" y="330154"/>
                  <a:pt x="332019" y="329569"/>
                </a:cubicBezTo>
                <a:lnTo>
                  <a:pt x="332358" y="329366"/>
                </a:lnTo>
                <a:lnTo>
                  <a:pt x="345735" y="321638"/>
                </a:lnTo>
                <a:cubicBezTo>
                  <a:pt x="349950" y="319207"/>
                  <a:pt x="355382" y="319287"/>
                  <a:pt x="359597" y="322297"/>
                </a:cubicBezTo>
                <a:cubicBezTo>
                  <a:pt x="361892" y="323934"/>
                  <a:pt x="364306" y="325478"/>
                  <a:pt x="366830" y="326943"/>
                </a:cubicBezTo>
                <a:lnTo>
                  <a:pt x="366830" y="326961"/>
                </a:lnTo>
                <a:cubicBezTo>
                  <a:pt x="368952" y="328187"/>
                  <a:pt x="371172" y="329348"/>
                  <a:pt x="373467" y="330434"/>
                </a:cubicBezTo>
                <a:cubicBezTo>
                  <a:pt x="378423" y="332217"/>
                  <a:pt x="381962" y="336962"/>
                  <a:pt x="381962" y="342531"/>
                </a:cubicBezTo>
                <a:lnTo>
                  <a:pt x="381962" y="357977"/>
                </a:lnTo>
                <a:cubicBezTo>
                  <a:pt x="381962" y="359504"/>
                  <a:pt x="382593" y="360894"/>
                  <a:pt x="383599" y="361900"/>
                </a:cubicBezTo>
                <a:cubicBezTo>
                  <a:pt x="384614" y="362906"/>
                  <a:pt x="385995" y="363537"/>
                  <a:pt x="387513" y="363537"/>
                </a:cubicBezTo>
                <a:lnTo>
                  <a:pt x="435484" y="363537"/>
                </a:lnTo>
                <a:cubicBezTo>
                  <a:pt x="437011" y="363537"/>
                  <a:pt x="438400" y="362906"/>
                  <a:pt x="439406" y="361900"/>
                </a:cubicBezTo>
                <a:cubicBezTo>
                  <a:pt x="440413" y="360894"/>
                  <a:pt x="441044" y="359504"/>
                  <a:pt x="441044" y="357977"/>
                </a:cubicBezTo>
                <a:lnTo>
                  <a:pt x="441044" y="342680"/>
                </a:lnTo>
                <a:cubicBezTo>
                  <a:pt x="440999" y="337742"/>
                  <a:pt x="443797" y="332998"/>
                  <a:pt x="448586" y="330822"/>
                </a:cubicBezTo>
                <a:cubicBezTo>
                  <a:pt x="451531" y="329485"/>
                  <a:pt x="454081" y="328188"/>
                  <a:pt x="456248" y="326943"/>
                </a:cubicBezTo>
                <a:cubicBezTo>
                  <a:pt x="458481" y="325655"/>
                  <a:pt x="460746" y="324199"/>
                  <a:pt x="463070" y="322565"/>
                </a:cubicBezTo>
                <a:cubicBezTo>
                  <a:pt x="467077" y="319512"/>
                  <a:pt x="472673" y="318981"/>
                  <a:pt x="477298" y="321660"/>
                </a:cubicBezTo>
                <a:lnTo>
                  <a:pt x="490666" y="329379"/>
                </a:lnTo>
                <a:lnTo>
                  <a:pt x="490666" y="329405"/>
                </a:lnTo>
                <a:cubicBezTo>
                  <a:pt x="491955" y="330147"/>
                  <a:pt x="493482" y="330283"/>
                  <a:pt x="494890" y="329908"/>
                </a:cubicBezTo>
                <a:cubicBezTo>
                  <a:pt x="496280" y="329543"/>
                  <a:pt x="497516" y="328637"/>
                  <a:pt x="498292" y="327322"/>
                </a:cubicBezTo>
                <a:lnTo>
                  <a:pt x="498319" y="327322"/>
                </a:lnTo>
                <a:cubicBezTo>
                  <a:pt x="498319" y="327322"/>
                  <a:pt x="522286" y="285826"/>
                  <a:pt x="522286" y="285826"/>
                </a:cubicBezTo>
                <a:cubicBezTo>
                  <a:pt x="523045" y="284510"/>
                  <a:pt x="523182" y="282975"/>
                  <a:pt x="522798" y="281537"/>
                </a:cubicBezTo>
                <a:cubicBezTo>
                  <a:pt x="522432" y="280147"/>
                  <a:pt x="521536" y="278902"/>
                  <a:pt x="520212" y="278143"/>
                </a:cubicBezTo>
                <a:lnTo>
                  <a:pt x="506844" y="270425"/>
                </a:lnTo>
                <a:cubicBezTo>
                  <a:pt x="502647" y="267984"/>
                  <a:pt x="500013" y="263266"/>
                  <a:pt x="500506" y="258117"/>
                </a:cubicBezTo>
                <a:cubicBezTo>
                  <a:pt x="500781" y="255209"/>
                  <a:pt x="500917" y="252348"/>
                  <a:pt x="500917" y="249551"/>
                </a:cubicBezTo>
                <a:cubicBezTo>
                  <a:pt x="500917" y="246934"/>
                  <a:pt x="500789" y="244273"/>
                  <a:pt x="500551" y="241586"/>
                </a:cubicBezTo>
                <a:cubicBezTo>
                  <a:pt x="499828" y="236546"/>
                  <a:pt x="502152" y="231352"/>
                  <a:pt x="506823" y="228655"/>
                </a:cubicBezTo>
                <a:lnTo>
                  <a:pt x="520200" y="220928"/>
                </a:lnTo>
                <a:cubicBezTo>
                  <a:pt x="521525" y="220169"/>
                  <a:pt x="522412" y="218925"/>
                  <a:pt x="522787" y="217526"/>
                </a:cubicBezTo>
                <a:cubicBezTo>
                  <a:pt x="523171" y="216109"/>
                  <a:pt x="523024" y="214564"/>
                  <a:pt x="522275" y="213245"/>
                </a:cubicBezTo>
                <a:lnTo>
                  <a:pt x="498691" y="172407"/>
                </a:lnTo>
                <a:cubicBezTo>
                  <a:pt x="498546" y="172187"/>
                  <a:pt x="498409" y="171969"/>
                  <a:pt x="498290" y="171748"/>
                </a:cubicBezTo>
                <a:cubicBezTo>
                  <a:pt x="497522" y="170433"/>
                  <a:pt x="496277" y="169537"/>
                  <a:pt x="494888" y="169162"/>
                </a:cubicBezTo>
                <a:cubicBezTo>
                  <a:pt x="493488" y="168787"/>
                  <a:pt x="491961" y="168924"/>
                  <a:pt x="490664" y="169683"/>
                </a:cubicBezTo>
                <a:lnTo>
                  <a:pt x="477278" y="177411"/>
                </a:lnTo>
                <a:cubicBezTo>
                  <a:pt x="473064" y="179852"/>
                  <a:pt x="467641" y="179771"/>
                  <a:pt x="463417" y="176762"/>
                </a:cubicBezTo>
                <a:cubicBezTo>
                  <a:pt x="461131" y="175133"/>
                  <a:pt x="458708" y="173579"/>
                  <a:pt x="456192" y="172115"/>
                </a:cubicBezTo>
                <a:lnTo>
                  <a:pt x="456211" y="172097"/>
                </a:lnTo>
                <a:cubicBezTo>
                  <a:pt x="454061" y="170871"/>
                  <a:pt x="451850" y="169710"/>
                  <a:pt x="449555" y="168623"/>
                </a:cubicBezTo>
                <a:cubicBezTo>
                  <a:pt x="444599" y="166840"/>
                  <a:pt x="441051" y="162096"/>
                  <a:pt x="441051" y="156527"/>
                </a:cubicBezTo>
                <a:lnTo>
                  <a:pt x="441051" y="141073"/>
                </a:lnTo>
                <a:cubicBezTo>
                  <a:pt x="441051" y="139555"/>
                  <a:pt x="440429" y="138165"/>
                  <a:pt x="439414" y="137159"/>
                </a:cubicBezTo>
                <a:cubicBezTo>
                  <a:pt x="438408" y="136152"/>
                  <a:pt x="437017" y="135512"/>
                  <a:pt x="435491" y="135512"/>
                </a:cubicBezTo>
                <a:lnTo>
                  <a:pt x="387521" y="135512"/>
                </a:lnTo>
                <a:cubicBezTo>
                  <a:pt x="386002" y="135512"/>
                  <a:pt x="384612" y="136143"/>
                  <a:pt x="383607" y="137159"/>
                </a:cubicBezTo>
                <a:cubicBezTo>
                  <a:pt x="382601" y="138165"/>
                  <a:pt x="381969" y="139555"/>
                  <a:pt x="381969" y="141073"/>
                </a:cubicBezTo>
                <a:lnTo>
                  <a:pt x="381969" y="156381"/>
                </a:lnTo>
                <a:cubicBezTo>
                  <a:pt x="382023" y="161320"/>
                  <a:pt x="379225" y="166064"/>
                  <a:pt x="374436" y="168239"/>
                </a:cubicBezTo>
                <a:cubicBezTo>
                  <a:pt x="371492" y="169576"/>
                  <a:pt x="368941" y="170874"/>
                  <a:pt x="366774" y="172118"/>
                </a:cubicBezTo>
                <a:cubicBezTo>
                  <a:pt x="364541" y="173398"/>
                  <a:pt x="362268" y="174863"/>
                  <a:pt x="359943" y="176496"/>
                </a:cubicBezTo>
                <a:cubicBezTo>
                  <a:pt x="355948" y="179560"/>
                  <a:pt x="350340" y="180089"/>
                  <a:pt x="345724" y="177410"/>
                </a:cubicBezTo>
                <a:lnTo>
                  <a:pt x="332356" y="169692"/>
                </a:lnTo>
                <a:lnTo>
                  <a:pt x="332356" y="169674"/>
                </a:lnTo>
                <a:cubicBezTo>
                  <a:pt x="331058" y="168933"/>
                  <a:pt x="329540" y="168796"/>
                  <a:pt x="328132" y="169171"/>
                </a:cubicBezTo>
                <a:cubicBezTo>
                  <a:pt x="326724" y="169546"/>
                  <a:pt x="325471" y="170424"/>
                  <a:pt x="324730" y="171704"/>
                </a:cubicBezTo>
                <a:lnTo>
                  <a:pt x="300744" y="213254"/>
                </a:lnTo>
                <a:cubicBezTo>
                  <a:pt x="299985" y="214570"/>
                  <a:pt x="299848" y="216105"/>
                  <a:pt x="300232" y="217534"/>
                </a:cubicBezTo>
                <a:cubicBezTo>
                  <a:pt x="300563" y="218814"/>
                  <a:pt x="301322" y="219957"/>
                  <a:pt x="302418" y="220716"/>
                </a:cubicBezTo>
                <a:lnTo>
                  <a:pt x="302819" y="220936"/>
                </a:lnTo>
                <a:close/>
              </a:path>
            </a:pathLst>
          </a:custGeom>
          <a:solidFill>
            <a:schemeClr val="bg1"/>
          </a:solidFill>
          <a:ln w="762" cap="flat">
            <a:noFill/>
            <a:prstDash val="solid"/>
            <a:miter/>
          </a:ln>
        </p:spPr>
        <p:txBody>
          <a:bodyPr rtlCol="0" anchor="ctr"/>
          <a:lstStyle/>
          <a:p>
            <a:endParaRPr lang="en-GB"/>
          </a:p>
        </p:txBody>
      </p:sp>
      <p:sp>
        <p:nvSpPr>
          <p:cNvPr id="32" name="Oval 31">
            <a:extLst>
              <a:ext uri="{FF2B5EF4-FFF2-40B4-BE49-F238E27FC236}">
                <a16:creationId xmlns:a16="http://schemas.microsoft.com/office/drawing/2014/main" id="{18D62BFF-D6CA-0B62-4551-EC8453D98B34}"/>
              </a:ext>
            </a:extLst>
          </p:cNvPr>
          <p:cNvSpPr/>
          <p:nvPr/>
        </p:nvSpPr>
        <p:spPr>
          <a:xfrm>
            <a:off x="8869088" y="2895939"/>
            <a:ext cx="1645883" cy="164588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19BE6648-A664-0994-FC39-1FA730680D27}"/>
              </a:ext>
            </a:extLst>
          </p:cNvPr>
          <p:cNvGrpSpPr>
            <a:grpSpLocks noChangeAspect="1"/>
          </p:cNvGrpSpPr>
          <p:nvPr/>
        </p:nvGrpSpPr>
        <p:grpSpPr>
          <a:xfrm>
            <a:off x="9445410" y="3285211"/>
            <a:ext cx="493241" cy="867338"/>
            <a:chOff x="5938838" y="327025"/>
            <a:chExt cx="985838" cy="1733550"/>
          </a:xfrm>
          <a:solidFill>
            <a:schemeClr val="tx1">
              <a:lumMod val="85000"/>
              <a:lumOff val="15000"/>
            </a:schemeClr>
          </a:solidFill>
        </p:grpSpPr>
        <p:sp>
          <p:nvSpPr>
            <p:cNvPr id="34" name="Freeform 35">
              <a:extLst>
                <a:ext uri="{FF2B5EF4-FFF2-40B4-BE49-F238E27FC236}">
                  <a16:creationId xmlns:a16="http://schemas.microsoft.com/office/drawing/2014/main" id="{2507FF4B-B86B-3680-1DC0-5525A43A9706}"/>
                </a:ext>
              </a:extLst>
            </p:cNvPr>
            <p:cNvSpPr>
              <a:spLocks noEditPoints="1"/>
            </p:cNvSpPr>
            <p:nvPr/>
          </p:nvSpPr>
          <p:spPr bwMode="auto">
            <a:xfrm>
              <a:off x="6089651" y="327025"/>
              <a:ext cx="679450" cy="687388"/>
            </a:xfrm>
            <a:custGeom>
              <a:avLst/>
              <a:gdLst>
                <a:gd name="T0" fmla="*/ 692 w 1783"/>
                <a:gd name="T1" fmla="*/ 98 h 1800"/>
                <a:gd name="T2" fmla="*/ 610 w 1783"/>
                <a:gd name="T3" fmla="*/ 228 h 1800"/>
                <a:gd name="T4" fmla="*/ 500 w 1783"/>
                <a:gd name="T5" fmla="*/ 206 h 1800"/>
                <a:gd name="T6" fmla="*/ 135 w 1783"/>
                <a:gd name="T7" fmla="*/ 390 h 1800"/>
                <a:gd name="T8" fmla="*/ 226 w 1783"/>
                <a:gd name="T9" fmla="*/ 581 h 1800"/>
                <a:gd name="T10" fmla="*/ 197 w 1783"/>
                <a:gd name="T11" fmla="*/ 655 h 1800"/>
                <a:gd name="T12" fmla="*/ 0 w 1783"/>
                <a:gd name="T13" fmla="*/ 722 h 1800"/>
                <a:gd name="T14" fmla="*/ 126 w 1783"/>
                <a:gd name="T15" fmla="*/ 1113 h 1800"/>
                <a:gd name="T16" fmla="*/ 227 w 1783"/>
                <a:gd name="T17" fmla="*/ 1188 h 1800"/>
                <a:gd name="T18" fmla="*/ 187 w 1783"/>
                <a:gd name="T19" fmla="*/ 1315 h 1800"/>
                <a:gd name="T20" fmla="*/ 377 w 1783"/>
                <a:gd name="T21" fmla="*/ 1643 h 1800"/>
                <a:gd name="T22" fmla="*/ 487 w 1783"/>
                <a:gd name="T23" fmla="*/ 1600 h 1800"/>
                <a:gd name="T24" fmla="*/ 600 w 1783"/>
                <a:gd name="T25" fmla="*/ 1567 h 1800"/>
                <a:gd name="T26" fmla="*/ 686 w 1783"/>
                <a:gd name="T27" fmla="*/ 1669 h 1800"/>
                <a:gd name="T28" fmla="*/ 716 w 1783"/>
                <a:gd name="T29" fmla="*/ 1785 h 1800"/>
                <a:gd name="T30" fmla="*/ 956 w 1783"/>
                <a:gd name="T31" fmla="*/ 1798 h 1800"/>
                <a:gd name="T32" fmla="*/ 1090 w 1783"/>
                <a:gd name="T33" fmla="*/ 1722 h 1800"/>
                <a:gd name="T34" fmla="*/ 1134 w 1783"/>
                <a:gd name="T35" fmla="*/ 1598 h 1800"/>
                <a:gd name="T36" fmla="*/ 1214 w 1783"/>
                <a:gd name="T37" fmla="*/ 1563 h 1800"/>
                <a:gd name="T38" fmla="*/ 1332 w 1783"/>
                <a:gd name="T39" fmla="*/ 1621 h 1800"/>
                <a:gd name="T40" fmla="*/ 1482 w 1783"/>
                <a:gd name="T41" fmla="*/ 1576 h 1800"/>
                <a:gd name="T42" fmla="*/ 1585 w 1783"/>
                <a:gd name="T43" fmla="*/ 1289 h 1800"/>
                <a:gd name="T44" fmla="*/ 1568 w 1783"/>
                <a:gd name="T45" fmla="*/ 1180 h 1800"/>
                <a:gd name="T46" fmla="*/ 1657 w 1783"/>
                <a:gd name="T47" fmla="*/ 1113 h 1800"/>
                <a:gd name="T48" fmla="*/ 1783 w 1783"/>
                <a:gd name="T49" fmla="*/ 722 h 1800"/>
                <a:gd name="T50" fmla="*/ 1591 w 1783"/>
                <a:gd name="T51" fmla="*/ 655 h 1800"/>
                <a:gd name="T52" fmla="*/ 1558 w 1783"/>
                <a:gd name="T53" fmla="*/ 578 h 1800"/>
                <a:gd name="T54" fmla="*/ 1655 w 1783"/>
                <a:gd name="T55" fmla="*/ 397 h 1800"/>
                <a:gd name="T56" fmla="*/ 1393 w 1783"/>
                <a:gd name="T57" fmla="*/ 150 h 1800"/>
                <a:gd name="T58" fmla="*/ 1276 w 1783"/>
                <a:gd name="T59" fmla="*/ 213 h 1800"/>
                <a:gd name="T60" fmla="*/ 1173 w 1783"/>
                <a:gd name="T61" fmla="*/ 225 h 1800"/>
                <a:gd name="T62" fmla="*/ 1108 w 1783"/>
                <a:gd name="T63" fmla="*/ 141 h 1800"/>
                <a:gd name="T64" fmla="*/ 1060 w 1783"/>
                <a:gd name="T65" fmla="*/ 13 h 1800"/>
                <a:gd name="T66" fmla="*/ 831 w 1783"/>
                <a:gd name="T67" fmla="*/ 1 h 1800"/>
                <a:gd name="T68" fmla="*/ 1144 w 1783"/>
                <a:gd name="T69" fmla="*/ 390 h 1800"/>
                <a:gd name="T70" fmla="*/ 1372 w 1783"/>
                <a:gd name="T71" fmla="*/ 604 h 1800"/>
                <a:gd name="T72" fmla="*/ 1449 w 1783"/>
                <a:gd name="T73" fmla="*/ 797 h 1800"/>
                <a:gd name="T74" fmla="*/ 1408 w 1783"/>
                <a:gd name="T75" fmla="*/ 1132 h 1800"/>
                <a:gd name="T76" fmla="*/ 1237 w 1783"/>
                <a:gd name="T77" fmla="*/ 1349 h 1800"/>
                <a:gd name="T78" fmla="*/ 1037 w 1783"/>
                <a:gd name="T79" fmla="*/ 1446 h 1800"/>
                <a:gd name="T80" fmla="*/ 778 w 1783"/>
                <a:gd name="T81" fmla="*/ 1454 h 1800"/>
                <a:gd name="T82" fmla="*/ 611 w 1783"/>
                <a:gd name="T83" fmla="*/ 1393 h 1800"/>
                <a:gd name="T84" fmla="*/ 398 w 1783"/>
                <a:gd name="T85" fmla="*/ 1170 h 1800"/>
                <a:gd name="T86" fmla="*/ 333 w 1783"/>
                <a:gd name="T87" fmla="*/ 900 h 1800"/>
                <a:gd name="T88" fmla="*/ 409 w 1783"/>
                <a:gd name="T89" fmla="*/ 606 h 1800"/>
                <a:gd name="T90" fmla="*/ 662 w 1783"/>
                <a:gd name="T91" fmla="*/ 382 h 1800"/>
                <a:gd name="T92" fmla="*/ 855 w 1783"/>
                <a:gd name="T93" fmla="*/ 338 h 1800"/>
                <a:gd name="T94" fmla="*/ 1122 w 1783"/>
                <a:gd name="T95" fmla="*/ 380 h 1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83" h="1800">
                  <a:moveTo>
                    <a:pt x="723" y="13"/>
                  </a:moveTo>
                  <a:lnTo>
                    <a:pt x="715" y="22"/>
                  </a:lnTo>
                  <a:lnTo>
                    <a:pt x="698" y="69"/>
                  </a:lnTo>
                  <a:lnTo>
                    <a:pt x="692" y="98"/>
                  </a:lnTo>
                  <a:lnTo>
                    <a:pt x="686" y="128"/>
                  </a:lnTo>
                  <a:lnTo>
                    <a:pt x="665" y="177"/>
                  </a:lnTo>
                  <a:lnTo>
                    <a:pt x="636" y="212"/>
                  </a:lnTo>
                  <a:lnTo>
                    <a:pt x="610" y="228"/>
                  </a:lnTo>
                  <a:lnTo>
                    <a:pt x="591" y="233"/>
                  </a:lnTo>
                  <a:lnTo>
                    <a:pt x="582" y="233"/>
                  </a:lnTo>
                  <a:lnTo>
                    <a:pt x="563" y="231"/>
                  </a:lnTo>
                  <a:lnTo>
                    <a:pt x="500" y="206"/>
                  </a:lnTo>
                  <a:lnTo>
                    <a:pt x="465" y="188"/>
                  </a:lnTo>
                  <a:lnTo>
                    <a:pt x="383" y="142"/>
                  </a:lnTo>
                  <a:lnTo>
                    <a:pt x="260" y="265"/>
                  </a:lnTo>
                  <a:lnTo>
                    <a:pt x="135" y="390"/>
                  </a:lnTo>
                  <a:lnTo>
                    <a:pt x="185" y="482"/>
                  </a:lnTo>
                  <a:lnTo>
                    <a:pt x="200" y="510"/>
                  </a:lnTo>
                  <a:lnTo>
                    <a:pt x="219" y="551"/>
                  </a:lnTo>
                  <a:lnTo>
                    <a:pt x="226" y="581"/>
                  </a:lnTo>
                  <a:lnTo>
                    <a:pt x="223" y="606"/>
                  </a:lnTo>
                  <a:lnTo>
                    <a:pt x="218" y="620"/>
                  </a:lnTo>
                  <a:lnTo>
                    <a:pt x="213" y="634"/>
                  </a:lnTo>
                  <a:lnTo>
                    <a:pt x="197" y="655"/>
                  </a:lnTo>
                  <a:lnTo>
                    <a:pt x="170" y="671"/>
                  </a:lnTo>
                  <a:lnTo>
                    <a:pt x="129" y="687"/>
                  </a:lnTo>
                  <a:lnTo>
                    <a:pt x="100" y="695"/>
                  </a:lnTo>
                  <a:lnTo>
                    <a:pt x="0" y="722"/>
                  </a:lnTo>
                  <a:lnTo>
                    <a:pt x="0" y="900"/>
                  </a:lnTo>
                  <a:lnTo>
                    <a:pt x="0" y="1078"/>
                  </a:lnTo>
                  <a:lnTo>
                    <a:pt x="100" y="1105"/>
                  </a:lnTo>
                  <a:lnTo>
                    <a:pt x="126" y="1113"/>
                  </a:lnTo>
                  <a:lnTo>
                    <a:pt x="167" y="1128"/>
                  </a:lnTo>
                  <a:lnTo>
                    <a:pt x="198" y="1145"/>
                  </a:lnTo>
                  <a:lnTo>
                    <a:pt x="218" y="1165"/>
                  </a:lnTo>
                  <a:lnTo>
                    <a:pt x="227" y="1188"/>
                  </a:lnTo>
                  <a:lnTo>
                    <a:pt x="227" y="1217"/>
                  </a:lnTo>
                  <a:lnTo>
                    <a:pt x="218" y="1250"/>
                  </a:lnTo>
                  <a:lnTo>
                    <a:pt x="199" y="1291"/>
                  </a:lnTo>
                  <a:lnTo>
                    <a:pt x="187" y="1315"/>
                  </a:lnTo>
                  <a:lnTo>
                    <a:pt x="135" y="1410"/>
                  </a:lnTo>
                  <a:lnTo>
                    <a:pt x="255" y="1530"/>
                  </a:lnTo>
                  <a:lnTo>
                    <a:pt x="304" y="1578"/>
                  </a:lnTo>
                  <a:lnTo>
                    <a:pt x="377" y="1643"/>
                  </a:lnTo>
                  <a:lnTo>
                    <a:pt x="390" y="1650"/>
                  </a:lnTo>
                  <a:lnTo>
                    <a:pt x="401" y="1647"/>
                  </a:lnTo>
                  <a:lnTo>
                    <a:pt x="453" y="1620"/>
                  </a:lnTo>
                  <a:lnTo>
                    <a:pt x="487" y="1600"/>
                  </a:lnTo>
                  <a:lnTo>
                    <a:pt x="513" y="1583"/>
                  </a:lnTo>
                  <a:lnTo>
                    <a:pt x="550" y="1564"/>
                  </a:lnTo>
                  <a:lnTo>
                    <a:pt x="575" y="1559"/>
                  </a:lnTo>
                  <a:lnTo>
                    <a:pt x="600" y="1567"/>
                  </a:lnTo>
                  <a:lnTo>
                    <a:pt x="617" y="1575"/>
                  </a:lnTo>
                  <a:lnTo>
                    <a:pt x="634" y="1585"/>
                  </a:lnTo>
                  <a:lnTo>
                    <a:pt x="664" y="1621"/>
                  </a:lnTo>
                  <a:lnTo>
                    <a:pt x="686" y="1669"/>
                  </a:lnTo>
                  <a:lnTo>
                    <a:pt x="699" y="1723"/>
                  </a:lnTo>
                  <a:lnTo>
                    <a:pt x="700" y="1752"/>
                  </a:lnTo>
                  <a:lnTo>
                    <a:pt x="701" y="1763"/>
                  </a:lnTo>
                  <a:lnTo>
                    <a:pt x="716" y="1785"/>
                  </a:lnTo>
                  <a:lnTo>
                    <a:pt x="727" y="1790"/>
                  </a:lnTo>
                  <a:lnTo>
                    <a:pt x="748" y="1795"/>
                  </a:lnTo>
                  <a:lnTo>
                    <a:pt x="842" y="1800"/>
                  </a:lnTo>
                  <a:lnTo>
                    <a:pt x="956" y="1798"/>
                  </a:lnTo>
                  <a:lnTo>
                    <a:pt x="1044" y="1792"/>
                  </a:lnTo>
                  <a:lnTo>
                    <a:pt x="1060" y="1787"/>
                  </a:lnTo>
                  <a:lnTo>
                    <a:pt x="1069" y="1777"/>
                  </a:lnTo>
                  <a:lnTo>
                    <a:pt x="1090" y="1722"/>
                  </a:lnTo>
                  <a:lnTo>
                    <a:pt x="1100" y="1685"/>
                  </a:lnTo>
                  <a:lnTo>
                    <a:pt x="1106" y="1659"/>
                  </a:lnTo>
                  <a:lnTo>
                    <a:pt x="1118" y="1622"/>
                  </a:lnTo>
                  <a:lnTo>
                    <a:pt x="1134" y="1598"/>
                  </a:lnTo>
                  <a:lnTo>
                    <a:pt x="1156" y="1582"/>
                  </a:lnTo>
                  <a:lnTo>
                    <a:pt x="1172" y="1575"/>
                  </a:lnTo>
                  <a:lnTo>
                    <a:pt x="1188" y="1568"/>
                  </a:lnTo>
                  <a:lnTo>
                    <a:pt x="1214" y="1563"/>
                  </a:lnTo>
                  <a:lnTo>
                    <a:pt x="1241" y="1568"/>
                  </a:lnTo>
                  <a:lnTo>
                    <a:pt x="1276" y="1587"/>
                  </a:lnTo>
                  <a:lnTo>
                    <a:pt x="1300" y="1602"/>
                  </a:lnTo>
                  <a:lnTo>
                    <a:pt x="1332" y="1621"/>
                  </a:lnTo>
                  <a:lnTo>
                    <a:pt x="1383" y="1647"/>
                  </a:lnTo>
                  <a:lnTo>
                    <a:pt x="1393" y="1650"/>
                  </a:lnTo>
                  <a:lnTo>
                    <a:pt x="1406" y="1643"/>
                  </a:lnTo>
                  <a:lnTo>
                    <a:pt x="1482" y="1576"/>
                  </a:lnTo>
                  <a:lnTo>
                    <a:pt x="1532" y="1527"/>
                  </a:lnTo>
                  <a:lnTo>
                    <a:pt x="1655" y="1403"/>
                  </a:lnTo>
                  <a:lnTo>
                    <a:pt x="1602" y="1317"/>
                  </a:lnTo>
                  <a:lnTo>
                    <a:pt x="1585" y="1289"/>
                  </a:lnTo>
                  <a:lnTo>
                    <a:pt x="1564" y="1250"/>
                  </a:lnTo>
                  <a:lnTo>
                    <a:pt x="1558" y="1222"/>
                  </a:lnTo>
                  <a:lnTo>
                    <a:pt x="1562" y="1196"/>
                  </a:lnTo>
                  <a:lnTo>
                    <a:pt x="1568" y="1180"/>
                  </a:lnTo>
                  <a:lnTo>
                    <a:pt x="1575" y="1166"/>
                  </a:lnTo>
                  <a:lnTo>
                    <a:pt x="1591" y="1145"/>
                  </a:lnTo>
                  <a:lnTo>
                    <a:pt x="1617" y="1128"/>
                  </a:lnTo>
                  <a:lnTo>
                    <a:pt x="1657" y="1113"/>
                  </a:lnTo>
                  <a:lnTo>
                    <a:pt x="1685" y="1105"/>
                  </a:lnTo>
                  <a:lnTo>
                    <a:pt x="1783" y="1078"/>
                  </a:lnTo>
                  <a:lnTo>
                    <a:pt x="1783" y="900"/>
                  </a:lnTo>
                  <a:lnTo>
                    <a:pt x="1783" y="722"/>
                  </a:lnTo>
                  <a:lnTo>
                    <a:pt x="1685" y="695"/>
                  </a:lnTo>
                  <a:lnTo>
                    <a:pt x="1657" y="687"/>
                  </a:lnTo>
                  <a:lnTo>
                    <a:pt x="1617" y="672"/>
                  </a:lnTo>
                  <a:lnTo>
                    <a:pt x="1591" y="655"/>
                  </a:lnTo>
                  <a:lnTo>
                    <a:pt x="1575" y="634"/>
                  </a:lnTo>
                  <a:lnTo>
                    <a:pt x="1568" y="620"/>
                  </a:lnTo>
                  <a:lnTo>
                    <a:pt x="1562" y="604"/>
                  </a:lnTo>
                  <a:lnTo>
                    <a:pt x="1558" y="578"/>
                  </a:lnTo>
                  <a:lnTo>
                    <a:pt x="1564" y="550"/>
                  </a:lnTo>
                  <a:lnTo>
                    <a:pt x="1585" y="511"/>
                  </a:lnTo>
                  <a:lnTo>
                    <a:pt x="1602" y="483"/>
                  </a:lnTo>
                  <a:lnTo>
                    <a:pt x="1655" y="397"/>
                  </a:lnTo>
                  <a:lnTo>
                    <a:pt x="1532" y="273"/>
                  </a:lnTo>
                  <a:lnTo>
                    <a:pt x="1482" y="224"/>
                  </a:lnTo>
                  <a:lnTo>
                    <a:pt x="1406" y="157"/>
                  </a:lnTo>
                  <a:lnTo>
                    <a:pt x="1393" y="150"/>
                  </a:lnTo>
                  <a:lnTo>
                    <a:pt x="1383" y="153"/>
                  </a:lnTo>
                  <a:lnTo>
                    <a:pt x="1332" y="179"/>
                  </a:lnTo>
                  <a:lnTo>
                    <a:pt x="1300" y="198"/>
                  </a:lnTo>
                  <a:lnTo>
                    <a:pt x="1276" y="213"/>
                  </a:lnTo>
                  <a:lnTo>
                    <a:pt x="1241" y="231"/>
                  </a:lnTo>
                  <a:lnTo>
                    <a:pt x="1215" y="236"/>
                  </a:lnTo>
                  <a:lnTo>
                    <a:pt x="1189" y="231"/>
                  </a:lnTo>
                  <a:lnTo>
                    <a:pt x="1173" y="225"/>
                  </a:lnTo>
                  <a:lnTo>
                    <a:pt x="1159" y="219"/>
                  </a:lnTo>
                  <a:lnTo>
                    <a:pt x="1138" y="203"/>
                  </a:lnTo>
                  <a:lnTo>
                    <a:pt x="1122" y="178"/>
                  </a:lnTo>
                  <a:lnTo>
                    <a:pt x="1108" y="141"/>
                  </a:lnTo>
                  <a:lnTo>
                    <a:pt x="1102" y="115"/>
                  </a:lnTo>
                  <a:lnTo>
                    <a:pt x="1091" y="78"/>
                  </a:lnTo>
                  <a:lnTo>
                    <a:pt x="1069" y="23"/>
                  </a:lnTo>
                  <a:lnTo>
                    <a:pt x="1060" y="13"/>
                  </a:lnTo>
                  <a:lnTo>
                    <a:pt x="1044" y="8"/>
                  </a:lnTo>
                  <a:lnTo>
                    <a:pt x="953" y="1"/>
                  </a:lnTo>
                  <a:lnTo>
                    <a:pt x="892" y="0"/>
                  </a:lnTo>
                  <a:lnTo>
                    <a:pt x="831" y="1"/>
                  </a:lnTo>
                  <a:lnTo>
                    <a:pt x="739" y="8"/>
                  </a:lnTo>
                  <a:lnTo>
                    <a:pt x="723" y="13"/>
                  </a:lnTo>
                  <a:close/>
                  <a:moveTo>
                    <a:pt x="1122" y="380"/>
                  </a:moveTo>
                  <a:lnTo>
                    <a:pt x="1144" y="390"/>
                  </a:lnTo>
                  <a:lnTo>
                    <a:pt x="1187" y="415"/>
                  </a:lnTo>
                  <a:lnTo>
                    <a:pt x="1250" y="462"/>
                  </a:lnTo>
                  <a:lnTo>
                    <a:pt x="1326" y="539"/>
                  </a:lnTo>
                  <a:lnTo>
                    <a:pt x="1372" y="604"/>
                  </a:lnTo>
                  <a:lnTo>
                    <a:pt x="1398" y="649"/>
                  </a:lnTo>
                  <a:lnTo>
                    <a:pt x="1408" y="672"/>
                  </a:lnTo>
                  <a:lnTo>
                    <a:pt x="1426" y="713"/>
                  </a:lnTo>
                  <a:lnTo>
                    <a:pt x="1449" y="797"/>
                  </a:lnTo>
                  <a:lnTo>
                    <a:pt x="1458" y="882"/>
                  </a:lnTo>
                  <a:lnTo>
                    <a:pt x="1454" y="968"/>
                  </a:lnTo>
                  <a:lnTo>
                    <a:pt x="1437" y="1052"/>
                  </a:lnTo>
                  <a:lnTo>
                    <a:pt x="1408" y="1132"/>
                  </a:lnTo>
                  <a:lnTo>
                    <a:pt x="1367" y="1208"/>
                  </a:lnTo>
                  <a:lnTo>
                    <a:pt x="1313" y="1277"/>
                  </a:lnTo>
                  <a:lnTo>
                    <a:pt x="1282" y="1308"/>
                  </a:lnTo>
                  <a:lnTo>
                    <a:pt x="1237" y="1349"/>
                  </a:lnTo>
                  <a:lnTo>
                    <a:pt x="1173" y="1394"/>
                  </a:lnTo>
                  <a:lnTo>
                    <a:pt x="1130" y="1417"/>
                  </a:lnTo>
                  <a:lnTo>
                    <a:pt x="1085" y="1434"/>
                  </a:lnTo>
                  <a:lnTo>
                    <a:pt x="1037" y="1446"/>
                  </a:lnTo>
                  <a:lnTo>
                    <a:pt x="956" y="1456"/>
                  </a:lnTo>
                  <a:lnTo>
                    <a:pt x="892" y="1457"/>
                  </a:lnTo>
                  <a:lnTo>
                    <a:pt x="845" y="1457"/>
                  </a:lnTo>
                  <a:lnTo>
                    <a:pt x="778" y="1454"/>
                  </a:lnTo>
                  <a:lnTo>
                    <a:pt x="726" y="1444"/>
                  </a:lnTo>
                  <a:lnTo>
                    <a:pt x="676" y="1426"/>
                  </a:lnTo>
                  <a:lnTo>
                    <a:pt x="647" y="1412"/>
                  </a:lnTo>
                  <a:lnTo>
                    <a:pt x="611" y="1393"/>
                  </a:lnTo>
                  <a:lnTo>
                    <a:pt x="546" y="1349"/>
                  </a:lnTo>
                  <a:lnTo>
                    <a:pt x="488" y="1296"/>
                  </a:lnTo>
                  <a:lnTo>
                    <a:pt x="439" y="1236"/>
                  </a:lnTo>
                  <a:lnTo>
                    <a:pt x="398" y="1170"/>
                  </a:lnTo>
                  <a:lnTo>
                    <a:pt x="367" y="1098"/>
                  </a:lnTo>
                  <a:lnTo>
                    <a:pt x="345" y="1022"/>
                  </a:lnTo>
                  <a:lnTo>
                    <a:pt x="334" y="941"/>
                  </a:lnTo>
                  <a:lnTo>
                    <a:pt x="333" y="900"/>
                  </a:lnTo>
                  <a:lnTo>
                    <a:pt x="334" y="854"/>
                  </a:lnTo>
                  <a:lnTo>
                    <a:pt x="347" y="765"/>
                  </a:lnTo>
                  <a:lnTo>
                    <a:pt x="372" y="682"/>
                  </a:lnTo>
                  <a:lnTo>
                    <a:pt x="409" y="606"/>
                  </a:lnTo>
                  <a:lnTo>
                    <a:pt x="456" y="538"/>
                  </a:lnTo>
                  <a:lnTo>
                    <a:pt x="515" y="477"/>
                  </a:lnTo>
                  <a:lnTo>
                    <a:pt x="584" y="425"/>
                  </a:lnTo>
                  <a:lnTo>
                    <a:pt x="662" y="382"/>
                  </a:lnTo>
                  <a:lnTo>
                    <a:pt x="705" y="365"/>
                  </a:lnTo>
                  <a:lnTo>
                    <a:pt x="727" y="358"/>
                  </a:lnTo>
                  <a:lnTo>
                    <a:pt x="775" y="346"/>
                  </a:lnTo>
                  <a:lnTo>
                    <a:pt x="855" y="338"/>
                  </a:lnTo>
                  <a:lnTo>
                    <a:pt x="969" y="342"/>
                  </a:lnTo>
                  <a:lnTo>
                    <a:pt x="1050" y="356"/>
                  </a:lnTo>
                  <a:lnTo>
                    <a:pt x="1100" y="371"/>
                  </a:lnTo>
                  <a:lnTo>
                    <a:pt x="1122" y="3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36">
              <a:extLst>
                <a:ext uri="{FF2B5EF4-FFF2-40B4-BE49-F238E27FC236}">
                  <a16:creationId xmlns:a16="http://schemas.microsoft.com/office/drawing/2014/main" id="{1141A238-3B7F-7776-DECD-F9C6AC76F34C}"/>
                </a:ext>
              </a:extLst>
            </p:cNvPr>
            <p:cNvSpPr>
              <a:spLocks/>
            </p:cNvSpPr>
            <p:nvPr/>
          </p:nvSpPr>
          <p:spPr bwMode="auto">
            <a:xfrm>
              <a:off x="6276976" y="517525"/>
              <a:ext cx="307975" cy="306388"/>
            </a:xfrm>
            <a:custGeom>
              <a:avLst/>
              <a:gdLst>
                <a:gd name="T0" fmla="*/ 247 w 806"/>
                <a:gd name="T1" fmla="*/ 23 h 801"/>
                <a:gd name="T2" fmla="*/ 219 w 806"/>
                <a:gd name="T3" fmla="*/ 36 h 801"/>
                <a:gd name="T4" fmla="*/ 168 w 806"/>
                <a:gd name="T5" fmla="*/ 68 h 801"/>
                <a:gd name="T6" fmla="*/ 122 w 806"/>
                <a:gd name="T7" fmla="*/ 107 h 801"/>
                <a:gd name="T8" fmla="*/ 83 w 806"/>
                <a:gd name="T9" fmla="*/ 151 h 801"/>
                <a:gd name="T10" fmla="*/ 51 w 806"/>
                <a:gd name="T11" fmla="*/ 200 h 801"/>
                <a:gd name="T12" fmla="*/ 27 w 806"/>
                <a:gd name="T13" fmla="*/ 253 h 801"/>
                <a:gd name="T14" fmla="*/ 10 w 806"/>
                <a:gd name="T15" fmla="*/ 310 h 801"/>
                <a:gd name="T16" fmla="*/ 1 w 806"/>
                <a:gd name="T17" fmla="*/ 369 h 801"/>
                <a:gd name="T18" fmla="*/ 0 w 806"/>
                <a:gd name="T19" fmla="*/ 400 h 801"/>
                <a:gd name="T20" fmla="*/ 1 w 806"/>
                <a:gd name="T21" fmla="*/ 431 h 801"/>
                <a:gd name="T22" fmla="*/ 10 w 806"/>
                <a:gd name="T23" fmla="*/ 492 h 801"/>
                <a:gd name="T24" fmla="*/ 27 w 806"/>
                <a:gd name="T25" fmla="*/ 549 h 801"/>
                <a:gd name="T26" fmla="*/ 52 w 806"/>
                <a:gd name="T27" fmla="*/ 603 h 801"/>
                <a:gd name="T28" fmla="*/ 85 w 806"/>
                <a:gd name="T29" fmla="*/ 652 h 801"/>
                <a:gd name="T30" fmla="*/ 124 w 806"/>
                <a:gd name="T31" fmla="*/ 695 h 801"/>
                <a:gd name="T32" fmla="*/ 170 w 806"/>
                <a:gd name="T33" fmla="*/ 733 h 801"/>
                <a:gd name="T34" fmla="*/ 222 w 806"/>
                <a:gd name="T35" fmla="*/ 764 h 801"/>
                <a:gd name="T36" fmla="*/ 250 w 806"/>
                <a:gd name="T37" fmla="*/ 777 h 801"/>
                <a:gd name="T38" fmla="*/ 278 w 806"/>
                <a:gd name="T39" fmla="*/ 787 h 801"/>
                <a:gd name="T40" fmla="*/ 339 w 806"/>
                <a:gd name="T41" fmla="*/ 799 h 801"/>
                <a:gd name="T42" fmla="*/ 404 w 806"/>
                <a:gd name="T43" fmla="*/ 801 h 801"/>
                <a:gd name="T44" fmla="*/ 470 w 806"/>
                <a:gd name="T45" fmla="*/ 794 h 801"/>
                <a:gd name="T46" fmla="*/ 534 w 806"/>
                <a:gd name="T47" fmla="*/ 777 h 801"/>
                <a:gd name="T48" fmla="*/ 596 w 806"/>
                <a:gd name="T49" fmla="*/ 752 h 801"/>
                <a:gd name="T50" fmla="*/ 651 w 806"/>
                <a:gd name="T51" fmla="*/ 720 h 801"/>
                <a:gd name="T52" fmla="*/ 697 w 806"/>
                <a:gd name="T53" fmla="*/ 681 h 801"/>
                <a:gd name="T54" fmla="*/ 715 w 806"/>
                <a:gd name="T55" fmla="*/ 658 h 801"/>
                <a:gd name="T56" fmla="*/ 734 w 806"/>
                <a:gd name="T57" fmla="*/ 632 h 801"/>
                <a:gd name="T58" fmla="*/ 765 w 806"/>
                <a:gd name="T59" fmla="*/ 578 h 801"/>
                <a:gd name="T60" fmla="*/ 787 w 806"/>
                <a:gd name="T61" fmla="*/ 522 h 801"/>
                <a:gd name="T62" fmla="*/ 800 w 806"/>
                <a:gd name="T63" fmla="*/ 466 h 801"/>
                <a:gd name="T64" fmla="*/ 806 w 806"/>
                <a:gd name="T65" fmla="*/ 410 h 801"/>
                <a:gd name="T66" fmla="*/ 803 w 806"/>
                <a:gd name="T67" fmla="*/ 354 h 801"/>
                <a:gd name="T68" fmla="*/ 794 w 806"/>
                <a:gd name="T69" fmla="*/ 300 h 801"/>
                <a:gd name="T70" fmla="*/ 777 w 806"/>
                <a:gd name="T71" fmla="*/ 249 h 801"/>
                <a:gd name="T72" fmla="*/ 754 w 806"/>
                <a:gd name="T73" fmla="*/ 200 h 801"/>
                <a:gd name="T74" fmla="*/ 724 w 806"/>
                <a:gd name="T75" fmla="*/ 155 h 801"/>
                <a:gd name="T76" fmla="*/ 688 w 806"/>
                <a:gd name="T77" fmla="*/ 114 h 801"/>
                <a:gd name="T78" fmla="*/ 647 w 806"/>
                <a:gd name="T79" fmla="*/ 78 h 801"/>
                <a:gd name="T80" fmla="*/ 600 w 806"/>
                <a:gd name="T81" fmla="*/ 49 h 801"/>
                <a:gd name="T82" fmla="*/ 549 w 806"/>
                <a:gd name="T83" fmla="*/ 25 h 801"/>
                <a:gd name="T84" fmla="*/ 493 w 806"/>
                <a:gd name="T85" fmla="*/ 9 h 801"/>
                <a:gd name="T86" fmla="*/ 432 w 806"/>
                <a:gd name="T87" fmla="*/ 1 h 801"/>
                <a:gd name="T88" fmla="*/ 400 w 806"/>
                <a:gd name="T89" fmla="*/ 0 h 801"/>
                <a:gd name="T90" fmla="*/ 356 w 806"/>
                <a:gd name="T91" fmla="*/ 2 h 801"/>
                <a:gd name="T92" fmla="*/ 273 w 806"/>
                <a:gd name="T93" fmla="*/ 15 h 801"/>
                <a:gd name="T94" fmla="*/ 247 w 806"/>
                <a:gd name="T95" fmla="*/ 23 h 8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06" h="801">
                  <a:moveTo>
                    <a:pt x="247" y="23"/>
                  </a:moveTo>
                  <a:lnTo>
                    <a:pt x="219" y="36"/>
                  </a:lnTo>
                  <a:lnTo>
                    <a:pt x="168" y="68"/>
                  </a:lnTo>
                  <a:lnTo>
                    <a:pt x="122" y="107"/>
                  </a:lnTo>
                  <a:lnTo>
                    <a:pt x="83" y="151"/>
                  </a:lnTo>
                  <a:lnTo>
                    <a:pt x="51" y="200"/>
                  </a:lnTo>
                  <a:lnTo>
                    <a:pt x="27" y="253"/>
                  </a:lnTo>
                  <a:lnTo>
                    <a:pt x="10" y="310"/>
                  </a:lnTo>
                  <a:lnTo>
                    <a:pt x="1" y="369"/>
                  </a:lnTo>
                  <a:lnTo>
                    <a:pt x="0" y="400"/>
                  </a:lnTo>
                  <a:lnTo>
                    <a:pt x="1" y="431"/>
                  </a:lnTo>
                  <a:lnTo>
                    <a:pt x="10" y="492"/>
                  </a:lnTo>
                  <a:lnTo>
                    <a:pt x="27" y="549"/>
                  </a:lnTo>
                  <a:lnTo>
                    <a:pt x="52" y="603"/>
                  </a:lnTo>
                  <a:lnTo>
                    <a:pt x="85" y="652"/>
                  </a:lnTo>
                  <a:lnTo>
                    <a:pt x="124" y="695"/>
                  </a:lnTo>
                  <a:lnTo>
                    <a:pt x="170" y="733"/>
                  </a:lnTo>
                  <a:lnTo>
                    <a:pt x="222" y="764"/>
                  </a:lnTo>
                  <a:lnTo>
                    <a:pt x="250" y="777"/>
                  </a:lnTo>
                  <a:lnTo>
                    <a:pt x="278" y="787"/>
                  </a:lnTo>
                  <a:lnTo>
                    <a:pt x="339" y="799"/>
                  </a:lnTo>
                  <a:lnTo>
                    <a:pt x="404" y="801"/>
                  </a:lnTo>
                  <a:lnTo>
                    <a:pt x="470" y="794"/>
                  </a:lnTo>
                  <a:lnTo>
                    <a:pt x="534" y="777"/>
                  </a:lnTo>
                  <a:lnTo>
                    <a:pt x="596" y="752"/>
                  </a:lnTo>
                  <a:lnTo>
                    <a:pt x="651" y="720"/>
                  </a:lnTo>
                  <a:lnTo>
                    <a:pt x="697" y="681"/>
                  </a:lnTo>
                  <a:lnTo>
                    <a:pt x="715" y="658"/>
                  </a:lnTo>
                  <a:lnTo>
                    <a:pt x="734" y="632"/>
                  </a:lnTo>
                  <a:lnTo>
                    <a:pt x="765" y="578"/>
                  </a:lnTo>
                  <a:lnTo>
                    <a:pt x="787" y="522"/>
                  </a:lnTo>
                  <a:lnTo>
                    <a:pt x="800" y="466"/>
                  </a:lnTo>
                  <a:lnTo>
                    <a:pt x="806" y="410"/>
                  </a:lnTo>
                  <a:lnTo>
                    <a:pt x="803" y="354"/>
                  </a:lnTo>
                  <a:lnTo>
                    <a:pt x="794" y="300"/>
                  </a:lnTo>
                  <a:lnTo>
                    <a:pt x="777" y="249"/>
                  </a:lnTo>
                  <a:lnTo>
                    <a:pt x="754" y="200"/>
                  </a:lnTo>
                  <a:lnTo>
                    <a:pt x="724" y="155"/>
                  </a:lnTo>
                  <a:lnTo>
                    <a:pt x="688" y="114"/>
                  </a:lnTo>
                  <a:lnTo>
                    <a:pt x="647" y="78"/>
                  </a:lnTo>
                  <a:lnTo>
                    <a:pt x="600" y="49"/>
                  </a:lnTo>
                  <a:lnTo>
                    <a:pt x="549" y="25"/>
                  </a:lnTo>
                  <a:lnTo>
                    <a:pt x="493" y="9"/>
                  </a:lnTo>
                  <a:lnTo>
                    <a:pt x="432" y="1"/>
                  </a:lnTo>
                  <a:lnTo>
                    <a:pt x="400" y="0"/>
                  </a:lnTo>
                  <a:lnTo>
                    <a:pt x="356" y="2"/>
                  </a:lnTo>
                  <a:lnTo>
                    <a:pt x="273" y="15"/>
                  </a:lnTo>
                  <a:lnTo>
                    <a:pt x="24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56">
              <a:extLst>
                <a:ext uri="{FF2B5EF4-FFF2-40B4-BE49-F238E27FC236}">
                  <a16:creationId xmlns:a16="http://schemas.microsoft.com/office/drawing/2014/main" id="{E37D9A85-3F02-F270-4553-BCD255CB2295}"/>
                </a:ext>
              </a:extLst>
            </p:cNvPr>
            <p:cNvSpPr>
              <a:spLocks/>
            </p:cNvSpPr>
            <p:nvPr/>
          </p:nvSpPr>
          <p:spPr bwMode="auto">
            <a:xfrm>
              <a:off x="5938838" y="792163"/>
              <a:ext cx="985838" cy="903288"/>
            </a:xfrm>
            <a:custGeom>
              <a:avLst/>
              <a:gdLst>
                <a:gd name="T0" fmla="*/ 99 w 2580"/>
                <a:gd name="T1" fmla="*/ 209 h 2368"/>
                <a:gd name="T2" fmla="*/ 23 w 2580"/>
                <a:gd name="T3" fmla="*/ 431 h 2368"/>
                <a:gd name="T4" fmla="*/ 0 w 2580"/>
                <a:gd name="T5" fmla="*/ 775 h 2368"/>
                <a:gd name="T6" fmla="*/ 19 w 2580"/>
                <a:gd name="T7" fmla="*/ 1096 h 2368"/>
                <a:gd name="T8" fmla="*/ 161 w 2580"/>
                <a:gd name="T9" fmla="*/ 1445 h 2368"/>
                <a:gd name="T10" fmla="*/ 762 w 2580"/>
                <a:gd name="T11" fmla="*/ 2366 h 2368"/>
                <a:gd name="T12" fmla="*/ 955 w 2580"/>
                <a:gd name="T13" fmla="*/ 1878 h 2368"/>
                <a:gd name="T14" fmla="*/ 761 w 2580"/>
                <a:gd name="T15" fmla="*/ 1378 h 2368"/>
                <a:gd name="T16" fmla="*/ 624 w 2580"/>
                <a:gd name="T17" fmla="*/ 1336 h 2368"/>
                <a:gd name="T18" fmla="*/ 529 w 2580"/>
                <a:gd name="T19" fmla="*/ 1241 h 2368"/>
                <a:gd name="T20" fmla="*/ 488 w 2580"/>
                <a:gd name="T21" fmla="*/ 1146 h 2368"/>
                <a:gd name="T22" fmla="*/ 484 w 2580"/>
                <a:gd name="T23" fmla="*/ 1032 h 2368"/>
                <a:gd name="T24" fmla="*/ 517 w 2580"/>
                <a:gd name="T25" fmla="*/ 907 h 2368"/>
                <a:gd name="T26" fmla="*/ 595 w 2580"/>
                <a:gd name="T27" fmla="*/ 813 h 2368"/>
                <a:gd name="T28" fmla="*/ 768 w 2580"/>
                <a:gd name="T29" fmla="*/ 744 h 2368"/>
                <a:gd name="T30" fmla="*/ 955 w 2580"/>
                <a:gd name="T31" fmla="*/ 783 h 2368"/>
                <a:gd name="T32" fmla="*/ 1028 w 2580"/>
                <a:gd name="T33" fmla="*/ 839 h 2368"/>
                <a:gd name="T34" fmla="*/ 1099 w 2580"/>
                <a:gd name="T35" fmla="*/ 957 h 2368"/>
                <a:gd name="T36" fmla="*/ 1134 w 2580"/>
                <a:gd name="T37" fmla="*/ 1225 h 2368"/>
                <a:gd name="T38" fmla="*/ 1445 w 2580"/>
                <a:gd name="T39" fmla="*/ 1110 h 2368"/>
                <a:gd name="T40" fmla="*/ 1479 w 2580"/>
                <a:gd name="T41" fmla="*/ 924 h 2368"/>
                <a:gd name="T42" fmla="*/ 1556 w 2580"/>
                <a:gd name="T43" fmla="*/ 828 h 2368"/>
                <a:gd name="T44" fmla="*/ 1738 w 2580"/>
                <a:gd name="T45" fmla="*/ 747 h 2368"/>
                <a:gd name="T46" fmla="*/ 1855 w 2580"/>
                <a:gd name="T47" fmla="*/ 751 h 2368"/>
                <a:gd name="T48" fmla="*/ 1949 w 2580"/>
                <a:gd name="T49" fmla="*/ 795 h 2368"/>
                <a:gd name="T50" fmla="*/ 2050 w 2580"/>
                <a:gd name="T51" fmla="*/ 903 h 2368"/>
                <a:gd name="T52" fmla="*/ 2093 w 2580"/>
                <a:gd name="T53" fmla="*/ 1067 h 2368"/>
                <a:gd name="T54" fmla="*/ 2057 w 2580"/>
                <a:gd name="T55" fmla="*/ 1213 h 2368"/>
                <a:gd name="T56" fmla="*/ 1995 w 2580"/>
                <a:gd name="T57" fmla="*/ 1300 h 2368"/>
                <a:gd name="T58" fmla="*/ 1885 w 2580"/>
                <a:gd name="T59" fmla="*/ 1361 h 2368"/>
                <a:gd name="T60" fmla="*/ 1617 w 2580"/>
                <a:gd name="T61" fmla="*/ 1391 h 2368"/>
                <a:gd name="T62" fmla="*/ 1712 w 2580"/>
                <a:gd name="T63" fmla="*/ 2363 h 2368"/>
                <a:gd name="T64" fmla="*/ 2187 w 2580"/>
                <a:gd name="T65" fmla="*/ 1798 h 2368"/>
                <a:gd name="T66" fmla="*/ 2479 w 2580"/>
                <a:gd name="T67" fmla="*/ 1312 h 2368"/>
                <a:gd name="T68" fmla="*/ 2574 w 2580"/>
                <a:gd name="T69" fmla="*/ 972 h 2368"/>
                <a:gd name="T70" fmla="*/ 2580 w 2580"/>
                <a:gd name="T71" fmla="*/ 684 h 2368"/>
                <a:gd name="T72" fmla="*/ 2529 w 2580"/>
                <a:gd name="T73" fmla="*/ 364 h 2368"/>
                <a:gd name="T74" fmla="*/ 2428 w 2580"/>
                <a:gd name="T75" fmla="*/ 125 h 2368"/>
                <a:gd name="T76" fmla="*/ 2357 w 2580"/>
                <a:gd name="T77" fmla="*/ 15 h 2368"/>
                <a:gd name="T78" fmla="*/ 2274 w 2580"/>
                <a:gd name="T79" fmla="*/ 8 h 2368"/>
                <a:gd name="T80" fmla="*/ 2174 w 2580"/>
                <a:gd name="T81" fmla="*/ 33 h 2368"/>
                <a:gd name="T82" fmla="*/ 2183 w 2580"/>
                <a:gd name="T83" fmla="*/ 105 h 2368"/>
                <a:gd name="T84" fmla="*/ 2235 w 2580"/>
                <a:gd name="T85" fmla="*/ 202 h 2368"/>
                <a:gd name="T86" fmla="*/ 2103 w 2580"/>
                <a:gd name="T87" fmla="*/ 363 h 2368"/>
                <a:gd name="T88" fmla="*/ 1857 w 2580"/>
                <a:gd name="T89" fmla="*/ 598 h 2368"/>
                <a:gd name="T90" fmla="*/ 1795 w 2580"/>
                <a:gd name="T91" fmla="*/ 631 h 2368"/>
                <a:gd name="T92" fmla="*/ 1694 w 2580"/>
                <a:gd name="T93" fmla="*/ 573 h 2368"/>
                <a:gd name="T94" fmla="*/ 1635 w 2580"/>
                <a:gd name="T95" fmla="*/ 581 h 2368"/>
                <a:gd name="T96" fmla="*/ 1287 w 2580"/>
                <a:gd name="T97" fmla="*/ 730 h 2368"/>
                <a:gd name="T98" fmla="*/ 948 w 2580"/>
                <a:gd name="T99" fmla="*/ 621 h 2368"/>
                <a:gd name="T100" fmla="*/ 919 w 2580"/>
                <a:gd name="T101" fmla="*/ 560 h 2368"/>
                <a:gd name="T102" fmla="*/ 852 w 2580"/>
                <a:gd name="T103" fmla="*/ 590 h 2368"/>
                <a:gd name="T104" fmla="*/ 762 w 2580"/>
                <a:gd name="T105" fmla="*/ 633 h 2368"/>
                <a:gd name="T106" fmla="*/ 535 w 2580"/>
                <a:gd name="T107" fmla="*/ 423 h 2368"/>
                <a:gd name="T108" fmla="*/ 384 w 2580"/>
                <a:gd name="T109" fmla="*/ 111 h 2368"/>
                <a:gd name="T110" fmla="*/ 408 w 2580"/>
                <a:gd name="T111" fmla="*/ 48 h 2368"/>
                <a:gd name="T112" fmla="*/ 325 w 2580"/>
                <a:gd name="T113" fmla="*/ 11 h 2368"/>
                <a:gd name="T114" fmla="*/ 241 w 2580"/>
                <a:gd name="T115" fmla="*/ 1 h 2368"/>
                <a:gd name="T116" fmla="*/ 165 w 2580"/>
                <a:gd name="T117" fmla="*/ 86 h 2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580" h="2368">
                  <a:moveTo>
                    <a:pt x="165" y="86"/>
                  </a:moveTo>
                  <a:lnTo>
                    <a:pt x="141" y="130"/>
                  </a:lnTo>
                  <a:lnTo>
                    <a:pt x="99" y="209"/>
                  </a:lnTo>
                  <a:lnTo>
                    <a:pt x="66" y="283"/>
                  </a:lnTo>
                  <a:lnTo>
                    <a:pt x="41" y="356"/>
                  </a:lnTo>
                  <a:lnTo>
                    <a:pt x="23" y="431"/>
                  </a:lnTo>
                  <a:lnTo>
                    <a:pt x="11" y="513"/>
                  </a:lnTo>
                  <a:lnTo>
                    <a:pt x="1" y="655"/>
                  </a:lnTo>
                  <a:lnTo>
                    <a:pt x="0" y="775"/>
                  </a:lnTo>
                  <a:lnTo>
                    <a:pt x="1" y="852"/>
                  </a:lnTo>
                  <a:lnTo>
                    <a:pt x="5" y="983"/>
                  </a:lnTo>
                  <a:lnTo>
                    <a:pt x="19" y="1096"/>
                  </a:lnTo>
                  <a:lnTo>
                    <a:pt x="46" y="1203"/>
                  </a:lnTo>
                  <a:lnTo>
                    <a:pt x="92" y="1316"/>
                  </a:lnTo>
                  <a:lnTo>
                    <a:pt x="161" y="1445"/>
                  </a:lnTo>
                  <a:lnTo>
                    <a:pt x="313" y="1690"/>
                  </a:lnTo>
                  <a:lnTo>
                    <a:pt x="465" y="1920"/>
                  </a:lnTo>
                  <a:lnTo>
                    <a:pt x="762" y="2366"/>
                  </a:lnTo>
                  <a:lnTo>
                    <a:pt x="860" y="2366"/>
                  </a:lnTo>
                  <a:lnTo>
                    <a:pt x="959" y="2366"/>
                  </a:lnTo>
                  <a:lnTo>
                    <a:pt x="955" y="1878"/>
                  </a:lnTo>
                  <a:lnTo>
                    <a:pt x="950" y="1391"/>
                  </a:lnTo>
                  <a:lnTo>
                    <a:pt x="817" y="1383"/>
                  </a:lnTo>
                  <a:lnTo>
                    <a:pt x="761" y="1378"/>
                  </a:lnTo>
                  <a:lnTo>
                    <a:pt x="694" y="1365"/>
                  </a:lnTo>
                  <a:lnTo>
                    <a:pt x="657" y="1352"/>
                  </a:lnTo>
                  <a:lnTo>
                    <a:pt x="624" y="1336"/>
                  </a:lnTo>
                  <a:lnTo>
                    <a:pt x="594" y="1316"/>
                  </a:lnTo>
                  <a:lnTo>
                    <a:pt x="554" y="1276"/>
                  </a:lnTo>
                  <a:lnTo>
                    <a:pt x="529" y="1241"/>
                  </a:lnTo>
                  <a:lnTo>
                    <a:pt x="515" y="1221"/>
                  </a:lnTo>
                  <a:lnTo>
                    <a:pt x="497" y="1185"/>
                  </a:lnTo>
                  <a:lnTo>
                    <a:pt x="488" y="1146"/>
                  </a:lnTo>
                  <a:lnTo>
                    <a:pt x="484" y="1097"/>
                  </a:lnTo>
                  <a:lnTo>
                    <a:pt x="484" y="1065"/>
                  </a:lnTo>
                  <a:lnTo>
                    <a:pt x="484" y="1032"/>
                  </a:lnTo>
                  <a:lnTo>
                    <a:pt x="488" y="983"/>
                  </a:lnTo>
                  <a:lnTo>
                    <a:pt x="498" y="944"/>
                  </a:lnTo>
                  <a:lnTo>
                    <a:pt x="517" y="907"/>
                  </a:lnTo>
                  <a:lnTo>
                    <a:pt x="530" y="886"/>
                  </a:lnTo>
                  <a:lnTo>
                    <a:pt x="550" y="859"/>
                  </a:lnTo>
                  <a:lnTo>
                    <a:pt x="595" y="813"/>
                  </a:lnTo>
                  <a:lnTo>
                    <a:pt x="648" y="779"/>
                  </a:lnTo>
                  <a:lnTo>
                    <a:pt x="706" y="756"/>
                  </a:lnTo>
                  <a:lnTo>
                    <a:pt x="768" y="744"/>
                  </a:lnTo>
                  <a:lnTo>
                    <a:pt x="831" y="745"/>
                  </a:lnTo>
                  <a:lnTo>
                    <a:pt x="894" y="757"/>
                  </a:lnTo>
                  <a:lnTo>
                    <a:pt x="955" y="783"/>
                  </a:lnTo>
                  <a:lnTo>
                    <a:pt x="984" y="801"/>
                  </a:lnTo>
                  <a:lnTo>
                    <a:pt x="1000" y="813"/>
                  </a:lnTo>
                  <a:lnTo>
                    <a:pt x="1028" y="839"/>
                  </a:lnTo>
                  <a:lnTo>
                    <a:pt x="1053" y="868"/>
                  </a:lnTo>
                  <a:lnTo>
                    <a:pt x="1074" y="901"/>
                  </a:lnTo>
                  <a:lnTo>
                    <a:pt x="1099" y="957"/>
                  </a:lnTo>
                  <a:lnTo>
                    <a:pt x="1120" y="1047"/>
                  </a:lnTo>
                  <a:lnTo>
                    <a:pt x="1125" y="1100"/>
                  </a:lnTo>
                  <a:lnTo>
                    <a:pt x="1134" y="1225"/>
                  </a:lnTo>
                  <a:lnTo>
                    <a:pt x="1284" y="1225"/>
                  </a:lnTo>
                  <a:lnTo>
                    <a:pt x="1434" y="1225"/>
                  </a:lnTo>
                  <a:lnTo>
                    <a:pt x="1445" y="1110"/>
                  </a:lnTo>
                  <a:lnTo>
                    <a:pt x="1451" y="1053"/>
                  </a:lnTo>
                  <a:lnTo>
                    <a:pt x="1462" y="975"/>
                  </a:lnTo>
                  <a:lnTo>
                    <a:pt x="1479" y="924"/>
                  </a:lnTo>
                  <a:lnTo>
                    <a:pt x="1508" y="882"/>
                  </a:lnTo>
                  <a:lnTo>
                    <a:pt x="1529" y="858"/>
                  </a:lnTo>
                  <a:lnTo>
                    <a:pt x="1556" y="828"/>
                  </a:lnTo>
                  <a:lnTo>
                    <a:pt x="1610" y="785"/>
                  </a:lnTo>
                  <a:lnTo>
                    <a:pt x="1668" y="759"/>
                  </a:lnTo>
                  <a:lnTo>
                    <a:pt x="1738" y="747"/>
                  </a:lnTo>
                  <a:lnTo>
                    <a:pt x="1780" y="746"/>
                  </a:lnTo>
                  <a:lnTo>
                    <a:pt x="1810" y="747"/>
                  </a:lnTo>
                  <a:lnTo>
                    <a:pt x="1855" y="751"/>
                  </a:lnTo>
                  <a:lnTo>
                    <a:pt x="1892" y="761"/>
                  </a:lnTo>
                  <a:lnTo>
                    <a:pt x="1928" y="781"/>
                  </a:lnTo>
                  <a:lnTo>
                    <a:pt x="1949" y="795"/>
                  </a:lnTo>
                  <a:lnTo>
                    <a:pt x="1974" y="813"/>
                  </a:lnTo>
                  <a:lnTo>
                    <a:pt x="2017" y="856"/>
                  </a:lnTo>
                  <a:lnTo>
                    <a:pt x="2050" y="903"/>
                  </a:lnTo>
                  <a:lnTo>
                    <a:pt x="2074" y="955"/>
                  </a:lnTo>
                  <a:lnTo>
                    <a:pt x="2088" y="1010"/>
                  </a:lnTo>
                  <a:lnTo>
                    <a:pt x="2093" y="1067"/>
                  </a:lnTo>
                  <a:lnTo>
                    <a:pt x="2087" y="1126"/>
                  </a:lnTo>
                  <a:lnTo>
                    <a:pt x="2070" y="1184"/>
                  </a:lnTo>
                  <a:lnTo>
                    <a:pt x="2057" y="1213"/>
                  </a:lnTo>
                  <a:lnTo>
                    <a:pt x="2046" y="1233"/>
                  </a:lnTo>
                  <a:lnTo>
                    <a:pt x="2023" y="1269"/>
                  </a:lnTo>
                  <a:lnTo>
                    <a:pt x="1995" y="1300"/>
                  </a:lnTo>
                  <a:lnTo>
                    <a:pt x="1964" y="1325"/>
                  </a:lnTo>
                  <a:lnTo>
                    <a:pt x="1927" y="1345"/>
                  </a:lnTo>
                  <a:lnTo>
                    <a:pt x="1885" y="1361"/>
                  </a:lnTo>
                  <a:lnTo>
                    <a:pt x="1811" y="1378"/>
                  </a:lnTo>
                  <a:lnTo>
                    <a:pt x="1752" y="1383"/>
                  </a:lnTo>
                  <a:lnTo>
                    <a:pt x="1617" y="1391"/>
                  </a:lnTo>
                  <a:lnTo>
                    <a:pt x="1617" y="1875"/>
                  </a:lnTo>
                  <a:lnTo>
                    <a:pt x="1617" y="2358"/>
                  </a:lnTo>
                  <a:lnTo>
                    <a:pt x="1712" y="2363"/>
                  </a:lnTo>
                  <a:lnTo>
                    <a:pt x="1809" y="2368"/>
                  </a:lnTo>
                  <a:lnTo>
                    <a:pt x="2110" y="1913"/>
                  </a:lnTo>
                  <a:lnTo>
                    <a:pt x="2187" y="1798"/>
                  </a:lnTo>
                  <a:lnTo>
                    <a:pt x="2313" y="1604"/>
                  </a:lnTo>
                  <a:lnTo>
                    <a:pt x="2409" y="1445"/>
                  </a:lnTo>
                  <a:lnTo>
                    <a:pt x="2479" y="1312"/>
                  </a:lnTo>
                  <a:lnTo>
                    <a:pt x="2527" y="1195"/>
                  </a:lnTo>
                  <a:lnTo>
                    <a:pt x="2558" y="1085"/>
                  </a:lnTo>
                  <a:lnTo>
                    <a:pt x="2574" y="972"/>
                  </a:lnTo>
                  <a:lnTo>
                    <a:pt x="2580" y="846"/>
                  </a:lnTo>
                  <a:lnTo>
                    <a:pt x="2580" y="775"/>
                  </a:lnTo>
                  <a:lnTo>
                    <a:pt x="2580" y="684"/>
                  </a:lnTo>
                  <a:lnTo>
                    <a:pt x="2568" y="531"/>
                  </a:lnTo>
                  <a:lnTo>
                    <a:pt x="2548" y="430"/>
                  </a:lnTo>
                  <a:lnTo>
                    <a:pt x="2529" y="364"/>
                  </a:lnTo>
                  <a:lnTo>
                    <a:pt x="2492" y="264"/>
                  </a:lnTo>
                  <a:lnTo>
                    <a:pt x="2459" y="191"/>
                  </a:lnTo>
                  <a:lnTo>
                    <a:pt x="2428" y="125"/>
                  </a:lnTo>
                  <a:lnTo>
                    <a:pt x="2394" y="61"/>
                  </a:lnTo>
                  <a:lnTo>
                    <a:pt x="2375" y="32"/>
                  </a:lnTo>
                  <a:lnTo>
                    <a:pt x="2357" y="15"/>
                  </a:lnTo>
                  <a:lnTo>
                    <a:pt x="2338" y="6"/>
                  </a:lnTo>
                  <a:lnTo>
                    <a:pt x="2305" y="4"/>
                  </a:lnTo>
                  <a:lnTo>
                    <a:pt x="2274" y="8"/>
                  </a:lnTo>
                  <a:lnTo>
                    <a:pt x="2242" y="14"/>
                  </a:lnTo>
                  <a:lnTo>
                    <a:pt x="2188" y="27"/>
                  </a:lnTo>
                  <a:lnTo>
                    <a:pt x="2174" y="33"/>
                  </a:lnTo>
                  <a:lnTo>
                    <a:pt x="2166" y="38"/>
                  </a:lnTo>
                  <a:lnTo>
                    <a:pt x="2161" y="54"/>
                  </a:lnTo>
                  <a:lnTo>
                    <a:pt x="2183" y="105"/>
                  </a:lnTo>
                  <a:lnTo>
                    <a:pt x="2232" y="186"/>
                  </a:lnTo>
                  <a:lnTo>
                    <a:pt x="2234" y="191"/>
                  </a:lnTo>
                  <a:lnTo>
                    <a:pt x="2235" y="202"/>
                  </a:lnTo>
                  <a:lnTo>
                    <a:pt x="2226" y="225"/>
                  </a:lnTo>
                  <a:lnTo>
                    <a:pt x="2185" y="277"/>
                  </a:lnTo>
                  <a:lnTo>
                    <a:pt x="2103" y="363"/>
                  </a:lnTo>
                  <a:lnTo>
                    <a:pt x="2042" y="425"/>
                  </a:lnTo>
                  <a:lnTo>
                    <a:pt x="1957" y="508"/>
                  </a:lnTo>
                  <a:lnTo>
                    <a:pt x="1857" y="598"/>
                  </a:lnTo>
                  <a:lnTo>
                    <a:pt x="1817" y="630"/>
                  </a:lnTo>
                  <a:lnTo>
                    <a:pt x="1809" y="633"/>
                  </a:lnTo>
                  <a:lnTo>
                    <a:pt x="1795" y="631"/>
                  </a:lnTo>
                  <a:lnTo>
                    <a:pt x="1746" y="607"/>
                  </a:lnTo>
                  <a:lnTo>
                    <a:pt x="1720" y="590"/>
                  </a:lnTo>
                  <a:lnTo>
                    <a:pt x="1694" y="573"/>
                  </a:lnTo>
                  <a:lnTo>
                    <a:pt x="1654" y="555"/>
                  </a:lnTo>
                  <a:lnTo>
                    <a:pt x="1647" y="556"/>
                  </a:lnTo>
                  <a:lnTo>
                    <a:pt x="1635" y="581"/>
                  </a:lnTo>
                  <a:lnTo>
                    <a:pt x="1617" y="645"/>
                  </a:lnTo>
                  <a:lnTo>
                    <a:pt x="1597" y="725"/>
                  </a:lnTo>
                  <a:lnTo>
                    <a:pt x="1287" y="730"/>
                  </a:lnTo>
                  <a:lnTo>
                    <a:pt x="977" y="733"/>
                  </a:lnTo>
                  <a:lnTo>
                    <a:pt x="959" y="663"/>
                  </a:lnTo>
                  <a:lnTo>
                    <a:pt x="948" y="621"/>
                  </a:lnTo>
                  <a:lnTo>
                    <a:pt x="936" y="582"/>
                  </a:lnTo>
                  <a:lnTo>
                    <a:pt x="928" y="567"/>
                  </a:lnTo>
                  <a:lnTo>
                    <a:pt x="919" y="560"/>
                  </a:lnTo>
                  <a:lnTo>
                    <a:pt x="906" y="561"/>
                  </a:lnTo>
                  <a:lnTo>
                    <a:pt x="879" y="574"/>
                  </a:lnTo>
                  <a:lnTo>
                    <a:pt x="852" y="590"/>
                  </a:lnTo>
                  <a:lnTo>
                    <a:pt x="821" y="607"/>
                  </a:lnTo>
                  <a:lnTo>
                    <a:pt x="772" y="631"/>
                  </a:lnTo>
                  <a:lnTo>
                    <a:pt x="762" y="633"/>
                  </a:lnTo>
                  <a:lnTo>
                    <a:pt x="744" y="621"/>
                  </a:lnTo>
                  <a:lnTo>
                    <a:pt x="620" y="507"/>
                  </a:lnTo>
                  <a:lnTo>
                    <a:pt x="535" y="423"/>
                  </a:lnTo>
                  <a:lnTo>
                    <a:pt x="324" y="213"/>
                  </a:lnTo>
                  <a:lnTo>
                    <a:pt x="367" y="141"/>
                  </a:lnTo>
                  <a:lnTo>
                    <a:pt x="384" y="111"/>
                  </a:lnTo>
                  <a:lnTo>
                    <a:pt x="406" y="63"/>
                  </a:lnTo>
                  <a:lnTo>
                    <a:pt x="409" y="51"/>
                  </a:lnTo>
                  <a:lnTo>
                    <a:pt x="408" y="48"/>
                  </a:lnTo>
                  <a:lnTo>
                    <a:pt x="399" y="40"/>
                  </a:lnTo>
                  <a:lnTo>
                    <a:pt x="374" y="27"/>
                  </a:lnTo>
                  <a:lnTo>
                    <a:pt x="325" y="11"/>
                  </a:lnTo>
                  <a:lnTo>
                    <a:pt x="272" y="1"/>
                  </a:lnTo>
                  <a:lnTo>
                    <a:pt x="250" y="0"/>
                  </a:lnTo>
                  <a:lnTo>
                    <a:pt x="241" y="1"/>
                  </a:lnTo>
                  <a:lnTo>
                    <a:pt x="222" y="11"/>
                  </a:lnTo>
                  <a:lnTo>
                    <a:pt x="191" y="46"/>
                  </a:lnTo>
                  <a:lnTo>
                    <a:pt x="165" y="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72">
              <a:extLst>
                <a:ext uri="{FF2B5EF4-FFF2-40B4-BE49-F238E27FC236}">
                  <a16:creationId xmlns:a16="http://schemas.microsoft.com/office/drawing/2014/main" id="{8F20B622-C38F-96BA-9119-1FAF5991ADFE}"/>
                </a:ext>
              </a:extLst>
            </p:cNvPr>
            <p:cNvSpPr>
              <a:spLocks/>
            </p:cNvSpPr>
            <p:nvPr/>
          </p:nvSpPr>
          <p:spPr bwMode="auto">
            <a:xfrm>
              <a:off x="6184901" y="1135063"/>
              <a:ext cx="120650" cy="127000"/>
            </a:xfrm>
            <a:custGeom>
              <a:avLst/>
              <a:gdLst>
                <a:gd name="T0" fmla="*/ 52 w 316"/>
                <a:gd name="T1" fmla="*/ 47 h 332"/>
                <a:gd name="T2" fmla="*/ 37 w 316"/>
                <a:gd name="T3" fmla="*/ 61 h 332"/>
                <a:gd name="T4" fmla="*/ 17 w 316"/>
                <a:gd name="T5" fmla="*/ 86 h 332"/>
                <a:gd name="T6" fmla="*/ 5 w 316"/>
                <a:gd name="T7" fmla="*/ 112 h 332"/>
                <a:gd name="T8" fmla="*/ 0 w 316"/>
                <a:gd name="T9" fmla="*/ 144 h 332"/>
                <a:gd name="T10" fmla="*/ 0 w 316"/>
                <a:gd name="T11" fmla="*/ 164 h 332"/>
                <a:gd name="T12" fmla="*/ 0 w 316"/>
                <a:gd name="T13" fmla="*/ 181 h 332"/>
                <a:gd name="T14" fmla="*/ 5 w 316"/>
                <a:gd name="T15" fmla="*/ 211 h 332"/>
                <a:gd name="T16" fmla="*/ 15 w 316"/>
                <a:gd name="T17" fmla="*/ 239 h 332"/>
                <a:gd name="T18" fmla="*/ 29 w 316"/>
                <a:gd name="T19" fmla="*/ 262 h 332"/>
                <a:gd name="T20" fmla="*/ 49 w 316"/>
                <a:gd name="T21" fmla="*/ 282 h 332"/>
                <a:gd name="T22" fmla="*/ 73 w 316"/>
                <a:gd name="T23" fmla="*/ 299 h 332"/>
                <a:gd name="T24" fmla="*/ 101 w 316"/>
                <a:gd name="T25" fmla="*/ 311 h 332"/>
                <a:gd name="T26" fmla="*/ 135 w 316"/>
                <a:gd name="T27" fmla="*/ 321 h 332"/>
                <a:gd name="T28" fmla="*/ 153 w 316"/>
                <a:gd name="T29" fmla="*/ 324 h 332"/>
                <a:gd name="T30" fmla="*/ 200 w 316"/>
                <a:gd name="T31" fmla="*/ 330 h 332"/>
                <a:gd name="T32" fmla="*/ 249 w 316"/>
                <a:gd name="T33" fmla="*/ 332 h 332"/>
                <a:gd name="T34" fmla="*/ 272 w 316"/>
                <a:gd name="T35" fmla="*/ 329 h 332"/>
                <a:gd name="T36" fmla="*/ 289 w 316"/>
                <a:gd name="T37" fmla="*/ 321 h 332"/>
                <a:gd name="T38" fmla="*/ 301 w 316"/>
                <a:gd name="T39" fmla="*/ 308 h 332"/>
                <a:gd name="T40" fmla="*/ 311 w 316"/>
                <a:gd name="T41" fmla="*/ 278 h 332"/>
                <a:gd name="T42" fmla="*/ 313 w 316"/>
                <a:gd name="T43" fmla="*/ 249 h 332"/>
                <a:gd name="T44" fmla="*/ 316 w 316"/>
                <a:gd name="T45" fmla="*/ 204 h 332"/>
                <a:gd name="T46" fmla="*/ 312 w 316"/>
                <a:gd name="T47" fmla="*/ 134 h 332"/>
                <a:gd name="T48" fmla="*/ 301 w 316"/>
                <a:gd name="T49" fmla="*/ 95 h 332"/>
                <a:gd name="T50" fmla="*/ 289 w 316"/>
                <a:gd name="T51" fmla="*/ 73 h 332"/>
                <a:gd name="T52" fmla="*/ 266 w 316"/>
                <a:gd name="T53" fmla="*/ 46 h 332"/>
                <a:gd name="T54" fmla="*/ 245 w 316"/>
                <a:gd name="T55" fmla="*/ 32 h 332"/>
                <a:gd name="T56" fmla="*/ 217 w 316"/>
                <a:gd name="T57" fmla="*/ 16 h 332"/>
                <a:gd name="T58" fmla="*/ 179 w 316"/>
                <a:gd name="T59" fmla="*/ 3 h 332"/>
                <a:gd name="T60" fmla="*/ 155 w 316"/>
                <a:gd name="T61" fmla="*/ 0 h 332"/>
                <a:gd name="T62" fmla="*/ 132 w 316"/>
                <a:gd name="T63" fmla="*/ 2 h 332"/>
                <a:gd name="T64" fmla="*/ 109 w 316"/>
                <a:gd name="T65" fmla="*/ 9 h 332"/>
                <a:gd name="T66" fmla="*/ 75 w 316"/>
                <a:gd name="T67" fmla="*/ 27 h 332"/>
                <a:gd name="T68" fmla="*/ 52 w 316"/>
                <a:gd name="T69" fmla="*/ 47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16" h="332">
                  <a:moveTo>
                    <a:pt x="52" y="47"/>
                  </a:moveTo>
                  <a:lnTo>
                    <a:pt x="37" y="61"/>
                  </a:lnTo>
                  <a:lnTo>
                    <a:pt x="17" y="86"/>
                  </a:lnTo>
                  <a:lnTo>
                    <a:pt x="5" y="112"/>
                  </a:lnTo>
                  <a:lnTo>
                    <a:pt x="0" y="144"/>
                  </a:lnTo>
                  <a:lnTo>
                    <a:pt x="0" y="164"/>
                  </a:lnTo>
                  <a:lnTo>
                    <a:pt x="0" y="181"/>
                  </a:lnTo>
                  <a:lnTo>
                    <a:pt x="5" y="211"/>
                  </a:lnTo>
                  <a:lnTo>
                    <a:pt x="15" y="239"/>
                  </a:lnTo>
                  <a:lnTo>
                    <a:pt x="29" y="262"/>
                  </a:lnTo>
                  <a:lnTo>
                    <a:pt x="49" y="282"/>
                  </a:lnTo>
                  <a:lnTo>
                    <a:pt x="73" y="299"/>
                  </a:lnTo>
                  <a:lnTo>
                    <a:pt x="101" y="311"/>
                  </a:lnTo>
                  <a:lnTo>
                    <a:pt x="135" y="321"/>
                  </a:lnTo>
                  <a:lnTo>
                    <a:pt x="153" y="324"/>
                  </a:lnTo>
                  <a:lnTo>
                    <a:pt x="200" y="330"/>
                  </a:lnTo>
                  <a:lnTo>
                    <a:pt x="249" y="332"/>
                  </a:lnTo>
                  <a:lnTo>
                    <a:pt x="272" y="329"/>
                  </a:lnTo>
                  <a:lnTo>
                    <a:pt x="289" y="321"/>
                  </a:lnTo>
                  <a:lnTo>
                    <a:pt x="301" y="308"/>
                  </a:lnTo>
                  <a:lnTo>
                    <a:pt x="311" y="278"/>
                  </a:lnTo>
                  <a:lnTo>
                    <a:pt x="313" y="249"/>
                  </a:lnTo>
                  <a:lnTo>
                    <a:pt x="316" y="204"/>
                  </a:lnTo>
                  <a:lnTo>
                    <a:pt x="312" y="134"/>
                  </a:lnTo>
                  <a:lnTo>
                    <a:pt x="301" y="95"/>
                  </a:lnTo>
                  <a:lnTo>
                    <a:pt x="289" y="73"/>
                  </a:lnTo>
                  <a:lnTo>
                    <a:pt x="266" y="46"/>
                  </a:lnTo>
                  <a:lnTo>
                    <a:pt x="245" y="32"/>
                  </a:lnTo>
                  <a:lnTo>
                    <a:pt x="217" y="16"/>
                  </a:lnTo>
                  <a:lnTo>
                    <a:pt x="179" y="3"/>
                  </a:lnTo>
                  <a:lnTo>
                    <a:pt x="155" y="0"/>
                  </a:lnTo>
                  <a:lnTo>
                    <a:pt x="132" y="2"/>
                  </a:lnTo>
                  <a:lnTo>
                    <a:pt x="109" y="9"/>
                  </a:lnTo>
                  <a:lnTo>
                    <a:pt x="75" y="27"/>
                  </a:lnTo>
                  <a:lnTo>
                    <a:pt x="52" y="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73">
              <a:extLst>
                <a:ext uri="{FF2B5EF4-FFF2-40B4-BE49-F238E27FC236}">
                  <a16:creationId xmlns:a16="http://schemas.microsoft.com/office/drawing/2014/main" id="{4F9AE936-7C68-169D-E138-92CB51CAE1F5}"/>
                </a:ext>
              </a:extLst>
            </p:cNvPr>
            <p:cNvSpPr>
              <a:spLocks/>
            </p:cNvSpPr>
            <p:nvPr/>
          </p:nvSpPr>
          <p:spPr bwMode="auto">
            <a:xfrm>
              <a:off x="6553201" y="1135063"/>
              <a:ext cx="123825" cy="127000"/>
            </a:xfrm>
            <a:custGeom>
              <a:avLst/>
              <a:gdLst>
                <a:gd name="T0" fmla="*/ 55 w 322"/>
                <a:gd name="T1" fmla="*/ 56 h 331"/>
                <a:gd name="T2" fmla="*/ 36 w 322"/>
                <a:gd name="T3" fmla="*/ 76 h 331"/>
                <a:gd name="T4" fmla="*/ 12 w 322"/>
                <a:gd name="T5" fmla="*/ 106 h 331"/>
                <a:gd name="T6" fmla="*/ 2 w 322"/>
                <a:gd name="T7" fmla="*/ 138 h 331"/>
                <a:gd name="T8" fmla="*/ 0 w 322"/>
                <a:gd name="T9" fmla="*/ 185 h 331"/>
                <a:gd name="T10" fmla="*/ 2 w 322"/>
                <a:gd name="T11" fmla="*/ 220 h 331"/>
                <a:gd name="T12" fmla="*/ 7 w 322"/>
                <a:gd name="T13" fmla="*/ 325 h 331"/>
                <a:gd name="T14" fmla="*/ 85 w 322"/>
                <a:gd name="T15" fmla="*/ 330 h 331"/>
                <a:gd name="T16" fmla="*/ 125 w 322"/>
                <a:gd name="T17" fmla="*/ 331 h 331"/>
                <a:gd name="T18" fmla="*/ 195 w 322"/>
                <a:gd name="T19" fmla="*/ 320 h 331"/>
                <a:gd name="T20" fmla="*/ 239 w 322"/>
                <a:gd name="T21" fmla="*/ 301 h 331"/>
                <a:gd name="T22" fmla="*/ 263 w 322"/>
                <a:gd name="T23" fmla="*/ 285 h 331"/>
                <a:gd name="T24" fmla="*/ 284 w 322"/>
                <a:gd name="T25" fmla="*/ 265 h 331"/>
                <a:gd name="T26" fmla="*/ 300 w 322"/>
                <a:gd name="T27" fmla="*/ 242 h 331"/>
                <a:gd name="T28" fmla="*/ 305 w 322"/>
                <a:gd name="T29" fmla="*/ 230 h 331"/>
                <a:gd name="T30" fmla="*/ 316 w 322"/>
                <a:gd name="T31" fmla="*/ 202 h 331"/>
                <a:gd name="T32" fmla="*/ 322 w 322"/>
                <a:gd name="T33" fmla="*/ 151 h 331"/>
                <a:gd name="T34" fmla="*/ 311 w 322"/>
                <a:gd name="T35" fmla="*/ 103 h 331"/>
                <a:gd name="T36" fmla="*/ 283 w 322"/>
                <a:gd name="T37" fmla="*/ 61 h 331"/>
                <a:gd name="T38" fmla="*/ 262 w 322"/>
                <a:gd name="T39" fmla="*/ 41 h 331"/>
                <a:gd name="T40" fmla="*/ 249 w 322"/>
                <a:gd name="T41" fmla="*/ 31 h 331"/>
                <a:gd name="T42" fmla="*/ 222 w 322"/>
                <a:gd name="T43" fmla="*/ 14 h 331"/>
                <a:gd name="T44" fmla="*/ 196 w 322"/>
                <a:gd name="T45" fmla="*/ 4 h 331"/>
                <a:gd name="T46" fmla="*/ 171 w 322"/>
                <a:gd name="T47" fmla="*/ 0 h 331"/>
                <a:gd name="T48" fmla="*/ 145 w 322"/>
                <a:gd name="T49" fmla="*/ 2 h 331"/>
                <a:gd name="T50" fmla="*/ 120 w 322"/>
                <a:gd name="T51" fmla="*/ 9 h 331"/>
                <a:gd name="T52" fmla="*/ 81 w 322"/>
                <a:gd name="T53" fmla="*/ 32 h 331"/>
                <a:gd name="T54" fmla="*/ 55 w 322"/>
                <a:gd name="T55" fmla="*/ 56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22" h="331">
                  <a:moveTo>
                    <a:pt x="55" y="56"/>
                  </a:moveTo>
                  <a:lnTo>
                    <a:pt x="36" y="76"/>
                  </a:lnTo>
                  <a:lnTo>
                    <a:pt x="12" y="106"/>
                  </a:lnTo>
                  <a:lnTo>
                    <a:pt x="2" y="138"/>
                  </a:lnTo>
                  <a:lnTo>
                    <a:pt x="0" y="185"/>
                  </a:lnTo>
                  <a:lnTo>
                    <a:pt x="2" y="220"/>
                  </a:lnTo>
                  <a:lnTo>
                    <a:pt x="7" y="325"/>
                  </a:lnTo>
                  <a:lnTo>
                    <a:pt x="85" y="330"/>
                  </a:lnTo>
                  <a:lnTo>
                    <a:pt x="125" y="331"/>
                  </a:lnTo>
                  <a:lnTo>
                    <a:pt x="195" y="320"/>
                  </a:lnTo>
                  <a:lnTo>
                    <a:pt x="239" y="301"/>
                  </a:lnTo>
                  <a:lnTo>
                    <a:pt x="263" y="285"/>
                  </a:lnTo>
                  <a:lnTo>
                    <a:pt x="284" y="265"/>
                  </a:lnTo>
                  <a:lnTo>
                    <a:pt x="300" y="242"/>
                  </a:lnTo>
                  <a:lnTo>
                    <a:pt x="305" y="230"/>
                  </a:lnTo>
                  <a:lnTo>
                    <a:pt x="316" y="202"/>
                  </a:lnTo>
                  <a:lnTo>
                    <a:pt x="322" y="151"/>
                  </a:lnTo>
                  <a:lnTo>
                    <a:pt x="311" y="103"/>
                  </a:lnTo>
                  <a:lnTo>
                    <a:pt x="283" y="61"/>
                  </a:lnTo>
                  <a:lnTo>
                    <a:pt x="262" y="41"/>
                  </a:lnTo>
                  <a:lnTo>
                    <a:pt x="249" y="31"/>
                  </a:lnTo>
                  <a:lnTo>
                    <a:pt x="222" y="14"/>
                  </a:lnTo>
                  <a:lnTo>
                    <a:pt x="196" y="4"/>
                  </a:lnTo>
                  <a:lnTo>
                    <a:pt x="171" y="0"/>
                  </a:lnTo>
                  <a:lnTo>
                    <a:pt x="145" y="2"/>
                  </a:lnTo>
                  <a:lnTo>
                    <a:pt x="120" y="9"/>
                  </a:lnTo>
                  <a:lnTo>
                    <a:pt x="81" y="32"/>
                  </a:lnTo>
                  <a:lnTo>
                    <a:pt x="55"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77">
              <a:extLst>
                <a:ext uri="{FF2B5EF4-FFF2-40B4-BE49-F238E27FC236}">
                  <a16:creationId xmlns:a16="http://schemas.microsoft.com/office/drawing/2014/main" id="{180D6628-77DC-E7AB-AA41-C83E335CE70C}"/>
                </a:ext>
              </a:extLst>
            </p:cNvPr>
            <p:cNvSpPr>
              <a:spLocks/>
            </p:cNvSpPr>
            <p:nvPr/>
          </p:nvSpPr>
          <p:spPr bwMode="auto">
            <a:xfrm>
              <a:off x="6369051" y="1320800"/>
              <a:ext cx="120650" cy="374650"/>
            </a:xfrm>
            <a:custGeom>
              <a:avLst/>
              <a:gdLst>
                <a:gd name="T0" fmla="*/ 12 w 317"/>
                <a:gd name="T1" fmla="*/ 7 h 980"/>
                <a:gd name="T2" fmla="*/ 7 w 317"/>
                <a:gd name="T3" fmla="*/ 39 h 980"/>
                <a:gd name="T4" fmla="*/ 1 w 317"/>
                <a:gd name="T5" fmla="*/ 307 h 980"/>
                <a:gd name="T6" fmla="*/ 0 w 317"/>
                <a:gd name="T7" fmla="*/ 500 h 980"/>
                <a:gd name="T8" fmla="*/ 0 w 317"/>
                <a:gd name="T9" fmla="*/ 980 h 980"/>
                <a:gd name="T10" fmla="*/ 159 w 317"/>
                <a:gd name="T11" fmla="*/ 980 h 980"/>
                <a:gd name="T12" fmla="*/ 317 w 317"/>
                <a:gd name="T13" fmla="*/ 980 h 980"/>
                <a:gd name="T14" fmla="*/ 314 w 317"/>
                <a:gd name="T15" fmla="*/ 492 h 980"/>
                <a:gd name="T16" fmla="*/ 309 w 317"/>
                <a:gd name="T17" fmla="*/ 5 h 980"/>
                <a:gd name="T18" fmla="*/ 167 w 317"/>
                <a:gd name="T19" fmla="*/ 0 h 980"/>
                <a:gd name="T20" fmla="*/ 109 w 317"/>
                <a:gd name="T21" fmla="*/ 0 h 980"/>
                <a:gd name="T22" fmla="*/ 25 w 317"/>
                <a:gd name="T23" fmla="*/ 3 h 980"/>
                <a:gd name="T24" fmla="*/ 12 w 317"/>
                <a:gd name="T25" fmla="*/ 7 h 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7" h="980">
                  <a:moveTo>
                    <a:pt x="12" y="7"/>
                  </a:moveTo>
                  <a:lnTo>
                    <a:pt x="7" y="39"/>
                  </a:lnTo>
                  <a:lnTo>
                    <a:pt x="1" y="307"/>
                  </a:lnTo>
                  <a:lnTo>
                    <a:pt x="0" y="500"/>
                  </a:lnTo>
                  <a:lnTo>
                    <a:pt x="0" y="980"/>
                  </a:lnTo>
                  <a:lnTo>
                    <a:pt x="159" y="980"/>
                  </a:lnTo>
                  <a:lnTo>
                    <a:pt x="317" y="980"/>
                  </a:lnTo>
                  <a:lnTo>
                    <a:pt x="314" y="492"/>
                  </a:lnTo>
                  <a:lnTo>
                    <a:pt x="309" y="5"/>
                  </a:lnTo>
                  <a:lnTo>
                    <a:pt x="167" y="0"/>
                  </a:lnTo>
                  <a:lnTo>
                    <a:pt x="109" y="0"/>
                  </a:lnTo>
                  <a:lnTo>
                    <a:pt x="25" y="3"/>
                  </a:lnTo>
                  <a:lnTo>
                    <a:pt x="1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83">
              <a:extLst>
                <a:ext uri="{FF2B5EF4-FFF2-40B4-BE49-F238E27FC236}">
                  <a16:creationId xmlns:a16="http://schemas.microsoft.com/office/drawing/2014/main" id="{0A6E1CBC-3BF7-8D8F-AAE4-03ECD0ADE2E6}"/>
                </a:ext>
              </a:extLst>
            </p:cNvPr>
            <p:cNvSpPr>
              <a:spLocks/>
            </p:cNvSpPr>
            <p:nvPr/>
          </p:nvSpPr>
          <p:spPr bwMode="auto">
            <a:xfrm>
              <a:off x="6242051" y="1755775"/>
              <a:ext cx="374650" cy="61913"/>
            </a:xfrm>
            <a:custGeom>
              <a:avLst/>
              <a:gdLst>
                <a:gd name="T0" fmla="*/ 15 w 983"/>
                <a:gd name="T1" fmla="*/ 12 h 160"/>
                <a:gd name="T2" fmla="*/ 9 w 983"/>
                <a:gd name="T3" fmla="*/ 22 h 160"/>
                <a:gd name="T4" fmla="*/ 1 w 983"/>
                <a:gd name="T5" fmla="*/ 59 h 160"/>
                <a:gd name="T6" fmla="*/ 0 w 983"/>
                <a:gd name="T7" fmla="*/ 80 h 160"/>
                <a:gd name="T8" fmla="*/ 1 w 983"/>
                <a:gd name="T9" fmla="*/ 101 h 160"/>
                <a:gd name="T10" fmla="*/ 9 w 983"/>
                <a:gd name="T11" fmla="*/ 138 h 160"/>
                <a:gd name="T12" fmla="*/ 15 w 983"/>
                <a:gd name="T13" fmla="*/ 147 h 160"/>
                <a:gd name="T14" fmla="*/ 25 w 983"/>
                <a:gd name="T15" fmla="*/ 150 h 160"/>
                <a:gd name="T16" fmla="*/ 97 w 983"/>
                <a:gd name="T17" fmla="*/ 156 h 160"/>
                <a:gd name="T18" fmla="*/ 304 w 983"/>
                <a:gd name="T19" fmla="*/ 160 h 160"/>
                <a:gd name="T20" fmla="*/ 507 w 983"/>
                <a:gd name="T21" fmla="*/ 158 h 160"/>
                <a:gd name="T22" fmla="*/ 983 w 983"/>
                <a:gd name="T23" fmla="*/ 153 h 160"/>
                <a:gd name="T24" fmla="*/ 983 w 983"/>
                <a:gd name="T25" fmla="*/ 80 h 160"/>
                <a:gd name="T26" fmla="*/ 983 w 983"/>
                <a:gd name="T27" fmla="*/ 7 h 160"/>
                <a:gd name="T28" fmla="*/ 507 w 983"/>
                <a:gd name="T29" fmla="*/ 2 h 160"/>
                <a:gd name="T30" fmla="*/ 304 w 983"/>
                <a:gd name="T31" fmla="*/ 0 h 160"/>
                <a:gd name="T32" fmla="*/ 97 w 983"/>
                <a:gd name="T33" fmla="*/ 4 h 160"/>
                <a:gd name="T34" fmla="*/ 25 w 983"/>
                <a:gd name="T35" fmla="*/ 9 h 160"/>
                <a:gd name="T36" fmla="*/ 15 w 983"/>
                <a:gd name="T37" fmla="*/ 12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83" h="160">
                  <a:moveTo>
                    <a:pt x="15" y="12"/>
                  </a:moveTo>
                  <a:lnTo>
                    <a:pt x="9" y="22"/>
                  </a:lnTo>
                  <a:lnTo>
                    <a:pt x="1" y="59"/>
                  </a:lnTo>
                  <a:lnTo>
                    <a:pt x="0" y="80"/>
                  </a:lnTo>
                  <a:lnTo>
                    <a:pt x="1" y="101"/>
                  </a:lnTo>
                  <a:lnTo>
                    <a:pt x="9" y="138"/>
                  </a:lnTo>
                  <a:lnTo>
                    <a:pt x="15" y="147"/>
                  </a:lnTo>
                  <a:lnTo>
                    <a:pt x="25" y="150"/>
                  </a:lnTo>
                  <a:lnTo>
                    <a:pt x="97" y="156"/>
                  </a:lnTo>
                  <a:lnTo>
                    <a:pt x="304" y="160"/>
                  </a:lnTo>
                  <a:lnTo>
                    <a:pt x="507" y="158"/>
                  </a:lnTo>
                  <a:lnTo>
                    <a:pt x="983" y="153"/>
                  </a:lnTo>
                  <a:lnTo>
                    <a:pt x="983" y="80"/>
                  </a:lnTo>
                  <a:lnTo>
                    <a:pt x="983" y="7"/>
                  </a:lnTo>
                  <a:lnTo>
                    <a:pt x="507" y="2"/>
                  </a:lnTo>
                  <a:lnTo>
                    <a:pt x="304" y="0"/>
                  </a:lnTo>
                  <a:lnTo>
                    <a:pt x="97" y="4"/>
                  </a:lnTo>
                  <a:lnTo>
                    <a:pt x="25" y="9"/>
                  </a:lnTo>
                  <a:lnTo>
                    <a:pt x="15"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86">
              <a:extLst>
                <a:ext uri="{FF2B5EF4-FFF2-40B4-BE49-F238E27FC236}">
                  <a16:creationId xmlns:a16="http://schemas.microsoft.com/office/drawing/2014/main" id="{394C3E16-1884-6F00-D78C-450D9271BAA3}"/>
                </a:ext>
              </a:extLst>
            </p:cNvPr>
            <p:cNvSpPr>
              <a:spLocks/>
            </p:cNvSpPr>
            <p:nvPr/>
          </p:nvSpPr>
          <p:spPr bwMode="auto">
            <a:xfrm>
              <a:off x="6245226" y="1879600"/>
              <a:ext cx="368300" cy="180975"/>
            </a:xfrm>
            <a:custGeom>
              <a:avLst/>
              <a:gdLst>
                <a:gd name="T0" fmla="*/ 4 w 966"/>
                <a:gd name="T1" fmla="*/ 6 h 474"/>
                <a:gd name="T2" fmla="*/ 2 w 966"/>
                <a:gd name="T3" fmla="*/ 10 h 474"/>
                <a:gd name="T4" fmla="*/ 0 w 966"/>
                <a:gd name="T5" fmla="*/ 26 h 474"/>
                <a:gd name="T6" fmla="*/ 4 w 966"/>
                <a:gd name="T7" fmla="*/ 64 h 474"/>
                <a:gd name="T8" fmla="*/ 20 w 966"/>
                <a:gd name="T9" fmla="*/ 131 h 474"/>
                <a:gd name="T10" fmla="*/ 43 w 966"/>
                <a:gd name="T11" fmla="*/ 200 h 474"/>
                <a:gd name="T12" fmla="*/ 56 w 966"/>
                <a:gd name="T13" fmla="*/ 228 h 474"/>
                <a:gd name="T14" fmla="*/ 72 w 966"/>
                <a:gd name="T15" fmla="*/ 255 h 474"/>
                <a:gd name="T16" fmla="*/ 119 w 966"/>
                <a:gd name="T17" fmla="*/ 315 h 474"/>
                <a:gd name="T18" fmla="*/ 180 w 966"/>
                <a:gd name="T19" fmla="*/ 373 h 474"/>
                <a:gd name="T20" fmla="*/ 245 w 966"/>
                <a:gd name="T21" fmla="*/ 424 h 474"/>
                <a:gd name="T22" fmla="*/ 278 w 966"/>
                <a:gd name="T23" fmla="*/ 443 h 474"/>
                <a:gd name="T24" fmla="*/ 295 w 966"/>
                <a:gd name="T25" fmla="*/ 451 h 474"/>
                <a:gd name="T26" fmla="*/ 339 w 966"/>
                <a:gd name="T27" fmla="*/ 463 h 474"/>
                <a:gd name="T28" fmla="*/ 423 w 966"/>
                <a:gd name="T29" fmla="*/ 474 h 474"/>
                <a:gd name="T30" fmla="*/ 549 w 966"/>
                <a:gd name="T31" fmla="*/ 472 h 474"/>
                <a:gd name="T32" fmla="*/ 635 w 966"/>
                <a:gd name="T33" fmla="*/ 459 h 474"/>
                <a:gd name="T34" fmla="*/ 681 w 966"/>
                <a:gd name="T35" fmla="*/ 445 h 474"/>
                <a:gd name="T36" fmla="*/ 699 w 966"/>
                <a:gd name="T37" fmla="*/ 436 h 474"/>
                <a:gd name="T38" fmla="*/ 726 w 966"/>
                <a:gd name="T39" fmla="*/ 421 h 474"/>
                <a:gd name="T40" fmla="*/ 776 w 966"/>
                <a:gd name="T41" fmla="*/ 386 h 474"/>
                <a:gd name="T42" fmla="*/ 822 w 966"/>
                <a:gd name="T43" fmla="*/ 345 h 474"/>
                <a:gd name="T44" fmla="*/ 863 w 966"/>
                <a:gd name="T45" fmla="*/ 300 h 474"/>
                <a:gd name="T46" fmla="*/ 898 w 966"/>
                <a:gd name="T47" fmla="*/ 251 h 474"/>
                <a:gd name="T48" fmla="*/ 927 w 966"/>
                <a:gd name="T49" fmla="*/ 200 h 474"/>
                <a:gd name="T50" fmla="*/ 948 w 966"/>
                <a:gd name="T51" fmla="*/ 148 h 474"/>
                <a:gd name="T52" fmla="*/ 960 w 966"/>
                <a:gd name="T53" fmla="*/ 96 h 474"/>
                <a:gd name="T54" fmla="*/ 963 w 966"/>
                <a:gd name="T55" fmla="*/ 71 h 474"/>
                <a:gd name="T56" fmla="*/ 966 w 966"/>
                <a:gd name="T57" fmla="*/ 6 h 474"/>
                <a:gd name="T58" fmla="*/ 489 w 966"/>
                <a:gd name="T59" fmla="*/ 1 h 474"/>
                <a:gd name="T60" fmla="*/ 299 w 966"/>
                <a:gd name="T61" fmla="*/ 0 h 474"/>
                <a:gd name="T62" fmla="*/ 35 w 966"/>
                <a:gd name="T63" fmla="*/ 3 h 474"/>
                <a:gd name="T64" fmla="*/ 4 w 966"/>
                <a:gd name="T65" fmla="*/ 6 h 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66" h="474">
                  <a:moveTo>
                    <a:pt x="4" y="6"/>
                  </a:moveTo>
                  <a:lnTo>
                    <a:pt x="2" y="10"/>
                  </a:lnTo>
                  <a:lnTo>
                    <a:pt x="0" y="26"/>
                  </a:lnTo>
                  <a:lnTo>
                    <a:pt x="4" y="64"/>
                  </a:lnTo>
                  <a:lnTo>
                    <a:pt x="20" y="131"/>
                  </a:lnTo>
                  <a:lnTo>
                    <a:pt x="43" y="200"/>
                  </a:lnTo>
                  <a:lnTo>
                    <a:pt x="56" y="228"/>
                  </a:lnTo>
                  <a:lnTo>
                    <a:pt x="72" y="255"/>
                  </a:lnTo>
                  <a:lnTo>
                    <a:pt x="119" y="315"/>
                  </a:lnTo>
                  <a:lnTo>
                    <a:pt x="180" y="373"/>
                  </a:lnTo>
                  <a:lnTo>
                    <a:pt x="245" y="424"/>
                  </a:lnTo>
                  <a:lnTo>
                    <a:pt x="278" y="443"/>
                  </a:lnTo>
                  <a:lnTo>
                    <a:pt x="295" y="451"/>
                  </a:lnTo>
                  <a:lnTo>
                    <a:pt x="339" y="463"/>
                  </a:lnTo>
                  <a:lnTo>
                    <a:pt x="423" y="474"/>
                  </a:lnTo>
                  <a:lnTo>
                    <a:pt x="549" y="472"/>
                  </a:lnTo>
                  <a:lnTo>
                    <a:pt x="635" y="459"/>
                  </a:lnTo>
                  <a:lnTo>
                    <a:pt x="681" y="445"/>
                  </a:lnTo>
                  <a:lnTo>
                    <a:pt x="699" y="436"/>
                  </a:lnTo>
                  <a:lnTo>
                    <a:pt x="726" y="421"/>
                  </a:lnTo>
                  <a:lnTo>
                    <a:pt x="776" y="386"/>
                  </a:lnTo>
                  <a:lnTo>
                    <a:pt x="822" y="345"/>
                  </a:lnTo>
                  <a:lnTo>
                    <a:pt x="863" y="300"/>
                  </a:lnTo>
                  <a:lnTo>
                    <a:pt x="898" y="251"/>
                  </a:lnTo>
                  <a:lnTo>
                    <a:pt x="927" y="200"/>
                  </a:lnTo>
                  <a:lnTo>
                    <a:pt x="948" y="148"/>
                  </a:lnTo>
                  <a:lnTo>
                    <a:pt x="960" y="96"/>
                  </a:lnTo>
                  <a:lnTo>
                    <a:pt x="963" y="71"/>
                  </a:lnTo>
                  <a:lnTo>
                    <a:pt x="966" y="6"/>
                  </a:lnTo>
                  <a:lnTo>
                    <a:pt x="489" y="1"/>
                  </a:lnTo>
                  <a:lnTo>
                    <a:pt x="299" y="0"/>
                  </a:lnTo>
                  <a:lnTo>
                    <a:pt x="35" y="3"/>
                  </a:lnTo>
                  <a:lnTo>
                    <a:pt x="4"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Slide Number Placeholder 3">
            <a:extLst>
              <a:ext uri="{FF2B5EF4-FFF2-40B4-BE49-F238E27FC236}">
                <a16:creationId xmlns:a16="http://schemas.microsoft.com/office/drawing/2014/main" id="{A3BEB79A-BEA5-3830-AE2F-E4D83E83F885}"/>
              </a:ext>
            </a:extLst>
          </p:cNvPr>
          <p:cNvSpPr>
            <a:spLocks noGrp="1"/>
          </p:cNvSpPr>
          <p:nvPr>
            <p:ph type="sldNum" sz="quarter" idx="12"/>
          </p:nvPr>
        </p:nvSpPr>
        <p:spPr/>
        <p:txBody>
          <a:bodyPr/>
          <a:lstStyle/>
          <a:p>
            <a:fld id="{0BE4EC83-A869-464E-AE9F-881796FB085E}" type="slidenum">
              <a:rPr lang="en-US" smtClean="0"/>
              <a:t>69</a:t>
            </a:fld>
            <a:endParaRPr lang="en-US"/>
          </a:p>
        </p:txBody>
      </p:sp>
    </p:spTree>
    <p:extLst>
      <p:ext uri="{BB962C8B-B14F-4D97-AF65-F5344CB8AC3E}">
        <p14:creationId xmlns:p14="http://schemas.microsoft.com/office/powerpoint/2010/main" val="10847845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30884BC8-BC51-0823-8B8B-DD934E7988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80BCBEC-3AAF-2CE6-7B66-E0BB707843BE}"/>
              </a:ext>
            </a:extLst>
          </p:cNvPr>
          <p:cNvSpPr>
            <a:spLocks noGrp="1"/>
          </p:cNvSpPr>
          <p:nvPr>
            <p:ph type="title"/>
          </p:nvPr>
        </p:nvSpPr>
        <p:spPr/>
        <p:txBody>
          <a:bodyPr>
            <a:normAutofit/>
          </a:bodyPr>
          <a:lstStyle/>
          <a:p>
            <a:r>
              <a:rPr lang="ar-EG" dirty="0"/>
              <a:t>الوضع</a:t>
            </a:r>
            <a:r>
              <a:rPr lang="ar-SA" dirty="0"/>
              <a:t> التنفيذي</a:t>
            </a:r>
            <a:endParaRPr lang="en-GB" dirty="0"/>
          </a:p>
        </p:txBody>
      </p:sp>
      <p:grpSp>
        <p:nvGrpSpPr>
          <p:cNvPr id="5" name="Group 4">
            <a:extLst>
              <a:ext uri="{FF2B5EF4-FFF2-40B4-BE49-F238E27FC236}">
                <a16:creationId xmlns:a16="http://schemas.microsoft.com/office/drawing/2014/main" id="{17726400-972F-8233-6FEB-D7B0A14AEAD1}"/>
              </a:ext>
            </a:extLst>
          </p:cNvPr>
          <p:cNvGrpSpPr/>
          <p:nvPr/>
        </p:nvGrpSpPr>
        <p:grpSpPr>
          <a:xfrm>
            <a:off x="1859598" y="1977457"/>
            <a:ext cx="8482584" cy="3128772"/>
            <a:chOff x="1859598" y="1977457"/>
            <a:chExt cx="8482584" cy="3128772"/>
          </a:xfrm>
        </p:grpSpPr>
        <p:pic>
          <p:nvPicPr>
            <p:cNvPr id="4" name="Picture 3">
              <a:extLst>
                <a:ext uri="{FF2B5EF4-FFF2-40B4-BE49-F238E27FC236}">
                  <a16:creationId xmlns:a16="http://schemas.microsoft.com/office/drawing/2014/main" id="{C72D3F54-1539-6467-4581-4AA36D18E5BA}"/>
                </a:ext>
              </a:extLst>
            </p:cNvPr>
            <p:cNvPicPr>
              <a:picLocks noChangeAspect="1"/>
            </p:cNvPicPr>
            <p:nvPr/>
          </p:nvPicPr>
          <p:blipFill>
            <a:blip r:embed="rId3"/>
            <a:stretch>
              <a:fillRect/>
            </a:stretch>
          </p:blipFill>
          <p:spPr>
            <a:xfrm>
              <a:off x="1859598" y="1977457"/>
              <a:ext cx="8482584" cy="3128772"/>
            </a:xfrm>
            <a:prstGeom prst="rect">
              <a:avLst/>
            </a:prstGeom>
          </p:spPr>
        </p:pic>
        <p:sp>
          <p:nvSpPr>
            <p:cNvPr id="66" name="Rectangle 65">
              <a:extLst>
                <a:ext uri="{FF2B5EF4-FFF2-40B4-BE49-F238E27FC236}">
                  <a16:creationId xmlns:a16="http://schemas.microsoft.com/office/drawing/2014/main" id="{947193AF-2FFF-DC41-A8BE-F59FCF38A36C}"/>
                </a:ext>
              </a:extLst>
            </p:cNvPr>
            <p:cNvSpPr/>
            <p:nvPr/>
          </p:nvSpPr>
          <p:spPr>
            <a:xfrm>
              <a:off x="1918721" y="2017114"/>
              <a:ext cx="2364790" cy="820866"/>
            </a:xfrm>
            <a:prstGeom prst="rect">
              <a:avLst/>
            </a:prstGeom>
          </p:spPr>
          <p:txBody>
            <a:bodyPr wrap="square" anchor="ctr" anchorCtr="0">
              <a:spAutoFit/>
            </a:bodyPr>
            <a:lstStyle/>
            <a:p>
              <a:pPr algn="ctr"/>
              <a:r>
                <a:rPr lang="ar-EG" b="1" dirty="0">
                  <a:solidFill>
                    <a:schemeClr val="accent1"/>
                  </a:solidFill>
                </a:rPr>
                <a:t>تحديث منضبط</a:t>
              </a:r>
            </a:p>
            <a:p>
              <a:pPr algn="ctr"/>
              <a:r>
                <a:rPr lang="ar-EG" sz="1467" b="1" dirty="0"/>
                <a:t>تحديثاً استراتيجياً منضبطاً دون تعطيل التشغيل.</a:t>
              </a:r>
            </a:p>
          </p:txBody>
        </p:sp>
        <p:sp>
          <p:nvSpPr>
            <p:cNvPr id="75" name="Rectangle 74">
              <a:extLst>
                <a:ext uri="{FF2B5EF4-FFF2-40B4-BE49-F238E27FC236}">
                  <a16:creationId xmlns:a16="http://schemas.microsoft.com/office/drawing/2014/main" id="{04337E89-AE3E-44A0-4D9C-58D0FA613357}"/>
                </a:ext>
              </a:extLst>
            </p:cNvPr>
            <p:cNvSpPr/>
            <p:nvPr/>
          </p:nvSpPr>
          <p:spPr>
            <a:xfrm>
              <a:off x="2022856" y="4280473"/>
              <a:ext cx="2156518" cy="820866"/>
            </a:xfrm>
            <a:prstGeom prst="rect">
              <a:avLst/>
            </a:prstGeom>
          </p:spPr>
          <p:txBody>
            <a:bodyPr wrap="square" anchor="ctr" anchorCtr="0">
              <a:spAutoFit/>
            </a:bodyPr>
            <a:lstStyle/>
            <a:p>
              <a:pPr algn="ctr"/>
              <a:r>
                <a:rPr lang="ar-EG" b="1" dirty="0">
                  <a:solidFill>
                    <a:schemeClr val="accent1"/>
                  </a:solidFill>
                </a:rPr>
                <a:t>التزام مستمر</a:t>
              </a:r>
            </a:p>
            <a:p>
              <a:pPr algn="ctr"/>
              <a:r>
                <a:rPr lang="ar-EG" sz="1467" b="1" dirty="0"/>
                <a:t>التزاماً مستمراً بالحوكمة والامتثال الوطني.</a:t>
              </a:r>
            </a:p>
          </p:txBody>
        </p:sp>
        <p:sp>
          <p:nvSpPr>
            <p:cNvPr id="89" name="Rectangle 88">
              <a:extLst>
                <a:ext uri="{FF2B5EF4-FFF2-40B4-BE49-F238E27FC236}">
                  <a16:creationId xmlns:a16="http://schemas.microsoft.com/office/drawing/2014/main" id="{9503282C-3C60-5DFB-1C60-7A3BFE4CA9C8}"/>
                </a:ext>
              </a:extLst>
            </p:cNvPr>
            <p:cNvSpPr/>
            <p:nvPr/>
          </p:nvSpPr>
          <p:spPr>
            <a:xfrm flipH="1">
              <a:off x="8042838" y="2017116"/>
              <a:ext cx="2096097" cy="820866"/>
            </a:xfrm>
            <a:prstGeom prst="rect">
              <a:avLst/>
            </a:prstGeom>
          </p:spPr>
          <p:txBody>
            <a:bodyPr wrap="square" anchor="ctr" anchorCtr="0">
              <a:spAutoFit/>
            </a:bodyPr>
            <a:lstStyle/>
            <a:p>
              <a:pPr algn="ctr"/>
              <a:r>
                <a:rPr lang="ar-EG" b="1" dirty="0">
                  <a:solidFill>
                    <a:schemeClr val="accent1"/>
                  </a:solidFill>
                </a:rPr>
                <a:t>ممارسة ناضجة</a:t>
              </a:r>
            </a:p>
            <a:p>
              <a:pPr algn="ctr"/>
              <a:r>
                <a:rPr lang="ar-EG" sz="1467" b="1" dirty="0"/>
                <a:t>ممارسة بنية مؤسسية تشغيلية ناضجة وليست مشروعاً مؤقتاً.</a:t>
              </a:r>
            </a:p>
          </p:txBody>
        </p:sp>
        <p:sp>
          <p:nvSpPr>
            <p:cNvPr id="91" name="Rectangle 90">
              <a:extLst>
                <a:ext uri="{FF2B5EF4-FFF2-40B4-BE49-F238E27FC236}">
                  <a16:creationId xmlns:a16="http://schemas.microsoft.com/office/drawing/2014/main" id="{557257DD-2DDE-0C3E-2979-9FF1EDEADC0C}"/>
                </a:ext>
              </a:extLst>
            </p:cNvPr>
            <p:cNvSpPr/>
            <p:nvPr/>
          </p:nvSpPr>
          <p:spPr>
            <a:xfrm flipH="1">
              <a:off x="8042844" y="4393356"/>
              <a:ext cx="2096091" cy="595099"/>
            </a:xfrm>
            <a:prstGeom prst="rect">
              <a:avLst/>
            </a:prstGeom>
          </p:spPr>
          <p:txBody>
            <a:bodyPr wrap="square" anchor="ctr" anchorCtr="0">
              <a:spAutoFit/>
            </a:bodyPr>
            <a:lstStyle/>
            <a:p>
              <a:pPr algn="ctr"/>
              <a:r>
                <a:rPr lang="ar-EG" b="1" dirty="0">
                  <a:solidFill>
                    <a:schemeClr val="accent1"/>
                  </a:solidFill>
                </a:rPr>
                <a:t>تكامل فعلي</a:t>
              </a:r>
            </a:p>
            <a:p>
              <a:pPr algn="ctr"/>
              <a:r>
                <a:rPr lang="ar-EG" sz="1467" b="1" dirty="0"/>
                <a:t>تكاملاً فعلياً مع التحول الرقمي.</a:t>
              </a:r>
            </a:p>
          </p:txBody>
        </p:sp>
        <p:sp>
          <p:nvSpPr>
            <p:cNvPr id="2" name="Rectangle: Rounded Corners 1">
              <a:extLst>
                <a:ext uri="{FF2B5EF4-FFF2-40B4-BE49-F238E27FC236}">
                  <a16:creationId xmlns:a16="http://schemas.microsoft.com/office/drawing/2014/main" id="{63B3B446-660A-FCC3-574B-CB934957761E}"/>
                </a:ext>
              </a:extLst>
            </p:cNvPr>
            <p:cNvSpPr/>
            <p:nvPr/>
          </p:nvSpPr>
          <p:spPr>
            <a:xfrm>
              <a:off x="5203699" y="3229144"/>
              <a:ext cx="1784602" cy="646339"/>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80000"/>
                </a:lnSpc>
              </a:pPr>
              <a:r>
                <a:rPr lang="ar-EG" dirty="0"/>
                <a:t>يغطي فترة تنفيذ الاستراتيجية</a:t>
              </a:r>
            </a:p>
            <a:p>
              <a:pPr algn="ctr"/>
              <a:r>
                <a:rPr lang="en-GB" b="1" dirty="0"/>
                <a:t>Q1 -2026 </a:t>
              </a:r>
              <a:r>
                <a:rPr lang="ar-EG" b="1" dirty="0"/>
                <a:t>-</a:t>
              </a:r>
              <a:r>
                <a:rPr lang="en-GB" b="1" dirty="0"/>
                <a:t> Q4 2028</a:t>
              </a:r>
            </a:p>
          </p:txBody>
        </p:sp>
      </p:grpSp>
      <p:sp>
        <p:nvSpPr>
          <p:cNvPr id="3" name="Slide Number Placeholder 2">
            <a:extLst>
              <a:ext uri="{FF2B5EF4-FFF2-40B4-BE49-F238E27FC236}">
                <a16:creationId xmlns:a16="http://schemas.microsoft.com/office/drawing/2014/main" id="{3458F193-8602-49EC-EB22-91F9FB5661DB}"/>
              </a:ext>
            </a:extLst>
          </p:cNvPr>
          <p:cNvSpPr>
            <a:spLocks noGrp="1"/>
          </p:cNvSpPr>
          <p:nvPr>
            <p:ph type="sldNum" sz="quarter" idx="12"/>
          </p:nvPr>
        </p:nvSpPr>
        <p:spPr/>
        <p:txBody>
          <a:bodyPr/>
          <a:lstStyle/>
          <a:p>
            <a:fld id="{0BE4EC83-A869-464E-AE9F-881796FB085E}" type="slidenum">
              <a:rPr lang="en-US" smtClean="0"/>
              <a:t>70</a:t>
            </a:fld>
            <a:endParaRPr lang="en-US"/>
          </a:p>
        </p:txBody>
      </p:sp>
    </p:spTree>
    <p:extLst>
      <p:ext uri="{BB962C8B-B14F-4D97-AF65-F5344CB8AC3E}">
        <p14:creationId xmlns:p14="http://schemas.microsoft.com/office/powerpoint/2010/main" val="65552779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4869180" y="3925452"/>
            <a:ext cx="6675120" cy="641639"/>
          </a:xfrm>
        </p:spPr>
        <p:txBody>
          <a:bodyPr/>
          <a:lstStyle/>
          <a:p>
            <a:r>
              <a:rPr lang="ar-EG" dirty="0"/>
              <a:t>مؤشرات الأداء الاستراتيجية للبنية المؤسسية</a:t>
            </a:r>
            <a:endParaRPr lang="en-US" dirty="0"/>
          </a:p>
        </p:txBody>
      </p:sp>
      <p:sp>
        <p:nvSpPr>
          <p:cNvPr id="4" name="Text Placeholder 3"/>
          <p:cNvSpPr>
            <a:spLocks noGrp="1"/>
          </p:cNvSpPr>
          <p:nvPr>
            <p:ph type="body" sz="quarter" idx="14"/>
          </p:nvPr>
        </p:nvSpPr>
        <p:spPr/>
        <p:txBody>
          <a:bodyPr/>
          <a:lstStyle/>
          <a:p>
            <a:r>
              <a:rPr lang="ar-EG" dirty="0"/>
              <a:t>08</a:t>
            </a:r>
            <a:endParaRPr lang="en-US" dirty="0"/>
          </a:p>
        </p:txBody>
      </p:sp>
    </p:spTree>
    <p:extLst>
      <p:ext uri="{BB962C8B-B14F-4D97-AF65-F5344CB8AC3E}">
        <p14:creationId xmlns:p14="http://schemas.microsoft.com/office/powerpoint/2010/main" val="1719883370"/>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29196D8F-EF31-B65B-0667-6DB57F904100}"/>
              </a:ext>
            </a:extLst>
          </p:cNvPr>
          <p:cNvGrpSpPr/>
          <p:nvPr/>
        </p:nvGrpSpPr>
        <p:grpSpPr>
          <a:xfrm>
            <a:off x="883486" y="1816309"/>
            <a:ext cx="10425028" cy="4147150"/>
            <a:chOff x="883486" y="1724708"/>
            <a:chExt cx="10425028" cy="4241434"/>
          </a:xfrm>
        </p:grpSpPr>
        <p:sp>
          <p:nvSpPr>
            <p:cNvPr id="66" name="Rounded Rectangle 51">
              <a:extLst>
                <a:ext uri="{FF2B5EF4-FFF2-40B4-BE49-F238E27FC236}">
                  <a16:creationId xmlns:a16="http://schemas.microsoft.com/office/drawing/2014/main" id="{6AF35979-43F4-9367-2975-326E239B5F76}"/>
                </a:ext>
              </a:extLst>
            </p:cNvPr>
            <p:cNvSpPr/>
            <p:nvPr/>
          </p:nvSpPr>
          <p:spPr>
            <a:xfrm>
              <a:off x="9845748" y="1724708"/>
              <a:ext cx="1462766" cy="4241434"/>
            </a:xfrm>
            <a:prstGeom prst="roundRect">
              <a:avLst>
                <a:gd name="adj" fmla="val 6540"/>
              </a:avLst>
            </a:prstGeom>
            <a:noFill/>
            <a:ln>
              <a:gradFill>
                <a:gsLst>
                  <a:gs pos="0">
                    <a:schemeClr val="accent1"/>
                  </a:gs>
                  <a:gs pos="100000">
                    <a:schemeClr val="accent2"/>
                  </a:gs>
                </a:gsLst>
                <a:lin ang="5400000" scaled="1"/>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eaLnBrk="1" latinLnBrk="0" hangingPunct="1"/>
              <a:endParaRPr lang="en-US" sz="1600">
                <a:latin typeface="Sakkal Majalla" panose="02000000000000000000" pitchFamily="2" charset="-78"/>
                <a:cs typeface="Sakkal Majalla" panose="02000000000000000000" pitchFamily="2" charset="-78"/>
              </a:endParaRPr>
            </a:p>
          </p:txBody>
        </p:sp>
        <p:sp>
          <p:nvSpPr>
            <p:cNvPr id="93" name="Rounded Rectangle 51">
              <a:extLst>
                <a:ext uri="{FF2B5EF4-FFF2-40B4-BE49-F238E27FC236}">
                  <a16:creationId xmlns:a16="http://schemas.microsoft.com/office/drawing/2014/main" id="{1FF35A76-EC1D-51F5-C1DC-39FCB5E675E7}"/>
                </a:ext>
              </a:extLst>
            </p:cNvPr>
            <p:cNvSpPr/>
            <p:nvPr/>
          </p:nvSpPr>
          <p:spPr>
            <a:xfrm>
              <a:off x="8053294" y="1724708"/>
              <a:ext cx="1462766" cy="4241434"/>
            </a:xfrm>
            <a:prstGeom prst="roundRect">
              <a:avLst>
                <a:gd name="adj" fmla="val 6540"/>
              </a:avLst>
            </a:prstGeom>
            <a:noFill/>
            <a:ln>
              <a:gradFill>
                <a:gsLst>
                  <a:gs pos="0">
                    <a:schemeClr val="accent1"/>
                  </a:gs>
                  <a:gs pos="100000">
                    <a:schemeClr val="accent2"/>
                  </a:gs>
                </a:gsLst>
                <a:lin ang="5400000" scaled="1"/>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eaLnBrk="1" latinLnBrk="0" hangingPunct="1"/>
              <a:endParaRPr lang="en-US" sz="1600">
                <a:latin typeface="Sakkal Majalla" panose="02000000000000000000" pitchFamily="2" charset="-78"/>
                <a:cs typeface="Sakkal Majalla" panose="02000000000000000000" pitchFamily="2" charset="-78"/>
              </a:endParaRPr>
            </a:p>
          </p:txBody>
        </p:sp>
        <p:sp>
          <p:nvSpPr>
            <p:cNvPr id="104" name="Rounded Rectangle 51">
              <a:extLst>
                <a:ext uri="{FF2B5EF4-FFF2-40B4-BE49-F238E27FC236}">
                  <a16:creationId xmlns:a16="http://schemas.microsoft.com/office/drawing/2014/main" id="{1C99BEC8-AC6D-6A8D-342B-58BB2298A950}"/>
                </a:ext>
              </a:extLst>
            </p:cNvPr>
            <p:cNvSpPr/>
            <p:nvPr/>
          </p:nvSpPr>
          <p:spPr>
            <a:xfrm>
              <a:off x="4468390" y="1724708"/>
              <a:ext cx="1462766" cy="4241434"/>
            </a:xfrm>
            <a:prstGeom prst="roundRect">
              <a:avLst>
                <a:gd name="adj" fmla="val 6540"/>
              </a:avLst>
            </a:prstGeom>
            <a:noFill/>
            <a:ln>
              <a:gradFill>
                <a:gsLst>
                  <a:gs pos="0">
                    <a:schemeClr val="accent1"/>
                  </a:gs>
                  <a:gs pos="100000">
                    <a:schemeClr val="accent2"/>
                  </a:gs>
                </a:gsLst>
                <a:lin ang="5400000" scaled="1"/>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eaLnBrk="1" latinLnBrk="0" hangingPunct="1"/>
              <a:endParaRPr lang="en-US" sz="1600">
                <a:latin typeface="Sakkal Majalla" panose="02000000000000000000" pitchFamily="2" charset="-78"/>
                <a:cs typeface="Sakkal Majalla" panose="02000000000000000000" pitchFamily="2" charset="-78"/>
              </a:endParaRPr>
            </a:p>
          </p:txBody>
        </p:sp>
        <p:sp>
          <p:nvSpPr>
            <p:cNvPr id="115" name="Rounded Rectangle 51">
              <a:extLst>
                <a:ext uri="{FF2B5EF4-FFF2-40B4-BE49-F238E27FC236}">
                  <a16:creationId xmlns:a16="http://schemas.microsoft.com/office/drawing/2014/main" id="{CE674665-347B-9B6B-01A8-5018D55A1F0C}"/>
                </a:ext>
              </a:extLst>
            </p:cNvPr>
            <p:cNvSpPr/>
            <p:nvPr/>
          </p:nvSpPr>
          <p:spPr>
            <a:xfrm>
              <a:off x="2675938" y="1724708"/>
              <a:ext cx="1462766" cy="4241434"/>
            </a:xfrm>
            <a:prstGeom prst="roundRect">
              <a:avLst>
                <a:gd name="adj" fmla="val 6540"/>
              </a:avLst>
            </a:prstGeom>
            <a:noFill/>
            <a:ln>
              <a:gradFill>
                <a:gsLst>
                  <a:gs pos="0">
                    <a:schemeClr val="accent1"/>
                  </a:gs>
                  <a:gs pos="100000">
                    <a:schemeClr val="accent2"/>
                  </a:gs>
                </a:gsLst>
                <a:lin ang="5400000" scaled="1"/>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eaLnBrk="1" latinLnBrk="0" hangingPunct="1"/>
              <a:endParaRPr lang="en-US" sz="1600">
                <a:latin typeface="Sakkal Majalla" panose="02000000000000000000" pitchFamily="2" charset="-78"/>
                <a:cs typeface="Sakkal Majalla" panose="02000000000000000000" pitchFamily="2" charset="-78"/>
              </a:endParaRPr>
            </a:p>
          </p:txBody>
        </p:sp>
        <p:sp>
          <p:nvSpPr>
            <p:cNvPr id="127" name="Rounded Rectangle 51">
              <a:extLst>
                <a:ext uri="{FF2B5EF4-FFF2-40B4-BE49-F238E27FC236}">
                  <a16:creationId xmlns:a16="http://schemas.microsoft.com/office/drawing/2014/main" id="{5ED6A9B2-B0C8-B2B0-4E91-58B01BAAADCF}"/>
                </a:ext>
              </a:extLst>
            </p:cNvPr>
            <p:cNvSpPr/>
            <p:nvPr/>
          </p:nvSpPr>
          <p:spPr>
            <a:xfrm>
              <a:off x="6260842" y="1724708"/>
              <a:ext cx="1462766" cy="4241434"/>
            </a:xfrm>
            <a:prstGeom prst="roundRect">
              <a:avLst>
                <a:gd name="adj" fmla="val 6540"/>
              </a:avLst>
            </a:prstGeom>
            <a:noFill/>
            <a:ln>
              <a:gradFill>
                <a:gsLst>
                  <a:gs pos="0">
                    <a:schemeClr val="accent1"/>
                  </a:gs>
                  <a:gs pos="100000">
                    <a:schemeClr val="accent2"/>
                  </a:gs>
                </a:gsLst>
                <a:lin ang="5400000" scaled="1"/>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eaLnBrk="1" latinLnBrk="0" hangingPunct="1"/>
              <a:endParaRPr lang="en-US" sz="1600">
                <a:latin typeface="Sakkal Majalla" panose="02000000000000000000" pitchFamily="2" charset="-78"/>
                <a:cs typeface="Sakkal Majalla" panose="02000000000000000000" pitchFamily="2" charset="-78"/>
              </a:endParaRPr>
            </a:p>
          </p:txBody>
        </p:sp>
        <p:sp>
          <p:nvSpPr>
            <p:cNvPr id="8" name="Rounded Rectangle 51">
              <a:extLst>
                <a:ext uri="{FF2B5EF4-FFF2-40B4-BE49-F238E27FC236}">
                  <a16:creationId xmlns:a16="http://schemas.microsoft.com/office/drawing/2014/main" id="{C1A1435C-022E-EC42-C3C4-04894000C60F}"/>
                </a:ext>
              </a:extLst>
            </p:cNvPr>
            <p:cNvSpPr/>
            <p:nvPr/>
          </p:nvSpPr>
          <p:spPr>
            <a:xfrm>
              <a:off x="883486" y="1724708"/>
              <a:ext cx="1462766" cy="4241434"/>
            </a:xfrm>
            <a:prstGeom prst="roundRect">
              <a:avLst>
                <a:gd name="adj" fmla="val 6540"/>
              </a:avLst>
            </a:prstGeom>
            <a:noFill/>
            <a:ln>
              <a:gradFill>
                <a:gsLst>
                  <a:gs pos="0">
                    <a:schemeClr val="accent1"/>
                  </a:gs>
                  <a:gs pos="100000">
                    <a:schemeClr val="accent2"/>
                  </a:gs>
                </a:gsLst>
                <a:lin ang="5400000" scaled="1"/>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eaLnBrk="1" latinLnBrk="0" hangingPunct="1"/>
              <a:endParaRPr lang="en-US" sz="1600">
                <a:latin typeface="Sakkal Majalla" panose="02000000000000000000" pitchFamily="2" charset="-78"/>
                <a:cs typeface="Sakkal Majalla" panose="02000000000000000000" pitchFamily="2" charset="-78"/>
              </a:endParaRPr>
            </a:p>
          </p:txBody>
        </p:sp>
      </p:grpSp>
      <p:sp>
        <p:nvSpPr>
          <p:cNvPr id="7" name="Title 6">
            <a:extLst>
              <a:ext uri="{FF2B5EF4-FFF2-40B4-BE49-F238E27FC236}">
                <a16:creationId xmlns:a16="http://schemas.microsoft.com/office/drawing/2014/main" id="{9CB9BB3D-AB3F-25C9-4789-52EE41607593}"/>
              </a:ext>
            </a:extLst>
          </p:cNvPr>
          <p:cNvSpPr>
            <a:spLocks noGrp="1"/>
          </p:cNvSpPr>
          <p:nvPr>
            <p:ph type="title"/>
          </p:nvPr>
        </p:nvSpPr>
        <p:spPr/>
        <p:txBody>
          <a:bodyPr/>
          <a:lstStyle/>
          <a:p>
            <a:r>
              <a:rPr lang="ar-EG" dirty="0"/>
              <a:t>تحديد مؤشرات الأداء الاستراتيجية للبنية المؤسسية</a:t>
            </a:r>
            <a:endParaRPr lang="en-GB" dirty="0"/>
          </a:p>
        </p:txBody>
      </p:sp>
      <p:grpSp>
        <p:nvGrpSpPr>
          <p:cNvPr id="67" name="Group 66">
            <a:extLst>
              <a:ext uri="{FF2B5EF4-FFF2-40B4-BE49-F238E27FC236}">
                <a16:creationId xmlns:a16="http://schemas.microsoft.com/office/drawing/2014/main" id="{13333B33-64F8-AA57-8B5B-DDEB207322C2}"/>
              </a:ext>
            </a:extLst>
          </p:cNvPr>
          <p:cNvGrpSpPr/>
          <p:nvPr/>
        </p:nvGrpSpPr>
        <p:grpSpPr>
          <a:xfrm>
            <a:off x="9887683" y="1333500"/>
            <a:ext cx="1378896" cy="765132"/>
            <a:chOff x="1320393" y="2025"/>
            <a:chExt cx="1485442" cy="885778"/>
          </a:xfrm>
          <a:solidFill>
            <a:schemeClr val="accent2">
              <a:lumMod val="75000"/>
            </a:schemeClr>
          </a:solidFill>
        </p:grpSpPr>
        <p:sp>
          <p:nvSpPr>
            <p:cNvPr id="72" name="Rounded Rectangle 36">
              <a:extLst>
                <a:ext uri="{FF2B5EF4-FFF2-40B4-BE49-F238E27FC236}">
                  <a16:creationId xmlns:a16="http://schemas.microsoft.com/office/drawing/2014/main" id="{3FBA6EC5-4D87-D03B-6A70-3C5E80298F07}"/>
                </a:ext>
              </a:extLst>
            </p:cNvPr>
            <p:cNvSpPr/>
            <p:nvPr/>
          </p:nvSpPr>
          <p:spPr>
            <a:xfrm>
              <a:off x="1320393" y="2025"/>
              <a:ext cx="1485442" cy="885778"/>
            </a:xfrm>
            <a:prstGeom prst="roundRect">
              <a:avLst/>
            </a:prstGeom>
            <a:grpFill/>
            <a:ln w="19050">
              <a:solidFill>
                <a:schemeClr val="bg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sz="1000" b="1">
                <a:latin typeface="Sakkal Majalla" panose="02000000000000000000" pitchFamily="2" charset="-78"/>
                <a:cs typeface="Sakkal Majalla" panose="02000000000000000000" pitchFamily="2" charset="-78"/>
              </a:endParaRPr>
            </a:p>
          </p:txBody>
        </p:sp>
        <p:sp>
          <p:nvSpPr>
            <p:cNvPr id="73" name="Rounded Rectangle 4">
              <a:extLst>
                <a:ext uri="{FF2B5EF4-FFF2-40B4-BE49-F238E27FC236}">
                  <a16:creationId xmlns:a16="http://schemas.microsoft.com/office/drawing/2014/main" id="{8F7D36CB-196D-B76E-FBB9-6777EE64D66B}"/>
                </a:ext>
              </a:extLst>
            </p:cNvPr>
            <p:cNvSpPr txBox="1"/>
            <p:nvPr/>
          </p:nvSpPr>
          <p:spPr>
            <a:xfrm>
              <a:off x="1363633" y="45265"/>
              <a:ext cx="1398962" cy="799298"/>
            </a:xfrm>
            <a:prstGeom prst="rect">
              <a:avLst/>
            </a:prstGeom>
            <a:noFill/>
            <a:ln w="6350">
              <a:noFill/>
            </a:ln>
          </p:spPr>
          <p:style>
            <a:lnRef idx="0">
              <a:scrgbClr r="0" g="0" b="0"/>
            </a:lnRef>
            <a:fillRef idx="0">
              <a:scrgbClr r="0" g="0" b="0"/>
            </a:fillRef>
            <a:effectRef idx="0">
              <a:scrgbClr r="0" g="0" b="0"/>
            </a:effectRef>
            <a:fontRef idx="minor">
              <a:schemeClr val="lt1"/>
            </a:fontRef>
          </p:style>
          <p:txBody>
            <a:bodyPr spcFirstLastPara="0" vert="horz" wrap="square" lIns="57150" tIns="28575" rIns="57150" bIns="28575" numCol="1" spcCol="1270" anchor="ctr" anchorCtr="0">
              <a:noAutofit/>
            </a:bodyPr>
            <a:lstStyle/>
            <a:p>
              <a:pPr algn="ctr" rtl="1">
                <a:lnSpc>
                  <a:spcPct val="90000"/>
                </a:lnSpc>
              </a:pPr>
              <a:r>
                <a:rPr lang="en-US" sz="1600" b="1" dirty="0">
                  <a:latin typeface="Sakkal Majalla" panose="02000000000000000000" pitchFamily="2" charset="-78"/>
                  <a:ea typeface="Calibri" panose="020F0502020204030204" pitchFamily="34" charset="0"/>
                  <a:cs typeface="Sakkal Majalla" panose="02000000000000000000" pitchFamily="2" charset="-78"/>
                </a:rPr>
                <a:t>EAG01</a:t>
              </a:r>
              <a:r>
                <a:rPr lang="ar-EG" sz="1600" b="1" dirty="0">
                  <a:latin typeface="Sakkal Majalla" panose="02000000000000000000" pitchFamily="2" charset="-78"/>
                  <a:ea typeface="Calibri" panose="020F0502020204030204" pitchFamily="34" charset="0"/>
                  <a:cs typeface="Sakkal Majalla" panose="02000000000000000000" pitchFamily="2" charset="-78"/>
                </a:rPr>
                <a:t>: </a:t>
              </a:r>
              <a:r>
                <a:rPr lang="ar-SA" sz="1600" b="1" dirty="0">
                  <a:latin typeface="Sakkal Majalla" panose="02000000000000000000" pitchFamily="2" charset="-78"/>
                  <a:ea typeface="Calibri" panose="020F0502020204030204" pitchFamily="34" charset="0"/>
                  <a:cs typeface="Sakkal Majalla" panose="02000000000000000000" pitchFamily="2" charset="-78"/>
                </a:rPr>
                <a:t>دعم اتخاذ القرارات</a:t>
              </a:r>
            </a:p>
          </p:txBody>
        </p:sp>
      </p:grpSp>
      <p:grpSp>
        <p:nvGrpSpPr>
          <p:cNvPr id="94" name="Group 93">
            <a:extLst>
              <a:ext uri="{FF2B5EF4-FFF2-40B4-BE49-F238E27FC236}">
                <a16:creationId xmlns:a16="http://schemas.microsoft.com/office/drawing/2014/main" id="{63D2B268-335F-ABDF-5159-D17C10242765}"/>
              </a:ext>
            </a:extLst>
          </p:cNvPr>
          <p:cNvGrpSpPr/>
          <p:nvPr/>
        </p:nvGrpSpPr>
        <p:grpSpPr>
          <a:xfrm>
            <a:off x="8095229" y="1333500"/>
            <a:ext cx="1378896" cy="765132"/>
            <a:chOff x="1320393" y="2025"/>
            <a:chExt cx="1485442" cy="885778"/>
          </a:xfrm>
          <a:solidFill>
            <a:schemeClr val="accent2">
              <a:lumMod val="75000"/>
            </a:schemeClr>
          </a:solidFill>
        </p:grpSpPr>
        <p:sp>
          <p:nvSpPr>
            <p:cNvPr id="99" name="Rounded Rectangle 36">
              <a:extLst>
                <a:ext uri="{FF2B5EF4-FFF2-40B4-BE49-F238E27FC236}">
                  <a16:creationId xmlns:a16="http://schemas.microsoft.com/office/drawing/2014/main" id="{DDB1CD19-68EA-FE44-D718-F155087F6DD7}"/>
                </a:ext>
              </a:extLst>
            </p:cNvPr>
            <p:cNvSpPr/>
            <p:nvPr/>
          </p:nvSpPr>
          <p:spPr>
            <a:xfrm>
              <a:off x="1320393" y="2025"/>
              <a:ext cx="1485442" cy="885778"/>
            </a:xfrm>
            <a:prstGeom prst="roundRect">
              <a:avLst/>
            </a:prstGeom>
            <a:grpFill/>
            <a:ln w="19050">
              <a:solidFill>
                <a:schemeClr val="bg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sz="1000" b="1">
                <a:latin typeface="Sakkal Majalla" panose="02000000000000000000" pitchFamily="2" charset="-78"/>
                <a:cs typeface="Sakkal Majalla" panose="02000000000000000000" pitchFamily="2" charset="-78"/>
              </a:endParaRPr>
            </a:p>
          </p:txBody>
        </p:sp>
        <p:sp>
          <p:nvSpPr>
            <p:cNvPr id="100" name="Rounded Rectangle 4">
              <a:extLst>
                <a:ext uri="{FF2B5EF4-FFF2-40B4-BE49-F238E27FC236}">
                  <a16:creationId xmlns:a16="http://schemas.microsoft.com/office/drawing/2014/main" id="{B9E818ED-3E1E-E04D-1E0D-D63E9BA437EA}"/>
                </a:ext>
              </a:extLst>
            </p:cNvPr>
            <p:cNvSpPr txBox="1"/>
            <p:nvPr/>
          </p:nvSpPr>
          <p:spPr>
            <a:xfrm>
              <a:off x="1363633" y="45265"/>
              <a:ext cx="1398962" cy="799298"/>
            </a:xfrm>
            <a:prstGeom prst="rect">
              <a:avLst/>
            </a:prstGeom>
            <a:noFill/>
            <a:ln w="6350">
              <a:noFill/>
            </a:ln>
          </p:spPr>
          <p:style>
            <a:lnRef idx="0">
              <a:scrgbClr r="0" g="0" b="0"/>
            </a:lnRef>
            <a:fillRef idx="0">
              <a:scrgbClr r="0" g="0" b="0"/>
            </a:fillRef>
            <a:effectRef idx="0">
              <a:scrgbClr r="0" g="0" b="0"/>
            </a:effectRef>
            <a:fontRef idx="minor">
              <a:schemeClr val="lt1"/>
            </a:fontRef>
          </p:style>
          <p:txBody>
            <a:bodyPr spcFirstLastPara="0" vert="horz" wrap="square" lIns="57150" tIns="28575" rIns="57150" bIns="28575" numCol="1" spcCol="1270" anchor="ctr" anchorCtr="0">
              <a:noAutofit/>
            </a:bodyPr>
            <a:lstStyle/>
            <a:p>
              <a:pPr algn="ctr" rtl="1">
                <a:lnSpc>
                  <a:spcPct val="90000"/>
                </a:lnSpc>
              </a:pPr>
              <a:r>
                <a:rPr lang="en-US" sz="1600" b="1" dirty="0">
                  <a:latin typeface="Sakkal Majalla" panose="02000000000000000000" pitchFamily="2" charset="-78"/>
                  <a:ea typeface="Calibri" panose="020F0502020204030204" pitchFamily="34" charset="0"/>
                  <a:cs typeface="Sakkal Majalla" panose="02000000000000000000" pitchFamily="2" charset="-78"/>
                </a:rPr>
                <a:t>EAG02</a:t>
              </a:r>
              <a:r>
                <a:rPr lang="ar-EG" sz="1600" b="1" dirty="0">
                  <a:latin typeface="Sakkal Majalla" panose="02000000000000000000" pitchFamily="2" charset="-78"/>
                  <a:ea typeface="Calibri" panose="020F0502020204030204" pitchFamily="34" charset="0"/>
                  <a:cs typeface="Sakkal Majalla" panose="02000000000000000000" pitchFamily="2" charset="-78"/>
                </a:rPr>
                <a:t>: تعزيز الكفاءة التشغيلية وكفاءة الانفاق</a:t>
              </a:r>
              <a:endParaRPr lang="ar-SA" sz="1600" b="1" dirty="0">
                <a:latin typeface="Sakkal Majalla" panose="02000000000000000000" pitchFamily="2" charset="-78"/>
                <a:ea typeface="Calibri" panose="020F0502020204030204" pitchFamily="34" charset="0"/>
                <a:cs typeface="Sakkal Majalla" panose="02000000000000000000" pitchFamily="2" charset="-78"/>
              </a:endParaRPr>
            </a:p>
          </p:txBody>
        </p:sp>
      </p:grpSp>
      <p:grpSp>
        <p:nvGrpSpPr>
          <p:cNvPr id="105" name="Group 104">
            <a:extLst>
              <a:ext uri="{FF2B5EF4-FFF2-40B4-BE49-F238E27FC236}">
                <a16:creationId xmlns:a16="http://schemas.microsoft.com/office/drawing/2014/main" id="{19693FDE-320F-C9DD-7886-E2BD8B94EF83}"/>
              </a:ext>
            </a:extLst>
          </p:cNvPr>
          <p:cNvGrpSpPr/>
          <p:nvPr/>
        </p:nvGrpSpPr>
        <p:grpSpPr>
          <a:xfrm>
            <a:off x="4510325" y="1333500"/>
            <a:ext cx="1378896" cy="765132"/>
            <a:chOff x="1320393" y="2025"/>
            <a:chExt cx="1485442" cy="885778"/>
          </a:xfrm>
          <a:solidFill>
            <a:schemeClr val="accent2">
              <a:lumMod val="75000"/>
            </a:schemeClr>
          </a:solidFill>
        </p:grpSpPr>
        <p:sp>
          <p:nvSpPr>
            <p:cNvPr id="109" name="Rounded Rectangle 36">
              <a:extLst>
                <a:ext uri="{FF2B5EF4-FFF2-40B4-BE49-F238E27FC236}">
                  <a16:creationId xmlns:a16="http://schemas.microsoft.com/office/drawing/2014/main" id="{C46C247A-13D2-2AA3-172B-19B6FA7F9880}"/>
                </a:ext>
              </a:extLst>
            </p:cNvPr>
            <p:cNvSpPr/>
            <p:nvPr/>
          </p:nvSpPr>
          <p:spPr>
            <a:xfrm>
              <a:off x="1320393" y="2025"/>
              <a:ext cx="1485442" cy="885778"/>
            </a:xfrm>
            <a:prstGeom prst="roundRect">
              <a:avLst/>
            </a:prstGeom>
            <a:grpFill/>
            <a:ln w="19050">
              <a:solidFill>
                <a:schemeClr val="bg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sz="1000" b="1">
                <a:latin typeface="Sakkal Majalla" panose="02000000000000000000" pitchFamily="2" charset="-78"/>
                <a:cs typeface="Sakkal Majalla" panose="02000000000000000000" pitchFamily="2" charset="-78"/>
              </a:endParaRPr>
            </a:p>
          </p:txBody>
        </p:sp>
        <p:sp>
          <p:nvSpPr>
            <p:cNvPr id="110" name="Rounded Rectangle 4">
              <a:extLst>
                <a:ext uri="{FF2B5EF4-FFF2-40B4-BE49-F238E27FC236}">
                  <a16:creationId xmlns:a16="http://schemas.microsoft.com/office/drawing/2014/main" id="{62169E97-802E-617A-C199-A9BD0252C3ED}"/>
                </a:ext>
              </a:extLst>
            </p:cNvPr>
            <p:cNvSpPr txBox="1"/>
            <p:nvPr/>
          </p:nvSpPr>
          <p:spPr>
            <a:xfrm>
              <a:off x="1363633" y="45265"/>
              <a:ext cx="1398962" cy="799298"/>
            </a:xfrm>
            <a:prstGeom prst="rect">
              <a:avLst/>
            </a:prstGeom>
            <a:noFill/>
            <a:ln w="6350">
              <a:noFill/>
            </a:ln>
          </p:spPr>
          <p:style>
            <a:lnRef idx="0">
              <a:scrgbClr r="0" g="0" b="0"/>
            </a:lnRef>
            <a:fillRef idx="0">
              <a:scrgbClr r="0" g="0" b="0"/>
            </a:fillRef>
            <a:effectRef idx="0">
              <a:scrgbClr r="0" g="0" b="0"/>
            </a:effectRef>
            <a:fontRef idx="minor">
              <a:schemeClr val="lt1"/>
            </a:fontRef>
          </p:style>
          <p:txBody>
            <a:bodyPr spcFirstLastPara="0" vert="horz" wrap="square" lIns="57150" tIns="28575" rIns="57150" bIns="28575" numCol="1" spcCol="1270" anchor="ctr" anchorCtr="0">
              <a:noAutofit/>
            </a:bodyPr>
            <a:lstStyle/>
            <a:p>
              <a:pPr algn="ctr" rtl="1">
                <a:lnSpc>
                  <a:spcPct val="90000"/>
                </a:lnSpc>
              </a:pPr>
              <a:r>
                <a:rPr lang="en-US" sz="1600" b="1" dirty="0">
                  <a:latin typeface="Sakkal Majalla" panose="02000000000000000000" pitchFamily="2" charset="-78"/>
                  <a:ea typeface="Calibri" panose="020F0502020204030204" pitchFamily="34" charset="0"/>
                  <a:cs typeface="Sakkal Majalla" panose="02000000000000000000" pitchFamily="2" charset="-78"/>
                </a:rPr>
                <a:t>EAG04</a:t>
              </a:r>
              <a:r>
                <a:rPr lang="ar-EG" sz="1600" b="1" dirty="0">
                  <a:latin typeface="Sakkal Majalla" panose="02000000000000000000" pitchFamily="2" charset="-78"/>
                  <a:ea typeface="Calibri" panose="020F0502020204030204" pitchFamily="34" charset="0"/>
                  <a:cs typeface="Sakkal Majalla" panose="02000000000000000000" pitchFamily="2" charset="-78"/>
                </a:rPr>
                <a:t>: </a:t>
              </a:r>
              <a:r>
                <a:rPr lang="ar-SA" sz="1600" b="1" dirty="0">
                  <a:latin typeface="Sakkal Majalla" panose="02000000000000000000" pitchFamily="2" charset="-78"/>
                  <a:ea typeface="Calibri" panose="020F0502020204030204" pitchFamily="34" charset="0"/>
                  <a:cs typeface="Sakkal Majalla" panose="02000000000000000000" pitchFamily="2" charset="-78"/>
                </a:rPr>
                <a:t>دعم تحسين تجربة المستفيد</a:t>
              </a:r>
            </a:p>
          </p:txBody>
        </p:sp>
      </p:grpSp>
      <p:grpSp>
        <p:nvGrpSpPr>
          <p:cNvPr id="116" name="Group 115">
            <a:extLst>
              <a:ext uri="{FF2B5EF4-FFF2-40B4-BE49-F238E27FC236}">
                <a16:creationId xmlns:a16="http://schemas.microsoft.com/office/drawing/2014/main" id="{2D98F9E8-DB68-03D7-4ACD-E84015EBC248}"/>
              </a:ext>
            </a:extLst>
          </p:cNvPr>
          <p:cNvGrpSpPr/>
          <p:nvPr/>
        </p:nvGrpSpPr>
        <p:grpSpPr>
          <a:xfrm>
            <a:off x="2717873" y="1333500"/>
            <a:ext cx="1378896" cy="765132"/>
            <a:chOff x="1320393" y="2025"/>
            <a:chExt cx="1485442" cy="885778"/>
          </a:xfrm>
          <a:solidFill>
            <a:schemeClr val="accent2">
              <a:lumMod val="75000"/>
            </a:schemeClr>
          </a:solidFill>
        </p:grpSpPr>
        <p:sp>
          <p:nvSpPr>
            <p:cNvPr id="121" name="Rounded Rectangle 36">
              <a:extLst>
                <a:ext uri="{FF2B5EF4-FFF2-40B4-BE49-F238E27FC236}">
                  <a16:creationId xmlns:a16="http://schemas.microsoft.com/office/drawing/2014/main" id="{C4343F17-EDB7-BF47-DA19-7EA3F39337C7}"/>
                </a:ext>
              </a:extLst>
            </p:cNvPr>
            <p:cNvSpPr/>
            <p:nvPr/>
          </p:nvSpPr>
          <p:spPr>
            <a:xfrm>
              <a:off x="1320393" y="2025"/>
              <a:ext cx="1485442" cy="885778"/>
            </a:xfrm>
            <a:prstGeom prst="roundRect">
              <a:avLst/>
            </a:prstGeom>
            <a:grpFill/>
            <a:ln w="19050">
              <a:solidFill>
                <a:schemeClr val="bg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sz="1000" b="1">
                <a:latin typeface="Sakkal Majalla" panose="02000000000000000000" pitchFamily="2" charset="-78"/>
                <a:cs typeface="Sakkal Majalla" panose="02000000000000000000" pitchFamily="2" charset="-78"/>
              </a:endParaRPr>
            </a:p>
          </p:txBody>
        </p:sp>
        <p:sp>
          <p:nvSpPr>
            <p:cNvPr id="122" name="Rounded Rectangle 4">
              <a:extLst>
                <a:ext uri="{FF2B5EF4-FFF2-40B4-BE49-F238E27FC236}">
                  <a16:creationId xmlns:a16="http://schemas.microsoft.com/office/drawing/2014/main" id="{20E83104-ADA7-992B-3E87-B54658AAEFB5}"/>
                </a:ext>
              </a:extLst>
            </p:cNvPr>
            <p:cNvSpPr txBox="1"/>
            <p:nvPr/>
          </p:nvSpPr>
          <p:spPr>
            <a:xfrm>
              <a:off x="1344605" y="45265"/>
              <a:ext cx="1445777" cy="799299"/>
            </a:xfrm>
            <a:prstGeom prst="rect">
              <a:avLst/>
            </a:prstGeom>
            <a:noFill/>
            <a:ln w="6350">
              <a:noFill/>
            </a:ln>
          </p:spPr>
          <p:style>
            <a:lnRef idx="0">
              <a:scrgbClr r="0" g="0" b="0"/>
            </a:lnRef>
            <a:fillRef idx="0">
              <a:scrgbClr r="0" g="0" b="0"/>
            </a:fillRef>
            <a:effectRef idx="0">
              <a:scrgbClr r="0" g="0" b="0"/>
            </a:effectRef>
            <a:fontRef idx="minor">
              <a:schemeClr val="lt1"/>
            </a:fontRef>
          </p:style>
          <p:txBody>
            <a:bodyPr spcFirstLastPara="0" vert="horz" wrap="square" lIns="57150" tIns="28575" rIns="57150" bIns="28575" numCol="1" spcCol="1270" anchor="ctr" anchorCtr="0">
              <a:noAutofit/>
            </a:bodyPr>
            <a:lstStyle/>
            <a:p>
              <a:pPr algn="ctr" rtl="1">
                <a:lnSpc>
                  <a:spcPct val="90000"/>
                </a:lnSpc>
              </a:pPr>
              <a:r>
                <a:rPr lang="en-US" sz="1600" b="1" dirty="0">
                  <a:latin typeface="Sakkal Majalla" panose="02000000000000000000" pitchFamily="2" charset="-78"/>
                  <a:ea typeface="Calibri" panose="020F0502020204030204" pitchFamily="34" charset="0"/>
                  <a:cs typeface="Sakkal Majalla" panose="02000000000000000000" pitchFamily="2" charset="-78"/>
                </a:rPr>
                <a:t>EAG05</a:t>
              </a:r>
              <a:r>
                <a:rPr lang="ar-EG" sz="1600" b="1" dirty="0">
                  <a:latin typeface="Sakkal Majalla" panose="02000000000000000000" pitchFamily="2" charset="-78"/>
                  <a:ea typeface="Calibri" panose="020F0502020204030204" pitchFamily="34" charset="0"/>
                  <a:cs typeface="Sakkal Majalla" panose="02000000000000000000" pitchFamily="2" charset="-78"/>
                </a:rPr>
                <a:t>: </a:t>
              </a:r>
              <a:r>
                <a:rPr lang="ar-SA" sz="1600" b="1" dirty="0">
                  <a:latin typeface="Sakkal Majalla" panose="02000000000000000000" pitchFamily="2" charset="-78"/>
                  <a:ea typeface="Calibri" panose="020F0502020204030204" pitchFamily="34" charset="0"/>
                  <a:cs typeface="Sakkal Majalla" panose="02000000000000000000" pitchFamily="2" charset="-78"/>
                </a:rPr>
                <a:t>تعزيز الحوكمة المؤسسية</a:t>
              </a:r>
            </a:p>
          </p:txBody>
        </p:sp>
      </p:grpSp>
      <p:grpSp>
        <p:nvGrpSpPr>
          <p:cNvPr id="128" name="Group 127">
            <a:extLst>
              <a:ext uri="{FF2B5EF4-FFF2-40B4-BE49-F238E27FC236}">
                <a16:creationId xmlns:a16="http://schemas.microsoft.com/office/drawing/2014/main" id="{AA097AB7-F13A-DC57-921B-10D894E04F89}"/>
              </a:ext>
            </a:extLst>
          </p:cNvPr>
          <p:cNvGrpSpPr/>
          <p:nvPr/>
        </p:nvGrpSpPr>
        <p:grpSpPr>
          <a:xfrm>
            <a:off x="6302777" y="1333500"/>
            <a:ext cx="1378896" cy="765132"/>
            <a:chOff x="1320393" y="2025"/>
            <a:chExt cx="1485442" cy="885778"/>
          </a:xfrm>
          <a:solidFill>
            <a:schemeClr val="accent2">
              <a:lumMod val="75000"/>
            </a:schemeClr>
          </a:solidFill>
        </p:grpSpPr>
        <p:sp>
          <p:nvSpPr>
            <p:cNvPr id="133" name="Rounded Rectangle 36">
              <a:extLst>
                <a:ext uri="{FF2B5EF4-FFF2-40B4-BE49-F238E27FC236}">
                  <a16:creationId xmlns:a16="http://schemas.microsoft.com/office/drawing/2014/main" id="{CB7A839F-916A-906E-3A0E-1A5EA141C4E1}"/>
                </a:ext>
              </a:extLst>
            </p:cNvPr>
            <p:cNvSpPr/>
            <p:nvPr/>
          </p:nvSpPr>
          <p:spPr>
            <a:xfrm>
              <a:off x="1320393" y="2025"/>
              <a:ext cx="1485442" cy="885778"/>
            </a:xfrm>
            <a:prstGeom prst="roundRect">
              <a:avLst/>
            </a:prstGeom>
            <a:grpFill/>
            <a:ln w="19050">
              <a:solidFill>
                <a:schemeClr val="bg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sz="1000" b="1">
                <a:latin typeface="Sakkal Majalla" panose="02000000000000000000" pitchFamily="2" charset="-78"/>
                <a:cs typeface="Sakkal Majalla" panose="02000000000000000000" pitchFamily="2" charset="-78"/>
              </a:endParaRPr>
            </a:p>
          </p:txBody>
        </p:sp>
        <p:sp>
          <p:nvSpPr>
            <p:cNvPr id="134" name="Rounded Rectangle 4">
              <a:extLst>
                <a:ext uri="{FF2B5EF4-FFF2-40B4-BE49-F238E27FC236}">
                  <a16:creationId xmlns:a16="http://schemas.microsoft.com/office/drawing/2014/main" id="{494B0449-6636-8753-91A4-E2AB3C2B3423}"/>
                </a:ext>
              </a:extLst>
            </p:cNvPr>
            <p:cNvSpPr txBox="1"/>
            <p:nvPr/>
          </p:nvSpPr>
          <p:spPr>
            <a:xfrm>
              <a:off x="1325189" y="45265"/>
              <a:ext cx="1480646" cy="799299"/>
            </a:xfrm>
            <a:prstGeom prst="rect">
              <a:avLst/>
            </a:prstGeom>
            <a:noFill/>
            <a:ln w="6350">
              <a:noFill/>
            </a:ln>
          </p:spPr>
          <p:style>
            <a:lnRef idx="0">
              <a:scrgbClr r="0" g="0" b="0"/>
            </a:lnRef>
            <a:fillRef idx="0">
              <a:scrgbClr r="0" g="0" b="0"/>
            </a:fillRef>
            <a:effectRef idx="0">
              <a:scrgbClr r="0" g="0" b="0"/>
            </a:effectRef>
            <a:fontRef idx="minor">
              <a:schemeClr val="lt1"/>
            </a:fontRef>
          </p:style>
          <p:txBody>
            <a:bodyPr spcFirstLastPara="0" vert="horz" wrap="square" lIns="57150" tIns="28575" rIns="57150" bIns="28575" numCol="1" spcCol="1270" anchor="ctr" anchorCtr="0">
              <a:noAutofit/>
            </a:bodyPr>
            <a:lstStyle/>
            <a:p>
              <a:pPr algn="ctr" rtl="1">
                <a:lnSpc>
                  <a:spcPct val="90000"/>
                </a:lnSpc>
              </a:pPr>
              <a:r>
                <a:rPr lang="en-US" sz="1600" b="1" dirty="0">
                  <a:latin typeface="Sakkal Majalla" panose="02000000000000000000" pitchFamily="2" charset="-78"/>
                  <a:ea typeface="Calibri" panose="020F0502020204030204" pitchFamily="34" charset="0"/>
                  <a:cs typeface="Sakkal Majalla" panose="02000000000000000000" pitchFamily="2" charset="-78"/>
                </a:rPr>
                <a:t>EAG03</a:t>
              </a:r>
              <a:r>
                <a:rPr lang="ar-EG" sz="1600" b="1" dirty="0">
                  <a:latin typeface="Sakkal Majalla" panose="02000000000000000000" pitchFamily="2" charset="-78"/>
                  <a:ea typeface="Calibri" panose="020F0502020204030204" pitchFamily="34" charset="0"/>
                  <a:cs typeface="Sakkal Majalla" panose="02000000000000000000" pitchFamily="2" charset="-78"/>
                </a:rPr>
                <a:t>: </a:t>
              </a:r>
              <a:r>
                <a:rPr lang="ar-SA" sz="1600" b="1" dirty="0">
                  <a:latin typeface="Sakkal Majalla" panose="02000000000000000000" pitchFamily="2" charset="-78"/>
                  <a:ea typeface="Calibri" panose="020F0502020204030204" pitchFamily="34" charset="0"/>
                  <a:cs typeface="Sakkal Majalla" panose="02000000000000000000" pitchFamily="2" charset="-78"/>
                </a:rPr>
                <a:t>تمكين التحول الرقمي</a:t>
              </a:r>
            </a:p>
          </p:txBody>
        </p:sp>
      </p:grpSp>
      <p:grpSp>
        <p:nvGrpSpPr>
          <p:cNvPr id="9" name="Group 8">
            <a:extLst>
              <a:ext uri="{FF2B5EF4-FFF2-40B4-BE49-F238E27FC236}">
                <a16:creationId xmlns:a16="http://schemas.microsoft.com/office/drawing/2014/main" id="{40A442AE-DB56-0AFA-E8E0-85F78588E185}"/>
              </a:ext>
            </a:extLst>
          </p:cNvPr>
          <p:cNvGrpSpPr/>
          <p:nvPr/>
        </p:nvGrpSpPr>
        <p:grpSpPr>
          <a:xfrm>
            <a:off x="925421" y="1333500"/>
            <a:ext cx="1378896" cy="765132"/>
            <a:chOff x="1320393" y="2025"/>
            <a:chExt cx="1485442" cy="885778"/>
          </a:xfrm>
          <a:solidFill>
            <a:schemeClr val="accent2">
              <a:lumMod val="75000"/>
            </a:schemeClr>
          </a:solidFill>
        </p:grpSpPr>
        <p:sp>
          <p:nvSpPr>
            <p:cNvPr id="12" name="Rounded Rectangle 36">
              <a:extLst>
                <a:ext uri="{FF2B5EF4-FFF2-40B4-BE49-F238E27FC236}">
                  <a16:creationId xmlns:a16="http://schemas.microsoft.com/office/drawing/2014/main" id="{786D815E-AC6C-D4F9-228B-6F5C600810E1}"/>
                </a:ext>
              </a:extLst>
            </p:cNvPr>
            <p:cNvSpPr/>
            <p:nvPr/>
          </p:nvSpPr>
          <p:spPr>
            <a:xfrm>
              <a:off x="1320393" y="2025"/>
              <a:ext cx="1485442" cy="885778"/>
            </a:xfrm>
            <a:prstGeom prst="roundRect">
              <a:avLst/>
            </a:prstGeom>
            <a:grpFill/>
            <a:ln w="19050">
              <a:solidFill>
                <a:schemeClr val="bg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sz="1000" b="1">
                <a:latin typeface="Sakkal Majalla" panose="02000000000000000000" pitchFamily="2" charset="-78"/>
                <a:cs typeface="Sakkal Majalla" panose="02000000000000000000" pitchFamily="2" charset="-78"/>
              </a:endParaRPr>
            </a:p>
          </p:txBody>
        </p:sp>
        <p:sp>
          <p:nvSpPr>
            <p:cNvPr id="13" name="Rounded Rectangle 4">
              <a:extLst>
                <a:ext uri="{FF2B5EF4-FFF2-40B4-BE49-F238E27FC236}">
                  <a16:creationId xmlns:a16="http://schemas.microsoft.com/office/drawing/2014/main" id="{27E2DCAC-0916-2D0C-6CFA-730D0507554B}"/>
                </a:ext>
              </a:extLst>
            </p:cNvPr>
            <p:cNvSpPr txBox="1"/>
            <p:nvPr/>
          </p:nvSpPr>
          <p:spPr>
            <a:xfrm>
              <a:off x="1344605" y="45265"/>
              <a:ext cx="1445777" cy="799299"/>
            </a:xfrm>
            <a:prstGeom prst="rect">
              <a:avLst/>
            </a:prstGeom>
            <a:noFill/>
            <a:ln w="6350">
              <a:noFill/>
            </a:ln>
          </p:spPr>
          <p:style>
            <a:lnRef idx="0">
              <a:scrgbClr r="0" g="0" b="0"/>
            </a:lnRef>
            <a:fillRef idx="0">
              <a:scrgbClr r="0" g="0" b="0"/>
            </a:fillRef>
            <a:effectRef idx="0">
              <a:scrgbClr r="0" g="0" b="0"/>
            </a:effectRef>
            <a:fontRef idx="minor">
              <a:schemeClr val="lt1"/>
            </a:fontRef>
          </p:style>
          <p:txBody>
            <a:bodyPr spcFirstLastPara="0" vert="horz" wrap="square" lIns="57150" tIns="28575" rIns="57150" bIns="28575" numCol="1" spcCol="1270" anchor="ctr" anchorCtr="0">
              <a:noAutofit/>
            </a:bodyPr>
            <a:lstStyle/>
            <a:p>
              <a:pPr algn="ctr" rtl="1">
                <a:lnSpc>
                  <a:spcPct val="90000"/>
                </a:lnSpc>
              </a:pPr>
              <a:r>
                <a:rPr lang="en-US" sz="1600" b="1" dirty="0">
                  <a:latin typeface="Sakkal Majalla" panose="02000000000000000000" pitchFamily="2" charset="-78"/>
                  <a:ea typeface="Calibri" panose="020F0502020204030204" pitchFamily="34" charset="0"/>
                  <a:cs typeface="Sakkal Majalla" panose="02000000000000000000" pitchFamily="2" charset="-78"/>
                </a:rPr>
                <a:t>EAG06</a:t>
              </a:r>
              <a:r>
                <a:rPr lang="ar-EG" sz="1600" b="1" dirty="0">
                  <a:latin typeface="Sakkal Majalla" panose="02000000000000000000" pitchFamily="2" charset="-78"/>
                  <a:ea typeface="Calibri" panose="020F0502020204030204" pitchFamily="34" charset="0"/>
                  <a:cs typeface="Sakkal Majalla" panose="02000000000000000000" pitchFamily="2" charset="-78"/>
                </a:rPr>
                <a:t>: </a:t>
              </a:r>
              <a:r>
                <a:rPr lang="ar-SA" sz="1600" b="1" dirty="0">
                  <a:latin typeface="Sakkal Majalla" panose="02000000000000000000" pitchFamily="2" charset="-78"/>
                  <a:ea typeface="Calibri" panose="020F0502020204030204" pitchFamily="34" charset="0"/>
                  <a:cs typeface="Sakkal Majalla" panose="02000000000000000000" pitchFamily="2" charset="-78"/>
                </a:rPr>
                <a:t>المواءمة الاستراتيجية</a:t>
              </a:r>
            </a:p>
          </p:txBody>
        </p:sp>
      </p:grpSp>
      <p:grpSp>
        <p:nvGrpSpPr>
          <p:cNvPr id="14" name="Group 13">
            <a:extLst>
              <a:ext uri="{FF2B5EF4-FFF2-40B4-BE49-F238E27FC236}">
                <a16:creationId xmlns:a16="http://schemas.microsoft.com/office/drawing/2014/main" id="{5DF7FBC2-F365-B041-D968-752FFD8FF329}"/>
              </a:ext>
            </a:extLst>
          </p:cNvPr>
          <p:cNvGrpSpPr/>
          <p:nvPr/>
        </p:nvGrpSpPr>
        <p:grpSpPr>
          <a:xfrm>
            <a:off x="974789" y="2643050"/>
            <a:ext cx="10242422" cy="3126338"/>
            <a:chOff x="974789" y="2551449"/>
            <a:chExt cx="10242422" cy="2726302"/>
          </a:xfrm>
        </p:grpSpPr>
        <p:sp>
          <p:nvSpPr>
            <p:cNvPr id="68" name="Freeform 8">
              <a:extLst>
                <a:ext uri="{FF2B5EF4-FFF2-40B4-BE49-F238E27FC236}">
                  <a16:creationId xmlns:a16="http://schemas.microsoft.com/office/drawing/2014/main" id="{0935DE79-3DEF-9D4D-098F-465F124E0A50}"/>
                </a:ext>
              </a:extLst>
            </p:cNvPr>
            <p:cNvSpPr/>
            <p:nvPr/>
          </p:nvSpPr>
          <p:spPr>
            <a:xfrm>
              <a:off x="9937051" y="3997589"/>
              <a:ext cx="1280160" cy="1280160"/>
            </a:xfrm>
            <a:prstGeom prst="roundRect">
              <a:avLst/>
            </a:prstGeom>
            <a:solidFill>
              <a:schemeClr val="bg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rmAutofit/>
            </a:bodyPr>
            <a:lstStyle/>
            <a:p>
              <a:pPr lvl="0" algn="ctr" defTabSz="711200">
                <a:lnSpc>
                  <a:spcPct val="90000"/>
                </a:lnSpc>
                <a:spcBef>
                  <a:spcPct val="0"/>
                </a:spcBef>
                <a:spcAft>
                  <a:spcPct val="35000"/>
                </a:spcAft>
              </a:pPr>
              <a:r>
                <a:rPr lang="ar-SA" sz="1400" b="1" dirty="0">
                  <a:solidFill>
                    <a:schemeClr val="accent1"/>
                  </a:solidFill>
                  <a:latin typeface="Sakkal Majalla" panose="02000000000000000000" pitchFamily="2" charset="-78"/>
                  <a:cs typeface="Sakkal Majalla" panose="02000000000000000000" pitchFamily="2" charset="-78"/>
                </a:rPr>
                <a:t>نسبة القرارات المعتمدة بناءً على توصيات البنية المؤسسية</a:t>
              </a:r>
            </a:p>
          </p:txBody>
        </p:sp>
        <p:sp>
          <p:nvSpPr>
            <p:cNvPr id="69" name="Freeform 8">
              <a:extLst>
                <a:ext uri="{FF2B5EF4-FFF2-40B4-BE49-F238E27FC236}">
                  <a16:creationId xmlns:a16="http://schemas.microsoft.com/office/drawing/2014/main" id="{48B0AD2B-B90B-69AA-8670-03132F3BC970}"/>
                </a:ext>
              </a:extLst>
            </p:cNvPr>
            <p:cNvSpPr/>
            <p:nvPr/>
          </p:nvSpPr>
          <p:spPr>
            <a:xfrm>
              <a:off x="9937051" y="2551450"/>
              <a:ext cx="1280160" cy="1280160"/>
            </a:xfrm>
            <a:prstGeom prst="roundRect">
              <a:avLst/>
            </a:prstGeom>
            <a:solidFill>
              <a:schemeClr val="bg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rmAutofit/>
            </a:bodyPr>
            <a:lstStyle/>
            <a:p>
              <a:pPr lvl="0" algn="ctr" defTabSz="711200">
                <a:lnSpc>
                  <a:spcPct val="90000"/>
                </a:lnSpc>
                <a:spcBef>
                  <a:spcPct val="0"/>
                </a:spcBef>
                <a:spcAft>
                  <a:spcPct val="35000"/>
                </a:spcAft>
              </a:pPr>
              <a:r>
                <a:rPr lang="ar-SA" sz="1400" b="1" dirty="0">
                  <a:solidFill>
                    <a:schemeClr val="accent1"/>
                  </a:solidFill>
                  <a:latin typeface="Sakkal Majalla" panose="02000000000000000000" pitchFamily="2" charset="-78"/>
                  <a:cs typeface="Sakkal Majalla" panose="02000000000000000000" pitchFamily="2" charset="-78"/>
                </a:rPr>
                <a:t>نسبة اكتمال وتوثيق مكونات البنية المؤسسية الداعمة لعمليات التحليل واتخاذ القرار</a:t>
              </a:r>
            </a:p>
          </p:txBody>
        </p:sp>
        <p:sp>
          <p:nvSpPr>
            <p:cNvPr id="95" name="Freeform 8">
              <a:extLst>
                <a:ext uri="{FF2B5EF4-FFF2-40B4-BE49-F238E27FC236}">
                  <a16:creationId xmlns:a16="http://schemas.microsoft.com/office/drawing/2014/main" id="{27E73EE9-6E91-BF4B-D12C-202D92B24338}"/>
                </a:ext>
              </a:extLst>
            </p:cNvPr>
            <p:cNvSpPr/>
            <p:nvPr/>
          </p:nvSpPr>
          <p:spPr>
            <a:xfrm>
              <a:off x="8144597" y="3997589"/>
              <a:ext cx="1280160" cy="1280160"/>
            </a:xfrm>
            <a:prstGeom prst="roundRect">
              <a:avLst/>
            </a:prstGeom>
            <a:solidFill>
              <a:schemeClr val="bg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rmAutofit/>
            </a:bodyPr>
            <a:lstStyle/>
            <a:p>
              <a:pPr lvl="0" algn="ctr" defTabSz="711200">
                <a:lnSpc>
                  <a:spcPct val="90000"/>
                </a:lnSpc>
                <a:spcBef>
                  <a:spcPct val="0"/>
                </a:spcBef>
                <a:spcAft>
                  <a:spcPct val="35000"/>
                </a:spcAft>
              </a:pPr>
              <a:r>
                <a:rPr lang="ar-SA" sz="1400" b="1" dirty="0">
                  <a:solidFill>
                    <a:schemeClr val="accent1"/>
                  </a:solidFill>
                  <a:latin typeface="Sakkal Majalla" panose="02000000000000000000" pitchFamily="2" charset="-78"/>
                  <a:cs typeface="Sakkal Majalla" panose="02000000000000000000" pitchFamily="2" charset="-78"/>
                </a:rPr>
                <a:t>نسبة التوصيات المقدمة من البنية المؤسسية لتحسين كفاءة التشغيل</a:t>
              </a:r>
            </a:p>
          </p:txBody>
        </p:sp>
        <p:sp>
          <p:nvSpPr>
            <p:cNvPr id="96" name="Freeform 8">
              <a:extLst>
                <a:ext uri="{FF2B5EF4-FFF2-40B4-BE49-F238E27FC236}">
                  <a16:creationId xmlns:a16="http://schemas.microsoft.com/office/drawing/2014/main" id="{DC7BF59D-99CF-C7F2-A6AC-5AD494F955BE}"/>
                </a:ext>
              </a:extLst>
            </p:cNvPr>
            <p:cNvSpPr/>
            <p:nvPr/>
          </p:nvSpPr>
          <p:spPr>
            <a:xfrm>
              <a:off x="8144597" y="2551450"/>
              <a:ext cx="1280160" cy="1280160"/>
            </a:xfrm>
            <a:prstGeom prst="roundRect">
              <a:avLst/>
            </a:prstGeom>
            <a:solidFill>
              <a:schemeClr val="bg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rmAutofit/>
            </a:bodyPr>
            <a:lstStyle/>
            <a:p>
              <a:pPr lvl="0" algn="ctr" defTabSz="711200">
                <a:lnSpc>
                  <a:spcPct val="90000"/>
                </a:lnSpc>
                <a:spcBef>
                  <a:spcPct val="0"/>
                </a:spcBef>
                <a:spcAft>
                  <a:spcPct val="35000"/>
                </a:spcAft>
              </a:pPr>
              <a:r>
                <a:rPr lang="ar-SA" sz="1400" b="1" dirty="0">
                  <a:solidFill>
                    <a:schemeClr val="accent1"/>
                  </a:solidFill>
                  <a:latin typeface="Sakkal Majalla" panose="02000000000000000000" pitchFamily="2" charset="-78"/>
                  <a:cs typeface="Sakkal Majalla" panose="02000000000000000000" pitchFamily="2" charset="-78"/>
                </a:rPr>
                <a:t>قيمة الوفر المالي المقدر الناتج عن ممارسات البنية المؤسسية</a:t>
              </a:r>
            </a:p>
          </p:txBody>
        </p:sp>
        <p:sp>
          <p:nvSpPr>
            <p:cNvPr id="107" name="Freeform 8">
              <a:extLst>
                <a:ext uri="{FF2B5EF4-FFF2-40B4-BE49-F238E27FC236}">
                  <a16:creationId xmlns:a16="http://schemas.microsoft.com/office/drawing/2014/main" id="{717263B6-2A88-8956-7FFE-8DFAFD09866C}"/>
                </a:ext>
              </a:extLst>
            </p:cNvPr>
            <p:cNvSpPr/>
            <p:nvPr/>
          </p:nvSpPr>
          <p:spPr>
            <a:xfrm>
              <a:off x="4559693" y="2551449"/>
              <a:ext cx="1280160" cy="2726299"/>
            </a:xfrm>
            <a:prstGeom prst="roundRect">
              <a:avLst>
                <a:gd name="adj" fmla="val 15421"/>
              </a:avLst>
            </a:prstGeom>
            <a:solidFill>
              <a:schemeClr val="bg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rmAutofit/>
            </a:bodyPr>
            <a:lstStyle/>
            <a:p>
              <a:pPr lvl="0" algn="ctr" defTabSz="711200">
                <a:lnSpc>
                  <a:spcPct val="90000"/>
                </a:lnSpc>
                <a:spcBef>
                  <a:spcPct val="0"/>
                </a:spcBef>
                <a:spcAft>
                  <a:spcPct val="35000"/>
                </a:spcAft>
              </a:pPr>
              <a:r>
                <a:rPr lang="ar-SA" sz="1400" b="1" dirty="0">
                  <a:solidFill>
                    <a:schemeClr val="accent1"/>
                  </a:solidFill>
                  <a:latin typeface="Sakkal Majalla" panose="02000000000000000000" pitchFamily="2" charset="-78"/>
                  <a:cs typeface="Sakkal Majalla" panose="02000000000000000000" pitchFamily="2" charset="-78"/>
                </a:rPr>
                <a:t>نسبة الخدمات الرقمية التي تم تحسينها</a:t>
              </a:r>
            </a:p>
          </p:txBody>
        </p:sp>
        <p:sp>
          <p:nvSpPr>
            <p:cNvPr id="117" name="Freeform 8">
              <a:extLst>
                <a:ext uri="{FF2B5EF4-FFF2-40B4-BE49-F238E27FC236}">
                  <a16:creationId xmlns:a16="http://schemas.microsoft.com/office/drawing/2014/main" id="{9AAA591B-FA8B-6CCB-BA20-1662F4CAD237}"/>
                </a:ext>
              </a:extLst>
            </p:cNvPr>
            <p:cNvSpPr/>
            <p:nvPr/>
          </p:nvSpPr>
          <p:spPr>
            <a:xfrm>
              <a:off x="2767241" y="2551450"/>
              <a:ext cx="1280160" cy="1280160"/>
            </a:xfrm>
            <a:prstGeom prst="roundRect">
              <a:avLst/>
            </a:prstGeom>
            <a:solidFill>
              <a:schemeClr val="bg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rmAutofit/>
            </a:bodyPr>
            <a:lstStyle/>
            <a:p>
              <a:pPr lvl="0" algn="ctr" defTabSz="711200">
                <a:lnSpc>
                  <a:spcPct val="90000"/>
                </a:lnSpc>
                <a:spcBef>
                  <a:spcPct val="0"/>
                </a:spcBef>
                <a:spcAft>
                  <a:spcPct val="35000"/>
                </a:spcAft>
              </a:pPr>
              <a:r>
                <a:rPr lang="ar-SA" sz="1400" b="1" dirty="0">
                  <a:solidFill>
                    <a:schemeClr val="accent1"/>
                  </a:solidFill>
                  <a:latin typeface="Sakkal Majalla" panose="02000000000000000000" pitchFamily="2" charset="-78"/>
                  <a:cs typeface="Sakkal Majalla" panose="02000000000000000000" pitchFamily="2" charset="-78"/>
                </a:rPr>
                <a:t>نسبة الامتثال لمعايير ومبادئ البنية المؤسسية المعتمدة</a:t>
              </a:r>
            </a:p>
          </p:txBody>
        </p:sp>
        <p:sp>
          <p:nvSpPr>
            <p:cNvPr id="52" name="Freeform 8">
              <a:extLst>
                <a:ext uri="{FF2B5EF4-FFF2-40B4-BE49-F238E27FC236}">
                  <a16:creationId xmlns:a16="http://schemas.microsoft.com/office/drawing/2014/main" id="{245B3F44-7EF7-40E2-9AD0-B179A01751E4}"/>
                </a:ext>
              </a:extLst>
            </p:cNvPr>
            <p:cNvSpPr/>
            <p:nvPr/>
          </p:nvSpPr>
          <p:spPr>
            <a:xfrm>
              <a:off x="2767241" y="3997589"/>
              <a:ext cx="1280160" cy="1280160"/>
            </a:xfrm>
            <a:prstGeom prst="roundRect">
              <a:avLst/>
            </a:prstGeom>
            <a:solidFill>
              <a:schemeClr val="bg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rmAutofit/>
            </a:bodyPr>
            <a:lstStyle/>
            <a:p>
              <a:pPr lvl="0" algn="ctr" defTabSz="711200">
                <a:lnSpc>
                  <a:spcPct val="90000"/>
                </a:lnSpc>
                <a:spcBef>
                  <a:spcPct val="0"/>
                </a:spcBef>
                <a:spcAft>
                  <a:spcPct val="35000"/>
                </a:spcAft>
              </a:pPr>
              <a:r>
                <a:rPr lang="ar-SA" sz="1400" b="1" dirty="0">
                  <a:solidFill>
                    <a:schemeClr val="accent1"/>
                  </a:solidFill>
                  <a:latin typeface="Sakkal Majalla" panose="02000000000000000000" pitchFamily="2" charset="-78"/>
                  <a:cs typeface="Sakkal Majalla" panose="02000000000000000000" pitchFamily="2" charset="-78"/>
                </a:rPr>
                <a:t>نسبة الإعفاءات المعتمدة مقارنة بإجمالي طلبات عدم الامتثال</a:t>
              </a:r>
            </a:p>
          </p:txBody>
        </p:sp>
        <p:sp>
          <p:nvSpPr>
            <p:cNvPr id="129" name="Freeform 8">
              <a:extLst>
                <a:ext uri="{FF2B5EF4-FFF2-40B4-BE49-F238E27FC236}">
                  <a16:creationId xmlns:a16="http://schemas.microsoft.com/office/drawing/2014/main" id="{51FF1B52-B76A-F4C1-C8EE-F8AAFE9A4BF4}"/>
                </a:ext>
              </a:extLst>
            </p:cNvPr>
            <p:cNvSpPr/>
            <p:nvPr/>
          </p:nvSpPr>
          <p:spPr>
            <a:xfrm>
              <a:off x="6352145" y="3997589"/>
              <a:ext cx="1280160" cy="1280160"/>
            </a:xfrm>
            <a:prstGeom prst="roundRect">
              <a:avLst/>
            </a:prstGeom>
            <a:solidFill>
              <a:schemeClr val="bg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rmAutofit/>
            </a:bodyPr>
            <a:lstStyle/>
            <a:p>
              <a:pPr lvl="0" algn="ctr" defTabSz="711200">
                <a:lnSpc>
                  <a:spcPct val="90000"/>
                </a:lnSpc>
                <a:spcBef>
                  <a:spcPct val="0"/>
                </a:spcBef>
                <a:spcAft>
                  <a:spcPct val="35000"/>
                </a:spcAft>
              </a:pPr>
              <a:r>
                <a:rPr lang="ar-SA" sz="1400" b="1" dirty="0">
                  <a:solidFill>
                    <a:schemeClr val="accent1"/>
                  </a:solidFill>
                  <a:latin typeface="Sakkal Majalla" panose="02000000000000000000" pitchFamily="2" charset="-78"/>
                  <a:cs typeface="Sakkal Majalla" panose="02000000000000000000" pitchFamily="2" charset="-78"/>
                </a:rPr>
                <a:t>نسبة المبادرات والمشاريع والأفكار الداعمة للابتكار والتقنيات الناشئة</a:t>
              </a:r>
            </a:p>
          </p:txBody>
        </p:sp>
        <p:sp>
          <p:nvSpPr>
            <p:cNvPr id="130" name="Freeform 8">
              <a:extLst>
                <a:ext uri="{FF2B5EF4-FFF2-40B4-BE49-F238E27FC236}">
                  <a16:creationId xmlns:a16="http://schemas.microsoft.com/office/drawing/2014/main" id="{27B7D4D2-61EE-6A85-6900-D9E6140F4C0C}"/>
                </a:ext>
              </a:extLst>
            </p:cNvPr>
            <p:cNvSpPr/>
            <p:nvPr/>
          </p:nvSpPr>
          <p:spPr>
            <a:xfrm>
              <a:off x="6352145" y="2551450"/>
              <a:ext cx="1280160" cy="1280160"/>
            </a:xfrm>
            <a:prstGeom prst="roundRect">
              <a:avLst/>
            </a:prstGeom>
            <a:solidFill>
              <a:schemeClr val="bg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rmAutofit/>
            </a:bodyPr>
            <a:lstStyle/>
            <a:p>
              <a:pPr lvl="0" algn="ctr" defTabSz="711200">
                <a:lnSpc>
                  <a:spcPct val="90000"/>
                </a:lnSpc>
                <a:spcBef>
                  <a:spcPct val="0"/>
                </a:spcBef>
                <a:spcAft>
                  <a:spcPct val="35000"/>
                </a:spcAft>
              </a:pPr>
              <a:r>
                <a:rPr lang="ar-SA" sz="1400" b="1" dirty="0">
                  <a:solidFill>
                    <a:schemeClr val="accent1"/>
                  </a:solidFill>
                  <a:latin typeface="Sakkal Majalla" panose="02000000000000000000" pitchFamily="2" charset="-78"/>
                  <a:cs typeface="Sakkal Majalla" panose="02000000000000000000" pitchFamily="2" charset="-78"/>
                </a:rPr>
                <a:t>نسبة تغطية فجوات ومتطلبات البنية المؤسسية ضمن خارطة الطريق المعتمدة للتحول الرقمي</a:t>
              </a:r>
            </a:p>
          </p:txBody>
        </p:sp>
        <p:grpSp>
          <p:nvGrpSpPr>
            <p:cNvPr id="6" name="Group 5">
              <a:extLst>
                <a:ext uri="{FF2B5EF4-FFF2-40B4-BE49-F238E27FC236}">
                  <a16:creationId xmlns:a16="http://schemas.microsoft.com/office/drawing/2014/main" id="{224FABDD-2F35-07E2-E394-72C76BCB5164}"/>
                </a:ext>
              </a:extLst>
            </p:cNvPr>
            <p:cNvGrpSpPr/>
            <p:nvPr/>
          </p:nvGrpSpPr>
          <p:grpSpPr>
            <a:xfrm>
              <a:off x="974789" y="2551450"/>
              <a:ext cx="1280160" cy="2726301"/>
              <a:chOff x="974789" y="2551448"/>
              <a:chExt cx="1280160" cy="4172440"/>
            </a:xfrm>
          </p:grpSpPr>
          <p:sp>
            <p:nvSpPr>
              <p:cNvPr id="10" name="Freeform 8">
                <a:extLst>
                  <a:ext uri="{FF2B5EF4-FFF2-40B4-BE49-F238E27FC236}">
                    <a16:creationId xmlns:a16="http://schemas.microsoft.com/office/drawing/2014/main" id="{EF955852-88E3-64CE-7F9D-68716C9FE3EB}"/>
                  </a:ext>
                </a:extLst>
              </p:cNvPr>
              <p:cNvSpPr/>
              <p:nvPr/>
            </p:nvSpPr>
            <p:spPr>
              <a:xfrm>
                <a:off x="974789" y="2551448"/>
                <a:ext cx="1280160" cy="1280161"/>
              </a:xfrm>
              <a:prstGeom prst="roundRect">
                <a:avLst/>
              </a:prstGeom>
              <a:solidFill>
                <a:schemeClr val="bg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rmAutofit lnSpcReduction="10000"/>
              </a:bodyPr>
              <a:lstStyle/>
              <a:p>
                <a:pPr lvl="0" algn="ctr" rtl="1">
                  <a:defRPr/>
                </a:pPr>
                <a:r>
                  <a:rPr lang="ar-EG" sz="1400" b="1" dirty="0">
                    <a:solidFill>
                      <a:schemeClr val="accent1"/>
                    </a:solidFill>
                    <a:latin typeface="Sakkal Majalla" panose="02000000000000000000" pitchFamily="2" charset="-78"/>
                    <a:cs typeface="Sakkal Majalla" panose="02000000000000000000" pitchFamily="2" charset="-78"/>
                  </a:rPr>
                  <a:t>عدد طلبات المشاريع التي تم مراجعتها من مكتب البنية المؤسسية</a:t>
                </a:r>
              </a:p>
            </p:txBody>
          </p:sp>
          <p:sp>
            <p:nvSpPr>
              <p:cNvPr id="11" name="Freeform 8">
                <a:extLst>
                  <a:ext uri="{FF2B5EF4-FFF2-40B4-BE49-F238E27FC236}">
                    <a16:creationId xmlns:a16="http://schemas.microsoft.com/office/drawing/2014/main" id="{EA0A4DAF-34D0-A91F-20F6-4143884924EC}"/>
                  </a:ext>
                </a:extLst>
              </p:cNvPr>
              <p:cNvSpPr/>
              <p:nvPr/>
            </p:nvSpPr>
            <p:spPr>
              <a:xfrm>
                <a:off x="974789" y="3997589"/>
                <a:ext cx="1280160" cy="1280160"/>
              </a:xfrm>
              <a:prstGeom prst="roundRect">
                <a:avLst/>
              </a:prstGeom>
              <a:solidFill>
                <a:schemeClr val="bg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rmAutofit fontScale="92500" lnSpcReduction="20000"/>
              </a:bodyPr>
              <a:lstStyle/>
              <a:p>
                <a:pPr lvl="0" algn="ctr" defTabSz="711200">
                  <a:lnSpc>
                    <a:spcPct val="90000"/>
                  </a:lnSpc>
                  <a:spcBef>
                    <a:spcPct val="0"/>
                  </a:spcBef>
                  <a:spcAft>
                    <a:spcPct val="35000"/>
                  </a:spcAft>
                </a:pPr>
                <a:r>
                  <a:rPr lang="ar-SA" sz="1400" b="1" dirty="0">
                    <a:solidFill>
                      <a:schemeClr val="accent1"/>
                    </a:solidFill>
                    <a:latin typeface="Sakkal Majalla" panose="02000000000000000000" pitchFamily="2" charset="-78"/>
                    <a:cs typeface="Sakkal Majalla" panose="02000000000000000000" pitchFamily="2" charset="-78"/>
                  </a:rPr>
                  <a:t>نسبة الاستراتيجيات الرقمية المعتمدة داخل الهيئة التي </a:t>
                </a:r>
                <a:r>
                  <a:rPr lang="ar-SA" sz="1400" b="1" dirty="0" err="1">
                    <a:solidFill>
                      <a:schemeClr val="accent1"/>
                    </a:solidFill>
                    <a:latin typeface="Sakkal Majalla" panose="02000000000000000000" pitchFamily="2" charset="-78"/>
                    <a:cs typeface="Sakkal Majalla" panose="02000000000000000000" pitchFamily="2" charset="-78"/>
                  </a:rPr>
                  <a:t>تواءمت</a:t>
                </a:r>
                <a:r>
                  <a:rPr lang="ar-SA" sz="1400" b="1" dirty="0">
                    <a:solidFill>
                      <a:schemeClr val="accent1"/>
                    </a:solidFill>
                    <a:latin typeface="Sakkal Majalla" panose="02000000000000000000" pitchFamily="2" charset="-78"/>
                    <a:cs typeface="Sakkal Majalla" panose="02000000000000000000" pitchFamily="2" charset="-78"/>
                  </a:rPr>
                  <a:t> معها استراتيجية البنية المؤسسية</a:t>
                </a:r>
              </a:p>
            </p:txBody>
          </p:sp>
          <p:sp>
            <p:nvSpPr>
              <p:cNvPr id="4" name="Freeform 8">
                <a:extLst>
                  <a:ext uri="{FF2B5EF4-FFF2-40B4-BE49-F238E27FC236}">
                    <a16:creationId xmlns:a16="http://schemas.microsoft.com/office/drawing/2014/main" id="{9D37319E-72B3-7B8A-8413-851819F19387}"/>
                  </a:ext>
                </a:extLst>
              </p:cNvPr>
              <p:cNvSpPr/>
              <p:nvPr/>
            </p:nvSpPr>
            <p:spPr>
              <a:xfrm>
                <a:off x="974789" y="5443728"/>
                <a:ext cx="1280160" cy="1280160"/>
              </a:xfrm>
              <a:prstGeom prst="roundRect">
                <a:avLst/>
              </a:prstGeom>
              <a:solidFill>
                <a:schemeClr val="bg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rmAutofit/>
              </a:bodyPr>
              <a:lstStyle/>
              <a:p>
                <a:pPr lvl="0" algn="ctr" defTabSz="711200">
                  <a:lnSpc>
                    <a:spcPct val="90000"/>
                  </a:lnSpc>
                  <a:spcBef>
                    <a:spcPct val="0"/>
                  </a:spcBef>
                  <a:spcAft>
                    <a:spcPct val="35000"/>
                  </a:spcAft>
                </a:pPr>
                <a:r>
                  <a:rPr lang="ar-SA" sz="1400" b="1" dirty="0">
                    <a:solidFill>
                      <a:schemeClr val="accent1"/>
                    </a:solidFill>
                    <a:latin typeface="Sakkal Majalla" panose="02000000000000000000" pitchFamily="2" charset="-78"/>
                    <a:cs typeface="Sakkal Majalla" panose="02000000000000000000" pitchFamily="2" charset="-78"/>
                  </a:rPr>
                  <a:t>نسبة المشاريع المعتمدة والمتوائمة استراتيجيًا</a:t>
                </a:r>
              </a:p>
            </p:txBody>
          </p:sp>
        </p:grpSp>
      </p:grpSp>
      <p:sp>
        <p:nvSpPr>
          <p:cNvPr id="53" name="Rounded Rectangle 1">
            <a:extLst>
              <a:ext uri="{FF2B5EF4-FFF2-40B4-BE49-F238E27FC236}">
                <a16:creationId xmlns:a16="http://schemas.microsoft.com/office/drawing/2014/main" id="{C51F10B0-6362-1780-4124-B684287CED36}"/>
              </a:ext>
            </a:extLst>
          </p:cNvPr>
          <p:cNvSpPr/>
          <p:nvPr/>
        </p:nvSpPr>
        <p:spPr>
          <a:xfrm>
            <a:off x="609600" y="2191788"/>
            <a:ext cx="10972800" cy="355574"/>
          </a:xfrm>
          <a:prstGeom prst="roundRect">
            <a:avLst>
              <a:gd name="adj" fmla="val 307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EG" sz="2400" b="1" dirty="0">
                <a:latin typeface="Sakkal Majalla" panose="02000000000000000000" pitchFamily="2" charset="-78"/>
                <a:cs typeface="Sakkal Majalla" panose="02000000000000000000" pitchFamily="2" charset="-78"/>
              </a:rPr>
              <a:t>المؤشرات</a:t>
            </a:r>
            <a:endParaRPr lang="en-US" b="1" dirty="0">
              <a:latin typeface="Sakkal Majalla" panose="02000000000000000000" pitchFamily="2" charset="-78"/>
              <a:cs typeface="Sakkal Majalla" panose="02000000000000000000" pitchFamily="2" charset="-78"/>
            </a:endParaRPr>
          </a:p>
        </p:txBody>
      </p:sp>
      <p:sp>
        <p:nvSpPr>
          <p:cNvPr id="2" name="Slide Number Placeholder 1">
            <a:extLst>
              <a:ext uri="{FF2B5EF4-FFF2-40B4-BE49-F238E27FC236}">
                <a16:creationId xmlns:a16="http://schemas.microsoft.com/office/drawing/2014/main" id="{42FAA500-2A2B-55BA-542B-1B428EA80E11}"/>
              </a:ext>
            </a:extLst>
          </p:cNvPr>
          <p:cNvSpPr>
            <a:spLocks noGrp="1"/>
          </p:cNvSpPr>
          <p:nvPr>
            <p:ph type="sldNum" sz="quarter" idx="12"/>
          </p:nvPr>
        </p:nvSpPr>
        <p:spPr/>
        <p:txBody>
          <a:bodyPr/>
          <a:lstStyle/>
          <a:p>
            <a:fld id="{0BE4EC83-A869-464E-AE9F-881796FB085E}" type="slidenum">
              <a:rPr lang="en-US" smtClean="0"/>
              <a:t>72</a:t>
            </a:fld>
            <a:endParaRPr lang="en-US"/>
          </a:p>
        </p:txBody>
      </p:sp>
    </p:spTree>
    <p:extLst>
      <p:ext uri="{BB962C8B-B14F-4D97-AF65-F5344CB8AC3E}">
        <p14:creationId xmlns:p14="http://schemas.microsoft.com/office/powerpoint/2010/main" val="293792286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 Same Side Corner Rectangle 3"/>
          <p:cNvSpPr/>
          <p:nvPr/>
        </p:nvSpPr>
        <p:spPr>
          <a:xfrm>
            <a:off x="838200" y="1748300"/>
            <a:ext cx="10515601" cy="3975167"/>
          </a:xfrm>
          <a:prstGeom prst="round2SameRect">
            <a:avLst>
              <a:gd name="adj1" fmla="val 0"/>
              <a:gd name="adj2" fmla="val 872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09601" y="561078"/>
            <a:ext cx="10972800" cy="666261"/>
          </a:xfrm>
        </p:spPr>
        <p:txBody>
          <a:bodyPr/>
          <a:lstStyle/>
          <a:p>
            <a:r>
              <a:rPr lang="ar-EG" dirty="0"/>
              <a:t>مؤشرات الأداء الاستراتيجية للبنية المؤسسية</a:t>
            </a:r>
            <a:endParaRPr lang="en-US" dirty="0"/>
          </a:p>
        </p:txBody>
      </p:sp>
      <p:sp>
        <p:nvSpPr>
          <p:cNvPr id="5" name="Freeform 4"/>
          <p:cNvSpPr/>
          <p:nvPr/>
        </p:nvSpPr>
        <p:spPr>
          <a:xfrm>
            <a:off x="3433482" y="1618981"/>
            <a:ext cx="3313986" cy="170329"/>
          </a:xfrm>
          <a:custGeom>
            <a:avLst/>
            <a:gdLst>
              <a:gd name="connsiteX0" fmla="*/ 0 w 3313986"/>
              <a:gd name="connsiteY0" fmla="*/ 0 h 170329"/>
              <a:gd name="connsiteX1" fmla="*/ 3313986 w 3313986"/>
              <a:gd name="connsiteY1" fmla="*/ 0 h 170329"/>
              <a:gd name="connsiteX2" fmla="*/ 3313986 w 3313986"/>
              <a:gd name="connsiteY2" fmla="*/ 170329 h 170329"/>
              <a:gd name="connsiteX3" fmla="*/ 149041 w 3313986"/>
              <a:gd name="connsiteY3" fmla="*/ 170329 h 170329"/>
              <a:gd name="connsiteX4" fmla="*/ 0 w 3313986"/>
              <a:gd name="connsiteY4" fmla="*/ 21288 h 170329"/>
              <a:gd name="connsiteX0" fmla="*/ 0 w 3313986"/>
              <a:gd name="connsiteY0" fmla="*/ 12216 h 182545"/>
              <a:gd name="connsiteX1" fmla="*/ 1771564 w 3313986"/>
              <a:gd name="connsiteY1" fmla="*/ 0 h 182545"/>
              <a:gd name="connsiteX2" fmla="*/ 3313986 w 3313986"/>
              <a:gd name="connsiteY2" fmla="*/ 12216 h 182545"/>
              <a:gd name="connsiteX3" fmla="*/ 3313986 w 3313986"/>
              <a:gd name="connsiteY3" fmla="*/ 182545 h 182545"/>
              <a:gd name="connsiteX4" fmla="*/ 149041 w 3313986"/>
              <a:gd name="connsiteY4" fmla="*/ 182545 h 182545"/>
              <a:gd name="connsiteX5" fmla="*/ 0 w 3313986"/>
              <a:gd name="connsiteY5" fmla="*/ 33504 h 182545"/>
              <a:gd name="connsiteX6" fmla="*/ 0 w 3313986"/>
              <a:gd name="connsiteY6" fmla="*/ 12216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6" fmla="*/ 1863004 w 3313986"/>
              <a:gd name="connsiteY6" fmla="*/ 91440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0" fmla="*/ 3313986 w 3313986"/>
              <a:gd name="connsiteY0" fmla="*/ 0 h 170329"/>
              <a:gd name="connsiteX1" fmla="*/ 3313986 w 3313986"/>
              <a:gd name="connsiteY1" fmla="*/ 170329 h 170329"/>
              <a:gd name="connsiteX2" fmla="*/ 149041 w 3313986"/>
              <a:gd name="connsiteY2" fmla="*/ 170329 h 170329"/>
              <a:gd name="connsiteX3" fmla="*/ 0 w 3313986"/>
              <a:gd name="connsiteY3" fmla="*/ 21288 h 170329"/>
              <a:gd name="connsiteX4" fmla="*/ 0 w 3313986"/>
              <a:gd name="connsiteY4" fmla="*/ 0 h 170329"/>
              <a:gd name="connsiteX0" fmla="*/ 3313986 w 3313986"/>
              <a:gd name="connsiteY0" fmla="*/ 170329 h 170329"/>
              <a:gd name="connsiteX1" fmla="*/ 149041 w 3313986"/>
              <a:gd name="connsiteY1" fmla="*/ 170329 h 170329"/>
              <a:gd name="connsiteX2" fmla="*/ 0 w 3313986"/>
              <a:gd name="connsiteY2" fmla="*/ 21288 h 170329"/>
              <a:gd name="connsiteX3" fmla="*/ 0 w 3313986"/>
              <a:gd name="connsiteY3" fmla="*/ 0 h 170329"/>
            </a:gdLst>
            <a:ahLst/>
            <a:cxnLst>
              <a:cxn ang="0">
                <a:pos x="connsiteX0" y="connsiteY0"/>
              </a:cxn>
              <a:cxn ang="0">
                <a:pos x="connsiteX1" y="connsiteY1"/>
              </a:cxn>
              <a:cxn ang="0">
                <a:pos x="connsiteX2" y="connsiteY2"/>
              </a:cxn>
              <a:cxn ang="0">
                <a:pos x="connsiteX3" y="connsiteY3"/>
              </a:cxn>
            </a:cxnLst>
            <a:rect l="l" t="t" r="r" b="b"/>
            <a:pathLst>
              <a:path w="3313986" h="170329">
                <a:moveTo>
                  <a:pt x="3313986" y="170329"/>
                </a:moveTo>
                <a:lnTo>
                  <a:pt x="149041" y="170329"/>
                </a:lnTo>
                <a:cubicBezTo>
                  <a:pt x="66728" y="170329"/>
                  <a:pt x="0" y="103601"/>
                  <a:pt x="0" y="21288"/>
                </a:cubicBezTo>
                <a:lnTo>
                  <a:pt x="0" y="0"/>
                </a:lnTo>
              </a:path>
            </a:pathLst>
          </a:custGeom>
          <a:noFill/>
          <a:ln>
            <a:solidFill>
              <a:schemeClr val="bg1">
                <a:lumMod val="85000"/>
              </a:schemeClr>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eeform 5"/>
          <p:cNvSpPr/>
          <p:nvPr/>
        </p:nvSpPr>
        <p:spPr>
          <a:xfrm flipH="1">
            <a:off x="5596932" y="1737221"/>
            <a:ext cx="3313986" cy="170329"/>
          </a:xfrm>
          <a:custGeom>
            <a:avLst/>
            <a:gdLst>
              <a:gd name="connsiteX0" fmla="*/ 0 w 3313986"/>
              <a:gd name="connsiteY0" fmla="*/ 0 h 170329"/>
              <a:gd name="connsiteX1" fmla="*/ 3313986 w 3313986"/>
              <a:gd name="connsiteY1" fmla="*/ 0 h 170329"/>
              <a:gd name="connsiteX2" fmla="*/ 3313986 w 3313986"/>
              <a:gd name="connsiteY2" fmla="*/ 170329 h 170329"/>
              <a:gd name="connsiteX3" fmla="*/ 149041 w 3313986"/>
              <a:gd name="connsiteY3" fmla="*/ 170329 h 170329"/>
              <a:gd name="connsiteX4" fmla="*/ 0 w 3313986"/>
              <a:gd name="connsiteY4" fmla="*/ 21288 h 170329"/>
              <a:gd name="connsiteX0" fmla="*/ 0 w 3313986"/>
              <a:gd name="connsiteY0" fmla="*/ 12216 h 182545"/>
              <a:gd name="connsiteX1" fmla="*/ 1771564 w 3313986"/>
              <a:gd name="connsiteY1" fmla="*/ 0 h 182545"/>
              <a:gd name="connsiteX2" fmla="*/ 3313986 w 3313986"/>
              <a:gd name="connsiteY2" fmla="*/ 12216 h 182545"/>
              <a:gd name="connsiteX3" fmla="*/ 3313986 w 3313986"/>
              <a:gd name="connsiteY3" fmla="*/ 182545 h 182545"/>
              <a:gd name="connsiteX4" fmla="*/ 149041 w 3313986"/>
              <a:gd name="connsiteY4" fmla="*/ 182545 h 182545"/>
              <a:gd name="connsiteX5" fmla="*/ 0 w 3313986"/>
              <a:gd name="connsiteY5" fmla="*/ 33504 h 182545"/>
              <a:gd name="connsiteX6" fmla="*/ 0 w 3313986"/>
              <a:gd name="connsiteY6" fmla="*/ 12216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6" fmla="*/ 1863004 w 3313986"/>
              <a:gd name="connsiteY6" fmla="*/ 91440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0" fmla="*/ 3313986 w 3313986"/>
              <a:gd name="connsiteY0" fmla="*/ 0 h 170329"/>
              <a:gd name="connsiteX1" fmla="*/ 3313986 w 3313986"/>
              <a:gd name="connsiteY1" fmla="*/ 170329 h 170329"/>
              <a:gd name="connsiteX2" fmla="*/ 149041 w 3313986"/>
              <a:gd name="connsiteY2" fmla="*/ 170329 h 170329"/>
              <a:gd name="connsiteX3" fmla="*/ 0 w 3313986"/>
              <a:gd name="connsiteY3" fmla="*/ 21288 h 170329"/>
              <a:gd name="connsiteX4" fmla="*/ 0 w 3313986"/>
              <a:gd name="connsiteY4" fmla="*/ 0 h 170329"/>
              <a:gd name="connsiteX0" fmla="*/ 3313986 w 3313986"/>
              <a:gd name="connsiteY0" fmla="*/ 170329 h 170329"/>
              <a:gd name="connsiteX1" fmla="*/ 149041 w 3313986"/>
              <a:gd name="connsiteY1" fmla="*/ 170329 h 170329"/>
              <a:gd name="connsiteX2" fmla="*/ 0 w 3313986"/>
              <a:gd name="connsiteY2" fmla="*/ 21288 h 170329"/>
              <a:gd name="connsiteX3" fmla="*/ 0 w 3313986"/>
              <a:gd name="connsiteY3" fmla="*/ 0 h 170329"/>
            </a:gdLst>
            <a:ahLst/>
            <a:cxnLst>
              <a:cxn ang="0">
                <a:pos x="connsiteX0" y="connsiteY0"/>
              </a:cxn>
              <a:cxn ang="0">
                <a:pos x="connsiteX1" y="connsiteY1"/>
              </a:cxn>
              <a:cxn ang="0">
                <a:pos x="connsiteX2" y="connsiteY2"/>
              </a:cxn>
              <a:cxn ang="0">
                <a:pos x="connsiteX3" y="connsiteY3"/>
              </a:cxn>
            </a:cxnLst>
            <a:rect l="l" t="t" r="r" b="b"/>
            <a:pathLst>
              <a:path w="3313986" h="170329">
                <a:moveTo>
                  <a:pt x="3313986" y="170329"/>
                </a:moveTo>
                <a:lnTo>
                  <a:pt x="149041" y="170329"/>
                </a:lnTo>
                <a:cubicBezTo>
                  <a:pt x="66728" y="170329"/>
                  <a:pt x="0" y="103601"/>
                  <a:pt x="0" y="21288"/>
                </a:cubicBezTo>
                <a:lnTo>
                  <a:pt x="0" y="0"/>
                </a:lnTo>
              </a:path>
            </a:pathLst>
          </a:custGeom>
          <a:noFill/>
          <a:ln>
            <a:solidFill>
              <a:schemeClr val="bg1">
                <a:lumMod val="85000"/>
              </a:schemeClr>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ounded Rectangle 6"/>
          <p:cNvSpPr/>
          <p:nvPr/>
        </p:nvSpPr>
        <p:spPr>
          <a:xfrm>
            <a:off x="2981661" y="1475899"/>
            <a:ext cx="6228678" cy="688914"/>
          </a:xfrm>
          <a:prstGeom prst="round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ounded Rectangle 7"/>
          <p:cNvSpPr/>
          <p:nvPr/>
        </p:nvSpPr>
        <p:spPr>
          <a:xfrm>
            <a:off x="2981661" y="1287436"/>
            <a:ext cx="6228678" cy="92532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b="1" dirty="0"/>
              <a:t>نسبة اكتمال وتوثيق مكونات البنية المؤسسية الداعمة لعمليات التحليل واتخاذ القرار</a:t>
            </a:r>
            <a:endParaRPr lang="en-US" b="1" dirty="0"/>
          </a:p>
        </p:txBody>
      </p:sp>
      <p:sp>
        <p:nvSpPr>
          <p:cNvPr id="9" name="Title 11"/>
          <p:cNvSpPr txBox="1">
            <a:spLocks/>
          </p:cNvSpPr>
          <p:nvPr/>
        </p:nvSpPr>
        <p:spPr>
          <a:xfrm>
            <a:off x="2949387" y="1565225"/>
            <a:ext cx="6293226" cy="647533"/>
          </a:xfrm>
          <a:prstGeom prst="rect">
            <a:avLst/>
          </a:prstGeom>
        </p:spPr>
        <p:txBody>
          <a:bodyPr anchor="ctr" anchorCtr="0">
            <a:noAutofit/>
          </a:bodyPr>
          <a:lstStyle>
            <a:lvl1pPr algn="r" defTabSz="914400" rtl="1" eaLnBrk="1" latinLnBrk="0" hangingPunct="1">
              <a:lnSpc>
                <a:spcPct val="100000"/>
              </a:lnSpc>
              <a:spcBef>
                <a:spcPct val="0"/>
              </a:spcBef>
              <a:buNone/>
              <a:defRPr sz="3200" b="1" kern="1200">
                <a:solidFill>
                  <a:schemeClr val="accent1">
                    <a:lumMod val="75000"/>
                  </a:schemeClr>
                </a:solidFill>
                <a:latin typeface="+mj-lt"/>
                <a:ea typeface="+mj-ea"/>
                <a:cs typeface="+mj-cs"/>
              </a:defRPr>
            </a:lvl1pPr>
          </a:lstStyle>
          <a:p>
            <a:pPr algn="ctr"/>
            <a:endParaRPr lang="ar-SA" sz="2000" dirty="0">
              <a:solidFill>
                <a:schemeClr val="bg1"/>
              </a:solidFill>
            </a:endParaRPr>
          </a:p>
        </p:txBody>
      </p:sp>
      <p:sp>
        <p:nvSpPr>
          <p:cNvPr id="10" name="Round Same Side Corner Rectangle 9"/>
          <p:cNvSpPr/>
          <p:nvPr/>
        </p:nvSpPr>
        <p:spPr>
          <a:xfrm>
            <a:off x="5385860" y="1287437"/>
            <a:ext cx="1420280" cy="281048"/>
          </a:xfrm>
          <a:prstGeom prst="round2SameRect">
            <a:avLst>
              <a:gd name="adj1" fmla="val 0"/>
              <a:gd name="adj2" fmla="val 50000"/>
            </a:avLst>
          </a:prstGeom>
          <a:solidFill>
            <a:schemeClr val="bg1"/>
          </a:solidFill>
          <a:effectLst>
            <a:outerShdw blurRad="50800" dist="25400" dir="5400000" sx="97000" sy="97000" algn="t" rotWithShape="0">
              <a:prstClr val="black">
                <a:alpha val="20000"/>
              </a:prstClr>
            </a:outerShdw>
          </a:effectLst>
        </p:spPr>
        <p:txBody>
          <a:bodyPr wrap="none" tIns="0" bIns="45720">
            <a:noAutofit/>
          </a:bodyPr>
          <a:lstStyle/>
          <a:p>
            <a:pPr lvl="0" algn="ctr" rtl="1"/>
            <a:r>
              <a:rPr lang="en-US" b="1" dirty="0">
                <a:solidFill>
                  <a:schemeClr val="accent1"/>
                </a:solidFill>
              </a:rPr>
              <a:t>EASKPI01</a:t>
            </a:r>
            <a:endParaRPr lang="ar-EG" b="1" dirty="0">
              <a:solidFill>
                <a:schemeClr val="accent1"/>
              </a:solidFill>
            </a:endParaRPr>
          </a:p>
        </p:txBody>
      </p:sp>
      <p:sp>
        <p:nvSpPr>
          <p:cNvPr id="41" name="Rounded Rectangle 40"/>
          <p:cNvSpPr/>
          <p:nvPr/>
        </p:nvSpPr>
        <p:spPr>
          <a:xfrm>
            <a:off x="2166134"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TextBox 41"/>
          <p:cNvSpPr txBox="1"/>
          <p:nvPr/>
        </p:nvSpPr>
        <p:spPr>
          <a:xfrm>
            <a:off x="1962748"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المستهدف</a:t>
            </a:r>
          </a:p>
        </p:txBody>
      </p:sp>
      <p:grpSp>
        <p:nvGrpSpPr>
          <p:cNvPr id="14" name="Group 13"/>
          <p:cNvGrpSpPr>
            <a:grpSpLocks noChangeAspect="1"/>
          </p:cNvGrpSpPr>
          <p:nvPr/>
        </p:nvGrpSpPr>
        <p:grpSpPr>
          <a:xfrm>
            <a:off x="8926404" y="4690821"/>
            <a:ext cx="243890" cy="242732"/>
            <a:chOff x="2501900" y="457201"/>
            <a:chExt cx="1674813" cy="1666876"/>
          </a:xfrm>
          <a:solidFill>
            <a:schemeClr val="accent1"/>
          </a:solidFill>
        </p:grpSpPr>
        <p:sp>
          <p:nvSpPr>
            <p:cNvPr id="15" name="Freeform 5"/>
            <p:cNvSpPr>
              <a:spLocks/>
            </p:cNvSpPr>
            <p:nvPr/>
          </p:nvSpPr>
          <p:spPr bwMode="auto">
            <a:xfrm>
              <a:off x="2857500" y="457201"/>
              <a:ext cx="130175" cy="273050"/>
            </a:xfrm>
            <a:custGeom>
              <a:avLst/>
              <a:gdLst>
                <a:gd name="T0" fmla="*/ 0 w 350"/>
                <a:gd name="T1" fmla="*/ 367 h 734"/>
                <a:gd name="T2" fmla="*/ 0 w 350"/>
                <a:gd name="T3" fmla="*/ 734 h 734"/>
                <a:gd name="T4" fmla="*/ 175 w 350"/>
                <a:gd name="T5" fmla="*/ 734 h 734"/>
                <a:gd name="T6" fmla="*/ 350 w 350"/>
                <a:gd name="T7" fmla="*/ 734 h 734"/>
                <a:gd name="T8" fmla="*/ 350 w 350"/>
                <a:gd name="T9" fmla="*/ 367 h 734"/>
                <a:gd name="T10" fmla="*/ 350 w 350"/>
                <a:gd name="T11" fmla="*/ 0 h 734"/>
                <a:gd name="T12" fmla="*/ 175 w 350"/>
                <a:gd name="T13" fmla="*/ 0 h 734"/>
                <a:gd name="T14" fmla="*/ 0 w 350"/>
                <a:gd name="T15" fmla="*/ 0 h 734"/>
                <a:gd name="T16" fmla="*/ 0 w 350"/>
                <a:gd name="T17" fmla="*/ 367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734">
                  <a:moveTo>
                    <a:pt x="0" y="367"/>
                  </a:moveTo>
                  <a:lnTo>
                    <a:pt x="0" y="734"/>
                  </a:lnTo>
                  <a:lnTo>
                    <a:pt x="175" y="734"/>
                  </a:lnTo>
                  <a:lnTo>
                    <a:pt x="350" y="734"/>
                  </a:lnTo>
                  <a:lnTo>
                    <a:pt x="350" y="367"/>
                  </a:lnTo>
                  <a:lnTo>
                    <a:pt x="350" y="0"/>
                  </a:lnTo>
                  <a:lnTo>
                    <a:pt x="175" y="0"/>
                  </a:lnTo>
                  <a:lnTo>
                    <a:pt x="0" y="0"/>
                  </a:lnTo>
                  <a:lnTo>
                    <a:pt x="0" y="3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6"/>
            <p:cNvSpPr>
              <a:spLocks/>
            </p:cNvSpPr>
            <p:nvPr/>
          </p:nvSpPr>
          <p:spPr bwMode="auto">
            <a:xfrm>
              <a:off x="3690938" y="457201"/>
              <a:ext cx="136525" cy="273050"/>
            </a:xfrm>
            <a:custGeom>
              <a:avLst/>
              <a:gdLst>
                <a:gd name="T0" fmla="*/ 0 w 367"/>
                <a:gd name="T1" fmla="*/ 367 h 734"/>
                <a:gd name="T2" fmla="*/ 0 w 367"/>
                <a:gd name="T3" fmla="*/ 734 h 734"/>
                <a:gd name="T4" fmla="*/ 184 w 367"/>
                <a:gd name="T5" fmla="*/ 734 h 734"/>
                <a:gd name="T6" fmla="*/ 367 w 367"/>
                <a:gd name="T7" fmla="*/ 734 h 734"/>
                <a:gd name="T8" fmla="*/ 367 w 367"/>
                <a:gd name="T9" fmla="*/ 367 h 734"/>
                <a:gd name="T10" fmla="*/ 367 w 367"/>
                <a:gd name="T11" fmla="*/ 0 h 734"/>
                <a:gd name="T12" fmla="*/ 184 w 367"/>
                <a:gd name="T13" fmla="*/ 0 h 734"/>
                <a:gd name="T14" fmla="*/ 0 w 367"/>
                <a:gd name="T15" fmla="*/ 0 h 734"/>
                <a:gd name="T16" fmla="*/ 0 w 367"/>
                <a:gd name="T17" fmla="*/ 367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734">
                  <a:moveTo>
                    <a:pt x="0" y="367"/>
                  </a:moveTo>
                  <a:lnTo>
                    <a:pt x="0" y="734"/>
                  </a:lnTo>
                  <a:lnTo>
                    <a:pt x="184" y="734"/>
                  </a:lnTo>
                  <a:lnTo>
                    <a:pt x="367" y="734"/>
                  </a:lnTo>
                  <a:lnTo>
                    <a:pt x="367" y="367"/>
                  </a:lnTo>
                  <a:lnTo>
                    <a:pt x="367" y="0"/>
                  </a:lnTo>
                  <a:lnTo>
                    <a:pt x="184" y="0"/>
                  </a:lnTo>
                  <a:lnTo>
                    <a:pt x="0" y="0"/>
                  </a:lnTo>
                  <a:lnTo>
                    <a:pt x="0" y="3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24"/>
            <p:cNvSpPr>
              <a:spLocks noEditPoints="1"/>
            </p:cNvSpPr>
            <p:nvPr/>
          </p:nvSpPr>
          <p:spPr bwMode="auto">
            <a:xfrm>
              <a:off x="2501900" y="661989"/>
              <a:ext cx="1674813" cy="1462088"/>
            </a:xfrm>
            <a:custGeom>
              <a:avLst/>
              <a:gdLst>
                <a:gd name="T0" fmla="*/ 0 w 4483"/>
                <a:gd name="T1" fmla="*/ 475 h 3917"/>
                <a:gd name="T2" fmla="*/ 0 w 4483"/>
                <a:gd name="T3" fmla="*/ 950 h 3917"/>
                <a:gd name="T4" fmla="*/ 92 w 4483"/>
                <a:gd name="T5" fmla="*/ 950 h 3917"/>
                <a:gd name="T6" fmla="*/ 183 w 4483"/>
                <a:gd name="T7" fmla="*/ 950 h 3917"/>
                <a:gd name="T8" fmla="*/ 183 w 4483"/>
                <a:gd name="T9" fmla="*/ 2434 h 3917"/>
                <a:gd name="T10" fmla="*/ 183 w 4483"/>
                <a:gd name="T11" fmla="*/ 3917 h 3917"/>
                <a:gd name="T12" fmla="*/ 2242 w 4483"/>
                <a:gd name="T13" fmla="*/ 3917 h 3917"/>
                <a:gd name="T14" fmla="*/ 4300 w 4483"/>
                <a:gd name="T15" fmla="*/ 3917 h 3917"/>
                <a:gd name="T16" fmla="*/ 4300 w 4483"/>
                <a:gd name="T17" fmla="*/ 2434 h 3917"/>
                <a:gd name="T18" fmla="*/ 4300 w 4483"/>
                <a:gd name="T19" fmla="*/ 950 h 3917"/>
                <a:gd name="T20" fmla="*/ 4392 w 4483"/>
                <a:gd name="T21" fmla="*/ 950 h 3917"/>
                <a:gd name="T22" fmla="*/ 4483 w 4483"/>
                <a:gd name="T23" fmla="*/ 950 h 3917"/>
                <a:gd name="T24" fmla="*/ 4483 w 4483"/>
                <a:gd name="T25" fmla="*/ 475 h 3917"/>
                <a:gd name="T26" fmla="*/ 4483 w 4483"/>
                <a:gd name="T27" fmla="*/ 0 h 3917"/>
                <a:gd name="T28" fmla="*/ 4117 w 4483"/>
                <a:gd name="T29" fmla="*/ 0 h 3917"/>
                <a:gd name="T30" fmla="*/ 3752 w 4483"/>
                <a:gd name="T31" fmla="*/ 0 h 3917"/>
                <a:gd name="T32" fmla="*/ 3747 w 4483"/>
                <a:gd name="T33" fmla="*/ 187 h 3917"/>
                <a:gd name="T34" fmla="*/ 3742 w 4483"/>
                <a:gd name="T35" fmla="*/ 375 h 3917"/>
                <a:gd name="T36" fmla="*/ 3363 w 4483"/>
                <a:gd name="T37" fmla="*/ 380 h 3917"/>
                <a:gd name="T38" fmla="*/ 2983 w 4483"/>
                <a:gd name="T39" fmla="*/ 384 h 3917"/>
                <a:gd name="T40" fmla="*/ 2983 w 4483"/>
                <a:gd name="T41" fmla="*/ 192 h 3917"/>
                <a:gd name="T42" fmla="*/ 2983 w 4483"/>
                <a:gd name="T43" fmla="*/ 0 h 3917"/>
                <a:gd name="T44" fmla="*/ 2242 w 4483"/>
                <a:gd name="T45" fmla="*/ 0 h 3917"/>
                <a:gd name="T46" fmla="*/ 1502 w 4483"/>
                <a:gd name="T47" fmla="*/ 0 h 3917"/>
                <a:gd name="T48" fmla="*/ 1497 w 4483"/>
                <a:gd name="T49" fmla="*/ 187 h 3917"/>
                <a:gd name="T50" fmla="*/ 1492 w 4483"/>
                <a:gd name="T51" fmla="*/ 375 h 3917"/>
                <a:gd name="T52" fmla="*/ 1117 w 4483"/>
                <a:gd name="T53" fmla="*/ 375 h 3917"/>
                <a:gd name="T54" fmla="*/ 742 w 4483"/>
                <a:gd name="T55" fmla="*/ 375 h 3917"/>
                <a:gd name="T56" fmla="*/ 737 w 4483"/>
                <a:gd name="T57" fmla="*/ 187 h 3917"/>
                <a:gd name="T58" fmla="*/ 732 w 4483"/>
                <a:gd name="T59" fmla="*/ 0 h 3917"/>
                <a:gd name="T60" fmla="*/ 367 w 4483"/>
                <a:gd name="T61" fmla="*/ 0 h 3917"/>
                <a:gd name="T62" fmla="*/ 0 w 4483"/>
                <a:gd name="T63" fmla="*/ 0 h 3917"/>
                <a:gd name="T64" fmla="*/ 0 w 4483"/>
                <a:gd name="T65" fmla="*/ 475 h 3917"/>
                <a:gd name="T66" fmla="*/ 3917 w 4483"/>
                <a:gd name="T67" fmla="*/ 2250 h 3917"/>
                <a:gd name="T68" fmla="*/ 3917 w 4483"/>
                <a:gd name="T69" fmla="*/ 3567 h 3917"/>
                <a:gd name="T70" fmla="*/ 2238 w 4483"/>
                <a:gd name="T71" fmla="*/ 3564 h 3917"/>
                <a:gd name="T72" fmla="*/ 558 w 4483"/>
                <a:gd name="T73" fmla="*/ 3559 h 3917"/>
                <a:gd name="T74" fmla="*/ 553 w 4483"/>
                <a:gd name="T75" fmla="*/ 2245 h 3917"/>
                <a:gd name="T76" fmla="*/ 550 w 4483"/>
                <a:gd name="T77" fmla="*/ 934 h 3917"/>
                <a:gd name="T78" fmla="*/ 2233 w 4483"/>
                <a:gd name="T79" fmla="*/ 934 h 3917"/>
                <a:gd name="T80" fmla="*/ 3917 w 4483"/>
                <a:gd name="T81" fmla="*/ 934 h 3917"/>
                <a:gd name="T82" fmla="*/ 3917 w 4483"/>
                <a:gd name="T83" fmla="*/ 2250 h 3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483" h="3917">
                  <a:moveTo>
                    <a:pt x="0" y="475"/>
                  </a:moveTo>
                  <a:lnTo>
                    <a:pt x="0" y="950"/>
                  </a:lnTo>
                  <a:lnTo>
                    <a:pt x="92" y="950"/>
                  </a:lnTo>
                  <a:lnTo>
                    <a:pt x="183" y="950"/>
                  </a:lnTo>
                  <a:lnTo>
                    <a:pt x="183" y="2434"/>
                  </a:lnTo>
                  <a:lnTo>
                    <a:pt x="183" y="3917"/>
                  </a:lnTo>
                  <a:lnTo>
                    <a:pt x="2242" y="3917"/>
                  </a:lnTo>
                  <a:lnTo>
                    <a:pt x="4300" y="3917"/>
                  </a:lnTo>
                  <a:lnTo>
                    <a:pt x="4300" y="2434"/>
                  </a:lnTo>
                  <a:lnTo>
                    <a:pt x="4300" y="950"/>
                  </a:lnTo>
                  <a:lnTo>
                    <a:pt x="4392" y="950"/>
                  </a:lnTo>
                  <a:lnTo>
                    <a:pt x="4483" y="950"/>
                  </a:lnTo>
                  <a:lnTo>
                    <a:pt x="4483" y="475"/>
                  </a:lnTo>
                  <a:lnTo>
                    <a:pt x="4483" y="0"/>
                  </a:lnTo>
                  <a:lnTo>
                    <a:pt x="4117" y="0"/>
                  </a:lnTo>
                  <a:lnTo>
                    <a:pt x="3752" y="0"/>
                  </a:lnTo>
                  <a:lnTo>
                    <a:pt x="3747" y="187"/>
                  </a:lnTo>
                  <a:lnTo>
                    <a:pt x="3742" y="375"/>
                  </a:lnTo>
                  <a:lnTo>
                    <a:pt x="3363" y="380"/>
                  </a:lnTo>
                  <a:lnTo>
                    <a:pt x="2983" y="384"/>
                  </a:lnTo>
                  <a:lnTo>
                    <a:pt x="2983" y="192"/>
                  </a:lnTo>
                  <a:lnTo>
                    <a:pt x="2983" y="0"/>
                  </a:lnTo>
                  <a:lnTo>
                    <a:pt x="2242" y="0"/>
                  </a:lnTo>
                  <a:lnTo>
                    <a:pt x="1502" y="0"/>
                  </a:lnTo>
                  <a:lnTo>
                    <a:pt x="1497" y="187"/>
                  </a:lnTo>
                  <a:lnTo>
                    <a:pt x="1492" y="375"/>
                  </a:lnTo>
                  <a:lnTo>
                    <a:pt x="1117" y="375"/>
                  </a:lnTo>
                  <a:lnTo>
                    <a:pt x="742" y="375"/>
                  </a:lnTo>
                  <a:lnTo>
                    <a:pt x="737" y="187"/>
                  </a:lnTo>
                  <a:lnTo>
                    <a:pt x="732" y="0"/>
                  </a:lnTo>
                  <a:lnTo>
                    <a:pt x="367" y="0"/>
                  </a:lnTo>
                  <a:lnTo>
                    <a:pt x="0" y="0"/>
                  </a:lnTo>
                  <a:lnTo>
                    <a:pt x="0" y="475"/>
                  </a:lnTo>
                  <a:close/>
                  <a:moveTo>
                    <a:pt x="3917" y="2250"/>
                  </a:moveTo>
                  <a:lnTo>
                    <a:pt x="3917" y="3567"/>
                  </a:lnTo>
                  <a:lnTo>
                    <a:pt x="2238" y="3564"/>
                  </a:lnTo>
                  <a:lnTo>
                    <a:pt x="558" y="3559"/>
                  </a:lnTo>
                  <a:lnTo>
                    <a:pt x="553" y="2245"/>
                  </a:lnTo>
                  <a:lnTo>
                    <a:pt x="550" y="934"/>
                  </a:lnTo>
                  <a:lnTo>
                    <a:pt x="2233" y="934"/>
                  </a:lnTo>
                  <a:lnTo>
                    <a:pt x="3917" y="934"/>
                  </a:lnTo>
                  <a:lnTo>
                    <a:pt x="3917" y="22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25"/>
            <p:cNvSpPr>
              <a:spLocks/>
            </p:cNvSpPr>
            <p:nvPr/>
          </p:nvSpPr>
          <p:spPr bwMode="auto">
            <a:xfrm>
              <a:off x="2857500" y="1154114"/>
              <a:ext cx="130175" cy="136525"/>
            </a:xfrm>
            <a:custGeom>
              <a:avLst/>
              <a:gdLst>
                <a:gd name="T0" fmla="*/ 0 w 350"/>
                <a:gd name="T1" fmla="*/ 183 h 367"/>
                <a:gd name="T2" fmla="*/ 0 w 350"/>
                <a:gd name="T3" fmla="*/ 367 h 367"/>
                <a:gd name="T4" fmla="*/ 175 w 350"/>
                <a:gd name="T5" fmla="*/ 367 h 367"/>
                <a:gd name="T6" fmla="*/ 350 w 350"/>
                <a:gd name="T7" fmla="*/ 367 h 367"/>
                <a:gd name="T8" fmla="*/ 350 w 350"/>
                <a:gd name="T9" fmla="*/ 183 h 367"/>
                <a:gd name="T10" fmla="*/ 350 w 350"/>
                <a:gd name="T11" fmla="*/ 0 h 367"/>
                <a:gd name="T12" fmla="*/ 175 w 350"/>
                <a:gd name="T13" fmla="*/ 0 h 367"/>
                <a:gd name="T14" fmla="*/ 0 w 350"/>
                <a:gd name="T15" fmla="*/ 0 h 367"/>
                <a:gd name="T16" fmla="*/ 0 w 350"/>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67">
                  <a:moveTo>
                    <a:pt x="0" y="183"/>
                  </a:moveTo>
                  <a:lnTo>
                    <a:pt x="0" y="367"/>
                  </a:lnTo>
                  <a:lnTo>
                    <a:pt x="175" y="367"/>
                  </a:lnTo>
                  <a:lnTo>
                    <a:pt x="350" y="367"/>
                  </a:lnTo>
                  <a:lnTo>
                    <a:pt x="350" y="183"/>
                  </a:lnTo>
                  <a:lnTo>
                    <a:pt x="350" y="0"/>
                  </a:lnTo>
                  <a:lnTo>
                    <a:pt x="175"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26"/>
            <p:cNvSpPr>
              <a:spLocks/>
            </p:cNvSpPr>
            <p:nvPr/>
          </p:nvSpPr>
          <p:spPr bwMode="auto">
            <a:xfrm>
              <a:off x="3130550"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27"/>
            <p:cNvSpPr>
              <a:spLocks/>
            </p:cNvSpPr>
            <p:nvPr/>
          </p:nvSpPr>
          <p:spPr bwMode="auto">
            <a:xfrm>
              <a:off x="3411538"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28"/>
            <p:cNvSpPr>
              <a:spLocks/>
            </p:cNvSpPr>
            <p:nvPr/>
          </p:nvSpPr>
          <p:spPr bwMode="auto">
            <a:xfrm>
              <a:off x="3690938"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29"/>
            <p:cNvSpPr>
              <a:spLocks/>
            </p:cNvSpPr>
            <p:nvPr/>
          </p:nvSpPr>
          <p:spPr bwMode="auto">
            <a:xfrm>
              <a:off x="2857500" y="1427164"/>
              <a:ext cx="130175" cy="142875"/>
            </a:xfrm>
            <a:custGeom>
              <a:avLst/>
              <a:gdLst>
                <a:gd name="T0" fmla="*/ 0 w 350"/>
                <a:gd name="T1" fmla="*/ 192 h 384"/>
                <a:gd name="T2" fmla="*/ 0 w 350"/>
                <a:gd name="T3" fmla="*/ 384 h 384"/>
                <a:gd name="T4" fmla="*/ 175 w 350"/>
                <a:gd name="T5" fmla="*/ 384 h 384"/>
                <a:gd name="T6" fmla="*/ 350 w 350"/>
                <a:gd name="T7" fmla="*/ 384 h 384"/>
                <a:gd name="T8" fmla="*/ 350 w 350"/>
                <a:gd name="T9" fmla="*/ 192 h 384"/>
                <a:gd name="T10" fmla="*/ 350 w 350"/>
                <a:gd name="T11" fmla="*/ 0 h 384"/>
                <a:gd name="T12" fmla="*/ 175 w 350"/>
                <a:gd name="T13" fmla="*/ 0 h 384"/>
                <a:gd name="T14" fmla="*/ 0 w 350"/>
                <a:gd name="T15" fmla="*/ 0 h 384"/>
                <a:gd name="T16" fmla="*/ 0 w 350"/>
                <a:gd name="T17"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84">
                  <a:moveTo>
                    <a:pt x="0" y="192"/>
                  </a:moveTo>
                  <a:lnTo>
                    <a:pt x="0" y="384"/>
                  </a:lnTo>
                  <a:lnTo>
                    <a:pt x="175" y="384"/>
                  </a:lnTo>
                  <a:lnTo>
                    <a:pt x="350" y="384"/>
                  </a:lnTo>
                  <a:lnTo>
                    <a:pt x="350" y="192"/>
                  </a:lnTo>
                  <a:lnTo>
                    <a:pt x="350" y="0"/>
                  </a:lnTo>
                  <a:lnTo>
                    <a:pt x="175" y="0"/>
                  </a:lnTo>
                  <a:lnTo>
                    <a:pt x="0" y="0"/>
                  </a:lnTo>
                  <a:lnTo>
                    <a:pt x="0"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30"/>
            <p:cNvSpPr>
              <a:spLocks/>
            </p:cNvSpPr>
            <p:nvPr/>
          </p:nvSpPr>
          <p:spPr bwMode="auto">
            <a:xfrm>
              <a:off x="3132138" y="1427164"/>
              <a:ext cx="134938" cy="142875"/>
            </a:xfrm>
            <a:custGeom>
              <a:avLst/>
              <a:gdLst>
                <a:gd name="T0" fmla="*/ 4 w 364"/>
                <a:gd name="T1" fmla="*/ 22 h 385"/>
                <a:gd name="T2" fmla="*/ 2 w 364"/>
                <a:gd name="T3" fmla="*/ 40 h 385"/>
                <a:gd name="T4" fmla="*/ 0 w 364"/>
                <a:gd name="T5" fmla="*/ 142 h 385"/>
                <a:gd name="T6" fmla="*/ 1 w 364"/>
                <a:gd name="T7" fmla="*/ 210 h 385"/>
                <a:gd name="T8" fmla="*/ 6 w 364"/>
                <a:gd name="T9" fmla="*/ 375 h 385"/>
                <a:gd name="T10" fmla="*/ 186 w 364"/>
                <a:gd name="T11" fmla="*/ 380 h 385"/>
                <a:gd name="T12" fmla="*/ 364 w 364"/>
                <a:gd name="T13" fmla="*/ 385 h 385"/>
                <a:gd name="T14" fmla="*/ 364 w 364"/>
                <a:gd name="T15" fmla="*/ 192 h 385"/>
                <a:gd name="T16" fmla="*/ 364 w 364"/>
                <a:gd name="T17" fmla="*/ 0 h 385"/>
                <a:gd name="T18" fmla="*/ 189 w 364"/>
                <a:gd name="T19" fmla="*/ 0 h 385"/>
                <a:gd name="T20" fmla="*/ 102 w 364"/>
                <a:gd name="T21" fmla="*/ 1 h 385"/>
                <a:gd name="T22" fmla="*/ 30 w 364"/>
                <a:gd name="T23" fmla="*/ 8 h 385"/>
                <a:gd name="T24" fmla="*/ 8 w 364"/>
                <a:gd name="T25" fmla="*/ 16 h 385"/>
                <a:gd name="T26" fmla="*/ 4 w 364"/>
                <a:gd name="T27" fmla="*/ 22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385">
                  <a:moveTo>
                    <a:pt x="4" y="22"/>
                  </a:moveTo>
                  <a:lnTo>
                    <a:pt x="2" y="40"/>
                  </a:lnTo>
                  <a:lnTo>
                    <a:pt x="0" y="142"/>
                  </a:lnTo>
                  <a:lnTo>
                    <a:pt x="1" y="210"/>
                  </a:lnTo>
                  <a:lnTo>
                    <a:pt x="6" y="375"/>
                  </a:lnTo>
                  <a:lnTo>
                    <a:pt x="186" y="380"/>
                  </a:lnTo>
                  <a:lnTo>
                    <a:pt x="364" y="385"/>
                  </a:lnTo>
                  <a:lnTo>
                    <a:pt x="364" y="192"/>
                  </a:lnTo>
                  <a:lnTo>
                    <a:pt x="364" y="0"/>
                  </a:lnTo>
                  <a:lnTo>
                    <a:pt x="189" y="0"/>
                  </a:lnTo>
                  <a:lnTo>
                    <a:pt x="102" y="1"/>
                  </a:lnTo>
                  <a:lnTo>
                    <a:pt x="30" y="8"/>
                  </a:lnTo>
                  <a:lnTo>
                    <a:pt x="8" y="16"/>
                  </a:lnTo>
                  <a:lnTo>
                    <a:pt x="4"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31"/>
            <p:cNvSpPr>
              <a:spLocks/>
            </p:cNvSpPr>
            <p:nvPr/>
          </p:nvSpPr>
          <p:spPr bwMode="auto">
            <a:xfrm>
              <a:off x="3411538" y="1428751"/>
              <a:ext cx="136525" cy="141288"/>
            </a:xfrm>
            <a:custGeom>
              <a:avLst/>
              <a:gdLst>
                <a:gd name="T0" fmla="*/ 12 w 369"/>
                <a:gd name="T1" fmla="*/ 7 h 381"/>
                <a:gd name="T2" fmla="*/ 7 w 369"/>
                <a:gd name="T3" fmla="*/ 22 h 381"/>
                <a:gd name="T4" fmla="*/ 1 w 369"/>
                <a:gd name="T5" fmla="*/ 127 h 381"/>
                <a:gd name="T6" fmla="*/ 0 w 369"/>
                <a:gd name="T7" fmla="*/ 201 h 381"/>
                <a:gd name="T8" fmla="*/ 0 w 369"/>
                <a:gd name="T9" fmla="*/ 381 h 381"/>
                <a:gd name="T10" fmla="*/ 184 w 369"/>
                <a:gd name="T11" fmla="*/ 381 h 381"/>
                <a:gd name="T12" fmla="*/ 369 w 369"/>
                <a:gd name="T13" fmla="*/ 381 h 381"/>
                <a:gd name="T14" fmla="*/ 364 w 369"/>
                <a:gd name="T15" fmla="*/ 192 h 381"/>
                <a:gd name="T16" fmla="*/ 359 w 369"/>
                <a:gd name="T17" fmla="*/ 6 h 381"/>
                <a:gd name="T18" fmla="*/ 190 w 369"/>
                <a:gd name="T19" fmla="*/ 1 h 381"/>
                <a:gd name="T20" fmla="*/ 123 w 369"/>
                <a:gd name="T21" fmla="*/ 0 h 381"/>
                <a:gd name="T22" fmla="*/ 26 w 369"/>
                <a:gd name="T23" fmla="*/ 3 h 381"/>
                <a:gd name="T24" fmla="*/ 12 w 369"/>
                <a:gd name="T25" fmla="*/ 7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381">
                  <a:moveTo>
                    <a:pt x="12" y="7"/>
                  </a:moveTo>
                  <a:lnTo>
                    <a:pt x="7" y="22"/>
                  </a:lnTo>
                  <a:lnTo>
                    <a:pt x="1" y="127"/>
                  </a:lnTo>
                  <a:lnTo>
                    <a:pt x="0" y="201"/>
                  </a:lnTo>
                  <a:lnTo>
                    <a:pt x="0" y="381"/>
                  </a:lnTo>
                  <a:lnTo>
                    <a:pt x="184" y="381"/>
                  </a:lnTo>
                  <a:lnTo>
                    <a:pt x="369" y="381"/>
                  </a:lnTo>
                  <a:lnTo>
                    <a:pt x="364" y="192"/>
                  </a:lnTo>
                  <a:lnTo>
                    <a:pt x="359" y="6"/>
                  </a:lnTo>
                  <a:lnTo>
                    <a:pt x="190" y="1"/>
                  </a:lnTo>
                  <a:lnTo>
                    <a:pt x="123" y="0"/>
                  </a:lnTo>
                  <a:lnTo>
                    <a:pt x="26" y="3"/>
                  </a:lnTo>
                  <a:lnTo>
                    <a:pt x="1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32"/>
            <p:cNvSpPr>
              <a:spLocks/>
            </p:cNvSpPr>
            <p:nvPr/>
          </p:nvSpPr>
          <p:spPr bwMode="auto">
            <a:xfrm>
              <a:off x="3690938" y="1427164"/>
              <a:ext cx="133350" cy="142875"/>
            </a:xfrm>
            <a:custGeom>
              <a:avLst/>
              <a:gdLst>
                <a:gd name="T0" fmla="*/ 0 w 359"/>
                <a:gd name="T1" fmla="*/ 193 h 386"/>
                <a:gd name="T2" fmla="*/ 0 w 359"/>
                <a:gd name="T3" fmla="*/ 386 h 386"/>
                <a:gd name="T4" fmla="*/ 180 w 359"/>
                <a:gd name="T5" fmla="*/ 381 h 386"/>
                <a:gd name="T6" fmla="*/ 359 w 359"/>
                <a:gd name="T7" fmla="*/ 376 h 386"/>
                <a:gd name="T8" fmla="*/ 359 w 359"/>
                <a:gd name="T9" fmla="*/ 193 h 386"/>
                <a:gd name="T10" fmla="*/ 359 w 359"/>
                <a:gd name="T11" fmla="*/ 10 h 386"/>
                <a:gd name="T12" fmla="*/ 180 w 359"/>
                <a:gd name="T13" fmla="*/ 5 h 386"/>
                <a:gd name="T14" fmla="*/ 0 w 359"/>
                <a:gd name="T15" fmla="*/ 0 h 386"/>
                <a:gd name="T16" fmla="*/ 0 w 359"/>
                <a:gd name="T17" fmla="*/ 193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9" h="386">
                  <a:moveTo>
                    <a:pt x="0" y="193"/>
                  </a:moveTo>
                  <a:lnTo>
                    <a:pt x="0" y="386"/>
                  </a:lnTo>
                  <a:lnTo>
                    <a:pt x="180" y="381"/>
                  </a:lnTo>
                  <a:lnTo>
                    <a:pt x="359" y="376"/>
                  </a:lnTo>
                  <a:lnTo>
                    <a:pt x="359" y="193"/>
                  </a:lnTo>
                  <a:lnTo>
                    <a:pt x="359" y="10"/>
                  </a:lnTo>
                  <a:lnTo>
                    <a:pt x="180" y="5"/>
                  </a:lnTo>
                  <a:lnTo>
                    <a:pt x="0" y="0"/>
                  </a:lnTo>
                  <a:lnTo>
                    <a:pt x="0"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33"/>
            <p:cNvSpPr>
              <a:spLocks/>
            </p:cNvSpPr>
            <p:nvPr/>
          </p:nvSpPr>
          <p:spPr bwMode="auto">
            <a:xfrm>
              <a:off x="2857500" y="1706564"/>
              <a:ext cx="130175" cy="142875"/>
            </a:xfrm>
            <a:custGeom>
              <a:avLst/>
              <a:gdLst>
                <a:gd name="T0" fmla="*/ 0 w 350"/>
                <a:gd name="T1" fmla="*/ 192 h 384"/>
                <a:gd name="T2" fmla="*/ 0 w 350"/>
                <a:gd name="T3" fmla="*/ 384 h 384"/>
                <a:gd name="T4" fmla="*/ 175 w 350"/>
                <a:gd name="T5" fmla="*/ 384 h 384"/>
                <a:gd name="T6" fmla="*/ 350 w 350"/>
                <a:gd name="T7" fmla="*/ 384 h 384"/>
                <a:gd name="T8" fmla="*/ 350 w 350"/>
                <a:gd name="T9" fmla="*/ 192 h 384"/>
                <a:gd name="T10" fmla="*/ 350 w 350"/>
                <a:gd name="T11" fmla="*/ 0 h 384"/>
                <a:gd name="T12" fmla="*/ 175 w 350"/>
                <a:gd name="T13" fmla="*/ 0 h 384"/>
                <a:gd name="T14" fmla="*/ 0 w 350"/>
                <a:gd name="T15" fmla="*/ 0 h 384"/>
                <a:gd name="T16" fmla="*/ 0 w 350"/>
                <a:gd name="T17"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84">
                  <a:moveTo>
                    <a:pt x="0" y="192"/>
                  </a:moveTo>
                  <a:lnTo>
                    <a:pt x="0" y="384"/>
                  </a:lnTo>
                  <a:lnTo>
                    <a:pt x="175" y="384"/>
                  </a:lnTo>
                  <a:lnTo>
                    <a:pt x="350" y="384"/>
                  </a:lnTo>
                  <a:lnTo>
                    <a:pt x="350" y="192"/>
                  </a:lnTo>
                  <a:lnTo>
                    <a:pt x="350" y="0"/>
                  </a:lnTo>
                  <a:lnTo>
                    <a:pt x="175" y="0"/>
                  </a:lnTo>
                  <a:lnTo>
                    <a:pt x="0" y="0"/>
                  </a:lnTo>
                  <a:lnTo>
                    <a:pt x="0"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34"/>
            <p:cNvSpPr>
              <a:spLocks/>
            </p:cNvSpPr>
            <p:nvPr/>
          </p:nvSpPr>
          <p:spPr bwMode="auto">
            <a:xfrm>
              <a:off x="3132138" y="1706564"/>
              <a:ext cx="134938" cy="144463"/>
            </a:xfrm>
            <a:custGeom>
              <a:avLst/>
              <a:gdLst>
                <a:gd name="T0" fmla="*/ 4 w 364"/>
                <a:gd name="T1" fmla="*/ 22 h 385"/>
                <a:gd name="T2" fmla="*/ 2 w 364"/>
                <a:gd name="T3" fmla="*/ 40 h 385"/>
                <a:gd name="T4" fmla="*/ 0 w 364"/>
                <a:gd name="T5" fmla="*/ 142 h 385"/>
                <a:gd name="T6" fmla="*/ 1 w 364"/>
                <a:gd name="T7" fmla="*/ 210 h 385"/>
                <a:gd name="T8" fmla="*/ 6 w 364"/>
                <a:gd name="T9" fmla="*/ 375 h 385"/>
                <a:gd name="T10" fmla="*/ 186 w 364"/>
                <a:gd name="T11" fmla="*/ 380 h 385"/>
                <a:gd name="T12" fmla="*/ 364 w 364"/>
                <a:gd name="T13" fmla="*/ 385 h 385"/>
                <a:gd name="T14" fmla="*/ 364 w 364"/>
                <a:gd name="T15" fmla="*/ 192 h 385"/>
                <a:gd name="T16" fmla="*/ 364 w 364"/>
                <a:gd name="T17" fmla="*/ 0 h 385"/>
                <a:gd name="T18" fmla="*/ 189 w 364"/>
                <a:gd name="T19" fmla="*/ 0 h 385"/>
                <a:gd name="T20" fmla="*/ 102 w 364"/>
                <a:gd name="T21" fmla="*/ 1 h 385"/>
                <a:gd name="T22" fmla="*/ 30 w 364"/>
                <a:gd name="T23" fmla="*/ 8 h 385"/>
                <a:gd name="T24" fmla="*/ 8 w 364"/>
                <a:gd name="T25" fmla="*/ 16 h 385"/>
                <a:gd name="T26" fmla="*/ 4 w 364"/>
                <a:gd name="T27" fmla="*/ 22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385">
                  <a:moveTo>
                    <a:pt x="4" y="22"/>
                  </a:moveTo>
                  <a:lnTo>
                    <a:pt x="2" y="40"/>
                  </a:lnTo>
                  <a:lnTo>
                    <a:pt x="0" y="142"/>
                  </a:lnTo>
                  <a:lnTo>
                    <a:pt x="1" y="210"/>
                  </a:lnTo>
                  <a:lnTo>
                    <a:pt x="6" y="375"/>
                  </a:lnTo>
                  <a:lnTo>
                    <a:pt x="186" y="380"/>
                  </a:lnTo>
                  <a:lnTo>
                    <a:pt x="364" y="385"/>
                  </a:lnTo>
                  <a:lnTo>
                    <a:pt x="364" y="192"/>
                  </a:lnTo>
                  <a:lnTo>
                    <a:pt x="364" y="0"/>
                  </a:lnTo>
                  <a:lnTo>
                    <a:pt x="189" y="0"/>
                  </a:lnTo>
                  <a:lnTo>
                    <a:pt x="102" y="1"/>
                  </a:lnTo>
                  <a:lnTo>
                    <a:pt x="30" y="8"/>
                  </a:lnTo>
                  <a:lnTo>
                    <a:pt x="8" y="16"/>
                  </a:lnTo>
                  <a:lnTo>
                    <a:pt x="4"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35"/>
            <p:cNvSpPr>
              <a:spLocks/>
            </p:cNvSpPr>
            <p:nvPr/>
          </p:nvSpPr>
          <p:spPr bwMode="auto">
            <a:xfrm>
              <a:off x="3409950" y="1706564"/>
              <a:ext cx="138113" cy="139700"/>
            </a:xfrm>
            <a:custGeom>
              <a:avLst/>
              <a:gdLst>
                <a:gd name="T0" fmla="*/ 5 w 370"/>
                <a:gd name="T1" fmla="*/ 187 h 375"/>
                <a:gd name="T2" fmla="*/ 10 w 370"/>
                <a:gd name="T3" fmla="*/ 375 h 375"/>
                <a:gd name="T4" fmla="*/ 185 w 370"/>
                <a:gd name="T5" fmla="*/ 375 h 375"/>
                <a:gd name="T6" fmla="*/ 360 w 370"/>
                <a:gd name="T7" fmla="*/ 375 h 375"/>
                <a:gd name="T8" fmla="*/ 365 w 370"/>
                <a:gd name="T9" fmla="*/ 187 h 375"/>
                <a:gd name="T10" fmla="*/ 370 w 370"/>
                <a:gd name="T11" fmla="*/ 0 h 375"/>
                <a:gd name="T12" fmla="*/ 185 w 370"/>
                <a:gd name="T13" fmla="*/ 0 h 375"/>
                <a:gd name="T14" fmla="*/ 0 w 370"/>
                <a:gd name="T15" fmla="*/ 0 h 375"/>
                <a:gd name="T16" fmla="*/ 5 w 370"/>
                <a:gd name="T17" fmla="*/ 187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0" h="375">
                  <a:moveTo>
                    <a:pt x="5" y="187"/>
                  </a:moveTo>
                  <a:lnTo>
                    <a:pt x="10" y="375"/>
                  </a:lnTo>
                  <a:lnTo>
                    <a:pt x="185" y="375"/>
                  </a:lnTo>
                  <a:lnTo>
                    <a:pt x="360" y="375"/>
                  </a:lnTo>
                  <a:lnTo>
                    <a:pt x="365" y="187"/>
                  </a:lnTo>
                  <a:lnTo>
                    <a:pt x="370" y="0"/>
                  </a:lnTo>
                  <a:lnTo>
                    <a:pt x="185" y="0"/>
                  </a:lnTo>
                  <a:lnTo>
                    <a:pt x="0" y="0"/>
                  </a:lnTo>
                  <a:lnTo>
                    <a:pt x="5" y="1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9" name="Freeform 36"/>
            <p:cNvSpPr>
              <a:spLocks/>
            </p:cNvSpPr>
            <p:nvPr/>
          </p:nvSpPr>
          <p:spPr bwMode="auto">
            <a:xfrm>
              <a:off x="3690938" y="1706564"/>
              <a:ext cx="133350" cy="144463"/>
            </a:xfrm>
            <a:custGeom>
              <a:avLst/>
              <a:gdLst>
                <a:gd name="T0" fmla="*/ 0 w 359"/>
                <a:gd name="T1" fmla="*/ 193 h 386"/>
                <a:gd name="T2" fmla="*/ 0 w 359"/>
                <a:gd name="T3" fmla="*/ 386 h 386"/>
                <a:gd name="T4" fmla="*/ 180 w 359"/>
                <a:gd name="T5" fmla="*/ 381 h 386"/>
                <a:gd name="T6" fmla="*/ 359 w 359"/>
                <a:gd name="T7" fmla="*/ 376 h 386"/>
                <a:gd name="T8" fmla="*/ 359 w 359"/>
                <a:gd name="T9" fmla="*/ 193 h 386"/>
                <a:gd name="T10" fmla="*/ 359 w 359"/>
                <a:gd name="T11" fmla="*/ 10 h 386"/>
                <a:gd name="T12" fmla="*/ 180 w 359"/>
                <a:gd name="T13" fmla="*/ 5 h 386"/>
                <a:gd name="T14" fmla="*/ 0 w 359"/>
                <a:gd name="T15" fmla="*/ 0 h 386"/>
                <a:gd name="T16" fmla="*/ 0 w 359"/>
                <a:gd name="T17" fmla="*/ 193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9" h="386">
                  <a:moveTo>
                    <a:pt x="0" y="193"/>
                  </a:moveTo>
                  <a:lnTo>
                    <a:pt x="0" y="386"/>
                  </a:lnTo>
                  <a:lnTo>
                    <a:pt x="180" y="381"/>
                  </a:lnTo>
                  <a:lnTo>
                    <a:pt x="359" y="376"/>
                  </a:lnTo>
                  <a:lnTo>
                    <a:pt x="359" y="193"/>
                  </a:lnTo>
                  <a:lnTo>
                    <a:pt x="359" y="10"/>
                  </a:lnTo>
                  <a:lnTo>
                    <a:pt x="180" y="5"/>
                  </a:lnTo>
                  <a:lnTo>
                    <a:pt x="0" y="0"/>
                  </a:lnTo>
                  <a:lnTo>
                    <a:pt x="0"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53" name="Rounded Rectangle 52"/>
          <p:cNvSpPr/>
          <p:nvPr/>
        </p:nvSpPr>
        <p:spPr>
          <a:xfrm>
            <a:off x="8687103"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TextBox 53"/>
          <p:cNvSpPr txBox="1"/>
          <p:nvPr/>
        </p:nvSpPr>
        <p:spPr>
          <a:xfrm>
            <a:off x="8483717"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دورية القياس</a:t>
            </a:r>
          </a:p>
        </p:txBody>
      </p:sp>
      <p:sp>
        <p:nvSpPr>
          <p:cNvPr id="55" name="TextBox 54"/>
          <p:cNvSpPr txBox="1"/>
          <p:nvPr/>
        </p:nvSpPr>
        <p:spPr>
          <a:xfrm>
            <a:off x="8565694" y="4947797"/>
            <a:ext cx="965308" cy="338554"/>
          </a:xfrm>
          <a:prstGeom prst="rect">
            <a:avLst/>
          </a:prstGeom>
          <a:noFill/>
        </p:spPr>
        <p:txBody>
          <a:bodyPr wrap="square" rtlCol="0">
            <a:spAutoFit/>
          </a:bodyPr>
          <a:lstStyle/>
          <a:p>
            <a:pPr algn="ctr"/>
            <a:r>
              <a:rPr lang="ar-EG" sz="1600" b="1" dirty="0">
                <a:solidFill>
                  <a:schemeClr val="accent1"/>
                </a:solidFill>
              </a:rPr>
              <a:t>ربع سنوي</a:t>
            </a:r>
          </a:p>
        </p:txBody>
      </p:sp>
      <p:graphicFrame>
        <p:nvGraphicFramePr>
          <p:cNvPr id="92" name="Table 91"/>
          <p:cNvGraphicFramePr>
            <a:graphicFrameLocks noGrp="1"/>
          </p:cNvGraphicFramePr>
          <p:nvPr/>
        </p:nvGraphicFramePr>
        <p:xfrm>
          <a:off x="1113853" y="2293250"/>
          <a:ext cx="9964294" cy="1827936"/>
        </p:xfrm>
        <a:graphic>
          <a:graphicData uri="http://schemas.openxmlformats.org/drawingml/2006/table">
            <a:tbl>
              <a:tblPr firstRow="1" bandRow="1">
                <a:tableStyleId>{5C22544A-7EE6-4342-B048-85BDC9FD1C3A}</a:tableStyleId>
              </a:tblPr>
              <a:tblGrid>
                <a:gridCol w="8426962">
                  <a:extLst>
                    <a:ext uri="{9D8B030D-6E8A-4147-A177-3AD203B41FA5}">
                      <a16:colId xmlns:a16="http://schemas.microsoft.com/office/drawing/2014/main" val="1922650772"/>
                    </a:ext>
                  </a:extLst>
                </a:gridCol>
                <a:gridCol w="1537332">
                  <a:extLst>
                    <a:ext uri="{9D8B030D-6E8A-4147-A177-3AD203B41FA5}">
                      <a16:colId xmlns:a16="http://schemas.microsoft.com/office/drawing/2014/main" val="831415739"/>
                    </a:ext>
                  </a:extLst>
                </a:gridCol>
              </a:tblGrid>
              <a:tr h="456984">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دعم اتخاذ القرارات</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الهدف الاستراتيجي</a:t>
                      </a:r>
                      <a:endParaRPr lang="en-US"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4060515"/>
                  </a:ext>
                </a:extLst>
              </a:tr>
              <a:tr h="456984">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يقيس مدى اكتمال توثيق عناصر ومكونات وسمات البنية المؤسسية في المستودع بما يدعم التحليل وإعداد التقارير واتخاذ القرار على مستوى الهيئة.</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وصف المؤشر</a:t>
                      </a:r>
                      <a:endParaRPr lang="en-US"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577636"/>
                  </a:ext>
                </a:extLst>
              </a:tr>
              <a:tr h="456984">
                <a:tc>
                  <a:txBody>
                    <a:bodyPr/>
                    <a:lstStyle/>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a:t>
                      </a:r>
                      <a:r>
                        <a:rPr lang="ar-SA" sz="1400" b="1" kern="1200" baseline="0" dirty="0">
                          <a:solidFill>
                            <a:schemeClr val="accent1"/>
                          </a:solidFill>
                          <a:latin typeface="Sakkal Majalla" panose="02000000000000000000" pitchFamily="2" charset="-78"/>
                          <a:ea typeface="+mn-ea"/>
                          <a:cs typeface="Sakkal Majalla" panose="02000000000000000000" pitchFamily="2" charset="-78"/>
                        </a:rPr>
                        <a:t>عدد السمات الإلزامية الموثقة ÷ إجمالي السمات الإلزامية) × 70%</a:t>
                      </a: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 +</a:t>
                      </a:r>
                      <a:r>
                        <a:rPr lang="ar-SA" sz="1400" b="1" kern="1200" baseline="0" dirty="0">
                          <a:solidFill>
                            <a:schemeClr val="accent1"/>
                          </a:solidFill>
                          <a:latin typeface="Sakkal Majalla" panose="02000000000000000000" pitchFamily="2" charset="-78"/>
                          <a:ea typeface="+mn-ea"/>
                          <a:cs typeface="Sakkal Majalla" panose="02000000000000000000" pitchFamily="2" charset="-78"/>
                        </a:rPr>
                        <a:t>(عدد السمات الاختيارية الموثقة ÷ إجمالي السمات الاختيارية) × 30%</a:t>
                      </a: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 )</a:t>
                      </a:r>
                      <a:r>
                        <a:rPr lang="en-US" sz="1400" b="1" kern="1200" baseline="0" dirty="0">
                          <a:solidFill>
                            <a:schemeClr val="accent1"/>
                          </a:solidFill>
                          <a:latin typeface="Sakkal Majalla" panose="02000000000000000000" pitchFamily="2" charset="-78"/>
                          <a:ea typeface="+mn-ea"/>
                          <a:cs typeface="Sakkal Majalla" panose="02000000000000000000" pitchFamily="2" charset="-78"/>
                        </a:rPr>
                        <a:t> </a:t>
                      </a: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*100</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معادلة الاحتساب</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6671549"/>
                  </a:ext>
                </a:extLst>
              </a:tr>
              <a:tr h="456984">
                <a:tc>
                  <a:txBody>
                    <a:bodyPr/>
                    <a:lstStyle/>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أداة/مستودع البنية المؤسسية </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مصدر البيانات</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578273"/>
                  </a:ext>
                </a:extLst>
              </a:tr>
            </a:tbl>
          </a:graphicData>
        </a:graphic>
      </p:graphicFrame>
      <p:sp>
        <p:nvSpPr>
          <p:cNvPr id="30" name="Rounded Rectangle 29"/>
          <p:cNvSpPr/>
          <p:nvPr/>
        </p:nvSpPr>
        <p:spPr>
          <a:xfrm>
            <a:off x="4908728"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extBox 30"/>
          <p:cNvSpPr txBox="1"/>
          <p:nvPr/>
        </p:nvSpPr>
        <p:spPr>
          <a:xfrm>
            <a:off x="4705342"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وحدة القياس</a:t>
            </a:r>
          </a:p>
        </p:txBody>
      </p:sp>
      <p:sp>
        <p:nvSpPr>
          <p:cNvPr id="32" name="TextBox 31"/>
          <p:cNvSpPr txBox="1"/>
          <p:nvPr/>
        </p:nvSpPr>
        <p:spPr>
          <a:xfrm>
            <a:off x="4787319" y="4947797"/>
            <a:ext cx="965308" cy="338554"/>
          </a:xfrm>
          <a:prstGeom prst="rect">
            <a:avLst/>
          </a:prstGeom>
          <a:noFill/>
        </p:spPr>
        <p:txBody>
          <a:bodyPr wrap="square" rtlCol="0">
            <a:spAutoFit/>
          </a:bodyPr>
          <a:lstStyle/>
          <a:p>
            <a:pPr algn="ctr"/>
            <a:r>
              <a:rPr lang="ar-EG" sz="1600" b="1" dirty="0">
                <a:solidFill>
                  <a:schemeClr val="accent1"/>
                </a:solidFill>
              </a:rPr>
              <a:t>نسبة</a:t>
            </a:r>
          </a:p>
        </p:txBody>
      </p:sp>
      <p:sp>
        <p:nvSpPr>
          <p:cNvPr id="11" name="Rounded Rectangle 10"/>
          <p:cNvSpPr/>
          <p:nvPr/>
        </p:nvSpPr>
        <p:spPr>
          <a:xfrm>
            <a:off x="6797916"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p:cNvSpPr txBox="1"/>
          <p:nvPr/>
        </p:nvSpPr>
        <p:spPr>
          <a:xfrm>
            <a:off x="6594530"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قطبية القياس</a:t>
            </a:r>
          </a:p>
        </p:txBody>
      </p:sp>
      <p:sp>
        <p:nvSpPr>
          <p:cNvPr id="13" name="TextBox 12"/>
          <p:cNvSpPr txBox="1"/>
          <p:nvPr/>
        </p:nvSpPr>
        <p:spPr>
          <a:xfrm>
            <a:off x="6676507" y="4947797"/>
            <a:ext cx="965308" cy="338554"/>
          </a:xfrm>
          <a:prstGeom prst="rect">
            <a:avLst/>
          </a:prstGeom>
          <a:noFill/>
        </p:spPr>
        <p:txBody>
          <a:bodyPr wrap="square" rtlCol="0">
            <a:spAutoFit/>
          </a:bodyPr>
          <a:lstStyle/>
          <a:p>
            <a:pPr algn="ctr"/>
            <a:r>
              <a:rPr lang="ar-EG" sz="1600" b="1" dirty="0">
                <a:solidFill>
                  <a:schemeClr val="accent1"/>
                </a:solidFill>
              </a:rPr>
              <a:t>تصاعدي</a:t>
            </a:r>
            <a:endParaRPr lang="en-US" sz="1600" b="1" dirty="0">
              <a:solidFill>
                <a:schemeClr val="accent1"/>
              </a:solidFill>
            </a:endParaRPr>
          </a:p>
        </p:txBody>
      </p:sp>
      <p:graphicFrame>
        <p:nvGraphicFramePr>
          <p:cNvPr id="34" name="Table 33">
            <a:extLst>
              <a:ext uri="{FF2B5EF4-FFF2-40B4-BE49-F238E27FC236}">
                <a16:creationId xmlns:a16="http://schemas.microsoft.com/office/drawing/2014/main" id="{BDA6F950-1057-52D7-15FE-0B75F1D664A0}"/>
              </a:ext>
            </a:extLst>
          </p:cNvPr>
          <p:cNvGraphicFramePr>
            <a:graphicFrameLocks noGrp="1"/>
          </p:cNvGraphicFramePr>
          <p:nvPr/>
        </p:nvGraphicFramePr>
        <p:xfrm>
          <a:off x="1109342" y="4676797"/>
          <a:ext cx="2836074" cy="487680"/>
        </p:xfrm>
        <a:graphic>
          <a:graphicData uri="http://schemas.openxmlformats.org/drawingml/2006/table">
            <a:tbl>
              <a:tblPr firstRow="1" bandRow="1">
                <a:tableStyleId>{5C22544A-7EE6-4342-B048-85BDC9FD1C3A}</a:tableStyleId>
              </a:tblPr>
              <a:tblGrid>
                <a:gridCol w="945358">
                  <a:extLst>
                    <a:ext uri="{9D8B030D-6E8A-4147-A177-3AD203B41FA5}">
                      <a16:colId xmlns:a16="http://schemas.microsoft.com/office/drawing/2014/main" val="3314942607"/>
                    </a:ext>
                  </a:extLst>
                </a:gridCol>
                <a:gridCol w="945358">
                  <a:extLst>
                    <a:ext uri="{9D8B030D-6E8A-4147-A177-3AD203B41FA5}">
                      <a16:colId xmlns:a16="http://schemas.microsoft.com/office/drawing/2014/main" val="2694643210"/>
                    </a:ext>
                  </a:extLst>
                </a:gridCol>
                <a:gridCol w="945358">
                  <a:extLst>
                    <a:ext uri="{9D8B030D-6E8A-4147-A177-3AD203B41FA5}">
                      <a16:colId xmlns:a16="http://schemas.microsoft.com/office/drawing/2014/main" val="1867350649"/>
                    </a:ext>
                  </a:extLst>
                </a:gridCol>
              </a:tblGrid>
              <a:tr h="0">
                <a:tc>
                  <a:txBody>
                    <a:bodyPr/>
                    <a:lstStyle/>
                    <a:p>
                      <a:pPr algn="ctr" rtl="1"/>
                      <a:r>
                        <a:rPr lang="en-US" sz="1600" b="1" baseline="0" dirty="0">
                          <a:solidFill>
                            <a:schemeClr val="accent1">
                              <a:lumMod val="50000"/>
                            </a:schemeClr>
                          </a:solidFill>
                          <a:latin typeface="Sakkal Majalla" panose="02000000000000000000" pitchFamily="2" charset="-78"/>
                          <a:cs typeface="Sakkal Majalla" panose="02000000000000000000" pitchFamily="2" charset="-78"/>
                        </a:rPr>
                        <a:t>2028</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rtl="1"/>
                      <a:r>
                        <a:rPr lang="en-US" sz="1600" b="1" baseline="0" dirty="0">
                          <a:solidFill>
                            <a:schemeClr val="accent1">
                              <a:lumMod val="50000"/>
                            </a:schemeClr>
                          </a:solidFill>
                          <a:latin typeface="Sakkal Majalla" panose="02000000000000000000" pitchFamily="2" charset="-78"/>
                          <a:cs typeface="Sakkal Majalla" panose="02000000000000000000" pitchFamily="2" charset="-78"/>
                        </a:rPr>
                        <a:t>2027</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rtl="1"/>
                      <a:r>
                        <a:rPr lang="en-US" sz="1600" b="1" baseline="0" dirty="0">
                          <a:solidFill>
                            <a:schemeClr val="accent1">
                              <a:lumMod val="50000"/>
                            </a:schemeClr>
                          </a:solidFill>
                          <a:latin typeface="Sakkal Majalla" panose="02000000000000000000" pitchFamily="2" charset="-78"/>
                          <a:cs typeface="Sakkal Majalla" panose="02000000000000000000" pitchFamily="2" charset="-78"/>
                        </a:rPr>
                        <a:t>2026</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95495611"/>
                  </a:ext>
                </a:extLst>
              </a:tr>
              <a:tr h="0">
                <a:tc>
                  <a:txBody>
                    <a:bodyPr/>
                    <a:lstStyle/>
                    <a:p>
                      <a:pPr algn="ctr"/>
                      <a:r>
                        <a:rPr lang="en-US" sz="1600" b="1" baseline="0" dirty="0">
                          <a:solidFill>
                            <a:schemeClr val="accent1"/>
                          </a:solidFill>
                          <a:latin typeface="Sakkal Majalla" panose="02000000000000000000" pitchFamily="2" charset="-78"/>
                          <a:cs typeface="Sakkal Majalla" panose="02000000000000000000" pitchFamily="2" charset="-78"/>
                        </a:rPr>
                        <a:t>95%</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lang="en-US" sz="1600" b="1" baseline="0" dirty="0">
                          <a:solidFill>
                            <a:schemeClr val="accent1"/>
                          </a:solidFill>
                          <a:latin typeface="Sakkal Majalla" panose="02000000000000000000" pitchFamily="2" charset="-78"/>
                          <a:cs typeface="Sakkal Majalla" panose="02000000000000000000" pitchFamily="2" charset="-78"/>
                        </a:rPr>
                        <a:t>80%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algn="ctr" defTabSz="914400" rtl="1" eaLnBrk="1" latinLnBrk="0" hangingPunct="1"/>
                      <a:r>
                        <a:rPr lang="en-US" sz="1600" b="1" kern="1200" baseline="0" dirty="0">
                          <a:solidFill>
                            <a:schemeClr val="accent1"/>
                          </a:solidFill>
                          <a:latin typeface="Sakkal Majalla" panose="02000000000000000000" pitchFamily="2" charset="-78"/>
                          <a:ea typeface="+mn-ea"/>
                          <a:cs typeface="Sakkal Majalla" panose="02000000000000000000" pitchFamily="2" charset="-78"/>
                        </a:rPr>
                        <a:t>60%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08398491"/>
                  </a:ext>
                </a:extLst>
              </a:tr>
            </a:tbl>
          </a:graphicData>
        </a:graphic>
      </p:graphicFrame>
      <p:sp>
        <p:nvSpPr>
          <p:cNvPr id="33" name="Rounded Rectangle 7">
            <a:extLst>
              <a:ext uri="{FF2B5EF4-FFF2-40B4-BE49-F238E27FC236}">
                <a16:creationId xmlns:a16="http://schemas.microsoft.com/office/drawing/2014/main" id="{E63ACC22-6B9B-0EF6-FFF4-BE2DD84F3B1D}"/>
              </a:ext>
            </a:extLst>
          </p:cNvPr>
          <p:cNvSpPr/>
          <p:nvPr/>
        </p:nvSpPr>
        <p:spPr>
          <a:xfrm>
            <a:off x="5041960" y="1930177"/>
            <a:ext cx="2108081" cy="31893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EG" sz="1200" dirty="0"/>
              <a:t>مالك المؤشر : البنية المؤسسية</a:t>
            </a:r>
            <a:endParaRPr lang="en-US" sz="1200" dirty="0"/>
          </a:p>
        </p:txBody>
      </p:sp>
      <p:grpSp>
        <p:nvGrpSpPr>
          <p:cNvPr id="68" name="Group 67">
            <a:extLst>
              <a:ext uri="{FF2B5EF4-FFF2-40B4-BE49-F238E27FC236}">
                <a16:creationId xmlns:a16="http://schemas.microsoft.com/office/drawing/2014/main" id="{8AEED384-F801-82EF-F146-8764803E6D16}"/>
              </a:ext>
            </a:extLst>
          </p:cNvPr>
          <p:cNvGrpSpPr>
            <a:grpSpLocks noChangeAspect="1"/>
          </p:cNvGrpSpPr>
          <p:nvPr/>
        </p:nvGrpSpPr>
        <p:grpSpPr>
          <a:xfrm>
            <a:off x="5130225" y="4686665"/>
            <a:ext cx="279496" cy="246888"/>
            <a:chOff x="5810250" y="3176587"/>
            <a:chExt cx="571500" cy="504825"/>
          </a:xfrm>
          <a:solidFill>
            <a:schemeClr val="accent1"/>
          </a:solidFill>
        </p:grpSpPr>
        <p:sp>
          <p:nvSpPr>
            <p:cNvPr id="63" name="Freeform: Shape 62">
              <a:extLst>
                <a:ext uri="{FF2B5EF4-FFF2-40B4-BE49-F238E27FC236}">
                  <a16:creationId xmlns:a16="http://schemas.microsoft.com/office/drawing/2014/main" id="{619D22C9-14B8-1491-ABD5-398EF4A426C8}"/>
                </a:ext>
              </a:extLst>
            </p:cNvPr>
            <p:cNvSpPr/>
            <p:nvPr/>
          </p:nvSpPr>
          <p:spPr>
            <a:xfrm>
              <a:off x="5810250" y="3376612"/>
              <a:ext cx="571500" cy="304800"/>
            </a:xfrm>
            <a:custGeom>
              <a:avLst/>
              <a:gdLst>
                <a:gd name="csX0" fmla="*/ 514350 w 571500"/>
                <a:gd name="csY0" fmla="*/ 0 h 304800"/>
                <a:gd name="csX1" fmla="*/ 495300 w 571500"/>
                <a:gd name="csY1" fmla="*/ 0 h 304800"/>
                <a:gd name="csX2" fmla="*/ 495300 w 571500"/>
                <a:gd name="csY2" fmla="*/ 19050 h 304800"/>
                <a:gd name="csX3" fmla="*/ 514350 w 571500"/>
                <a:gd name="csY3" fmla="*/ 19050 h 304800"/>
                <a:gd name="csX4" fmla="*/ 552450 w 571500"/>
                <a:gd name="csY4" fmla="*/ 57150 h 304800"/>
                <a:gd name="csX5" fmla="*/ 552450 w 571500"/>
                <a:gd name="csY5" fmla="*/ 247650 h 304800"/>
                <a:gd name="csX6" fmla="*/ 514350 w 571500"/>
                <a:gd name="csY6" fmla="*/ 285750 h 304800"/>
                <a:gd name="csX7" fmla="*/ 495300 w 571500"/>
                <a:gd name="csY7" fmla="*/ 285750 h 304800"/>
                <a:gd name="csX8" fmla="*/ 495300 w 571500"/>
                <a:gd name="csY8" fmla="*/ 257175 h 304800"/>
                <a:gd name="csX9" fmla="*/ 485775 w 571500"/>
                <a:gd name="csY9" fmla="*/ 247650 h 304800"/>
                <a:gd name="csX10" fmla="*/ 476250 w 571500"/>
                <a:gd name="csY10" fmla="*/ 257175 h 304800"/>
                <a:gd name="csX11" fmla="*/ 476250 w 571500"/>
                <a:gd name="csY11" fmla="*/ 285750 h 304800"/>
                <a:gd name="csX12" fmla="*/ 457200 w 571500"/>
                <a:gd name="csY12" fmla="*/ 285750 h 304800"/>
                <a:gd name="csX13" fmla="*/ 457200 w 571500"/>
                <a:gd name="csY13" fmla="*/ 257175 h 304800"/>
                <a:gd name="csX14" fmla="*/ 447675 w 571500"/>
                <a:gd name="csY14" fmla="*/ 247650 h 304800"/>
                <a:gd name="csX15" fmla="*/ 438150 w 571500"/>
                <a:gd name="csY15" fmla="*/ 257175 h 304800"/>
                <a:gd name="csX16" fmla="*/ 438150 w 571500"/>
                <a:gd name="csY16" fmla="*/ 285750 h 304800"/>
                <a:gd name="csX17" fmla="*/ 419100 w 571500"/>
                <a:gd name="csY17" fmla="*/ 285750 h 304800"/>
                <a:gd name="csX18" fmla="*/ 419100 w 571500"/>
                <a:gd name="csY18" fmla="*/ 257175 h 304800"/>
                <a:gd name="csX19" fmla="*/ 409575 w 571500"/>
                <a:gd name="csY19" fmla="*/ 247650 h 304800"/>
                <a:gd name="csX20" fmla="*/ 400050 w 571500"/>
                <a:gd name="csY20" fmla="*/ 257175 h 304800"/>
                <a:gd name="csX21" fmla="*/ 400050 w 571500"/>
                <a:gd name="csY21" fmla="*/ 285750 h 304800"/>
                <a:gd name="csX22" fmla="*/ 381000 w 571500"/>
                <a:gd name="csY22" fmla="*/ 285750 h 304800"/>
                <a:gd name="csX23" fmla="*/ 381000 w 571500"/>
                <a:gd name="csY23" fmla="*/ 257175 h 304800"/>
                <a:gd name="csX24" fmla="*/ 371475 w 571500"/>
                <a:gd name="csY24" fmla="*/ 247650 h 304800"/>
                <a:gd name="csX25" fmla="*/ 361950 w 571500"/>
                <a:gd name="csY25" fmla="*/ 257175 h 304800"/>
                <a:gd name="csX26" fmla="*/ 361950 w 571500"/>
                <a:gd name="csY26" fmla="*/ 285750 h 304800"/>
                <a:gd name="csX27" fmla="*/ 342900 w 571500"/>
                <a:gd name="csY27" fmla="*/ 285750 h 304800"/>
                <a:gd name="csX28" fmla="*/ 342900 w 571500"/>
                <a:gd name="csY28" fmla="*/ 257175 h 304800"/>
                <a:gd name="csX29" fmla="*/ 333375 w 571500"/>
                <a:gd name="csY29" fmla="*/ 247650 h 304800"/>
                <a:gd name="csX30" fmla="*/ 323850 w 571500"/>
                <a:gd name="csY30" fmla="*/ 257175 h 304800"/>
                <a:gd name="csX31" fmla="*/ 323850 w 571500"/>
                <a:gd name="csY31" fmla="*/ 285750 h 304800"/>
                <a:gd name="csX32" fmla="*/ 304800 w 571500"/>
                <a:gd name="csY32" fmla="*/ 285750 h 304800"/>
                <a:gd name="csX33" fmla="*/ 304800 w 571500"/>
                <a:gd name="csY33" fmla="*/ 257175 h 304800"/>
                <a:gd name="csX34" fmla="*/ 295275 w 571500"/>
                <a:gd name="csY34" fmla="*/ 247650 h 304800"/>
                <a:gd name="csX35" fmla="*/ 285750 w 571500"/>
                <a:gd name="csY35" fmla="*/ 257175 h 304800"/>
                <a:gd name="csX36" fmla="*/ 285750 w 571500"/>
                <a:gd name="csY36" fmla="*/ 285750 h 304800"/>
                <a:gd name="csX37" fmla="*/ 266700 w 571500"/>
                <a:gd name="csY37" fmla="*/ 285750 h 304800"/>
                <a:gd name="csX38" fmla="*/ 266700 w 571500"/>
                <a:gd name="csY38" fmla="*/ 257175 h 304800"/>
                <a:gd name="csX39" fmla="*/ 257175 w 571500"/>
                <a:gd name="csY39" fmla="*/ 247650 h 304800"/>
                <a:gd name="csX40" fmla="*/ 247650 w 571500"/>
                <a:gd name="csY40" fmla="*/ 257175 h 304800"/>
                <a:gd name="csX41" fmla="*/ 247650 w 571500"/>
                <a:gd name="csY41" fmla="*/ 285750 h 304800"/>
                <a:gd name="csX42" fmla="*/ 228600 w 571500"/>
                <a:gd name="csY42" fmla="*/ 285750 h 304800"/>
                <a:gd name="csX43" fmla="*/ 228600 w 571500"/>
                <a:gd name="csY43" fmla="*/ 257175 h 304800"/>
                <a:gd name="csX44" fmla="*/ 219075 w 571500"/>
                <a:gd name="csY44" fmla="*/ 247650 h 304800"/>
                <a:gd name="csX45" fmla="*/ 209550 w 571500"/>
                <a:gd name="csY45" fmla="*/ 257175 h 304800"/>
                <a:gd name="csX46" fmla="*/ 209550 w 571500"/>
                <a:gd name="csY46" fmla="*/ 285750 h 304800"/>
                <a:gd name="csX47" fmla="*/ 190500 w 571500"/>
                <a:gd name="csY47" fmla="*/ 285750 h 304800"/>
                <a:gd name="csX48" fmla="*/ 190500 w 571500"/>
                <a:gd name="csY48" fmla="*/ 261938 h 304800"/>
                <a:gd name="csX49" fmla="*/ 157163 w 571500"/>
                <a:gd name="csY49" fmla="*/ 228600 h 304800"/>
                <a:gd name="csX50" fmla="*/ 123825 w 571500"/>
                <a:gd name="csY50" fmla="*/ 261938 h 304800"/>
                <a:gd name="csX51" fmla="*/ 123825 w 571500"/>
                <a:gd name="csY51" fmla="*/ 285750 h 304800"/>
                <a:gd name="csX52" fmla="*/ 104775 w 571500"/>
                <a:gd name="csY52" fmla="*/ 285750 h 304800"/>
                <a:gd name="csX53" fmla="*/ 104775 w 571500"/>
                <a:gd name="csY53" fmla="*/ 257175 h 304800"/>
                <a:gd name="csX54" fmla="*/ 95250 w 571500"/>
                <a:gd name="csY54" fmla="*/ 247650 h 304800"/>
                <a:gd name="csX55" fmla="*/ 85725 w 571500"/>
                <a:gd name="csY55" fmla="*/ 257175 h 304800"/>
                <a:gd name="csX56" fmla="*/ 85725 w 571500"/>
                <a:gd name="csY56" fmla="*/ 285750 h 304800"/>
                <a:gd name="csX57" fmla="*/ 66675 w 571500"/>
                <a:gd name="csY57" fmla="*/ 285750 h 304800"/>
                <a:gd name="csX58" fmla="*/ 66675 w 571500"/>
                <a:gd name="csY58" fmla="*/ 257175 h 304800"/>
                <a:gd name="csX59" fmla="*/ 57150 w 571500"/>
                <a:gd name="csY59" fmla="*/ 247650 h 304800"/>
                <a:gd name="csX60" fmla="*/ 47625 w 571500"/>
                <a:gd name="csY60" fmla="*/ 257175 h 304800"/>
                <a:gd name="csX61" fmla="*/ 47625 w 571500"/>
                <a:gd name="csY61" fmla="*/ 284404 h 304800"/>
                <a:gd name="csX62" fmla="*/ 19050 w 571500"/>
                <a:gd name="csY62" fmla="*/ 247650 h 304800"/>
                <a:gd name="csX63" fmla="*/ 19050 w 571500"/>
                <a:gd name="csY63" fmla="*/ 57150 h 304800"/>
                <a:gd name="csX64" fmla="*/ 57150 w 571500"/>
                <a:gd name="csY64" fmla="*/ 19050 h 304800"/>
                <a:gd name="csX65" fmla="*/ 76200 w 571500"/>
                <a:gd name="csY65" fmla="*/ 19050 h 304800"/>
                <a:gd name="csX66" fmla="*/ 76200 w 571500"/>
                <a:gd name="csY66" fmla="*/ 0 h 304800"/>
                <a:gd name="csX67" fmla="*/ 57150 w 571500"/>
                <a:gd name="csY67" fmla="*/ 0 h 304800"/>
                <a:gd name="csX68" fmla="*/ 0 w 571500"/>
                <a:gd name="csY68" fmla="*/ 57150 h 304800"/>
                <a:gd name="csX69" fmla="*/ 0 w 571500"/>
                <a:gd name="csY69" fmla="*/ 247650 h 304800"/>
                <a:gd name="csX70" fmla="*/ 57150 w 571500"/>
                <a:gd name="csY70" fmla="*/ 304800 h 304800"/>
                <a:gd name="csX71" fmla="*/ 133350 w 571500"/>
                <a:gd name="csY71" fmla="*/ 304800 h 304800"/>
                <a:gd name="csX72" fmla="*/ 142875 w 571500"/>
                <a:gd name="csY72" fmla="*/ 295275 h 304800"/>
                <a:gd name="csX73" fmla="*/ 142875 w 571500"/>
                <a:gd name="csY73" fmla="*/ 261938 h 304800"/>
                <a:gd name="csX74" fmla="*/ 171450 w 571500"/>
                <a:gd name="csY74" fmla="*/ 261938 h 304800"/>
                <a:gd name="csX75" fmla="*/ 171450 w 571500"/>
                <a:gd name="csY75" fmla="*/ 295275 h 304800"/>
                <a:gd name="csX76" fmla="*/ 180975 w 571500"/>
                <a:gd name="csY76" fmla="*/ 304800 h 304800"/>
                <a:gd name="csX77" fmla="*/ 514350 w 571500"/>
                <a:gd name="csY77" fmla="*/ 304800 h 304800"/>
                <a:gd name="csX78" fmla="*/ 571500 w 571500"/>
                <a:gd name="csY78" fmla="*/ 247650 h 304800"/>
                <a:gd name="csX79" fmla="*/ 571500 w 571500"/>
                <a:gd name="csY79" fmla="*/ 57150 h 304800"/>
                <a:gd name="csX80" fmla="*/ 514350 w 571500"/>
                <a:gd name="csY80" fmla="*/ 0 h 304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Lst>
              <a:rect l="l" t="t" r="r" b="b"/>
              <a:pathLst>
                <a:path w="571500" h="304800">
                  <a:moveTo>
                    <a:pt x="514350" y="0"/>
                  </a:moveTo>
                  <a:lnTo>
                    <a:pt x="495300" y="0"/>
                  </a:lnTo>
                  <a:lnTo>
                    <a:pt x="495300" y="19050"/>
                  </a:lnTo>
                  <a:lnTo>
                    <a:pt x="514350" y="19050"/>
                  </a:lnTo>
                  <a:cubicBezTo>
                    <a:pt x="535400" y="19050"/>
                    <a:pt x="552450" y="36100"/>
                    <a:pt x="552450" y="57150"/>
                  </a:cubicBezTo>
                  <a:lnTo>
                    <a:pt x="552450" y="247650"/>
                  </a:lnTo>
                  <a:cubicBezTo>
                    <a:pt x="552450" y="268700"/>
                    <a:pt x="535400" y="285750"/>
                    <a:pt x="514350" y="285750"/>
                  </a:cubicBezTo>
                  <a:lnTo>
                    <a:pt x="495300" y="285750"/>
                  </a:lnTo>
                  <a:lnTo>
                    <a:pt x="495300" y="257175"/>
                  </a:lnTo>
                  <a:cubicBezTo>
                    <a:pt x="495300" y="251910"/>
                    <a:pt x="491040" y="247650"/>
                    <a:pt x="485775" y="247650"/>
                  </a:cubicBezTo>
                  <a:cubicBezTo>
                    <a:pt x="480510" y="247650"/>
                    <a:pt x="476250" y="251910"/>
                    <a:pt x="476250" y="257175"/>
                  </a:cubicBezTo>
                  <a:lnTo>
                    <a:pt x="476250" y="285750"/>
                  </a:lnTo>
                  <a:lnTo>
                    <a:pt x="457200" y="285750"/>
                  </a:lnTo>
                  <a:lnTo>
                    <a:pt x="457200" y="257175"/>
                  </a:lnTo>
                  <a:cubicBezTo>
                    <a:pt x="457200" y="251910"/>
                    <a:pt x="452940" y="247650"/>
                    <a:pt x="447675" y="247650"/>
                  </a:cubicBezTo>
                  <a:cubicBezTo>
                    <a:pt x="442410" y="247650"/>
                    <a:pt x="438150" y="251910"/>
                    <a:pt x="438150" y="257175"/>
                  </a:cubicBezTo>
                  <a:lnTo>
                    <a:pt x="438150" y="285750"/>
                  </a:lnTo>
                  <a:lnTo>
                    <a:pt x="419100" y="285750"/>
                  </a:lnTo>
                  <a:lnTo>
                    <a:pt x="419100" y="257175"/>
                  </a:lnTo>
                  <a:cubicBezTo>
                    <a:pt x="419100" y="251910"/>
                    <a:pt x="414840" y="247650"/>
                    <a:pt x="409575" y="247650"/>
                  </a:cubicBezTo>
                  <a:cubicBezTo>
                    <a:pt x="404310" y="247650"/>
                    <a:pt x="400050" y="251910"/>
                    <a:pt x="400050" y="257175"/>
                  </a:cubicBezTo>
                  <a:lnTo>
                    <a:pt x="400050" y="285750"/>
                  </a:lnTo>
                  <a:lnTo>
                    <a:pt x="381000" y="285750"/>
                  </a:lnTo>
                  <a:lnTo>
                    <a:pt x="381000" y="257175"/>
                  </a:lnTo>
                  <a:cubicBezTo>
                    <a:pt x="381000" y="251910"/>
                    <a:pt x="376740" y="247650"/>
                    <a:pt x="371475" y="247650"/>
                  </a:cubicBezTo>
                  <a:cubicBezTo>
                    <a:pt x="366210" y="247650"/>
                    <a:pt x="361950" y="251910"/>
                    <a:pt x="361950" y="257175"/>
                  </a:cubicBezTo>
                  <a:lnTo>
                    <a:pt x="361950" y="285750"/>
                  </a:lnTo>
                  <a:lnTo>
                    <a:pt x="342900" y="285750"/>
                  </a:lnTo>
                  <a:lnTo>
                    <a:pt x="342900" y="257175"/>
                  </a:lnTo>
                  <a:cubicBezTo>
                    <a:pt x="342900" y="251910"/>
                    <a:pt x="338640" y="247650"/>
                    <a:pt x="333375" y="247650"/>
                  </a:cubicBezTo>
                  <a:cubicBezTo>
                    <a:pt x="328110" y="247650"/>
                    <a:pt x="323850" y="251910"/>
                    <a:pt x="323850" y="257175"/>
                  </a:cubicBezTo>
                  <a:lnTo>
                    <a:pt x="323850" y="285750"/>
                  </a:lnTo>
                  <a:lnTo>
                    <a:pt x="304800" y="285750"/>
                  </a:lnTo>
                  <a:lnTo>
                    <a:pt x="304800" y="257175"/>
                  </a:lnTo>
                  <a:cubicBezTo>
                    <a:pt x="304800" y="251910"/>
                    <a:pt x="300540" y="247650"/>
                    <a:pt x="295275" y="247650"/>
                  </a:cubicBezTo>
                  <a:cubicBezTo>
                    <a:pt x="290010" y="247650"/>
                    <a:pt x="285750" y="251910"/>
                    <a:pt x="285750" y="257175"/>
                  </a:cubicBezTo>
                  <a:lnTo>
                    <a:pt x="285750" y="285750"/>
                  </a:lnTo>
                  <a:lnTo>
                    <a:pt x="266700" y="285750"/>
                  </a:lnTo>
                  <a:lnTo>
                    <a:pt x="266700" y="257175"/>
                  </a:lnTo>
                  <a:cubicBezTo>
                    <a:pt x="266700" y="251910"/>
                    <a:pt x="262440" y="247650"/>
                    <a:pt x="257175" y="247650"/>
                  </a:cubicBezTo>
                  <a:cubicBezTo>
                    <a:pt x="251910" y="247650"/>
                    <a:pt x="247650" y="251910"/>
                    <a:pt x="247650" y="257175"/>
                  </a:cubicBezTo>
                  <a:lnTo>
                    <a:pt x="247650" y="285750"/>
                  </a:lnTo>
                  <a:lnTo>
                    <a:pt x="228600" y="285750"/>
                  </a:lnTo>
                  <a:lnTo>
                    <a:pt x="228600" y="257175"/>
                  </a:lnTo>
                  <a:cubicBezTo>
                    <a:pt x="228600" y="251910"/>
                    <a:pt x="224340" y="247650"/>
                    <a:pt x="219075" y="247650"/>
                  </a:cubicBezTo>
                  <a:cubicBezTo>
                    <a:pt x="213810" y="247650"/>
                    <a:pt x="209550" y="251910"/>
                    <a:pt x="209550" y="257175"/>
                  </a:cubicBezTo>
                  <a:lnTo>
                    <a:pt x="209550" y="285750"/>
                  </a:lnTo>
                  <a:lnTo>
                    <a:pt x="190500" y="285750"/>
                  </a:lnTo>
                  <a:lnTo>
                    <a:pt x="190500" y="261938"/>
                  </a:lnTo>
                  <a:cubicBezTo>
                    <a:pt x="190500" y="243554"/>
                    <a:pt x="175546" y="228600"/>
                    <a:pt x="157163" y="228600"/>
                  </a:cubicBezTo>
                  <a:cubicBezTo>
                    <a:pt x="138779" y="228600"/>
                    <a:pt x="123825" y="243554"/>
                    <a:pt x="123825" y="261938"/>
                  </a:cubicBezTo>
                  <a:lnTo>
                    <a:pt x="123825" y="285750"/>
                  </a:lnTo>
                  <a:lnTo>
                    <a:pt x="104775" y="285750"/>
                  </a:lnTo>
                  <a:lnTo>
                    <a:pt x="104775" y="257175"/>
                  </a:lnTo>
                  <a:cubicBezTo>
                    <a:pt x="104775" y="251910"/>
                    <a:pt x="100515" y="247650"/>
                    <a:pt x="95250" y="247650"/>
                  </a:cubicBezTo>
                  <a:cubicBezTo>
                    <a:pt x="89985" y="247650"/>
                    <a:pt x="85725" y="251910"/>
                    <a:pt x="85725" y="257175"/>
                  </a:cubicBezTo>
                  <a:lnTo>
                    <a:pt x="85725" y="285750"/>
                  </a:lnTo>
                  <a:lnTo>
                    <a:pt x="66675" y="285750"/>
                  </a:lnTo>
                  <a:lnTo>
                    <a:pt x="66675" y="257175"/>
                  </a:lnTo>
                  <a:cubicBezTo>
                    <a:pt x="66675" y="251910"/>
                    <a:pt x="62415" y="247650"/>
                    <a:pt x="57150" y="247650"/>
                  </a:cubicBezTo>
                  <a:cubicBezTo>
                    <a:pt x="51885" y="247650"/>
                    <a:pt x="47625" y="251910"/>
                    <a:pt x="47625" y="257175"/>
                  </a:cubicBezTo>
                  <a:lnTo>
                    <a:pt x="47625" y="284404"/>
                  </a:lnTo>
                  <a:cubicBezTo>
                    <a:pt x="31216" y="280158"/>
                    <a:pt x="19050" y="265390"/>
                    <a:pt x="19050" y="247650"/>
                  </a:cubicBezTo>
                  <a:lnTo>
                    <a:pt x="19050" y="57150"/>
                  </a:lnTo>
                  <a:cubicBezTo>
                    <a:pt x="19050" y="36100"/>
                    <a:pt x="36100" y="19050"/>
                    <a:pt x="57150" y="19050"/>
                  </a:cubicBezTo>
                  <a:lnTo>
                    <a:pt x="76200" y="19050"/>
                  </a:lnTo>
                  <a:lnTo>
                    <a:pt x="76200" y="0"/>
                  </a:lnTo>
                  <a:lnTo>
                    <a:pt x="57150" y="0"/>
                  </a:lnTo>
                  <a:cubicBezTo>
                    <a:pt x="25622" y="0"/>
                    <a:pt x="0" y="25622"/>
                    <a:pt x="0" y="57150"/>
                  </a:cubicBezTo>
                  <a:lnTo>
                    <a:pt x="0" y="247650"/>
                  </a:lnTo>
                  <a:cubicBezTo>
                    <a:pt x="0" y="279178"/>
                    <a:pt x="25622" y="304800"/>
                    <a:pt x="57150" y="304800"/>
                  </a:cubicBezTo>
                  <a:lnTo>
                    <a:pt x="133350" y="304800"/>
                  </a:lnTo>
                  <a:cubicBezTo>
                    <a:pt x="138589" y="304800"/>
                    <a:pt x="142875" y="300514"/>
                    <a:pt x="142875" y="295275"/>
                  </a:cubicBezTo>
                  <a:lnTo>
                    <a:pt x="142875" y="261938"/>
                  </a:lnTo>
                  <a:cubicBezTo>
                    <a:pt x="143207" y="243115"/>
                    <a:pt x="171142" y="243179"/>
                    <a:pt x="171450" y="261938"/>
                  </a:cubicBezTo>
                  <a:cubicBezTo>
                    <a:pt x="171450" y="261938"/>
                    <a:pt x="171450" y="295275"/>
                    <a:pt x="171450" y="295275"/>
                  </a:cubicBezTo>
                  <a:cubicBezTo>
                    <a:pt x="171450" y="300514"/>
                    <a:pt x="175736" y="304800"/>
                    <a:pt x="180975" y="304800"/>
                  </a:cubicBezTo>
                  <a:lnTo>
                    <a:pt x="514350" y="304800"/>
                  </a:lnTo>
                  <a:cubicBezTo>
                    <a:pt x="545878" y="304800"/>
                    <a:pt x="571500" y="279178"/>
                    <a:pt x="571500" y="247650"/>
                  </a:cubicBezTo>
                  <a:lnTo>
                    <a:pt x="571500" y="57150"/>
                  </a:lnTo>
                  <a:cubicBezTo>
                    <a:pt x="571500" y="25622"/>
                    <a:pt x="545878" y="0"/>
                    <a:pt x="514350" y="0"/>
                  </a:cubicBezTo>
                  <a:close/>
                </a:path>
              </a:pathLst>
            </a:custGeom>
            <a:grpFill/>
            <a:ln w="9525" cap="flat">
              <a:noFill/>
              <a:prstDash val="solid"/>
              <a:miter/>
            </a:ln>
          </p:spPr>
          <p:txBody>
            <a:bodyPr/>
            <a:lstStyle/>
            <a:p>
              <a:endParaRPr lang="en-GB"/>
            </a:p>
          </p:txBody>
        </p:sp>
        <p:sp>
          <p:nvSpPr>
            <p:cNvPr id="64" name="Freeform: Shape 63">
              <a:extLst>
                <a:ext uri="{FF2B5EF4-FFF2-40B4-BE49-F238E27FC236}">
                  <a16:creationId xmlns:a16="http://schemas.microsoft.com/office/drawing/2014/main" id="{17902B04-0B35-8A02-8716-9E418D10D37E}"/>
                </a:ext>
              </a:extLst>
            </p:cNvPr>
            <p:cNvSpPr/>
            <p:nvPr/>
          </p:nvSpPr>
          <p:spPr>
            <a:xfrm>
              <a:off x="6020466" y="3500437"/>
              <a:ext cx="151066" cy="85725"/>
            </a:xfrm>
            <a:custGeom>
              <a:avLst/>
              <a:gdLst>
                <a:gd name="csX0" fmla="*/ 75533 w 151066"/>
                <a:gd name="csY0" fmla="*/ 35814 h 85725"/>
                <a:gd name="csX1" fmla="*/ 49149 w 151066"/>
                <a:gd name="csY1" fmla="*/ 20288 h 85725"/>
                <a:gd name="csX2" fmla="*/ 37909 w 151066"/>
                <a:gd name="csY2" fmla="*/ 0 h 85725"/>
                <a:gd name="csX3" fmla="*/ 0 w 151066"/>
                <a:gd name="csY3" fmla="*/ 0 h 85725"/>
                <a:gd name="csX4" fmla="*/ 0 w 151066"/>
                <a:gd name="csY4" fmla="*/ 47625 h 85725"/>
                <a:gd name="csX5" fmla="*/ 38100 w 151066"/>
                <a:gd name="csY5" fmla="*/ 85725 h 85725"/>
                <a:gd name="csX6" fmla="*/ 112966 w 151066"/>
                <a:gd name="csY6" fmla="*/ 85725 h 85725"/>
                <a:gd name="csX7" fmla="*/ 151066 w 151066"/>
                <a:gd name="csY7" fmla="*/ 47625 h 85725"/>
                <a:gd name="csX8" fmla="*/ 151066 w 151066"/>
                <a:gd name="csY8" fmla="*/ 0 h 85725"/>
                <a:gd name="csX9" fmla="*/ 113157 w 151066"/>
                <a:gd name="csY9" fmla="*/ 0 h 85725"/>
                <a:gd name="csX10" fmla="*/ 101918 w 151066"/>
                <a:gd name="csY10" fmla="*/ 20288 h 85725"/>
                <a:gd name="csX11" fmla="*/ 75533 w 151066"/>
                <a:gd name="csY11" fmla="*/ 35814 h 85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51066" h="85725">
                  <a:moveTo>
                    <a:pt x="75533" y="35814"/>
                  </a:moveTo>
                  <a:cubicBezTo>
                    <a:pt x="64579" y="35814"/>
                    <a:pt x="54483" y="29908"/>
                    <a:pt x="49149" y="20288"/>
                  </a:cubicBezTo>
                  <a:lnTo>
                    <a:pt x="37909" y="0"/>
                  </a:lnTo>
                  <a:lnTo>
                    <a:pt x="0" y="0"/>
                  </a:lnTo>
                  <a:lnTo>
                    <a:pt x="0" y="47625"/>
                  </a:lnTo>
                  <a:cubicBezTo>
                    <a:pt x="0" y="68675"/>
                    <a:pt x="17050" y="85725"/>
                    <a:pt x="38100" y="85725"/>
                  </a:cubicBezTo>
                  <a:lnTo>
                    <a:pt x="112966" y="85725"/>
                  </a:lnTo>
                  <a:cubicBezTo>
                    <a:pt x="134017" y="85725"/>
                    <a:pt x="151066" y="68675"/>
                    <a:pt x="151066" y="47625"/>
                  </a:cubicBezTo>
                  <a:lnTo>
                    <a:pt x="151066" y="0"/>
                  </a:lnTo>
                  <a:lnTo>
                    <a:pt x="113157" y="0"/>
                  </a:lnTo>
                  <a:lnTo>
                    <a:pt x="101918" y="20288"/>
                  </a:lnTo>
                  <a:cubicBezTo>
                    <a:pt x="96584" y="29909"/>
                    <a:pt x="86487" y="35814"/>
                    <a:pt x="75533" y="35814"/>
                  </a:cubicBezTo>
                  <a:close/>
                </a:path>
              </a:pathLst>
            </a:custGeom>
            <a:grpFill/>
            <a:ln w="9525" cap="flat">
              <a:noFill/>
              <a:prstDash val="solid"/>
              <a:miter/>
            </a:ln>
          </p:spPr>
          <p:txBody>
            <a:bodyPr/>
            <a:lstStyle/>
            <a:p>
              <a:endParaRPr lang="en-GB"/>
            </a:p>
          </p:txBody>
        </p:sp>
        <p:sp>
          <p:nvSpPr>
            <p:cNvPr id="65" name="Freeform: Shape 64">
              <a:extLst>
                <a:ext uri="{FF2B5EF4-FFF2-40B4-BE49-F238E27FC236}">
                  <a16:creationId xmlns:a16="http://schemas.microsoft.com/office/drawing/2014/main" id="{703D123A-A31E-5C33-B6D5-11E1462EB4E6}"/>
                </a:ext>
              </a:extLst>
            </p:cNvPr>
            <p:cNvSpPr/>
            <p:nvPr/>
          </p:nvSpPr>
          <p:spPr>
            <a:xfrm>
              <a:off x="5848349" y="3443279"/>
              <a:ext cx="151161" cy="142882"/>
            </a:xfrm>
            <a:custGeom>
              <a:avLst/>
              <a:gdLst>
                <a:gd name="csX0" fmla="*/ 38862 w 151161"/>
                <a:gd name="csY0" fmla="*/ 8 h 142882"/>
                <a:gd name="csX1" fmla="*/ 0 w 151161"/>
                <a:gd name="csY1" fmla="*/ 38108 h 142882"/>
                <a:gd name="csX2" fmla="*/ 0 w 151161"/>
                <a:gd name="csY2" fmla="*/ 104783 h 142882"/>
                <a:gd name="csX3" fmla="*/ 38100 w 151161"/>
                <a:gd name="csY3" fmla="*/ 142883 h 142882"/>
                <a:gd name="csX4" fmla="*/ 113062 w 151161"/>
                <a:gd name="csY4" fmla="*/ 142883 h 142882"/>
                <a:gd name="csX5" fmla="*/ 151162 w 151161"/>
                <a:gd name="csY5" fmla="*/ 104783 h 142882"/>
                <a:gd name="csX6" fmla="*/ 151162 w 151161"/>
                <a:gd name="csY6" fmla="*/ 57158 h 142882"/>
                <a:gd name="csX7" fmla="*/ 104775 w 151161"/>
                <a:gd name="csY7" fmla="*/ 57158 h 142882"/>
                <a:gd name="csX8" fmla="*/ 38862 w 151161"/>
                <a:gd name="csY8" fmla="*/ 8 h 1428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1161" h="142882">
                  <a:moveTo>
                    <a:pt x="38862" y="8"/>
                  </a:moveTo>
                  <a:cubicBezTo>
                    <a:pt x="17553" y="-414"/>
                    <a:pt x="-26" y="16780"/>
                    <a:pt x="0" y="38108"/>
                  </a:cubicBezTo>
                  <a:lnTo>
                    <a:pt x="0" y="104783"/>
                  </a:lnTo>
                  <a:cubicBezTo>
                    <a:pt x="0" y="125832"/>
                    <a:pt x="17050" y="142883"/>
                    <a:pt x="38100" y="142883"/>
                  </a:cubicBezTo>
                  <a:lnTo>
                    <a:pt x="113062" y="142883"/>
                  </a:lnTo>
                  <a:cubicBezTo>
                    <a:pt x="134017" y="142883"/>
                    <a:pt x="151162" y="125832"/>
                    <a:pt x="151162" y="104783"/>
                  </a:cubicBezTo>
                  <a:lnTo>
                    <a:pt x="151162" y="57158"/>
                  </a:lnTo>
                  <a:lnTo>
                    <a:pt x="104775" y="57158"/>
                  </a:lnTo>
                  <a:cubicBezTo>
                    <a:pt x="71247" y="57158"/>
                    <a:pt x="43434" y="32297"/>
                    <a:pt x="38862" y="8"/>
                  </a:cubicBezTo>
                  <a:close/>
                </a:path>
              </a:pathLst>
            </a:custGeom>
            <a:grpFill/>
            <a:ln w="9525" cap="flat">
              <a:noFill/>
              <a:prstDash val="solid"/>
              <a:miter/>
            </a:ln>
          </p:spPr>
          <p:txBody>
            <a:bodyPr/>
            <a:lstStyle/>
            <a:p>
              <a:endParaRPr lang="en-GB"/>
            </a:p>
          </p:txBody>
        </p:sp>
        <p:sp>
          <p:nvSpPr>
            <p:cNvPr id="66" name="Freeform: Shape 65">
              <a:extLst>
                <a:ext uri="{FF2B5EF4-FFF2-40B4-BE49-F238E27FC236}">
                  <a16:creationId xmlns:a16="http://schemas.microsoft.com/office/drawing/2014/main" id="{94B8C3DB-40C6-EC54-4972-E8C2DFA40457}"/>
                </a:ext>
              </a:extLst>
            </p:cNvPr>
            <p:cNvSpPr/>
            <p:nvPr/>
          </p:nvSpPr>
          <p:spPr>
            <a:xfrm>
              <a:off x="6191250" y="3443287"/>
              <a:ext cx="151161" cy="142875"/>
            </a:xfrm>
            <a:custGeom>
              <a:avLst/>
              <a:gdLst>
                <a:gd name="csX0" fmla="*/ 0 w 151161"/>
                <a:gd name="csY0" fmla="*/ 57150 h 142875"/>
                <a:gd name="csX1" fmla="*/ 0 w 151161"/>
                <a:gd name="csY1" fmla="*/ 104775 h 142875"/>
                <a:gd name="csX2" fmla="*/ 38100 w 151161"/>
                <a:gd name="csY2" fmla="*/ 142875 h 142875"/>
                <a:gd name="csX3" fmla="*/ 113062 w 151161"/>
                <a:gd name="csY3" fmla="*/ 142875 h 142875"/>
                <a:gd name="csX4" fmla="*/ 151162 w 151161"/>
                <a:gd name="csY4" fmla="*/ 104775 h 142875"/>
                <a:gd name="csX5" fmla="*/ 151162 w 151161"/>
                <a:gd name="csY5" fmla="*/ 38100 h 142875"/>
                <a:gd name="csX6" fmla="*/ 113538 w 151161"/>
                <a:gd name="csY6" fmla="*/ 0 h 142875"/>
                <a:gd name="csX7" fmla="*/ 47625 w 151161"/>
                <a:gd name="csY7" fmla="*/ 57150 h 142875"/>
                <a:gd name="csX8" fmla="*/ 0 w 151161"/>
                <a:gd name="csY8" fmla="*/ 57150 h 142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1161" h="142875">
                  <a:moveTo>
                    <a:pt x="0" y="57150"/>
                  </a:moveTo>
                  <a:lnTo>
                    <a:pt x="0" y="104775"/>
                  </a:lnTo>
                  <a:cubicBezTo>
                    <a:pt x="0" y="125825"/>
                    <a:pt x="17050" y="142875"/>
                    <a:pt x="38100" y="142875"/>
                  </a:cubicBezTo>
                  <a:lnTo>
                    <a:pt x="113062" y="142875"/>
                  </a:lnTo>
                  <a:cubicBezTo>
                    <a:pt x="134017" y="142875"/>
                    <a:pt x="151162" y="125825"/>
                    <a:pt x="151162" y="104775"/>
                  </a:cubicBezTo>
                  <a:lnTo>
                    <a:pt x="151162" y="38100"/>
                  </a:lnTo>
                  <a:cubicBezTo>
                    <a:pt x="151162" y="17240"/>
                    <a:pt x="134302" y="285"/>
                    <a:pt x="113538" y="0"/>
                  </a:cubicBezTo>
                  <a:cubicBezTo>
                    <a:pt x="108966" y="32290"/>
                    <a:pt x="81153" y="57150"/>
                    <a:pt x="47625" y="57150"/>
                  </a:cubicBezTo>
                  <a:lnTo>
                    <a:pt x="0" y="57150"/>
                  </a:lnTo>
                  <a:close/>
                </a:path>
              </a:pathLst>
            </a:custGeom>
            <a:grpFill/>
            <a:ln w="9525" cap="flat">
              <a:noFill/>
              <a:prstDash val="solid"/>
              <a:miter/>
            </a:ln>
          </p:spPr>
          <p:txBody>
            <a:bodyPr/>
            <a:lstStyle/>
            <a:p>
              <a:endParaRPr lang="en-GB"/>
            </a:p>
          </p:txBody>
        </p:sp>
        <p:sp>
          <p:nvSpPr>
            <p:cNvPr id="67" name="Freeform: Shape 66">
              <a:extLst>
                <a:ext uri="{FF2B5EF4-FFF2-40B4-BE49-F238E27FC236}">
                  <a16:creationId xmlns:a16="http://schemas.microsoft.com/office/drawing/2014/main" id="{648369CC-91CC-3349-1B48-332E0FBFB286}"/>
                </a:ext>
              </a:extLst>
            </p:cNvPr>
            <p:cNvSpPr/>
            <p:nvPr/>
          </p:nvSpPr>
          <p:spPr>
            <a:xfrm>
              <a:off x="5905500" y="3176587"/>
              <a:ext cx="381000" cy="340645"/>
            </a:xfrm>
            <a:custGeom>
              <a:avLst/>
              <a:gdLst>
                <a:gd name="csX0" fmla="*/ 333375 w 381000"/>
                <a:gd name="csY0" fmla="*/ 0 h 340645"/>
                <a:gd name="csX1" fmla="*/ 47625 w 381000"/>
                <a:gd name="csY1" fmla="*/ 0 h 340645"/>
                <a:gd name="csX2" fmla="*/ 0 w 381000"/>
                <a:gd name="csY2" fmla="*/ 47625 h 340645"/>
                <a:gd name="csX3" fmla="*/ 0 w 381000"/>
                <a:gd name="csY3" fmla="*/ 257175 h 340645"/>
                <a:gd name="csX4" fmla="*/ 47625 w 381000"/>
                <a:gd name="csY4" fmla="*/ 304800 h 340645"/>
                <a:gd name="csX5" fmla="*/ 164042 w 381000"/>
                <a:gd name="csY5" fmla="*/ 304800 h 340645"/>
                <a:gd name="csX6" fmla="*/ 180778 w 381000"/>
                <a:gd name="csY6" fmla="*/ 334926 h 340645"/>
                <a:gd name="csX7" fmla="*/ 200222 w 381000"/>
                <a:gd name="csY7" fmla="*/ 334926 h 340645"/>
                <a:gd name="csX8" fmla="*/ 216958 w 381000"/>
                <a:gd name="csY8" fmla="*/ 304800 h 340645"/>
                <a:gd name="csX9" fmla="*/ 333375 w 381000"/>
                <a:gd name="csY9" fmla="*/ 304800 h 340645"/>
                <a:gd name="csX10" fmla="*/ 381000 w 381000"/>
                <a:gd name="csY10" fmla="*/ 257175 h 340645"/>
                <a:gd name="csX11" fmla="*/ 381000 w 381000"/>
                <a:gd name="csY11" fmla="*/ 47625 h 340645"/>
                <a:gd name="csX12" fmla="*/ 333375 w 381000"/>
                <a:gd name="csY12" fmla="*/ 0 h 340645"/>
                <a:gd name="csX13" fmla="*/ 100013 w 381000"/>
                <a:gd name="csY13" fmla="*/ 195263 h 340645"/>
                <a:gd name="csX14" fmla="*/ 80963 w 381000"/>
                <a:gd name="csY14" fmla="*/ 195262 h 340645"/>
                <a:gd name="csX15" fmla="*/ 281332 w 381000"/>
                <a:gd name="csY15" fmla="*/ 134017 h 340645"/>
                <a:gd name="csX16" fmla="*/ 265537 w 381000"/>
                <a:gd name="csY16" fmla="*/ 144674 h 340645"/>
                <a:gd name="csX17" fmla="*/ 100012 w 381000"/>
                <a:gd name="csY17" fmla="*/ 195263 h 340645"/>
                <a:gd name="csX18" fmla="*/ 291210 w 381000"/>
                <a:gd name="csY18" fmla="*/ 169729 h 340645"/>
                <a:gd name="csX19" fmla="*/ 234153 w 381000"/>
                <a:gd name="csY19" fmla="*/ 209669 h 340645"/>
                <a:gd name="csX20" fmla="*/ 190499 w 381000"/>
                <a:gd name="csY20" fmla="*/ 276225 h 340645"/>
                <a:gd name="csX21" fmla="*/ 142875 w 381000"/>
                <a:gd name="csY21" fmla="*/ 228600 h 340645"/>
                <a:gd name="csX22" fmla="*/ 223158 w 381000"/>
                <a:gd name="csY22" fmla="*/ 194113 h 340645"/>
                <a:gd name="csX23" fmla="*/ 280290 w 381000"/>
                <a:gd name="csY23" fmla="*/ 154121 h 340645"/>
                <a:gd name="csX24" fmla="*/ 291210 w 381000"/>
                <a:gd name="csY24" fmla="*/ 169729 h 340645"/>
                <a:gd name="csX25" fmla="*/ 319450 w 381000"/>
                <a:gd name="csY25" fmla="*/ 242218 h 340645"/>
                <a:gd name="csX26" fmla="*/ 302242 w 381000"/>
                <a:gd name="csY26" fmla="*/ 234032 h 340645"/>
                <a:gd name="csX27" fmla="*/ 314325 w 381000"/>
                <a:gd name="csY27" fmla="*/ 180975 h 340645"/>
                <a:gd name="csX28" fmla="*/ 78759 w 381000"/>
                <a:gd name="csY28" fmla="*/ 234034 h 340645"/>
                <a:gd name="csX29" fmla="*/ 74247 w 381000"/>
                <a:gd name="csY29" fmla="*/ 246725 h 340645"/>
                <a:gd name="csX30" fmla="*/ 47624 w 381000"/>
                <a:gd name="csY30" fmla="*/ 180976 h 340645"/>
                <a:gd name="csX31" fmla="*/ 190500 w 381000"/>
                <a:gd name="csY31" fmla="*/ 38100 h 340645"/>
                <a:gd name="csX32" fmla="*/ 319450 w 381000"/>
                <a:gd name="csY32" fmla="*/ 242218 h 3406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381000" h="340645">
                  <a:moveTo>
                    <a:pt x="333375" y="0"/>
                  </a:moveTo>
                  <a:lnTo>
                    <a:pt x="47625" y="0"/>
                  </a:lnTo>
                  <a:cubicBezTo>
                    <a:pt x="21323" y="0"/>
                    <a:pt x="0" y="21323"/>
                    <a:pt x="0" y="47625"/>
                  </a:cubicBezTo>
                  <a:lnTo>
                    <a:pt x="0" y="257175"/>
                  </a:lnTo>
                  <a:cubicBezTo>
                    <a:pt x="0" y="283477"/>
                    <a:pt x="21323" y="304800"/>
                    <a:pt x="47625" y="304800"/>
                  </a:cubicBezTo>
                  <a:lnTo>
                    <a:pt x="164042" y="304800"/>
                  </a:lnTo>
                  <a:lnTo>
                    <a:pt x="180778" y="334926"/>
                  </a:lnTo>
                  <a:cubicBezTo>
                    <a:pt x="185016" y="342552"/>
                    <a:pt x="195985" y="342552"/>
                    <a:pt x="200222" y="334926"/>
                  </a:cubicBezTo>
                  <a:lnTo>
                    <a:pt x="216958" y="304800"/>
                  </a:lnTo>
                  <a:lnTo>
                    <a:pt x="333375" y="304800"/>
                  </a:lnTo>
                  <a:cubicBezTo>
                    <a:pt x="359677" y="304800"/>
                    <a:pt x="381000" y="283477"/>
                    <a:pt x="381000" y="257175"/>
                  </a:cubicBezTo>
                  <a:lnTo>
                    <a:pt x="381000" y="47625"/>
                  </a:lnTo>
                  <a:cubicBezTo>
                    <a:pt x="381000" y="21323"/>
                    <a:pt x="359677" y="0"/>
                    <a:pt x="333375" y="0"/>
                  </a:cubicBezTo>
                  <a:close/>
                  <a:moveTo>
                    <a:pt x="100013" y="195263"/>
                  </a:moveTo>
                  <a:cubicBezTo>
                    <a:pt x="99856" y="207736"/>
                    <a:pt x="81149" y="207808"/>
                    <a:pt x="80963" y="195262"/>
                  </a:cubicBezTo>
                  <a:cubicBezTo>
                    <a:pt x="81338" y="87761"/>
                    <a:pt x="221070" y="45147"/>
                    <a:pt x="281332" y="134017"/>
                  </a:cubicBezTo>
                  <a:cubicBezTo>
                    <a:pt x="288214" y="144375"/>
                    <a:pt x="272582" y="154971"/>
                    <a:pt x="265537" y="144674"/>
                  </a:cubicBezTo>
                  <a:cubicBezTo>
                    <a:pt x="215737" y="71229"/>
                    <a:pt x="100311" y="106487"/>
                    <a:pt x="100012" y="195263"/>
                  </a:cubicBezTo>
                  <a:close/>
                  <a:moveTo>
                    <a:pt x="291210" y="169729"/>
                  </a:moveTo>
                  <a:lnTo>
                    <a:pt x="234153" y="209669"/>
                  </a:lnTo>
                  <a:cubicBezTo>
                    <a:pt x="248148" y="239948"/>
                    <a:pt x="224034" y="276984"/>
                    <a:pt x="190499" y="276225"/>
                  </a:cubicBezTo>
                  <a:cubicBezTo>
                    <a:pt x="164241" y="276225"/>
                    <a:pt x="142875" y="254859"/>
                    <a:pt x="142875" y="228600"/>
                  </a:cubicBezTo>
                  <a:cubicBezTo>
                    <a:pt x="142318" y="187304"/>
                    <a:pt x="194039" y="165349"/>
                    <a:pt x="223158" y="194113"/>
                  </a:cubicBezTo>
                  <a:lnTo>
                    <a:pt x="280290" y="154121"/>
                  </a:lnTo>
                  <a:cubicBezTo>
                    <a:pt x="290500" y="147017"/>
                    <a:pt x="301400" y="162540"/>
                    <a:pt x="291210" y="169729"/>
                  </a:cubicBezTo>
                  <a:close/>
                  <a:moveTo>
                    <a:pt x="319450" y="242218"/>
                  </a:moveTo>
                  <a:cubicBezTo>
                    <a:pt x="313920" y="253458"/>
                    <a:pt x="296986" y="245279"/>
                    <a:pt x="302242" y="234032"/>
                  </a:cubicBezTo>
                  <a:cubicBezTo>
                    <a:pt x="310260" y="217187"/>
                    <a:pt x="314325" y="199337"/>
                    <a:pt x="314325" y="180975"/>
                  </a:cubicBezTo>
                  <a:cubicBezTo>
                    <a:pt x="299222" y="-21188"/>
                    <a:pt x="5074" y="46995"/>
                    <a:pt x="78759" y="234034"/>
                  </a:cubicBezTo>
                  <a:cubicBezTo>
                    <a:pt x="81018" y="238781"/>
                    <a:pt x="79000" y="244464"/>
                    <a:pt x="74247" y="246725"/>
                  </a:cubicBezTo>
                  <a:cubicBezTo>
                    <a:pt x="54940" y="256316"/>
                    <a:pt x="46986" y="193031"/>
                    <a:pt x="47624" y="180976"/>
                  </a:cubicBezTo>
                  <a:cubicBezTo>
                    <a:pt x="47625" y="102194"/>
                    <a:pt x="111714" y="38100"/>
                    <a:pt x="190500" y="38100"/>
                  </a:cubicBezTo>
                  <a:cubicBezTo>
                    <a:pt x="293073" y="35899"/>
                    <a:pt x="365511" y="150610"/>
                    <a:pt x="319450" y="242218"/>
                  </a:cubicBezTo>
                  <a:close/>
                </a:path>
              </a:pathLst>
            </a:custGeom>
            <a:grpFill/>
            <a:ln w="9525" cap="flat">
              <a:noFill/>
              <a:prstDash val="solid"/>
              <a:miter/>
            </a:ln>
          </p:spPr>
          <p:txBody>
            <a:bodyPr/>
            <a:lstStyle/>
            <a:p>
              <a:endParaRPr lang="en-GB"/>
            </a:p>
          </p:txBody>
        </p:sp>
      </p:grpSp>
      <p:grpSp>
        <p:nvGrpSpPr>
          <p:cNvPr id="46" name="Graphic 44">
            <a:extLst>
              <a:ext uri="{FF2B5EF4-FFF2-40B4-BE49-F238E27FC236}">
                <a16:creationId xmlns:a16="http://schemas.microsoft.com/office/drawing/2014/main" id="{ECB74C6B-9415-2E75-8F2A-85EB148BD0F7}"/>
              </a:ext>
            </a:extLst>
          </p:cNvPr>
          <p:cNvGrpSpPr>
            <a:grpSpLocks noChangeAspect="1"/>
          </p:cNvGrpSpPr>
          <p:nvPr/>
        </p:nvGrpSpPr>
        <p:grpSpPr>
          <a:xfrm>
            <a:off x="7051595" y="4686665"/>
            <a:ext cx="215131" cy="246888"/>
            <a:chOff x="3427411" y="366712"/>
            <a:chExt cx="5333999" cy="6121399"/>
          </a:xfrm>
          <a:noFill/>
        </p:grpSpPr>
        <p:sp>
          <p:nvSpPr>
            <p:cNvPr id="47" name="Freeform: Shape 46">
              <a:extLst>
                <a:ext uri="{FF2B5EF4-FFF2-40B4-BE49-F238E27FC236}">
                  <a16:creationId xmlns:a16="http://schemas.microsoft.com/office/drawing/2014/main" id="{35DA7087-2224-C0BD-DAF2-57F6619AFD50}"/>
                </a:ext>
              </a:extLst>
            </p:cNvPr>
            <p:cNvSpPr/>
            <p:nvPr/>
          </p:nvSpPr>
          <p:spPr>
            <a:xfrm flipV="1">
              <a:off x="3427411" y="1916112"/>
              <a:ext cx="2666999" cy="2666999"/>
            </a:xfrm>
            <a:custGeom>
              <a:avLst/>
              <a:gdLst>
                <a:gd name="csX0" fmla="*/ 2667306 w 2666999"/>
                <a:gd name="csY0" fmla="*/ 1333823 h 2666999"/>
                <a:gd name="csX1" fmla="*/ 1333806 w 2666999"/>
                <a:gd name="csY1" fmla="*/ 323 h 2666999"/>
                <a:gd name="csX2" fmla="*/ 306 w 2666999"/>
                <a:gd name="csY2" fmla="*/ 1333823 h 2666999"/>
                <a:gd name="csX3" fmla="*/ 1333806 w 2666999"/>
                <a:gd name="csY3" fmla="*/ 2667323 h 2666999"/>
                <a:gd name="csX4" fmla="*/ 2667306 w 2666999"/>
                <a:gd name="csY4" fmla="*/ 1333823 h 2666999"/>
              </a:gdLst>
              <a:ahLst/>
              <a:cxnLst>
                <a:cxn ang="0">
                  <a:pos x="csX0" y="csY0"/>
                </a:cxn>
                <a:cxn ang="0">
                  <a:pos x="csX1" y="csY1"/>
                </a:cxn>
                <a:cxn ang="0">
                  <a:pos x="csX2" y="csY2"/>
                </a:cxn>
                <a:cxn ang="0">
                  <a:pos x="csX3" y="csY3"/>
                </a:cxn>
                <a:cxn ang="0">
                  <a:pos x="csX4" y="csY4"/>
                </a:cxn>
              </a:cxnLst>
              <a:rect l="l" t="t" r="r" b="b"/>
              <a:pathLst>
                <a:path w="2666999" h="2666999">
                  <a:moveTo>
                    <a:pt x="2667306" y="1333823"/>
                  </a:moveTo>
                  <a:cubicBezTo>
                    <a:pt x="2667306" y="597350"/>
                    <a:pt x="2070279" y="323"/>
                    <a:pt x="1333806" y="323"/>
                  </a:cubicBezTo>
                  <a:cubicBezTo>
                    <a:pt x="597333" y="323"/>
                    <a:pt x="306" y="597350"/>
                    <a:pt x="306" y="1333823"/>
                  </a:cubicBezTo>
                  <a:cubicBezTo>
                    <a:pt x="306" y="2070296"/>
                    <a:pt x="597333" y="2667323"/>
                    <a:pt x="1333806" y="2667323"/>
                  </a:cubicBezTo>
                  <a:cubicBezTo>
                    <a:pt x="2070279" y="2667323"/>
                    <a:pt x="2667306" y="2070296"/>
                    <a:pt x="2667306" y="1333823"/>
                  </a:cubicBezTo>
                  <a:close/>
                </a:path>
              </a:pathLst>
            </a:custGeom>
            <a:noFill/>
            <a:ln w="15875" cap="rnd">
              <a:solidFill>
                <a:schemeClr val="accent1"/>
              </a:solidFill>
              <a:prstDash val="solid"/>
              <a:round/>
            </a:ln>
          </p:spPr>
          <p:txBody>
            <a:bodyPr/>
            <a:lstStyle/>
            <a:p>
              <a:endParaRPr lang="en-GB"/>
            </a:p>
          </p:txBody>
        </p:sp>
        <p:sp>
          <p:nvSpPr>
            <p:cNvPr id="48" name="Freeform: Shape 47">
              <a:extLst>
                <a:ext uri="{FF2B5EF4-FFF2-40B4-BE49-F238E27FC236}">
                  <a16:creationId xmlns:a16="http://schemas.microsoft.com/office/drawing/2014/main" id="{C8E8949C-E44E-A691-FCA8-C36E6A1D1840}"/>
                </a:ext>
              </a:extLst>
            </p:cNvPr>
            <p:cNvSpPr/>
            <p:nvPr/>
          </p:nvSpPr>
          <p:spPr>
            <a:xfrm flipV="1">
              <a:off x="4189411" y="2678112"/>
              <a:ext cx="1142999" cy="1142999"/>
            </a:xfrm>
            <a:custGeom>
              <a:avLst/>
              <a:gdLst>
                <a:gd name="csX0" fmla="*/ 571701 w 1142999"/>
                <a:gd name="csY0" fmla="*/ 278 h 1142999"/>
                <a:gd name="csX1" fmla="*/ 201 w 1142999"/>
                <a:gd name="csY1" fmla="*/ 571778 h 1142999"/>
                <a:gd name="csX2" fmla="*/ 571701 w 1142999"/>
                <a:gd name="csY2" fmla="*/ 1143278 h 1142999"/>
                <a:gd name="csX3" fmla="*/ 1143201 w 1142999"/>
                <a:gd name="csY3" fmla="*/ 571778 h 1142999"/>
                <a:gd name="csX4" fmla="*/ 571701 w 1142999"/>
                <a:gd name="csY4" fmla="*/ 278 h 1142999"/>
              </a:gdLst>
              <a:ahLst/>
              <a:cxnLst>
                <a:cxn ang="0">
                  <a:pos x="csX0" y="csY0"/>
                </a:cxn>
                <a:cxn ang="0">
                  <a:pos x="csX1" y="csY1"/>
                </a:cxn>
                <a:cxn ang="0">
                  <a:pos x="csX2" y="csY2"/>
                </a:cxn>
                <a:cxn ang="0">
                  <a:pos x="csX3" y="csY3"/>
                </a:cxn>
                <a:cxn ang="0">
                  <a:pos x="csX4" y="csY4"/>
                </a:cxn>
              </a:cxnLst>
              <a:rect l="l" t="t" r="r" b="b"/>
              <a:pathLst>
                <a:path w="1142999" h="1142999">
                  <a:moveTo>
                    <a:pt x="571701" y="278"/>
                  </a:moveTo>
                  <a:cubicBezTo>
                    <a:pt x="256564" y="278"/>
                    <a:pt x="201" y="256640"/>
                    <a:pt x="201" y="571778"/>
                  </a:cubicBezTo>
                  <a:cubicBezTo>
                    <a:pt x="201" y="886916"/>
                    <a:pt x="256564" y="1143278"/>
                    <a:pt x="571701" y="1143278"/>
                  </a:cubicBezTo>
                  <a:cubicBezTo>
                    <a:pt x="886839" y="1143278"/>
                    <a:pt x="1143201" y="886916"/>
                    <a:pt x="1143201" y="571778"/>
                  </a:cubicBezTo>
                  <a:cubicBezTo>
                    <a:pt x="1143201" y="256640"/>
                    <a:pt x="886839" y="278"/>
                    <a:pt x="571701" y="278"/>
                  </a:cubicBezTo>
                  <a:close/>
                </a:path>
              </a:pathLst>
            </a:custGeom>
            <a:noFill/>
            <a:ln w="15875" cap="rnd">
              <a:solidFill>
                <a:schemeClr val="accent1"/>
              </a:solidFill>
              <a:prstDash val="solid"/>
              <a:round/>
            </a:ln>
          </p:spPr>
          <p:txBody>
            <a:bodyPr/>
            <a:lstStyle/>
            <a:p>
              <a:endParaRPr lang="en-GB"/>
            </a:p>
          </p:txBody>
        </p:sp>
        <p:sp>
          <p:nvSpPr>
            <p:cNvPr id="49" name="Freeform: Shape 48">
              <a:extLst>
                <a:ext uri="{FF2B5EF4-FFF2-40B4-BE49-F238E27FC236}">
                  <a16:creationId xmlns:a16="http://schemas.microsoft.com/office/drawing/2014/main" id="{DA27255D-C676-F4FD-6A45-CB4C50C7CA23}"/>
                </a:ext>
              </a:extLst>
            </p:cNvPr>
            <p:cNvSpPr/>
            <p:nvPr/>
          </p:nvSpPr>
          <p:spPr>
            <a:xfrm flipV="1">
              <a:off x="6475411" y="4202112"/>
              <a:ext cx="2285999" cy="2285999"/>
            </a:xfrm>
            <a:custGeom>
              <a:avLst/>
              <a:gdLst>
                <a:gd name="csX0" fmla="*/ 2286591 w 2285999"/>
                <a:gd name="csY0" fmla="*/ 1143543 h 2285999"/>
                <a:gd name="csX1" fmla="*/ 1143591 w 2285999"/>
                <a:gd name="csY1" fmla="*/ 543 h 2285999"/>
                <a:gd name="csX2" fmla="*/ 591 w 2285999"/>
                <a:gd name="csY2" fmla="*/ 1143543 h 2285999"/>
                <a:gd name="csX3" fmla="*/ 1143591 w 2285999"/>
                <a:gd name="csY3" fmla="*/ 2286543 h 2285999"/>
                <a:gd name="csX4" fmla="*/ 2286591 w 2285999"/>
                <a:gd name="csY4" fmla="*/ 1143543 h 2285999"/>
              </a:gdLst>
              <a:ahLst/>
              <a:cxnLst>
                <a:cxn ang="0">
                  <a:pos x="csX0" y="csY0"/>
                </a:cxn>
                <a:cxn ang="0">
                  <a:pos x="csX1" y="csY1"/>
                </a:cxn>
                <a:cxn ang="0">
                  <a:pos x="csX2" y="csY2"/>
                </a:cxn>
                <a:cxn ang="0">
                  <a:pos x="csX3" y="csY3"/>
                </a:cxn>
                <a:cxn ang="0">
                  <a:pos x="csX4" y="csY4"/>
                </a:cxn>
              </a:cxnLst>
              <a:rect l="l" t="t" r="r" b="b"/>
              <a:pathLst>
                <a:path w="2285999" h="2285999">
                  <a:moveTo>
                    <a:pt x="2286591" y="1143543"/>
                  </a:moveTo>
                  <a:cubicBezTo>
                    <a:pt x="2286591" y="512276"/>
                    <a:pt x="1774858" y="543"/>
                    <a:pt x="1143591" y="543"/>
                  </a:cubicBezTo>
                  <a:cubicBezTo>
                    <a:pt x="512325" y="543"/>
                    <a:pt x="591" y="512276"/>
                    <a:pt x="591" y="1143543"/>
                  </a:cubicBezTo>
                  <a:cubicBezTo>
                    <a:pt x="591" y="1774809"/>
                    <a:pt x="512325" y="2286543"/>
                    <a:pt x="1143591" y="2286543"/>
                  </a:cubicBezTo>
                  <a:cubicBezTo>
                    <a:pt x="1774858" y="2286543"/>
                    <a:pt x="2286591" y="1774809"/>
                    <a:pt x="2286591" y="1143543"/>
                  </a:cubicBezTo>
                  <a:close/>
                </a:path>
              </a:pathLst>
            </a:custGeom>
            <a:noFill/>
            <a:ln w="15875" cap="rnd">
              <a:solidFill>
                <a:schemeClr val="accent1"/>
              </a:solidFill>
              <a:prstDash val="solid"/>
              <a:round/>
            </a:ln>
          </p:spPr>
          <p:txBody>
            <a:bodyPr/>
            <a:lstStyle/>
            <a:p>
              <a:endParaRPr lang="en-GB"/>
            </a:p>
          </p:txBody>
        </p:sp>
        <p:sp>
          <p:nvSpPr>
            <p:cNvPr id="50" name="Freeform: Shape 49">
              <a:extLst>
                <a:ext uri="{FF2B5EF4-FFF2-40B4-BE49-F238E27FC236}">
                  <a16:creationId xmlns:a16="http://schemas.microsoft.com/office/drawing/2014/main" id="{01B5A8B8-453F-F756-B12B-5FDCBDF4B661}"/>
                </a:ext>
              </a:extLst>
            </p:cNvPr>
            <p:cNvSpPr/>
            <p:nvPr/>
          </p:nvSpPr>
          <p:spPr>
            <a:xfrm flipV="1">
              <a:off x="7237411" y="4964112"/>
              <a:ext cx="761999" cy="761999"/>
            </a:xfrm>
            <a:custGeom>
              <a:avLst/>
              <a:gdLst>
                <a:gd name="csX0" fmla="*/ 381501 w 761999"/>
                <a:gd name="csY0" fmla="*/ 513 h 761999"/>
                <a:gd name="csX1" fmla="*/ 501 w 761999"/>
                <a:gd name="csY1" fmla="*/ 381513 h 761999"/>
                <a:gd name="csX2" fmla="*/ 381501 w 761999"/>
                <a:gd name="csY2" fmla="*/ 762513 h 761999"/>
                <a:gd name="csX3" fmla="*/ 762501 w 761999"/>
                <a:gd name="csY3" fmla="*/ 381513 h 761999"/>
                <a:gd name="csX4" fmla="*/ 381501 w 761999"/>
                <a:gd name="csY4" fmla="*/ 513 h 761999"/>
              </a:gdLst>
              <a:ahLst/>
              <a:cxnLst>
                <a:cxn ang="0">
                  <a:pos x="csX0" y="csY0"/>
                </a:cxn>
                <a:cxn ang="0">
                  <a:pos x="csX1" y="csY1"/>
                </a:cxn>
                <a:cxn ang="0">
                  <a:pos x="csX2" y="csY2"/>
                </a:cxn>
                <a:cxn ang="0">
                  <a:pos x="csX3" y="csY3"/>
                </a:cxn>
                <a:cxn ang="0">
                  <a:pos x="csX4" y="csY4"/>
                </a:cxn>
              </a:cxnLst>
              <a:rect l="l" t="t" r="r" b="b"/>
              <a:pathLst>
                <a:path w="761999" h="761999">
                  <a:moveTo>
                    <a:pt x="381501" y="513"/>
                  </a:moveTo>
                  <a:cubicBezTo>
                    <a:pt x="171469" y="513"/>
                    <a:pt x="501" y="171480"/>
                    <a:pt x="501" y="381513"/>
                  </a:cubicBezTo>
                  <a:cubicBezTo>
                    <a:pt x="501" y="591545"/>
                    <a:pt x="171469" y="762513"/>
                    <a:pt x="381501" y="762513"/>
                  </a:cubicBezTo>
                  <a:cubicBezTo>
                    <a:pt x="591534" y="762513"/>
                    <a:pt x="762501" y="591545"/>
                    <a:pt x="762501" y="381513"/>
                  </a:cubicBezTo>
                  <a:cubicBezTo>
                    <a:pt x="762501" y="171480"/>
                    <a:pt x="591534" y="513"/>
                    <a:pt x="381501" y="513"/>
                  </a:cubicBezTo>
                  <a:close/>
                </a:path>
              </a:pathLst>
            </a:custGeom>
            <a:noFill/>
            <a:ln w="15875" cap="rnd">
              <a:solidFill>
                <a:schemeClr val="accent1"/>
              </a:solidFill>
              <a:prstDash val="solid"/>
              <a:round/>
            </a:ln>
          </p:spPr>
          <p:txBody>
            <a:bodyPr/>
            <a:lstStyle/>
            <a:p>
              <a:endParaRPr lang="en-GB"/>
            </a:p>
          </p:txBody>
        </p:sp>
        <p:sp>
          <p:nvSpPr>
            <p:cNvPr id="51" name="Freeform: Shape 50">
              <a:extLst>
                <a:ext uri="{FF2B5EF4-FFF2-40B4-BE49-F238E27FC236}">
                  <a16:creationId xmlns:a16="http://schemas.microsoft.com/office/drawing/2014/main" id="{649A9B04-54BB-18BB-F1FB-22FB2D30C3FC}"/>
                </a:ext>
              </a:extLst>
            </p:cNvPr>
            <p:cNvSpPr/>
            <p:nvPr/>
          </p:nvSpPr>
          <p:spPr>
            <a:xfrm flipV="1">
              <a:off x="4379911" y="366712"/>
              <a:ext cx="9525" cy="787399"/>
            </a:xfrm>
            <a:custGeom>
              <a:avLst/>
              <a:gdLst>
                <a:gd name="csX0" fmla="*/ 161 w 9525"/>
                <a:gd name="csY0" fmla="*/ 30 h 787399"/>
                <a:gd name="csX1" fmla="*/ 161 w 9525"/>
                <a:gd name="csY1" fmla="*/ 787430 h 787399"/>
              </a:gdLst>
              <a:ahLst/>
              <a:cxnLst>
                <a:cxn ang="0">
                  <a:pos x="csX0" y="csY0"/>
                </a:cxn>
                <a:cxn ang="0">
                  <a:pos x="csX1" y="csY1"/>
                </a:cxn>
              </a:cxnLst>
              <a:rect l="l" t="t" r="r" b="b"/>
              <a:pathLst>
                <a:path w="9525" h="787399">
                  <a:moveTo>
                    <a:pt x="161" y="30"/>
                  </a:moveTo>
                  <a:lnTo>
                    <a:pt x="161" y="787430"/>
                  </a:lnTo>
                </a:path>
              </a:pathLst>
            </a:custGeom>
            <a:noFill/>
            <a:ln w="15875" cap="rnd">
              <a:solidFill>
                <a:schemeClr val="accent1"/>
              </a:solidFill>
              <a:prstDash val="solid"/>
              <a:round/>
            </a:ln>
          </p:spPr>
          <p:txBody>
            <a:bodyPr/>
            <a:lstStyle/>
            <a:p>
              <a:endParaRPr lang="en-GB"/>
            </a:p>
          </p:txBody>
        </p:sp>
        <p:sp>
          <p:nvSpPr>
            <p:cNvPr id="52" name="Freeform: Shape 51">
              <a:extLst>
                <a:ext uri="{FF2B5EF4-FFF2-40B4-BE49-F238E27FC236}">
                  <a16:creationId xmlns:a16="http://schemas.microsoft.com/office/drawing/2014/main" id="{0820DD4D-96CD-06AA-FA97-303719E1E44B}"/>
                </a:ext>
              </a:extLst>
            </p:cNvPr>
            <p:cNvSpPr/>
            <p:nvPr/>
          </p:nvSpPr>
          <p:spPr>
            <a:xfrm flipV="1">
              <a:off x="5141911" y="366712"/>
              <a:ext cx="9525" cy="787399"/>
            </a:xfrm>
            <a:custGeom>
              <a:avLst/>
              <a:gdLst>
                <a:gd name="csX0" fmla="*/ 241 w 9525"/>
                <a:gd name="csY0" fmla="*/ 30 h 787399"/>
                <a:gd name="csX1" fmla="*/ 241 w 9525"/>
                <a:gd name="csY1" fmla="*/ 787430 h 787399"/>
              </a:gdLst>
              <a:ahLst/>
              <a:cxnLst>
                <a:cxn ang="0">
                  <a:pos x="csX0" y="csY0"/>
                </a:cxn>
                <a:cxn ang="0">
                  <a:pos x="csX1" y="csY1"/>
                </a:cxn>
              </a:cxnLst>
              <a:rect l="l" t="t" r="r" b="b"/>
              <a:pathLst>
                <a:path w="9525" h="787399">
                  <a:moveTo>
                    <a:pt x="241" y="30"/>
                  </a:moveTo>
                  <a:lnTo>
                    <a:pt x="241" y="787430"/>
                  </a:lnTo>
                </a:path>
              </a:pathLst>
            </a:custGeom>
            <a:noFill/>
            <a:ln w="15875" cap="rnd">
              <a:solidFill>
                <a:schemeClr val="accent1"/>
              </a:solidFill>
              <a:prstDash val="solid"/>
              <a:round/>
            </a:ln>
          </p:spPr>
          <p:txBody>
            <a:bodyPr/>
            <a:lstStyle/>
            <a:p>
              <a:endParaRPr lang="en-GB"/>
            </a:p>
          </p:txBody>
        </p:sp>
        <p:sp>
          <p:nvSpPr>
            <p:cNvPr id="56" name="Freeform: Shape 55">
              <a:extLst>
                <a:ext uri="{FF2B5EF4-FFF2-40B4-BE49-F238E27FC236}">
                  <a16:creationId xmlns:a16="http://schemas.microsoft.com/office/drawing/2014/main" id="{5E9C11A1-1FF4-AA97-3733-3058C64CBE0F}"/>
                </a:ext>
              </a:extLst>
            </p:cNvPr>
            <p:cNvSpPr/>
            <p:nvPr/>
          </p:nvSpPr>
          <p:spPr>
            <a:xfrm flipV="1">
              <a:off x="7237411" y="2678112"/>
              <a:ext cx="9525" cy="761999"/>
            </a:xfrm>
            <a:custGeom>
              <a:avLst/>
              <a:gdLst>
                <a:gd name="csX0" fmla="*/ 461 w 9525"/>
                <a:gd name="csY0" fmla="*/ 273 h 761999"/>
                <a:gd name="csX1" fmla="*/ 461 w 9525"/>
                <a:gd name="csY1" fmla="*/ 762273 h 761999"/>
              </a:gdLst>
              <a:ahLst/>
              <a:cxnLst>
                <a:cxn ang="0">
                  <a:pos x="csX0" y="csY0"/>
                </a:cxn>
                <a:cxn ang="0">
                  <a:pos x="csX1" y="csY1"/>
                </a:cxn>
              </a:cxnLst>
              <a:rect l="l" t="t" r="r" b="b"/>
              <a:pathLst>
                <a:path w="9525" h="761999">
                  <a:moveTo>
                    <a:pt x="461" y="273"/>
                  </a:moveTo>
                  <a:lnTo>
                    <a:pt x="461" y="762273"/>
                  </a:lnTo>
                </a:path>
              </a:pathLst>
            </a:custGeom>
            <a:noFill/>
            <a:ln w="15875" cap="rnd">
              <a:solidFill>
                <a:schemeClr val="accent1"/>
              </a:solidFill>
              <a:prstDash val="solid"/>
              <a:round/>
            </a:ln>
          </p:spPr>
          <p:txBody>
            <a:bodyPr/>
            <a:lstStyle/>
            <a:p>
              <a:endParaRPr lang="en-GB"/>
            </a:p>
          </p:txBody>
        </p:sp>
        <p:sp>
          <p:nvSpPr>
            <p:cNvPr id="57" name="Freeform: Shape 56">
              <a:extLst>
                <a:ext uri="{FF2B5EF4-FFF2-40B4-BE49-F238E27FC236}">
                  <a16:creationId xmlns:a16="http://schemas.microsoft.com/office/drawing/2014/main" id="{2CC7C784-0FF5-2592-9FCE-6F96F2FDE7A2}"/>
                </a:ext>
              </a:extLst>
            </p:cNvPr>
            <p:cNvSpPr/>
            <p:nvPr/>
          </p:nvSpPr>
          <p:spPr>
            <a:xfrm flipV="1">
              <a:off x="7999411" y="2678112"/>
              <a:ext cx="9525" cy="761999"/>
            </a:xfrm>
            <a:custGeom>
              <a:avLst/>
              <a:gdLst>
                <a:gd name="csX0" fmla="*/ 541 w 9525"/>
                <a:gd name="csY0" fmla="*/ 273 h 761999"/>
                <a:gd name="csX1" fmla="*/ 541 w 9525"/>
                <a:gd name="csY1" fmla="*/ 762273 h 761999"/>
              </a:gdLst>
              <a:ahLst/>
              <a:cxnLst>
                <a:cxn ang="0">
                  <a:pos x="csX0" y="csY0"/>
                </a:cxn>
                <a:cxn ang="0">
                  <a:pos x="csX1" y="csY1"/>
                </a:cxn>
              </a:cxnLst>
              <a:rect l="l" t="t" r="r" b="b"/>
              <a:pathLst>
                <a:path w="9525" h="761999">
                  <a:moveTo>
                    <a:pt x="541" y="273"/>
                  </a:moveTo>
                  <a:lnTo>
                    <a:pt x="541" y="762273"/>
                  </a:lnTo>
                </a:path>
              </a:pathLst>
            </a:custGeom>
            <a:noFill/>
            <a:ln w="15875" cap="rnd">
              <a:solidFill>
                <a:schemeClr val="accent1"/>
              </a:solidFill>
              <a:prstDash val="solid"/>
              <a:round/>
            </a:ln>
          </p:spPr>
          <p:txBody>
            <a:bodyPr/>
            <a:lstStyle/>
            <a:p>
              <a:endParaRPr lang="en-GB"/>
            </a:p>
          </p:txBody>
        </p:sp>
        <p:sp>
          <p:nvSpPr>
            <p:cNvPr id="58" name="Freeform: Shape 57">
              <a:extLst>
                <a:ext uri="{FF2B5EF4-FFF2-40B4-BE49-F238E27FC236}">
                  <a16:creationId xmlns:a16="http://schemas.microsoft.com/office/drawing/2014/main" id="{C2711F2E-AF6C-3DF5-BE46-A3A930A2BBE6}"/>
                </a:ext>
              </a:extLst>
            </p:cNvPr>
            <p:cNvSpPr/>
            <p:nvPr/>
          </p:nvSpPr>
          <p:spPr>
            <a:xfrm flipV="1">
              <a:off x="7618411" y="1154112"/>
              <a:ext cx="9525" cy="761999"/>
            </a:xfrm>
            <a:custGeom>
              <a:avLst/>
              <a:gdLst>
                <a:gd name="csX0" fmla="*/ 501 w 9525"/>
                <a:gd name="csY0" fmla="*/ 762173 h 761999"/>
                <a:gd name="csX1" fmla="*/ 501 w 9525"/>
                <a:gd name="csY1" fmla="*/ 173 h 761999"/>
              </a:gdLst>
              <a:ahLst/>
              <a:cxnLst>
                <a:cxn ang="0">
                  <a:pos x="csX0" y="csY0"/>
                </a:cxn>
                <a:cxn ang="0">
                  <a:pos x="csX1" y="csY1"/>
                </a:cxn>
              </a:cxnLst>
              <a:rect l="l" t="t" r="r" b="b"/>
              <a:pathLst>
                <a:path w="9525" h="761999">
                  <a:moveTo>
                    <a:pt x="501" y="762173"/>
                  </a:moveTo>
                  <a:lnTo>
                    <a:pt x="501" y="173"/>
                  </a:lnTo>
                </a:path>
              </a:pathLst>
            </a:custGeom>
            <a:noFill/>
            <a:ln w="15875" cap="rnd">
              <a:solidFill>
                <a:schemeClr val="accent1"/>
              </a:solidFill>
              <a:prstDash val="solid"/>
              <a:round/>
            </a:ln>
          </p:spPr>
          <p:txBody>
            <a:bodyPr/>
            <a:lstStyle/>
            <a:p>
              <a:endParaRPr lang="en-GB"/>
            </a:p>
          </p:txBody>
        </p:sp>
        <p:sp>
          <p:nvSpPr>
            <p:cNvPr id="59" name="Freeform: Shape 58">
              <a:extLst>
                <a:ext uri="{FF2B5EF4-FFF2-40B4-BE49-F238E27FC236}">
                  <a16:creationId xmlns:a16="http://schemas.microsoft.com/office/drawing/2014/main" id="{0200F4D9-CE1D-BC86-2BEB-E2D2E9E3909F}"/>
                </a:ext>
              </a:extLst>
            </p:cNvPr>
            <p:cNvSpPr/>
            <p:nvPr/>
          </p:nvSpPr>
          <p:spPr>
            <a:xfrm flipV="1">
              <a:off x="7237411" y="1535112"/>
              <a:ext cx="761999" cy="9525"/>
            </a:xfrm>
            <a:custGeom>
              <a:avLst/>
              <a:gdLst>
                <a:gd name="csX0" fmla="*/ 471 w 761999"/>
                <a:gd name="csY0" fmla="*/ 143 h 9525"/>
                <a:gd name="csX1" fmla="*/ 762471 w 761999"/>
                <a:gd name="csY1" fmla="*/ 143 h 9525"/>
              </a:gdLst>
              <a:ahLst/>
              <a:cxnLst>
                <a:cxn ang="0">
                  <a:pos x="csX0" y="csY0"/>
                </a:cxn>
                <a:cxn ang="0">
                  <a:pos x="csX1" y="csY1"/>
                </a:cxn>
              </a:cxnLst>
              <a:rect l="l" t="t" r="r" b="b"/>
              <a:pathLst>
                <a:path w="761999" h="9525">
                  <a:moveTo>
                    <a:pt x="471" y="143"/>
                  </a:moveTo>
                  <a:lnTo>
                    <a:pt x="762471" y="143"/>
                  </a:lnTo>
                </a:path>
              </a:pathLst>
            </a:custGeom>
            <a:noFill/>
            <a:ln w="15875" cap="rnd">
              <a:solidFill>
                <a:schemeClr val="accent1"/>
              </a:solidFill>
              <a:prstDash val="solid"/>
              <a:round/>
            </a:ln>
          </p:spPr>
          <p:txBody>
            <a:bodyPr/>
            <a:lstStyle/>
            <a:p>
              <a:endParaRPr lang="en-GB"/>
            </a:p>
          </p:txBody>
        </p:sp>
        <p:sp>
          <p:nvSpPr>
            <p:cNvPr id="60" name="Freeform: Shape 59">
              <a:extLst>
                <a:ext uri="{FF2B5EF4-FFF2-40B4-BE49-F238E27FC236}">
                  <a16:creationId xmlns:a16="http://schemas.microsoft.com/office/drawing/2014/main" id="{2CE4926D-BB6A-1BB0-0163-7CAB95C5A7D8}"/>
                </a:ext>
              </a:extLst>
            </p:cNvPr>
            <p:cNvSpPr/>
            <p:nvPr/>
          </p:nvSpPr>
          <p:spPr>
            <a:xfrm flipV="1">
              <a:off x="4760911" y="5345112"/>
              <a:ext cx="9525" cy="761999"/>
            </a:xfrm>
            <a:custGeom>
              <a:avLst/>
              <a:gdLst>
                <a:gd name="csX0" fmla="*/ 201 w 9525"/>
                <a:gd name="csY0" fmla="*/ 762613 h 761999"/>
                <a:gd name="csX1" fmla="*/ 201 w 9525"/>
                <a:gd name="csY1" fmla="*/ 613 h 761999"/>
              </a:gdLst>
              <a:ahLst/>
              <a:cxnLst>
                <a:cxn ang="0">
                  <a:pos x="csX0" y="csY0"/>
                </a:cxn>
                <a:cxn ang="0">
                  <a:pos x="csX1" y="csY1"/>
                </a:cxn>
              </a:cxnLst>
              <a:rect l="l" t="t" r="r" b="b"/>
              <a:pathLst>
                <a:path w="9525" h="761999">
                  <a:moveTo>
                    <a:pt x="201" y="762613"/>
                  </a:moveTo>
                  <a:lnTo>
                    <a:pt x="201" y="613"/>
                  </a:lnTo>
                </a:path>
              </a:pathLst>
            </a:custGeom>
            <a:noFill/>
            <a:ln w="15875" cap="rnd">
              <a:solidFill>
                <a:schemeClr val="accent1"/>
              </a:solidFill>
              <a:prstDash val="solid"/>
              <a:round/>
            </a:ln>
          </p:spPr>
          <p:txBody>
            <a:bodyPr/>
            <a:lstStyle/>
            <a:p>
              <a:endParaRPr lang="en-GB"/>
            </a:p>
          </p:txBody>
        </p:sp>
        <p:sp>
          <p:nvSpPr>
            <p:cNvPr id="61" name="Freeform: Shape 60">
              <a:extLst>
                <a:ext uri="{FF2B5EF4-FFF2-40B4-BE49-F238E27FC236}">
                  <a16:creationId xmlns:a16="http://schemas.microsoft.com/office/drawing/2014/main" id="{49A17235-D637-1312-AE43-C173F86286AE}"/>
                </a:ext>
              </a:extLst>
            </p:cNvPr>
            <p:cNvSpPr/>
            <p:nvPr/>
          </p:nvSpPr>
          <p:spPr>
            <a:xfrm flipV="1">
              <a:off x="4379911" y="5726112"/>
              <a:ext cx="761999" cy="9525"/>
            </a:xfrm>
            <a:custGeom>
              <a:avLst/>
              <a:gdLst>
                <a:gd name="csX0" fmla="*/ 171 w 761999"/>
                <a:gd name="csY0" fmla="*/ 583 h 9525"/>
                <a:gd name="csX1" fmla="*/ 762171 w 761999"/>
                <a:gd name="csY1" fmla="*/ 583 h 9525"/>
              </a:gdLst>
              <a:ahLst/>
              <a:cxnLst>
                <a:cxn ang="0">
                  <a:pos x="csX0" y="csY0"/>
                </a:cxn>
                <a:cxn ang="0">
                  <a:pos x="csX1" y="csY1"/>
                </a:cxn>
              </a:cxnLst>
              <a:rect l="l" t="t" r="r" b="b"/>
              <a:pathLst>
                <a:path w="761999" h="9525">
                  <a:moveTo>
                    <a:pt x="171" y="583"/>
                  </a:moveTo>
                  <a:lnTo>
                    <a:pt x="762171" y="583"/>
                  </a:lnTo>
                </a:path>
              </a:pathLst>
            </a:custGeom>
            <a:noFill/>
            <a:ln w="15875" cap="rnd">
              <a:solidFill>
                <a:schemeClr val="accent1"/>
              </a:solidFill>
              <a:prstDash val="solid"/>
              <a:round/>
            </a:ln>
          </p:spPr>
          <p:txBody>
            <a:bodyPr/>
            <a:lstStyle/>
            <a:p>
              <a:endParaRPr lang="en-GB"/>
            </a:p>
          </p:txBody>
        </p:sp>
      </p:grpSp>
      <p:sp>
        <p:nvSpPr>
          <p:cNvPr id="35" name="Slide Number Placeholder 34">
            <a:extLst>
              <a:ext uri="{FF2B5EF4-FFF2-40B4-BE49-F238E27FC236}">
                <a16:creationId xmlns:a16="http://schemas.microsoft.com/office/drawing/2014/main" id="{EB99B304-182E-EC6B-E572-88F004FA5791}"/>
              </a:ext>
            </a:extLst>
          </p:cNvPr>
          <p:cNvSpPr>
            <a:spLocks noGrp="1"/>
          </p:cNvSpPr>
          <p:nvPr>
            <p:ph type="sldNum" sz="quarter" idx="12"/>
          </p:nvPr>
        </p:nvSpPr>
        <p:spPr/>
        <p:txBody>
          <a:bodyPr/>
          <a:lstStyle/>
          <a:p>
            <a:fld id="{0BE4EC83-A869-464E-AE9F-881796FB085E}" type="slidenum">
              <a:rPr lang="en-US" smtClean="0"/>
              <a:t>73</a:t>
            </a:fld>
            <a:endParaRPr lang="en-US"/>
          </a:p>
        </p:txBody>
      </p:sp>
    </p:spTree>
    <p:extLst>
      <p:ext uri="{BB962C8B-B14F-4D97-AF65-F5344CB8AC3E}">
        <p14:creationId xmlns:p14="http://schemas.microsoft.com/office/powerpoint/2010/main" val="401288673"/>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DFDAA-88A8-B9A1-3EA1-95290F8FCDE0}"/>
            </a:ext>
          </a:extLst>
        </p:cNvPr>
        <p:cNvGrpSpPr/>
        <p:nvPr/>
      </p:nvGrpSpPr>
      <p:grpSpPr>
        <a:xfrm>
          <a:off x="0" y="0"/>
          <a:ext cx="0" cy="0"/>
          <a:chOff x="0" y="0"/>
          <a:chExt cx="0" cy="0"/>
        </a:xfrm>
      </p:grpSpPr>
      <p:sp>
        <p:nvSpPr>
          <p:cNvPr id="4" name="Round Same Side Corner Rectangle 3">
            <a:extLst>
              <a:ext uri="{FF2B5EF4-FFF2-40B4-BE49-F238E27FC236}">
                <a16:creationId xmlns:a16="http://schemas.microsoft.com/office/drawing/2014/main" id="{EDEB1888-B80F-8103-7803-56007DA9C0D4}"/>
              </a:ext>
            </a:extLst>
          </p:cNvPr>
          <p:cNvSpPr/>
          <p:nvPr/>
        </p:nvSpPr>
        <p:spPr>
          <a:xfrm>
            <a:off x="838200" y="1748300"/>
            <a:ext cx="10515601" cy="3975167"/>
          </a:xfrm>
          <a:prstGeom prst="round2SameRect">
            <a:avLst>
              <a:gd name="adj1" fmla="val 0"/>
              <a:gd name="adj2" fmla="val 872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Rectangle 95">
            <a:extLst>
              <a:ext uri="{FF2B5EF4-FFF2-40B4-BE49-F238E27FC236}">
                <a16:creationId xmlns:a16="http://schemas.microsoft.com/office/drawing/2014/main" id="{CA16EB59-EBF1-8996-7583-50A5F1E25C8D}"/>
              </a:ext>
            </a:extLst>
          </p:cNvPr>
          <p:cNvSpPr/>
          <p:nvPr/>
        </p:nvSpPr>
        <p:spPr>
          <a:xfrm>
            <a:off x="1872988" y="3167309"/>
            <a:ext cx="8067780" cy="451821"/>
          </a:xfrm>
          <a:prstGeom prst="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EA90425-9761-89CB-8D00-897FBB038BB4}"/>
              </a:ext>
            </a:extLst>
          </p:cNvPr>
          <p:cNvSpPr>
            <a:spLocks noGrp="1"/>
          </p:cNvSpPr>
          <p:nvPr>
            <p:ph type="title"/>
          </p:nvPr>
        </p:nvSpPr>
        <p:spPr>
          <a:xfrm>
            <a:off x="609601" y="561078"/>
            <a:ext cx="10972800" cy="666261"/>
          </a:xfrm>
        </p:spPr>
        <p:txBody>
          <a:bodyPr/>
          <a:lstStyle/>
          <a:p>
            <a:r>
              <a:rPr lang="ar-EG" dirty="0"/>
              <a:t>مؤشرات الأداء الاستراتيجية للبنية المؤسسية</a:t>
            </a:r>
            <a:endParaRPr lang="en-US" dirty="0"/>
          </a:p>
        </p:txBody>
      </p:sp>
      <p:sp>
        <p:nvSpPr>
          <p:cNvPr id="5" name="Freeform 4">
            <a:extLst>
              <a:ext uri="{FF2B5EF4-FFF2-40B4-BE49-F238E27FC236}">
                <a16:creationId xmlns:a16="http://schemas.microsoft.com/office/drawing/2014/main" id="{58F11299-99CA-A2E8-77B7-09FB1D7101E6}"/>
              </a:ext>
            </a:extLst>
          </p:cNvPr>
          <p:cNvSpPr/>
          <p:nvPr/>
        </p:nvSpPr>
        <p:spPr>
          <a:xfrm>
            <a:off x="3433482" y="1618981"/>
            <a:ext cx="3313986" cy="170329"/>
          </a:xfrm>
          <a:custGeom>
            <a:avLst/>
            <a:gdLst>
              <a:gd name="connsiteX0" fmla="*/ 0 w 3313986"/>
              <a:gd name="connsiteY0" fmla="*/ 0 h 170329"/>
              <a:gd name="connsiteX1" fmla="*/ 3313986 w 3313986"/>
              <a:gd name="connsiteY1" fmla="*/ 0 h 170329"/>
              <a:gd name="connsiteX2" fmla="*/ 3313986 w 3313986"/>
              <a:gd name="connsiteY2" fmla="*/ 170329 h 170329"/>
              <a:gd name="connsiteX3" fmla="*/ 149041 w 3313986"/>
              <a:gd name="connsiteY3" fmla="*/ 170329 h 170329"/>
              <a:gd name="connsiteX4" fmla="*/ 0 w 3313986"/>
              <a:gd name="connsiteY4" fmla="*/ 21288 h 170329"/>
              <a:gd name="connsiteX0" fmla="*/ 0 w 3313986"/>
              <a:gd name="connsiteY0" fmla="*/ 12216 h 182545"/>
              <a:gd name="connsiteX1" fmla="*/ 1771564 w 3313986"/>
              <a:gd name="connsiteY1" fmla="*/ 0 h 182545"/>
              <a:gd name="connsiteX2" fmla="*/ 3313986 w 3313986"/>
              <a:gd name="connsiteY2" fmla="*/ 12216 h 182545"/>
              <a:gd name="connsiteX3" fmla="*/ 3313986 w 3313986"/>
              <a:gd name="connsiteY3" fmla="*/ 182545 h 182545"/>
              <a:gd name="connsiteX4" fmla="*/ 149041 w 3313986"/>
              <a:gd name="connsiteY4" fmla="*/ 182545 h 182545"/>
              <a:gd name="connsiteX5" fmla="*/ 0 w 3313986"/>
              <a:gd name="connsiteY5" fmla="*/ 33504 h 182545"/>
              <a:gd name="connsiteX6" fmla="*/ 0 w 3313986"/>
              <a:gd name="connsiteY6" fmla="*/ 12216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6" fmla="*/ 1863004 w 3313986"/>
              <a:gd name="connsiteY6" fmla="*/ 91440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0" fmla="*/ 3313986 w 3313986"/>
              <a:gd name="connsiteY0" fmla="*/ 0 h 170329"/>
              <a:gd name="connsiteX1" fmla="*/ 3313986 w 3313986"/>
              <a:gd name="connsiteY1" fmla="*/ 170329 h 170329"/>
              <a:gd name="connsiteX2" fmla="*/ 149041 w 3313986"/>
              <a:gd name="connsiteY2" fmla="*/ 170329 h 170329"/>
              <a:gd name="connsiteX3" fmla="*/ 0 w 3313986"/>
              <a:gd name="connsiteY3" fmla="*/ 21288 h 170329"/>
              <a:gd name="connsiteX4" fmla="*/ 0 w 3313986"/>
              <a:gd name="connsiteY4" fmla="*/ 0 h 170329"/>
              <a:gd name="connsiteX0" fmla="*/ 3313986 w 3313986"/>
              <a:gd name="connsiteY0" fmla="*/ 170329 h 170329"/>
              <a:gd name="connsiteX1" fmla="*/ 149041 w 3313986"/>
              <a:gd name="connsiteY1" fmla="*/ 170329 h 170329"/>
              <a:gd name="connsiteX2" fmla="*/ 0 w 3313986"/>
              <a:gd name="connsiteY2" fmla="*/ 21288 h 170329"/>
              <a:gd name="connsiteX3" fmla="*/ 0 w 3313986"/>
              <a:gd name="connsiteY3" fmla="*/ 0 h 170329"/>
            </a:gdLst>
            <a:ahLst/>
            <a:cxnLst>
              <a:cxn ang="0">
                <a:pos x="connsiteX0" y="connsiteY0"/>
              </a:cxn>
              <a:cxn ang="0">
                <a:pos x="connsiteX1" y="connsiteY1"/>
              </a:cxn>
              <a:cxn ang="0">
                <a:pos x="connsiteX2" y="connsiteY2"/>
              </a:cxn>
              <a:cxn ang="0">
                <a:pos x="connsiteX3" y="connsiteY3"/>
              </a:cxn>
            </a:cxnLst>
            <a:rect l="l" t="t" r="r" b="b"/>
            <a:pathLst>
              <a:path w="3313986" h="170329">
                <a:moveTo>
                  <a:pt x="3313986" y="170329"/>
                </a:moveTo>
                <a:lnTo>
                  <a:pt x="149041" y="170329"/>
                </a:lnTo>
                <a:cubicBezTo>
                  <a:pt x="66728" y="170329"/>
                  <a:pt x="0" y="103601"/>
                  <a:pt x="0" y="21288"/>
                </a:cubicBezTo>
                <a:lnTo>
                  <a:pt x="0" y="0"/>
                </a:lnTo>
              </a:path>
            </a:pathLst>
          </a:custGeom>
          <a:noFill/>
          <a:ln>
            <a:solidFill>
              <a:schemeClr val="bg1">
                <a:lumMod val="85000"/>
              </a:schemeClr>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eeform 5">
            <a:extLst>
              <a:ext uri="{FF2B5EF4-FFF2-40B4-BE49-F238E27FC236}">
                <a16:creationId xmlns:a16="http://schemas.microsoft.com/office/drawing/2014/main" id="{56D7765F-5622-DE7E-FAA2-820994C1F006}"/>
              </a:ext>
            </a:extLst>
          </p:cNvPr>
          <p:cNvSpPr/>
          <p:nvPr/>
        </p:nvSpPr>
        <p:spPr>
          <a:xfrm flipH="1">
            <a:off x="5596932" y="1737221"/>
            <a:ext cx="3313986" cy="170329"/>
          </a:xfrm>
          <a:custGeom>
            <a:avLst/>
            <a:gdLst>
              <a:gd name="connsiteX0" fmla="*/ 0 w 3313986"/>
              <a:gd name="connsiteY0" fmla="*/ 0 h 170329"/>
              <a:gd name="connsiteX1" fmla="*/ 3313986 w 3313986"/>
              <a:gd name="connsiteY1" fmla="*/ 0 h 170329"/>
              <a:gd name="connsiteX2" fmla="*/ 3313986 w 3313986"/>
              <a:gd name="connsiteY2" fmla="*/ 170329 h 170329"/>
              <a:gd name="connsiteX3" fmla="*/ 149041 w 3313986"/>
              <a:gd name="connsiteY3" fmla="*/ 170329 h 170329"/>
              <a:gd name="connsiteX4" fmla="*/ 0 w 3313986"/>
              <a:gd name="connsiteY4" fmla="*/ 21288 h 170329"/>
              <a:gd name="connsiteX0" fmla="*/ 0 w 3313986"/>
              <a:gd name="connsiteY0" fmla="*/ 12216 h 182545"/>
              <a:gd name="connsiteX1" fmla="*/ 1771564 w 3313986"/>
              <a:gd name="connsiteY1" fmla="*/ 0 h 182545"/>
              <a:gd name="connsiteX2" fmla="*/ 3313986 w 3313986"/>
              <a:gd name="connsiteY2" fmla="*/ 12216 h 182545"/>
              <a:gd name="connsiteX3" fmla="*/ 3313986 w 3313986"/>
              <a:gd name="connsiteY3" fmla="*/ 182545 h 182545"/>
              <a:gd name="connsiteX4" fmla="*/ 149041 w 3313986"/>
              <a:gd name="connsiteY4" fmla="*/ 182545 h 182545"/>
              <a:gd name="connsiteX5" fmla="*/ 0 w 3313986"/>
              <a:gd name="connsiteY5" fmla="*/ 33504 h 182545"/>
              <a:gd name="connsiteX6" fmla="*/ 0 w 3313986"/>
              <a:gd name="connsiteY6" fmla="*/ 12216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6" fmla="*/ 1863004 w 3313986"/>
              <a:gd name="connsiteY6" fmla="*/ 91440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0" fmla="*/ 3313986 w 3313986"/>
              <a:gd name="connsiteY0" fmla="*/ 0 h 170329"/>
              <a:gd name="connsiteX1" fmla="*/ 3313986 w 3313986"/>
              <a:gd name="connsiteY1" fmla="*/ 170329 h 170329"/>
              <a:gd name="connsiteX2" fmla="*/ 149041 w 3313986"/>
              <a:gd name="connsiteY2" fmla="*/ 170329 h 170329"/>
              <a:gd name="connsiteX3" fmla="*/ 0 w 3313986"/>
              <a:gd name="connsiteY3" fmla="*/ 21288 h 170329"/>
              <a:gd name="connsiteX4" fmla="*/ 0 w 3313986"/>
              <a:gd name="connsiteY4" fmla="*/ 0 h 170329"/>
              <a:gd name="connsiteX0" fmla="*/ 3313986 w 3313986"/>
              <a:gd name="connsiteY0" fmla="*/ 170329 h 170329"/>
              <a:gd name="connsiteX1" fmla="*/ 149041 w 3313986"/>
              <a:gd name="connsiteY1" fmla="*/ 170329 h 170329"/>
              <a:gd name="connsiteX2" fmla="*/ 0 w 3313986"/>
              <a:gd name="connsiteY2" fmla="*/ 21288 h 170329"/>
              <a:gd name="connsiteX3" fmla="*/ 0 w 3313986"/>
              <a:gd name="connsiteY3" fmla="*/ 0 h 170329"/>
            </a:gdLst>
            <a:ahLst/>
            <a:cxnLst>
              <a:cxn ang="0">
                <a:pos x="connsiteX0" y="connsiteY0"/>
              </a:cxn>
              <a:cxn ang="0">
                <a:pos x="connsiteX1" y="connsiteY1"/>
              </a:cxn>
              <a:cxn ang="0">
                <a:pos x="connsiteX2" y="connsiteY2"/>
              </a:cxn>
              <a:cxn ang="0">
                <a:pos x="connsiteX3" y="connsiteY3"/>
              </a:cxn>
            </a:cxnLst>
            <a:rect l="l" t="t" r="r" b="b"/>
            <a:pathLst>
              <a:path w="3313986" h="170329">
                <a:moveTo>
                  <a:pt x="3313986" y="170329"/>
                </a:moveTo>
                <a:lnTo>
                  <a:pt x="149041" y="170329"/>
                </a:lnTo>
                <a:cubicBezTo>
                  <a:pt x="66728" y="170329"/>
                  <a:pt x="0" y="103601"/>
                  <a:pt x="0" y="21288"/>
                </a:cubicBezTo>
                <a:lnTo>
                  <a:pt x="0" y="0"/>
                </a:lnTo>
              </a:path>
            </a:pathLst>
          </a:custGeom>
          <a:noFill/>
          <a:ln>
            <a:solidFill>
              <a:schemeClr val="bg1">
                <a:lumMod val="85000"/>
              </a:schemeClr>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ounded Rectangle 6">
            <a:extLst>
              <a:ext uri="{FF2B5EF4-FFF2-40B4-BE49-F238E27FC236}">
                <a16:creationId xmlns:a16="http://schemas.microsoft.com/office/drawing/2014/main" id="{2E73C39F-7B9D-E348-E03A-3EECAE6A4739}"/>
              </a:ext>
            </a:extLst>
          </p:cNvPr>
          <p:cNvSpPr/>
          <p:nvPr/>
        </p:nvSpPr>
        <p:spPr>
          <a:xfrm>
            <a:off x="2981661" y="1475899"/>
            <a:ext cx="6228678" cy="688914"/>
          </a:xfrm>
          <a:prstGeom prst="round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ounded Rectangle 7">
            <a:extLst>
              <a:ext uri="{FF2B5EF4-FFF2-40B4-BE49-F238E27FC236}">
                <a16:creationId xmlns:a16="http://schemas.microsoft.com/office/drawing/2014/main" id="{3EAB11CC-9ACC-D2E9-A5D3-75EFBAA4F6A1}"/>
              </a:ext>
            </a:extLst>
          </p:cNvPr>
          <p:cNvSpPr/>
          <p:nvPr/>
        </p:nvSpPr>
        <p:spPr>
          <a:xfrm>
            <a:off x="2981661" y="1287436"/>
            <a:ext cx="6228678" cy="92532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b="1" dirty="0"/>
              <a:t>نسبة القرارات التي تم اعتمادها بناءً على توصيات البنية المؤسسية</a:t>
            </a:r>
            <a:endParaRPr lang="en-US" b="1" dirty="0"/>
          </a:p>
        </p:txBody>
      </p:sp>
      <p:sp>
        <p:nvSpPr>
          <p:cNvPr id="9" name="Title 11">
            <a:extLst>
              <a:ext uri="{FF2B5EF4-FFF2-40B4-BE49-F238E27FC236}">
                <a16:creationId xmlns:a16="http://schemas.microsoft.com/office/drawing/2014/main" id="{6975620F-FDED-0AE9-7FCA-A746C550B18F}"/>
              </a:ext>
            </a:extLst>
          </p:cNvPr>
          <p:cNvSpPr txBox="1">
            <a:spLocks/>
          </p:cNvSpPr>
          <p:nvPr/>
        </p:nvSpPr>
        <p:spPr>
          <a:xfrm>
            <a:off x="2949387" y="1565225"/>
            <a:ext cx="6293226" cy="647533"/>
          </a:xfrm>
          <a:prstGeom prst="rect">
            <a:avLst/>
          </a:prstGeom>
        </p:spPr>
        <p:txBody>
          <a:bodyPr anchor="ctr" anchorCtr="0">
            <a:noAutofit/>
          </a:bodyPr>
          <a:lstStyle>
            <a:lvl1pPr algn="r" defTabSz="914400" rtl="1" eaLnBrk="1" latinLnBrk="0" hangingPunct="1">
              <a:lnSpc>
                <a:spcPct val="100000"/>
              </a:lnSpc>
              <a:spcBef>
                <a:spcPct val="0"/>
              </a:spcBef>
              <a:buNone/>
              <a:defRPr sz="3200" b="1" kern="1200">
                <a:solidFill>
                  <a:schemeClr val="accent1">
                    <a:lumMod val="75000"/>
                  </a:schemeClr>
                </a:solidFill>
                <a:latin typeface="+mj-lt"/>
                <a:ea typeface="+mj-ea"/>
                <a:cs typeface="+mj-cs"/>
              </a:defRPr>
            </a:lvl1pPr>
          </a:lstStyle>
          <a:p>
            <a:pPr algn="ctr"/>
            <a:endParaRPr lang="ar-SA" sz="2000" dirty="0">
              <a:solidFill>
                <a:schemeClr val="bg1"/>
              </a:solidFill>
            </a:endParaRPr>
          </a:p>
        </p:txBody>
      </p:sp>
      <p:sp>
        <p:nvSpPr>
          <p:cNvPr id="10" name="Round Same Side Corner Rectangle 9">
            <a:extLst>
              <a:ext uri="{FF2B5EF4-FFF2-40B4-BE49-F238E27FC236}">
                <a16:creationId xmlns:a16="http://schemas.microsoft.com/office/drawing/2014/main" id="{6CE7FA34-C397-0DF8-B82F-0F326314D292}"/>
              </a:ext>
            </a:extLst>
          </p:cNvPr>
          <p:cNvSpPr/>
          <p:nvPr/>
        </p:nvSpPr>
        <p:spPr>
          <a:xfrm>
            <a:off x="5385860" y="1287437"/>
            <a:ext cx="1420280" cy="281048"/>
          </a:xfrm>
          <a:prstGeom prst="round2SameRect">
            <a:avLst>
              <a:gd name="adj1" fmla="val 0"/>
              <a:gd name="adj2" fmla="val 50000"/>
            </a:avLst>
          </a:prstGeom>
          <a:solidFill>
            <a:schemeClr val="bg1"/>
          </a:solidFill>
          <a:effectLst>
            <a:outerShdw blurRad="50800" dist="25400" dir="5400000" sx="97000" sy="97000" algn="t" rotWithShape="0">
              <a:prstClr val="black">
                <a:alpha val="20000"/>
              </a:prstClr>
            </a:outerShdw>
          </a:effectLst>
        </p:spPr>
        <p:txBody>
          <a:bodyPr wrap="none" tIns="0" bIns="45720">
            <a:noAutofit/>
          </a:bodyPr>
          <a:lstStyle/>
          <a:p>
            <a:pPr lvl="0" algn="ctr" rtl="1"/>
            <a:r>
              <a:rPr lang="en-US" b="1" dirty="0">
                <a:solidFill>
                  <a:schemeClr val="accent1"/>
                </a:solidFill>
              </a:rPr>
              <a:t>EASKPI02</a:t>
            </a:r>
            <a:endParaRPr lang="ar-EG" b="1" dirty="0">
              <a:solidFill>
                <a:schemeClr val="accent1"/>
              </a:solidFill>
            </a:endParaRPr>
          </a:p>
        </p:txBody>
      </p:sp>
      <p:sp>
        <p:nvSpPr>
          <p:cNvPr id="79" name="Rectangle 78">
            <a:extLst>
              <a:ext uri="{FF2B5EF4-FFF2-40B4-BE49-F238E27FC236}">
                <a16:creationId xmlns:a16="http://schemas.microsoft.com/office/drawing/2014/main" id="{11A14375-3EC5-2F57-EEE4-C75A3F5DEA74}"/>
              </a:ext>
            </a:extLst>
          </p:cNvPr>
          <p:cNvSpPr/>
          <p:nvPr/>
        </p:nvSpPr>
        <p:spPr>
          <a:xfrm>
            <a:off x="1872988" y="2510775"/>
            <a:ext cx="8067780" cy="451821"/>
          </a:xfrm>
          <a:prstGeom prst="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92" name="Table 91">
            <a:extLst>
              <a:ext uri="{FF2B5EF4-FFF2-40B4-BE49-F238E27FC236}">
                <a16:creationId xmlns:a16="http://schemas.microsoft.com/office/drawing/2014/main" id="{3EB1622A-EA29-86C8-4895-B1A8499DDB7D}"/>
              </a:ext>
            </a:extLst>
          </p:cNvPr>
          <p:cNvGraphicFramePr>
            <a:graphicFrameLocks noGrp="1"/>
          </p:cNvGraphicFramePr>
          <p:nvPr/>
        </p:nvGraphicFramePr>
        <p:xfrm>
          <a:off x="1113853" y="2293250"/>
          <a:ext cx="9964294" cy="1827936"/>
        </p:xfrm>
        <a:graphic>
          <a:graphicData uri="http://schemas.openxmlformats.org/drawingml/2006/table">
            <a:tbl>
              <a:tblPr firstRow="1" bandRow="1">
                <a:tableStyleId>{5C22544A-7EE6-4342-B048-85BDC9FD1C3A}</a:tableStyleId>
              </a:tblPr>
              <a:tblGrid>
                <a:gridCol w="8543322">
                  <a:extLst>
                    <a:ext uri="{9D8B030D-6E8A-4147-A177-3AD203B41FA5}">
                      <a16:colId xmlns:a16="http://schemas.microsoft.com/office/drawing/2014/main" val="1922650772"/>
                    </a:ext>
                  </a:extLst>
                </a:gridCol>
                <a:gridCol w="1420972">
                  <a:extLst>
                    <a:ext uri="{9D8B030D-6E8A-4147-A177-3AD203B41FA5}">
                      <a16:colId xmlns:a16="http://schemas.microsoft.com/office/drawing/2014/main" val="831415739"/>
                    </a:ext>
                  </a:extLst>
                </a:gridCol>
              </a:tblGrid>
              <a:tr h="456984">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دعم اتخاذ القرارات</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الهدف الاستراتيجي</a:t>
                      </a:r>
                      <a:endParaRPr lang="en-US"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4060515"/>
                  </a:ext>
                </a:extLst>
              </a:tr>
              <a:tr h="456984">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يقيس فاعلية توصيات البنية المؤسسية ومدى اعتمادها في القرارات الرسمية ذات العلاقة بالمبادرات والمشاريع والمعايير والاستثمارات التقنية.</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وصف المؤشر</a:t>
                      </a:r>
                      <a:endParaRPr lang="en-US"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577636"/>
                  </a:ext>
                </a:extLst>
              </a:tr>
              <a:tr h="456984">
                <a:tc>
                  <a:txBody>
                    <a:bodyPr/>
                    <a:lstStyle/>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(عدد القرارات المعتمدة وفق توصيات البنية المؤسسية ÷ إجمالي القرارات التي قُدمت بشأنها توصيات) × 100</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معادلة الاحتساب</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6671549"/>
                  </a:ext>
                </a:extLst>
              </a:tr>
              <a:tr h="456984">
                <a:tc>
                  <a:txBody>
                    <a:bodyPr/>
                    <a:lstStyle/>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محاضر اللجان/سجل القرارات + سجل التوصيات/الاستشارات+</a:t>
                      </a:r>
                      <a:r>
                        <a:rPr lang="en-US" sz="1400" b="1" kern="1200" baseline="0" dirty="0">
                          <a:solidFill>
                            <a:schemeClr val="accent1"/>
                          </a:solidFill>
                          <a:latin typeface="Sakkal Majalla" panose="02000000000000000000" pitchFamily="2" charset="-78"/>
                          <a:ea typeface="+mn-ea"/>
                          <a:cs typeface="Sakkal Majalla" panose="02000000000000000000" pitchFamily="2" charset="-78"/>
                        </a:rPr>
                        <a:t>BMC</a:t>
                      </a:r>
                      <a:endParaRPr lang="ar-EG" sz="1400" b="1" kern="1200" baseline="0" dirty="0">
                        <a:solidFill>
                          <a:schemeClr val="accent1"/>
                        </a:solidFill>
                        <a:latin typeface="Sakkal Majalla" panose="02000000000000000000" pitchFamily="2" charset="-78"/>
                        <a:ea typeface="+mn-ea"/>
                        <a:cs typeface="Sakkal Majalla" panose="02000000000000000000" pitchFamily="2" charset="-7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مصدر البيانات</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578273"/>
                  </a:ext>
                </a:extLst>
              </a:tr>
            </a:tbl>
          </a:graphicData>
        </a:graphic>
      </p:graphicFrame>
      <p:sp>
        <p:nvSpPr>
          <p:cNvPr id="37" name="Rounded Rectangle 40">
            <a:extLst>
              <a:ext uri="{FF2B5EF4-FFF2-40B4-BE49-F238E27FC236}">
                <a16:creationId xmlns:a16="http://schemas.microsoft.com/office/drawing/2014/main" id="{5923F640-B0B4-2311-1ABF-D3C19C312D98}"/>
              </a:ext>
            </a:extLst>
          </p:cNvPr>
          <p:cNvSpPr/>
          <p:nvPr/>
        </p:nvSpPr>
        <p:spPr>
          <a:xfrm>
            <a:off x="2166134"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Box 37">
            <a:extLst>
              <a:ext uri="{FF2B5EF4-FFF2-40B4-BE49-F238E27FC236}">
                <a16:creationId xmlns:a16="http://schemas.microsoft.com/office/drawing/2014/main" id="{FFD1222C-B692-E308-46A2-6B5199362824}"/>
              </a:ext>
            </a:extLst>
          </p:cNvPr>
          <p:cNvSpPr txBox="1"/>
          <p:nvPr/>
        </p:nvSpPr>
        <p:spPr>
          <a:xfrm>
            <a:off x="1962748"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المستهدف</a:t>
            </a:r>
          </a:p>
        </p:txBody>
      </p:sp>
      <p:grpSp>
        <p:nvGrpSpPr>
          <p:cNvPr id="39" name="Group 38">
            <a:extLst>
              <a:ext uri="{FF2B5EF4-FFF2-40B4-BE49-F238E27FC236}">
                <a16:creationId xmlns:a16="http://schemas.microsoft.com/office/drawing/2014/main" id="{BB47D2DB-C4D0-F7CA-A838-D70943DAA1EE}"/>
              </a:ext>
            </a:extLst>
          </p:cNvPr>
          <p:cNvGrpSpPr>
            <a:grpSpLocks noChangeAspect="1"/>
          </p:cNvGrpSpPr>
          <p:nvPr/>
        </p:nvGrpSpPr>
        <p:grpSpPr>
          <a:xfrm>
            <a:off x="8926404" y="4690821"/>
            <a:ext cx="243890" cy="242732"/>
            <a:chOff x="2501900" y="457201"/>
            <a:chExt cx="1674813" cy="1666876"/>
          </a:xfrm>
          <a:solidFill>
            <a:schemeClr val="accent1"/>
          </a:solidFill>
        </p:grpSpPr>
        <p:sp>
          <p:nvSpPr>
            <p:cNvPr id="40" name="Freeform 5">
              <a:extLst>
                <a:ext uri="{FF2B5EF4-FFF2-40B4-BE49-F238E27FC236}">
                  <a16:creationId xmlns:a16="http://schemas.microsoft.com/office/drawing/2014/main" id="{3E170A67-7931-C1F2-D156-7A776CF21536}"/>
                </a:ext>
              </a:extLst>
            </p:cNvPr>
            <p:cNvSpPr>
              <a:spLocks/>
            </p:cNvSpPr>
            <p:nvPr/>
          </p:nvSpPr>
          <p:spPr bwMode="auto">
            <a:xfrm>
              <a:off x="2857500" y="457201"/>
              <a:ext cx="130175" cy="273050"/>
            </a:xfrm>
            <a:custGeom>
              <a:avLst/>
              <a:gdLst>
                <a:gd name="T0" fmla="*/ 0 w 350"/>
                <a:gd name="T1" fmla="*/ 367 h 734"/>
                <a:gd name="T2" fmla="*/ 0 w 350"/>
                <a:gd name="T3" fmla="*/ 734 h 734"/>
                <a:gd name="T4" fmla="*/ 175 w 350"/>
                <a:gd name="T5" fmla="*/ 734 h 734"/>
                <a:gd name="T6" fmla="*/ 350 w 350"/>
                <a:gd name="T7" fmla="*/ 734 h 734"/>
                <a:gd name="T8" fmla="*/ 350 w 350"/>
                <a:gd name="T9" fmla="*/ 367 h 734"/>
                <a:gd name="T10" fmla="*/ 350 w 350"/>
                <a:gd name="T11" fmla="*/ 0 h 734"/>
                <a:gd name="T12" fmla="*/ 175 w 350"/>
                <a:gd name="T13" fmla="*/ 0 h 734"/>
                <a:gd name="T14" fmla="*/ 0 w 350"/>
                <a:gd name="T15" fmla="*/ 0 h 734"/>
                <a:gd name="T16" fmla="*/ 0 w 350"/>
                <a:gd name="T17" fmla="*/ 367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734">
                  <a:moveTo>
                    <a:pt x="0" y="367"/>
                  </a:moveTo>
                  <a:lnTo>
                    <a:pt x="0" y="734"/>
                  </a:lnTo>
                  <a:lnTo>
                    <a:pt x="175" y="734"/>
                  </a:lnTo>
                  <a:lnTo>
                    <a:pt x="350" y="734"/>
                  </a:lnTo>
                  <a:lnTo>
                    <a:pt x="350" y="367"/>
                  </a:lnTo>
                  <a:lnTo>
                    <a:pt x="350" y="0"/>
                  </a:lnTo>
                  <a:lnTo>
                    <a:pt x="175" y="0"/>
                  </a:lnTo>
                  <a:lnTo>
                    <a:pt x="0" y="0"/>
                  </a:lnTo>
                  <a:lnTo>
                    <a:pt x="0" y="3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3" name="Freeform 6">
              <a:extLst>
                <a:ext uri="{FF2B5EF4-FFF2-40B4-BE49-F238E27FC236}">
                  <a16:creationId xmlns:a16="http://schemas.microsoft.com/office/drawing/2014/main" id="{DC3519F0-35AD-678A-A143-B55D03230726}"/>
                </a:ext>
              </a:extLst>
            </p:cNvPr>
            <p:cNvSpPr>
              <a:spLocks/>
            </p:cNvSpPr>
            <p:nvPr/>
          </p:nvSpPr>
          <p:spPr bwMode="auto">
            <a:xfrm>
              <a:off x="3690938" y="457201"/>
              <a:ext cx="136525" cy="273050"/>
            </a:xfrm>
            <a:custGeom>
              <a:avLst/>
              <a:gdLst>
                <a:gd name="T0" fmla="*/ 0 w 367"/>
                <a:gd name="T1" fmla="*/ 367 h 734"/>
                <a:gd name="T2" fmla="*/ 0 w 367"/>
                <a:gd name="T3" fmla="*/ 734 h 734"/>
                <a:gd name="T4" fmla="*/ 184 w 367"/>
                <a:gd name="T5" fmla="*/ 734 h 734"/>
                <a:gd name="T6" fmla="*/ 367 w 367"/>
                <a:gd name="T7" fmla="*/ 734 h 734"/>
                <a:gd name="T8" fmla="*/ 367 w 367"/>
                <a:gd name="T9" fmla="*/ 367 h 734"/>
                <a:gd name="T10" fmla="*/ 367 w 367"/>
                <a:gd name="T11" fmla="*/ 0 h 734"/>
                <a:gd name="T12" fmla="*/ 184 w 367"/>
                <a:gd name="T13" fmla="*/ 0 h 734"/>
                <a:gd name="T14" fmla="*/ 0 w 367"/>
                <a:gd name="T15" fmla="*/ 0 h 734"/>
                <a:gd name="T16" fmla="*/ 0 w 367"/>
                <a:gd name="T17" fmla="*/ 367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734">
                  <a:moveTo>
                    <a:pt x="0" y="367"/>
                  </a:moveTo>
                  <a:lnTo>
                    <a:pt x="0" y="734"/>
                  </a:lnTo>
                  <a:lnTo>
                    <a:pt x="184" y="734"/>
                  </a:lnTo>
                  <a:lnTo>
                    <a:pt x="367" y="734"/>
                  </a:lnTo>
                  <a:lnTo>
                    <a:pt x="367" y="367"/>
                  </a:lnTo>
                  <a:lnTo>
                    <a:pt x="367" y="0"/>
                  </a:lnTo>
                  <a:lnTo>
                    <a:pt x="184" y="0"/>
                  </a:lnTo>
                  <a:lnTo>
                    <a:pt x="0" y="0"/>
                  </a:lnTo>
                  <a:lnTo>
                    <a:pt x="0" y="3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4" name="Freeform 24">
              <a:extLst>
                <a:ext uri="{FF2B5EF4-FFF2-40B4-BE49-F238E27FC236}">
                  <a16:creationId xmlns:a16="http://schemas.microsoft.com/office/drawing/2014/main" id="{EDFCF0F9-E0FC-F505-2612-52ACF2B9EE87}"/>
                </a:ext>
              </a:extLst>
            </p:cNvPr>
            <p:cNvSpPr>
              <a:spLocks noEditPoints="1"/>
            </p:cNvSpPr>
            <p:nvPr/>
          </p:nvSpPr>
          <p:spPr bwMode="auto">
            <a:xfrm>
              <a:off x="2501900" y="661989"/>
              <a:ext cx="1674813" cy="1462088"/>
            </a:xfrm>
            <a:custGeom>
              <a:avLst/>
              <a:gdLst>
                <a:gd name="T0" fmla="*/ 0 w 4483"/>
                <a:gd name="T1" fmla="*/ 475 h 3917"/>
                <a:gd name="T2" fmla="*/ 0 w 4483"/>
                <a:gd name="T3" fmla="*/ 950 h 3917"/>
                <a:gd name="T4" fmla="*/ 92 w 4483"/>
                <a:gd name="T5" fmla="*/ 950 h 3917"/>
                <a:gd name="T6" fmla="*/ 183 w 4483"/>
                <a:gd name="T7" fmla="*/ 950 h 3917"/>
                <a:gd name="T8" fmla="*/ 183 w 4483"/>
                <a:gd name="T9" fmla="*/ 2434 h 3917"/>
                <a:gd name="T10" fmla="*/ 183 w 4483"/>
                <a:gd name="T11" fmla="*/ 3917 h 3917"/>
                <a:gd name="T12" fmla="*/ 2242 w 4483"/>
                <a:gd name="T13" fmla="*/ 3917 h 3917"/>
                <a:gd name="T14" fmla="*/ 4300 w 4483"/>
                <a:gd name="T15" fmla="*/ 3917 h 3917"/>
                <a:gd name="T16" fmla="*/ 4300 w 4483"/>
                <a:gd name="T17" fmla="*/ 2434 h 3917"/>
                <a:gd name="T18" fmla="*/ 4300 w 4483"/>
                <a:gd name="T19" fmla="*/ 950 h 3917"/>
                <a:gd name="T20" fmla="*/ 4392 w 4483"/>
                <a:gd name="T21" fmla="*/ 950 h 3917"/>
                <a:gd name="T22" fmla="*/ 4483 w 4483"/>
                <a:gd name="T23" fmla="*/ 950 h 3917"/>
                <a:gd name="T24" fmla="*/ 4483 w 4483"/>
                <a:gd name="T25" fmla="*/ 475 h 3917"/>
                <a:gd name="T26" fmla="*/ 4483 w 4483"/>
                <a:gd name="T27" fmla="*/ 0 h 3917"/>
                <a:gd name="T28" fmla="*/ 4117 w 4483"/>
                <a:gd name="T29" fmla="*/ 0 h 3917"/>
                <a:gd name="T30" fmla="*/ 3752 w 4483"/>
                <a:gd name="T31" fmla="*/ 0 h 3917"/>
                <a:gd name="T32" fmla="*/ 3747 w 4483"/>
                <a:gd name="T33" fmla="*/ 187 h 3917"/>
                <a:gd name="T34" fmla="*/ 3742 w 4483"/>
                <a:gd name="T35" fmla="*/ 375 h 3917"/>
                <a:gd name="T36" fmla="*/ 3363 w 4483"/>
                <a:gd name="T37" fmla="*/ 380 h 3917"/>
                <a:gd name="T38" fmla="*/ 2983 w 4483"/>
                <a:gd name="T39" fmla="*/ 384 h 3917"/>
                <a:gd name="T40" fmla="*/ 2983 w 4483"/>
                <a:gd name="T41" fmla="*/ 192 h 3917"/>
                <a:gd name="T42" fmla="*/ 2983 w 4483"/>
                <a:gd name="T43" fmla="*/ 0 h 3917"/>
                <a:gd name="T44" fmla="*/ 2242 w 4483"/>
                <a:gd name="T45" fmla="*/ 0 h 3917"/>
                <a:gd name="T46" fmla="*/ 1502 w 4483"/>
                <a:gd name="T47" fmla="*/ 0 h 3917"/>
                <a:gd name="T48" fmla="*/ 1497 w 4483"/>
                <a:gd name="T49" fmla="*/ 187 h 3917"/>
                <a:gd name="T50" fmla="*/ 1492 w 4483"/>
                <a:gd name="T51" fmla="*/ 375 h 3917"/>
                <a:gd name="T52" fmla="*/ 1117 w 4483"/>
                <a:gd name="T53" fmla="*/ 375 h 3917"/>
                <a:gd name="T54" fmla="*/ 742 w 4483"/>
                <a:gd name="T55" fmla="*/ 375 h 3917"/>
                <a:gd name="T56" fmla="*/ 737 w 4483"/>
                <a:gd name="T57" fmla="*/ 187 h 3917"/>
                <a:gd name="T58" fmla="*/ 732 w 4483"/>
                <a:gd name="T59" fmla="*/ 0 h 3917"/>
                <a:gd name="T60" fmla="*/ 367 w 4483"/>
                <a:gd name="T61" fmla="*/ 0 h 3917"/>
                <a:gd name="T62" fmla="*/ 0 w 4483"/>
                <a:gd name="T63" fmla="*/ 0 h 3917"/>
                <a:gd name="T64" fmla="*/ 0 w 4483"/>
                <a:gd name="T65" fmla="*/ 475 h 3917"/>
                <a:gd name="T66" fmla="*/ 3917 w 4483"/>
                <a:gd name="T67" fmla="*/ 2250 h 3917"/>
                <a:gd name="T68" fmla="*/ 3917 w 4483"/>
                <a:gd name="T69" fmla="*/ 3567 h 3917"/>
                <a:gd name="T70" fmla="*/ 2238 w 4483"/>
                <a:gd name="T71" fmla="*/ 3564 h 3917"/>
                <a:gd name="T72" fmla="*/ 558 w 4483"/>
                <a:gd name="T73" fmla="*/ 3559 h 3917"/>
                <a:gd name="T74" fmla="*/ 553 w 4483"/>
                <a:gd name="T75" fmla="*/ 2245 h 3917"/>
                <a:gd name="T76" fmla="*/ 550 w 4483"/>
                <a:gd name="T77" fmla="*/ 934 h 3917"/>
                <a:gd name="T78" fmla="*/ 2233 w 4483"/>
                <a:gd name="T79" fmla="*/ 934 h 3917"/>
                <a:gd name="T80" fmla="*/ 3917 w 4483"/>
                <a:gd name="T81" fmla="*/ 934 h 3917"/>
                <a:gd name="T82" fmla="*/ 3917 w 4483"/>
                <a:gd name="T83" fmla="*/ 2250 h 3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483" h="3917">
                  <a:moveTo>
                    <a:pt x="0" y="475"/>
                  </a:moveTo>
                  <a:lnTo>
                    <a:pt x="0" y="950"/>
                  </a:lnTo>
                  <a:lnTo>
                    <a:pt x="92" y="950"/>
                  </a:lnTo>
                  <a:lnTo>
                    <a:pt x="183" y="950"/>
                  </a:lnTo>
                  <a:lnTo>
                    <a:pt x="183" y="2434"/>
                  </a:lnTo>
                  <a:lnTo>
                    <a:pt x="183" y="3917"/>
                  </a:lnTo>
                  <a:lnTo>
                    <a:pt x="2242" y="3917"/>
                  </a:lnTo>
                  <a:lnTo>
                    <a:pt x="4300" y="3917"/>
                  </a:lnTo>
                  <a:lnTo>
                    <a:pt x="4300" y="2434"/>
                  </a:lnTo>
                  <a:lnTo>
                    <a:pt x="4300" y="950"/>
                  </a:lnTo>
                  <a:lnTo>
                    <a:pt x="4392" y="950"/>
                  </a:lnTo>
                  <a:lnTo>
                    <a:pt x="4483" y="950"/>
                  </a:lnTo>
                  <a:lnTo>
                    <a:pt x="4483" y="475"/>
                  </a:lnTo>
                  <a:lnTo>
                    <a:pt x="4483" y="0"/>
                  </a:lnTo>
                  <a:lnTo>
                    <a:pt x="4117" y="0"/>
                  </a:lnTo>
                  <a:lnTo>
                    <a:pt x="3752" y="0"/>
                  </a:lnTo>
                  <a:lnTo>
                    <a:pt x="3747" y="187"/>
                  </a:lnTo>
                  <a:lnTo>
                    <a:pt x="3742" y="375"/>
                  </a:lnTo>
                  <a:lnTo>
                    <a:pt x="3363" y="380"/>
                  </a:lnTo>
                  <a:lnTo>
                    <a:pt x="2983" y="384"/>
                  </a:lnTo>
                  <a:lnTo>
                    <a:pt x="2983" y="192"/>
                  </a:lnTo>
                  <a:lnTo>
                    <a:pt x="2983" y="0"/>
                  </a:lnTo>
                  <a:lnTo>
                    <a:pt x="2242" y="0"/>
                  </a:lnTo>
                  <a:lnTo>
                    <a:pt x="1502" y="0"/>
                  </a:lnTo>
                  <a:lnTo>
                    <a:pt x="1497" y="187"/>
                  </a:lnTo>
                  <a:lnTo>
                    <a:pt x="1492" y="375"/>
                  </a:lnTo>
                  <a:lnTo>
                    <a:pt x="1117" y="375"/>
                  </a:lnTo>
                  <a:lnTo>
                    <a:pt x="742" y="375"/>
                  </a:lnTo>
                  <a:lnTo>
                    <a:pt x="737" y="187"/>
                  </a:lnTo>
                  <a:lnTo>
                    <a:pt x="732" y="0"/>
                  </a:lnTo>
                  <a:lnTo>
                    <a:pt x="367" y="0"/>
                  </a:lnTo>
                  <a:lnTo>
                    <a:pt x="0" y="0"/>
                  </a:lnTo>
                  <a:lnTo>
                    <a:pt x="0" y="475"/>
                  </a:lnTo>
                  <a:close/>
                  <a:moveTo>
                    <a:pt x="3917" y="2250"/>
                  </a:moveTo>
                  <a:lnTo>
                    <a:pt x="3917" y="3567"/>
                  </a:lnTo>
                  <a:lnTo>
                    <a:pt x="2238" y="3564"/>
                  </a:lnTo>
                  <a:lnTo>
                    <a:pt x="558" y="3559"/>
                  </a:lnTo>
                  <a:lnTo>
                    <a:pt x="553" y="2245"/>
                  </a:lnTo>
                  <a:lnTo>
                    <a:pt x="550" y="934"/>
                  </a:lnTo>
                  <a:lnTo>
                    <a:pt x="2233" y="934"/>
                  </a:lnTo>
                  <a:lnTo>
                    <a:pt x="3917" y="934"/>
                  </a:lnTo>
                  <a:lnTo>
                    <a:pt x="3917" y="22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5" name="Freeform 25">
              <a:extLst>
                <a:ext uri="{FF2B5EF4-FFF2-40B4-BE49-F238E27FC236}">
                  <a16:creationId xmlns:a16="http://schemas.microsoft.com/office/drawing/2014/main" id="{C98605A1-B93C-8E9D-B6C0-82AABB566173}"/>
                </a:ext>
              </a:extLst>
            </p:cNvPr>
            <p:cNvSpPr>
              <a:spLocks/>
            </p:cNvSpPr>
            <p:nvPr/>
          </p:nvSpPr>
          <p:spPr bwMode="auto">
            <a:xfrm>
              <a:off x="2857500" y="1154114"/>
              <a:ext cx="130175" cy="136525"/>
            </a:xfrm>
            <a:custGeom>
              <a:avLst/>
              <a:gdLst>
                <a:gd name="T0" fmla="*/ 0 w 350"/>
                <a:gd name="T1" fmla="*/ 183 h 367"/>
                <a:gd name="T2" fmla="*/ 0 w 350"/>
                <a:gd name="T3" fmla="*/ 367 h 367"/>
                <a:gd name="T4" fmla="*/ 175 w 350"/>
                <a:gd name="T5" fmla="*/ 367 h 367"/>
                <a:gd name="T6" fmla="*/ 350 w 350"/>
                <a:gd name="T7" fmla="*/ 367 h 367"/>
                <a:gd name="T8" fmla="*/ 350 w 350"/>
                <a:gd name="T9" fmla="*/ 183 h 367"/>
                <a:gd name="T10" fmla="*/ 350 w 350"/>
                <a:gd name="T11" fmla="*/ 0 h 367"/>
                <a:gd name="T12" fmla="*/ 175 w 350"/>
                <a:gd name="T13" fmla="*/ 0 h 367"/>
                <a:gd name="T14" fmla="*/ 0 w 350"/>
                <a:gd name="T15" fmla="*/ 0 h 367"/>
                <a:gd name="T16" fmla="*/ 0 w 350"/>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67">
                  <a:moveTo>
                    <a:pt x="0" y="183"/>
                  </a:moveTo>
                  <a:lnTo>
                    <a:pt x="0" y="367"/>
                  </a:lnTo>
                  <a:lnTo>
                    <a:pt x="175" y="367"/>
                  </a:lnTo>
                  <a:lnTo>
                    <a:pt x="350" y="367"/>
                  </a:lnTo>
                  <a:lnTo>
                    <a:pt x="350" y="183"/>
                  </a:lnTo>
                  <a:lnTo>
                    <a:pt x="350" y="0"/>
                  </a:lnTo>
                  <a:lnTo>
                    <a:pt x="175"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6" name="Freeform 26">
              <a:extLst>
                <a:ext uri="{FF2B5EF4-FFF2-40B4-BE49-F238E27FC236}">
                  <a16:creationId xmlns:a16="http://schemas.microsoft.com/office/drawing/2014/main" id="{A32CF658-F053-19B3-22DC-B47A05CDE1D1}"/>
                </a:ext>
              </a:extLst>
            </p:cNvPr>
            <p:cNvSpPr>
              <a:spLocks/>
            </p:cNvSpPr>
            <p:nvPr/>
          </p:nvSpPr>
          <p:spPr bwMode="auto">
            <a:xfrm>
              <a:off x="3130550"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7" name="Freeform 27">
              <a:extLst>
                <a:ext uri="{FF2B5EF4-FFF2-40B4-BE49-F238E27FC236}">
                  <a16:creationId xmlns:a16="http://schemas.microsoft.com/office/drawing/2014/main" id="{6E3EF45A-F766-C13F-9AFC-EFFDF0B03DBC}"/>
                </a:ext>
              </a:extLst>
            </p:cNvPr>
            <p:cNvSpPr>
              <a:spLocks/>
            </p:cNvSpPr>
            <p:nvPr/>
          </p:nvSpPr>
          <p:spPr bwMode="auto">
            <a:xfrm>
              <a:off x="3411538"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8" name="Freeform 28">
              <a:extLst>
                <a:ext uri="{FF2B5EF4-FFF2-40B4-BE49-F238E27FC236}">
                  <a16:creationId xmlns:a16="http://schemas.microsoft.com/office/drawing/2014/main" id="{D7727FD1-B64D-AB3B-30F6-25B4A594C0EF}"/>
                </a:ext>
              </a:extLst>
            </p:cNvPr>
            <p:cNvSpPr>
              <a:spLocks/>
            </p:cNvSpPr>
            <p:nvPr/>
          </p:nvSpPr>
          <p:spPr bwMode="auto">
            <a:xfrm>
              <a:off x="3690938"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9" name="Freeform 29">
              <a:extLst>
                <a:ext uri="{FF2B5EF4-FFF2-40B4-BE49-F238E27FC236}">
                  <a16:creationId xmlns:a16="http://schemas.microsoft.com/office/drawing/2014/main" id="{26E98DCA-BFE6-E850-E585-2E3E5E9184DB}"/>
                </a:ext>
              </a:extLst>
            </p:cNvPr>
            <p:cNvSpPr>
              <a:spLocks/>
            </p:cNvSpPr>
            <p:nvPr/>
          </p:nvSpPr>
          <p:spPr bwMode="auto">
            <a:xfrm>
              <a:off x="2857500" y="1427164"/>
              <a:ext cx="130175" cy="142875"/>
            </a:xfrm>
            <a:custGeom>
              <a:avLst/>
              <a:gdLst>
                <a:gd name="T0" fmla="*/ 0 w 350"/>
                <a:gd name="T1" fmla="*/ 192 h 384"/>
                <a:gd name="T2" fmla="*/ 0 w 350"/>
                <a:gd name="T3" fmla="*/ 384 h 384"/>
                <a:gd name="T4" fmla="*/ 175 w 350"/>
                <a:gd name="T5" fmla="*/ 384 h 384"/>
                <a:gd name="T6" fmla="*/ 350 w 350"/>
                <a:gd name="T7" fmla="*/ 384 h 384"/>
                <a:gd name="T8" fmla="*/ 350 w 350"/>
                <a:gd name="T9" fmla="*/ 192 h 384"/>
                <a:gd name="T10" fmla="*/ 350 w 350"/>
                <a:gd name="T11" fmla="*/ 0 h 384"/>
                <a:gd name="T12" fmla="*/ 175 w 350"/>
                <a:gd name="T13" fmla="*/ 0 h 384"/>
                <a:gd name="T14" fmla="*/ 0 w 350"/>
                <a:gd name="T15" fmla="*/ 0 h 384"/>
                <a:gd name="T16" fmla="*/ 0 w 350"/>
                <a:gd name="T17"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84">
                  <a:moveTo>
                    <a:pt x="0" y="192"/>
                  </a:moveTo>
                  <a:lnTo>
                    <a:pt x="0" y="384"/>
                  </a:lnTo>
                  <a:lnTo>
                    <a:pt x="175" y="384"/>
                  </a:lnTo>
                  <a:lnTo>
                    <a:pt x="350" y="384"/>
                  </a:lnTo>
                  <a:lnTo>
                    <a:pt x="350" y="192"/>
                  </a:lnTo>
                  <a:lnTo>
                    <a:pt x="350" y="0"/>
                  </a:lnTo>
                  <a:lnTo>
                    <a:pt x="175" y="0"/>
                  </a:lnTo>
                  <a:lnTo>
                    <a:pt x="0" y="0"/>
                  </a:lnTo>
                  <a:lnTo>
                    <a:pt x="0"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0" name="Freeform 30">
              <a:extLst>
                <a:ext uri="{FF2B5EF4-FFF2-40B4-BE49-F238E27FC236}">
                  <a16:creationId xmlns:a16="http://schemas.microsoft.com/office/drawing/2014/main" id="{A7F35245-8DD0-4294-9741-DAD482999672}"/>
                </a:ext>
              </a:extLst>
            </p:cNvPr>
            <p:cNvSpPr>
              <a:spLocks/>
            </p:cNvSpPr>
            <p:nvPr/>
          </p:nvSpPr>
          <p:spPr bwMode="auto">
            <a:xfrm>
              <a:off x="3132138" y="1427164"/>
              <a:ext cx="134938" cy="142875"/>
            </a:xfrm>
            <a:custGeom>
              <a:avLst/>
              <a:gdLst>
                <a:gd name="T0" fmla="*/ 4 w 364"/>
                <a:gd name="T1" fmla="*/ 22 h 385"/>
                <a:gd name="T2" fmla="*/ 2 w 364"/>
                <a:gd name="T3" fmla="*/ 40 h 385"/>
                <a:gd name="T4" fmla="*/ 0 w 364"/>
                <a:gd name="T5" fmla="*/ 142 h 385"/>
                <a:gd name="T6" fmla="*/ 1 w 364"/>
                <a:gd name="T7" fmla="*/ 210 h 385"/>
                <a:gd name="T8" fmla="*/ 6 w 364"/>
                <a:gd name="T9" fmla="*/ 375 h 385"/>
                <a:gd name="T10" fmla="*/ 186 w 364"/>
                <a:gd name="T11" fmla="*/ 380 h 385"/>
                <a:gd name="T12" fmla="*/ 364 w 364"/>
                <a:gd name="T13" fmla="*/ 385 h 385"/>
                <a:gd name="T14" fmla="*/ 364 w 364"/>
                <a:gd name="T15" fmla="*/ 192 h 385"/>
                <a:gd name="T16" fmla="*/ 364 w 364"/>
                <a:gd name="T17" fmla="*/ 0 h 385"/>
                <a:gd name="T18" fmla="*/ 189 w 364"/>
                <a:gd name="T19" fmla="*/ 0 h 385"/>
                <a:gd name="T20" fmla="*/ 102 w 364"/>
                <a:gd name="T21" fmla="*/ 1 h 385"/>
                <a:gd name="T22" fmla="*/ 30 w 364"/>
                <a:gd name="T23" fmla="*/ 8 h 385"/>
                <a:gd name="T24" fmla="*/ 8 w 364"/>
                <a:gd name="T25" fmla="*/ 16 h 385"/>
                <a:gd name="T26" fmla="*/ 4 w 364"/>
                <a:gd name="T27" fmla="*/ 22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385">
                  <a:moveTo>
                    <a:pt x="4" y="22"/>
                  </a:moveTo>
                  <a:lnTo>
                    <a:pt x="2" y="40"/>
                  </a:lnTo>
                  <a:lnTo>
                    <a:pt x="0" y="142"/>
                  </a:lnTo>
                  <a:lnTo>
                    <a:pt x="1" y="210"/>
                  </a:lnTo>
                  <a:lnTo>
                    <a:pt x="6" y="375"/>
                  </a:lnTo>
                  <a:lnTo>
                    <a:pt x="186" y="380"/>
                  </a:lnTo>
                  <a:lnTo>
                    <a:pt x="364" y="385"/>
                  </a:lnTo>
                  <a:lnTo>
                    <a:pt x="364" y="192"/>
                  </a:lnTo>
                  <a:lnTo>
                    <a:pt x="364" y="0"/>
                  </a:lnTo>
                  <a:lnTo>
                    <a:pt x="189" y="0"/>
                  </a:lnTo>
                  <a:lnTo>
                    <a:pt x="102" y="1"/>
                  </a:lnTo>
                  <a:lnTo>
                    <a:pt x="30" y="8"/>
                  </a:lnTo>
                  <a:lnTo>
                    <a:pt x="8" y="16"/>
                  </a:lnTo>
                  <a:lnTo>
                    <a:pt x="4"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1" name="Freeform 31">
              <a:extLst>
                <a:ext uri="{FF2B5EF4-FFF2-40B4-BE49-F238E27FC236}">
                  <a16:creationId xmlns:a16="http://schemas.microsoft.com/office/drawing/2014/main" id="{68F01A04-C7E1-7625-77E0-F7A56FCBF10C}"/>
                </a:ext>
              </a:extLst>
            </p:cNvPr>
            <p:cNvSpPr>
              <a:spLocks/>
            </p:cNvSpPr>
            <p:nvPr/>
          </p:nvSpPr>
          <p:spPr bwMode="auto">
            <a:xfrm>
              <a:off x="3411538" y="1428751"/>
              <a:ext cx="136525" cy="141288"/>
            </a:xfrm>
            <a:custGeom>
              <a:avLst/>
              <a:gdLst>
                <a:gd name="T0" fmla="*/ 12 w 369"/>
                <a:gd name="T1" fmla="*/ 7 h 381"/>
                <a:gd name="T2" fmla="*/ 7 w 369"/>
                <a:gd name="T3" fmla="*/ 22 h 381"/>
                <a:gd name="T4" fmla="*/ 1 w 369"/>
                <a:gd name="T5" fmla="*/ 127 h 381"/>
                <a:gd name="T6" fmla="*/ 0 w 369"/>
                <a:gd name="T7" fmla="*/ 201 h 381"/>
                <a:gd name="T8" fmla="*/ 0 w 369"/>
                <a:gd name="T9" fmla="*/ 381 h 381"/>
                <a:gd name="T10" fmla="*/ 184 w 369"/>
                <a:gd name="T11" fmla="*/ 381 h 381"/>
                <a:gd name="T12" fmla="*/ 369 w 369"/>
                <a:gd name="T13" fmla="*/ 381 h 381"/>
                <a:gd name="T14" fmla="*/ 364 w 369"/>
                <a:gd name="T15" fmla="*/ 192 h 381"/>
                <a:gd name="T16" fmla="*/ 359 w 369"/>
                <a:gd name="T17" fmla="*/ 6 h 381"/>
                <a:gd name="T18" fmla="*/ 190 w 369"/>
                <a:gd name="T19" fmla="*/ 1 h 381"/>
                <a:gd name="T20" fmla="*/ 123 w 369"/>
                <a:gd name="T21" fmla="*/ 0 h 381"/>
                <a:gd name="T22" fmla="*/ 26 w 369"/>
                <a:gd name="T23" fmla="*/ 3 h 381"/>
                <a:gd name="T24" fmla="*/ 12 w 369"/>
                <a:gd name="T25" fmla="*/ 7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381">
                  <a:moveTo>
                    <a:pt x="12" y="7"/>
                  </a:moveTo>
                  <a:lnTo>
                    <a:pt x="7" y="22"/>
                  </a:lnTo>
                  <a:lnTo>
                    <a:pt x="1" y="127"/>
                  </a:lnTo>
                  <a:lnTo>
                    <a:pt x="0" y="201"/>
                  </a:lnTo>
                  <a:lnTo>
                    <a:pt x="0" y="381"/>
                  </a:lnTo>
                  <a:lnTo>
                    <a:pt x="184" y="381"/>
                  </a:lnTo>
                  <a:lnTo>
                    <a:pt x="369" y="381"/>
                  </a:lnTo>
                  <a:lnTo>
                    <a:pt x="364" y="192"/>
                  </a:lnTo>
                  <a:lnTo>
                    <a:pt x="359" y="6"/>
                  </a:lnTo>
                  <a:lnTo>
                    <a:pt x="190" y="1"/>
                  </a:lnTo>
                  <a:lnTo>
                    <a:pt x="123" y="0"/>
                  </a:lnTo>
                  <a:lnTo>
                    <a:pt x="26" y="3"/>
                  </a:lnTo>
                  <a:lnTo>
                    <a:pt x="1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2" name="Freeform 32">
              <a:extLst>
                <a:ext uri="{FF2B5EF4-FFF2-40B4-BE49-F238E27FC236}">
                  <a16:creationId xmlns:a16="http://schemas.microsoft.com/office/drawing/2014/main" id="{3405DB49-B19A-331C-482B-C96C64559D14}"/>
                </a:ext>
              </a:extLst>
            </p:cNvPr>
            <p:cNvSpPr>
              <a:spLocks/>
            </p:cNvSpPr>
            <p:nvPr/>
          </p:nvSpPr>
          <p:spPr bwMode="auto">
            <a:xfrm>
              <a:off x="3690938" y="1427164"/>
              <a:ext cx="133350" cy="142875"/>
            </a:xfrm>
            <a:custGeom>
              <a:avLst/>
              <a:gdLst>
                <a:gd name="T0" fmla="*/ 0 w 359"/>
                <a:gd name="T1" fmla="*/ 193 h 386"/>
                <a:gd name="T2" fmla="*/ 0 w 359"/>
                <a:gd name="T3" fmla="*/ 386 h 386"/>
                <a:gd name="T4" fmla="*/ 180 w 359"/>
                <a:gd name="T5" fmla="*/ 381 h 386"/>
                <a:gd name="T6" fmla="*/ 359 w 359"/>
                <a:gd name="T7" fmla="*/ 376 h 386"/>
                <a:gd name="T8" fmla="*/ 359 w 359"/>
                <a:gd name="T9" fmla="*/ 193 h 386"/>
                <a:gd name="T10" fmla="*/ 359 w 359"/>
                <a:gd name="T11" fmla="*/ 10 h 386"/>
                <a:gd name="T12" fmla="*/ 180 w 359"/>
                <a:gd name="T13" fmla="*/ 5 h 386"/>
                <a:gd name="T14" fmla="*/ 0 w 359"/>
                <a:gd name="T15" fmla="*/ 0 h 386"/>
                <a:gd name="T16" fmla="*/ 0 w 359"/>
                <a:gd name="T17" fmla="*/ 193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9" h="386">
                  <a:moveTo>
                    <a:pt x="0" y="193"/>
                  </a:moveTo>
                  <a:lnTo>
                    <a:pt x="0" y="386"/>
                  </a:lnTo>
                  <a:lnTo>
                    <a:pt x="180" y="381"/>
                  </a:lnTo>
                  <a:lnTo>
                    <a:pt x="359" y="376"/>
                  </a:lnTo>
                  <a:lnTo>
                    <a:pt x="359" y="193"/>
                  </a:lnTo>
                  <a:lnTo>
                    <a:pt x="359" y="10"/>
                  </a:lnTo>
                  <a:lnTo>
                    <a:pt x="180" y="5"/>
                  </a:lnTo>
                  <a:lnTo>
                    <a:pt x="0" y="0"/>
                  </a:lnTo>
                  <a:lnTo>
                    <a:pt x="0"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6" name="Freeform 33">
              <a:extLst>
                <a:ext uri="{FF2B5EF4-FFF2-40B4-BE49-F238E27FC236}">
                  <a16:creationId xmlns:a16="http://schemas.microsoft.com/office/drawing/2014/main" id="{3CC11081-588F-A4CA-5B2E-A16832375D9A}"/>
                </a:ext>
              </a:extLst>
            </p:cNvPr>
            <p:cNvSpPr>
              <a:spLocks/>
            </p:cNvSpPr>
            <p:nvPr/>
          </p:nvSpPr>
          <p:spPr bwMode="auto">
            <a:xfrm>
              <a:off x="2857500" y="1706564"/>
              <a:ext cx="130175" cy="142875"/>
            </a:xfrm>
            <a:custGeom>
              <a:avLst/>
              <a:gdLst>
                <a:gd name="T0" fmla="*/ 0 w 350"/>
                <a:gd name="T1" fmla="*/ 192 h 384"/>
                <a:gd name="T2" fmla="*/ 0 w 350"/>
                <a:gd name="T3" fmla="*/ 384 h 384"/>
                <a:gd name="T4" fmla="*/ 175 w 350"/>
                <a:gd name="T5" fmla="*/ 384 h 384"/>
                <a:gd name="T6" fmla="*/ 350 w 350"/>
                <a:gd name="T7" fmla="*/ 384 h 384"/>
                <a:gd name="T8" fmla="*/ 350 w 350"/>
                <a:gd name="T9" fmla="*/ 192 h 384"/>
                <a:gd name="T10" fmla="*/ 350 w 350"/>
                <a:gd name="T11" fmla="*/ 0 h 384"/>
                <a:gd name="T12" fmla="*/ 175 w 350"/>
                <a:gd name="T13" fmla="*/ 0 h 384"/>
                <a:gd name="T14" fmla="*/ 0 w 350"/>
                <a:gd name="T15" fmla="*/ 0 h 384"/>
                <a:gd name="T16" fmla="*/ 0 w 350"/>
                <a:gd name="T17"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84">
                  <a:moveTo>
                    <a:pt x="0" y="192"/>
                  </a:moveTo>
                  <a:lnTo>
                    <a:pt x="0" y="384"/>
                  </a:lnTo>
                  <a:lnTo>
                    <a:pt x="175" y="384"/>
                  </a:lnTo>
                  <a:lnTo>
                    <a:pt x="350" y="384"/>
                  </a:lnTo>
                  <a:lnTo>
                    <a:pt x="350" y="192"/>
                  </a:lnTo>
                  <a:lnTo>
                    <a:pt x="350" y="0"/>
                  </a:lnTo>
                  <a:lnTo>
                    <a:pt x="175" y="0"/>
                  </a:lnTo>
                  <a:lnTo>
                    <a:pt x="0" y="0"/>
                  </a:lnTo>
                  <a:lnTo>
                    <a:pt x="0"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7" name="Freeform 34">
              <a:extLst>
                <a:ext uri="{FF2B5EF4-FFF2-40B4-BE49-F238E27FC236}">
                  <a16:creationId xmlns:a16="http://schemas.microsoft.com/office/drawing/2014/main" id="{8E4C1B82-7ADC-2FA0-05EF-13A3F15CB2BD}"/>
                </a:ext>
              </a:extLst>
            </p:cNvPr>
            <p:cNvSpPr>
              <a:spLocks/>
            </p:cNvSpPr>
            <p:nvPr/>
          </p:nvSpPr>
          <p:spPr bwMode="auto">
            <a:xfrm>
              <a:off x="3132138" y="1706564"/>
              <a:ext cx="134938" cy="144463"/>
            </a:xfrm>
            <a:custGeom>
              <a:avLst/>
              <a:gdLst>
                <a:gd name="T0" fmla="*/ 4 w 364"/>
                <a:gd name="T1" fmla="*/ 22 h 385"/>
                <a:gd name="T2" fmla="*/ 2 w 364"/>
                <a:gd name="T3" fmla="*/ 40 h 385"/>
                <a:gd name="T4" fmla="*/ 0 w 364"/>
                <a:gd name="T5" fmla="*/ 142 h 385"/>
                <a:gd name="T6" fmla="*/ 1 w 364"/>
                <a:gd name="T7" fmla="*/ 210 h 385"/>
                <a:gd name="T8" fmla="*/ 6 w 364"/>
                <a:gd name="T9" fmla="*/ 375 h 385"/>
                <a:gd name="T10" fmla="*/ 186 w 364"/>
                <a:gd name="T11" fmla="*/ 380 h 385"/>
                <a:gd name="T12" fmla="*/ 364 w 364"/>
                <a:gd name="T13" fmla="*/ 385 h 385"/>
                <a:gd name="T14" fmla="*/ 364 w 364"/>
                <a:gd name="T15" fmla="*/ 192 h 385"/>
                <a:gd name="T16" fmla="*/ 364 w 364"/>
                <a:gd name="T17" fmla="*/ 0 h 385"/>
                <a:gd name="T18" fmla="*/ 189 w 364"/>
                <a:gd name="T19" fmla="*/ 0 h 385"/>
                <a:gd name="T20" fmla="*/ 102 w 364"/>
                <a:gd name="T21" fmla="*/ 1 h 385"/>
                <a:gd name="T22" fmla="*/ 30 w 364"/>
                <a:gd name="T23" fmla="*/ 8 h 385"/>
                <a:gd name="T24" fmla="*/ 8 w 364"/>
                <a:gd name="T25" fmla="*/ 16 h 385"/>
                <a:gd name="T26" fmla="*/ 4 w 364"/>
                <a:gd name="T27" fmla="*/ 22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385">
                  <a:moveTo>
                    <a:pt x="4" y="22"/>
                  </a:moveTo>
                  <a:lnTo>
                    <a:pt x="2" y="40"/>
                  </a:lnTo>
                  <a:lnTo>
                    <a:pt x="0" y="142"/>
                  </a:lnTo>
                  <a:lnTo>
                    <a:pt x="1" y="210"/>
                  </a:lnTo>
                  <a:lnTo>
                    <a:pt x="6" y="375"/>
                  </a:lnTo>
                  <a:lnTo>
                    <a:pt x="186" y="380"/>
                  </a:lnTo>
                  <a:lnTo>
                    <a:pt x="364" y="385"/>
                  </a:lnTo>
                  <a:lnTo>
                    <a:pt x="364" y="192"/>
                  </a:lnTo>
                  <a:lnTo>
                    <a:pt x="364" y="0"/>
                  </a:lnTo>
                  <a:lnTo>
                    <a:pt x="189" y="0"/>
                  </a:lnTo>
                  <a:lnTo>
                    <a:pt x="102" y="1"/>
                  </a:lnTo>
                  <a:lnTo>
                    <a:pt x="30" y="8"/>
                  </a:lnTo>
                  <a:lnTo>
                    <a:pt x="8" y="16"/>
                  </a:lnTo>
                  <a:lnTo>
                    <a:pt x="4"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8" name="Freeform 35">
              <a:extLst>
                <a:ext uri="{FF2B5EF4-FFF2-40B4-BE49-F238E27FC236}">
                  <a16:creationId xmlns:a16="http://schemas.microsoft.com/office/drawing/2014/main" id="{B8E3C129-1DC2-FB1E-8455-5F123E0CD299}"/>
                </a:ext>
              </a:extLst>
            </p:cNvPr>
            <p:cNvSpPr>
              <a:spLocks/>
            </p:cNvSpPr>
            <p:nvPr/>
          </p:nvSpPr>
          <p:spPr bwMode="auto">
            <a:xfrm>
              <a:off x="3409950" y="1706564"/>
              <a:ext cx="138113" cy="139700"/>
            </a:xfrm>
            <a:custGeom>
              <a:avLst/>
              <a:gdLst>
                <a:gd name="T0" fmla="*/ 5 w 370"/>
                <a:gd name="T1" fmla="*/ 187 h 375"/>
                <a:gd name="T2" fmla="*/ 10 w 370"/>
                <a:gd name="T3" fmla="*/ 375 h 375"/>
                <a:gd name="T4" fmla="*/ 185 w 370"/>
                <a:gd name="T5" fmla="*/ 375 h 375"/>
                <a:gd name="T6" fmla="*/ 360 w 370"/>
                <a:gd name="T7" fmla="*/ 375 h 375"/>
                <a:gd name="T8" fmla="*/ 365 w 370"/>
                <a:gd name="T9" fmla="*/ 187 h 375"/>
                <a:gd name="T10" fmla="*/ 370 w 370"/>
                <a:gd name="T11" fmla="*/ 0 h 375"/>
                <a:gd name="T12" fmla="*/ 185 w 370"/>
                <a:gd name="T13" fmla="*/ 0 h 375"/>
                <a:gd name="T14" fmla="*/ 0 w 370"/>
                <a:gd name="T15" fmla="*/ 0 h 375"/>
                <a:gd name="T16" fmla="*/ 5 w 370"/>
                <a:gd name="T17" fmla="*/ 187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0" h="375">
                  <a:moveTo>
                    <a:pt x="5" y="187"/>
                  </a:moveTo>
                  <a:lnTo>
                    <a:pt x="10" y="375"/>
                  </a:lnTo>
                  <a:lnTo>
                    <a:pt x="185" y="375"/>
                  </a:lnTo>
                  <a:lnTo>
                    <a:pt x="360" y="375"/>
                  </a:lnTo>
                  <a:lnTo>
                    <a:pt x="365" y="187"/>
                  </a:lnTo>
                  <a:lnTo>
                    <a:pt x="370" y="0"/>
                  </a:lnTo>
                  <a:lnTo>
                    <a:pt x="185" y="0"/>
                  </a:lnTo>
                  <a:lnTo>
                    <a:pt x="0" y="0"/>
                  </a:lnTo>
                  <a:lnTo>
                    <a:pt x="5" y="1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9" name="Freeform 36">
              <a:extLst>
                <a:ext uri="{FF2B5EF4-FFF2-40B4-BE49-F238E27FC236}">
                  <a16:creationId xmlns:a16="http://schemas.microsoft.com/office/drawing/2014/main" id="{C5BFF8DC-D2BD-F966-6751-F4D712F6AEE7}"/>
                </a:ext>
              </a:extLst>
            </p:cNvPr>
            <p:cNvSpPr>
              <a:spLocks/>
            </p:cNvSpPr>
            <p:nvPr/>
          </p:nvSpPr>
          <p:spPr bwMode="auto">
            <a:xfrm>
              <a:off x="3690938" y="1706564"/>
              <a:ext cx="133350" cy="144463"/>
            </a:xfrm>
            <a:custGeom>
              <a:avLst/>
              <a:gdLst>
                <a:gd name="T0" fmla="*/ 0 w 359"/>
                <a:gd name="T1" fmla="*/ 193 h 386"/>
                <a:gd name="T2" fmla="*/ 0 w 359"/>
                <a:gd name="T3" fmla="*/ 386 h 386"/>
                <a:gd name="T4" fmla="*/ 180 w 359"/>
                <a:gd name="T5" fmla="*/ 381 h 386"/>
                <a:gd name="T6" fmla="*/ 359 w 359"/>
                <a:gd name="T7" fmla="*/ 376 h 386"/>
                <a:gd name="T8" fmla="*/ 359 w 359"/>
                <a:gd name="T9" fmla="*/ 193 h 386"/>
                <a:gd name="T10" fmla="*/ 359 w 359"/>
                <a:gd name="T11" fmla="*/ 10 h 386"/>
                <a:gd name="T12" fmla="*/ 180 w 359"/>
                <a:gd name="T13" fmla="*/ 5 h 386"/>
                <a:gd name="T14" fmla="*/ 0 w 359"/>
                <a:gd name="T15" fmla="*/ 0 h 386"/>
                <a:gd name="T16" fmla="*/ 0 w 359"/>
                <a:gd name="T17" fmla="*/ 193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9" h="386">
                  <a:moveTo>
                    <a:pt x="0" y="193"/>
                  </a:moveTo>
                  <a:lnTo>
                    <a:pt x="0" y="386"/>
                  </a:lnTo>
                  <a:lnTo>
                    <a:pt x="180" y="381"/>
                  </a:lnTo>
                  <a:lnTo>
                    <a:pt x="359" y="376"/>
                  </a:lnTo>
                  <a:lnTo>
                    <a:pt x="359" y="193"/>
                  </a:lnTo>
                  <a:lnTo>
                    <a:pt x="359" y="10"/>
                  </a:lnTo>
                  <a:lnTo>
                    <a:pt x="180" y="5"/>
                  </a:lnTo>
                  <a:lnTo>
                    <a:pt x="0" y="0"/>
                  </a:lnTo>
                  <a:lnTo>
                    <a:pt x="0"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60" name="Rounded Rectangle 52">
            <a:extLst>
              <a:ext uri="{FF2B5EF4-FFF2-40B4-BE49-F238E27FC236}">
                <a16:creationId xmlns:a16="http://schemas.microsoft.com/office/drawing/2014/main" id="{0391E637-68A9-3836-7B09-6223043846A9}"/>
              </a:ext>
            </a:extLst>
          </p:cNvPr>
          <p:cNvSpPr/>
          <p:nvPr/>
        </p:nvSpPr>
        <p:spPr>
          <a:xfrm>
            <a:off x="8687103"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TextBox 60">
            <a:extLst>
              <a:ext uri="{FF2B5EF4-FFF2-40B4-BE49-F238E27FC236}">
                <a16:creationId xmlns:a16="http://schemas.microsoft.com/office/drawing/2014/main" id="{FDBB10BB-F8F8-9602-126A-7F90AC5AC768}"/>
              </a:ext>
            </a:extLst>
          </p:cNvPr>
          <p:cNvSpPr txBox="1"/>
          <p:nvPr/>
        </p:nvSpPr>
        <p:spPr>
          <a:xfrm>
            <a:off x="8483717"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دورية القياس</a:t>
            </a:r>
          </a:p>
        </p:txBody>
      </p:sp>
      <p:sp>
        <p:nvSpPr>
          <p:cNvPr id="62" name="TextBox 61">
            <a:extLst>
              <a:ext uri="{FF2B5EF4-FFF2-40B4-BE49-F238E27FC236}">
                <a16:creationId xmlns:a16="http://schemas.microsoft.com/office/drawing/2014/main" id="{729ED173-E02C-A5E0-3EB5-A9A17695AC74}"/>
              </a:ext>
            </a:extLst>
          </p:cNvPr>
          <p:cNvSpPr txBox="1"/>
          <p:nvPr/>
        </p:nvSpPr>
        <p:spPr>
          <a:xfrm>
            <a:off x="8565694" y="4947797"/>
            <a:ext cx="965308" cy="338554"/>
          </a:xfrm>
          <a:prstGeom prst="rect">
            <a:avLst/>
          </a:prstGeom>
          <a:noFill/>
        </p:spPr>
        <p:txBody>
          <a:bodyPr wrap="square" rtlCol="0">
            <a:spAutoFit/>
          </a:bodyPr>
          <a:lstStyle/>
          <a:p>
            <a:pPr algn="ctr"/>
            <a:r>
              <a:rPr lang="ar-EG" sz="1600" b="1" dirty="0">
                <a:solidFill>
                  <a:schemeClr val="accent1"/>
                </a:solidFill>
              </a:rPr>
              <a:t>ربع سنوي</a:t>
            </a:r>
          </a:p>
        </p:txBody>
      </p:sp>
      <p:sp>
        <p:nvSpPr>
          <p:cNvPr id="63" name="Rounded Rectangle 29">
            <a:extLst>
              <a:ext uri="{FF2B5EF4-FFF2-40B4-BE49-F238E27FC236}">
                <a16:creationId xmlns:a16="http://schemas.microsoft.com/office/drawing/2014/main" id="{2183B965-EC06-EB4C-D0FF-FD47EE0B57E6}"/>
              </a:ext>
            </a:extLst>
          </p:cNvPr>
          <p:cNvSpPr/>
          <p:nvPr/>
        </p:nvSpPr>
        <p:spPr>
          <a:xfrm>
            <a:off x="4908728"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TextBox 63">
            <a:extLst>
              <a:ext uri="{FF2B5EF4-FFF2-40B4-BE49-F238E27FC236}">
                <a16:creationId xmlns:a16="http://schemas.microsoft.com/office/drawing/2014/main" id="{CB581615-0040-B168-472E-0506F4EC6E61}"/>
              </a:ext>
            </a:extLst>
          </p:cNvPr>
          <p:cNvSpPr txBox="1"/>
          <p:nvPr/>
        </p:nvSpPr>
        <p:spPr>
          <a:xfrm>
            <a:off x="4705342"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وحدة القياس</a:t>
            </a:r>
          </a:p>
        </p:txBody>
      </p:sp>
      <p:sp>
        <p:nvSpPr>
          <p:cNvPr id="65" name="TextBox 64">
            <a:extLst>
              <a:ext uri="{FF2B5EF4-FFF2-40B4-BE49-F238E27FC236}">
                <a16:creationId xmlns:a16="http://schemas.microsoft.com/office/drawing/2014/main" id="{D24E4F1E-2B8B-188D-AA50-4BBB25E8FC15}"/>
              </a:ext>
            </a:extLst>
          </p:cNvPr>
          <p:cNvSpPr txBox="1"/>
          <p:nvPr/>
        </p:nvSpPr>
        <p:spPr>
          <a:xfrm>
            <a:off x="4787319" y="4947797"/>
            <a:ext cx="965308" cy="338554"/>
          </a:xfrm>
          <a:prstGeom prst="rect">
            <a:avLst/>
          </a:prstGeom>
          <a:noFill/>
        </p:spPr>
        <p:txBody>
          <a:bodyPr wrap="square" rtlCol="0">
            <a:spAutoFit/>
          </a:bodyPr>
          <a:lstStyle/>
          <a:p>
            <a:pPr algn="ctr"/>
            <a:r>
              <a:rPr lang="ar-EG" sz="1600" b="1" dirty="0">
                <a:solidFill>
                  <a:schemeClr val="accent1"/>
                </a:solidFill>
              </a:rPr>
              <a:t>نسبة</a:t>
            </a:r>
          </a:p>
        </p:txBody>
      </p:sp>
      <p:sp>
        <p:nvSpPr>
          <p:cNvPr id="66" name="Rounded Rectangle 10">
            <a:extLst>
              <a:ext uri="{FF2B5EF4-FFF2-40B4-BE49-F238E27FC236}">
                <a16:creationId xmlns:a16="http://schemas.microsoft.com/office/drawing/2014/main" id="{ACE7ADBC-76F2-09AB-9983-F46DF9A333E4}"/>
              </a:ext>
            </a:extLst>
          </p:cNvPr>
          <p:cNvSpPr/>
          <p:nvPr/>
        </p:nvSpPr>
        <p:spPr>
          <a:xfrm>
            <a:off x="6797916"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TextBox 66">
            <a:extLst>
              <a:ext uri="{FF2B5EF4-FFF2-40B4-BE49-F238E27FC236}">
                <a16:creationId xmlns:a16="http://schemas.microsoft.com/office/drawing/2014/main" id="{8D9E4B80-A0FA-3A59-8D30-9E6F5E7792BA}"/>
              </a:ext>
            </a:extLst>
          </p:cNvPr>
          <p:cNvSpPr txBox="1"/>
          <p:nvPr/>
        </p:nvSpPr>
        <p:spPr>
          <a:xfrm>
            <a:off x="6594530"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قطبية القياس</a:t>
            </a:r>
          </a:p>
        </p:txBody>
      </p:sp>
      <p:sp>
        <p:nvSpPr>
          <p:cNvPr id="68" name="TextBox 67">
            <a:extLst>
              <a:ext uri="{FF2B5EF4-FFF2-40B4-BE49-F238E27FC236}">
                <a16:creationId xmlns:a16="http://schemas.microsoft.com/office/drawing/2014/main" id="{3ECD4A80-1ACA-96DD-14FF-FA4BBB4EF17A}"/>
              </a:ext>
            </a:extLst>
          </p:cNvPr>
          <p:cNvSpPr txBox="1"/>
          <p:nvPr/>
        </p:nvSpPr>
        <p:spPr>
          <a:xfrm>
            <a:off x="6676507" y="4947797"/>
            <a:ext cx="965308" cy="338554"/>
          </a:xfrm>
          <a:prstGeom prst="rect">
            <a:avLst/>
          </a:prstGeom>
          <a:noFill/>
        </p:spPr>
        <p:txBody>
          <a:bodyPr wrap="square" rtlCol="0">
            <a:spAutoFit/>
          </a:bodyPr>
          <a:lstStyle/>
          <a:p>
            <a:pPr algn="ctr"/>
            <a:r>
              <a:rPr lang="ar-EG" sz="1600" b="1" dirty="0">
                <a:solidFill>
                  <a:schemeClr val="accent1"/>
                </a:solidFill>
              </a:rPr>
              <a:t>تصاعدي</a:t>
            </a:r>
            <a:endParaRPr lang="en-US" sz="1600" b="1" dirty="0">
              <a:solidFill>
                <a:schemeClr val="accent1"/>
              </a:solidFill>
            </a:endParaRPr>
          </a:p>
        </p:txBody>
      </p:sp>
      <p:graphicFrame>
        <p:nvGraphicFramePr>
          <p:cNvPr id="69" name="Table 68">
            <a:extLst>
              <a:ext uri="{FF2B5EF4-FFF2-40B4-BE49-F238E27FC236}">
                <a16:creationId xmlns:a16="http://schemas.microsoft.com/office/drawing/2014/main" id="{5195B807-BF82-DB4D-FDBA-175DDBA00496}"/>
              </a:ext>
            </a:extLst>
          </p:cNvPr>
          <p:cNvGraphicFramePr>
            <a:graphicFrameLocks noGrp="1"/>
          </p:cNvGraphicFramePr>
          <p:nvPr/>
        </p:nvGraphicFramePr>
        <p:xfrm>
          <a:off x="1109342" y="4676797"/>
          <a:ext cx="2836074" cy="487680"/>
        </p:xfrm>
        <a:graphic>
          <a:graphicData uri="http://schemas.openxmlformats.org/drawingml/2006/table">
            <a:tbl>
              <a:tblPr firstRow="1" bandRow="1">
                <a:tableStyleId>{5C22544A-7EE6-4342-B048-85BDC9FD1C3A}</a:tableStyleId>
              </a:tblPr>
              <a:tblGrid>
                <a:gridCol w="945358">
                  <a:extLst>
                    <a:ext uri="{9D8B030D-6E8A-4147-A177-3AD203B41FA5}">
                      <a16:colId xmlns:a16="http://schemas.microsoft.com/office/drawing/2014/main" val="3314942607"/>
                    </a:ext>
                  </a:extLst>
                </a:gridCol>
                <a:gridCol w="945358">
                  <a:extLst>
                    <a:ext uri="{9D8B030D-6E8A-4147-A177-3AD203B41FA5}">
                      <a16:colId xmlns:a16="http://schemas.microsoft.com/office/drawing/2014/main" val="2694643210"/>
                    </a:ext>
                  </a:extLst>
                </a:gridCol>
                <a:gridCol w="945358">
                  <a:extLst>
                    <a:ext uri="{9D8B030D-6E8A-4147-A177-3AD203B41FA5}">
                      <a16:colId xmlns:a16="http://schemas.microsoft.com/office/drawing/2014/main" val="1867350649"/>
                    </a:ext>
                  </a:extLst>
                </a:gridCol>
              </a:tblGrid>
              <a:tr h="0">
                <a:tc>
                  <a:txBody>
                    <a:bodyPr/>
                    <a:lstStyle/>
                    <a:p>
                      <a:pPr algn="ctr" rtl="1"/>
                      <a:r>
                        <a:rPr lang="en-US" sz="1600" b="1" baseline="0" dirty="0">
                          <a:solidFill>
                            <a:schemeClr val="accent1">
                              <a:lumMod val="50000"/>
                            </a:schemeClr>
                          </a:solidFill>
                          <a:latin typeface="Sakkal Majalla" panose="02000000000000000000" pitchFamily="2" charset="-78"/>
                          <a:cs typeface="Sakkal Majalla" panose="02000000000000000000" pitchFamily="2" charset="-78"/>
                        </a:rPr>
                        <a:t>2028</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rtl="1"/>
                      <a:r>
                        <a:rPr lang="ar-EG" sz="1600" b="1" baseline="0" dirty="0">
                          <a:solidFill>
                            <a:schemeClr val="accent1">
                              <a:lumMod val="50000"/>
                            </a:schemeClr>
                          </a:solidFill>
                          <a:latin typeface="Sakkal Majalla" panose="02000000000000000000" pitchFamily="2" charset="-78"/>
                          <a:cs typeface="Sakkal Majalla" panose="02000000000000000000" pitchFamily="2" charset="-78"/>
                        </a:rPr>
                        <a:t>2027</a:t>
                      </a:r>
                      <a:endParaRPr lang="en-US" sz="1600" b="1" baseline="0" dirty="0">
                        <a:solidFill>
                          <a:schemeClr val="accent1">
                            <a:lumMod val="50000"/>
                          </a:schemeClr>
                        </a:solidFill>
                        <a:latin typeface="Sakkal Majalla" panose="02000000000000000000" pitchFamily="2" charset="-78"/>
                        <a:cs typeface="Sakkal Majalla" panose="02000000000000000000" pitchFamily="2" charset="-78"/>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rtl="1"/>
                      <a:r>
                        <a:rPr lang="ar-EG" sz="1600" b="1" baseline="0" dirty="0">
                          <a:solidFill>
                            <a:schemeClr val="accent1">
                              <a:lumMod val="50000"/>
                            </a:schemeClr>
                          </a:solidFill>
                          <a:latin typeface="Sakkal Majalla" panose="02000000000000000000" pitchFamily="2" charset="-78"/>
                          <a:cs typeface="Sakkal Majalla" panose="02000000000000000000" pitchFamily="2" charset="-78"/>
                        </a:rPr>
                        <a:t>2026</a:t>
                      </a:r>
                      <a:endParaRPr lang="en-US" sz="1600" b="1" baseline="0" dirty="0">
                        <a:solidFill>
                          <a:schemeClr val="accent1">
                            <a:lumMod val="50000"/>
                          </a:schemeClr>
                        </a:solidFill>
                        <a:latin typeface="Sakkal Majalla" panose="02000000000000000000" pitchFamily="2" charset="-78"/>
                        <a:cs typeface="Sakkal Majalla" panose="02000000000000000000" pitchFamily="2" charset="-78"/>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95495611"/>
                  </a:ext>
                </a:extLst>
              </a:tr>
              <a:tr h="0">
                <a:tc>
                  <a:txBody>
                    <a:bodyPr/>
                    <a:lstStyle/>
                    <a:p>
                      <a:pPr algn="ctr"/>
                      <a:r>
                        <a:rPr lang="en-US" sz="1600" b="1" baseline="0" dirty="0">
                          <a:solidFill>
                            <a:schemeClr val="accent1"/>
                          </a:solidFill>
                          <a:latin typeface="Sakkal Majalla" panose="02000000000000000000" pitchFamily="2" charset="-78"/>
                          <a:cs typeface="Sakkal Majalla" panose="02000000000000000000" pitchFamily="2" charset="-78"/>
                        </a:rPr>
                        <a:t>50%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lang="en-US" sz="1600" b="1" baseline="0" dirty="0">
                          <a:solidFill>
                            <a:schemeClr val="accent1"/>
                          </a:solidFill>
                          <a:latin typeface="Sakkal Majalla" panose="02000000000000000000" pitchFamily="2" charset="-78"/>
                          <a:cs typeface="Sakkal Majalla" panose="02000000000000000000" pitchFamily="2" charset="-78"/>
                        </a:rPr>
                        <a:t>40%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algn="ctr" defTabSz="914400" rtl="1" eaLnBrk="1" latinLnBrk="0" hangingPunct="1"/>
                      <a:r>
                        <a:rPr lang="en-US" sz="1600" b="1" kern="1200" baseline="0" dirty="0">
                          <a:solidFill>
                            <a:schemeClr val="accent1"/>
                          </a:solidFill>
                          <a:latin typeface="Sakkal Majalla" panose="02000000000000000000" pitchFamily="2" charset="-78"/>
                          <a:ea typeface="+mn-ea"/>
                          <a:cs typeface="Sakkal Majalla" panose="02000000000000000000" pitchFamily="2" charset="-78"/>
                        </a:rPr>
                        <a:t>35%</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08398491"/>
                  </a:ext>
                </a:extLst>
              </a:tr>
            </a:tbl>
          </a:graphicData>
        </a:graphic>
      </p:graphicFrame>
      <p:sp>
        <p:nvSpPr>
          <p:cNvPr id="70" name="Rounded Rectangle 7">
            <a:extLst>
              <a:ext uri="{FF2B5EF4-FFF2-40B4-BE49-F238E27FC236}">
                <a16:creationId xmlns:a16="http://schemas.microsoft.com/office/drawing/2014/main" id="{D3EA143D-9C41-B0A0-30BB-71C592E6D026}"/>
              </a:ext>
            </a:extLst>
          </p:cNvPr>
          <p:cNvSpPr/>
          <p:nvPr/>
        </p:nvSpPr>
        <p:spPr>
          <a:xfrm>
            <a:off x="5041960" y="1930177"/>
            <a:ext cx="2108081" cy="31893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EG" sz="1200" dirty="0"/>
              <a:t>مالك المؤشر : البنية المؤسسية</a:t>
            </a:r>
            <a:endParaRPr lang="en-US" sz="1200" dirty="0"/>
          </a:p>
        </p:txBody>
      </p:sp>
      <p:grpSp>
        <p:nvGrpSpPr>
          <p:cNvPr id="71" name="Group 70">
            <a:extLst>
              <a:ext uri="{FF2B5EF4-FFF2-40B4-BE49-F238E27FC236}">
                <a16:creationId xmlns:a16="http://schemas.microsoft.com/office/drawing/2014/main" id="{0AB5D0CE-BFCB-2638-1EAE-49CCB8998A4B}"/>
              </a:ext>
            </a:extLst>
          </p:cNvPr>
          <p:cNvGrpSpPr>
            <a:grpSpLocks noChangeAspect="1"/>
          </p:cNvGrpSpPr>
          <p:nvPr/>
        </p:nvGrpSpPr>
        <p:grpSpPr>
          <a:xfrm>
            <a:off x="5130225" y="4686665"/>
            <a:ext cx="279496" cy="246888"/>
            <a:chOff x="5810250" y="3176587"/>
            <a:chExt cx="571500" cy="504825"/>
          </a:xfrm>
          <a:solidFill>
            <a:schemeClr val="accent1"/>
          </a:solidFill>
        </p:grpSpPr>
        <p:sp>
          <p:nvSpPr>
            <p:cNvPr id="72" name="Freeform: Shape 71">
              <a:extLst>
                <a:ext uri="{FF2B5EF4-FFF2-40B4-BE49-F238E27FC236}">
                  <a16:creationId xmlns:a16="http://schemas.microsoft.com/office/drawing/2014/main" id="{1885D4EA-AE14-6878-7FED-CE1DAF9CC38C}"/>
                </a:ext>
              </a:extLst>
            </p:cNvPr>
            <p:cNvSpPr/>
            <p:nvPr/>
          </p:nvSpPr>
          <p:spPr>
            <a:xfrm>
              <a:off x="5810250" y="3376612"/>
              <a:ext cx="571500" cy="304800"/>
            </a:xfrm>
            <a:custGeom>
              <a:avLst/>
              <a:gdLst>
                <a:gd name="csX0" fmla="*/ 514350 w 571500"/>
                <a:gd name="csY0" fmla="*/ 0 h 304800"/>
                <a:gd name="csX1" fmla="*/ 495300 w 571500"/>
                <a:gd name="csY1" fmla="*/ 0 h 304800"/>
                <a:gd name="csX2" fmla="*/ 495300 w 571500"/>
                <a:gd name="csY2" fmla="*/ 19050 h 304800"/>
                <a:gd name="csX3" fmla="*/ 514350 w 571500"/>
                <a:gd name="csY3" fmla="*/ 19050 h 304800"/>
                <a:gd name="csX4" fmla="*/ 552450 w 571500"/>
                <a:gd name="csY4" fmla="*/ 57150 h 304800"/>
                <a:gd name="csX5" fmla="*/ 552450 w 571500"/>
                <a:gd name="csY5" fmla="*/ 247650 h 304800"/>
                <a:gd name="csX6" fmla="*/ 514350 w 571500"/>
                <a:gd name="csY6" fmla="*/ 285750 h 304800"/>
                <a:gd name="csX7" fmla="*/ 495300 w 571500"/>
                <a:gd name="csY7" fmla="*/ 285750 h 304800"/>
                <a:gd name="csX8" fmla="*/ 495300 w 571500"/>
                <a:gd name="csY8" fmla="*/ 257175 h 304800"/>
                <a:gd name="csX9" fmla="*/ 485775 w 571500"/>
                <a:gd name="csY9" fmla="*/ 247650 h 304800"/>
                <a:gd name="csX10" fmla="*/ 476250 w 571500"/>
                <a:gd name="csY10" fmla="*/ 257175 h 304800"/>
                <a:gd name="csX11" fmla="*/ 476250 w 571500"/>
                <a:gd name="csY11" fmla="*/ 285750 h 304800"/>
                <a:gd name="csX12" fmla="*/ 457200 w 571500"/>
                <a:gd name="csY12" fmla="*/ 285750 h 304800"/>
                <a:gd name="csX13" fmla="*/ 457200 w 571500"/>
                <a:gd name="csY13" fmla="*/ 257175 h 304800"/>
                <a:gd name="csX14" fmla="*/ 447675 w 571500"/>
                <a:gd name="csY14" fmla="*/ 247650 h 304800"/>
                <a:gd name="csX15" fmla="*/ 438150 w 571500"/>
                <a:gd name="csY15" fmla="*/ 257175 h 304800"/>
                <a:gd name="csX16" fmla="*/ 438150 w 571500"/>
                <a:gd name="csY16" fmla="*/ 285750 h 304800"/>
                <a:gd name="csX17" fmla="*/ 419100 w 571500"/>
                <a:gd name="csY17" fmla="*/ 285750 h 304800"/>
                <a:gd name="csX18" fmla="*/ 419100 w 571500"/>
                <a:gd name="csY18" fmla="*/ 257175 h 304800"/>
                <a:gd name="csX19" fmla="*/ 409575 w 571500"/>
                <a:gd name="csY19" fmla="*/ 247650 h 304800"/>
                <a:gd name="csX20" fmla="*/ 400050 w 571500"/>
                <a:gd name="csY20" fmla="*/ 257175 h 304800"/>
                <a:gd name="csX21" fmla="*/ 400050 w 571500"/>
                <a:gd name="csY21" fmla="*/ 285750 h 304800"/>
                <a:gd name="csX22" fmla="*/ 381000 w 571500"/>
                <a:gd name="csY22" fmla="*/ 285750 h 304800"/>
                <a:gd name="csX23" fmla="*/ 381000 w 571500"/>
                <a:gd name="csY23" fmla="*/ 257175 h 304800"/>
                <a:gd name="csX24" fmla="*/ 371475 w 571500"/>
                <a:gd name="csY24" fmla="*/ 247650 h 304800"/>
                <a:gd name="csX25" fmla="*/ 361950 w 571500"/>
                <a:gd name="csY25" fmla="*/ 257175 h 304800"/>
                <a:gd name="csX26" fmla="*/ 361950 w 571500"/>
                <a:gd name="csY26" fmla="*/ 285750 h 304800"/>
                <a:gd name="csX27" fmla="*/ 342900 w 571500"/>
                <a:gd name="csY27" fmla="*/ 285750 h 304800"/>
                <a:gd name="csX28" fmla="*/ 342900 w 571500"/>
                <a:gd name="csY28" fmla="*/ 257175 h 304800"/>
                <a:gd name="csX29" fmla="*/ 333375 w 571500"/>
                <a:gd name="csY29" fmla="*/ 247650 h 304800"/>
                <a:gd name="csX30" fmla="*/ 323850 w 571500"/>
                <a:gd name="csY30" fmla="*/ 257175 h 304800"/>
                <a:gd name="csX31" fmla="*/ 323850 w 571500"/>
                <a:gd name="csY31" fmla="*/ 285750 h 304800"/>
                <a:gd name="csX32" fmla="*/ 304800 w 571500"/>
                <a:gd name="csY32" fmla="*/ 285750 h 304800"/>
                <a:gd name="csX33" fmla="*/ 304800 w 571500"/>
                <a:gd name="csY33" fmla="*/ 257175 h 304800"/>
                <a:gd name="csX34" fmla="*/ 295275 w 571500"/>
                <a:gd name="csY34" fmla="*/ 247650 h 304800"/>
                <a:gd name="csX35" fmla="*/ 285750 w 571500"/>
                <a:gd name="csY35" fmla="*/ 257175 h 304800"/>
                <a:gd name="csX36" fmla="*/ 285750 w 571500"/>
                <a:gd name="csY36" fmla="*/ 285750 h 304800"/>
                <a:gd name="csX37" fmla="*/ 266700 w 571500"/>
                <a:gd name="csY37" fmla="*/ 285750 h 304800"/>
                <a:gd name="csX38" fmla="*/ 266700 w 571500"/>
                <a:gd name="csY38" fmla="*/ 257175 h 304800"/>
                <a:gd name="csX39" fmla="*/ 257175 w 571500"/>
                <a:gd name="csY39" fmla="*/ 247650 h 304800"/>
                <a:gd name="csX40" fmla="*/ 247650 w 571500"/>
                <a:gd name="csY40" fmla="*/ 257175 h 304800"/>
                <a:gd name="csX41" fmla="*/ 247650 w 571500"/>
                <a:gd name="csY41" fmla="*/ 285750 h 304800"/>
                <a:gd name="csX42" fmla="*/ 228600 w 571500"/>
                <a:gd name="csY42" fmla="*/ 285750 h 304800"/>
                <a:gd name="csX43" fmla="*/ 228600 w 571500"/>
                <a:gd name="csY43" fmla="*/ 257175 h 304800"/>
                <a:gd name="csX44" fmla="*/ 219075 w 571500"/>
                <a:gd name="csY44" fmla="*/ 247650 h 304800"/>
                <a:gd name="csX45" fmla="*/ 209550 w 571500"/>
                <a:gd name="csY45" fmla="*/ 257175 h 304800"/>
                <a:gd name="csX46" fmla="*/ 209550 w 571500"/>
                <a:gd name="csY46" fmla="*/ 285750 h 304800"/>
                <a:gd name="csX47" fmla="*/ 190500 w 571500"/>
                <a:gd name="csY47" fmla="*/ 285750 h 304800"/>
                <a:gd name="csX48" fmla="*/ 190500 w 571500"/>
                <a:gd name="csY48" fmla="*/ 261938 h 304800"/>
                <a:gd name="csX49" fmla="*/ 157163 w 571500"/>
                <a:gd name="csY49" fmla="*/ 228600 h 304800"/>
                <a:gd name="csX50" fmla="*/ 123825 w 571500"/>
                <a:gd name="csY50" fmla="*/ 261938 h 304800"/>
                <a:gd name="csX51" fmla="*/ 123825 w 571500"/>
                <a:gd name="csY51" fmla="*/ 285750 h 304800"/>
                <a:gd name="csX52" fmla="*/ 104775 w 571500"/>
                <a:gd name="csY52" fmla="*/ 285750 h 304800"/>
                <a:gd name="csX53" fmla="*/ 104775 w 571500"/>
                <a:gd name="csY53" fmla="*/ 257175 h 304800"/>
                <a:gd name="csX54" fmla="*/ 95250 w 571500"/>
                <a:gd name="csY54" fmla="*/ 247650 h 304800"/>
                <a:gd name="csX55" fmla="*/ 85725 w 571500"/>
                <a:gd name="csY55" fmla="*/ 257175 h 304800"/>
                <a:gd name="csX56" fmla="*/ 85725 w 571500"/>
                <a:gd name="csY56" fmla="*/ 285750 h 304800"/>
                <a:gd name="csX57" fmla="*/ 66675 w 571500"/>
                <a:gd name="csY57" fmla="*/ 285750 h 304800"/>
                <a:gd name="csX58" fmla="*/ 66675 w 571500"/>
                <a:gd name="csY58" fmla="*/ 257175 h 304800"/>
                <a:gd name="csX59" fmla="*/ 57150 w 571500"/>
                <a:gd name="csY59" fmla="*/ 247650 h 304800"/>
                <a:gd name="csX60" fmla="*/ 47625 w 571500"/>
                <a:gd name="csY60" fmla="*/ 257175 h 304800"/>
                <a:gd name="csX61" fmla="*/ 47625 w 571500"/>
                <a:gd name="csY61" fmla="*/ 284404 h 304800"/>
                <a:gd name="csX62" fmla="*/ 19050 w 571500"/>
                <a:gd name="csY62" fmla="*/ 247650 h 304800"/>
                <a:gd name="csX63" fmla="*/ 19050 w 571500"/>
                <a:gd name="csY63" fmla="*/ 57150 h 304800"/>
                <a:gd name="csX64" fmla="*/ 57150 w 571500"/>
                <a:gd name="csY64" fmla="*/ 19050 h 304800"/>
                <a:gd name="csX65" fmla="*/ 76200 w 571500"/>
                <a:gd name="csY65" fmla="*/ 19050 h 304800"/>
                <a:gd name="csX66" fmla="*/ 76200 w 571500"/>
                <a:gd name="csY66" fmla="*/ 0 h 304800"/>
                <a:gd name="csX67" fmla="*/ 57150 w 571500"/>
                <a:gd name="csY67" fmla="*/ 0 h 304800"/>
                <a:gd name="csX68" fmla="*/ 0 w 571500"/>
                <a:gd name="csY68" fmla="*/ 57150 h 304800"/>
                <a:gd name="csX69" fmla="*/ 0 w 571500"/>
                <a:gd name="csY69" fmla="*/ 247650 h 304800"/>
                <a:gd name="csX70" fmla="*/ 57150 w 571500"/>
                <a:gd name="csY70" fmla="*/ 304800 h 304800"/>
                <a:gd name="csX71" fmla="*/ 133350 w 571500"/>
                <a:gd name="csY71" fmla="*/ 304800 h 304800"/>
                <a:gd name="csX72" fmla="*/ 142875 w 571500"/>
                <a:gd name="csY72" fmla="*/ 295275 h 304800"/>
                <a:gd name="csX73" fmla="*/ 142875 w 571500"/>
                <a:gd name="csY73" fmla="*/ 261938 h 304800"/>
                <a:gd name="csX74" fmla="*/ 171450 w 571500"/>
                <a:gd name="csY74" fmla="*/ 261938 h 304800"/>
                <a:gd name="csX75" fmla="*/ 171450 w 571500"/>
                <a:gd name="csY75" fmla="*/ 295275 h 304800"/>
                <a:gd name="csX76" fmla="*/ 180975 w 571500"/>
                <a:gd name="csY76" fmla="*/ 304800 h 304800"/>
                <a:gd name="csX77" fmla="*/ 514350 w 571500"/>
                <a:gd name="csY77" fmla="*/ 304800 h 304800"/>
                <a:gd name="csX78" fmla="*/ 571500 w 571500"/>
                <a:gd name="csY78" fmla="*/ 247650 h 304800"/>
                <a:gd name="csX79" fmla="*/ 571500 w 571500"/>
                <a:gd name="csY79" fmla="*/ 57150 h 304800"/>
                <a:gd name="csX80" fmla="*/ 514350 w 571500"/>
                <a:gd name="csY80" fmla="*/ 0 h 304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Lst>
              <a:rect l="l" t="t" r="r" b="b"/>
              <a:pathLst>
                <a:path w="571500" h="304800">
                  <a:moveTo>
                    <a:pt x="514350" y="0"/>
                  </a:moveTo>
                  <a:lnTo>
                    <a:pt x="495300" y="0"/>
                  </a:lnTo>
                  <a:lnTo>
                    <a:pt x="495300" y="19050"/>
                  </a:lnTo>
                  <a:lnTo>
                    <a:pt x="514350" y="19050"/>
                  </a:lnTo>
                  <a:cubicBezTo>
                    <a:pt x="535400" y="19050"/>
                    <a:pt x="552450" y="36100"/>
                    <a:pt x="552450" y="57150"/>
                  </a:cubicBezTo>
                  <a:lnTo>
                    <a:pt x="552450" y="247650"/>
                  </a:lnTo>
                  <a:cubicBezTo>
                    <a:pt x="552450" y="268700"/>
                    <a:pt x="535400" y="285750"/>
                    <a:pt x="514350" y="285750"/>
                  </a:cubicBezTo>
                  <a:lnTo>
                    <a:pt x="495300" y="285750"/>
                  </a:lnTo>
                  <a:lnTo>
                    <a:pt x="495300" y="257175"/>
                  </a:lnTo>
                  <a:cubicBezTo>
                    <a:pt x="495300" y="251910"/>
                    <a:pt x="491040" y="247650"/>
                    <a:pt x="485775" y="247650"/>
                  </a:cubicBezTo>
                  <a:cubicBezTo>
                    <a:pt x="480510" y="247650"/>
                    <a:pt x="476250" y="251910"/>
                    <a:pt x="476250" y="257175"/>
                  </a:cubicBezTo>
                  <a:lnTo>
                    <a:pt x="476250" y="285750"/>
                  </a:lnTo>
                  <a:lnTo>
                    <a:pt x="457200" y="285750"/>
                  </a:lnTo>
                  <a:lnTo>
                    <a:pt x="457200" y="257175"/>
                  </a:lnTo>
                  <a:cubicBezTo>
                    <a:pt x="457200" y="251910"/>
                    <a:pt x="452940" y="247650"/>
                    <a:pt x="447675" y="247650"/>
                  </a:cubicBezTo>
                  <a:cubicBezTo>
                    <a:pt x="442410" y="247650"/>
                    <a:pt x="438150" y="251910"/>
                    <a:pt x="438150" y="257175"/>
                  </a:cubicBezTo>
                  <a:lnTo>
                    <a:pt x="438150" y="285750"/>
                  </a:lnTo>
                  <a:lnTo>
                    <a:pt x="419100" y="285750"/>
                  </a:lnTo>
                  <a:lnTo>
                    <a:pt x="419100" y="257175"/>
                  </a:lnTo>
                  <a:cubicBezTo>
                    <a:pt x="419100" y="251910"/>
                    <a:pt x="414840" y="247650"/>
                    <a:pt x="409575" y="247650"/>
                  </a:cubicBezTo>
                  <a:cubicBezTo>
                    <a:pt x="404310" y="247650"/>
                    <a:pt x="400050" y="251910"/>
                    <a:pt x="400050" y="257175"/>
                  </a:cubicBezTo>
                  <a:lnTo>
                    <a:pt x="400050" y="285750"/>
                  </a:lnTo>
                  <a:lnTo>
                    <a:pt x="381000" y="285750"/>
                  </a:lnTo>
                  <a:lnTo>
                    <a:pt x="381000" y="257175"/>
                  </a:lnTo>
                  <a:cubicBezTo>
                    <a:pt x="381000" y="251910"/>
                    <a:pt x="376740" y="247650"/>
                    <a:pt x="371475" y="247650"/>
                  </a:cubicBezTo>
                  <a:cubicBezTo>
                    <a:pt x="366210" y="247650"/>
                    <a:pt x="361950" y="251910"/>
                    <a:pt x="361950" y="257175"/>
                  </a:cubicBezTo>
                  <a:lnTo>
                    <a:pt x="361950" y="285750"/>
                  </a:lnTo>
                  <a:lnTo>
                    <a:pt x="342900" y="285750"/>
                  </a:lnTo>
                  <a:lnTo>
                    <a:pt x="342900" y="257175"/>
                  </a:lnTo>
                  <a:cubicBezTo>
                    <a:pt x="342900" y="251910"/>
                    <a:pt x="338640" y="247650"/>
                    <a:pt x="333375" y="247650"/>
                  </a:cubicBezTo>
                  <a:cubicBezTo>
                    <a:pt x="328110" y="247650"/>
                    <a:pt x="323850" y="251910"/>
                    <a:pt x="323850" y="257175"/>
                  </a:cubicBezTo>
                  <a:lnTo>
                    <a:pt x="323850" y="285750"/>
                  </a:lnTo>
                  <a:lnTo>
                    <a:pt x="304800" y="285750"/>
                  </a:lnTo>
                  <a:lnTo>
                    <a:pt x="304800" y="257175"/>
                  </a:lnTo>
                  <a:cubicBezTo>
                    <a:pt x="304800" y="251910"/>
                    <a:pt x="300540" y="247650"/>
                    <a:pt x="295275" y="247650"/>
                  </a:cubicBezTo>
                  <a:cubicBezTo>
                    <a:pt x="290010" y="247650"/>
                    <a:pt x="285750" y="251910"/>
                    <a:pt x="285750" y="257175"/>
                  </a:cubicBezTo>
                  <a:lnTo>
                    <a:pt x="285750" y="285750"/>
                  </a:lnTo>
                  <a:lnTo>
                    <a:pt x="266700" y="285750"/>
                  </a:lnTo>
                  <a:lnTo>
                    <a:pt x="266700" y="257175"/>
                  </a:lnTo>
                  <a:cubicBezTo>
                    <a:pt x="266700" y="251910"/>
                    <a:pt x="262440" y="247650"/>
                    <a:pt x="257175" y="247650"/>
                  </a:cubicBezTo>
                  <a:cubicBezTo>
                    <a:pt x="251910" y="247650"/>
                    <a:pt x="247650" y="251910"/>
                    <a:pt x="247650" y="257175"/>
                  </a:cubicBezTo>
                  <a:lnTo>
                    <a:pt x="247650" y="285750"/>
                  </a:lnTo>
                  <a:lnTo>
                    <a:pt x="228600" y="285750"/>
                  </a:lnTo>
                  <a:lnTo>
                    <a:pt x="228600" y="257175"/>
                  </a:lnTo>
                  <a:cubicBezTo>
                    <a:pt x="228600" y="251910"/>
                    <a:pt x="224340" y="247650"/>
                    <a:pt x="219075" y="247650"/>
                  </a:cubicBezTo>
                  <a:cubicBezTo>
                    <a:pt x="213810" y="247650"/>
                    <a:pt x="209550" y="251910"/>
                    <a:pt x="209550" y="257175"/>
                  </a:cubicBezTo>
                  <a:lnTo>
                    <a:pt x="209550" y="285750"/>
                  </a:lnTo>
                  <a:lnTo>
                    <a:pt x="190500" y="285750"/>
                  </a:lnTo>
                  <a:lnTo>
                    <a:pt x="190500" y="261938"/>
                  </a:lnTo>
                  <a:cubicBezTo>
                    <a:pt x="190500" y="243554"/>
                    <a:pt x="175546" y="228600"/>
                    <a:pt x="157163" y="228600"/>
                  </a:cubicBezTo>
                  <a:cubicBezTo>
                    <a:pt x="138779" y="228600"/>
                    <a:pt x="123825" y="243554"/>
                    <a:pt x="123825" y="261938"/>
                  </a:cubicBezTo>
                  <a:lnTo>
                    <a:pt x="123825" y="285750"/>
                  </a:lnTo>
                  <a:lnTo>
                    <a:pt x="104775" y="285750"/>
                  </a:lnTo>
                  <a:lnTo>
                    <a:pt x="104775" y="257175"/>
                  </a:lnTo>
                  <a:cubicBezTo>
                    <a:pt x="104775" y="251910"/>
                    <a:pt x="100515" y="247650"/>
                    <a:pt x="95250" y="247650"/>
                  </a:cubicBezTo>
                  <a:cubicBezTo>
                    <a:pt x="89985" y="247650"/>
                    <a:pt x="85725" y="251910"/>
                    <a:pt x="85725" y="257175"/>
                  </a:cubicBezTo>
                  <a:lnTo>
                    <a:pt x="85725" y="285750"/>
                  </a:lnTo>
                  <a:lnTo>
                    <a:pt x="66675" y="285750"/>
                  </a:lnTo>
                  <a:lnTo>
                    <a:pt x="66675" y="257175"/>
                  </a:lnTo>
                  <a:cubicBezTo>
                    <a:pt x="66675" y="251910"/>
                    <a:pt x="62415" y="247650"/>
                    <a:pt x="57150" y="247650"/>
                  </a:cubicBezTo>
                  <a:cubicBezTo>
                    <a:pt x="51885" y="247650"/>
                    <a:pt x="47625" y="251910"/>
                    <a:pt x="47625" y="257175"/>
                  </a:cubicBezTo>
                  <a:lnTo>
                    <a:pt x="47625" y="284404"/>
                  </a:lnTo>
                  <a:cubicBezTo>
                    <a:pt x="31216" y="280158"/>
                    <a:pt x="19050" y="265390"/>
                    <a:pt x="19050" y="247650"/>
                  </a:cubicBezTo>
                  <a:lnTo>
                    <a:pt x="19050" y="57150"/>
                  </a:lnTo>
                  <a:cubicBezTo>
                    <a:pt x="19050" y="36100"/>
                    <a:pt x="36100" y="19050"/>
                    <a:pt x="57150" y="19050"/>
                  </a:cubicBezTo>
                  <a:lnTo>
                    <a:pt x="76200" y="19050"/>
                  </a:lnTo>
                  <a:lnTo>
                    <a:pt x="76200" y="0"/>
                  </a:lnTo>
                  <a:lnTo>
                    <a:pt x="57150" y="0"/>
                  </a:lnTo>
                  <a:cubicBezTo>
                    <a:pt x="25622" y="0"/>
                    <a:pt x="0" y="25622"/>
                    <a:pt x="0" y="57150"/>
                  </a:cubicBezTo>
                  <a:lnTo>
                    <a:pt x="0" y="247650"/>
                  </a:lnTo>
                  <a:cubicBezTo>
                    <a:pt x="0" y="279178"/>
                    <a:pt x="25622" y="304800"/>
                    <a:pt x="57150" y="304800"/>
                  </a:cubicBezTo>
                  <a:lnTo>
                    <a:pt x="133350" y="304800"/>
                  </a:lnTo>
                  <a:cubicBezTo>
                    <a:pt x="138589" y="304800"/>
                    <a:pt x="142875" y="300514"/>
                    <a:pt x="142875" y="295275"/>
                  </a:cubicBezTo>
                  <a:lnTo>
                    <a:pt x="142875" y="261938"/>
                  </a:lnTo>
                  <a:cubicBezTo>
                    <a:pt x="143207" y="243115"/>
                    <a:pt x="171142" y="243179"/>
                    <a:pt x="171450" y="261938"/>
                  </a:cubicBezTo>
                  <a:cubicBezTo>
                    <a:pt x="171450" y="261938"/>
                    <a:pt x="171450" y="295275"/>
                    <a:pt x="171450" y="295275"/>
                  </a:cubicBezTo>
                  <a:cubicBezTo>
                    <a:pt x="171450" y="300514"/>
                    <a:pt x="175736" y="304800"/>
                    <a:pt x="180975" y="304800"/>
                  </a:cubicBezTo>
                  <a:lnTo>
                    <a:pt x="514350" y="304800"/>
                  </a:lnTo>
                  <a:cubicBezTo>
                    <a:pt x="545878" y="304800"/>
                    <a:pt x="571500" y="279178"/>
                    <a:pt x="571500" y="247650"/>
                  </a:cubicBezTo>
                  <a:lnTo>
                    <a:pt x="571500" y="57150"/>
                  </a:lnTo>
                  <a:cubicBezTo>
                    <a:pt x="571500" y="25622"/>
                    <a:pt x="545878" y="0"/>
                    <a:pt x="514350" y="0"/>
                  </a:cubicBezTo>
                  <a:close/>
                </a:path>
              </a:pathLst>
            </a:custGeom>
            <a:grpFill/>
            <a:ln w="9525" cap="flat">
              <a:noFill/>
              <a:prstDash val="solid"/>
              <a:miter/>
            </a:ln>
          </p:spPr>
          <p:txBody>
            <a:bodyPr/>
            <a:lstStyle/>
            <a:p>
              <a:endParaRPr lang="en-GB"/>
            </a:p>
          </p:txBody>
        </p:sp>
        <p:sp>
          <p:nvSpPr>
            <p:cNvPr id="73" name="Freeform: Shape 72">
              <a:extLst>
                <a:ext uri="{FF2B5EF4-FFF2-40B4-BE49-F238E27FC236}">
                  <a16:creationId xmlns:a16="http://schemas.microsoft.com/office/drawing/2014/main" id="{934D2654-4F76-E89A-8622-06F17B33C70C}"/>
                </a:ext>
              </a:extLst>
            </p:cNvPr>
            <p:cNvSpPr/>
            <p:nvPr/>
          </p:nvSpPr>
          <p:spPr>
            <a:xfrm>
              <a:off x="6020466" y="3500437"/>
              <a:ext cx="151066" cy="85725"/>
            </a:xfrm>
            <a:custGeom>
              <a:avLst/>
              <a:gdLst>
                <a:gd name="csX0" fmla="*/ 75533 w 151066"/>
                <a:gd name="csY0" fmla="*/ 35814 h 85725"/>
                <a:gd name="csX1" fmla="*/ 49149 w 151066"/>
                <a:gd name="csY1" fmla="*/ 20288 h 85725"/>
                <a:gd name="csX2" fmla="*/ 37909 w 151066"/>
                <a:gd name="csY2" fmla="*/ 0 h 85725"/>
                <a:gd name="csX3" fmla="*/ 0 w 151066"/>
                <a:gd name="csY3" fmla="*/ 0 h 85725"/>
                <a:gd name="csX4" fmla="*/ 0 w 151066"/>
                <a:gd name="csY4" fmla="*/ 47625 h 85725"/>
                <a:gd name="csX5" fmla="*/ 38100 w 151066"/>
                <a:gd name="csY5" fmla="*/ 85725 h 85725"/>
                <a:gd name="csX6" fmla="*/ 112966 w 151066"/>
                <a:gd name="csY6" fmla="*/ 85725 h 85725"/>
                <a:gd name="csX7" fmla="*/ 151066 w 151066"/>
                <a:gd name="csY7" fmla="*/ 47625 h 85725"/>
                <a:gd name="csX8" fmla="*/ 151066 w 151066"/>
                <a:gd name="csY8" fmla="*/ 0 h 85725"/>
                <a:gd name="csX9" fmla="*/ 113157 w 151066"/>
                <a:gd name="csY9" fmla="*/ 0 h 85725"/>
                <a:gd name="csX10" fmla="*/ 101918 w 151066"/>
                <a:gd name="csY10" fmla="*/ 20288 h 85725"/>
                <a:gd name="csX11" fmla="*/ 75533 w 151066"/>
                <a:gd name="csY11" fmla="*/ 35814 h 85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51066" h="85725">
                  <a:moveTo>
                    <a:pt x="75533" y="35814"/>
                  </a:moveTo>
                  <a:cubicBezTo>
                    <a:pt x="64579" y="35814"/>
                    <a:pt x="54483" y="29908"/>
                    <a:pt x="49149" y="20288"/>
                  </a:cubicBezTo>
                  <a:lnTo>
                    <a:pt x="37909" y="0"/>
                  </a:lnTo>
                  <a:lnTo>
                    <a:pt x="0" y="0"/>
                  </a:lnTo>
                  <a:lnTo>
                    <a:pt x="0" y="47625"/>
                  </a:lnTo>
                  <a:cubicBezTo>
                    <a:pt x="0" y="68675"/>
                    <a:pt x="17050" y="85725"/>
                    <a:pt x="38100" y="85725"/>
                  </a:cubicBezTo>
                  <a:lnTo>
                    <a:pt x="112966" y="85725"/>
                  </a:lnTo>
                  <a:cubicBezTo>
                    <a:pt x="134017" y="85725"/>
                    <a:pt x="151066" y="68675"/>
                    <a:pt x="151066" y="47625"/>
                  </a:cubicBezTo>
                  <a:lnTo>
                    <a:pt x="151066" y="0"/>
                  </a:lnTo>
                  <a:lnTo>
                    <a:pt x="113157" y="0"/>
                  </a:lnTo>
                  <a:lnTo>
                    <a:pt x="101918" y="20288"/>
                  </a:lnTo>
                  <a:cubicBezTo>
                    <a:pt x="96584" y="29909"/>
                    <a:pt x="86487" y="35814"/>
                    <a:pt x="75533" y="35814"/>
                  </a:cubicBezTo>
                  <a:close/>
                </a:path>
              </a:pathLst>
            </a:custGeom>
            <a:grpFill/>
            <a:ln w="9525" cap="flat">
              <a:noFill/>
              <a:prstDash val="solid"/>
              <a:miter/>
            </a:ln>
          </p:spPr>
          <p:txBody>
            <a:bodyPr/>
            <a:lstStyle/>
            <a:p>
              <a:endParaRPr lang="en-GB"/>
            </a:p>
          </p:txBody>
        </p:sp>
        <p:sp>
          <p:nvSpPr>
            <p:cNvPr id="74" name="Freeform: Shape 73">
              <a:extLst>
                <a:ext uri="{FF2B5EF4-FFF2-40B4-BE49-F238E27FC236}">
                  <a16:creationId xmlns:a16="http://schemas.microsoft.com/office/drawing/2014/main" id="{0F3CF5CF-3339-A507-CB59-D39E6414235A}"/>
                </a:ext>
              </a:extLst>
            </p:cNvPr>
            <p:cNvSpPr/>
            <p:nvPr/>
          </p:nvSpPr>
          <p:spPr>
            <a:xfrm>
              <a:off x="5848349" y="3443279"/>
              <a:ext cx="151161" cy="142882"/>
            </a:xfrm>
            <a:custGeom>
              <a:avLst/>
              <a:gdLst>
                <a:gd name="csX0" fmla="*/ 38862 w 151161"/>
                <a:gd name="csY0" fmla="*/ 8 h 142882"/>
                <a:gd name="csX1" fmla="*/ 0 w 151161"/>
                <a:gd name="csY1" fmla="*/ 38108 h 142882"/>
                <a:gd name="csX2" fmla="*/ 0 w 151161"/>
                <a:gd name="csY2" fmla="*/ 104783 h 142882"/>
                <a:gd name="csX3" fmla="*/ 38100 w 151161"/>
                <a:gd name="csY3" fmla="*/ 142883 h 142882"/>
                <a:gd name="csX4" fmla="*/ 113062 w 151161"/>
                <a:gd name="csY4" fmla="*/ 142883 h 142882"/>
                <a:gd name="csX5" fmla="*/ 151162 w 151161"/>
                <a:gd name="csY5" fmla="*/ 104783 h 142882"/>
                <a:gd name="csX6" fmla="*/ 151162 w 151161"/>
                <a:gd name="csY6" fmla="*/ 57158 h 142882"/>
                <a:gd name="csX7" fmla="*/ 104775 w 151161"/>
                <a:gd name="csY7" fmla="*/ 57158 h 142882"/>
                <a:gd name="csX8" fmla="*/ 38862 w 151161"/>
                <a:gd name="csY8" fmla="*/ 8 h 1428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1161" h="142882">
                  <a:moveTo>
                    <a:pt x="38862" y="8"/>
                  </a:moveTo>
                  <a:cubicBezTo>
                    <a:pt x="17553" y="-414"/>
                    <a:pt x="-26" y="16780"/>
                    <a:pt x="0" y="38108"/>
                  </a:cubicBezTo>
                  <a:lnTo>
                    <a:pt x="0" y="104783"/>
                  </a:lnTo>
                  <a:cubicBezTo>
                    <a:pt x="0" y="125832"/>
                    <a:pt x="17050" y="142883"/>
                    <a:pt x="38100" y="142883"/>
                  </a:cubicBezTo>
                  <a:lnTo>
                    <a:pt x="113062" y="142883"/>
                  </a:lnTo>
                  <a:cubicBezTo>
                    <a:pt x="134017" y="142883"/>
                    <a:pt x="151162" y="125832"/>
                    <a:pt x="151162" y="104783"/>
                  </a:cubicBezTo>
                  <a:lnTo>
                    <a:pt x="151162" y="57158"/>
                  </a:lnTo>
                  <a:lnTo>
                    <a:pt x="104775" y="57158"/>
                  </a:lnTo>
                  <a:cubicBezTo>
                    <a:pt x="71247" y="57158"/>
                    <a:pt x="43434" y="32297"/>
                    <a:pt x="38862" y="8"/>
                  </a:cubicBezTo>
                  <a:close/>
                </a:path>
              </a:pathLst>
            </a:custGeom>
            <a:grpFill/>
            <a:ln w="9525" cap="flat">
              <a:noFill/>
              <a:prstDash val="solid"/>
              <a:miter/>
            </a:ln>
          </p:spPr>
          <p:txBody>
            <a:bodyPr/>
            <a:lstStyle/>
            <a:p>
              <a:endParaRPr lang="en-GB"/>
            </a:p>
          </p:txBody>
        </p:sp>
        <p:sp>
          <p:nvSpPr>
            <p:cNvPr id="75" name="Freeform: Shape 74">
              <a:extLst>
                <a:ext uri="{FF2B5EF4-FFF2-40B4-BE49-F238E27FC236}">
                  <a16:creationId xmlns:a16="http://schemas.microsoft.com/office/drawing/2014/main" id="{18CA7C1A-E6C7-A247-2707-440C18C01A69}"/>
                </a:ext>
              </a:extLst>
            </p:cNvPr>
            <p:cNvSpPr/>
            <p:nvPr/>
          </p:nvSpPr>
          <p:spPr>
            <a:xfrm>
              <a:off x="6191250" y="3443287"/>
              <a:ext cx="151161" cy="142875"/>
            </a:xfrm>
            <a:custGeom>
              <a:avLst/>
              <a:gdLst>
                <a:gd name="csX0" fmla="*/ 0 w 151161"/>
                <a:gd name="csY0" fmla="*/ 57150 h 142875"/>
                <a:gd name="csX1" fmla="*/ 0 w 151161"/>
                <a:gd name="csY1" fmla="*/ 104775 h 142875"/>
                <a:gd name="csX2" fmla="*/ 38100 w 151161"/>
                <a:gd name="csY2" fmla="*/ 142875 h 142875"/>
                <a:gd name="csX3" fmla="*/ 113062 w 151161"/>
                <a:gd name="csY3" fmla="*/ 142875 h 142875"/>
                <a:gd name="csX4" fmla="*/ 151162 w 151161"/>
                <a:gd name="csY4" fmla="*/ 104775 h 142875"/>
                <a:gd name="csX5" fmla="*/ 151162 w 151161"/>
                <a:gd name="csY5" fmla="*/ 38100 h 142875"/>
                <a:gd name="csX6" fmla="*/ 113538 w 151161"/>
                <a:gd name="csY6" fmla="*/ 0 h 142875"/>
                <a:gd name="csX7" fmla="*/ 47625 w 151161"/>
                <a:gd name="csY7" fmla="*/ 57150 h 142875"/>
                <a:gd name="csX8" fmla="*/ 0 w 151161"/>
                <a:gd name="csY8" fmla="*/ 57150 h 142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1161" h="142875">
                  <a:moveTo>
                    <a:pt x="0" y="57150"/>
                  </a:moveTo>
                  <a:lnTo>
                    <a:pt x="0" y="104775"/>
                  </a:lnTo>
                  <a:cubicBezTo>
                    <a:pt x="0" y="125825"/>
                    <a:pt x="17050" y="142875"/>
                    <a:pt x="38100" y="142875"/>
                  </a:cubicBezTo>
                  <a:lnTo>
                    <a:pt x="113062" y="142875"/>
                  </a:lnTo>
                  <a:cubicBezTo>
                    <a:pt x="134017" y="142875"/>
                    <a:pt x="151162" y="125825"/>
                    <a:pt x="151162" y="104775"/>
                  </a:cubicBezTo>
                  <a:lnTo>
                    <a:pt x="151162" y="38100"/>
                  </a:lnTo>
                  <a:cubicBezTo>
                    <a:pt x="151162" y="17240"/>
                    <a:pt x="134302" y="285"/>
                    <a:pt x="113538" y="0"/>
                  </a:cubicBezTo>
                  <a:cubicBezTo>
                    <a:pt x="108966" y="32290"/>
                    <a:pt x="81153" y="57150"/>
                    <a:pt x="47625" y="57150"/>
                  </a:cubicBezTo>
                  <a:lnTo>
                    <a:pt x="0" y="57150"/>
                  </a:lnTo>
                  <a:close/>
                </a:path>
              </a:pathLst>
            </a:custGeom>
            <a:grpFill/>
            <a:ln w="9525" cap="flat">
              <a:noFill/>
              <a:prstDash val="solid"/>
              <a:miter/>
            </a:ln>
          </p:spPr>
          <p:txBody>
            <a:bodyPr/>
            <a:lstStyle/>
            <a:p>
              <a:endParaRPr lang="en-GB"/>
            </a:p>
          </p:txBody>
        </p:sp>
        <p:sp>
          <p:nvSpPr>
            <p:cNvPr id="76" name="Freeform: Shape 75">
              <a:extLst>
                <a:ext uri="{FF2B5EF4-FFF2-40B4-BE49-F238E27FC236}">
                  <a16:creationId xmlns:a16="http://schemas.microsoft.com/office/drawing/2014/main" id="{5A0C1F17-0706-CD84-BC6B-35FF638F0DBB}"/>
                </a:ext>
              </a:extLst>
            </p:cNvPr>
            <p:cNvSpPr/>
            <p:nvPr/>
          </p:nvSpPr>
          <p:spPr>
            <a:xfrm>
              <a:off x="5905500" y="3176587"/>
              <a:ext cx="381000" cy="340645"/>
            </a:xfrm>
            <a:custGeom>
              <a:avLst/>
              <a:gdLst>
                <a:gd name="csX0" fmla="*/ 333375 w 381000"/>
                <a:gd name="csY0" fmla="*/ 0 h 340645"/>
                <a:gd name="csX1" fmla="*/ 47625 w 381000"/>
                <a:gd name="csY1" fmla="*/ 0 h 340645"/>
                <a:gd name="csX2" fmla="*/ 0 w 381000"/>
                <a:gd name="csY2" fmla="*/ 47625 h 340645"/>
                <a:gd name="csX3" fmla="*/ 0 w 381000"/>
                <a:gd name="csY3" fmla="*/ 257175 h 340645"/>
                <a:gd name="csX4" fmla="*/ 47625 w 381000"/>
                <a:gd name="csY4" fmla="*/ 304800 h 340645"/>
                <a:gd name="csX5" fmla="*/ 164042 w 381000"/>
                <a:gd name="csY5" fmla="*/ 304800 h 340645"/>
                <a:gd name="csX6" fmla="*/ 180778 w 381000"/>
                <a:gd name="csY6" fmla="*/ 334926 h 340645"/>
                <a:gd name="csX7" fmla="*/ 200222 w 381000"/>
                <a:gd name="csY7" fmla="*/ 334926 h 340645"/>
                <a:gd name="csX8" fmla="*/ 216958 w 381000"/>
                <a:gd name="csY8" fmla="*/ 304800 h 340645"/>
                <a:gd name="csX9" fmla="*/ 333375 w 381000"/>
                <a:gd name="csY9" fmla="*/ 304800 h 340645"/>
                <a:gd name="csX10" fmla="*/ 381000 w 381000"/>
                <a:gd name="csY10" fmla="*/ 257175 h 340645"/>
                <a:gd name="csX11" fmla="*/ 381000 w 381000"/>
                <a:gd name="csY11" fmla="*/ 47625 h 340645"/>
                <a:gd name="csX12" fmla="*/ 333375 w 381000"/>
                <a:gd name="csY12" fmla="*/ 0 h 340645"/>
                <a:gd name="csX13" fmla="*/ 100013 w 381000"/>
                <a:gd name="csY13" fmla="*/ 195263 h 340645"/>
                <a:gd name="csX14" fmla="*/ 80963 w 381000"/>
                <a:gd name="csY14" fmla="*/ 195262 h 340645"/>
                <a:gd name="csX15" fmla="*/ 281332 w 381000"/>
                <a:gd name="csY15" fmla="*/ 134017 h 340645"/>
                <a:gd name="csX16" fmla="*/ 265537 w 381000"/>
                <a:gd name="csY16" fmla="*/ 144674 h 340645"/>
                <a:gd name="csX17" fmla="*/ 100012 w 381000"/>
                <a:gd name="csY17" fmla="*/ 195263 h 340645"/>
                <a:gd name="csX18" fmla="*/ 291210 w 381000"/>
                <a:gd name="csY18" fmla="*/ 169729 h 340645"/>
                <a:gd name="csX19" fmla="*/ 234153 w 381000"/>
                <a:gd name="csY19" fmla="*/ 209669 h 340645"/>
                <a:gd name="csX20" fmla="*/ 190499 w 381000"/>
                <a:gd name="csY20" fmla="*/ 276225 h 340645"/>
                <a:gd name="csX21" fmla="*/ 142875 w 381000"/>
                <a:gd name="csY21" fmla="*/ 228600 h 340645"/>
                <a:gd name="csX22" fmla="*/ 223158 w 381000"/>
                <a:gd name="csY22" fmla="*/ 194113 h 340645"/>
                <a:gd name="csX23" fmla="*/ 280290 w 381000"/>
                <a:gd name="csY23" fmla="*/ 154121 h 340645"/>
                <a:gd name="csX24" fmla="*/ 291210 w 381000"/>
                <a:gd name="csY24" fmla="*/ 169729 h 340645"/>
                <a:gd name="csX25" fmla="*/ 319450 w 381000"/>
                <a:gd name="csY25" fmla="*/ 242218 h 340645"/>
                <a:gd name="csX26" fmla="*/ 302242 w 381000"/>
                <a:gd name="csY26" fmla="*/ 234032 h 340645"/>
                <a:gd name="csX27" fmla="*/ 314325 w 381000"/>
                <a:gd name="csY27" fmla="*/ 180975 h 340645"/>
                <a:gd name="csX28" fmla="*/ 78759 w 381000"/>
                <a:gd name="csY28" fmla="*/ 234034 h 340645"/>
                <a:gd name="csX29" fmla="*/ 74247 w 381000"/>
                <a:gd name="csY29" fmla="*/ 246725 h 340645"/>
                <a:gd name="csX30" fmla="*/ 47624 w 381000"/>
                <a:gd name="csY30" fmla="*/ 180976 h 340645"/>
                <a:gd name="csX31" fmla="*/ 190500 w 381000"/>
                <a:gd name="csY31" fmla="*/ 38100 h 340645"/>
                <a:gd name="csX32" fmla="*/ 319450 w 381000"/>
                <a:gd name="csY32" fmla="*/ 242218 h 3406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381000" h="340645">
                  <a:moveTo>
                    <a:pt x="333375" y="0"/>
                  </a:moveTo>
                  <a:lnTo>
                    <a:pt x="47625" y="0"/>
                  </a:lnTo>
                  <a:cubicBezTo>
                    <a:pt x="21323" y="0"/>
                    <a:pt x="0" y="21323"/>
                    <a:pt x="0" y="47625"/>
                  </a:cubicBezTo>
                  <a:lnTo>
                    <a:pt x="0" y="257175"/>
                  </a:lnTo>
                  <a:cubicBezTo>
                    <a:pt x="0" y="283477"/>
                    <a:pt x="21323" y="304800"/>
                    <a:pt x="47625" y="304800"/>
                  </a:cubicBezTo>
                  <a:lnTo>
                    <a:pt x="164042" y="304800"/>
                  </a:lnTo>
                  <a:lnTo>
                    <a:pt x="180778" y="334926"/>
                  </a:lnTo>
                  <a:cubicBezTo>
                    <a:pt x="185016" y="342552"/>
                    <a:pt x="195985" y="342552"/>
                    <a:pt x="200222" y="334926"/>
                  </a:cubicBezTo>
                  <a:lnTo>
                    <a:pt x="216958" y="304800"/>
                  </a:lnTo>
                  <a:lnTo>
                    <a:pt x="333375" y="304800"/>
                  </a:lnTo>
                  <a:cubicBezTo>
                    <a:pt x="359677" y="304800"/>
                    <a:pt x="381000" y="283477"/>
                    <a:pt x="381000" y="257175"/>
                  </a:cubicBezTo>
                  <a:lnTo>
                    <a:pt x="381000" y="47625"/>
                  </a:lnTo>
                  <a:cubicBezTo>
                    <a:pt x="381000" y="21323"/>
                    <a:pt x="359677" y="0"/>
                    <a:pt x="333375" y="0"/>
                  </a:cubicBezTo>
                  <a:close/>
                  <a:moveTo>
                    <a:pt x="100013" y="195263"/>
                  </a:moveTo>
                  <a:cubicBezTo>
                    <a:pt x="99856" y="207736"/>
                    <a:pt x="81149" y="207808"/>
                    <a:pt x="80963" y="195262"/>
                  </a:cubicBezTo>
                  <a:cubicBezTo>
                    <a:pt x="81338" y="87761"/>
                    <a:pt x="221070" y="45147"/>
                    <a:pt x="281332" y="134017"/>
                  </a:cubicBezTo>
                  <a:cubicBezTo>
                    <a:pt x="288214" y="144375"/>
                    <a:pt x="272582" y="154971"/>
                    <a:pt x="265537" y="144674"/>
                  </a:cubicBezTo>
                  <a:cubicBezTo>
                    <a:pt x="215737" y="71229"/>
                    <a:pt x="100311" y="106487"/>
                    <a:pt x="100012" y="195263"/>
                  </a:cubicBezTo>
                  <a:close/>
                  <a:moveTo>
                    <a:pt x="291210" y="169729"/>
                  </a:moveTo>
                  <a:lnTo>
                    <a:pt x="234153" y="209669"/>
                  </a:lnTo>
                  <a:cubicBezTo>
                    <a:pt x="248148" y="239948"/>
                    <a:pt x="224034" y="276984"/>
                    <a:pt x="190499" y="276225"/>
                  </a:cubicBezTo>
                  <a:cubicBezTo>
                    <a:pt x="164241" y="276225"/>
                    <a:pt x="142875" y="254859"/>
                    <a:pt x="142875" y="228600"/>
                  </a:cubicBezTo>
                  <a:cubicBezTo>
                    <a:pt x="142318" y="187304"/>
                    <a:pt x="194039" y="165349"/>
                    <a:pt x="223158" y="194113"/>
                  </a:cubicBezTo>
                  <a:lnTo>
                    <a:pt x="280290" y="154121"/>
                  </a:lnTo>
                  <a:cubicBezTo>
                    <a:pt x="290500" y="147017"/>
                    <a:pt x="301400" y="162540"/>
                    <a:pt x="291210" y="169729"/>
                  </a:cubicBezTo>
                  <a:close/>
                  <a:moveTo>
                    <a:pt x="319450" y="242218"/>
                  </a:moveTo>
                  <a:cubicBezTo>
                    <a:pt x="313920" y="253458"/>
                    <a:pt x="296986" y="245279"/>
                    <a:pt x="302242" y="234032"/>
                  </a:cubicBezTo>
                  <a:cubicBezTo>
                    <a:pt x="310260" y="217187"/>
                    <a:pt x="314325" y="199337"/>
                    <a:pt x="314325" y="180975"/>
                  </a:cubicBezTo>
                  <a:cubicBezTo>
                    <a:pt x="299222" y="-21188"/>
                    <a:pt x="5074" y="46995"/>
                    <a:pt x="78759" y="234034"/>
                  </a:cubicBezTo>
                  <a:cubicBezTo>
                    <a:pt x="81018" y="238781"/>
                    <a:pt x="79000" y="244464"/>
                    <a:pt x="74247" y="246725"/>
                  </a:cubicBezTo>
                  <a:cubicBezTo>
                    <a:pt x="54940" y="256316"/>
                    <a:pt x="46986" y="193031"/>
                    <a:pt x="47624" y="180976"/>
                  </a:cubicBezTo>
                  <a:cubicBezTo>
                    <a:pt x="47625" y="102194"/>
                    <a:pt x="111714" y="38100"/>
                    <a:pt x="190500" y="38100"/>
                  </a:cubicBezTo>
                  <a:cubicBezTo>
                    <a:pt x="293073" y="35899"/>
                    <a:pt x="365511" y="150610"/>
                    <a:pt x="319450" y="242218"/>
                  </a:cubicBezTo>
                  <a:close/>
                </a:path>
              </a:pathLst>
            </a:custGeom>
            <a:grpFill/>
            <a:ln w="9525" cap="flat">
              <a:noFill/>
              <a:prstDash val="solid"/>
              <a:miter/>
            </a:ln>
          </p:spPr>
          <p:txBody>
            <a:bodyPr/>
            <a:lstStyle/>
            <a:p>
              <a:endParaRPr lang="en-GB"/>
            </a:p>
          </p:txBody>
        </p:sp>
      </p:grpSp>
      <p:grpSp>
        <p:nvGrpSpPr>
          <p:cNvPr id="77" name="Graphic 44">
            <a:extLst>
              <a:ext uri="{FF2B5EF4-FFF2-40B4-BE49-F238E27FC236}">
                <a16:creationId xmlns:a16="http://schemas.microsoft.com/office/drawing/2014/main" id="{C412C42E-A015-5CF1-9F53-B6CEF0A232EE}"/>
              </a:ext>
            </a:extLst>
          </p:cNvPr>
          <p:cNvGrpSpPr>
            <a:grpSpLocks noChangeAspect="1"/>
          </p:cNvGrpSpPr>
          <p:nvPr/>
        </p:nvGrpSpPr>
        <p:grpSpPr>
          <a:xfrm>
            <a:off x="7051595" y="4686665"/>
            <a:ext cx="215131" cy="246888"/>
            <a:chOff x="3427411" y="366712"/>
            <a:chExt cx="5333999" cy="6121399"/>
          </a:xfrm>
          <a:noFill/>
        </p:grpSpPr>
        <p:sp>
          <p:nvSpPr>
            <p:cNvPr id="78" name="Freeform: Shape 77">
              <a:extLst>
                <a:ext uri="{FF2B5EF4-FFF2-40B4-BE49-F238E27FC236}">
                  <a16:creationId xmlns:a16="http://schemas.microsoft.com/office/drawing/2014/main" id="{DFA0D56E-4574-7B14-FAD8-488E7AAAE223}"/>
                </a:ext>
              </a:extLst>
            </p:cNvPr>
            <p:cNvSpPr/>
            <p:nvPr/>
          </p:nvSpPr>
          <p:spPr>
            <a:xfrm flipV="1">
              <a:off x="3427411" y="1916112"/>
              <a:ext cx="2666999" cy="2666999"/>
            </a:xfrm>
            <a:custGeom>
              <a:avLst/>
              <a:gdLst>
                <a:gd name="csX0" fmla="*/ 2667306 w 2666999"/>
                <a:gd name="csY0" fmla="*/ 1333823 h 2666999"/>
                <a:gd name="csX1" fmla="*/ 1333806 w 2666999"/>
                <a:gd name="csY1" fmla="*/ 323 h 2666999"/>
                <a:gd name="csX2" fmla="*/ 306 w 2666999"/>
                <a:gd name="csY2" fmla="*/ 1333823 h 2666999"/>
                <a:gd name="csX3" fmla="*/ 1333806 w 2666999"/>
                <a:gd name="csY3" fmla="*/ 2667323 h 2666999"/>
                <a:gd name="csX4" fmla="*/ 2667306 w 2666999"/>
                <a:gd name="csY4" fmla="*/ 1333823 h 2666999"/>
              </a:gdLst>
              <a:ahLst/>
              <a:cxnLst>
                <a:cxn ang="0">
                  <a:pos x="csX0" y="csY0"/>
                </a:cxn>
                <a:cxn ang="0">
                  <a:pos x="csX1" y="csY1"/>
                </a:cxn>
                <a:cxn ang="0">
                  <a:pos x="csX2" y="csY2"/>
                </a:cxn>
                <a:cxn ang="0">
                  <a:pos x="csX3" y="csY3"/>
                </a:cxn>
                <a:cxn ang="0">
                  <a:pos x="csX4" y="csY4"/>
                </a:cxn>
              </a:cxnLst>
              <a:rect l="l" t="t" r="r" b="b"/>
              <a:pathLst>
                <a:path w="2666999" h="2666999">
                  <a:moveTo>
                    <a:pt x="2667306" y="1333823"/>
                  </a:moveTo>
                  <a:cubicBezTo>
                    <a:pt x="2667306" y="597350"/>
                    <a:pt x="2070279" y="323"/>
                    <a:pt x="1333806" y="323"/>
                  </a:cubicBezTo>
                  <a:cubicBezTo>
                    <a:pt x="597333" y="323"/>
                    <a:pt x="306" y="597350"/>
                    <a:pt x="306" y="1333823"/>
                  </a:cubicBezTo>
                  <a:cubicBezTo>
                    <a:pt x="306" y="2070296"/>
                    <a:pt x="597333" y="2667323"/>
                    <a:pt x="1333806" y="2667323"/>
                  </a:cubicBezTo>
                  <a:cubicBezTo>
                    <a:pt x="2070279" y="2667323"/>
                    <a:pt x="2667306" y="2070296"/>
                    <a:pt x="2667306" y="1333823"/>
                  </a:cubicBezTo>
                  <a:close/>
                </a:path>
              </a:pathLst>
            </a:custGeom>
            <a:noFill/>
            <a:ln w="15875" cap="rnd">
              <a:solidFill>
                <a:schemeClr val="accent1"/>
              </a:solidFill>
              <a:prstDash val="solid"/>
              <a:round/>
            </a:ln>
          </p:spPr>
          <p:txBody>
            <a:bodyPr/>
            <a:lstStyle/>
            <a:p>
              <a:endParaRPr lang="en-GB"/>
            </a:p>
          </p:txBody>
        </p:sp>
        <p:sp>
          <p:nvSpPr>
            <p:cNvPr id="80" name="Freeform: Shape 79">
              <a:extLst>
                <a:ext uri="{FF2B5EF4-FFF2-40B4-BE49-F238E27FC236}">
                  <a16:creationId xmlns:a16="http://schemas.microsoft.com/office/drawing/2014/main" id="{1737D9B3-AB5F-14C3-81E7-341EB8054986}"/>
                </a:ext>
              </a:extLst>
            </p:cNvPr>
            <p:cNvSpPr/>
            <p:nvPr/>
          </p:nvSpPr>
          <p:spPr>
            <a:xfrm flipV="1">
              <a:off x="4189411" y="2678112"/>
              <a:ext cx="1142999" cy="1142999"/>
            </a:xfrm>
            <a:custGeom>
              <a:avLst/>
              <a:gdLst>
                <a:gd name="csX0" fmla="*/ 571701 w 1142999"/>
                <a:gd name="csY0" fmla="*/ 278 h 1142999"/>
                <a:gd name="csX1" fmla="*/ 201 w 1142999"/>
                <a:gd name="csY1" fmla="*/ 571778 h 1142999"/>
                <a:gd name="csX2" fmla="*/ 571701 w 1142999"/>
                <a:gd name="csY2" fmla="*/ 1143278 h 1142999"/>
                <a:gd name="csX3" fmla="*/ 1143201 w 1142999"/>
                <a:gd name="csY3" fmla="*/ 571778 h 1142999"/>
                <a:gd name="csX4" fmla="*/ 571701 w 1142999"/>
                <a:gd name="csY4" fmla="*/ 278 h 1142999"/>
              </a:gdLst>
              <a:ahLst/>
              <a:cxnLst>
                <a:cxn ang="0">
                  <a:pos x="csX0" y="csY0"/>
                </a:cxn>
                <a:cxn ang="0">
                  <a:pos x="csX1" y="csY1"/>
                </a:cxn>
                <a:cxn ang="0">
                  <a:pos x="csX2" y="csY2"/>
                </a:cxn>
                <a:cxn ang="0">
                  <a:pos x="csX3" y="csY3"/>
                </a:cxn>
                <a:cxn ang="0">
                  <a:pos x="csX4" y="csY4"/>
                </a:cxn>
              </a:cxnLst>
              <a:rect l="l" t="t" r="r" b="b"/>
              <a:pathLst>
                <a:path w="1142999" h="1142999">
                  <a:moveTo>
                    <a:pt x="571701" y="278"/>
                  </a:moveTo>
                  <a:cubicBezTo>
                    <a:pt x="256564" y="278"/>
                    <a:pt x="201" y="256640"/>
                    <a:pt x="201" y="571778"/>
                  </a:cubicBezTo>
                  <a:cubicBezTo>
                    <a:pt x="201" y="886916"/>
                    <a:pt x="256564" y="1143278"/>
                    <a:pt x="571701" y="1143278"/>
                  </a:cubicBezTo>
                  <a:cubicBezTo>
                    <a:pt x="886839" y="1143278"/>
                    <a:pt x="1143201" y="886916"/>
                    <a:pt x="1143201" y="571778"/>
                  </a:cubicBezTo>
                  <a:cubicBezTo>
                    <a:pt x="1143201" y="256640"/>
                    <a:pt x="886839" y="278"/>
                    <a:pt x="571701" y="278"/>
                  </a:cubicBezTo>
                  <a:close/>
                </a:path>
              </a:pathLst>
            </a:custGeom>
            <a:noFill/>
            <a:ln w="15875" cap="rnd">
              <a:solidFill>
                <a:schemeClr val="accent1"/>
              </a:solidFill>
              <a:prstDash val="solid"/>
              <a:round/>
            </a:ln>
          </p:spPr>
          <p:txBody>
            <a:bodyPr/>
            <a:lstStyle/>
            <a:p>
              <a:endParaRPr lang="en-GB"/>
            </a:p>
          </p:txBody>
        </p:sp>
        <p:sp>
          <p:nvSpPr>
            <p:cNvPr id="81" name="Freeform: Shape 80">
              <a:extLst>
                <a:ext uri="{FF2B5EF4-FFF2-40B4-BE49-F238E27FC236}">
                  <a16:creationId xmlns:a16="http://schemas.microsoft.com/office/drawing/2014/main" id="{8F8A68CB-C9A9-3312-4BF3-C55E9CB71C56}"/>
                </a:ext>
              </a:extLst>
            </p:cNvPr>
            <p:cNvSpPr/>
            <p:nvPr/>
          </p:nvSpPr>
          <p:spPr>
            <a:xfrm flipV="1">
              <a:off x="6475411" y="4202112"/>
              <a:ext cx="2285999" cy="2285999"/>
            </a:xfrm>
            <a:custGeom>
              <a:avLst/>
              <a:gdLst>
                <a:gd name="csX0" fmla="*/ 2286591 w 2285999"/>
                <a:gd name="csY0" fmla="*/ 1143543 h 2285999"/>
                <a:gd name="csX1" fmla="*/ 1143591 w 2285999"/>
                <a:gd name="csY1" fmla="*/ 543 h 2285999"/>
                <a:gd name="csX2" fmla="*/ 591 w 2285999"/>
                <a:gd name="csY2" fmla="*/ 1143543 h 2285999"/>
                <a:gd name="csX3" fmla="*/ 1143591 w 2285999"/>
                <a:gd name="csY3" fmla="*/ 2286543 h 2285999"/>
                <a:gd name="csX4" fmla="*/ 2286591 w 2285999"/>
                <a:gd name="csY4" fmla="*/ 1143543 h 2285999"/>
              </a:gdLst>
              <a:ahLst/>
              <a:cxnLst>
                <a:cxn ang="0">
                  <a:pos x="csX0" y="csY0"/>
                </a:cxn>
                <a:cxn ang="0">
                  <a:pos x="csX1" y="csY1"/>
                </a:cxn>
                <a:cxn ang="0">
                  <a:pos x="csX2" y="csY2"/>
                </a:cxn>
                <a:cxn ang="0">
                  <a:pos x="csX3" y="csY3"/>
                </a:cxn>
                <a:cxn ang="0">
                  <a:pos x="csX4" y="csY4"/>
                </a:cxn>
              </a:cxnLst>
              <a:rect l="l" t="t" r="r" b="b"/>
              <a:pathLst>
                <a:path w="2285999" h="2285999">
                  <a:moveTo>
                    <a:pt x="2286591" y="1143543"/>
                  </a:moveTo>
                  <a:cubicBezTo>
                    <a:pt x="2286591" y="512276"/>
                    <a:pt x="1774858" y="543"/>
                    <a:pt x="1143591" y="543"/>
                  </a:cubicBezTo>
                  <a:cubicBezTo>
                    <a:pt x="512325" y="543"/>
                    <a:pt x="591" y="512276"/>
                    <a:pt x="591" y="1143543"/>
                  </a:cubicBezTo>
                  <a:cubicBezTo>
                    <a:pt x="591" y="1774809"/>
                    <a:pt x="512325" y="2286543"/>
                    <a:pt x="1143591" y="2286543"/>
                  </a:cubicBezTo>
                  <a:cubicBezTo>
                    <a:pt x="1774858" y="2286543"/>
                    <a:pt x="2286591" y="1774809"/>
                    <a:pt x="2286591" y="1143543"/>
                  </a:cubicBezTo>
                  <a:close/>
                </a:path>
              </a:pathLst>
            </a:custGeom>
            <a:noFill/>
            <a:ln w="15875" cap="rnd">
              <a:solidFill>
                <a:schemeClr val="accent1"/>
              </a:solidFill>
              <a:prstDash val="solid"/>
              <a:round/>
            </a:ln>
          </p:spPr>
          <p:txBody>
            <a:bodyPr/>
            <a:lstStyle/>
            <a:p>
              <a:endParaRPr lang="en-GB"/>
            </a:p>
          </p:txBody>
        </p:sp>
        <p:sp>
          <p:nvSpPr>
            <p:cNvPr id="82" name="Freeform: Shape 81">
              <a:extLst>
                <a:ext uri="{FF2B5EF4-FFF2-40B4-BE49-F238E27FC236}">
                  <a16:creationId xmlns:a16="http://schemas.microsoft.com/office/drawing/2014/main" id="{88E22832-EC4E-D346-9E36-BAC878844126}"/>
                </a:ext>
              </a:extLst>
            </p:cNvPr>
            <p:cNvSpPr/>
            <p:nvPr/>
          </p:nvSpPr>
          <p:spPr>
            <a:xfrm flipV="1">
              <a:off x="7237411" y="4964112"/>
              <a:ext cx="761999" cy="761999"/>
            </a:xfrm>
            <a:custGeom>
              <a:avLst/>
              <a:gdLst>
                <a:gd name="csX0" fmla="*/ 381501 w 761999"/>
                <a:gd name="csY0" fmla="*/ 513 h 761999"/>
                <a:gd name="csX1" fmla="*/ 501 w 761999"/>
                <a:gd name="csY1" fmla="*/ 381513 h 761999"/>
                <a:gd name="csX2" fmla="*/ 381501 w 761999"/>
                <a:gd name="csY2" fmla="*/ 762513 h 761999"/>
                <a:gd name="csX3" fmla="*/ 762501 w 761999"/>
                <a:gd name="csY3" fmla="*/ 381513 h 761999"/>
                <a:gd name="csX4" fmla="*/ 381501 w 761999"/>
                <a:gd name="csY4" fmla="*/ 513 h 761999"/>
              </a:gdLst>
              <a:ahLst/>
              <a:cxnLst>
                <a:cxn ang="0">
                  <a:pos x="csX0" y="csY0"/>
                </a:cxn>
                <a:cxn ang="0">
                  <a:pos x="csX1" y="csY1"/>
                </a:cxn>
                <a:cxn ang="0">
                  <a:pos x="csX2" y="csY2"/>
                </a:cxn>
                <a:cxn ang="0">
                  <a:pos x="csX3" y="csY3"/>
                </a:cxn>
                <a:cxn ang="0">
                  <a:pos x="csX4" y="csY4"/>
                </a:cxn>
              </a:cxnLst>
              <a:rect l="l" t="t" r="r" b="b"/>
              <a:pathLst>
                <a:path w="761999" h="761999">
                  <a:moveTo>
                    <a:pt x="381501" y="513"/>
                  </a:moveTo>
                  <a:cubicBezTo>
                    <a:pt x="171469" y="513"/>
                    <a:pt x="501" y="171480"/>
                    <a:pt x="501" y="381513"/>
                  </a:cubicBezTo>
                  <a:cubicBezTo>
                    <a:pt x="501" y="591545"/>
                    <a:pt x="171469" y="762513"/>
                    <a:pt x="381501" y="762513"/>
                  </a:cubicBezTo>
                  <a:cubicBezTo>
                    <a:pt x="591534" y="762513"/>
                    <a:pt x="762501" y="591545"/>
                    <a:pt x="762501" y="381513"/>
                  </a:cubicBezTo>
                  <a:cubicBezTo>
                    <a:pt x="762501" y="171480"/>
                    <a:pt x="591534" y="513"/>
                    <a:pt x="381501" y="513"/>
                  </a:cubicBezTo>
                  <a:close/>
                </a:path>
              </a:pathLst>
            </a:custGeom>
            <a:noFill/>
            <a:ln w="15875" cap="rnd">
              <a:solidFill>
                <a:schemeClr val="accent1"/>
              </a:solidFill>
              <a:prstDash val="solid"/>
              <a:round/>
            </a:ln>
          </p:spPr>
          <p:txBody>
            <a:bodyPr/>
            <a:lstStyle/>
            <a:p>
              <a:endParaRPr lang="en-GB"/>
            </a:p>
          </p:txBody>
        </p:sp>
        <p:sp>
          <p:nvSpPr>
            <p:cNvPr id="83" name="Freeform: Shape 82">
              <a:extLst>
                <a:ext uri="{FF2B5EF4-FFF2-40B4-BE49-F238E27FC236}">
                  <a16:creationId xmlns:a16="http://schemas.microsoft.com/office/drawing/2014/main" id="{B48F2089-1A94-682F-FA08-585802C2F3AA}"/>
                </a:ext>
              </a:extLst>
            </p:cNvPr>
            <p:cNvSpPr/>
            <p:nvPr/>
          </p:nvSpPr>
          <p:spPr>
            <a:xfrm flipV="1">
              <a:off x="4379911" y="366712"/>
              <a:ext cx="9525" cy="787399"/>
            </a:xfrm>
            <a:custGeom>
              <a:avLst/>
              <a:gdLst>
                <a:gd name="csX0" fmla="*/ 161 w 9525"/>
                <a:gd name="csY0" fmla="*/ 30 h 787399"/>
                <a:gd name="csX1" fmla="*/ 161 w 9525"/>
                <a:gd name="csY1" fmla="*/ 787430 h 787399"/>
              </a:gdLst>
              <a:ahLst/>
              <a:cxnLst>
                <a:cxn ang="0">
                  <a:pos x="csX0" y="csY0"/>
                </a:cxn>
                <a:cxn ang="0">
                  <a:pos x="csX1" y="csY1"/>
                </a:cxn>
              </a:cxnLst>
              <a:rect l="l" t="t" r="r" b="b"/>
              <a:pathLst>
                <a:path w="9525" h="787399">
                  <a:moveTo>
                    <a:pt x="161" y="30"/>
                  </a:moveTo>
                  <a:lnTo>
                    <a:pt x="161" y="787430"/>
                  </a:lnTo>
                </a:path>
              </a:pathLst>
            </a:custGeom>
            <a:noFill/>
            <a:ln w="15875" cap="rnd">
              <a:solidFill>
                <a:schemeClr val="accent1"/>
              </a:solidFill>
              <a:prstDash val="solid"/>
              <a:round/>
            </a:ln>
          </p:spPr>
          <p:txBody>
            <a:bodyPr/>
            <a:lstStyle/>
            <a:p>
              <a:endParaRPr lang="en-GB"/>
            </a:p>
          </p:txBody>
        </p:sp>
        <p:sp>
          <p:nvSpPr>
            <p:cNvPr id="84" name="Freeform: Shape 83">
              <a:extLst>
                <a:ext uri="{FF2B5EF4-FFF2-40B4-BE49-F238E27FC236}">
                  <a16:creationId xmlns:a16="http://schemas.microsoft.com/office/drawing/2014/main" id="{E0BE0B81-6F34-A56E-5ABA-5A1F1DCF95CB}"/>
                </a:ext>
              </a:extLst>
            </p:cNvPr>
            <p:cNvSpPr/>
            <p:nvPr/>
          </p:nvSpPr>
          <p:spPr>
            <a:xfrm flipV="1">
              <a:off x="5141911" y="366712"/>
              <a:ext cx="9525" cy="787399"/>
            </a:xfrm>
            <a:custGeom>
              <a:avLst/>
              <a:gdLst>
                <a:gd name="csX0" fmla="*/ 241 w 9525"/>
                <a:gd name="csY0" fmla="*/ 30 h 787399"/>
                <a:gd name="csX1" fmla="*/ 241 w 9525"/>
                <a:gd name="csY1" fmla="*/ 787430 h 787399"/>
              </a:gdLst>
              <a:ahLst/>
              <a:cxnLst>
                <a:cxn ang="0">
                  <a:pos x="csX0" y="csY0"/>
                </a:cxn>
                <a:cxn ang="0">
                  <a:pos x="csX1" y="csY1"/>
                </a:cxn>
              </a:cxnLst>
              <a:rect l="l" t="t" r="r" b="b"/>
              <a:pathLst>
                <a:path w="9525" h="787399">
                  <a:moveTo>
                    <a:pt x="241" y="30"/>
                  </a:moveTo>
                  <a:lnTo>
                    <a:pt x="241" y="787430"/>
                  </a:lnTo>
                </a:path>
              </a:pathLst>
            </a:custGeom>
            <a:noFill/>
            <a:ln w="15875" cap="rnd">
              <a:solidFill>
                <a:schemeClr val="accent1"/>
              </a:solidFill>
              <a:prstDash val="solid"/>
              <a:round/>
            </a:ln>
          </p:spPr>
          <p:txBody>
            <a:bodyPr/>
            <a:lstStyle/>
            <a:p>
              <a:endParaRPr lang="en-GB"/>
            </a:p>
          </p:txBody>
        </p:sp>
        <p:sp>
          <p:nvSpPr>
            <p:cNvPr id="85" name="Freeform: Shape 84">
              <a:extLst>
                <a:ext uri="{FF2B5EF4-FFF2-40B4-BE49-F238E27FC236}">
                  <a16:creationId xmlns:a16="http://schemas.microsoft.com/office/drawing/2014/main" id="{E9278932-CEC4-7649-A506-F15AE3F54759}"/>
                </a:ext>
              </a:extLst>
            </p:cNvPr>
            <p:cNvSpPr/>
            <p:nvPr/>
          </p:nvSpPr>
          <p:spPr>
            <a:xfrm flipV="1">
              <a:off x="7237411" y="2678112"/>
              <a:ext cx="9525" cy="761999"/>
            </a:xfrm>
            <a:custGeom>
              <a:avLst/>
              <a:gdLst>
                <a:gd name="csX0" fmla="*/ 461 w 9525"/>
                <a:gd name="csY0" fmla="*/ 273 h 761999"/>
                <a:gd name="csX1" fmla="*/ 461 w 9525"/>
                <a:gd name="csY1" fmla="*/ 762273 h 761999"/>
              </a:gdLst>
              <a:ahLst/>
              <a:cxnLst>
                <a:cxn ang="0">
                  <a:pos x="csX0" y="csY0"/>
                </a:cxn>
                <a:cxn ang="0">
                  <a:pos x="csX1" y="csY1"/>
                </a:cxn>
              </a:cxnLst>
              <a:rect l="l" t="t" r="r" b="b"/>
              <a:pathLst>
                <a:path w="9525" h="761999">
                  <a:moveTo>
                    <a:pt x="461" y="273"/>
                  </a:moveTo>
                  <a:lnTo>
                    <a:pt x="461" y="762273"/>
                  </a:lnTo>
                </a:path>
              </a:pathLst>
            </a:custGeom>
            <a:noFill/>
            <a:ln w="15875" cap="rnd">
              <a:solidFill>
                <a:schemeClr val="accent1"/>
              </a:solidFill>
              <a:prstDash val="solid"/>
              <a:round/>
            </a:ln>
          </p:spPr>
          <p:txBody>
            <a:bodyPr/>
            <a:lstStyle/>
            <a:p>
              <a:endParaRPr lang="en-GB"/>
            </a:p>
          </p:txBody>
        </p:sp>
        <p:sp>
          <p:nvSpPr>
            <p:cNvPr id="86" name="Freeform: Shape 85">
              <a:extLst>
                <a:ext uri="{FF2B5EF4-FFF2-40B4-BE49-F238E27FC236}">
                  <a16:creationId xmlns:a16="http://schemas.microsoft.com/office/drawing/2014/main" id="{5AB110C4-3607-2A3E-9FBB-A24B4EBD6F01}"/>
                </a:ext>
              </a:extLst>
            </p:cNvPr>
            <p:cNvSpPr/>
            <p:nvPr/>
          </p:nvSpPr>
          <p:spPr>
            <a:xfrm flipV="1">
              <a:off x="7999411" y="2678112"/>
              <a:ext cx="9525" cy="761999"/>
            </a:xfrm>
            <a:custGeom>
              <a:avLst/>
              <a:gdLst>
                <a:gd name="csX0" fmla="*/ 541 w 9525"/>
                <a:gd name="csY0" fmla="*/ 273 h 761999"/>
                <a:gd name="csX1" fmla="*/ 541 w 9525"/>
                <a:gd name="csY1" fmla="*/ 762273 h 761999"/>
              </a:gdLst>
              <a:ahLst/>
              <a:cxnLst>
                <a:cxn ang="0">
                  <a:pos x="csX0" y="csY0"/>
                </a:cxn>
                <a:cxn ang="0">
                  <a:pos x="csX1" y="csY1"/>
                </a:cxn>
              </a:cxnLst>
              <a:rect l="l" t="t" r="r" b="b"/>
              <a:pathLst>
                <a:path w="9525" h="761999">
                  <a:moveTo>
                    <a:pt x="541" y="273"/>
                  </a:moveTo>
                  <a:lnTo>
                    <a:pt x="541" y="762273"/>
                  </a:lnTo>
                </a:path>
              </a:pathLst>
            </a:custGeom>
            <a:noFill/>
            <a:ln w="15875" cap="rnd">
              <a:solidFill>
                <a:schemeClr val="accent1"/>
              </a:solidFill>
              <a:prstDash val="solid"/>
              <a:round/>
            </a:ln>
          </p:spPr>
          <p:txBody>
            <a:bodyPr/>
            <a:lstStyle/>
            <a:p>
              <a:endParaRPr lang="en-GB"/>
            </a:p>
          </p:txBody>
        </p:sp>
        <p:sp>
          <p:nvSpPr>
            <p:cNvPr id="87" name="Freeform: Shape 86">
              <a:extLst>
                <a:ext uri="{FF2B5EF4-FFF2-40B4-BE49-F238E27FC236}">
                  <a16:creationId xmlns:a16="http://schemas.microsoft.com/office/drawing/2014/main" id="{A1C5F5F2-2526-4C7C-3AAD-BDCA9C91348E}"/>
                </a:ext>
              </a:extLst>
            </p:cNvPr>
            <p:cNvSpPr/>
            <p:nvPr/>
          </p:nvSpPr>
          <p:spPr>
            <a:xfrm flipV="1">
              <a:off x="7618411" y="1154112"/>
              <a:ext cx="9525" cy="761999"/>
            </a:xfrm>
            <a:custGeom>
              <a:avLst/>
              <a:gdLst>
                <a:gd name="csX0" fmla="*/ 501 w 9525"/>
                <a:gd name="csY0" fmla="*/ 762173 h 761999"/>
                <a:gd name="csX1" fmla="*/ 501 w 9525"/>
                <a:gd name="csY1" fmla="*/ 173 h 761999"/>
              </a:gdLst>
              <a:ahLst/>
              <a:cxnLst>
                <a:cxn ang="0">
                  <a:pos x="csX0" y="csY0"/>
                </a:cxn>
                <a:cxn ang="0">
                  <a:pos x="csX1" y="csY1"/>
                </a:cxn>
              </a:cxnLst>
              <a:rect l="l" t="t" r="r" b="b"/>
              <a:pathLst>
                <a:path w="9525" h="761999">
                  <a:moveTo>
                    <a:pt x="501" y="762173"/>
                  </a:moveTo>
                  <a:lnTo>
                    <a:pt x="501" y="173"/>
                  </a:lnTo>
                </a:path>
              </a:pathLst>
            </a:custGeom>
            <a:noFill/>
            <a:ln w="15875" cap="rnd">
              <a:solidFill>
                <a:schemeClr val="accent1"/>
              </a:solidFill>
              <a:prstDash val="solid"/>
              <a:round/>
            </a:ln>
          </p:spPr>
          <p:txBody>
            <a:bodyPr/>
            <a:lstStyle/>
            <a:p>
              <a:endParaRPr lang="en-GB"/>
            </a:p>
          </p:txBody>
        </p:sp>
        <p:sp>
          <p:nvSpPr>
            <p:cNvPr id="88" name="Freeform: Shape 87">
              <a:extLst>
                <a:ext uri="{FF2B5EF4-FFF2-40B4-BE49-F238E27FC236}">
                  <a16:creationId xmlns:a16="http://schemas.microsoft.com/office/drawing/2014/main" id="{07B488BA-A345-7C37-6EA5-4CC746842658}"/>
                </a:ext>
              </a:extLst>
            </p:cNvPr>
            <p:cNvSpPr/>
            <p:nvPr/>
          </p:nvSpPr>
          <p:spPr>
            <a:xfrm flipV="1">
              <a:off x="7237411" y="1535112"/>
              <a:ext cx="761999" cy="9525"/>
            </a:xfrm>
            <a:custGeom>
              <a:avLst/>
              <a:gdLst>
                <a:gd name="csX0" fmla="*/ 471 w 761999"/>
                <a:gd name="csY0" fmla="*/ 143 h 9525"/>
                <a:gd name="csX1" fmla="*/ 762471 w 761999"/>
                <a:gd name="csY1" fmla="*/ 143 h 9525"/>
              </a:gdLst>
              <a:ahLst/>
              <a:cxnLst>
                <a:cxn ang="0">
                  <a:pos x="csX0" y="csY0"/>
                </a:cxn>
                <a:cxn ang="0">
                  <a:pos x="csX1" y="csY1"/>
                </a:cxn>
              </a:cxnLst>
              <a:rect l="l" t="t" r="r" b="b"/>
              <a:pathLst>
                <a:path w="761999" h="9525">
                  <a:moveTo>
                    <a:pt x="471" y="143"/>
                  </a:moveTo>
                  <a:lnTo>
                    <a:pt x="762471" y="143"/>
                  </a:lnTo>
                </a:path>
              </a:pathLst>
            </a:custGeom>
            <a:noFill/>
            <a:ln w="15875" cap="rnd">
              <a:solidFill>
                <a:schemeClr val="accent1"/>
              </a:solidFill>
              <a:prstDash val="solid"/>
              <a:round/>
            </a:ln>
          </p:spPr>
          <p:txBody>
            <a:bodyPr/>
            <a:lstStyle/>
            <a:p>
              <a:endParaRPr lang="en-GB"/>
            </a:p>
          </p:txBody>
        </p:sp>
        <p:sp>
          <p:nvSpPr>
            <p:cNvPr id="89" name="Freeform: Shape 88">
              <a:extLst>
                <a:ext uri="{FF2B5EF4-FFF2-40B4-BE49-F238E27FC236}">
                  <a16:creationId xmlns:a16="http://schemas.microsoft.com/office/drawing/2014/main" id="{795DFD42-CD81-DB33-5333-E2AB2215062A}"/>
                </a:ext>
              </a:extLst>
            </p:cNvPr>
            <p:cNvSpPr/>
            <p:nvPr/>
          </p:nvSpPr>
          <p:spPr>
            <a:xfrm flipV="1">
              <a:off x="4760911" y="5345112"/>
              <a:ext cx="9525" cy="761999"/>
            </a:xfrm>
            <a:custGeom>
              <a:avLst/>
              <a:gdLst>
                <a:gd name="csX0" fmla="*/ 201 w 9525"/>
                <a:gd name="csY0" fmla="*/ 762613 h 761999"/>
                <a:gd name="csX1" fmla="*/ 201 w 9525"/>
                <a:gd name="csY1" fmla="*/ 613 h 761999"/>
              </a:gdLst>
              <a:ahLst/>
              <a:cxnLst>
                <a:cxn ang="0">
                  <a:pos x="csX0" y="csY0"/>
                </a:cxn>
                <a:cxn ang="0">
                  <a:pos x="csX1" y="csY1"/>
                </a:cxn>
              </a:cxnLst>
              <a:rect l="l" t="t" r="r" b="b"/>
              <a:pathLst>
                <a:path w="9525" h="761999">
                  <a:moveTo>
                    <a:pt x="201" y="762613"/>
                  </a:moveTo>
                  <a:lnTo>
                    <a:pt x="201" y="613"/>
                  </a:lnTo>
                </a:path>
              </a:pathLst>
            </a:custGeom>
            <a:noFill/>
            <a:ln w="15875" cap="rnd">
              <a:solidFill>
                <a:schemeClr val="accent1"/>
              </a:solidFill>
              <a:prstDash val="solid"/>
              <a:round/>
            </a:ln>
          </p:spPr>
          <p:txBody>
            <a:bodyPr/>
            <a:lstStyle/>
            <a:p>
              <a:endParaRPr lang="en-GB"/>
            </a:p>
          </p:txBody>
        </p:sp>
        <p:sp>
          <p:nvSpPr>
            <p:cNvPr id="90" name="Freeform: Shape 89">
              <a:extLst>
                <a:ext uri="{FF2B5EF4-FFF2-40B4-BE49-F238E27FC236}">
                  <a16:creationId xmlns:a16="http://schemas.microsoft.com/office/drawing/2014/main" id="{D0BBC352-7ED8-FDDA-5825-D2C0879EE93A}"/>
                </a:ext>
              </a:extLst>
            </p:cNvPr>
            <p:cNvSpPr/>
            <p:nvPr/>
          </p:nvSpPr>
          <p:spPr>
            <a:xfrm flipV="1">
              <a:off x="4379911" y="5726112"/>
              <a:ext cx="761999" cy="9525"/>
            </a:xfrm>
            <a:custGeom>
              <a:avLst/>
              <a:gdLst>
                <a:gd name="csX0" fmla="*/ 171 w 761999"/>
                <a:gd name="csY0" fmla="*/ 583 h 9525"/>
                <a:gd name="csX1" fmla="*/ 762171 w 761999"/>
                <a:gd name="csY1" fmla="*/ 583 h 9525"/>
              </a:gdLst>
              <a:ahLst/>
              <a:cxnLst>
                <a:cxn ang="0">
                  <a:pos x="csX0" y="csY0"/>
                </a:cxn>
                <a:cxn ang="0">
                  <a:pos x="csX1" y="csY1"/>
                </a:cxn>
              </a:cxnLst>
              <a:rect l="l" t="t" r="r" b="b"/>
              <a:pathLst>
                <a:path w="761999" h="9525">
                  <a:moveTo>
                    <a:pt x="171" y="583"/>
                  </a:moveTo>
                  <a:lnTo>
                    <a:pt x="762171" y="583"/>
                  </a:lnTo>
                </a:path>
              </a:pathLst>
            </a:custGeom>
            <a:noFill/>
            <a:ln w="15875" cap="rnd">
              <a:solidFill>
                <a:schemeClr val="accent1"/>
              </a:solidFill>
              <a:prstDash val="solid"/>
              <a:round/>
            </a:ln>
          </p:spPr>
          <p:txBody>
            <a:bodyPr/>
            <a:lstStyle/>
            <a:p>
              <a:endParaRPr lang="en-GB"/>
            </a:p>
          </p:txBody>
        </p:sp>
      </p:grpSp>
      <p:sp>
        <p:nvSpPr>
          <p:cNvPr id="11" name="Slide Number Placeholder 10">
            <a:extLst>
              <a:ext uri="{FF2B5EF4-FFF2-40B4-BE49-F238E27FC236}">
                <a16:creationId xmlns:a16="http://schemas.microsoft.com/office/drawing/2014/main" id="{BC9EC3F4-6257-5250-3F9C-39D64C037B20}"/>
              </a:ext>
            </a:extLst>
          </p:cNvPr>
          <p:cNvSpPr>
            <a:spLocks noGrp="1"/>
          </p:cNvSpPr>
          <p:nvPr>
            <p:ph type="sldNum" sz="quarter" idx="12"/>
          </p:nvPr>
        </p:nvSpPr>
        <p:spPr/>
        <p:txBody>
          <a:bodyPr/>
          <a:lstStyle/>
          <a:p>
            <a:fld id="{0BE4EC83-A869-464E-AE9F-881796FB085E}" type="slidenum">
              <a:rPr lang="en-US" smtClean="0"/>
              <a:t>74</a:t>
            </a:fld>
            <a:endParaRPr lang="en-US"/>
          </a:p>
        </p:txBody>
      </p:sp>
    </p:spTree>
    <p:extLst>
      <p:ext uri="{BB962C8B-B14F-4D97-AF65-F5344CB8AC3E}">
        <p14:creationId xmlns:p14="http://schemas.microsoft.com/office/powerpoint/2010/main" val="395312830"/>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E844A-2AC4-FEEC-E793-6C21B2B32A97}"/>
            </a:ext>
          </a:extLst>
        </p:cNvPr>
        <p:cNvGrpSpPr/>
        <p:nvPr/>
      </p:nvGrpSpPr>
      <p:grpSpPr>
        <a:xfrm>
          <a:off x="0" y="0"/>
          <a:ext cx="0" cy="0"/>
          <a:chOff x="0" y="0"/>
          <a:chExt cx="0" cy="0"/>
        </a:xfrm>
      </p:grpSpPr>
      <p:sp>
        <p:nvSpPr>
          <p:cNvPr id="4" name="Round Same Side Corner Rectangle 3">
            <a:extLst>
              <a:ext uri="{FF2B5EF4-FFF2-40B4-BE49-F238E27FC236}">
                <a16:creationId xmlns:a16="http://schemas.microsoft.com/office/drawing/2014/main" id="{6FE4F064-E660-ECAF-2D59-BB56EE64D25B}"/>
              </a:ext>
            </a:extLst>
          </p:cNvPr>
          <p:cNvSpPr/>
          <p:nvPr/>
        </p:nvSpPr>
        <p:spPr>
          <a:xfrm>
            <a:off x="838199" y="1750097"/>
            <a:ext cx="10515601" cy="3975167"/>
          </a:xfrm>
          <a:prstGeom prst="round2SameRect">
            <a:avLst>
              <a:gd name="adj1" fmla="val 0"/>
              <a:gd name="adj2" fmla="val 872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Rectangle 95">
            <a:extLst>
              <a:ext uri="{FF2B5EF4-FFF2-40B4-BE49-F238E27FC236}">
                <a16:creationId xmlns:a16="http://schemas.microsoft.com/office/drawing/2014/main" id="{69039D4B-7D6B-9AAD-A6F8-7206BA6733D7}"/>
              </a:ext>
            </a:extLst>
          </p:cNvPr>
          <p:cNvSpPr/>
          <p:nvPr/>
        </p:nvSpPr>
        <p:spPr>
          <a:xfrm>
            <a:off x="1872988" y="3167309"/>
            <a:ext cx="8067780" cy="451821"/>
          </a:xfrm>
          <a:prstGeom prst="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01AD268-FA25-EB80-B199-6EB10974C008}"/>
              </a:ext>
            </a:extLst>
          </p:cNvPr>
          <p:cNvSpPr>
            <a:spLocks noGrp="1"/>
          </p:cNvSpPr>
          <p:nvPr>
            <p:ph type="title"/>
          </p:nvPr>
        </p:nvSpPr>
        <p:spPr>
          <a:xfrm>
            <a:off x="609601" y="561078"/>
            <a:ext cx="10972800" cy="666261"/>
          </a:xfrm>
        </p:spPr>
        <p:txBody>
          <a:bodyPr/>
          <a:lstStyle/>
          <a:p>
            <a:r>
              <a:rPr lang="ar-EG" dirty="0"/>
              <a:t>مؤشرات الأداء الاستراتيجية للبنية المؤسسية</a:t>
            </a:r>
            <a:endParaRPr lang="en-US" dirty="0"/>
          </a:p>
        </p:txBody>
      </p:sp>
      <p:sp>
        <p:nvSpPr>
          <p:cNvPr id="5" name="Freeform 4">
            <a:extLst>
              <a:ext uri="{FF2B5EF4-FFF2-40B4-BE49-F238E27FC236}">
                <a16:creationId xmlns:a16="http://schemas.microsoft.com/office/drawing/2014/main" id="{EE7072C0-D1C6-EF43-7410-AE5544443516}"/>
              </a:ext>
            </a:extLst>
          </p:cNvPr>
          <p:cNvSpPr/>
          <p:nvPr/>
        </p:nvSpPr>
        <p:spPr>
          <a:xfrm>
            <a:off x="3433482" y="1618981"/>
            <a:ext cx="3313986" cy="170329"/>
          </a:xfrm>
          <a:custGeom>
            <a:avLst/>
            <a:gdLst>
              <a:gd name="connsiteX0" fmla="*/ 0 w 3313986"/>
              <a:gd name="connsiteY0" fmla="*/ 0 h 170329"/>
              <a:gd name="connsiteX1" fmla="*/ 3313986 w 3313986"/>
              <a:gd name="connsiteY1" fmla="*/ 0 h 170329"/>
              <a:gd name="connsiteX2" fmla="*/ 3313986 w 3313986"/>
              <a:gd name="connsiteY2" fmla="*/ 170329 h 170329"/>
              <a:gd name="connsiteX3" fmla="*/ 149041 w 3313986"/>
              <a:gd name="connsiteY3" fmla="*/ 170329 h 170329"/>
              <a:gd name="connsiteX4" fmla="*/ 0 w 3313986"/>
              <a:gd name="connsiteY4" fmla="*/ 21288 h 170329"/>
              <a:gd name="connsiteX0" fmla="*/ 0 w 3313986"/>
              <a:gd name="connsiteY0" fmla="*/ 12216 h 182545"/>
              <a:gd name="connsiteX1" fmla="*/ 1771564 w 3313986"/>
              <a:gd name="connsiteY1" fmla="*/ 0 h 182545"/>
              <a:gd name="connsiteX2" fmla="*/ 3313986 w 3313986"/>
              <a:gd name="connsiteY2" fmla="*/ 12216 h 182545"/>
              <a:gd name="connsiteX3" fmla="*/ 3313986 w 3313986"/>
              <a:gd name="connsiteY3" fmla="*/ 182545 h 182545"/>
              <a:gd name="connsiteX4" fmla="*/ 149041 w 3313986"/>
              <a:gd name="connsiteY4" fmla="*/ 182545 h 182545"/>
              <a:gd name="connsiteX5" fmla="*/ 0 w 3313986"/>
              <a:gd name="connsiteY5" fmla="*/ 33504 h 182545"/>
              <a:gd name="connsiteX6" fmla="*/ 0 w 3313986"/>
              <a:gd name="connsiteY6" fmla="*/ 12216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6" fmla="*/ 1863004 w 3313986"/>
              <a:gd name="connsiteY6" fmla="*/ 91440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0" fmla="*/ 3313986 w 3313986"/>
              <a:gd name="connsiteY0" fmla="*/ 0 h 170329"/>
              <a:gd name="connsiteX1" fmla="*/ 3313986 w 3313986"/>
              <a:gd name="connsiteY1" fmla="*/ 170329 h 170329"/>
              <a:gd name="connsiteX2" fmla="*/ 149041 w 3313986"/>
              <a:gd name="connsiteY2" fmla="*/ 170329 h 170329"/>
              <a:gd name="connsiteX3" fmla="*/ 0 w 3313986"/>
              <a:gd name="connsiteY3" fmla="*/ 21288 h 170329"/>
              <a:gd name="connsiteX4" fmla="*/ 0 w 3313986"/>
              <a:gd name="connsiteY4" fmla="*/ 0 h 170329"/>
              <a:gd name="connsiteX0" fmla="*/ 3313986 w 3313986"/>
              <a:gd name="connsiteY0" fmla="*/ 170329 h 170329"/>
              <a:gd name="connsiteX1" fmla="*/ 149041 w 3313986"/>
              <a:gd name="connsiteY1" fmla="*/ 170329 h 170329"/>
              <a:gd name="connsiteX2" fmla="*/ 0 w 3313986"/>
              <a:gd name="connsiteY2" fmla="*/ 21288 h 170329"/>
              <a:gd name="connsiteX3" fmla="*/ 0 w 3313986"/>
              <a:gd name="connsiteY3" fmla="*/ 0 h 170329"/>
            </a:gdLst>
            <a:ahLst/>
            <a:cxnLst>
              <a:cxn ang="0">
                <a:pos x="connsiteX0" y="connsiteY0"/>
              </a:cxn>
              <a:cxn ang="0">
                <a:pos x="connsiteX1" y="connsiteY1"/>
              </a:cxn>
              <a:cxn ang="0">
                <a:pos x="connsiteX2" y="connsiteY2"/>
              </a:cxn>
              <a:cxn ang="0">
                <a:pos x="connsiteX3" y="connsiteY3"/>
              </a:cxn>
            </a:cxnLst>
            <a:rect l="l" t="t" r="r" b="b"/>
            <a:pathLst>
              <a:path w="3313986" h="170329">
                <a:moveTo>
                  <a:pt x="3313986" y="170329"/>
                </a:moveTo>
                <a:lnTo>
                  <a:pt x="149041" y="170329"/>
                </a:lnTo>
                <a:cubicBezTo>
                  <a:pt x="66728" y="170329"/>
                  <a:pt x="0" y="103601"/>
                  <a:pt x="0" y="21288"/>
                </a:cubicBezTo>
                <a:lnTo>
                  <a:pt x="0" y="0"/>
                </a:lnTo>
              </a:path>
            </a:pathLst>
          </a:custGeom>
          <a:noFill/>
          <a:ln>
            <a:solidFill>
              <a:schemeClr val="bg1">
                <a:lumMod val="85000"/>
              </a:schemeClr>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eeform 5">
            <a:extLst>
              <a:ext uri="{FF2B5EF4-FFF2-40B4-BE49-F238E27FC236}">
                <a16:creationId xmlns:a16="http://schemas.microsoft.com/office/drawing/2014/main" id="{98508B2E-F4A3-E7A3-1279-D87B7F66CE2C}"/>
              </a:ext>
            </a:extLst>
          </p:cNvPr>
          <p:cNvSpPr/>
          <p:nvPr/>
        </p:nvSpPr>
        <p:spPr>
          <a:xfrm flipH="1">
            <a:off x="5596932" y="1737221"/>
            <a:ext cx="3313986" cy="170329"/>
          </a:xfrm>
          <a:custGeom>
            <a:avLst/>
            <a:gdLst>
              <a:gd name="connsiteX0" fmla="*/ 0 w 3313986"/>
              <a:gd name="connsiteY0" fmla="*/ 0 h 170329"/>
              <a:gd name="connsiteX1" fmla="*/ 3313986 w 3313986"/>
              <a:gd name="connsiteY1" fmla="*/ 0 h 170329"/>
              <a:gd name="connsiteX2" fmla="*/ 3313986 w 3313986"/>
              <a:gd name="connsiteY2" fmla="*/ 170329 h 170329"/>
              <a:gd name="connsiteX3" fmla="*/ 149041 w 3313986"/>
              <a:gd name="connsiteY3" fmla="*/ 170329 h 170329"/>
              <a:gd name="connsiteX4" fmla="*/ 0 w 3313986"/>
              <a:gd name="connsiteY4" fmla="*/ 21288 h 170329"/>
              <a:gd name="connsiteX0" fmla="*/ 0 w 3313986"/>
              <a:gd name="connsiteY0" fmla="*/ 12216 h 182545"/>
              <a:gd name="connsiteX1" fmla="*/ 1771564 w 3313986"/>
              <a:gd name="connsiteY1" fmla="*/ 0 h 182545"/>
              <a:gd name="connsiteX2" fmla="*/ 3313986 w 3313986"/>
              <a:gd name="connsiteY2" fmla="*/ 12216 h 182545"/>
              <a:gd name="connsiteX3" fmla="*/ 3313986 w 3313986"/>
              <a:gd name="connsiteY3" fmla="*/ 182545 h 182545"/>
              <a:gd name="connsiteX4" fmla="*/ 149041 w 3313986"/>
              <a:gd name="connsiteY4" fmla="*/ 182545 h 182545"/>
              <a:gd name="connsiteX5" fmla="*/ 0 w 3313986"/>
              <a:gd name="connsiteY5" fmla="*/ 33504 h 182545"/>
              <a:gd name="connsiteX6" fmla="*/ 0 w 3313986"/>
              <a:gd name="connsiteY6" fmla="*/ 12216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6" fmla="*/ 1863004 w 3313986"/>
              <a:gd name="connsiteY6" fmla="*/ 91440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0" fmla="*/ 3313986 w 3313986"/>
              <a:gd name="connsiteY0" fmla="*/ 0 h 170329"/>
              <a:gd name="connsiteX1" fmla="*/ 3313986 w 3313986"/>
              <a:gd name="connsiteY1" fmla="*/ 170329 h 170329"/>
              <a:gd name="connsiteX2" fmla="*/ 149041 w 3313986"/>
              <a:gd name="connsiteY2" fmla="*/ 170329 h 170329"/>
              <a:gd name="connsiteX3" fmla="*/ 0 w 3313986"/>
              <a:gd name="connsiteY3" fmla="*/ 21288 h 170329"/>
              <a:gd name="connsiteX4" fmla="*/ 0 w 3313986"/>
              <a:gd name="connsiteY4" fmla="*/ 0 h 170329"/>
              <a:gd name="connsiteX0" fmla="*/ 3313986 w 3313986"/>
              <a:gd name="connsiteY0" fmla="*/ 170329 h 170329"/>
              <a:gd name="connsiteX1" fmla="*/ 149041 w 3313986"/>
              <a:gd name="connsiteY1" fmla="*/ 170329 h 170329"/>
              <a:gd name="connsiteX2" fmla="*/ 0 w 3313986"/>
              <a:gd name="connsiteY2" fmla="*/ 21288 h 170329"/>
              <a:gd name="connsiteX3" fmla="*/ 0 w 3313986"/>
              <a:gd name="connsiteY3" fmla="*/ 0 h 170329"/>
            </a:gdLst>
            <a:ahLst/>
            <a:cxnLst>
              <a:cxn ang="0">
                <a:pos x="connsiteX0" y="connsiteY0"/>
              </a:cxn>
              <a:cxn ang="0">
                <a:pos x="connsiteX1" y="connsiteY1"/>
              </a:cxn>
              <a:cxn ang="0">
                <a:pos x="connsiteX2" y="connsiteY2"/>
              </a:cxn>
              <a:cxn ang="0">
                <a:pos x="connsiteX3" y="connsiteY3"/>
              </a:cxn>
            </a:cxnLst>
            <a:rect l="l" t="t" r="r" b="b"/>
            <a:pathLst>
              <a:path w="3313986" h="170329">
                <a:moveTo>
                  <a:pt x="3313986" y="170329"/>
                </a:moveTo>
                <a:lnTo>
                  <a:pt x="149041" y="170329"/>
                </a:lnTo>
                <a:cubicBezTo>
                  <a:pt x="66728" y="170329"/>
                  <a:pt x="0" y="103601"/>
                  <a:pt x="0" y="21288"/>
                </a:cubicBezTo>
                <a:lnTo>
                  <a:pt x="0" y="0"/>
                </a:lnTo>
              </a:path>
            </a:pathLst>
          </a:custGeom>
          <a:noFill/>
          <a:ln>
            <a:solidFill>
              <a:schemeClr val="bg1">
                <a:lumMod val="85000"/>
              </a:schemeClr>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ounded Rectangle 6">
            <a:extLst>
              <a:ext uri="{FF2B5EF4-FFF2-40B4-BE49-F238E27FC236}">
                <a16:creationId xmlns:a16="http://schemas.microsoft.com/office/drawing/2014/main" id="{118D34FD-C5E9-5DD4-6D09-0248252BAA85}"/>
              </a:ext>
            </a:extLst>
          </p:cNvPr>
          <p:cNvSpPr/>
          <p:nvPr/>
        </p:nvSpPr>
        <p:spPr>
          <a:xfrm>
            <a:off x="2981661" y="1475899"/>
            <a:ext cx="6228678" cy="688914"/>
          </a:xfrm>
          <a:prstGeom prst="round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ounded Rectangle 7">
            <a:extLst>
              <a:ext uri="{FF2B5EF4-FFF2-40B4-BE49-F238E27FC236}">
                <a16:creationId xmlns:a16="http://schemas.microsoft.com/office/drawing/2014/main" id="{65DE851B-CF31-E870-0204-BB9A7119865A}"/>
              </a:ext>
            </a:extLst>
          </p:cNvPr>
          <p:cNvSpPr/>
          <p:nvPr/>
        </p:nvSpPr>
        <p:spPr>
          <a:xfrm>
            <a:off x="2981661" y="1287436"/>
            <a:ext cx="6228678" cy="92532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b="1" dirty="0"/>
              <a:t>قيمة الوفر المالي المقدر عن ممارسات البنية المؤسسية</a:t>
            </a:r>
            <a:endParaRPr lang="en-US" b="1" dirty="0"/>
          </a:p>
        </p:txBody>
      </p:sp>
      <p:sp>
        <p:nvSpPr>
          <p:cNvPr id="9" name="Title 11">
            <a:extLst>
              <a:ext uri="{FF2B5EF4-FFF2-40B4-BE49-F238E27FC236}">
                <a16:creationId xmlns:a16="http://schemas.microsoft.com/office/drawing/2014/main" id="{C745A020-69FF-EADA-B180-ACC6D1F2C7E1}"/>
              </a:ext>
            </a:extLst>
          </p:cNvPr>
          <p:cNvSpPr txBox="1">
            <a:spLocks/>
          </p:cNvSpPr>
          <p:nvPr/>
        </p:nvSpPr>
        <p:spPr>
          <a:xfrm>
            <a:off x="2949387" y="1565225"/>
            <a:ext cx="6293226" cy="647533"/>
          </a:xfrm>
          <a:prstGeom prst="rect">
            <a:avLst/>
          </a:prstGeom>
        </p:spPr>
        <p:txBody>
          <a:bodyPr anchor="ctr" anchorCtr="0">
            <a:noAutofit/>
          </a:bodyPr>
          <a:lstStyle>
            <a:lvl1pPr algn="r" defTabSz="914400" rtl="1" eaLnBrk="1" latinLnBrk="0" hangingPunct="1">
              <a:lnSpc>
                <a:spcPct val="100000"/>
              </a:lnSpc>
              <a:spcBef>
                <a:spcPct val="0"/>
              </a:spcBef>
              <a:buNone/>
              <a:defRPr sz="3200" b="1" kern="1200">
                <a:solidFill>
                  <a:schemeClr val="accent1">
                    <a:lumMod val="75000"/>
                  </a:schemeClr>
                </a:solidFill>
                <a:latin typeface="+mj-lt"/>
                <a:ea typeface="+mj-ea"/>
                <a:cs typeface="+mj-cs"/>
              </a:defRPr>
            </a:lvl1pPr>
          </a:lstStyle>
          <a:p>
            <a:pPr algn="ctr"/>
            <a:endParaRPr lang="ar-SA" sz="2000" dirty="0">
              <a:solidFill>
                <a:schemeClr val="bg1"/>
              </a:solidFill>
            </a:endParaRPr>
          </a:p>
        </p:txBody>
      </p:sp>
      <p:sp>
        <p:nvSpPr>
          <p:cNvPr id="10" name="Round Same Side Corner Rectangle 9">
            <a:extLst>
              <a:ext uri="{FF2B5EF4-FFF2-40B4-BE49-F238E27FC236}">
                <a16:creationId xmlns:a16="http://schemas.microsoft.com/office/drawing/2014/main" id="{775D3572-05E3-1AC3-31CB-385EA8B7D9EC}"/>
              </a:ext>
            </a:extLst>
          </p:cNvPr>
          <p:cNvSpPr/>
          <p:nvPr/>
        </p:nvSpPr>
        <p:spPr>
          <a:xfrm>
            <a:off x="5385860" y="1287437"/>
            <a:ext cx="1420280" cy="281048"/>
          </a:xfrm>
          <a:prstGeom prst="round2SameRect">
            <a:avLst>
              <a:gd name="adj1" fmla="val 0"/>
              <a:gd name="adj2" fmla="val 50000"/>
            </a:avLst>
          </a:prstGeom>
          <a:solidFill>
            <a:schemeClr val="bg1"/>
          </a:solidFill>
          <a:effectLst>
            <a:outerShdw blurRad="50800" dist="25400" dir="5400000" sx="97000" sy="97000" algn="t" rotWithShape="0">
              <a:prstClr val="black">
                <a:alpha val="20000"/>
              </a:prstClr>
            </a:outerShdw>
          </a:effectLst>
        </p:spPr>
        <p:txBody>
          <a:bodyPr wrap="none" tIns="0" bIns="45720">
            <a:noAutofit/>
          </a:bodyPr>
          <a:lstStyle/>
          <a:p>
            <a:pPr lvl="0" algn="ctr" rtl="1"/>
            <a:r>
              <a:rPr lang="en-US" b="1" dirty="0">
                <a:solidFill>
                  <a:schemeClr val="accent1"/>
                </a:solidFill>
              </a:rPr>
              <a:t>EASKPI03</a:t>
            </a:r>
            <a:endParaRPr lang="ar-EG" b="1" dirty="0">
              <a:solidFill>
                <a:schemeClr val="accent1"/>
              </a:solidFill>
            </a:endParaRPr>
          </a:p>
        </p:txBody>
      </p:sp>
      <p:sp>
        <p:nvSpPr>
          <p:cNvPr id="79" name="Rectangle 78">
            <a:extLst>
              <a:ext uri="{FF2B5EF4-FFF2-40B4-BE49-F238E27FC236}">
                <a16:creationId xmlns:a16="http://schemas.microsoft.com/office/drawing/2014/main" id="{1AF2BE3C-0C0F-9667-E006-7AF85BFBFC32}"/>
              </a:ext>
            </a:extLst>
          </p:cNvPr>
          <p:cNvSpPr/>
          <p:nvPr/>
        </p:nvSpPr>
        <p:spPr>
          <a:xfrm>
            <a:off x="1872988" y="2510775"/>
            <a:ext cx="8067780" cy="451821"/>
          </a:xfrm>
          <a:prstGeom prst="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92" name="Table 91">
            <a:extLst>
              <a:ext uri="{FF2B5EF4-FFF2-40B4-BE49-F238E27FC236}">
                <a16:creationId xmlns:a16="http://schemas.microsoft.com/office/drawing/2014/main" id="{0F016AEA-1657-238F-937C-C8AEE9A36315}"/>
              </a:ext>
            </a:extLst>
          </p:cNvPr>
          <p:cNvGraphicFramePr>
            <a:graphicFrameLocks noGrp="1"/>
          </p:cNvGraphicFramePr>
          <p:nvPr/>
        </p:nvGraphicFramePr>
        <p:xfrm>
          <a:off x="1113853" y="2293250"/>
          <a:ext cx="9964294" cy="1827936"/>
        </p:xfrm>
        <a:graphic>
          <a:graphicData uri="http://schemas.openxmlformats.org/drawingml/2006/table">
            <a:tbl>
              <a:tblPr firstRow="1" bandRow="1">
                <a:tableStyleId>{5C22544A-7EE6-4342-B048-85BDC9FD1C3A}</a:tableStyleId>
              </a:tblPr>
              <a:tblGrid>
                <a:gridCol w="8543322">
                  <a:extLst>
                    <a:ext uri="{9D8B030D-6E8A-4147-A177-3AD203B41FA5}">
                      <a16:colId xmlns:a16="http://schemas.microsoft.com/office/drawing/2014/main" val="1922650772"/>
                    </a:ext>
                  </a:extLst>
                </a:gridCol>
                <a:gridCol w="1420972">
                  <a:extLst>
                    <a:ext uri="{9D8B030D-6E8A-4147-A177-3AD203B41FA5}">
                      <a16:colId xmlns:a16="http://schemas.microsoft.com/office/drawing/2014/main" val="831415739"/>
                    </a:ext>
                  </a:extLst>
                </a:gridCol>
              </a:tblGrid>
              <a:tr h="456984">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baseline="0" dirty="0">
                          <a:solidFill>
                            <a:schemeClr val="accent1"/>
                          </a:solidFill>
                          <a:latin typeface="Sakkal Majalla" panose="02000000000000000000" pitchFamily="2" charset="-78"/>
                          <a:ea typeface="+mn-ea"/>
                          <a:cs typeface="Sakkal Majalla" panose="02000000000000000000" pitchFamily="2" charset="-78"/>
                        </a:rPr>
                        <a:t>تعزيز الكفاءة التشغيلية وكفاءة الإنفاق</a:t>
                      </a:r>
                      <a:endParaRPr lang="ar-EG" sz="1400" b="1" kern="1200" baseline="0" dirty="0">
                        <a:solidFill>
                          <a:schemeClr val="accent1"/>
                        </a:solidFill>
                        <a:latin typeface="Sakkal Majalla" panose="02000000000000000000" pitchFamily="2" charset="-78"/>
                        <a:ea typeface="+mn-ea"/>
                        <a:cs typeface="Sakkal Majalla" panose="02000000000000000000" pitchFamily="2" charset="-7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الهدف الاستراتيجي</a:t>
                      </a:r>
                      <a:endParaRPr lang="en-US"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4060515"/>
                  </a:ext>
                </a:extLst>
              </a:tr>
              <a:tr h="456984">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يقيس الأثر المالي لمخرجات وممارسات البنية المؤسسية عبر خفض التكاليف أو تجنبها نتيجة تقليل الازدواجية، وإعادة الاستخدام، ودمج الرخص وتوصيات الخدمات.</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وصف المؤشر</a:t>
                      </a:r>
                      <a:endParaRPr lang="en-US"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577636"/>
                  </a:ext>
                </a:extLst>
              </a:tr>
              <a:tr h="456984">
                <a:tc>
                  <a:txBody>
                    <a:bodyPr/>
                    <a:lstStyle/>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مجموع التكاليف التي تم تجنبها/خفضها نتيجة ممارسات </a:t>
                      </a:r>
                      <a:r>
                        <a:rPr lang="en-US" sz="1400" b="1" kern="1200" baseline="0" dirty="0">
                          <a:solidFill>
                            <a:schemeClr val="accent1"/>
                          </a:solidFill>
                          <a:latin typeface="Sakkal Majalla" panose="02000000000000000000" pitchFamily="2" charset="-78"/>
                          <a:ea typeface="+mn-ea"/>
                          <a:cs typeface="Sakkal Majalla" panose="02000000000000000000" pitchFamily="2" charset="-78"/>
                        </a:rPr>
                        <a:t>EA</a:t>
                      </a:r>
                      <a:endParaRPr lang="ar-EG" sz="1400" b="1" kern="1200" baseline="0" dirty="0">
                        <a:solidFill>
                          <a:schemeClr val="accent1"/>
                        </a:solidFill>
                        <a:latin typeface="Sakkal Majalla" panose="02000000000000000000" pitchFamily="2" charset="-78"/>
                        <a:ea typeface="+mn-ea"/>
                        <a:cs typeface="Sakkal Majalla" panose="02000000000000000000" pitchFamily="2" charset="-7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معادلة الاحتساب</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6671549"/>
                  </a:ext>
                </a:extLst>
              </a:tr>
              <a:tr h="456984">
                <a:tc>
                  <a:txBody>
                    <a:bodyPr/>
                    <a:lstStyle/>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مكتب البنية المؤسسية (تقديرات الترشيد + قياس الأثر</a:t>
                      </a:r>
                      <a:r>
                        <a:rPr lang="en-US" sz="1400" b="1" kern="1200" baseline="0" dirty="0">
                          <a:solidFill>
                            <a:schemeClr val="accent1"/>
                          </a:solidFill>
                          <a:latin typeface="Sakkal Majalla" panose="02000000000000000000" pitchFamily="2" charset="-78"/>
                          <a:ea typeface="+mn-ea"/>
                          <a:cs typeface="Sakkal Majalla" panose="02000000000000000000" pitchFamily="2" charset="-78"/>
                        </a:rPr>
                        <a:t>+ </a:t>
                      </a: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 القيمة التقديرية للكراسات)</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مصدر البيانات</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578273"/>
                  </a:ext>
                </a:extLst>
              </a:tr>
            </a:tbl>
          </a:graphicData>
        </a:graphic>
      </p:graphicFrame>
      <p:sp>
        <p:nvSpPr>
          <p:cNvPr id="35" name="TextBox 34">
            <a:extLst>
              <a:ext uri="{FF2B5EF4-FFF2-40B4-BE49-F238E27FC236}">
                <a16:creationId xmlns:a16="http://schemas.microsoft.com/office/drawing/2014/main" id="{A05BD234-69BE-404D-1432-79C504BF2C6B}"/>
              </a:ext>
            </a:extLst>
          </p:cNvPr>
          <p:cNvSpPr txBox="1"/>
          <p:nvPr/>
        </p:nvSpPr>
        <p:spPr>
          <a:xfrm>
            <a:off x="1844834" y="5206247"/>
            <a:ext cx="1365092" cy="246221"/>
          </a:xfrm>
          <a:prstGeom prst="rect">
            <a:avLst/>
          </a:prstGeom>
          <a:noFill/>
        </p:spPr>
        <p:txBody>
          <a:bodyPr wrap="square" rtlCol="0">
            <a:spAutoFit/>
          </a:bodyPr>
          <a:lstStyle/>
          <a:p>
            <a:pPr algn="ctr" rtl="1"/>
            <a:r>
              <a:rPr lang="ar-EG" sz="1000" dirty="0"/>
              <a:t>من قيمة المحفظة الرقمية</a:t>
            </a:r>
            <a:endParaRPr lang="en-US" sz="1000" dirty="0"/>
          </a:p>
        </p:txBody>
      </p:sp>
      <p:sp>
        <p:nvSpPr>
          <p:cNvPr id="38" name="Rounded Rectangle 40">
            <a:extLst>
              <a:ext uri="{FF2B5EF4-FFF2-40B4-BE49-F238E27FC236}">
                <a16:creationId xmlns:a16="http://schemas.microsoft.com/office/drawing/2014/main" id="{002B3178-ED4F-FBBD-57E7-CC5124FBFD5E}"/>
              </a:ext>
            </a:extLst>
          </p:cNvPr>
          <p:cNvSpPr/>
          <p:nvPr/>
        </p:nvSpPr>
        <p:spPr>
          <a:xfrm>
            <a:off x="2166134"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Box 38">
            <a:extLst>
              <a:ext uri="{FF2B5EF4-FFF2-40B4-BE49-F238E27FC236}">
                <a16:creationId xmlns:a16="http://schemas.microsoft.com/office/drawing/2014/main" id="{194453D0-65F0-D9E8-1341-C4E33499A5D0}"/>
              </a:ext>
            </a:extLst>
          </p:cNvPr>
          <p:cNvSpPr txBox="1"/>
          <p:nvPr/>
        </p:nvSpPr>
        <p:spPr>
          <a:xfrm>
            <a:off x="1962748"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المستهدف</a:t>
            </a:r>
          </a:p>
        </p:txBody>
      </p:sp>
      <p:grpSp>
        <p:nvGrpSpPr>
          <p:cNvPr id="40" name="Group 39">
            <a:extLst>
              <a:ext uri="{FF2B5EF4-FFF2-40B4-BE49-F238E27FC236}">
                <a16:creationId xmlns:a16="http://schemas.microsoft.com/office/drawing/2014/main" id="{F05E5B35-E51D-CCB6-DEB7-61A661731740}"/>
              </a:ext>
            </a:extLst>
          </p:cNvPr>
          <p:cNvGrpSpPr>
            <a:grpSpLocks noChangeAspect="1"/>
          </p:cNvGrpSpPr>
          <p:nvPr/>
        </p:nvGrpSpPr>
        <p:grpSpPr>
          <a:xfrm>
            <a:off x="8926404" y="4690821"/>
            <a:ext cx="243890" cy="242732"/>
            <a:chOff x="2501900" y="457201"/>
            <a:chExt cx="1674813" cy="1666876"/>
          </a:xfrm>
          <a:solidFill>
            <a:schemeClr val="accent1"/>
          </a:solidFill>
        </p:grpSpPr>
        <p:sp>
          <p:nvSpPr>
            <p:cNvPr id="43" name="Freeform 5">
              <a:extLst>
                <a:ext uri="{FF2B5EF4-FFF2-40B4-BE49-F238E27FC236}">
                  <a16:creationId xmlns:a16="http://schemas.microsoft.com/office/drawing/2014/main" id="{CFD1FCEC-3D70-E25E-D0A8-94EBB12F7266}"/>
                </a:ext>
              </a:extLst>
            </p:cNvPr>
            <p:cNvSpPr>
              <a:spLocks/>
            </p:cNvSpPr>
            <p:nvPr/>
          </p:nvSpPr>
          <p:spPr bwMode="auto">
            <a:xfrm>
              <a:off x="2857500" y="457201"/>
              <a:ext cx="130175" cy="273050"/>
            </a:xfrm>
            <a:custGeom>
              <a:avLst/>
              <a:gdLst>
                <a:gd name="T0" fmla="*/ 0 w 350"/>
                <a:gd name="T1" fmla="*/ 367 h 734"/>
                <a:gd name="T2" fmla="*/ 0 w 350"/>
                <a:gd name="T3" fmla="*/ 734 h 734"/>
                <a:gd name="T4" fmla="*/ 175 w 350"/>
                <a:gd name="T5" fmla="*/ 734 h 734"/>
                <a:gd name="T6" fmla="*/ 350 w 350"/>
                <a:gd name="T7" fmla="*/ 734 h 734"/>
                <a:gd name="T8" fmla="*/ 350 w 350"/>
                <a:gd name="T9" fmla="*/ 367 h 734"/>
                <a:gd name="T10" fmla="*/ 350 w 350"/>
                <a:gd name="T11" fmla="*/ 0 h 734"/>
                <a:gd name="T12" fmla="*/ 175 w 350"/>
                <a:gd name="T13" fmla="*/ 0 h 734"/>
                <a:gd name="T14" fmla="*/ 0 w 350"/>
                <a:gd name="T15" fmla="*/ 0 h 734"/>
                <a:gd name="T16" fmla="*/ 0 w 350"/>
                <a:gd name="T17" fmla="*/ 367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734">
                  <a:moveTo>
                    <a:pt x="0" y="367"/>
                  </a:moveTo>
                  <a:lnTo>
                    <a:pt x="0" y="734"/>
                  </a:lnTo>
                  <a:lnTo>
                    <a:pt x="175" y="734"/>
                  </a:lnTo>
                  <a:lnTo>
                    <a:pt x="350" y="734"/>
                  </a:lnTo>
                  <a:lnTo>
                    <a:pt x="350" y="367"/>
                  </a:lnTo>
                  <a:lnTo>
                    <a:pt x="350" y="0"/>
                  </a:lnTo>
                  <a:lnTo>
                    <a:pt x="175" y="0"/>
                  </a:lnTo>
                  <a:lnTo>
                    <a:pt x="0" y="0"/>
                  </a:lnTo>
                  <a:lnTo>
                    <a:pt x="0" y="3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4" name="Freeform 6">
              <a:extLst>
                <a:ext uri="{FF2B5EF4-FFF2-40B4-BE49-F238E27FC236}">
                  <a16:creationId xmlns:a16="http://schemas.microsoft.com/office/drawing/2014/main" id="{24DB7D9A-ED12-680D-6543-088891C8395B}"/>
                </a:ext>
              </a:extLst>
            </p:cNvPr>
            <p:cNvSpPr>
              <a:spLocks/>
            </p:cNvSpPr>
            <p:nvPr/>
          </p:nvSpPr>
          <p:spPr bwMode="auto">
            <a:xfrm>
              <a:off x="3690938" y="457201"/>
              <a:ext cx="136525" cy="273050"/>
            </a:xfrm>
            <a:custGeom>
              <a:avLst/>
              <a:gdLst>
                <a:gd name="T0" fmla="*/ 0 w 367"/>
                <a:gd name="T1" fmla="*/ 367 h 734"/>
                <a:gd name="T2" fmla="*/ 0 w 367"/>
                <a:gd name="T3" fmla="*/ 734 h 734"/>
                <a:gd name="T4" fmla="*/ 184 w 367"/>
                <a:gd name="T5" fmla="*/ 734 h 734"/>
                <a:gd name="T6" fmla="*/ 367 w 367"/>
                <a:gd name="T7" fmla="*/ 734 h 734"/>
                <a:gd name="T8" fmla="*/ 367 w 367"/>
                <a:gd name="T9" fmla="*/ 367 h 734"/>
                <a:gd name="T10" fmla="*/ 367 w 367"/>
                <a:gd name="T11" fmla="*/ 0 h 734"/>
                <a:gd name="T12" fmla="*/ 184 w 367"/>
                <a:gd name="T13" fmla="*/ 0 h 734"/>
                <a:gd name="T14" fmla="*/ 0 w 367"/>
                <a:gd name="T15" fmla="*/ 0 h 734"/>
                <a:gd name="T16" fmla="*/ 0 w 367"/>
                <a:gd name="T17" fmla="*/ 367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734">
                  <a:moveTo>
                    <a:pt x="0" y="367"/>
                  </a:moveTo>
                  <a:lnTo>
                    <a:pt x="0" y="734"/>
                  </a:lnTo>
                  <a:lnTo>
                    <a:pt x="184" y="734"/>
                  </a:lnTo>
                  <a:lnTo>
                    <a:pt x="367" y="734"/>
                  </a:lnTo>
                  <a:lnTo>
                    <a:pt x="367" y="367"/>
                  </a:lnTo>
                  <a:lnTo>
                    <a:pt x="367" y="0"/>
                  </a:lnTo>
                  <a:lnTo>
                    <a:pt x="184" y="0"/>
                  </a:lnTo>
                  <a:lnTo>
                    <a:pt x="0" y="0"/>
                  </a:lnTo>
                  <a:lnTo>
                    <a:pt x="0" y="3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5" name="Freeform 24">
              <a:extLst>
                <a:ext uri="{FF2B5EF4-FFF2-40B4-BE49-F238E27FC236}">
                  <a16:creationId xmlns:a16="http://schemas.microsoft.com/office/drawing/2014/main" id="{2460AB13-BF89-13A4-E128-C8E74EABE1DF}"/>
                </a:ext>
              </a:extLst>
            </p:cNvPr>
            <p:cNvSpPr>
              <a:spLocks noEditPoints="1"/>
            </p:cNvSpPr>
            <p:nvPr/>
          </p:nvSpPr>
          <p:spPr bwMode="auto">
            <a:xfrm>
              <a:off x="2501900" y="661989"/>
              <a:ext cx="1674813" cy="1462088"/>
            </a:xfrm>
            <a:custGeom>
              <a:avLst/>
              <a:gdLst>
                <a:gd name="T0" fmla="*/ 0 w 4483"/>
                <a:gd name="T1" fmla="*/ 475 h 3917"/>
                <a:gd name="T2" fmla="*/ 0 w 4483"/>
                <a:gd name="T3" fmla="*/ 950 h 3917"/>
                <a:gd name="T4" fmla="*/ 92 w 4483"/>
                <a:gd name="T5" fmla="*/ 950 h 3917"/>
                <a:gd name="T6" fmla="*/ 183 w 4483"/>
                <a:gd name="T7" fmla="*/ 950 h 3917"/>
                <a:gd name="T8" fmla="*/ 183 w 4483"/>
                <a:gd name="T9" fmla="*/ 2434 h 3917"/>
                <a:gd name="T10" fmla="*/ 183 w 4483"/>
                <a:gd name="T11" fmla="*/ 3917 h 3917"/>
                <a:gd name="T12" fmla="*/ 2242 w 4483"/>
                <a:gd name="T13" fmla="*/ 3917 h 3917"/>
                <a:gd name="T14" fmla="*/ 4300 w 4483"/>
                <a:gd name="T15" fmla="*/ 3917 h 3917"/>
                <a:gd name="T16" fmla="*/ 4300 w 4483"/>
                <a:gd name="T17" fmla="*/ 2434 h 3917"/>
                <a:gd name="T18" fmla="*/ 4300 w 4483"/>
                <a:gd name="T19" fmla="*/ 950 h 3917"/>
                <a:gd name="T20" fmla="*/ 4392 w 4483"/>
                <a:gd name="T21" fmla="*/ 950 h 3917"/>
                <a:gd name="T22" fmla="*/ 4483 w 4483"/>
                <a:gd name="T23" fmla="*/ 950 h 3917"/>
                <a:gd name="T24" fmla="*/ 4483 w 4483"/>
                <a:gd name="T25" fmla="*/ 475 h 3917"/>
                <a:gd name="T26" fmla="*/ 4483 w 4483"/>
                <a:gd name="T27" fmla="*/ 0 h 3917"/>
                <a:gd name="T28" fmla="*/ 4117 w 4483"/>
                <a:gd name="T29" fmla="*/ 0 h 3917"/>
                <a:gd name="T30" fmla="*/ 3752 w 4483"/>
                <a:gd name="T31" fmla="*/ 0 h 3917"/>
                <a:gd name="T32" fmla="*/ 3747 w 4483"/>
                <a:gd name="T33" fmla="*/ 187 h 3917"/>
                <a:gd name="T34" fmla="*/ 3742 w 4483"/>
                <a:gd name="T35" fmla="*/ 375 h 3917"/>
                <a:gd name="T36" fmla="*/ 3363 w 4483"/>
                <a:gd name="T37" fmla="*/ 380 h 3917"/>
                <a:gd name="T38" fmla="*/ 2983 w 4483"/>
                <a:gd name="T39" fmla="*/ 384 h 3917"/>
                <a:gd name="T40" fmla="*/ 2983 w 4483"/>
                <a:gd name="T41" fmla="*/ 192 h 3917"/>
                <a:gd name="T42" fmla="*/ 2983 w 4483"/>
                <a:gd name="T43" fmla="*/ 0 h 3917"/>
                <a:gd name="T44" fmla="*/ 2242 w 4483"/>
                <a:gd name="T45" fmla="*/ 0 h 3917"/>
                <a:gd name="T46" fmla="*/ 1502 w 4483"/>
                <a:gd name="T47" fmla="*/ 0 h 3917"/>
                <a:gd name="T48" fmla="*/ 1497 w 4483"/>
                <a:gd name="T49" fmla="*/ 187 h 3917"/>
                <a:gd name="T50" fmla="*/ 1492 w 4483"/>
                <a:gd name="T51" fmla="*/ 375 h 3917"/>
                <a:gd name="T52" fmla="*/ 1117 w 4483"/>
                <a:gd name="T53" fmla="*/ 375 h 3917"/>
                <a:gd name="T54" fmla="*/ 742 w 4483"/>
                <a:gd name="T55" fmla="*/ 375 h 3917"/>
                <a:gd name="T56" fmla="*/ 737 w 4483"/>
                <a:gd name="T57" fmla="*/ 187 h 3917"/>
                <a:gd name="T58" fmla="*/ 732 w 4483"/>
                <a:gd name="T59" fmla="*/ 0 h 3917"/>
                <a:gd name="T60" fmla="*/ 367 w 4483"/>
                <a:gd name="T61" fmla="*/ 0 h 3917"/>
                <a:gd name="T62" fmla="*/ 0 w 4483"/>
                <a:gd name="T63" fmla="*/ 0 h 3917"/>
                <a:gd name="T64" fmla="*/ 0 w 4483"/>
                <a:gd name="T65" fmla="*/ 475 h 3917"/>
                <a:gd name="T66" fmla="*/ 3917 w 4483"/>
                <a:gd name="T67" fmla="*/ 2250 h 3917"/>
                <a:gd name="T68" fmla="*/ 3917 w 4483"/>
                <a:gd name="T69" fmla="*/ 3567 h 3917"/>
                <a:gd name="T70" fmla="*/ 2238 w 4483"/>
                <a:gd name="T71" fmla="*/ 3564 h 3917"/>
                <a:gd name="T72" fmla="*/ 558 w 4483"/>
                <a:gd name="T73" fmla="*/ 3559 h 3917"/>
                <a:gd name="T74" fmla="*/ 553 w 4483"/>
                <a:gd name="T75" fmla="*/ 2245 h 3917"/>
                <a:gd name="T76" fmla="*/ 550 w 4483"/>
                <a:gd name="T77" fmla="*/ 934 h 3917"/>
                <a:gd name="T78" fmla="*/ 2233 w 4483"/>
                <a:gd name="T79" fmla="*/ 934 h 3917"/>
                <a:gd name="T80" fmla="*/ 3917 w 4483"/>
                <a:gd name="T81" fmla="*/ 934 h 3917"/>
                <a:gd name="T82" fmla="*/ 3917 w 4483"/>
                <a:gd name="T83" fmla="*/ 2250 h 3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483" h="3917">
                  <a:moveTo>
                    <a:pt x="0" y="475"/>
                  </a:moveTo>
                  <a:lnTo>
                    <a:pt x="0" y="950"/>
                  </a:lnTo>
                  <a:lnTo>
                    <a:pt x="92" y="950"/>
                  </a:lnTo>
                  <a:lnTo>
                    <a:pt x="183" y="950"/>
                  </a:lnTo>
                  <a:lnTo>
                    <a:pt x="183" y="2434"/>
                  </a:lnTo>
                  <a:lnTo>
                    <a:pt x="183" y="3917"/>
                  </a:lnTo>
                  <a:lnTo>
                    <a:pt x="2242" y="3917"/>
                  </a:lnTo>
                  <a:lnTo>
                    <a:pt x="4300" y="3917"/>
                  </a:lnTo>
                  <a:lnTo>
                    <a:pt x="4300" y="2434"/>
                  </a:lnTo>
                  <a:lnTo>
                    <a:pt x="4300" y="950"/>
                  </a:lnTo>
                  <a:lnTo>
                    <a:pt x="4392" y="950"/>
                  </a:lnTo>
                  <a:lnTo>
                    <a:pt x="4483" y="950"/>
                  </a:lnTo>
                  <a:lnTo>
                    <a:pt x="4483" y="475"/>
                  </a:lnTo>
                  <a:lnTo>
                    <a:pt x="4483" y="0"/>
                  </a:lnTo>
                  <a:lnTo>
                    <a:pt x="4117" y="0"/>
                  </a:lnTo>
                  <a:lnTo>
                    <a:pt x="3752" y="0"/>
                  </a:lnTo>
                  <a:lnTo>
                    <a:pt x="3747" y="187"/>
                  </a:lnTo>
                  <a:lnTo>
                    <a:pt x="3742" y="375"/>
                  </a:lnTo>
                  <a:lnTo>
                    <a:pt x="3363" y="380"/>
                  </a:lnTo>
                  <a:lnTo>
                    <a:pt x="2983" y="384"/>
                  </a:lnTo>
                  <a:lnTo>
                    <a:pt x="2983" y="192"/>
                  </a:lnTo>
                  <a:lnTo>
                    <a:pt x="2983" y="0"/>
                  </a:lnTo>
                  <a:lnTo>
                    <a:pt x="2242" y="0"/>
                  </a:lnTo>
                  <a:lnTo>
                    <a:pt x="1502" y="0"/>
                  </a:lnTo>
                  <a:lnTo>
                    <a:pt x="1497" y="187"/>
                  </a:lnTo>
                  <a:lnTo>
                    <a:pt x="1492" y="375"/>
                  </a:lnTo>
                  <a:lnTo>
                    <a:pt x="1117" y="375"/>
                  </a:lnTo>
                  <a:lnTo>
                    <a:pt x="742" y="375"/>
                  </a:lnTo>
                  <a:lnTo>
                    <a:pt x="737" y="187"/>
                  </a:lnTo>
                  <a:lnTo>
                    <a:pt x="732" y="0"/>
                  </a:lnTo>
                  <a:lnTo>
                    <a:pt x="367" y="0"/>
                  </a:lnTo>
                  <a:lnTo>
                    <a:pt x="0" y="0"/>
                  </a:lnTo>
                  <a:lnTo>
                    <a:pt x="0" y="475"/>
                  </a:lnTo>
                  <a:close/>
                  <a:moveTo>
                    <a:pt x="3917" y="2250"/>
                  </a:moveTo>
                  <a:lnTo>
                    <a:pt x="3917" y="3567"/>
                  </a:lnTo>
                  <a:lnTo>
                    <a:pt x="2238" y="3564"/>
                  </a:lnTo>
                  <a:lnTo>
                    <a:pt x="558" y="3559"/>
                  </a:lnTo>
                  <a:lnTo>
                    <a:pt x="553" y="2245"/>
                  </a:lnTo>
                  <a:lnTo>
                    <a:pt x="550" y="934"/>
                  </a:lnTo>
                  <a:lnTo>
                    <a:pt x="2233" y="934"/>
                  </a:lnTo>
                  <a:lnTo>
                    <a:pt x="3917" y="934"/>
                  </a:lnTo>
                  <a:lnTo>
                    <a:pt x="3917" y="22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6" name="Freeform 25">
              <a:extLst>
                <a:ext uri="{FF2B5EF4-FFF2-40B4-BE49-F238E27FC236}">
                  <a16:creationId xmlns:a16="http://schemas.microsoft.com/office/drawing/2014/main" id="{952E0C70-5C59-D9F8-5702-99E19BAAB990}"/>
                </a:ext>
              </a:extLst>
            </p:cNvPr>
            <p:cNvSpPr>
              <a:spLocks/>
            </p:cNvSpPr>
            <p:nvPr/>
          </p:nvSpPr>
          <p:spPr bwMode="auto">
            <a:xfrm>
              <a:off x="2857500" y="1154114"/>
              <a:ext cx="130175" cy="136525"/>
            </a:xfrm>
            <a:custGeom>
              <a:avLst/>
              <a:gdLst>
                <a:gd name="T0" fmla="*/ 0 w 350"/>
                <a:gd name="T1" fmla="*/ 183 h 367"/>
                <a:gd name="T2" fmla="*/ 0 w 350"/>
                <a:gd name="T3" fmla="*/ 367 h 367"/>
                <a:gd name="T4" fmla="*/ 175 w 350"/>
                <a:gd name="T5" fmla="*/ 367 h 367"/>
                <a:gd name="T6" fmla="*/ 350 w 350"/>
                <a:gd name="T7" fmla="*/ 367 h 367"/>
                <a:gd name="T8" fmla="*/ 350 w 350"/>
                <a:gd name="T9" fmla="*/ 183 h 367"/>
                <a:gd name="T10" fmla="*/ 350 w 350"/>
                <a:gd name="T11" fmla="*/ 0 h 367"/>
                <a:gd name="T12" fmla="*/ 175 w 350"/>
                <a:gd name="T13" fmla="*/ 0 h 367"/>
                <a:gd name="T14" fmla="*/ 0 w 350"/>
                <a:gd name="T15" fmla="*/ 0 h 367"/>
                <a:gd name="T16" fmla="*/ 0 w 350"/>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67">
                  <a:moveTo>
                    <a:pt x="0" y="183"/>
                  </a:moveTo>
                  <a:lnTo>
                    <a:pt x="0" y="367"/>
                  </a:lnTo>
                  <a:lnTo>
                    <a:pt x="175" y="367"/>
                  </a:lnTo>
                  <a:lnTo>
                    <a:pt x="350" y="367"/>
                  </a:lnTo>
                  <a:lnTo>
                    <a:pt x="350" y="183"/>
                  </a:lnTo>
                  <a:lnTo>
                    <a:pt x="350" y="0"/>
                  </a:lnTo>
                  <a:lnTo>
                    <a:pt x="175"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7" name="Freeform 26">
              <a:extLst>
                <a:ext uri="{FF2B5EF4-FFF2-40B4-BE49-F238E27FC236}">
                  <a16:creationId xmlns:a16="http://schemas.microsoft.com/office/drawing/2014/main" id="{AF28CE69-9C1F-11C9-49A5-2220DE4F8E54}"/>
                </a:ext>
              </a:extLst>
            </p:cNvPr>
            <p:cNvSpPr>
              <a:spLocks/>
            </p:cNvSpPr>
            <p:nvPr/>
          </p:nvSpPr>
          <p:spPr bwMode="auto">
            <a:xfrm>
              <a:off x="3130550"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8" name="Freeform 27">
              <a:extLst>
                <a:ext uri="{FF2B5EF4-FFF2-40B4-BE49-F238E27FC236}">
                  <a16:creationId xmlns:a16="http://schemas.microsoft.com/office/drawing/2014/main" id="{FA22ABFC-F082-456B-8E9E-9CBE79A46E0A}"/>
                </a:ext>
              </a:extLst>
            </p:cNvPr>
            <p:cNvSpPr>
              <a:spLocks/>
            </p:cNvSpPr>
            <p:nvPr/>
          </p:nvSpPr>
          <p:spPr bwMode="auto">
            <a:xfrm>
              <a:off x="3411538"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9" name="Freeform 28">
              <a:extLst>
                <a:ext uri="{FF2B5EF4-FFF2-40B4-BE49-F238E27FC236}">
                  <a16:creationId xmlns:a16="http://schemas.microsoft.com/office/drawing/2014/main" id="{224F48EF-0D79-89AA-2E4F-949B2295C5DB}"/>
                </a:ext>
              </a:extLst>
            </p:cNvPr>
            <p:cNvSpPr>
              <a:spLocks/>
            </p:cNvSpPr>
            <p:nvPr/>
          </p:nvSpPr>
          <p:spPr bwMode="auto">
            <a:xfrm>
              <a:off x="3690938"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0" name="Freeform 29">
              <a:extLst>
                <a:ext uri="{FF2B5EF4-FFF2-40B4-BE49-F238E27FC236}">
                  <a16:creationId xmlns:a16="http://schemas.microsoft.com/office/drawing/2014/main" id="{51CEA195-78DC-116C-524B-B7745E0F579A}"/>
                </a:ext>
              </a:extLst>
            </p:cNvPr>
            <p:cNvSpPr>
              <a:spLocks/>
            </p:cNvSpPr>
            <p:nvPr/>
          </p:nvSpPr>
          <p:spPr bwMode="auto">
            <a:xfrm>
              <a:off x="2857500" y="1427164"/>
              <a:ext cx="130175" cy="142875"/>
            </a:xfrm>
            <a:custGeom>
              <a:avLst/>
              <a:gdLst>
                <a:gd name="T0" fmla="*/ 0 w 350"/>
                <a:gd name="T1" fmla="*/ 192 h 384"/>
                <a:gd name="T2" fmla="*/ 0 w 350"/>
                <a:gd name="T3" fmla="*/ 384 h 384"/>
                <a:gd name="T4" fmla="*/ 175 w 350"/>
                <a:gd name="T5" fmla="*/ 384 h 384"/>
                <a:gd name="T6" fmla="*/ 350 w 350"/>
                <a:gd name="T7" fmla="*/ 384 h 384"/>
                <a:gd name="T8" fmla="*/ 350 w 350"/>
                <a:gd name="T9" fmla="*/ 192 h 384"/>
                <a:gd name="T10" fmla="*/ 350 w 350"/>
                <a:gd name="T11" fmla="*/ 0 h 384"/>
                <a:gd name="T12" fmla="*/ 175 w 350"/>
                <a:gd name="T13" fmla="*/ 0 h 384"/>
                <a:gd name="T14" fmla="*/ 0 w 350"/>
                <a:gd name="T15" fmla="*/ 0 h 384"/>
                <a:gd name="T16" fmla="*/ 0 w 350"/>
                <a:gd name="T17"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84">
                  <a:moveTo>
                    <a:pt x="0" y="192"/>
                  </a:moveTo>
                  <a:lnTo>
                    <a:pt x="0" y="384"/>
                  </a:lnTo>
                  <a:lnTo>
                    <a:pt x="175" y="384"/>
                  </a:lnTo>
                  <a:lnTo>
                    <a:pt x="350" y="384"/>
                  </a:lnTo>
                  <a:lnTo>
                    <a:pt x="350" y="192"/>
                  </a:lnTo>
                  <a:lnTo>
                    <a:pt x="350" y="0"/>
                  </a:lnTo>
                  <a:lnTo>
                    <a:pt x="175" y="0"/>
                  </a:lnTo>
                  <a:lnTo>
                    <a:pt x="0" y="0"/>
                  </a:lnTo>
                  <a:lnTo>
                    <a:pt x="0"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1" name="Freeform 30">
              <a:extLst>
                <a:ext uri="{FF2B5EF4-FFF2-40B4-BE49-F238E27FC236}">
                  <a16:creationId xmlns:a16="http://schemas.microsoft.com/office/drawing/2014/main" id="{755E582C-859B-A5F1-9B1E-E17B033E0317}"/>
                </a:ext>
              </a:extLst>
            </p:cNvPr>
            <p:cNvSpPr>
              <a:spLocks/>
            </p:cNvSpPr>
            <p:nvPr/>
          </p:nvSpPr>
          <p:spPr bwMode="auto">
            <a:xfrm>
              <a:off x="3132138" y="1427164"/>
              <a:ext cx="134938" cy="142875"/>
            </a:xfrm>
            <a:custGeom>
              <a:avLst/>
              <a:gdLst>
                <a:gd name="T0" fmla="*/ 4 w 364"/>
                <a:gd name="T1" fmla="*/ 22 h 385"/>
                <a:gd name="T2" fmla="*/ 2 w 364"/>
                <a:gd name="T3" fmla="*/ 40 h 385"/>
                <a:gd name="T4" fmla="*/ 0 w 364"/>
                <a:gd name="T5" fmla="*/ 142 h 385"/>
                <a:gd name="T6" fmla="*/ 1 w 364"/>
                <a:gd name="T7" fmla="*/ 210 h 385"/>
                <a:gd name="T8" fmla="*/ 6 w 364"/>
                <a:gd name="T9" fmla="*/ 375 h 385"/>
                <a:gd name="T10" fmla="*/ 186 w 364"/>
                <a:gd name="T11" fmla="*/ 380 h 385"/>
                <a:gd name="T12" fmla="*/ 364 w 364"/>
                <a:gd name="T13" fmla="*/ 385 h 385"/>
                <a:gd name="T14" fmla="*/ 364 w 364"/>
                <a:gd name="T15" fmla="*/ 192 h 385"/>
                <a:gd name="T16" fmla="*/ 364 w 364"/>
                <a:gd name="T17" fmla="*/ 0 h 385"/>
                <a:gd name="T18" fmla="*/ 189 w 364"/>
                <a:gd name="T19" fmla="*/ 0 h 385"/>
                <a:gd name="T20" fmla="*/ 102 w 364"/>
                <a:gd name="T21" fmla="*/ 1 h 385"/>
                <a:gd name="T22" fmla="*/ 30 w 364"/>
                <a:gd name="T23" fmla="*/ 8 h 385"/>
                <a:gd name="T24" fmla="*/ 8 w 364"/>
                <a:gd name="T25" fmla="*/ 16 h 385"/>
                <a:gd name="T26" fmla="*/ 4 w 364"/>
                <a:gd name="T27" fmla="*/ 22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385">
                  <a:moveTo>
                    <a:pt x="4" y="22"/>
                  </a:moveTo>
                  <a:lnTo>
                    <a:pt x="2" y="40"/>
                  </a:lnTo>
                  <a:lnTo>
                    <a:pt x="0" y="142"/>
                  </a:lnTo>
                  <a:lnTo>
                    <a:pt x="1" y="210"/>
                  </a:lnTo>
                  <a:lnTo>
                    <a:pt x="6" y="375"/>
                  </a:lnTo>
                  <a:lnTo>
                    <a:pt x="186" y="380"/>
                  </a:lnTo>
                  <a:lnTo>
                    <a:pt x="364" y="385"/>
                  </a:lnTo>
                  <a:lnTo>
                    <a:pt x="364" y="192"/>
                  </a:lnTo>
                  <a:lnTo>
                    <a:pt x="364" y="0"/>
                  </a:lnTo>
                  <a:lnTo>
                    <a:pt x="189" y="0"/>
                  </a:lnTo>
                  <a:lnTo>
                    <a:pt x="102" y="1"/>
                  </a:lnTo>
                  <a:lnTo>
                    <a:pt x="30" y="8"/>
                  </a:lnTo>
                  <a:lnTo>
                    <a:pt x="8" y="16"/>
                  </a:lnTo>
                  <a:lnTo>
                    <a:pt x="4"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2" name="Freeform 31">
              <a:extLst>
                <a:ext uri="{FF2B5EF4-FFF2-40B4-BE49-F238E27FC236}">
                  <a16:creationId xmlns:a16="http://schemas.microsoft.com/office/drawing/2014/main" id="{1E67CF08-D2F5-0441-CEDC-C65E40D88777}"/>
                </a:ext>
              </a:extLst>
            </p:cNvPr>
            <p:cNvSpPr>
              <a:spLocks/>
            </p:cNvSpPr>
            <p:nvPr/>
          </p:nvSpPr>
          <p:spPr bwMode="auto">
            <a:xfrm>
              <a:off x="3411538" y="1428751"/>
              <a:ext cx="136525" cy="141288"/>
            </a:xfrm>
            <a:custGeom>
              <a:avLst/>
              <a:gdLst>
                <a:gd name="T0" fmla="*/ 12 w 369"/>
                <a:gd name="T1" fmla="*/ 7 h 381"/>
                <a:gd name="T2" fmla="*/ 7 w 369"/>
                <a:gd name="T3" fmla="*/ 22 h 381"/>
                <a:gd name="T4" fmla="*/ 1 w 369"/>
                <a:gd name="T5" fmla="*/ 127 h 381"/>
                <a:gd name="T6" fmla="*/ 0 w 369"/>
                <a:gd name="T7" fmla="*/ 201 h 381"/>
                <a:gd name="T8" fmla="*/ 0 w 369"/>
                <a:gd name="T9" fmla="*/ 381 h 381"/>
                <a:gd name="T10" fmla="*/ 184 w 369"/>
                <a:gd name="T11" fmla="*/ 381 h 381"/>
                <a:gd name="T12" fmla="*/ 369 w 369"/>
                <a:gd name="T13" fmla="*/ 381 h 381"/>
                <a:gd name="T14" fmla="*/ 364 w 369"/>
                <a:gd name="T15" fmla="*/ 192 h 381"/>
                <a:gd name="T16" fmla="*/ 359 w 369"/>
                <a:gd name="T17" fmla="*/ 6 h 381"/>
                <a:gd name="T18" fmla="*/ 190 w 369"/>
                <a:gd name="T19" fmla="*/ 1 h 381"/>
                <a:gd name="T20" fmla="*/ 123 w 369"/>
                <a:gd name="T21" fmla="*/ 0 h 381"/>
                <a:gd name="T22" fmla="*/ 26 w 369"/>
                <a:gd name="T23" fmla="*/ 3 h 381"/>
                <a:gd name="T24" fmla="*/ 12 w 369"/>
                <a:gd name="T25" fmla="*/ 7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381">
                  <a:moveTo>
                    <a:pt x="12" y="7"/>
                  </a:moveTo>
                  <a:lnTo>
                    <a:pt x="7" y="22"/>
                  </a:lnTo>
                  <a:lnTo>
                    <a:pt x="1" y="127"/>
                  </a:lnTo>
                  <a:lnTo>
                    <a:pt x="0" y="201"/>
                  </a:lnTo>
                  <a:lnTo>
                    <a:pt x="0" y="381"/>
                  </a:lnTo>
                  <a:lnTo>
                    <a:pt x="184" y="381"/>
                  </a:lnTo>
                  <a:lnTo>
                    <a:pt x="369" y="381"/>
                  </a:lnTo>
                  <a:lnTo>
                    <a:pt x="364" y="192"/>
                  </a:lnTo>
                  <a:lnTo>
                    <a:pt x="359" y="6"/>
                  </a:lnTo>
                  <a:lnTo>
                    <a:pt x="190" y="1"/>
                  </a:lnTo>
                  <a:lnTo>
                    <a:pt x="123" y="0"/>
                  </a:lnTo>
                  <a:lnTo>
                    <a:pt x="26" y="3"/>
                  </a:lnTo>
                  <a:lnTo>
                    <a:pt x="1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6" name="Freeform 32">
              <a:extLst>
                <a:ext uri="{FF2B5EF4-FFF2-40B4-BE49-F238E27FC236}">
                  <a16:creationId xmlns:a16="http://schemas.microsoft.com/office/drawing/2014/main" id="{13F11A74-31D8-CC44-9A5E-46BAF1213847}"/>
                </a:ext>
              </a:extLst>
            </p:cNvPr>
            <p:cNvSpPr>
              <a:spLocks/>
            </p:cNvSpPr>
            <p:nvPr/>
          </p:nvSpPr>
          <p:spPr bwMode="auto">
            <a:xfrm>
              <a:off x="3690938" y="1427164"/>
              <a:ext cx="133350" cy="142875"/>
            </a:xfrm>
            <a:custGeom>
              <a:avLst/>
              <a:gdLst>
                <a:gd name="T0" fmla="*/ 0 w 359"/>
                <a:gd name="T1" fmla="*/ 193 h 386"/>
                <a:gd name="T2" fmla="*/ 0 w 359"/>
                <a:gd name="T3" fmla="*/ 386 h 386"/>
                <a:gd name="T4" fmla="*/ 180 w 359"/>
                <a:gd name="T5" fmla="*/ 381 h 386"/>
                <a:gd name="T6" fmla="*/ 359 w 359"/>
                <a:gd name="T7" fmla="*/ 376 h 386"/>
                <a:gd name="T8" fmla="*/ 359 w 359"/>
                <a:gd name="T9" fmla="*/ 193 h 386"/>
                <a:gd name="T10" fmla="*/ 359 w 359"/>
                <a:gd name="T11" fmla="*/ 10 h 386"/>
                <a:gd name="T12" fmla="*/ 180 w 359"/>
                <a:gd name="T13" fmla="*/ 5 h 386"/>
                <a:gd name="T14" fmla="*/ 0 w 359"/>
                <a:gd name="T15" fmla="*/ 0 h 386"/>
                <a:gd name="T16" fmla="*/ 0 w 359"/>
                <a:gd name="T17" fmla="*/ 193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9" h="386">
                  <a:moveTo>
                    <a:pt x="0" y="193"/>
                  </a:moveTo>
                  <a:lnTo>
                    <a:pt x="0" y="386"/>
                  </a:lnTo>
                  <a:lnTo>
                    <a:pt x="180" y="381"/>
                  </a:lnTo>
                  <a:lnTo>
                    <a:pt x="359" y="376"/>
                  </a:lnTo>
                  <a:lnTo>
                    <a:pt x="359" y="193"/>
                  </a:lnTo>
                  <a:lnTo>
                    <a:pt x="359" y="10"/>
                  </a:lnTo>
                  <a:lnTo>
                    <a:pt x="180" y="5"/>
                  </a:lnTo>
                  <a:lnTo>
                    <a:pt x="0" y="0"/>
                  </a:lnTo>
                  <a:lnTo>
                    <a:pt x="0"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7" name="Freeform 33">
              <a:extLst>
                <a:ext uri="{FF2B5EF4-FFF2-40B4-BE49-F238E27FC236}">
                  <a16:creationId xmlns:a16="http://schemas.microsoft.com/office/drawing/2014/main" id="{7E1D5112-0EEB-1127-6906-D3A3D86A41E6}"/>
                </a:ext>
              </a:extLst>
            </p:cNvPr>
            <p:cNvSpPr>
              <a:spLocks/>
            </p:cNvSpPr>
            <p:nvPr/>
          </p:nvSpPr>
          <p:spPr bwMode="auto">
            <a:xfrm>
              <a:off x="2857500" y="1706564"/>
              <a:ext cx="130175" cy="142875"/>
            </a:xfrm>
            <a:custGeom>
              <a:avLst/>
              <a:gdLst>
                <a:gd name="T0" fmla="*/ 0 w 350"/>
                <a:gd name="T1" fmla="*/ 192 h 384"/>
                <a:gd name="T2" fmla="*/ 0 w 350"/>
                <a:gd name="T3" fmla="*/ 384 h 384"/>
                <a:gd name="T4" fmla="*/ 175 w 350"/>
                <a:gd name="T5" fmla="*/ 384 h 384"/>
                <a:gd name="T6" fmla="*/ 350 w 350"/>
                <a:gd name="T7" fmla="*/ 384 h 384"/>
                <a:gd name="T8" fmla="*/ 350 w 350"/>
                <a:gd name="T9" fmla="*/ 192 h 384"/>
                <a:gd name="T10" fmla="*/ 350 w 350"/>
                <a:gd name="T11" fmla="*/ 0 h 384"/>
                <a:gd name="T12" fmla="*/ 175 w 350"/>
                <a:gd name="T13" fmla="*/ 0 h 384"/>
                <a:gd name="T14" fmla="*/ 0 w 350"/>
                <a:gd name="T15" fmla="*/ 0 h 384"/>
                <a:gd name="T16" fmla="*/ 0 w 350"/>
                <a:gd name="T17"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84">
                  <a:moveTo>
                    <a:pt x="0" y="192"/>
                  </a:moveTo>
                  <a:lnTo>
                    <a:pt x="0" y="384"/>
                  </a:lnTo>
                  <a:lnTo>
                    <a:pt x="175" y="384"/>
                  </a:lnTo>
                  <a:lnTo>
                    <a:pt x="350" y="384"/>
                  </a:lnTo>
                  <a:lnTo>
                    <a:pt x="350" y="192"/>
                  </a:lnTo>
                  <a:lnTo>
                    <a:pt x="350" y="0"/>
                  </a:lnTo>
                  <a:lnTo>
                    <a:pt x="175" y="0"/>
                  </a:lnTo>
                  <a:lnTo>
                    <a:pt x="0" y="0"/>
                  </a:lnTo>
                  <a:lnTo>
                    <a:pt x="0"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8" name="Freeform 34">
              <a:extLst>
                <a:ext uri="{FF2B5EF4-FFF2-40B4-BE49-F238E27FC236}">
                  <a16:creationId xmlns:a16="http://schemas.microsoft.com/office/drawing/2014/main" id="{A6B1C0E2-4BC7-988F-AFE1-C9F79852B421}"/>
                </a:ext>
              </a:extLst>
            </p:cNvPr>
            <p:cNvSpPr>
              <a:spLocks/>
            </p:cNvSpPr>
            <p:nvPr/>
          </p:nvSpPr>
          <p:spPr bwMode="auto">
            <a:xfrm>
              <a:off x="3132138" y="1706564"/>
              <a:ext cx="134938" cy="144463"/>
            </a:xfrm>
            <a:custGeom>
              <a:avLst/>
              <a:gdLst>
                <a:gd name="T0" fmla="*/ 4 w 364"/>
                <a:gd name="T1" fmla="*/ 22 h 385"/>
                <a:gd name="T2" fmla="*/ 2 w 364"/>
                <a:gd name="T3" fmla="*/ 40 h 385"/>
                <a:gd name="T4" fmla="*/ 0 w 364"/>
                <a:gd name="T5" fmla="*/ 142 h 385"/>
                <a:gd name="T6" fmla="*/ 1 w 364"/>
                <a:gd name="T7" fmla="*/ 210 h 385"/>
                <a:gd name="T8" fmla="*/ 6 w 364"/>
                <a:gd name="T9" fmla="*/ 375 h 385"/>
                <a:gd name="T10" fmla="*/ 186 w 364"/>
                <a:gd name="T11" fmla="*/ 380 h 385"/>
                <a:gd name="T12" fmla="*/ 364 w 364"/>
                <a:gd name="T13" fmla="*/ 385 h 385"/>
                <a:gd name="T14" fmla="*/ 364 w 364"/>
                <a:gd name="T15" fmla="*/ 192 h 385"/>
                <a:gd name="T16" fmla="*/ 364 w 364"/>
                <a:gd name="T17" fmla="*/ 0 h 385"/>
                <a:gd name="T18" fmla="*/ 189 w 364"/>
                <a:gd name="T19" fmla="*/ 0 h 385"/>
                <a:gd name="T20" fmla="*/ 102 w 364"/>
                <a:gd name="T21" fmla="*/ 1 h 385"/>
                <a:gd name="T22" fmla="*/ 30 w 364"/>
                <a:gd name="T23" fmla="*/ 8 h 385"/>
                <a:gd name="T24" fmla="*/ 8 w 364"/>
                <a:gd name="T25" fmla="*/ 16 h 385"/>
                <a:gd name="T26" fmla="*/ 4 w 364"/>
                <a:gd name="T27" fmla="*/ 22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385">
                  <a:moveTo>
                    <a:pt x="4" y="22"/>
                  </a:moveTo>
                  <a:lnTo>
                    <a:pt x="2" y="40"/>
                  </a:lnTo>
                  <a:lnTo>
                    <a:pt x="0" y="142"/>
                  </a:lnTo>
                  <a:lnTo>
                    <a:pt x="1" y="210"/>
                  </a:lnTo>
                  <a:lnTo>
                    <a:pt x="6" y="375"/>
                  </a:lnTo>
                  <a:lnTo>
                    <a:pt x="186" y="380"/>
                  </a:lnTo>
                  <a:lnTo>
                    <a:pt x="364" y="385"/>
                  </a:lnTo>
                  <a:lnTo>
                    <a:pt x="364" y="192"/>
                  </a:lnTo>
                  <a:lnTo>
                    <a:pt x="364" y="0"/>
                  </a:lnTo>
                  <a:lnTo>
                    <a:pt x="189" y="0"/>
                  </a:lnTo>
                  <a:lnTo>
                    <a:pt x="102" y="1"/>
                  </a:lnTo>
                  <a:lnTo>
                    <a:pt x="30" y="8"/>
                  </a:lnTo>
                  <a:lnTo>
                    <a:pt x="8" y="16"/>
                  </a:lnTo>
                  <a:lnTo>
                    <a:pt x="4"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9" name="Freeform 35">
              <a:extLst>
                <a:ext uri="{FF2B5EF4-FFF2-40B4-BE49-F238E27FC236}">
                  <a16:creationId xmlns:a16="http://schemas.microsoft.com/office/drawing/2014/main" id="{591395DB-1ED2-8FF3-1BE7-98641C532473}"/>
                </a:ext>
              </a:extLst>
            </p:cNvPr>
            <p:cNvSpPr>
              <a:spLocks/>
            </p:cNvSpPr>
            <p:nvPr/>
          </p:nvSpPr>
          <p:spPr bwMode="auto">
            <a:xfrm>
              <a:off x="3409950" y="1706564"/>
              <a:ext cx="138113" cy="139700"/>
            </a:xfrm>
            <a:custGeom>
              <a:avLst/>
              <a:gdLst>
                <a:gd name="T0" fmla="*/ 5 w 370"/>
                <a:gd name="T1" fmla="*/ 187 h 375"/>
                <a:gd name="T2" fmla="*/ 10 w 370"/>
                <a:gd name="T3" fmla="*/ 375 h 375"/>
                <a:gd name="T4" fmla="*/ 185 w 370"/>
                <a:gd name="T5" fmla="*/ 375 h 375"/>
                <a:gd name="T6" fmla="*/ 360 w 370"/>
                <a:gd name="T7" fmla="*/ 375 h 375"/>
                <a:gd name="T8" fmla="*/ 365 w 370"/>
                <a:gd name="T9" fmla="*/ 187 h 375"/>
                <a:gd name="T10" fmla="*/ 370 w 370"/>
                <a:gd name="T11" fmla="*/ 0 h 375"/>
                <a:gd name="T12" fmla="*/ 185 w 370"/>
                <a:gd name="T13" fmla="*/ 0 h 375"/>
                <a:gd name="T14" fmla="*/ 0 w 370"/>
                <a:gd name="T15" fmla="*/ 0 h 375"/>
                <a:gd name="T16" fmla="*/ 5 w 370"/>
                <a:gd name="T17" fmla="*/ 187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0" h="375">
                  <a:moveTo>
                    <a:pt x="5" y="187"/>
                  </a:moveTo>
                  <a:lnTo>
                    <a:pt x="10" y="375"/>
                  </a:lnTo>
                  <a:lnTo>
                    <a:pt x="185" y="375"/>
                  </a:lnTo>
                  <a:lnTo>
                    <a:pt x="360" y="375"/>
                  </a:lnTo>
                  <a:lnTo>
                    <a:pt x="365" y="187"/>
                  </a:lnTo>
                  <a:lnTo>
                    <a:pt x="370" y="0"/>
                  </a:lnTo>
                  <a:lnTo>
                    <a:pt x="185" y="0"/>
                  </a:lnTo>
                  <a:lnTo>
                    <a:pt x="0" y="0"/>
                  </a:lnTo>
                  <a:lnTo>
                    <a:pt x="5" y="1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36">
              <a:extLst>
                <a:ext uri="{FF2B5EF4-FFF2-40B4-BE49-F238E27FC236}">
                  <a16:creationId xmlns:a16="http://schemas.microsoft.com/office/drawing/2014/main" id="{CA273C96-488A-0C82-A876-099AB1CAB8F0}"/>
                </a:ext>
              </a:extLst>
            </p:cNvPr>
            <p:cNvSpPr>
              <a:spLocks/>
            </p:cNvSpPr>
            <p:nvPr/>
          </p:nvSpPr>
          <p:spPr bwMode="auto">
            <a:xfrm>
              <a:off x="3690938" y="1706564"/>
              <a:ext cx="133350" cy="144463"/>
            </a:xfrm>
            <a:custGeom>
              <a:avLst/>
              <a:gdLst>
                <a:gd name="T0" fmla="*/ 0 w 359"/>
                <a:gd name="T1" fmla="*/ 193 h 386"/>
                <a:gd name="T2" fmla="*/ 0 w 359"/>
                <a:gd name="T3" fmla="*/ 386 h 386"/>
                <a:gd name="T4" fmla="*/ 180 w 359"/>
                <a:gd name="T5" fmla="*/ 381 h 386"/>
                <a:gd name="T6" fmla="*/ 359 w 359"/>
                <a:gd name="T7" fmla="*/ 376 h 386"/>
                <a:gd name="T8" fmla="*/ 359 w 359"/>
                <a:gd name="T9" fmla="*/ 193 h 386"/>
                <a:gd name="T10" fmla="*/ 359 w 359"/>
                <a:gd name="T11" fmla="*/ 10 h 386"/>
                <a:gd name="T12" fmla="*/ 180 w 359"/>
                <a:gd name="T13" fmla="*/ 5 h 386"/>
                <a:gd name="T14" fmla="*/ 0 w 359"/>
                <a:gd name="T15" fmla="*/ 0 h 386"/>
                <a:gd name="T16" fmla="*/ 0 w 359"/>
                <a:gd name="T17" fmla="*/ 193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9" h="386">
                  <a:moveTo>
                    <a:pt x="0" y="193"/>
                  </a:moveTo>
                  <a:lnTo>
                    <a:pt x="0" y="386"/>
                  </a:lnTo>
                  <a:lnTo>
                    <a:pt x="180" y="381"/>
                  </a:lnTo>
                  <a:lnTo>
                    <a:pt x="359" y="376"/>
                  </a:lnTo>
                  <a:lnTo>
                    <a:pt x="359" y="193"/>
                  </a:lnTo>
                  <a:lnTo>
                    <a:pt x="359" y="10"/>
                  </a:lnTo>
                  <a:lnTo>
                    <a:pt x="180" y="5"/>
                  </a:lnTo>
                  <a:lnTo>
                    <a:pt x="0" y="0"/>
                  </a:lnTo>
                  <a:lnTo>
                    <a:pt x="0"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61" name="Rounded Rectangle 52">
            <a:extLst>
              <a:ext uri="{FF2B5EF4-FFF2-40B4-BE49-F238E27FC236}">
                <a16:creationId xmlns:a16="http://schemas.microsoft.com/office/drawing/2014/main" id="{14D1FD1A-7B85-2460-3950-355956ECB477}"/>
              </a:ext>
            </a:extLst>
          </p:cNvPr>
          <p:cNvSpPr/>
          <p:nvPr/>
        </p:nvSpPr>
        <p:spPr>
          <a:xfrm>
            <a:off x="8687103"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TextBox 61">
            <a:extLst>
              <a:ext uri="{FF2B5EF4-FFF2-40B4-BE49-F238E27FC236}">
                <a16:creationId xmlns:a16="http://schemas.microsoft.com/office/drawing/2014/main" id="{D1DA603A-487A-E26F-5992-D3F60D11AD10}"/>
              </a:ext>
            </a:extLst>
          </p:cNvPr>
          <p:cNvSpPr txBox="1"/>
          <p:nvPr/>
        </p:nvSpPr>
        <p:spPr>
          <a:xfrm>
            <a:off x="8483717"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دورية القياس</a:t>
            </a:r>
          </a:p>
        </p:txBody>
      </p:sp>
      <p:sp>
        <p:nvSpPr>
          <p:cNvPr id="63" name="TextBox 62">
            <a:extLst>
              <a:ext uri="{FF2B5EF4-FFF2-40B4-BE49-F238E27FC236}">
                <a16:creationId xmlns:a16="http://schemas.microsoft.com/office/drawing/2014/main" id="{D75D786C-56EA-B6E4-72E7-129681DA4EC0}"/>
              </a:ext>
            </a:extLst>
          </p:cNvPr>
          <p:cNvSpPr txBox="1"/>
          <p:nvPr/>
        </p:nvSpPr>
        <p:spPr>
          <a:xfrm>
            <a:off x="8565694" y="4947797"/>
            <a:ext cx="965308" cy="338554"/>
          </a:xfrm>
          <a:prstGeom prst="rect">
            <a:avLst/>
          </a:prstGeom>
          <a:noFill/>
        </p:spPr>
        <p:txBody>
          <a:bodyPr wrap="square" rtlCol="0">
            <a:spAutoFit/>
          </a:bodyPr>
          <a:lstStyle/>
          <a:p>
            <a:pPr algn="ctr"/>
            <a:r>
              <a:rPr lang="ar-EG" sz="1600" b="1" dirty="0">
                <a:solidFill>
                  <a:schemeClr val="accent1"/>
                </a:solidFill>
              </a:rPr>
              <a:t>ربع سنوي</a:t>
            </a:r>
          </a:p>
        </p:txBody>
      </p:sp>
      <p:sp>
        <p:nvSpPr>
          <p:cNvPr id="64" name="Rounded Rectangle 29">
            <a:extLst>
              <a:ext uri="{FF2B5EF4-FFF2-40B4-BE49-F238E27FC236}">
                <a16:creationId xmlns:a16="http://schemas.microsoft.com/office/drawing/2014/main" id="{4778F49C-8A7B-D0A5-6CD5-90F6219434F7}"/>
              </a:ext>
            </a:extLst>
          </p:cNvPr>
          <p:cNvSpPr/>
          <p:nvPr/>
        </p:nvSpPr>
        <p:spPr>
          <a:xfrm>
            <a:off x="4908728"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TextBox 64">
            <a:extLst>
              <a:ext uri="{FF2B5EF4-FFF2-40B4-BE49-F238E27FC236}">
                <a16:creationId xmlns:a16="http://schemas.microsoft.com/office/drawing/2014/main" id="{108D4DF6-80A0-D33C-C4BA-1FC3A3E57A61}"/>
              </a:ext>
            </a:extLst>
          </p:cNvPr>
          <p:cNvSpPr txBox="1"/>
          <p:nvPr/>
        </p:nvSpPr>
        <p:spPr>
          <a:xfrm>
            <a:off x="4705342"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وحدة القياس</a:t>
            </a:r>
          </a:p>
        </p:txBody>
      </p:sp>
      <p:sp>
        <p:nvSpPr>
          <p:cNvPr id="66" name="TextBox 65">
            <a:extLst>
              <a:ext uri="{FF2B5EF4-FFF2-40B4-BE49-F238E27FC236}">
                <a16:creationId xmlns:a16="http://schemas.microsoft.com/office/drawing/2014/main" id="{B58144DE-72BE-D129-9F80-9D80399F38C6}"/>
              </a:ext>
            </a:extLst>
          </p:cNvPr>
          <p:cNvSpPr txBox="1"/>
          <p:nvPr/>
        </p:nvSpPr>
        <p:spPr>
          <a:xfrm>
            <a:off x="4787319" y="4947797"/>
            <a:ext cx="965308" cy="338554"/>
          </a:xfrm>
          <a:prstGeom prst="rect">
            <a:avLst/>
          </a:prstGeom>
          <a:noFill/>
        </p:spPr>
        <p:txBody>
          <a:bodyPr wrap="square" rtlCol="0">
            <a:spAutoFit/>
          </a:bodyPr>
          <a:lstStyle/>
          <a:p>
            <a:pPr algn="ctr"/>
            <a:r>
              <a:rPr lang="ar-EG" sz="1600" b="1" dirty="0">
                <a:solidFill>
                  <a:schemeClr val="accent1"/>
                </a:solidFill>
              </a:rPr>
              <a:t>ريال</a:t>
            </a:r>
          </a:p>
        </p:txBody>
      </p:sp>
      <p:sp>
        <p:nvSpPr>
          <p:cNvPr id="67" name="Rounded Rectangle 10">
            <a:extLst>
              <a:ext uri="{FF2B5EF4-FFF2-40B4-BE49-F238E27FC236}">
                <a16:creationId xmlns:a16="http://schemas.microsoft.com/office/drawing/2014/main" id="{400B142A-E215-28D7-2BDD-3E8C32B0D16D}"/>
              </a:ext>
            </a:extLst>
          </p:cNvPr>
          <p:cNvSpPr/>
          <p:nvPr/>
        </p:nvSpPr>
        <p:spPr>
          <a:xfrm>
            <a:off x="6797916"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TextBox 67">
            <a:extLst>
              <a:ext uri="{FF2B5EF4-FFF2-40B4-BE49-F238E27FC236}">
                <a16:creationId xmlns:a16="http://schemas.microsoft.com/office/drawing/2014/main" id="{DFFBFC73-C319-5323-DD6A-F1A5BA477312}"/>
              </a:ext>
            </a:extLst>
          </p:cNvPr>
          <p:cNvSpPr txBox="1"/>
          <p:nvPr/>
        </p:nvSpPr>
        <p:spPr>
          <a:xfrm>
            <a:off x="6594530"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قطبية القياس</a:t>
            </a:r>
          </a:p>
        </p:txBody>
      </p:sp>
      <p:sp>
        <p:nvSpPr>
          <p:cNvPr id="69" name="TextBox 68">
            <a:extLst>
              <a:ext uri="{FF2B5EF4-FFF2-40B4-BE49-F238E27FC236}">
                <a16:creationId xmlns:a16="http://schemas.microsoft.com/office/drawing/2014/main" id="{BE9119AF-3558-B758-F721-5821B71DD1D2}"/>
              </a:ext>
            </a:extLst>
          </p:cNvPr>
          <p:cNvSpPr txBox="1"/>
          <p:nvPr/>
        </p:nvSpPr>
        <p:spPr>
          <a:xfrm>
            <a:off x="6676507" y="4947797"/>
            <a:ext cx="965308" cy="338554"/>
          </a:xfrm>
          <a:prstGeom prst="rect">
            <a:avLst/>
          </a:prstGeom>
          <a:noFill/>
        </p:spPr>
        <p:txBody>
          <a:bodyPr wrap="square" rtlCol="0">
            <a:spAutoFit/>
          </a:bodyPr>
          <a:lstStyle/>
          <a:p>
            <a:pPr algn="ctr"/>
            <a:r>
              <a:rPr lang="ar-EG" sz="1600" b="1" dirty="0">
                <a:solidFill>
                  <a:schemeClr val="accent1"/>
                </a:solidFill>
              </a:rPr>
              <a:t>تصاعدي</a:t>
            </a:r>
            <a:endParaRPr lang="en-US" sz="1600" b="1" dirty="0">
              <a:solidFill>
                <a:schemeClr val="accent1"/>
              </a:solidFill>
            </a:endParaRPr>
          </a:p>
        </p:txBody>
      </p:sp>
      <p:graphicFrame>
        <p:nvGraphicFramePr>
          <p:cNvPr id="70" name="Table 69">
            <a:extLst>
              <a:ext uri="{FF2B5EF4-FFF2-40B4-BE49-F238E27FC236}">
                <a16:creationId xmlns:a16="http://schemas.microsoft.com/office/drawing/2014/main" id="{28DE0A4B-B8D0-0954-FEBE-55F72E1E42BA}"/>
              </a:ext>
            </a:extLst>
          </p:cNvPr>
          <p:cNvGraphicFramePr>
            <a:graphicFrameLocks noGrp="1"/>
          </p:cNvGraphicFramePr>
          <p:nvPr/>
        </p:nvGraphicFramePr>
        <p:xfrm>
          <a:off x="1109342" y="4676797"/>
          <a:ext cx="2836074" cy="487680"/>
        </p:xfrm>
        <a:graphic>
          <a:graphicData uri="http://schemas.openxmlformats.org/drawingml/2006/table">
            <a:tbl>
              <a:tblPr firstRow="1" bandRow="1">
                <a:tableStyleId>{5C22544A-7EE6-4342-B048-85BDC9FD1C3A}</a:tableStyleId>
              </a:tblPr>
              <a:tblGrid>
                <a:gridCol w="945358">
                  <a:extLst>
                    <a:ext uri="{9D8B030D-6E8A-4147-A177-3AD203B41FA5}">
                      <a16:colId xmlns:a16="http://schemas.microsoft.com/office/drawing/2014/main" val="3314942607"/>
                    </a:ext>
                  </a:extLst>
                </a:gridCol>
                <a:gridCol w="945358">
                  <a:extLst>
                    <a:ext uri="{9D8B030D-6E8A-4147-A177-3AD203B41FA5}">
                      <a16:colId xmlns:a16="http://schemas.microsoft.com/office/drawing/2014/main" val="2694643210"/>
                    </a:ext>
                  </a:extLst>
                </a:gridCol>
                <a:gridCol w="945358">
                  <a:extLst>
                    <a:ext uri="{9D8B030D-6E8A-4147-A177-3AD203B41FA5}">
                      <a16:colId xmlns:a16="http://schemas.microsoft.com/office/drawing/2014/main" val="1867350649"/>
                    </a:ext>
                  </a:extLst>
                </a:gridCol>
              </a:tblGrid>
              <a:tr h="0">
                <a:tc>
                  <a:txBody>
                    <a:bodyPr/>
                    <a:lstStyle/>
                    <a:p>
                      <a:pPr algn="ctr" rtl="1"/>
                      <a:r>
                        <a:rPr lang="en-US" sz="1600" b="1" baseline="0" dirty="0">
                          <a:solidFill>
                            <a:schemeClr val="accent1">
                              <a:lumMod val="50000"/>
                            </a:schemeClr>
                          </a:solidFill>
                          <a:latin typeface="Sakkal Majalla" panose="02000000000000000000" pitchFamily="2" charset="-78"/>
                          <a:cs typeface="Sakkal Majalla" panose="02000000000000000000" pitchFamily="2" charset="-78"/>
                        </a:rPr>
                        <a:t>2028</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rtl="1"/>
                      <a:r>
                        <a:rPr lang="ar-EG" sz="1600" b="1" baseline="0" dirty="0">
                          <a:solidFill>
                            <a:schemeClr val="accent1">
                              <a:lumMod val="50000"/>
                            </a:schemeClr>
                          </a:solidFill>
                          <a:latin typeface="Sakkal Majalla" panose="02000000000000000000" pitchFamily="2" charset="-78"/>
                          <a:cs typeface="Sakkal Majalla" panose="02000000000000000000" pitchFamily="2" charset="-78"/>
                        </a:rPr>
                        <a:t>2027</a:t>
                      </a:r>
                      <a:endParaRPr lang="en-US" sz="1600" b="1" baseline="0" dirty="0">
                        <a:solidFill>
                          <a:schemeClr val="accent1">
                            <a:lumMod val="50000"/>
                          </a:schemeClr>
                        </a:solidFill>
                        <a:latin typeface="Sakkal Majalla" panose="02000000000000000000" pitchFamily="2" charset="-78"/>
                        <a:cs typeface="Sakkal Majalla" panose="02000000000000000000" pitchFamily="2" charset="-78"/>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rtl="1"/>
                      <a:r>
                        <a:rPr lang="ar-EG" sz="1600" b="1" baseline="0" dirty="0">
                          <a:solidFill>
                            <a:schemeClr val="accent1">
                              <a:lumMod val="50000"/>
                            </a:schemeClr>
                          </a:solidFill>
                          <a:latin typeface="Sakkal Majalla" panose="02000000000000000000" pitchFamily="2" charset="-78"/>
                          <a:cs typeface="Sakkal Majalla" panose="02000000000000000000" pitchFamily="2" charset="-78"/>
                        </a:rPr>
                        <a:t>2026</a:t>
                      </a:r>
                      <a:endParaRPr lang="en-US" sz="1600" b="1" baseline="0" dirty="0">
                        <a:solidFill>
                          <a:schemeClr val="accent1">
                            <a:lumMod val="50000"/>
                          </a:schemeClr>
                        </a:solidFill>
                        <a:latin typeface="Sakkal Majalla" panose="02000000000000000000" pitchFamily="2" charset="-78"/>
                        <a:cs typeface="Sakkal Majalla" panose="02000000000000000000" pitchFamily="2" charset="-78"/>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95495611"/>
                  </a:ext>
                </a:extLst>
              </a:tr>
              <a:tr h="0">
                <a:tc>
                  <a:txBody>
                    <a:bodyPr/>
                    <a:lstStyle/>
                    <a:p>
                      <a:pPr algn="ctr"/>
                      <a:r>
                        <a:rPr lang="en-US" sz="1600" b="1" baseline="0" dirty="0">
                          <a:solidFill>
                            <a:schemeClr val="accent1"/>
                          </a:solidFill>
                          <a:latin typeface="Sakkal Majalla" panose="02000000000000000000" pitchFamily="2" charset="-78"/>
                          <a:cs typeface="Sakkal Majalla" panose="02000000000000000000" pitchFamily="2" charset="-78"/>
                        </a:rPr>
                        <a:t>2%</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lang="en-US" sz="1600" b="1" baseline="0" dirty="0">
                          <a:solidFill>
                            <a:schemeClr val="accent1"/>
                          </a:solidFill>
                          <a:latin typeface="Sakkal Majalla" panose="02000000000000000000" pitchFamily="2" charset="-78"/>
                          <a:cs typeface="Sakkal Majalla" panose="02000000000000000000" pitchFamily="2" charset="-78"/>
                        </a:rPr>
                        <a:t>1.5%</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algn="ctr" defTabSz="914400" rtl="1" eaLnBrk="1" latinLnBrk="0" hangingPunct="1"/>
                      <a:r>
                        <a:rPr lang="en-US" sz="1600" b="1" kern="1200" baseline="0" dirty="0">
                          <a:solidFill>
                            <a:schemeClr val="accent1"/>
                          </a:solidFill>
                          <a:latin typeface="Sakkal Majalla" panose="02000000000000000000" pitchFamily="2" charset="-78"/>
                          <a:ea typeface="+mn-ea"/>
                          <a:cs typeface="Sakkal Majalla" panose="02000000000000000000" pitchFamily="2" charset="-78"/>
                        </a:rPr>
                        <a:t>1%</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08398491"/>
                  </a:ext>
                </a:extLst>
              </a:tr>
            </a:tbl>
          </a:graphicData>
        </a:graphic>
      </p:graphicFrame>
      <p:sp>
        <p:nvSpPr>
          <p:cNvPr id="71" name="Rounded Rectangle 7">
            <a:extLst>
              <a:ext uri="{FF2B5EF4-FFF2-40B4-BE49-F238E27FC236}">
                <a16:creationId xmlns:a16="http://schemas.microsoft.com/office/drawing/2014/main" id="{1DDD1424-2A66-D4F9-62E4-F6EFC8A3710E}"/>
              </a:ext>
            </a:extLst>
          </p:cNvPr>
          <p:cNvSpPr/>
          <p:nvPr/>
        </p:nvSpPr>
        <p:spPr>
          <a:xfrm>
            <a:off x="5041960" y="1930177"/>
            <a:ext cx="2108081" cy="31893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EG" sz="1200" dirty="0"/>
              <a:t>مالك المؤشر : البنية المؤسسية</a:t>
            </a:r>
            <a:endParaRPr lang="en-US" sz="1200" dirty="0"/>
          </a:p>
        </p:txBody>
      </p:sp>
      <p:grpSp>
        <p:nvGrpSpPr>
          <p:cNvPr id="72" name="Group 71">
            <a:extLst>
              <a:ext uri="{FF2B5EF4-FFF2-40B4-BE49-F238E27FC236}">
                <a16:creationId xmlns:a16="http://schemas.microsoft.com/office/drawing/2014/main" id="{49179A9E-6C6B-9287-EAFC-5786DE5158B5}"/>
              </a:ext>
            </a:extLst>
          </p:cNvPr>
          <p:cNvGrpSpPr>
            <a:grpSpLocks noChangeAspect="1"/>
          </p:cNvGrpSpPr>
          <p:nvPr/>
        </p:nvGrpSpPr>
        <p:grpSpPr>
          <a:xfrm>
            <a:off x="5130225" y="4686665"/>
            <a:ext cx="279496" cy="246888"/>
            <a:chOff x="5810250" y="3176587"/>
            <a:chExt cx="571500" cy="504825"/>
          </a:xfrm>
          <a:solidFill>
            <a:schemeClr val="accent1"/>
          </a:solidFill>
        </p:grpSpPr>
        <p:sp>
          <p:nvSpPr>
            <p:cNvPr id="73" name="Freeform: Shape 72">
              <a:extLst>
                <a:ext uri="{FF2B5EF4-FFF2-40B4-BE49-F238E27FC236}">
                  <a16:creationId xmlns:a16="http://schemas.microsoft.com/office/drawing/2014/main" id="{1F1300F9-886B-55E4-6CBE-D118E55EE428}"/>
                </a:ext>
              </a:extLst>
            </p:cNvPr>
            <p:cNvSpPr/>
            <p:nvPr/>
          </p:nvSpPr>
          <p:spPr>
            <a:xfrm>
              <a:off x="5810250" y="3376612"/>
              <a:ext cx="571500" cy="304800"/>
            </a:xfrm>
            <a:custGeom>
              <a:avLst/>
              <a:gdLst>
                <a:gd name="csX0" fmla="*/ 514350 w 571500"/>
                <a:gd name="csY0" fmla="*/ 0 h 304800"/>
                <a:gd name="csX1" fmla="*/ 495300 w 571500"/>
                <a:gd name="csY1" fmla="*/ 0 h 304800"/>
                <a:gd name="csX2" fmla="*/ 495300 w 571500"/>
                <a:gd name="csY2" fmla="*/ 19050 h 304800"/>
                <a:gd name="csX3" fmla="*/ 514350 w 571500"/>
                <a:gd name="csY3" fmla="*/ 19050 h 304800"/>
                <a:gd name="csX4" fmla="*/ 552450 w 571500"/>
                <a:gd name="csY4" fmla="*/ 57150 h 304800"/>
                <a:gd name="csX5" fmla="*/ 552450 w 571500"/>
                <a:gd name="csY5" fmla="*/ 247650 h 304800"/>
                <a:gd name="csX6" fmla="*/ 514350 w 571500"/>
                <a:gd name="csY6" fmla="*/ 285750 h 304800"/>
                <a:gd name="csX7" fmla="*/ 495300 w 571500"/>
                <a:gd name="csY7" fmla="*/ 285750 h 304800"/>
                <a:gd name="csX8" fmla="*/ 495300 w 571500"/>
                <a:gd name="csY8" fmla="*/ 257175 h 304800"/>
                <a:gd name="csX9" fmla="*/ 485775 w 571500"/>
                <a:gd name="csY9" fmla="*/ 247650 h 304800"/>
                <a:gd name="csX10" fmla="*/ 476250 w 571500"/>
                <a:gd name="csY10" fmla="*/ 257175 h 304800"/>
                <a:gd name="csX11" fmla="*/ 476250 w 571500"/>
                <a:gd name="csY11" fmla="*/ 285750 h 304800"/>
                <a:gd name="csX12" fmla="*/ 457200 w 571500"/>
                <a:gd name="csY12" fmla="*/ 285750 h 304800"/>
                <a:gd name="csX13" fmla="*/ 457200 w 571500"/>
                <a:gd name="csY13" fmla="*/ 257175 h 304800"/>
                <a:gd name="csX14" fmla="*/ 447675 w 571500"/>
                <a:gd name="csY14" fmla="*/ 247650 h 304800"/>
                <a:gd name="csX15" fmla="*/ 438150 w 571500"/>
                <a:gd name="csY15" fmla="*/ 257175 h 304800"/>
                <a:gd name="csX16" fmla="*/ 438150 w 571500"/>
                <a:gd name="csY16" fmla="*/ 285750 h 304800"/>
                <a:gd name="csX17" fmla="*/ 419100 w 571500"/>
                <a:gd name="csY17" fmla="*/ 285750 h 304800"/>
                <a:gd name="csX18" fmla="*/ 419100 w 571500"/>
                <a:gd name="csY18" fmla="*/ 257175 h 304800"/>
                <a:gd name="csX19" fmla="*/ 409575 w 571500"/>
                <a:gd name="csY19" fmla="*/ 247650 h 304800"/>
                <a:gd name="csX20" fmla="*/ 400050 w 571500"/>
                <a:gd name="csY20" fmla="*/ 257175 h 304800"/>
                <a:gd name="csX21" fmla="*/ 400050 w 571500"/>
                <a:gd name="csY21" fmla="*/ 285750 h 304800"/>
                <a:gd name="csX22" fmla="*/ 381000 w 571500"/>
                <a:gd name="csY22" fmla="*/ 285750 h 304800"/>
                <a:gd name="csX23" fmla="*/ 381000 w 571500"/>
                <a:gd name="csY23" fmla="*/ 257175 h 304800"/>
                <a:gd name="csX24" fmla="*/ 371475 w 571500"/>
                <a:gd name="csY24" fmla="*/ 247650 h 304800"/>
                <a:gd name="csX25" fmla="*/ 361950 w 571500"/>
                <a:gd name="csY25" fmla="*/ 257175 h 304800"/>
                <a:gd name="csX26" fmla="*/ 361950 w 571500"/>
                <a:gd name="csY26" fmla="*/ 285750 h 304800"/>
                <a:gd name="csX27" fmla="*/ 342900 w 571500"/>
                <a:gd name="csY27" fmla="*/ 285750 h 304800"/>
                <a:gd name="csX28" fmla="*/ 342900 w 571500"/>
                <a:gd name="csY28" fmla="*/ 257175 h 304800"/>
                <a:gd name="csX29" fmla="*/ 333375 w 571500"/>
                <a:gd name="csY29" fmla="*/ 247650 h 304800"/>
                <a:gd name="csX30" fmla="*/ 323850 w 571500"/>
                <a:gd name="csY30" fmla="*/ 257175 h 304800"/>
                <a:gd name="csX31" fmla="*/ 323850 w 571500"/>
                <a:gd name="csY31" fmla="*/ 285750 h 304800"/>
                <a:gd name="csX32" fmla="*/ 304800 w 571500"/>
                <a:gd name="csY32" fmla="*/ 285750 h 304800"/>
                <a:gd name="csX33" fmla="*/ 304800 w 571500"/>
                <a:gd name="csY33" fmla="*/ 257175 h 304800"/>
                <a:gd name="csX34" fmla="*/ 295275 w 571500"/>
                <a:gd name="csY34" fmla="*/ 247650 h 304800"/>
                <a:gd name="csX35" fmla="*/ 285750 w 571500"/>
                <a:gd name="csY35" fmla="*/ 257175 h 304800"/>
                <a:gd name="csX36" fmla="*/ 285750 w 571500"/>
                <a:gd name="csY36" fmla="*/ 285750 h 304800"/>
                <a:gd name="csX37" fmla="*/ 266700 w 571500"/>
                <a:gd name="csY37" fmla="*/ 285750 h 304800"/>
                <a:gd name="csX38" fmla="*/ 266700 w 571500"/>
                <a:gd name="csY38" fmla="*/ 257175 h 304800"/>
                <a:gd name="csX39" fmla="*/ 257175 w 571500"/>
                <a:gd name="csY39" fmla="*/ 247650 h 304800"/>
                <a:gd name="csX40" fmla="*/ 247650 w 571500"/>
                <a:gd name="csY40" fmla="*/ 257175 h 304800"/>
                <a:gd name="csX41" fmla="*/ 247650 w 571500"/>
                <a:gd name="csY41" fmla="*/ 285750 h 304800"/>
                <a:gd name="csX42" fmla="*/ 228600 w 571500"/>
                <a:gd name="csY42" fmla="*/ 285750 h 304800"/>
                <a:gd name="csX43" fmla="*/ 228600 w 571500"/>
                <a:gd name="csY43" fmla="*/ 257175 h 304800"/>
                <a:gd name="csX44" fmla="*/ 219075 w 571500"/>
                <a:gd name="csY44" fmla="*/ 247650 h 304800"/>
                <a:gd name="csX45" fmla="*/ 209550 w 571500"/>
                <a:gd name="csY45" fmla="*/ 257175 h 304800"/>
                <a:gd name="csX46" fmla="*/ 209550 w 571500"/>
                <a:gd name="csY46" fmla="*/ 285750 h 304800"/>
                <a:gd name="csX47" fmla="*/ 190500 w 571500"/>
                <a:gd name="csY47" fmla="*/ 285750 h 304800"/>
                <a:gd name="csX48" fmla="*/ 190500 w 571500"/>
                <a:gd name="csY48" fmla="*/ 261938 h 304800"/>
                <a:gd name="csX49" fmla="*/ 157163 w 571500"/>
                <a:gd name="csY49" fmla="*/ 228600 h 304800"/>
                <a:gd name="csX50" fmla="*/ 123825 w 571500"/>
                <a:gd name="csY50" fmla="*/ 261938 h 304800"/>
                <a:gd name="csX51" fmla="*/ 123825 w 571500"/>
                <a:gd name="csY51" fmla="*/ 285750 h 304800"/>
                <a:gd name="csX52" fmla="*/ 104775 w 571500"/>
                <a:gd name="csY52" fmla="*/ 285750 h 304800"/>
                <a:gd name="csX53" fmla="*/ 104775 w 571500"/>
                <a:gd name="csY53" fmla="*/ 257175 h 304800"/>
                <a:gd name="csX54" fmla="*/ 95250 w 571500"/>
                <a:gd name="csY54" fmla="*/ 247650 h 304800"/>
                <a:gd name="csX55" fmla="*/ 85725 w 571500"/>
                <a:gd name="csY55" fmla="*/ 257175 h 304800"/>
                <a:gd name="csX56" fmla="*/ 85725 w 571500"/>
                <a:gd name="csY56" fmla="*/ 285750 h 304800"/>
                <a:gd name="csX57" fmla="*/ 66675 w 571500"/>
                <a:gd name="csY57" fmla="*/ 285750 h 304800"/>
                <a:gd name="csX58" fmla="*/ 66675 w 571500"/>
                <a:gd name="csY58" fmla="*/ 257175 h 304800"/>
                <a:gd name="csX59" fmla="*/ 57150 w 571500"/>
                <a:gd name="csY59" fmla="*/ 247650 h 304800"/>
                <a:gd name="csX60" fmla="*/ 47625 w 571500"/>
                <a:gd name="csY60" fmla="*/ 257175 h 304800"/>
                <a:gd name="csX61" fmla="*/ 47625 w 571500"/>
                <a:gd name="csY61" fmla="*/ 284404 h 304800"/>
                <a:gd name="csX62" fmla="*/ 19050 w 571500"/>
                <a:gd name="csY62" fmla="*/ 247650 h 304800"/>
                <a:gd name="csX63" fmla="*/ 19050 w 571500"/>
                <a:gd name="csY63" fmla="*/ 57150 h 304800"/>
                <a:gd name="csX64" fmla="*/ 57150 w 571500"/>
                <a:gd name="csY64" fmla="*/ 19050 h 304800"/>
                <a:gd name="csX65" fmla="*/ 76200 w 571500"/>
                <a:gd name="csY65" fmla="*/ 19050 h 304800"/>
                <a:gd name="csX66" fmla="*/ 76200 w 571500"/>
                <a:gd name="csY66" fmla="*/ 0 h 304800"/>
                <a:gd name="csX67" fmla="*/ 57150 w 571500"/>
                <a:gd name="csY67" fmla="*/ 0 h 304800"/>
                <a:gd name="csX68" fmla="*/ 0 w 571500"/>
                <a:gd name="csY68" fmla="*/ 57150 h 304800"/>
                <a:gd name="csX69" fmla="*/ 0 w 571500"/>
                <a:gd name="csY69" fmla="*/ 247650 h 304800"/>
                <a:gd name="csX70" fmla="*/ 57150 w 571500"/>
                <a:gd name="csY70" fmla="*/ 304800 h 304800"/>
                <a:gd name="csX71" fmla="*/ 133350 w 571500"/>
                <a:gd name="csY71" fmla="*/ 304800 h 304800"/>
                <a:gd name="csX72" fmla="*/ 142875 w 571500"/>
                <a:gd name="csY72" fmla="*/ 295275 h 304800"/>
                <a:gd name="csX73" fmla="*/ 142875 w 571500"/>
                <a:gd name="csY73" fmla="*/ 261938 h 304800"/>
                <a:gd name="csX74" fmla="*/ 171450 w 571500"/>
                <a:gd name="csY74" fmla="*/ 261938 h 304800"/>
                <a:gd name="csX75" fmla="*/ 171450 w 571500"/>
                <a:gd name="csY75" fmla="*/ 295275 h 304800"/>
                <a:gd name="csX76" fmla="*/ 180975 w 571500"/>
                <a:gd name="csY76" fmla="*/ 304800 h 304800"/>
                <a:gd name="csX77" fmla="*/ 514350 w 571500"/>
                <a:gd name="csY77" fmla="*/ 304800 h 304800"/>
                <a:gd name="csX78" fmla="*/ 571500 w 571500"/>
                <a:gd name="csY78" fmla="*/ 247650 h 304800"/>
                <a:gd name="csX79" fmla="*/ 571500 w 571500"/>
                <a:gd name="csY79" fmla="*/ 57150 h 304800"/>
                <a:gd name="csX80" fmla="*/ 514350 w 571500"/>
                <a:gd name="csY80" fmla="*/ 0 h 304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Lst>
              <a:rect l="l" t="t" r="r" b="b"/>
              <a:pathLst>
                <a:path w="571500" h="304800">
                  <a:moveTo>
                    <a:pt x="514350" y="0"/>
                  </a:moveTo>
                  <a:lnTo>
                    <a:pt x="495300" y="0"/>
                  </a:lnTo>
                  <a:lnTo>
                    <a:pt x="495300" y="19050"/>
                  </a:lnTo>
                  <a:lnTo>
                    <a:pt x="514350" y="19050"/>
                  </a:lnTo>
                  <a:cubicBezTo>
                    <a:pt x="535400" y="19050"/>
                    <a:pt x="552450" y="36100"/>
                    <a:pt x="552450" y="57150"/>
                  </a:cubicBezTo>
                  <a:lnTo>
                    <a:pt x="552450" y="247650"/>
                  </a:lnTo>
                  <a:cubicBezTo>
                    <a:pt x="552450" y="268700"/>
                    <a:pt x="535400" y="285750"/>
                    <a:pt x="514350" y="285750"/>
                  </a:cubicBezTo>
                  <a:lnTo>
                    <a:pt x="495300" y="285750"/>
                  </a:lnTo>
                  <a:lnTo>
                    <a:pt x="495300" y="257175"/>
                  </a:lnTo>
                  <a:cubicBezTo>
                    <a:pt x="495300" y="251910"/>
                    <a:pt x="491040" y="247650"/>
                    <a:pt x="485775" y="247650"/>
                  </a:cubicBezTo>
                  <a:cubicBezTo>
                    <a:pt x="480510" y="247650"/>
                    <a:pt x="476250" y="251910"/>
                    <a:pt x="476250" y="257175"/>
                  </a:cubicBezTo>
                  <a:lnTo>
                    <a:pt x="476250" y="285750"/>
                  </a:lnTo>
                  <a:lnTo>
                    <a:pt x="457200" y="285750"/>
                  </a:lnTo>
                  <a:lnTo>
                    <a:pt x="457200" y="257175"/>
                  </a:lnTo>
                  <a:cubicBezTo>
                    <a:pt x="457200" y="251910"/>
                    <a:pt x="452940" y="247650"/>
                    <a:pt x="447675" y="247650"/>
                  </a:cubicBezTo>
                  <a:cubicBezTo>
                    <a:pt x="442410" y="247650"/>
                    <a:pt x="438150" y="251910"/>
                    <a:pt x="438150" y="257175"/>
                  </a:cubicBezTo>
                  <a:lnTo>
                    <a:pt x="438150" y="285750"/>
                  </a:lnTo>
                  <a:lnTo>
                    <a:pt x="419100" y="285750"/>
                  </a:lnTo>
                  <a:lnTo>
                    <a:pt x="419100" y="257175"/>
                  </a:lnTo>
                  <a:cubicBezTo>
                    <a:pt x="419100" y="251910"/>
                    <a:pt x="414840" y="247650"/>
                    <a:pt x="409575" y="247650"/>
                  </a:cubicBezTo>
                  <a:cubicBezTo>
                    <a:pt x="404310" y="247650"/>
                    <a:pt x="400050" y="251910"/>
                    <a:pt x="400050" y="257175"/>
                  </a:cubicBezTo>
                  <a:lnTo>
                    <a:pt x="400050" y="285750"/>
                  </a:lnTo>
                  <a:lnTo>
                    <a:pt x="381000" y="285750"/>
                  </a:lnTo>
                  <a:lnTo>
                    <a:pt x="381000" y="257175"/>
                  </a:lnTo>
                  <a:cubicBezTo>
                    <a:pt x="381000" y="251910"/>
                    <a:pt x="376740" y="247650"/>
                    <a:pt x="371475" y="247650"/>
                  </a:cubicBezTo>
                  <a:cubicBezTo>
                    <a:pt x="366210" y="247650"/>
                    <a:pt x="361950" y="251910"/>
                    <a:pt x="361950" y="257175"/>
                  </a:cubicBezTo>
                  <a:lnTo>
                    <a:pt x="361950" y="285750"/>
                  </a:lnTo>
                  <a:lnTo>
                    <a:pt x="342900" y="285750"/>
                  </a:lnTo>
                  <a:lnTo>
                    <a:pt x="342900" y="257175"/>
                  </a:lnTo>
                  <a:cubicBezTo>
                    <a:pt x="342900" y="251910"/>
                    <a:pt x="338640" y="247650"/>
                    <a:pt x="333375" y="247650"/>
                  </a:cubicBezTo>
                  <a:cubicBezTo>
                    <a:pt x="328110" y="247650"/>
                    <a:pt x="323850" y="251910"/>
                    <a:pt x="323850" y="257175"/>
                  </a:cubicBezTo>
                  <a:lnTo>
                    <a:pt x="323850" y="285750"/>
                  </a:lnTo>
                  <a:lnTo>
                    <a:pt x="304800" y="285750"/>
                  </a:lnTo>
                  <a:lnTo>
                    <a:pt x="304800" y="257175"/>
                  </a:lnTo>
                  <a:cubicBezTo>
                    <a:pt x="304800" y="251910"/>
                    <a:pt x="300540" y="247650"/>
                    <a:pt x="295275" y="247650"/>
                  </a:cubicBezTo>
                  <a:cubicBezTo>
                    <a:pt x="290010" y="247650"/>
                    <a:pt x="285750" y="251910"/>
                    <a:pt x="285750" y="257175"/>
                  </a:cubicBezTo>
                  <a:lnTo>
                    <a:pt x="285750" y="285750"/>
                  </a:lnTo>
                  <a:lnTo>
                    <a:pt x="266700" y="285750"/>
                  </a:lnTo>
                  <a:lnTo>
                    <a:pt x="266700" y="257175"/>
                  </a:lnTo>
                  <a:cubicBezTo>
                    <a:pt x="266700" y="251910"/>
                    <a:pt x="262440" y="247650"/>
                    <a:pt x="257175" y="247650"/>
                  </a:cubicBezTo>
                  <a:cubicBezTo>
                    <a:pt x="251910" y="247650"/>
                    <a:pt x="247650" y="251910"/>
                    <a:pt x="247650" y="257175"/>
                  </a:cubicBezTo>
                  <a:lnTo>
                    <a:pt x="247650" y="285750"/>
                  </a:lnTo>
                  <a:lnTo>
                    <a:pt x="228600" y="285750"/>
                  </a:lnTo>
                  <a:lnTo>
                    <a:pt x="228600" y="257175"/>
                  </a:lnTo>
                  <a:cubicBezTo>
                    <a:pt x="228600" y="251910"/>
                    <a:pt x="224340" y="247650"/>
                    <a:pt x="219075" y="247650"/>
                  </a:cubicBezTo>
                  <a:cubicBezTo>
                    <a:pt x="213810" y="247650"/>
                    <a:pt x="209550" y="251910"/>
                    <a:pt x="209550" y="257175"/>
                  </a:cubicBezTo>
                  <a:lnTo>
                    <a:pt x="209550" y="285750"/>
                  </a:lnTo>
                  <a:lnTo>
                    <a:pt x="190500" y="285750"/>
                  </a:lnTo>
                  <a:lnTo>
                    <a:pt x="190500" y="261938"/>
                  </a:lnTo>
                  <a:cubicBezTo>
                    <a:pt x="190500" y="243554"/>
                    <a:pt x="175546" y="228600"/>
                    <a:pt x="157163" y="228600"/>
                  </a:cubicBezTo>
                  <a:cubicBezTo>
                    <a:pt x="138779" y="228600"/>
                    <a:pt x="123825" y="243554"/>
                    <a:pt x="123825" y="261938"/>
                  </a:cubicBezTo>
                  <a:lnTo>
                    <a:pt x="123825" y="285750"/>
                  </a:lnTo>
                  <a:lnTo>
                    <a:pt x="104775" y="285750"/>
                  </a:lnTo>
                  <a:lnTo>
                    <a:pt x="104775" y="257175"/>
                  </a:lnTo>
                  <a:cubicBezTo>
                    <a:pt x="104775" y="251910"/>
                    <a:pt x="100515" y="247650"/>
                    <a:pt x="95250" y="247650"/>
                  </a:cubicBezTo>
                  <a:cubicBezTo>
                    <a:pt x="89985" y="247650"/>
                    <a:pt x="85725" y="251910"/>
                    <a:pt x="85725" y="257175"/>
                  </a:cubicBezTo>
                  <a:lnTo>
                    <a:pt x="85725" y="285750"/>
                  </a:lnTo>
                  <a:lnTo>
                    <a:pt x="66675" y="285750"/>
                  </a:lnTo>
                  <a:lnTo>
                    <a:pt x="66675" y="257175"/>
                  </a:lnTo>
                  <a:cubicBezTo>
                    <a:pt x="66675" y="251910"/>
                    <a:pt x="62415" y="247650"/>
                    <a:pt x="57150" y="247650"/>
                  </a:cubicBezTo>
                  <a:cubicBezTo>
                    <a:pt x="51885" y="247650"/>
                    <a:pt x="47625" y="251910"/>
                    <a:pt x="47625" y="257175"/>
                  </a:cubicBezTo>
                  <a:lnTo>
                    <a:pt x="47625" y="284404"/>
                  </a:lnTo>
                  <a:cubicBezTo>
                    <a:pt x="31216" y="280158"/>
                    <a:pt x="19050" y="265390"/>
                    <a:pt x="19050" y="247650"/>
                  </a:cubicBezTo>
                  <a:lnTo>
                    <a:pt x="19050" y="57150"/>
                  </a:lnTo>
                  <a:cubicBezTo>
                    <a:pt x="19050" y="36100"/>
                    <a:pt x="36100" y="19050"/>
                    <a:pt x="57150" y="19050"/>
                  </a:cubicBezTo>
                  <a:lnTo>
                    <a:pt x="76200" y="19050"/>
                  </a:lnTo>
                  <a:lnTo>
                    <a:pt x="76200" y="0"/>
                  </a:lnTo>
                  <a:lnTo>
                    <a:pt x="57150" y="0"/>
                  </a:lnTo>
                  <a:cubicBezTo>
                    <a:pt x="25622" y="0"/>
                    <a:pt x="0" y="25622"/>
                    <a:pt x="0" y="57150"/>
                  </a:cubicBezTo>
                  <a:lnTo>
                    <a:pt x="0" y="247650"/>
                  </a:lnTo>
                  <a:cubicBezTo>
                    <a:pt x="0" y="279178"/>
                    <a:pt x="25622" y="304800"/>
                    <a:pt x="57150" y="304800"/>
                  </a:cubicBezTo>
                  <a:lnTo>
                    <a:pt x="133350" y="304800"/>
                  </a:lnTo>
                  <a:cubicBezTo>
                    <a:pt x="138589" y="304800"/>
                    <a:pt x="142875" y="300514"/>
                    <a:pt x="142875" y="295275"/>
                  </a:cubicBezTo>
                  <a:lnTo>
                    <a:pt x="142875" y="261938"/>
                  </a:lnTo>
                  <a:cubicBezTo>
                    <a:pt x="143207" y="243115"/>
                    <a:pt x="171142" y="243179"/>
                    <a:pt x="171450" y="261938"/>
                  </a:cubicBezTo>
                  <a:cubicBezTo>
                    <a:pt x="171450" y="261938"/>
                    <a:pt x="171450" y="295275"/>
                    <a:pt x="171450" y="295275"/>
                  </a:cubicBezTo>
                  <a:cubicBezTo>
                    <a:pt x="171450" y="300514"/>
                    <a:pt x="175736" y="304800"/>
                    <a:pt x="180975" y="304800"/>
                  </a:cubicBezTo>
                  <a:lnTo>
                    <a:pt x="514350" y="304800"/>
                  </a:lnTo>
                  <a:cubicBezTo>
                    <a:pt x="545878" y="304800"/>
                    <a:pt x="571500" y="279178"/>
                    <a:pt x="571500" y="247650"/>
                  </a:cubicBezTo>
                  <a:lnTo>
                    <a:pt x="571500" y="57150"/>
                  </a:lnTo>
                  <a:cubicBezTo>
                    <a:pt x="571500" y="25622"/>
                    <a:pt x="545878" y="0"/>
                    <a:pt x="514350" y="0"/>
                  </a:cubicBezTo>
                  <a:close/>
                </a:path>
              </a:pathLst>
            </a:custGeom>
            <a:grpFill/>
            <a:ln w="9525" cap="flat">
              <a:noFill/>
              <a:prstDash val="solid"/>
              <a:miter/>
            </a:ln>
          </p:spPr>
          <p:txBody>
            <a:bodyPr/>
            <a:lstStyle/>
            <a:p>
              <a:endParaRPr lang="en-GB"/>
            </a:p>
          </p:txBody>
        </p:sp>
        <p:sp>
          <p:nvSpPr>
            <p:cNvPr id="74" name="Freeform: Shape 73">
              <a:extLst>
                <a:ext uri="{FF2B5EF4-FFF2-40B4-BE49-F238E27FC236}">
                  <a16:creationId xmlns:a16="http://schemas.microsoft.com/office/drawing/2014/main" id="{B6317589-639A-B43F-DBA7-113DDD212BA1}"/>
                </a:ext>
              </a:extLst>
            </p:cNvPr>
            <p:cNvSpPr/>
            <p:nvPr/>
          </p:nvSpPr>
          <p:spPr>
            <a:xfrm>
              <a:off x="6020466" y="3500437"/>
              <a:ext cx="151066" cy="85725"/>
            </a:xfrm>
            <a:custGeom>
              <a:avLst/>
              <a:gdLst>
                <a:gd name="csX0" fmla="*/ 75533 w 151066"/>
                <a:gd name="csY0" fmla="*/ 35814 h 85725"/>
                <a:gd name="csX1" fmla="*/ 49149 w 151066"/>
                <a:gd name="csY1" fmla="*/ 20288 h 85725"/>
                <a:gd name="csX2" fmla="*/ 37909 w 151066"/>
                <a:gd name="csY2" fmla="*/ 0 h 85725"/>
                <a:gd name="csX3" fmla="*/ 0 w 151066"/>
                <a:gd name="csY3" fmla="*/ 0 h 85725"/>
                <a:gd name="csX4" fmla="*/ 0 w 151066"/>
                <a:gd name="csY4" fmla="*/ 47625 h 85725"/>
                <a:gd name="csX5" fmla="*/ 38100 w 151066"/>
                <a:gd name="csY5" fmla="*/ 85725 h 85725"/>
                <a:gd name="csX6" fmla="*/ 112966 w 151066"/>
                <a:gd name="csY6" fmla="*/ 85725 h 85725"/>
                <a:gd name="csX7" fmla="*/ 151066 w 151066"/>
                <a:gd name="csY7" fmla="*/ 47625 h 85725"/>
                <a:gd name="csX8" fmla="*/ 151066 w 151066"/>
                <a:gd name="csY8" fmla="*/ 0 h 85725"/>
                <a:gd name="csX9" fmla="*/ 113157 w 151066"/>
                <a:gd name="csY9" fmla="*/ 0 h 85725"/>
                <a:gd name="csX10" fmla="*/ 101918 w 151066"/>
                <a:gd name="csY10" fmla="*/ 20288 h 85725"/>
                <a:gd name="csX11" fmla="*/ 75533 w 151066"/>
                <a:gd name="csY11" fmla="*/ 35814 h 85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51066" h="85725">
                  <a:moveTo>
                    <a:pt x="75533" y="35814"/>
                  </a:moveTo>
                  <a:cubicBezTo>
                    <a:pt x="64579" y="35814"/>
                    <a:pt x="54483" y="29908"/>
                    <a:pt x="49149" y="20288"/>
                  </a:cubicBezTo>
                  <a:lnTo>
                    <a:pt x="37909" y="0"/>
                  </a:lnTo>
                  <a:lnTo>
                    <a:pt x="0" y="0"/>
                  </a:lnTo>
                  <a:lnTo>
                    <a:pt x="0" y="47625"/>
                  </a:lnTo>
                  <a:cubicBezTo>
                    <a:pt x="0" y="68675"/>
                    <a:pt x="17050" y="85725"/>
                    <a:pt x="38100" y="85725"/>
                  </a:cubicBezTo>
                  <a:lnTo>
                    <a:pt x="112966" y="85725"/>
                  </a:lnTo>
                  <a:cubicBezTo>
                    <a:pt x="134017" y="85725"/>
                    <a:pt x="151066" y="68675"/>
                    <a:pt x="151066" y="47625"/>
                  </a:cubicBezTo>
                  <a:lnTo>
                    <a:pt x="151066" y="0"/>
                  </a:lnTo>
                  <a:lnTo>
                    <a:pt x="113157" y="0"/>
                  </a:lnTo>
                  <a:lnTo>
                    <a:pt x="101918" y="20288"/>
                  </a:lnTo>
                  <a:cubicBezTo>
                    <a:pt x="96584" y="29909"/>
                    <a:pt x="86487" y="35814"/>
                    <a:pt x="75533" y="35814"/>
                  </a:cubicBezTo>
                  <a:close/>
                </a:path>
              </a:pathLst>
            </a:custGeom>
            <a:grpFill/>
            <a:ln w="9525" cap="flat">
              <a:noFill/>
              <a:prstDash val="solid"/>
              <a:miter/>
            </a:ln>
          </p:spPr>
          <p:txBody>
            <a:bodyPr/>
            <a:lstStyle/>
            <a:p>
              <a:endParaRPr lang="en-GB"/>
            </a:p>
          </p:txBody>
        </p:sp>
        <p:sp>
          <p:nvSpPr>
            <p:cNvPr id="75" name="Freeform: Shape 74">
              <a:extLst>
                <a:ext uri="{FF2B5EF4-FFF2-40B4-BE49-F238E27FC236}">
                  <a16:creationId xmlns:a16="http://schemas.microsoft.com/office/drawing/2014/main" id="{BE016E98-B89C-58C9-B542-27293F4127F9}"/>
                </a:ext>
              </a:extLst>
            </p:cNvPr>
            <p:cNvSpPr/>
            <p:nvPr/>
          </p:nvSpPr>
          <p:spPr>
            <a:xfrm>
              <a:off x="5848349" y="3443279"/>
              <a:ext cx="151161" cy="142882"/>
            </a:xfrm>
            <a:custGeom>
              <a:avLst/>
              <a:gdLst>
                <a:gd name="csX0" fmla="*/ 38862 w 151161"/>
                <a:gd name="csY0" fmla="*/ 8 h 142882"/>
                <a:gd name="csX1" fmla="*/ 0 w 151161"/>
                <a:gd name="csY1" fmla="*/ 38108 h 142882"/>
                <a:gd name="csX2" fmla="*/ 0 w 151161"/>
                <a:gd name="csY2" fmla="*/ 104783 h 142882"/>
                <a:gd name="csX3" fmla="*/ 38100 w 151161"/>
                <a:gd name="csY3" fmla="*/ 142883 h 142882"/>
                <a:gd name="csX4" fmla="*/ 113062 w 151161"/>
                <a:gd name="csY4" fmla="*/ 142883 h 142882"/>
                <a:gd name="csX5" fmla="*/ 151162 w 151161"/>
                <a:gd name="csY5" fmla="*/ 104783 h 142882"/>
                <a:gd name="csX6" fmla="*/ 151162 w 151161"/>
                <a:gd name="csY6" fmla="*/ 57158 h 142882"/>
                <a:gd name="csX7" fmla="*/ 104775 w 151161"/>
                <a:gd name="csY7" fmla="*/ 57158 h 142882"/>
                <a:gd name="csX8" fmla="*/ 38862 w 151161"/>
                <a:gd name="csY8" fmla="*/ 8 h 1428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1161" h="142882">
                  <a:moveTo>
                    <a:pt x="38862" y="8"/>
                  </a:moveTo>
                  <a:cubicBezTo>
                    <a:pt x="17553" y="-414"/>
                    <a:pt x="-26" y="16780"/>
                    <a:pt x="0" y="38108"/>
                  </a:cubicBezTo>
                  <a:lnTo>
                    <a:pt x="0" y="104783"/>
                  </a:lnTo>
                  <a:cubicBezTo>
                    <a:pt x="0" y="125832"/>
                    <a:pt x="17050" y="142883"/>
                    <a:pt x="38100" y="142883"/>
                  </a:cubicBezTo>
                  <a:lnTo>
                    <a:pt x="113062" y="142883"/>
                  </a:lnTo>
                  <a:cubicBezTo>
                    <a:pt x="134017" y="142883"/>
                    <a:pt x="151162" y="125832"/>
                    <a:pt x="151162" y="104783"/>
                  </a:cubicBezTo>
                  <a:lnTo>
                    <a:pt x="151162" y="57158"/>
                  </a:lnTo>
                  <a:lnTo>
                    <a:pt x="104775" y="57158"/>
                  </a:lnTo>
                  <a:cubicBezTo>
                    <a:pt x="71247" y="57158"/>
                    <a:pt x="43434" y="32297"/>
                    <a:pt x="38862" y="8"/>
                  </a:cubicBezTo>
                  <a:close/>
                </a:path>
              </a:pathLst>
            </a:custGeom>
            <a:grpFill/>
            <a:ln w="9525" cap="flat">
              <a:noFill/>
              <a:prstDash val="solid"/>
              <a:miter/>
            </a:ln>
          </p:spPr>
          <p:txBody>
            <a:bodyPr/>
            <a:lstStyle/>
            <a:p>
              <a:endParaRPr lang="en-GB"/>
            </a:p>
          </p:txBody>
        </p:sp>
        <p:sp>
          <p:nvSpPr>
            <p:cNvPr id="76" name="Freeform: Shape 75">
              <a:extLst>
                <a:ext uri="{FF2B5EF4-FFF2-40B4-BE49-F238E27FC236}">
                  <a16:creationId xmlns:a16="http://schemas.microsoft.com/office/drawing/2014/main" id="{1A4CD2D5-FC76-93FE-5966-04D994EF1AC8}"/>
                </a:ext>
              </a:extLst>
            </p:cNvPr>
            <p:cNvSpPr/>
            <p:nvPr/>
          </p:nvSpPr>
          <p:spPr>
            <a:xfrm>
              <a:off x="6191250" y="3443287"/>
              <a:ext cx="151161" cy="142875"/>
            </a:xfrm>
            <a:custGeom>
              <a:avLst/>
              <a:gdLst>
                <a:gd name="csX0" fmla="*/ 0 w 151161"/>
                <a:gd name="csY0" fmla="*/ 57150 h 142875"/>
                <a:gd name="csX1" fmla="*/ 0 w 151161"/>
                <a:gd name="csY1" fmla="*/ 104775 h 142875"/>
                <a:gd name="csX2" fmla="*/ 38100 w 151161"/>
                <a:gd name="csY2" fmla="*/ 142875 h 142875"/>
                <a:gd name="csX3" fmla="*/ 113062 w 151161"/>
                <a:gd name="csY3" fmla="*/ 142875 h 142875"/>
                <a:gd name="csX4" fmla="*/ 151162 w 151161"/>
                <a:gd name="csY4" fmla="*/ 104775 h 142875"/>
                <a:gd name="csX5" fmla="*/ 151162 w 151161"/>
                <a:gd name="csY5" fmla="*/ 38100 h 142875"/>
                <a:gd name="csX6" fmla="*/ 113538 w 151161"/>
                <a:gd name="csY6" fmla="*/ 0 h 142875"/>
                <a:gd name="csX7" fmla="*/ 47625 w 151161"/>
                <a:gd name="csY7" fmla="*/ 57150 h 142875"/>
                <a:gd name="csX8" fmla="*/ 0 w 151161"/>
                <a:gd name="csY8" fmla="*/ 57150 h 142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1161" h="142875">
                  <a:moveTo>
                    <a:pt x="0" y="57150"/>
                  </a:moveTo>
                  <a:lnTo>
                    <a:pt x="0" y="104775"/>
                  </a:lnTo>
                  <a:cubicBezTo>
                    <a:pt x="0" y="125825"/>
                    <a:pt x="17050" y="142875"/>
                    <a:pt x="38100" y="142875"/>
                  </a:cubicBezTo>
                  <a:lnTo>
                    <a:pt x="113062" y="142875"/>
                  </a:lnTo>
                  <a:cubicBezTo>
                    <a:pt x="134017" y="142875"/>
                    <a:pt x="151162" y="125825"/>
                    <a:pt x="151162" y="104775"/>
                  </a:cubicBezTo>
                  <a:lnTo>
                    <a:pt x="151162" y="38100"/>
                  </a:lnTo>
                  <a:cubicBezTo>
                    <a:pt x="151162" y="17240"/>
                    <a:pt x="134302" y="285"/>
                    <a:pt x="113538" y="0"/>
                  </a:cubicBezTo>
                  <a:cubicBezTo>
                    <a:pt x="108966" y="32290"/>
                    <a:pt x="81153" y="57150"/>
                    <a:pt x="47625" y="57150"/>
                  </a:cubicBezTo>
                  <a:lnTo>
                    <a:pt x="0" y="57150"/>
                  </a:lnTo>
                  <a:close/>
                </a:path>
              </a:pathLst>
            </a:custGeom>
            <a:grpFill/>
            <a:ln w="9525" cap="flat">
              <a:noFill/>
              <a:prstDash val="solid"/>
              <a:miter/>
            </a:ln>
          </p:spPr>
          <p:txBody>
            <a:bodyPr/>
            <a:lstStyle/>
            <a:p>
              <a:endParaRPr lang="en-GB"/>
            </a:p>
          </p:txBody>
        </p:sp>
        <p:sp>
          <p:nvSpPr>
            <p:cNvPr id="77" name="Freeform: Shape 76">
              <a:extLst>
                <a:ext uri="{FF2B5EF4-FFF2-40B4-BE49-F238E27FC236}">
                  <a16:creationId xmlns:a16="http://schemas.microsoft.com/office/drawing/2014/main" id="{5E28973D-280C-7B0C-E4D1-6E87E126CD86}"/>
                </a:ext>
              </a:extLst>
            </p:cNvPr>
            <p:cNvSpPr/>
            <p:nvPr/>
          </p:nvSpPr>
          <p:spPr>
            <a:xfrm>
              <a:off x="5905500" y="3176587"/>
              <a:ext cx="381000" cy="340645"/>
            </a:xfrm>
            <a:custGeom>
              <a:avLst/>
              <a:gdLst>
                <a:gd name="csX0" fmla="*/ 333375 w 381000"/>
                <a:gd name="csY0" fmla="*/ 0 h 340645"/>
                <a:gd name="csX1" fmla="*/ 47625 w 381000"/>
                <a:gd name="csY1" fmla="*/ 0 h 340645"/>
                <a:gd name="csX2" fmla="*/ 0 w 381000"/>
                <a:gd name="csY2" fmla="*/ 47625 h 340645"/>
                <a:gd name="csX3" fmla="*/ 0 w 381000"/>
                <a:gd name="csY3" fmla="*/ 257175 h 340645"/>
                <a:gd name="csX4" fmla="*/ 47625 w 381000"/>
                <a:gd name="csY4" fmla="*/ 304800 h 340645"/>
                <a:gd name="csX5" fmla="*/ 164042 w 381000"/>
                <a:gd name="csY5" fmla="*/ 304800 h 340645"/>
                <a:gd name="csX6" fmla="*/ 180778 w 381000"/>
                <a:gd name="csY6" fmla="*/ 334926 h 340645"/>
                <a:gd name="csX7" fmla="*/ 200222 w 381000"/>
                <a:gd name="csY7" fmla="*/ 334926 h 340645"/>
                <a:gd name="csX8" fmla="*/ 216958 w 381000"/>
                <a:gd name="csY8" fmla="*/ 304800 h 340645"/>
                <a:gd name="csX9" fmla="*/ 333375 w 381000"/>
                <a:gd name="csY9" fmla="*/ 304800 h 340645"/>
                <a:gd name="csX10" fmla="*/ 381000 w 381000"/>
                <a:gd name="csY10" fmla="*/ 257175 h 340645"/>
                <a:gd name="csX11" fmla="*/ 381000 w 381000"/>
                <a:gd name="csY11" fmla="*/ 47625 h 340645"/>
                <a:gd name="csX12" fmla="*/ 333375 w 381000"/>
                <a:gd name="csY12" fmla="*/ 0 h 340645"/>
                <a:gd name="csX13" fmla="*/ 100013 w 381000"/>
                <a:gd name="csY13" fmla="*/ 195263 h 340645"/>
                <a:gd name="csX14" fmla="*/ 80963 w 381000"/>
                <a:gd name="csY14" fmla="*/ 195262 h 340645"/>
                <a:gd name="csX15" fmla="*/ 281332 w 381000"/>
                <a:gd name="csY15" fmla="*/ 134017 h 340645"/>
                <a:gd name="csX16" fmla="*/ 265537 w 381000"/>
                <a:gd name="csY16" fmla="*/ 144674 h 340645"/>
                <a:gd name="csX17" fmla="*/ 100012 w 381000"/>
                <a:gd name="csY17" fmla="*/ 195263 h 340645"/>
                <a:gd name="csX18" fmla="*/ 291210 w 381000"/>
                <a:gd name="csY18" fmla="*/ 169729 h 340645"/>
                <a:gd name="csX19" fmla="*/ 234153 w 381000"/>
                <a:gd name="csY19" fmla="*/ 209669 h 340645"/>
                <a:gd name="csX20" fmla="*/ 190499 w 381000"/>
                <a:gd name="csY20" fmla="*/ 276225 h 340645"/>
                <a:gd name="csX21" fmla="*/ 142875 w 381000"/>
                <a:gd name="csY21" fmla="*/ 228600 h 340645"/>
                <a:gd name="csX22" fmla="*/ 223158 w 381000"/>
                <a:gd name="csY22" fmla="*/ 194113 h 340645"/>
                <a:gd name="csX23" fmla="*/ 280290 w 381000"/>
                <a:gd name="csY23" fmla="*/ 154121 h 340645"/>
                <a:gd name="csX24" fmla="*/ 291210 w 381000"/>
                <a:gd name="csY24" fmla="*/ 169729 h 340645"/>
                <a:gd name="csX25" fmla="*/ 319450 w 381000"/>
                <a:gd name="csY25" fmla="*/ 242218 h 340645"/>
                <a:gd name="csX26" fmla="*/ 302242 w 381000"/>
                <a:gd name="csY26" fmla="*/ 234032 h 340645"/>
                <a:gd name="csX27" fmla="*/ 314325 w 381000"/>
                <a:gd name="csY27" fmla="*/ 180975 h 340645"/>
                <a:gd name="csX28" fmla="*/ 78759 w 381000"/>
                <a:gd name="csY28" fmla="*/ 234034 h 340645"/>
                <a:gd name="csX29" fmla="*/ 74247 w 381000"/>
                <a:gd name="csY29" fmla="*/ 246725 h 340645"/>
                <a:gd name="csX30" fmla="*/ 47624 w 381000"/>
                <a:gd name="csY30" fmla="*/ 180976 h 340645"/>
                <a:gd name="csX31" fmla="*/ 190500 w 381000"/>
                <a:gd name="csY31" fmla="*/ 38100 h 340645"/>
                <a:gd name="csX32" fmla="*/ 319450 w 381000"/>
                <a:gd name="csY32" fmla="*/ 242218 h 3406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381000" h="340645">
                  <a:moveTo>
                    <a:pt x="333375" y="0"/>
                  </a:moveTo>
                  <a:lnTo>
                    <a:pt x="47625" y="0"/>
                  </a:lnTo>
                  <a:cubicBezTo>
                    <a:pt x="21323" y="0"/>
                    <a:pt x="0" y="21323"/>
                    <a:pt x="0" y="47625"/>
                  </a:cubicBezTo>
                  <a:lnTo>
                    <a:pt x="0" y="257175"/>
                  </a:lnTo>
                  <a:cubicBezTo>
                    <a:pt x="0" y="283477"/>
                    <a:pt x="21323" y="304800"/>
                    <a:pt x="47625" y="304800"/>
                  </a:cubicBezTo>
                  <a:lnTo>
                    <a:pt x="164042" y="304800"/>
                  </a:lnTo>
                  <a:lnTo>
                    <a:pt x="180778" y="334926"/>
                  </a:lnTo>
                  <a:cubicBezTo>
                    <a:pt x="185016" y="342552"/>
                    <a:pt x="195985" y="342552"/>
                    <a:pt x="200222" y="334926"/>
                  </a:cubicBezTo>
                  <a:lnTo>
                    <a:pt x="216958" y="304800"/>
                  </a:lnTo>
                  <a:lnTo>
                    <a:pt x="333375" y="304800"/>
                  </a:lnTo>
                  <a:cubicBezTo>
                    <a:pt x="359677" y="304800"/>
                    <a:pt x="381000" y="283477"/>
                    <a:pt x="381000" y="257175"/>
                  </a:cubicBezTo>
                  <a:lnTo>
                    <a:pt x="381000" y="47625"/>
                  </a:lnTo>
                  <a:cubicBezTo>
                    <a:pt x="381000" y="21323"/>
                    <a:pt x="359677" y="0"/>
                    <a:pt x="333375" y="0"/>
                  </a:cubicBezTo>
                  <a:close/>
                  <a:moveTo>
                    <a:pt x="100013" y="195263"/>
                  </a:moveTo>
                  <a:cubicBezTo>
                    <a:pt x="99856" y="207736"/>
                    <a:pt x="81149" y="207808"/>
                    <a:pt x="80963" y="195262"/>
                  </a:cubicBezTo>
                  <a:cubicBezTo>
                    <a:pt x="81338" y="87761"/>
                    <a:pt x="221070" y="45147"/>
                    <a:pt x="281332" y="134017"/>
                  </a:cubicBezTo>
                  <a:cubicBezTo>
                    <a:pt x="288214" y="144375"/>
                    <a:pt x="272582" y="154971"/>
                    <a:pt x="265537" y="144674"/>
                  </a:cubicBezTo>
                  <a:cubicBezTo>
                    <a:pt x="215737" y="71229"/>
                    <a:pt x="100311" y="106487"/>
                    <a:pt x="100012" y="195263"/>
                  </a:cubicBezTo>
                  <a:close/>
                  <a:moveTo>
                    <a:pt x="291210" y="169729"/>
                  </a:moveTo>
                  <a:lnTo>
                    <a:pt x="234153" y="209669"/>
                  </a:lnTo>
                  <a:cubicBezTo>
                    <a:pt x="248148" y="239948"/>
                    <a:pt x="224034" y="276984"/>
                    <a:pt x="190499" y="276225"/>
                  </a:cubicBezTo>
                  <a:cubicBezTo>
                    <a:pt x="164241" y="276225"/>
                    <a:pt x="142875" y="254859"/>
                    <a:pt x="142875" y="228600"/>
                  </a:cubicBezTo>
                  <a:cubicBezTo>
                    <a:pt x="142318" y="187304"/>
                    <a:pt x="194039" y="165349"/>
                    <a:pt x="223158" y="194113"/>
                  </a:cubicBezTo>
                  <a:lnTo>
                    <a:pt x="280290" y="154121"/>
                  </a:lnTo>
                  <a:cubicBezTo>
                    <a:pt x="290500" y="147017"/>
                    <a:pt x="301400" y="162540"/>
                    <a:pt x="291210" y="169729"/>
                  </a:cubicBezTo>
                  <a:close/>
                  <a:moveTo>
                    <a:pt x="319450" y="242218"/>
                  </a:moveTo>
                  <a:cubicBezTo>
                    <a:pt x="313920" y="253458"/>
                    <a:pt x="296986" y="245279"/>
                    <a:pt x="302242" y="234032"/>
                  </a:cubicBezTo>
                  <a:cubicBezTo>
                    <a:pt x="310260" y="217187"/>
                    <a:pt x="314325" y="199337"/>
                    <a:pt x="314325" y="180975"/>
                  </a:cubicBezTo>
                  <a:cubicBezTo>
                    <a:pt x="299222" y="-21188"/>
                    <a:pt x="5074" y="46995"/>
                    <a:pt x="78759" y="234034"/>
                  </a:cubicBezTo>
                  <a:cubicBezTo>
                    <a:pt x="81018" y="238781"/>
                    <a:pt x="79000" y="244464"/>
                    <a:pt x="74247" y="246725"/>
                  </a:cubicBezTo>
                  <a:cubicBezTo>
                    <a:pt x="54940" y="256316"/>
                    <a:pt x="46986" y="193031"/>
                    <a:pt x="47624" y="180976"/>
                  </a:cubicBezTo>
                  <a:cubicBezTo>
                    <a:pt x="47625" y="102194"/>
                    <a:pt x="111714" y="38100"/>
                    <a:pt x="190500" y="38100"/>
                  </a:cubicBezTo>
                  <a:cubicBezTo>
                    <a:pt x="293073" y="35899"/>
                    <a:pt x="365511" y="150610"/>
                    <a:pt x="319450" y="242218"/>
                  </a:cubicBezTo>
                  <a:close/>
                </a:path>
              </a:pathLst>
            </a:custGeom>
            <a:grpFill/>
            <a:ln w="9525" cap="flat">
              <a:noFill/>
              <a:prstDash val="solid"/>
              <a:miter/>
            </a:ln>
          </p:spPr>
          <p:txBody>
            <a:bodyPr/>
            <a:lstStyle/>
            <a:p>
              <a:endParaRPr lang="en-GB"/>
            </a:p>
          </p:txBody>
        </p:sp>
      </p:grpSp>
      <p:grpSp>
        <p:nvGrpSpPr>
          <p:cNvPr id="78" name="Graphic 44">
            <a:extLst>
              <a:ext uri="{FF2B5EF4-FFF2-40B4-BE49-F238E27FC236}">
                <a16:creationId xmlns:a16="http://schemas.microsoft.com/office/drawing/2014/main" id="{4B2AB332-3746-C129-9F17-ED439D3A5812}"/>
              </a:ext>
            </a:extLst>
          </p:cNvPr>
          <p:cNvGrpSpPr>
            <a:grpSpLocks noChangeAspect="1"/>
          </p:cNvGrpSpPr>
          <p:nvPr/>
        </p:nvGrpSpPr>
        <p:grpSpPr>
          <a:xfrm>
            <a:off x="7051595" y="4686665"/>
            <a:ext cx="215131" cy="246888"/>
            <a:chOff x="3427411" y="366712"/>
            <a:chExt cx="5333999" cy="6121399"/>
          </a:xfrm>
          <a:noFill/>
        </p:grpSpPr>
        <p:sp>
          <p:nvSpPr>
            <p:cNvPr id="80" name="Freeform: Shape 79">
              <a:extLst>
                <a:ext uri="{FF2B5EF4-FFF2-40B4-BE49-F238E27FC236}">
                  <a16:creationId xmlns:a16="http://schemas.microsoft.com/office/drawing/2014/main" id="{FD2E0FB7-679A-86A9-5AF4-A5B9F43A0575}"/>
                </a:ext>
              </a:extLst>
            </p:cNvPr>
            <p:cNvSpPr/>
            <p:nvPr/>
          </p:nvSpPr>
          <p:spPr>
            <a:xfrm flipV="1">
              <a:off x="3427411" y="1916112"/>
              <a:ext cx="2666999" cy="2666999"/>
            </a:xfrm>
            <a:custGeom>
              <a:avLst/>
              <a:gdLst>
                <a:gd name="csX0" fmla="*/ 2667306 w 2666999"/>
                <a:gd name="csY0" fmla="*/ 1333823 h 2666999"/>
                <a:gd name="csX1" fmla="*/ 1333806 w 2666999"/>
                <a:gd name="csY1" fmla="*/ 323 h 2666999"/>
                <a:gd name="csX2" fmla="*/ 306 w 2666999"/>
                <a:gd name="csY2" fmla="*/ 1333823 h 2666999"/>
                <a:gd name="csX3" fmla="*/ 1333806 w 2666999"/>
                <a:gd name="csY3" fmla="*/ 2667323 h 2666999"/>
                <a:gd name="csX4" fmla="*/ 2667306 w 2666999"/>
                <a:gd name="csY4" fmla="*/ 1333823 h 2666999"/>
              </a:gdLst>
              <a:ahLst/>
              <a:cxnLst>
                <a:cxn ang="0">
                  <a:pos x="csX0" y="csY0"/>
                </a:cxn>
                <a:cxn ang="0">
                  <a:pos x="csX1" y="csY1"/>
                </a:cxn>
                <a:cxn ang="0">
                  <a:pos x="csX2" y="csY2"/>
                </a:cxn>
                <a:cxn ang="0">
                  <a:pos x="csX3" y="csY3"/>
                </a:cxn>
                <a:cxn ang="0">
                  <a:pos x="csX4" y="csY4"/>
                </a:cxn>
              </a:cxnLst>
              <a:rect l="l" t="t" r="r" b="b"/>
              <a:pathLst>
                <a:path w="2666999" h="2666999">
                  <a:moveTo>
                    <a:pt x="2667306" y="1333823"/>
                  </a:moveTo>
                  <a:cubicBezTo>
                    <a:pt x="2667306" y="597350"/>
                    <a:pt x="2070279" y="323"/>
                    <a:pt x="1333806" y="323"/>
                  </a:cubicBezTo>
                  <a:cubicBezTo>
                    <a:pt x="597333" y="323"/>
                    <a:pt x="306" y="597350"/>
                    <a:pt x="306" y="1333823"/>
                  </a:cubicBezTo>
                  <a:cubicBezTo>
                    <a:pt x="306" y="2070296"/>
                    <a:pt x="597333" y="2667323"/>
                    <a:pt x="1333806" y="2667323"/>
                  </a:cubicBezTo>
                  <a:cubicBezTo>
                    <a:pt x="2070279" y="2667323"/>
                    <a:pt x="2667306" y="2070296"/>
                    <a:pt x="2667306" y="1333823"/>
                  </a:cubicBezTo>
                  <a:close/>
                </a:path>
              </a:pathLst>
            </a:custGeom>
            <a:noFill/>
            <a:ln w="15875" cap="rnd">
              <a:solidFill>
                <a:schemeClr val="accent1"/>
              </a:solidFill>
              <a:prstDash val="solid"/>
              <a:round/>
            </a:ln>
          </p:spPr>
          <p:txBody>
            <a:bodyPr/>
            <a:lstStyle/>
            <a:p>
              <a:endParaRPr lang="en-GB"/>
            </a:p>
          </p:txBody>
        </p:sp>
        <p:sp>
          <p:nvSpPr>
            <p:cNvPr id="81" name="Freeform: Shape 80">
              <a:extLst>
                <a:ext uri="{FF2B5EF4-FFF2-40B4-BE49-F238E27FC236}">
                  <a16:creationId xmlns:a16="http://schemas.microsoft.com/office/drawing/2014/main" id="{5140A81D-1457-7BE9-99E9-BA7FDF1AFA75}"/>
                </a:ext>
              </a:extLst>
            </p:cNvPr>
            <p:cNvSpPr/>
            <p:nvPr/>
          </p:nvSpPr>
          <p:spPr>
            <a:xfrm flipV="1">
              <a:off x="4189411" y="2678112"/>
              <a:ext cx="1142999" cy="1142999"/>
            </a:xfrm>
            <a:custGeom>
              <a:avLst/>
              <a:gdLst>
                <a:gd name="csX0" fmla="*/ 571701 w 1142999"/>
                <a:gd name="csY0" fmla="*/ 278 h 1142999"/>
                <a:gd name="csX1" fmla="*/ 201 w 1142999"/>
                <a:gd name="csY1" fmla="*/ 571778 h 1142999"/>
                <a:gd name="csX2" fmla="*/ 571701 w 1142999"/>
                <a:gd name="csY2" fmla="*/ 1143278 h 1142999"/>
                <a:gd name="csX3" fmla="*/ 1143201 w 1142999"/>
                <a:gd name="csY3" fmla="*/ 571778 h 1142999"/>
                <a:gd name="csX4" fmla="*/ 571701 w 1142999"/>
                <a:gd name="csY4" fmla="*/ 278 h 1142999"/>
              </a:gdLst>
              <a:ahLst/>
              <a:cxnLst>
                <a:cxn ang="0">
                  <a:pos x="csX0" y="csY0"/>
                </a:cxn>
                <a:cxn ang="0">
                  <a:pos x="csX1" y="csY1"/>
                </a:cxn>
                <a:cxn ang="0">
                  <a:pos x="csX2" y="csY2"/>
                </a:cxn>
                <a:cxn ang="0">
                  <a:pos x="csX3" y="csY3"/>
                </a:cxn>
                <a:cxn ang="0">
                  <a:pos x="csX4" y="csY4"/>
                </a:cxn>
              </a:cxnLst>
              <a:rect l="l" t="t" r="r" b="b"/>
              <a:pathLst>
                <a:path w="1142999" h="1142999">
                  <a:moveTo>
                    <a:pt x="571701" y="278"/>
                  </a:moveTo>
                  <a:cubicBezTo>
                    <a:pt x="256564" y="278"/>
                    <a:pt x="201" y="256640"/>
                    <a:pt x="201" y="571778"/>
                  </a:cubicBezTo>
                  <a:cubicBezTo>
                    <a:pt x="201" y="886916"/>
                    <a:pt x="256564" y="1143278"/>
                    <a:pt x="571701" y="1143278"/>
                  </a:cubicBezTo>
                  <a:cubicBezTo>
                    <a:pt x="886839" y="1143278"/>
                    <a:pt x="1143201" y="886916"/>
                    <a:pt x="1143201" y="571778"/>
                  </a:cubicBezTo>
                  <a:cubicBezTo>
                    <a:pt x="1143201" y="256640"/>
                    <a:pt x="886839" y="278"/>
                    <a:pt x="571701" y="278"/>
                  </a:cubicBezTo>
                  <a:close/>
                </a:path>
              </a:pathLst>
            </a:custGeom>
            <a:noFill/>
            <a:ln w="15875" cap="rnd">
              <a:solidFill>
                <a:schemeClr val="accent1"/>
              </a:solidFill>
              <a:prstDash val="solid"/>
              <a:round/>
            </a:ln>
          </p:spPr>
          <p:txBody>
            <a:bodyPr/>
            <a:lstStyle/>
            <a:p>
              <a:endParaRPr lang="en-GB"/>
            </a:p>
          </p:txBody>
        </p:sp>
        <p:sp>
          <p:nvSpPr>
            <p:cNvPr id="82" name="Freeform: Shape 81">
              <a:extLst>
                <a:ext uri="{FF2B5EF4-FFF2-40B4-BE49-F238E27FC236}">
                  <a16:creationId xmlns:a16="http://schemas.microsoft.com/office/drawing/2014/main" id="{AA3498A2-E8F2-E233-537F-0D13EBB8AB3D}"/>
                </a:ext>
              </a:extLst>
            </p:cNvPr>
            <p:cNvSpPr/>
            <p:nvPr/>
          </p:nvSpPr>
          <p:spPr>
            <a:xfrm flipV="1">
              <a:off x="6475411" y="4202112"/>
              <a:ext cx="2285999" cy="2285999"/>
            </a:xfrm>
            <a:custGeom>
              <a:avLst/>
              <a:gdLst>
                <a:gd name="csX0" fmla="*/ 2286591 w 2285999"/>
                <a:gd name="csY0" fmla="*/ 1143543 h 2285999"/>
                <a:gd name="csX1" fmla="*/ 1143591 w 2285999"/>
                <a:gd name="csY1" fmla="*/ 543 h 2285999"/>
                <a:gd name="csX2" fmla="*/ 591 w 2285999"/>
                <a:gd name="csY2" fmla="*/ 1143543 h 2285999"/>
                <a:gd name="csX3" fmla="*/ 1143591 w 2285999"/>
                <a:gd name="csY3" fmla="*/ 2286543 h 2285999"/>
                <a:gd name="csX4" fmla="*/ 2286591 w 2285999"/>
                <a:gd name="csY4" fmla="*/ 1143543 h 2285999"/>
              </a:gdLst>
              <a:ahLst/>
              <a:cxnLst>
                <a:cxn ang="0">
                  <a:pos x="csX0" y="csY0"/>
                </a:cxn>
                <a:cxn ang="0">
                  <a:pos x="csX1" y="csY1"/>
                </a:cxn>
                <a:cxn ang="0">
                  <a:pos x="csX2" y="csY2"/>
                </a:cxn>
                <a:cxn ang="0">
                  <a:pos x="csX3" y="csY3"/>
                </a:cxn>
                <a:cxn ang="0">
                  <a:pos x="csX4" y="csY4"/>
                </a:cxn>
              </a:cxnLst>
              <a:rect l="l" t="t" r="r" b="b"/>
              <a:pathLst>
                <a:path w="2285999" h="2285999">
                  <a:moveTo>
                    <a:pt x="2286591" y="1143543"/>
                  </a:moveTo>
                  <a:cubicBezTo>
                    <a:pt x="2286591" y="512276"/>
                    <a:pt x="1774858" y="543"/>
                    <a:pt x="1143591" y="543"/>
                  </a:cubicBezTo>
                  <a:cubicBezTo>
                    <a:pt x="512325" y="543"/>
                    <a:pt x="591" y="512276"/>
                    <a:pt x="591" y="1143543"/>
                  </a:cubicBezTo>
                  <a:cubicBezTo>
                    <a:pt x="591" y="1774809"/>
                    <a:pt x="512325" y="2286543"/>
                    <a:pt x="1143591" y="2286543"/>
                  </a:cubicBezTo>
                  <a:cubicBezTo>
                    <a:pt x="1774858" y="2286543"/>
                    <a:pt x="2286591" y="1774809"/>
                    <a:pt x="2286591" y="1143543"/>
                  </a:cubicBezTo>
                  <a:close/>
                </a:path>
              </a:pathLst>
            </a:custGeom>
            <a:noFill/>
            <a:ln w="15875" cap="rnd">
              <a:solidFill>
                <a:schemeClr val="accent1"/>
              </a:solidFill>
              <a:prstDash val="solid"/>
              <a:round/>
            </a:ln>
          </p:spPr>
          <p:txBody>
            <a:bodyPr/>
            <a:lstStyle/>
            <a:p>
              <a:endParaRPr lang="en-GB"/>
            </a:p>
          </p:txBody>
        </p:sp>
        <p:sp>
          <p:nvSpPr>
            <p:cNvPr id="83" name="Freeform: Shape 82">
              <a:extLst>
                <a:ext uri="{FF2B5EF4-FFF2-40B4-BE49-F238E27FC236}">
                  <a16:creationId xmlns:a16="http://schemas.microsoft.com/office/drawing/2014/main" id="{E1384BE0-F772-5FBF-3726-C9B9A13F17FB}"/>
                </a:ext>
              </a:extLst>
            </p:cNvPr>
            <p:cNvSpPr/>
            <p:nvPr/>
          </p:nvSpPr>
          <p:spPr>
            <a:xfrm flipV="1">
              <a:off x="7237411" y="4964112"/>
              <a:ext cx="761999" cy="761999"/>
            </a:xfrm>
            <a:custGeom>
              <a:avLst/>
              <a:gdLst>
                <a:gd name="csX0" fmla="*/ 381501 w 761999"/>
                <a:gd name="csY0" fmla="*/ 513 h 761999"/>
                <a:gd name="csX1" fmla="*/ 501 w 761999"/>
                <a:gd name="csY1" fmla="*/ 381513 h 761999"/>
                <a:gd name="csX2" fmla="*/ 381501 w 761999"/>
                <a:gd name="csY2" fmla="*/ 762513 h 761999"/>
                <a:gd name="csX3" fmla="*/ 762501 w 761999"/>
                <a:gd name="csY3" fmla="*/ 381513 h 761999"/>
                <a:gd name="csX4" fmla="*/ 381501 w 761999"/>
                <a:gd name="csY4" fmla="*/ 513 h 761999"/>
              </a:gdLst>
              <a:ahLst/>
              <a:cxnLst>
                <a:cxn ang="0">
                  <a:pos x="csX0" y="csY0"/>
                </a:cxn>
                <a:cxn ang="0">
                  <a:pos x="csX1" y="csY1"/>
                </a:cxn>
                <a:cxn ang="0">
                  <a:pos x="csX2" y="csY2"/>
                </a:cxn>
                <a:cxn ang="0">
                  <a:pos x="csX3" y="csY3"/>
                </a:cxn>
                <a:cxn ang="0">
                  <a:pos x="csX4" y="csY4"/>
                </a:cxn>
              </a:cxnLst>
              <a:rect l="l" t="t" r="r" b="b"/>
              <a:pathLst>
                <a:path w="761999" h="761999">
                  <a:moveTo>
                    <a:pt x="381501" y="513"/>
                  </a:moveTo>
                  <a:cubicBezTo>
                    <a:pt x="171469" y="513"/>
                    <a:pt x="501" y="171480"/>
                    <a:pt x="501" y="381513"/>
                  </a:cubicBezTo>
                  <a:cubicBezTo>
                    <a:pt x="501" y="591545"/>
                    <a:pt x="171469" y="762513"/>
                    <a:pt x="381501" y="762513"/>
                  </a:cubicBezTo>
                  <a:cubicBezTo>
                    <a:pt x="591534" y="762513"/>
                    <a:pt x="762501" y="591545"/>
                    <a:pt x="762501" y="381513"/>
                  </a:cubicBezTo>
                  <a:cubicBezTo>
                    <a:pt x="762501" y="171480"/>
                    <a:pt x="591534" y="513"/>
                    <a:pt x="381501" y="513"/>
                  </a:cubicBezTo>
                  <a:close/>
                </a:path>
              </a:pathLst>
            </a:custGeom>
            <a:noFill/>
            <a:ln w="15875" cap="rnd">
              <a:solidFill>
                <a:schemeClr val="accent1"/>
              </a:solidFill>
              <a:prstDash val="solid"/>
              <a:round/>
            </a:ln>
          </p:spPr>
          <p:txBody>
            <a:bodyPr/>
            <a:lstStyle/>
            <a:p>
              <a:endParaRPr lang="en-GB"/>
            </a:p>
          </p:txBody>
        </p:sp>
        <p:sp>
          <p:nvSpPr>
            <p:cNvPr id="84" name="Freeform: Shape 83">
              <a:extLst>
                <a:ext uri="{FF2B5EF4-FFF2-40B4-BE49-F238E27FC236}">
                  <a16:creationId xmlns:a16="http://schemas.microsoft.com/office/drawing/2014/main" id="{6C07952F-41FC-AA3B-6A22-A299A600E4F1}"/>
                </a:ext>
              </a:extLst>
            </p:cNvPr>
            <p:cNvSpPr/>
            <p:nvPr/>
          </p:nvSpPr>
          <p:spPr>
            <a:xfrm flipV="1">
              <a:off x="4379911" y="366712"/>
              <a:ext cx="9525" cy="787399"/>
            </a:xfrm>
            <a:custGeom>
              <a:avLst/>
              <a:gdLst>
                <a:gd name="csX0" fmla="*/ 161 w 9525"/>
                <a:gd name="csY0" fmla="*/ 30 h 787399"/>
                <a:gd name="csX1" fmla="*/ 161 w 9525"/>
                <a:gd name="csY1" fmla="*/ 787430 h 787399"/>
              </a:gdLst>
              <a:ahLst/>
              <a:cxnLst>
                <a:cxn ang="0">
                  <a:pos x="csX0" y="csY0"/>
                </a:cxn>
                <a:cxn ang="0">
                  <a:pos x="csX1" y="csY1"/>
                </a:cxn>
              </a:cxnLst>
              <a:rect l="l" t="t" r="r" b="b"/>
              <a:pathLst>
                <a:path w="9525" h="787399">
                  <a:moveTo>
                    <a:pt x="161" y="30"/>
                  </a:moveTo>
                  <a:lnTo>
                    <a:pt x="161" y="787430"/>
                  </a:lnTo>
                </a:path>
              </a:pathLst>
            </a:custGeom>
            <a:noFill/>
            <a:ln w="15875" cap="rnd">
              <a:solidFill>
                <a:schemeClr val="accent1"/>
              </a:solidFill>
              <a:prstDash val="solid"/>
              <a:round/>
            </a:ln>
          </p:spPr>
          <p:txBody>
            <a:bodyPr/>
            <a:lstStyle/>
            <a:p>
              <a:endParaRPr lang="en-GB"/>
            </a:p>
          </p:txBody>
        </p:sp>
        <p:sp>
          <p:nvSpPr>
            <p:cNvPr id="85" name="Freeform: Shape 84">
              <a:extLst>
                <a:ext uri="{FF2B5EF4-FFF2-40B4-BE49-F238E27FC236}">
                  <a16:creationId xmlns:a16="http://schemas.microsoft.com/office/drawing/2014/main" id="{8164819E-CC7B-4C30-F827-C31003AD0087}"/>
                </a:ext>
              </a:extLst>
            </p:cNvPr>
            <p:cNvSpPr/>
            <p:nvPr/>
          </p:nvSpPr>
          <p:spPr>
            <a:xfrm flipV="1">
              <a:off x="5141911" y="366712"/>
              <a:ext cx="9525" cy="787399"/>
            </a:xfrm>
            <a:custGeom>
              <a:avLst/>
              <a:gdLst>
                <a:gd name="csX0" fmla="*/ 241 w 9525"/>
                <a:gd name="csY0" fmla="*/ 30 h 787399"/>
                <a:gd name="csX1" fmla="*/ 241 w 9525"/>
                <a:gd name="csY1" fmla="*/ 787430 h 787399"/>
              </a:gdLst>
              <a:ahLst/>
              <a:cxnLst>
                <a:cxn ang="0">
                  <a:pos x="csX0" y="csY0"/>
                </a:cxn>
                <a:cxn ang="0">
                  <a:pos x="csX1" y="csY1"/>
                </a:cxn>
              </a:cxnLst>
              <a:rect l="l" t="t" r="r" b="b"/>
              <a:pathLst>
                <a:path w="9525" h="787399">
                  <a:moveTo>
                    <a:pt x="241" y="30"/>
                  </a:moveTo>
                  <a:lnTo>
                    <a:pt x="241" y="787430"/>
                  </a:lnTo>
                </a:path>
              </a:pathLst>
            </a:custGeom>
            <a:noFill/>
            <a:ln w="15875" cap="rnd">
              <a:solidFill>
                <a:schemeClr val="accent1"/>
              </a:solidFill>
              <a:prstDash val="solid"/>
              <a:round/>
            </a:ln>
          </p:spPr>
          <p:txBody>
            <a:bodyPr/>
            <a:lstStyle/>
            <a:p>
              <a:endParaRPr lang="en-GB"/>
            </a:p>
          </p:txBody>
        </p:sp>
        <p:sp>
          <p:nvSpPr>
            <p:cNvPr id="86" name="Freeform: Shape 85">
              <a:extLst>
                <a:ext uri="{FF2B5EF4-FFF2-40B4-BE49-F238E27FC236}">
                  <a16:creationId xmlns:a16="http://schemas.microsoft.com/office/drawing/2014/main" id="{CEE835B7-5E22-995E-9C9A-7B69A9A8D966}"/>
                </a:ext>
              </a:extLst>
            </p:cNvPr>
            <p:cNvSpPr/>
            <p:nvPr/>
          </p:nvSpPr>
          <p:spPr>
            <a:xfrm flipV="1">
              <a:off x="7237411" y="2678112"/>
              <a:ext cx="9525" cy="761999"/>
            </a:xfrm>
            <a:custGeom>
              <a:avLst/>
              <a:gdLst>
                <a:gd name="csX0" fmla="*/ 461 w 9525"/>
                <a:gd name="csY0" fmla="*/ 273 h 761999"/>
                <a:gd name="csX1" fmla="*/ 461 w 9525"/>
                <a:gd name="csY1" fmla="*/ 762273 h 761999"/>
              </a:gdLst>
              <a:ahLst/>
              <a:cxnLst>
                <a:cxn ang="0">
                  <a:pos x="csX0" y="csY0"/>
                </a:cxn>
                <a:cxn ang="0">
                  <a:pos x="csX1" y="csY1"/>
                </a:cxn>
              </a:cxnLst>
              <a:rect l="l" t="t" r="r" b="b"/>
              <a:pathLst>
                <a:path w="9525" h="761999">
                  <a:moveTo>
                    <a:pt x="461" y="273"/>
                  </a:moveTo>
                  <a:lnTo>
                    <a:pt x="461" y="762273"/>
                  </a:lnTo>
                </a:path>
              </a:pathLst>
            </a:custGeom>
            <a:noFill/>
            <a:ln w="15875" cap="rnd">
              <a:solidFill>
                <a:schemeClr val="accent1"/>
              </a:solidFill>
              <a:prstDash val="solid"/>
              <a:round/>
            </a:ln>
          </p:spPr>
          <p:txBody>
            <a:bodyPr/>
            <a:lstStyle/>
            <a:p>
              <a:endParaRPr lang="en-GB"/>
            </a:p>
          </p:txBody>
        </p:sp>
        <p:sp>
          <p:nvSpPr>
            <p:cNvPr id="87" name="Freeform: Shape 86">
              <a:extLst>
                <a:ext uri="{FF2B5EF4-FFF2-40B4-BE49-F238E27FC236}">
                  <a16:creationId xmlns:a16="http://schemas.microsoft.com/office/drawing/2014/main" id="{07D04063-8133-09CB-FC59-54B3034016E5}"/>
                </a:ext>
              </a:extLst>
            </p:cNvPr>
            <p:cNvSpPr/>
            <p:nvPr/>
          </p:nvSpPr>
          <p:spPr>
            <a:xfrm flipV="1">
              <a:off x="7999411" y="2678112"/>
              <a:ext cx="9525" cy="761999"/>
            </a:xfrm>
            <a:custGeom>
              <a:avLst/>
              <a:gdLst>
                <a:gd name="csX0" fmla="*/ 541 w 9525"/>
                <a:gd name="csY0" fmla="*/ 273 h 761999"/>
                <a:gd name="csX1" fmla="*/ 541 w 9525"/>
                <a:gd name="csY1" fmla="*/ 762273 h 761999"/>
              </a:gdLst>
              <a:ahLst/>
              <a:cxnLst>
                <a:cxn ang="0">
                  <a:pos x="csX0" y="csY0"/>
                </a:cxn>
                <a:cxn ang="0">
                  <a:pos x="csX1" y="csY1"/>
                </a:cxn>
              </a:cxnLst>
              <a:rect l="l" t="t" r="r" b="b"/>
              <a:pathLst>
                <a:path w="9525" h="761999">
                  <a:moveTo>
                    <a:pt x="541" y="273"/>
                  </a:moveTo>
                  <a:lnTo>
                    <a:pt x="541" y="762273"/>
                  </a:lnTo>
                </a:path>
              </a:pathLst>
            </a:custGeom>
            <a:noFill/>
            <a:ln w="15875" cap="rnd">
              <a:solidFill>
                <a:schemeClr val="accent1"/>
              </a:solidFill>
              <a:prstDash val="solid"/>
              <a:round/>
            </a:ln>
          </p:spPr>
          <p:txBody>
            <a:bodyPr/>
            <a:lstStyle/>
            <a:p>
              <a:endParaRPr lang="en-GB"/>
            </a:p>
          </p:txBody>
        </p:sp>
        <p:sp>
          <p:nvSpPr>
            <p:cNvPr id="88" name="Freeform: Shape 87">
              <a:extLst>
                <a:ext uri="{FF2B5EF4-FFF2-40B4-BE49-F238E27FC236}">
                  <a16:creationId xmlns:a16="http://schemas.microsoft.com/office/drawing/2014/main" id="{281C08AB-00EA-7EDB-E49A-02E30B38D501}"/>
                </a:ext>
              </a:extLst>
            </p:cNvPr>
            <p:cNvSpPr/>
            <p:nvPr/>
          </p:nvSpPr>
          <p:spPr>
            <a:xfrm flipV="1">
              <a:off x="7618411" y="1154112"/>
              <a:ext cx="9525" cy="761999"/>
            </a:xfrm>
            <a:custGeom>
              <a:avLst/>
              <a:gdLst>
                <a:gd name="csX0" fmla="*/ 501 w 9525"/>
                <a:gd name="csY0" fmla="*/ 762173 h 761999"/>
                <a:gd name="csX1" fmla="*/ 501 w 9525"/>
                <a:gd name="csY1" fmla="*/ 173 h 761999"/>
              </a:gdLst>
              <a:ahLst/>
              <a:cxnLst>
                <a:cxn ang="0">
                  <a:pos x="csX0" y="csY0"/>
                </a:cxn>
                <a:cxn ang="0">
                  <a:pos x="csX1" y="csY1"/>
                </a:cxn>
              </a:cxnLst>
              <a:rect l="l" t="t" r="r" b="b"/>
              <a:pathLst>
                <a:path w="9525" h="761999">
                  <a:moveTo>
                    <a:pt x="501" y="762173"/>
                  </a:moveTo>
                  <a:lnTo>
                    <a:pt x="501" y="173"/>
                  </a:lnTo>
                </a:path>
              </a:pathLst>
            </a:custGeom>
            <a:noFill/>
            <a:ln w="15875" cap="rnd">
              <a:solidFill>
                <a:schemeClr val="accent1"/>
              </a:solidFill>
              <a:prstDash val="solid"/>
              <a:round/>
            </a:ln>
          </p:spPr>
          <p:txBody>
            <a:bodyPr/>
            <a:lstStyle/>
            <a:p>
              <a:endParaRPr lang="en-GB"/>
            </a:p>
          </p:txBody>
        </p:sp>
        <p:sp>
          <p:nvSpPr>
            <p:cNvPr id="89" name="Freeform: Shape 88">
              <a:extLst>
                <a:ext uri="{FF2B5EF4-FFF2-40B4-BE49-F238E27FC236}">
                  <a16:creationId xmlns:a16="http://schemas.microsoft.com/office/drawing/2014/main" id="{78FB7C32-8D15-A40B-8D86-5B5F2E521B7B}"/>
                </a:ext>
              </a:extLst>
            </p:cNvPr>
            <p:cNvSpPr/>
            <p:nvPr/>
          </p:nvSpPr>
          <p:spPr>
            <a:xfrm flipV="1">
              <a:off x="7237411" y="1535112"/>
              <a:ext cx="761999" cy="9525"/>
            </a:xfrm>
            <a:custGeom>
              <a:avLst/>
              <a:gdLst>
                <a:gd name="csX0" fmla="*/ 471 w 761999"/>
                <a:gd name="csY0" fmla="*/ 143 h 9525"/>
                <a:gd name="csX1" fmla="*/ 762471 w 761999"/>
                <a:gd name="csY1" fmla="*/ 143 h 9525"/>
              </a:gdLst>
              <a:ahLst/>
              <a:cxnLst>
                <a:cxn ang="0">
                  <a:pos x="csX0" y="csY0"/>
                </a:cxn>
                <a:cxn ang="0">
                  <a:pos x="csX1" y="csY1"/>
                </a:cxn>
              </a:cxnLst>
              <a:rect l="l" t="t" r="r" b="b"/>
              <a:pathLst>
                <a:path w="761999" h="9525">
                  <a:moveTo>
                    <a:pt x="471" y="143"/>
                  </a:moveTo>
                  <a:lnTo>
                    <a:pt x="762471" y="143"/>
                  </a:lnTo>
                </a:path>
              </a:pathLst>
            </a:custGeom>
            <a:noFill/>
            <a:ln w="15875" cap="rnd">
              <a:solidFill>
                <a:schemeClr val="accent1"/>
              </a:solidFill>
              <a:prstDash val="solid"/>
              <a:round/>
            </a:ln>
          </p:spPr>
          <p:txBody>
            <a:bodyPr/>
            <a:lstStyle/>
            <a:p>
              <a:endParaRPr lang="en-GB"/>
            </a:p>
          </p:txBody>
        </p:sp>
        <p:sp>
          <p:nvSpPr>
            <p:cNvPr id="90" name="Freeform: Shape 89">
              <a:extLst>
                <a:ext uri="{FF2B5EF4-FFF2-40B4-BE49-F238E27FC236}">
                  <a16:creationId xmlns:a16="http://schemas.microsoft.com/office/drawing/2014/main" id="{FACDE1E3-077D-CB3C-44B2-58FC6D802216}"/>
                </a:ext>
              </a:extLst>
            </p:cNvPr>
            <p:cNvSpPr/>
            <p:nvPr/>
          </p:nvSpPr>
          <p:spPr>
            <a:xfrm flipV="1">
              <a:off x="4760911" y="5345112"/>
              <a:ext cx="9525" cy="761999"/>
            </a:xfrm>
            <a:custGeom>
              <a:avLst/>
              <a:gdLst>
                <a:gd name="csX0" fmla="*/ 201 w 9525"/>
                <a:gd name="csY0" fmla="*/ 762613 h 761999"/>
                <a:gd name="csX1" fmla="*/ 201 w 9525"/>
                <a:gd name="csY1" fmla="*/ 613 h 761999"/>
              </a:gdLst>
              <a:ahLst/>
              <a:cxnLst>
                <a:cxn ang="0">
                  <a:pos x="csX0" y="csY0"/>
                </a:cxn>
                <a:cxn ang="0">
                  <a:pos x="csX1" y="csY1"/>
                </a:cxn>
              </a:cxnLst>
              <a:rect l="l" t="t" r="r" b="b"/>
              <a:pathLst>
                <a:path w="9525" h="761999">
                  <a:moveTo>
                    <a:pt x="201" y="762613"/>
                  </a:moveTo>
                  <a:lnTo>
                    <a:pt x="201" y="613"/>
                  </a:lnTo>
                </a:path>
              </a:pathLst>
            </a:custGeom>
            <a:noFill/>
            <a:ln w="15875" cap="rnd">
              <a:solidFill>
                <a:schemeClr val="accent1"/>
              </a:solidFill>
              <a:prstDash val="solid"/>
              <a:round/>
            </a:ln>
          </p:spPr>
          <p:txBody>
            <a:bodyPr/>
            <a:lstStyle/>
            <a:p>
              <a:endParaRPr lang="en-GB"/>
            </a:p>
          </p:txBody>
        </p:sp>
        <p:sp>
          <p:nvSpPr>
            <p:cNvPr id="91" name="Freeform: Shape 90">
              <a:extLst>
                <a:ext uri="{FF2B5EF4-FFF2-40B4-BE49-F238E27FC236}">
                  <a16:creationId xmlns:a16="http://schemas.microsoft.com/office/drawing/2014/main" id="{3996C1F0-D34B-01F0-0854-59B27D44E478}"/>
                </a:ext>
              </a:extLst>
            </p:cNvPr>
            <p:cNvSpPr/>
            <p:nvPr/>
          </p:nvSpPr>
          <p:spPr>
            <a:xfrm flipV="1">
              <a:off x="4379911" y="5726112"/>
              <a:ext cx="761999" cy="9525"/>
            </a:xfrm>
            <a:custGeom>
              <a:avLst/>
              <a:gdLst>
                <a:gd name="csX0" fmla="*/ 171 w 761999"/>
                <a:gd name="csY0" fmla="*/ 583 h 9525"/>
                <a:gd name="csX1" fmla="*/ 762171 w 761999"/>
                <a:gd name="csY1" fmla="*/ 583 h 9525"/>
              </a:gdLst>
              <a:ahLst/>
              <a:cxnLst>
                <a:cxn ang="0">
                  <a:pos x="csX0" y="csY0"/>
                </a:cxn>
                <a:cxn ang="0">
                  <a:pos x="csX1" y="csY1"/>
                </a:cxn>
              </a:cxnLst>
              <a:rect l="l" t="t" r="r" b="b"/>
              <a:pathLst>
                <a:path w="761999" h="9525">
                  <a:moveTo>
                    <a:pt x="171" y="583"/>
                  </a:moveTo>
                  <a:lnTo>
                    <a:pt x="762171" y="583"/>
                  </a:lnTo>
                </a:path>
              </a:pathLst>
            </a:custGeom>
            <a:noFill/>
            <a:ln w="15875" cap="rnd">
              <a:solidFill>
                <a:schemeClr val="accent1"/>
              </a:solidFill>
              <a:prstDash val="solid"/>
              <a:round/>
            </a:ln>
          </p:spPr>
          <p:txBody>
            <a:bodyPr/>
            <a:lstStyle/>
            <a:p>
              <a:endParaRPr lang="en-GB"/>
            </a:p>
          </p:txBody>
        </p:sp>
      </p:grpSp>
      <p:sp>
        <p:nvSpPr>
          <p:cNvPr id="11" name="Slide Number Placeholder 10">
            <a:extLst>
              <a:ext uri="{FF2B5EF4-FFF2-40B4-BE49-F238E27FC236}">
                <a16:creationId xmlns:a16="http://schemas.microsoft.com/office/drawing/2014/main" id="{1115DA48-1A48-943C-9495-323DEEFC0CAD}"/>
              </a:ext>
            </a:extLst>
          </p:cNvPr>
          <p:cNvSpPr>
            <a:spLocks noGrp="1"/>
          </p:cNvSpPr>
          <p:nvPr>
            <p:ph type="sldNum" sz="quarter" idx="12"/>
          </p:nvPr>
        </p:nvSpPr>
        <p:spPr/>
        <p:txBody>
          <a:bodyPr/>
          <a:lstStyle/>
          <a:p>
            <a:fld id="{0BE4EC83-A869-464E-AE9F-881796FB085E}" type="slidenum">
              <a:rPr lang="en-US" smtClean="0"/>
              <a:t>75</a:t>
            </a:fld>
            <a:endParaRPr lang="en-US"/>
          </a:p>
        </p:txBody>
      </p:sp>
    </p:spTree>
    <p:extLst>
      <p:ext uri="{BB962C8B-B14F-4D97-AF65-F5344CB8AC3E}">
        <p14:creationId xmlns:p14="http://schemas.microsoft.com/office/powerpoint/2010/main" val="366502661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9DEFB-C12D-C3E3-C4A6-AEDB73FA9A52}"/>
            </a:ext>
          </a:extLst>
        </p:cNvPr>
        <p:cNvGrpSpPr/>
        <p:nvPr/>
      </p:nvGrpSpPr>
      <p:grpSpPr>
        <a:xfrm>
          <a:off x="0" y="0"/>
          <a:ext cx="0" cy="0"/>
          <a:chOff x="0" y="0"/>
          <a:chExt cx="0" cy="0"/>
        </a:xfrm>
      </p:grpSpPr>
      <p:sp>
        <p:nvSpPr>
          <p:cNvPr id="4" name="Round Same Side Corner Rectangle 3">
            <a:extLst>
              <a:ext uri="{FF2B5EF4-FFF2-40B4-BE49-F238E27FC236}">
                <a16:creationId xmlns:a16="http://schemas.microsoft.com/office/drawing/2014/main" id="{BD30F2F1-AEDB-9018-C955-464E915F5A22}"/>
              </a:ext>
            </a:extLst>
          </p:cNvPr>
          <p:cNvSpPr/>
          <p:nvPr/>
        </p:nvSpPr>
        <p:spPr>
          <a:xfrm>
            <a:off x="838200" y="1748300"/>
            <a:ext cx="10515601" cy="3975167"/>
          </a:xfrm>
          <a:prstGeom prst="round2SameRect">
            <a:avLst>
              <a:gd name="adj1" fmla="val 0"/>
              <a:gd name="adj2" fmla="val 872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Rectangle 95">
            <a:extLst>
              <a:ext uri="{FF2B5EF4-FFF2-40B4-BE49-F238E27FC236}">
                <a16:creationId xmlns:a16="http://schemas.microsoft.com/office/drawing/2014/main" id="{41505E1A-5C33-C0A9-5359-52FDF2936755}"/>
              </a:ext>
            </a:extLst>
          </p:cNvPr>
          <p:cNvSpPr/>
          <p:nvPr/>
        </p:nvSpPr>
        <p:spPr>
          <a:xfrm>
            <a:off x="1872988" y="3167309"/>
            <a:ext cx="8067780" cy="451821"/>
          </a:xfrm>
          <a:prstGeom prst="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6D673AE-9580-A883-32C2-B18A4224FD35}"/>
              </a:ext>
            </a:extLst>
          </p:cNvPr>
          <p:cNvSpPr>
            <a:spLocks noGrp="1"/>
          </p:cNvSpPr>
          <p:nvPr>
            <p:ph type="title"/>
          </p:nvPr>
        </p:nvSpPr>
        <p:spPr>
          <a:xfrm>
            <a:off x="609601" y="561078"/>
            <a:ext cx="10972800" cy="666261"/>
          </a:xfrm>
        </p:spPr>
        <p:txBody>
          <a:bodyPr/>
          <a:lstStyle/>
          <a:p>
            <a:r>
              <a:rPr lang="ar-EG" dirty="0"/>
              <a:t>مؤشرات الأداء الاستراتيجية للبنية المؤسسية</a:t>
            </a:r>
            <a:endParaRPr lang="en-US" dirty="0"/>
          </a:p>
        </p:txBody>
      </p:sp>
      <p:sp>
        <p:nvSpPr>
          <p:cNvPr id="5" name="Freeform 4">
            <a:extLst>
              <a:ext uri="{FF2B5EF4-FFF2-40B4-BE49-F238E27FC236}">
                <a16:creationId xmlns:a16="http://schemas.microsoft.com/office/drawing/2014/main" id="{F15E7F78-2F01-68B3-DE90-26432F4CE665}"/>
              </a:ext>
            </a:extLst>
          </p:cNvPr>
          <p:cNvSpPr/>
          <p:nvPr/>
        </p:nvSpPr>
        <p:spPr>
          <a:xfrm>
            <a:off x="3433482" y="1618981"/>
            <a:ext cx="3313986" cy="170329"/>
          </a:xfrm>
          <a:custGeom>
            <a:avLst/>
            <a:gdLst>
              <a:gd name="connsiteX0" fmla="*/ 0 w 3313986"/>
              <a:gd name="connsiteY0" fmla="*/ 0 h 170329"/>
              <a:gd name="connsiteX1" fmla="*/ 3313986 w 3313986"/>
              <a:gd name="connsiteY1" fmla="*/ 0 h 170329"/>
              <a:gd name="connsiteX2" fmla="*/ 3313986 w 3313986"/>
              <a:gd name="connsiteY2" fmla="*/ 170329 h 170329"/>
              <a:gd name="connsiteX3" fmla="*/ 149041 w 3313986"/>
              <a:gd name="connsiteY3" fmla="*/ 170329 h 170329"/>
              <a:gd name="connsiteX4" fmla="*/ 0 w 3313986"/>
              <a:gd name="connsiteY4" fmla="*/ 21288 h 170329"/>
              <a:gd name="connsiteX0" fmla="*/ 0 w 3313986"/>
              <a:gd name="connsiteY0" fmla="*/ 12216 h 182545"/>
              <a:gd name="connsiteX1" fmla="*/ 1771564 w 3313986"/>
              <a:gd name="connsiteY1" fmla="*/ 0 h 182545"/>
              <a:gd name="connsiteX2" fmla="*/ 3313986 w 3313986"/>
              <a:gd name="connsiteY2" fmla="*/ 12216 h 182545"/>
              <a:gd name="connsiteX3" fmla="*/ 3313986 w 3313986"/>
              <a:gd name="connsiteY3" fmla="*/ 182545 h 182545"/>
              <a:gd name="connsiteX4" fmla="*/ 149041 w 3313986"/>
              <a:gd name="connsiteY4" fmla="*/ 182545 h 182545"/>
              <a:gd name="connsiteX5" fmla="*/ 0 w 3313986"/>
              <a:gd name="connsiteY5" fmla="*/ 33504 h 182545"/>
              <a:gd name="connsiteX6" fmla="*/ 0 w 3313986"/>
              <a:gd name="connsiteY6" fmla="*/ 12216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6" fmla="*/ 1863004 w 3313986"/>
              <a:gd name="connsiteY6" fmla="*/ 91440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0" fmla="*/ 3313986 w 3313986"/>
              <a:gd name="connsiteY0" fmla="*/ 0 h 170329"/>
              <a:gd name="connsiteX1" fmla="*/ 3313986 w 3313986"/>
              <a:gd name="connsiteY1" fmla="*/ 170329 h 170329"/>
              <a:gd name="connsiteX2" fmla="*/ 149041 w 3313986"/>
              <a:gd name="connsiteY2" fmla="*/ 170329 h 170329"/>
              <a:gd name="connsiteX3" fmla="*/ 0 w 3313986"/>
              <a:gd name="connsiteY3" fmla="*/ 21288 h 170329"/>
              <a:gd name="connsiteX4" fmla="*/ 0 w 3313986"/>
              <a:gd name="connsiteY4" fmla="*/ 0 h 170329"/>
              <a:gd name="connsiteX0" fmla="*/ 3313986 w 3313986"/>
              <a:gd name="connsiteY0" fmla="*/ 170329 h 170329"/>
              <a:gd name="connsiteX1" fmla="*/ 149041 w 3313986"/>
              <a:gd name="connsiteY1" fmla="*/ 170329 h 170329"/>
              <a:gd name="connsiteX2" fmla="*/ 0 w 3313986"/>
              <a:gd name="connsiteY2" fmla="*/ 21288 h 170329"/>
              <a:gd name="connsiteX3" fmla="*/ 0 w 3313986"/>
              <a:gd name="connsiteY3" fmla="*/ 0 h 170329"/>
            </a:gdLst>
            <a:ahLst/>
            <a:cxnLst>
              <a:cxn ang="0">
                <a:pos x="connsiteX0" y="connsiteY0"/>
              </a:cxn>
              <a:cxn ang="0">
                <a:pos x="connsiteX1" y="connsiteY1"/>
              </a:cxn>
              <a:cxn ang="0">
                <a:pos x="connsiteX2" y="connsiteY2"/>
              </a:cxn>
              <a:cxn ang="0">
                <a:pos x="connsiteX3" y="connsiteY3"/>
              </a:cxn>
            </a:cxnLst>
            <a:rect l="l" t="t" r="r" b="b"/>
            <a:pathLst>
              <a:path w="3313986" h="170329">
                <a:moveTo>
                  <a:pt x="3313986" y="170329"/>
                </a:moveTo>
                <a:lnTo>
                  <a:pt x="149041" y="170329"/>
                </a:lnTo>
                <a:cubicBezTo>
                  <a:pt x="66728" y="170329"/>
                  <a:pt x="0" y="103601"/>
                  <a:pt x="0" y="21288"/>
                </a:cubicBezTo>
                <a:lnTo>
                  <a:pt x="0" y="0"/>
                </a:lnTo>
              </a:path>
            </a:pathLst>
          </a:custGeom>
          <a:noFill/>
          <a:ln>
            <a:solidFill>
              <a:schemeClr val="bg1">
                <a:lumMod val="85000"/>
              </a:schemeClr>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eeform 5">
            <a:extLst>
              <a:ext uri="{FF2B5EF4-FFF2-40B4-BE49-F238E27FC236}">
                <a16:creationId xmlns:a16="http://schemas.microsoft.com/office/drawing/2014/main" id="{0B2324CF-EAB8-F52E-6209-28569E5F62A7}"/>
              </a:ext>
            </a:extLst>
          </p:cNvPr>
          <p:cNvSpPr/>
          <p:nvPr/>
        </p:nvSpPr>
        <p:spPr>
          <a:xfrm flipH="1">
            <a:off x="5596932" y="1737221"/>
            <a:ext cx="3313986" cy="170329"/>
          </a:xfrm>
          <a:custGeom>
            <a:avLst/>
            <a:gdLst>
              <a:gd name="connsiteX0" fmla="*/ 0 w 3313986"/>
              <a:gd name="connsiteY0" fmla="*/ 0 h 170329"/>
              <a:gd name="connsiteX1" fmla="*/ 3313986 w 3313986"/>
              <a:gd name="connsiteY1" fmla="*/ 0 h 170329"/>
              <a:gd name="connsiteX2" fmla="*/ 3313986 w 3313986"/>
              <a:gd name="connsiteY2" fmla="*/ 170329 h 170329"/>
              <a:gd name="connsiteX3" fmla="*/ 149041 w 3313986"/>
              <a:gd name="connsiteY3" fmla="*/ 170329 h 170329"/>
              <a:gd name="connsiteX4" fmla="*/ 0 w 3313986"/>
              <a:gd name="connsiteY4" fmla="*/ 21288 h 170329"/>
              <a:gd name="connsiteX0" fmla="*/ 0 w 3313986"/>
              <a:gd name="connsiteY0" fmla="*/ 12216 h 182545"/>
              <a:gd name="connsiteX1" fmla="*/ 1771564 w 3313986"/>
              <a:gd name="connsiteY1" fmla="*/ 0 h 182545"/>
              <a:gd name="connsiteX2" fmla="*/ 3313986 w 3313986"/>
              <a:gd name="connsiteY2" fmla="*/ 12216 h 182545"/>
              <a:gd name="connsiteX3" fmla="*/ 3313986 w 3313986"/>
              <a:gd name="connsiteY3" fmla="*/ 182545 h 182545"/>
              <a:gd name="connsiteX4" fmla="*/ 149041 w 3313986"/>
              <a:gd name="connsiteY4" fmla="*/ 182545 h 182545"/>
              <a:gd name="connsiteX5" fmla="*/ 0 w 3313986"/>
              <a:gd name="connsiteY5" fmla="*/ 33504 h 182545"/>
              <a:gd name="connsiteX6" fmla="*/ 0 w 3313986"/>
              <a:gd name="connsiteY6" fmla="*/ 12216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6" fmla="*/ 1863004 w 3313986"/>
              <a:gd name="connsiteY6" fmla="*/ 91440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0" fmla="*/ 3313986 w 3313986"/>
              <a:gd name="connsiteY0" fmla="*/ 0 h 170329"/>
              <a:gd name="connsiteX1" fmla="*/ 3313986 w 3313986"/>
              <a:gd name="connsiteY1" fmla="*/ 170329 h 170329"/>
              <a:gd name="connsiteX2" fmla="*/ 149041 w 3313986"/>
              <a:gd name="connsiteY2" fmla="*/ 170329 h 170329"/>
              <a:gd name="connsiteX3" fmla="*/ 0 w 3313986"/>
              <a:gd name="connsiteY3" fmla="*/ 21288 h 170329"/>
              <a:gd name="connsiteX4" fmla="*/ 0 w 3313986"/>
              <a:gd name="connsiteY4" fmla="*/ 0 h 170329"/>
              <a:gd name="connsiteX0" fmla="*/ 3313986 w 3313986"/>
              <a:gd name="connsiteY0" fmla="*/ 170329 h 170329"/>
              <a:gd name="connsiteX1" fmla="*/ 149041 w 3313986"/>
              <a:gd name="connsiteY1" fmla="*/ 170329 h 170329"/>
              <a:gd name="connsiteX2" fmla="*/ 0 w 3313986"/>
              <a:gd name="connsiteY2" fmla="*/ 21288 h 170329"/>
              <a:gd name="connsiteX3" fmla="*/ 0 w 3313986"/>
              <a:gd name="connsiteY3" fmla="*/ 0 h 170329"/>
            </a:gdLst>
            <a:ahLst/>
            <a:cxnLst>
              <a:cxn ang="0">
                <a:pos x="connsiteX0" y="connsiteY0"/>
              </a:cxn>
              <a:cxn ang="0">
                <a:pos x="connsiteX1" y="connsiteY1"/>
              </a:cxn>
              <a:cxn ang="0">
                <a:pos x="connsiteX2" y="connsiteY2"/>
              </a:cxn>
              <a:cxn ang="0">
                <a:pos x="connsiteX3" y="connsiteY3"/>
              </a:cxn>
            </a:cxnLst>
            <a:rect l="l" t="t" r="r" b="b"/>
            <a:pathLst>
              <a:path w="3313986" h="170329">
                <a:moveTo>
                  <a:pt x="3313986" y="170329"/>
                </a:moveTo>
                <a:lnTo>
                  <a:pt x="149041" y="170329"/>
                </a:lnTo>
                <a:cubicBezTo>
                  <a:pt x="66728" y="170329"/>
                  <a:pt x="0" y="103601"/>
                  <a:pt x="0" y="21288"/>
                </a:cubicBezTo>
                <a:lnTo>
                  <a:pt x="0" y="0"/>
                </a:lnTo>
              </a:path>
            </a:pathLst>
          </a:custGeom>
          <a:noFill/>
          <a:ln>
            <a:solidFill>
              <a:schemeClr val="bg1">
                <a:lumMod val="85000"/>
              </a:schemeClr>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ounded Rectangle 6">
            <a:extLst>
              <a:ext uri="{FF2B5EF4-FFF2-40B4-BE49-F238E27FC236}">
                <a16:creationId xmlns:a16="http://schemas.microsoft.com/office/drawing/2014/main" id="{271A8D95-C36B-5791-9C9C-DBCA848CA4D0}"/>
              </a:ext>
            </a:extLst>
          </p:cNvPr>
          <p:cNvSpPr/>
          <p:nvPr/>
        </p:nvSpPr>
        <p:spPr>
          <a:xfrm>
            <a:off x="2981661" y="1475899"/>
            <a:ext cx="6228678" cy="688914"/>
          </a:xfrm>
          <a:prstGeom prst="round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ounded Rectangle 7">
            <a:extLst>
              <a:ext uri="{FF2B5EF4-FFF2-40B4-BE49-F238E27FC236}">
                <a16:creationId xmlns:a16="http://schemas.microsoft.com/office/drawing/2014/main" id="{DBFBA566-DD90-407D-1EE5-1027F20001F9}"/>
              </a:ext>
            </a:extLst>
          </p:cNvPr>
          <p:cNvSpPr/>
          <p:nvPr/>
        </p:nvSpPr>
        <p:spPr>
          <a:xfrm>
            <a:off x="2981661" y="1287436"/>
            <a:ext cx="6228678" cy="92532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b="1" dirty="0"/>
              <a:t>نسبة التوصيات المقدمة من البنية المؤسسية لتحسين كفاءة التشغيل</a:t>
            </a:r>
            <a:endParaRPr lang="en-US" b="1" dirty="0"/>
          </a:p>
        </p:txBody>
      </p:sp>
      <p:sp>
        <p:nvSpPr>
          <p:cNvPr id="9" name="Title 11">
            <a:extLst>
              <a:ext uri="{FF2B5EF4-FFF2-40B4-BE49-F238E27FC236}">
                <a16:creationId xmlns:a16="http://schemas.microsoft.com/office/drawing/2014/main" id="{4C5FEC6D-B290-8C6C-2C0D-BF752A2961A1}"/>
              </a:ext>
            </a:extLst>
          </p:cNvPr>
          <p:cNvSpPr txBox="1">
            <a:spLocks/>
          </p:cNvSpPr>
          <p:nvPr/>
        </p:nvSpPr>
        <p:spPr>
          <a:xfrm>
            <a:off x="2949387" y="1565225"/>
            <a:ext cx="6293226" cy="647533"/>
          </a:xfrm>
          <a:prstGeom prst="rect">
            <a:avLst/>
          </a:prstGeom>
        </p:spPr>
        <p:txBody>
          <a:bodyPr anchor="ctr" anchorCtr="0">
            <a:noAutofit/>
          </a:bodyPr>
          <a:lstStyle>
            <a:lvl1pPr algn="r" defTabSz="914400" rtl="1" eaLnBrk="1" latinLnBrk="0" hangingPunct="1">
              <a:lnSpc>
                <a:spcPct val="100000"/>
              </a:lnSpc>
              <a:spcBef>
                <a:spcPct val="0"/>
              </a:spcBef>
              <a:buNone/>
              <a:defRPr sz="3200" b="1" kern="1200">
                <a:solidFill>
                  <a:schemeClr val="accent1">
                    <a:lumMod val="75000"/>
                  </a:schemeClr>
                </a:solidFill>
                <a:latin typeface="+mj-lt"/>
                <a:ea typeface="+mj-ea"/>
                <a:cs typeface="+mj-cs"/>
              </a:defRPr>
            </a:lvl1pPr>
          </a:lstStyle>
          <a:p>
            <a:pPr algn="ctr"/>
            <a:endParaRPr lang="ar-SA" sz="2000" dirty="0">
              <a:solidFill>
                <a:schemeClr val="bg1"/>
              </a:solidFill>
            </a:endParaRPr>
          </a:p>
        </p:txBody>
      </p:sp>
      <p:sp>
        <p:nvSpPr>
          <p:cNvPr id="10" name="Round Same Side Corner Rectangle 9">
            <a:extLst>
              <a:ext uri="{FF2B5EF4-FFF2-40B4-BE49-F238E27FC236}">
                <a16:creationId xmlns:a16="http://schemas.microsoft.com/office/drawing/2014/main" id="{91273CC7-5699-914C-368C-BA58FBD87ACC}"/>
              </a:ext>
            </a:extLst>
          </p:cNvPr>
          <p:cNvSpPr/>
          <p:nvPr/>
        </p:nvSpPr>
        <p:spPr>
          <a:xfrm>
            <a:off x="5385860" y="1287437"/>
            <a:ext cx="1420280" cy="281048"/>
          </a:xfrm>
          <a:prstGeom prst="round2SameRect">
            <a:avLst>
              <a:gd name="adj1" fmla="val 0"/>
              <a:gd name="adj2" fmla="val 50000"/>
            </a:avLst>
          </a:prstGeom>
          <a:solidFill>
            <a:schemeClr val="bg1"/>
          </a:solidFill>
          <a:effectLst>
            <a:outerShdw blurRad="50800" dist="25400" dir="5400000" sx="97000" sy="97000" algn="t" rotWithShape="0">
              <a:prstClr val="black">
                <a:alpha val="20000"/>
              </a:prstClr>
            </a:outerShdw>
          </a:effectLst>
        </p:spPr>
        <p:txBody>
          <a:bodyPr wrap="none" tIns="0" bIns="45720">
            <a:noAutofit/>
          </a:bodyPr>
          <a:lstStyle/>
          <a:p>
            <a:pPr lvl="0" algn="ctr" rtl="1"/>
            <a:r>
              <a:rPr lang="en-US" b="1" dirty="0">
                <a:solidFill>
                  <a:schemeClr val="accent1"/>
                </a:solidFill>
              </a:rPr>
              <a:t>EASKPI04</a:t>
            </a:r>
            <a:endParaRPr lang="ar-EG" b="1" dirty="0">
              <a:solidFill>
                <a:schemeClr val="accent1"/>
              </a:solidFill>
            </a:endParaRPr>
          </a:p>
        </p:txBody>
      </p:sp>
      <p:sp>
        <p:nvSpPr>
          <p:cNvPr id="79" name="Rectangle 78">
            <a:extLst>
              <a:ext uri="{FF2B5EF4-FFF2-40B4-BE49-F238E27FC236}">
                <a16:creationId xmlns:a16="http://schemas.microsoft.com/office/drawing/2014/main" id="{EF609083-508E-AD1C-6FF5-FC8F2175BBFC}"/>
              </a:ext>
            </a:extLst>
          </p:cNvPr>
          <p:cNvSpPr/>
          <p:nvPr/>
        </p:nvSpPr>
        <p:spPr>
          <a:xfrm>
            <a:off x="1872988" y="2510775"/>
            <a:ext cx="8067780" cy="451821"/>
          </a:xfrm>
          <a:prstGeom prst="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92" name="Table 91">
            <a:extLst>
              <a:ext uri="{FF2B5EF4-FFF2-40B4-BE49-F238E27FC236}">
                <a16:creationId xmlns:a16="http://schemas.microsoft.com/office/drawing/2014/main" id="{17716765-9851-37CA-9E35-13175574CCFB}"/>
              </a:ext>
            </a:extLst>
          </p:cNvPr>
          <p:cNvGraphicFramePr>
            <a:graphicFrameLocks noGrp="1"/>
          </p:cNvGraphicFramePr>
          <p:nvPr/>
        </p:nvGraphicFramePr>
        <p:xfrm>
          <a:off x="1113853" y="2293250"/>
          <a:ext cx="9964294" cy="1827936"/>
        </p:xfrm>
        <a:graphic>
          <a:graphicData uri="http://schemas.openxmlformats.org/drawingml/2006/table">
            <a:tbl>
              <a:tblPr firstRow="1" bandRow="1">
                <a:tableStyleId>{5C22544A-7EE6-4342-B048-85BDC9FD1C3A}</a:tableStyleId>
              </a:tblPr>
              <a:tblGrid>
                <a:gridCol w="8543322">
                  <a:extLst>
                    <a:ext uri="{9D8B030D-6E8A-4147-A177-3AD203B41FA5}">
                      <a16:colId xmlns:a16="http://schemas.microsoft.com/office/drawing/2014/main" val="1922650772"/>
                    </a:ext>
                  </a:extLst>
                </a:gridCol>
                <a:gridCol w="1420972">
                  <a:extLst>
                    <a:ext uri="{9D8B030D-6E8A-4147-A177-3AD203B41FA5}">
                      <a16:colId xmlns:a16="http://schemas.microsoft.com/office/drawing/2014/main" val="831415739"/>
                    </a:ext>
                  </a:extLst>
                </a:gridCol>
              </a:tblGrid>
              <a:tr h="456984">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baseline="0" dirty="0">
                          <a:solidFill>
                            <a:schemeClr val="accent1"/>
                          </a:solidFill>
                          <a:latin typeface="Sakkal Majalla" panose="02000000000000000000" pitchFamily="2" charset="-78"/>
                          <a:ea typeface="+mn-ea"/>
                          <a:cs typeface="Sakkal Majalla" panose="02000000000000000000" pitchFamily="2" charset="-78"/>
                        </a:rPr>
                        <a:t>تعزيز الكفاءة التشغيلية وكفاءة الإنفاق</a:t>
                      </a:r>
                      <a:endParaRPr lang="ar-EG" sz="1400" b="1" kern="1200" baseline="0" dirty="0">
                        <a:solidFill>
                          <a:schemeClr val="accent1"/>
                        </a:solidFill>
                        <a:latin typeface="Sakkal Majalla" panose="02000000000000000000" pitchFamily="2" charset="-78"/>
                        <a:ea typeface="+mn-ea"/>
                        <a:cs typeface="Sakkal Majalla" panose="02000000000000000000" pitchFamily="2" charset="-7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الهدف الاستراتيجي</a:t>
                      </a:r>
                      <a:endParaRPr lang="en-US"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4060515"/>
                  </a:ext>
                </a:extLst>
              </a:tr>
              <a:tr h="456984">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يقيس نسبة تنفيذ توصيات البنية المؤسسية المعتمدة لتحسين كفاءة التشغيل ورفع الإنتاجية وتقليل الهدر التشغيلي.</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وصف المؤشر</a:t>
                      </a:r>
                      <a:endParaRPr lang="en-US"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577636"/>
                  </a:ext>
                </a:extLst>
              </a:tr>
              <a:tr h="456984">
                <a:tc>
                  <a:txBody>
                    <a:bodyPr/>
                    <a:lstStyle/>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(عدد التوصيات المنفذة لتحسين كفاءة التشغيل ÷ إجمالي التوصيات المعتمدة لتحسين كفاءة التشغيل) × 100</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معادلة الاحتساب</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6671549"/>
                  </a:ext>
                </a:extLst>
              </a:tr>
              <a:tr h="456984">
                <a:tc>
                  <a:txBody>
                    <a:bodyPr/>
                    <a:lstStyle/>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مكتب البنية المؤسسية</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مصدر البيانات</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578273"/>
                  </a:ext>
                </a:extLst>
              </a:tr>
            </a:tbl>
          </a:graphicData>
        </a:graphic>
      </p:graphicFrame>
      <p:sp>
        <p:nvSpPr>
          <p:cNvPr id="37" name="Rounded Rectangle 40">
            <a:extLst>
              <a:ext uri="{FF2B5EF4-FFF2-40B4-BE49-F238E27FC236}">
                <a16:creationId xmlns:a16="http://schemas.microsoft.com/office/drawing/2014/main" id="{B6E669BF-67CC-5ABA-CE87-EEDD218F9289}"/>
              </a:ext>
            </a:extLst>
          </p:cNvPr>
          <p:cNvSpPr/>
          <p:nvPr/>
        </p:nvSpPr>
        <p:spPr>
          <a:xfrm>
            <a:off x="2166134"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Box 37">
            <a:extLst>
              <a:ext uri="{FF2B5EF4-FFF2-40B4-BE49-F238E27FC236}">
                <a16:creationId xmlns:a16="http://schemas.microsoft.com/office/drawing/2014/main" id="{399E481F-7B07-D07D-CE78-E8A318220D33}"/>
              </a:ext>
            </a:extLst>
          </p:cNvPr>
          <p:cNvSpPr txBox="1"/>
          <p:nvPr/>
        </p:nvSpPr>
        <p:spPr>
          <a:xfrm>
            <a:off x="1962748"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المستهدف</a:t>
            </a:r>
          </a:p>
        </p:txBody>
      </p:sp>
      <p:grpSp>
        <p:nvGrpSpPr>
          <p:cNvPr id="39" name="Group 38">
            <a:extLst>
              <a:ext uri="{FF2B5EF4-FFF2-40B4-BE49-F238E27FC236}">
                <a16:creationId xmlns:a16="http://schemas.microsoft.com/office/drawing/2014/main" id="{6187A386-F235-6DBC-EAE7-45CBEFF20BC3}"/>
              </a:ext>
            </a:extLst>
          </p:cNvPr>
          <p:cNvGrpSpPr>
            <a:grpSpLocks noChangeAspect="1"/>
          </p:cNvGrpSpPr>
          <p:nvPr/>
        </p:nvGrpSpPr>
        <p:grpSpPr>
          <a:xfrm>
            <a:off x="8926404" y="4690821"/>
            <a:ext cx="243890" cy="242732"/>
            <a:chOff x="2501900" y="457201"/>
            <a:chExt cx="1674813" cy="1666876"/>
          </a:xfrm>
          <a:solidFill>
            <a:schemeClr val="accent1"/>
          </a:solidFill>
        </p:grpSpPr>
        <p:sp>
          <p:nvSpPr>
            <p:cNvPr id="40" name="Freeform 5">
              <a:extLst>
                <a:ext uri="{FF2B5EF4-FFF2-40B4-BE49-F238E27FC236}">
                  <a16:creationId xmlns:a16="http://schemas.microsoft.com/office/drawing/2014/main" id="{40728D90-45CF-9BF9-7859-CE61CAE99D7F}"/>
                </a:ext>
              </a:extLst>
            </p:cNvPr>
            <p:cNvSpPr>
              <a:spLocks/>
            </p:cNvSpPr>
            <p:nvPr/>
          </p:nvSpPr>
          <p:spPr bwMode="auto">
            <a:xfrm>
              <a:off x="2857500" y="457201"/>
              <a:ext cx="130175" cy="273050"/>
            </a:xfrm>
            <a:custGeom>
              <a:avLst/>
              <a:gdLst>
                <a:gd name="T0" fmla="*/ 0 w 350"/>
                <a:gd name="T1" fmla="*/ 367 h 734"/>
                <a:gd name="T2" fmla="*/ 0 w 350"/>
                <a:gd name="T3" fmla="*/ 734 h 734"/>
                <a:gd name="T4" fmla="*/ 175 w 350"/>
                <a:gd name="T5" fmla="*/ 734 h 734"/>
                <a:gd name="T6" fmla="*/ 350 w 350"/>
                <a:gd name="T7" fmla="*/ 734 h 734"/>
                <a:gd name="T8" fmla="*/ 350 w 350"/>
                <a:gd name="T9" fmla="*/ 367 h 734"/>
                <a:gd name="T10" fmla="*/ 350 w 350"/>
                <a:gd name="T11" fmla="*/ 0 h 734"/>
                <a:gd name="T12" fmla="*/ 175 w 350"/>
                <a:gd name="T13" fmla="*/ 0 h 734"/>
                <a:gd name="T14" fmla="*/ 0 w 350"/>
                <a:gd name="T15" fmla="*/ 0 h 734"/>
                <a:gd name="T16" fmla="*/ 0 w 350"/>
                <a:gd name="T17" fmla="*/ 367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734">
                  <a:moveTo>
                    <a:pt x="0" y="367"/>
                  </a:moveTo>
                  <a:lnTo>
                    <a:pt x="0" y="734"/>
                  </a:lnTo>
                  <a:lnTo>
                    <a:pt x="175" y="734"/>
                  </a:lnTo>
                  <a:lnTo>
                    <a:pt x="350" y="734"/>
                  </a:lnTo>
                  <a:lnTo>
                    <a:pt x="350" y="367"/>
                  </a:lnTo>
                  <a:lnTo>
                    <a:pt x="350" y="0"/>
                  </a:lnTo>
                  <a:lnTo>
                    <a:pt x="175" y="0"/>
                  </a:lnTo>
                  <a:lnTo>
                    <a:pt x="0" y="0"/>
                  </a:lnTo>
                  <a:lnTo>
                    <a:pt x="0" y="3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3" name="Freeform 6">
              <a:extLst>
                <a:ext uri="{FF2B5EF4-FFF2-40B4-BE49-F238E27FC236}">
                  <a16:creationId xmlns:a16="http://schemas.microsoft.com/office/drawing/2014/main" id="{465BC70E-03FD-60FE-D1BF-F0CAC88FAF88}"/>
                </a:ext>
              </a:extLst>
            </p:cNvPr>
            <p:cNvSpPr>
              <a:spLocks/>
            </p:cNvSpPr>
            <p:nvPr/>
          </p:nvSpPr>
          <p:spPr bwMode="auto">
            <a:xfrm>
              <a:off x="3690938" y="457201"/>
              <a:ext cx="136525" cy="273050"/>
            </a:xfrm>
            <a:custGeom>
              <a:avLst/>
              <a:gdLst>
                <a:gd name="T0" fmla="*/ 0 w 367"/>
                <a:gd name="T1" fmla="*/ 367 h 734"/>
                <a:gd name="T2" fmla="*/ 0 w 367"/>
                <a:gd name="T3" fmla="*/ 734 h 734"/>
                <a:gd name="T4" fmla="*/ 184 w 367"/>
                <a:gd name="T5" fmla="*/ 734 h 734"/>
                <a:gd name="T6" fmla="*/ 367 w 367"/>
                <a:gd name="T7" fmla="*/ 734 h 734"/>
                <a:gd name="T8" fmla="*/ 367 w 367"/>
                <a:gd name="T9" fmla="*/ 367 h 734"/>
                <a:gd name="T10" fmla="*/ 367 w 367"/>
                <a:gd name="T11" fmla="*/ 0 h 734"/>
                <a:gd name="T12" fmla="*/ 184 w 367"/>
                <a:gd name="T13" fmla="*/ 0 h 734"/>
                <a:gd name="T14" fmla="*/ 0 w 367"/>
                <a:gd name="T15" fmla="*/ 0 h 734"/>
                <a:gd name="T16" fmla="*/ 0 w 367"/>
                <a:gd name="T17" fmla="*/ 367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734">
                  <a:moveTo>
                    <a:pt x="0" y="367"/>
                  </a:moveTo>
                  <a:lnTo>
                    <a:pt x="0" y="734"/>
                  </a:lnTo>
                  <a:lnTo>
                    <a:pt x="184" y="734"/>
                  </a:lnTo>
                  <a:lnTo>
                    <a:pt x="367" y="734"/>
                  </a:lnTo>
                  <a:lnTo>
                    <a:pt x="367" y="367"/>
                  </a:lnTo>
                  <a:lnTo>
                    <a:pt x="367" y="0"/>
                  </a:lnTo>
                  <a:lnTo>
                    <a:pt x="184" y="0"/>
                  </a:lnTo>
                  <a:lnTo>
                    <a:pt x="0" y="0"/>
                  </a:lnTo>
                  <a:lnTo>
                    <a:pt x="0" y="3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4" name="Freeform 24">
              <a:extLst>
                <a:ext uri="{FF2B5EF4-FFF2-40B4-BE49-F238E27FC236}">
                  <a16:creationId xmlns:a16="http://schemas.microsoft.com/office/drawing/2014/main" id="{693D678F-E7F0-9BC3-E76B-EC465AB858D6}"/>
                </a:ext>
              </a:extLst>
            </p:cNvPr>
            <p:cNvSpPr>
              <a:spLocks noEditPoints="1"/>
            </p:cNvSpPr>
            <p:nvPr/>
          </p:nvSpPr>
          <p:spPr bwMode="auto">
            <a:xfrm>
              <a:off x="2501900" y="661989"/>
              <a:ext cx="1674813" cy="1462088"/>
            </a:xfrm>
            <a:custGeom>
              <a:avLst/>
              <a:gdLst>
                <a:gd name="T0" fmla="*/ 0 w 4483"/>
                <a:gd name="T1" fmla="*/ 475 h 3917"/>
                <a:gd name="T2" fmla="*/ 0 w 4483"/>
                <a:gd name="T3" fmla="*/ 950 h 3917"/>
                <a:gd name="T4" fmla="*/ 92 w 4483"/>
                <a:gd name="T5" fmla="*/ 950 h 3917"/>
                <a:gd name="T6" fmla="*/ 183 w 4483"/>
                <a:gd name="T7" fmla="*/ 950 h 3917"/>
                <a:gd name="T8" fmla="*/ 183 w 4483"/>
                <a:gd name="T9" fmla="*/ 2434 h 3917"/>
                <a:gd name="T10" fmla="*/ 183 w 4483"/>
                <a:gd name="T11" fmla="*/ 3917 h 3917"/>
                <a:gd name="T12" fmla="*/ 2242 w 4483"/>
                <a:gd name="T13" fmla="*/ 3917 h 3917"/>
                <a:gd name="T14" fmla="*/ 4300 w 4483"/>
                <a:gd name="T15" fmla="*/ 3917 h 3917"/>
                <a:gd name="T16" fmla="*/ 4300 w 4483"/>
                <a:gd name="T17" fmla="*/ 2434 h 3917"/>
                <a:gd name="T18" fmla="*/ 4300 w 4483"/>
                <a:gd name="T19" fmla="*/ 950 h 3917"/>
                <a:gd name="T20" fmla="*/ 4392 w 4483"/>
                <a:gd name="T21" fmla="*/ 950 h 3917"/>
                <a:gd name="T22" fmla="*/ 4483 w 4483"/>
                <a:gd name="T23" fmla="*/ 950 h 3917"/>
                <a:gd name="T24" fmla="*/ 4483 w 4483"/>
                <a:gd name="T25" fmla="*/ 475 h 3917"/>
                <a:gd name="T26" fmla="*/ 4483 w 4483"/>
                <a:gd name="T27" fmla="*/ 0 h 3917"/>
                <a:gd name="T28" fmla="*/ 4117 w 4483"/>
                <a:gd name="T29" fmla="*/ 0 h 3917"/>
                <a:gd name="T30" fmla="*/ 3752 w 4483"/>
                <a:gd name="T31" fmla="*/ 0 h 3917"/>
                <a:gd name="T32" fmla="*/ 3747 w 4483"/>
                <a:gd name="T33" fmla="*/ 187 h 3917"/>
                <a:gd name="T34" fmla="*/ 3742 w 4483"/>
                <a:gd name="T35" fmla="*/ 375 h 3917"/>
                <a:gd name="T36" fmla="*/ 3363 w 4483"/>
                <a:gd name="T37" fmla="*/ 380 h 3917"/>
                <a:gd name="T38" fmla="*/ 2983 w 4483"/>
                <a:gd name="T39" fmla="*/ 384 h 3917"/>
                <a:gd name="T40" fmla="*/ 2983 w 4483"/>
                <a:gd name="T41" fmla="*/ 192 h 3917"/>
                <a:gd name="T42" fmla="*/ 2983 w 4483"/>
                <a:gd name="T43" fmla="*/ 0 h 3917"/>
                <a:gd name="T44" fmla="*/ 2242 w 4483"/>
                <a:gd name="T45" fmla="*/ 0 h 3917"/>
                <a:gd name="T46" fmla="*/ 1502 w 4483"/>
                <a:gd name="T47" fmla="*/ 0 h 3917"/>
                <a:gd name="T48" fmla="*/ 1497 w 4483"/>
                <a:gd name="T49" fmla="*/ 187 h 3917"/>
                <a:gd name="T50" fmla="*/ 1492 w 4483"/>
                <a:gd name="T51" fmla="*/ 375 h 3917"/>
                <a:gd name="T52" fmla="*/ 1117 w 4483"/>
                <a:gd name="T53" fmla="*/ 375 h 3917"/>
                <a:gd name="T54" fmla="*/ 742 w 4483"/>
                <a:gd name="T55" fmla="*/ 375 h 3917"/>
                <a:gd name="T56" fmla="*/ 737 w 4483"/>
                <a:gd name="T57" fmla="*/ 187 h 3917"/>
                <a:gd name="T58" fmla="*/ 732 w 4483"/>
                <a:gd name="T59" fmla="*/ 0 h 3917"/>
                <a:gd name="T60" fmla="*/ 367 w 4483"/>
                <a:gd name="T61" fmla="*/ 0 h 3917"/>
                <a:gd name="T62" fmla="*/ 0 w 4483"/>
                <a:gd name="T63" fmla="*/ 0 h 3917"/>
                <a:gd name="T64" fmla="*/ 0 w 4483"/>
                <a:gd name="T65" fmla="*/ 475 h 3917"/>
                <a:gd name="T66" fmla="*/ 3917 w 4483"/>
                <a:gd name="T67" fmla="*/ 2250 h 3917"/>
                <a:gd name="T68" fmla="*/ 3917 w 4483"/>
                <a:gd name="T69" fmla="*/ 3567 h 3917"/>
                <a:gd name="T70" fmla="*/ 2238 w 4483"/>
                <a:gd name="T71" fmla="*/ 3564 h 3917"/>
                <a:gd name="T72" fmla="*/ 558 w 4483"/>
                <a:gd name="T73" fmla="*/ 3559 h 3917"/>
                <a:gd name="T74" fmla="*/ 553 w 4483"/>
                <a:gd name="T75" fmla="*/ 2245 h 3917"/>
                <a:gd name="T76" fmla="*/ 550 w 4483"/>
                <a:gd name="T77" fmla="*/ 934 h 3917"/>
                <a:gd name="T78" fmla="*/ 2233 w 4483"/>
                <a:gd name="T79" fmla="*/ 934 h 3917"/>
                <a:gd name="T80" fmla="*/ 3917 w 4483"/>
                <a:gd name="T81" fmla="*/ 934 h 3917"/>
                <a:gd name="T82" fmla="*/ 3917 w 4483"/>
                <a:gd name="T83" fmla="*/ 2250 h 3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483" h="3917">
                  <a:moveTo>
                    <a:pt x="0" y="475"/>
                  </a:moveTo>
                  <a:lnTo>
                    <a:pt x="0" y="950"/>
                  </a:lnTo>
                  <a:lnTo>
                    <a:pt x="92" y="950"/>
                  </a:lnTo>
                  <a:lnTo>
                    <a:pt x="183" y="950"/>
                  </a:lnTo>
                  <a:lnTo>
                    <a:pt x="183" y="2434"/>
                  </a:lnTo>
                  <a:lnTo>
                    <a:pt x="183" y="3917"/>
                  </a:lnTo>
                  <a:lnTo>
                    <a:pt x="2242" y="3917"/>
                  </a:lnTo>
                  <a:lnTo>
                    <a:pt x="4300" y="3917"/>
                  </a:lnTo>
                  <a:lnTo>
                    <a:pt x="4300" y="2434"/>
                  </a:lnTo>
                  <a:lnTo>
                    <a:pt x="4300" y="950"/>
                  </a:lnTo>
                  <a:lnTo>
                    <a:pt x="4392" y="950"/>
                  </a:lnTo>
                  <a:lnTo>
                    <a:pt x="4483" y="950"/>
                  </a:lnTo>
                  <a:lnTo>
                    <a:pt x="4483" y="475"/>
                  </a:lnTo>
                  <a:lnTo>
                    <a:pt x="4483" y="0"/>
                  </a:lnTo>
                  <a:lnTo>
                    <a:pt x="4117" y="0"/>
                  </a:lnTo>
                  <a:lnTo>
                    <a:pt x="3752" y="0"/>
                  </a:lnTo>
                  <a:lnTo>
                    <a:pt x="3747" y="187"/>
                  </a:lnTo>
                  <a:lnTo>
                    <a:pt x="3742" y="375"/>
                  </a:lnTo>
                  <a:lnTo>
                    <a:pt x="3363" y="380"/>
                  </a:lnTo>
                  <a:lnTo>
                    <a:pt x="2983" y="384"/>
                  </a:lnTo>
                  <a:lnTo>
                    <a:pt x="2983" y="192"/>
                  </a:lnTo>
                  <a:lnTo>
                    <a:pt x="2983" y="0"/>
                  </a:lnTo>
                  <a:lnTo>
                    <a:pt x="2242" y="0"/>
                  </a:lnTo>
                  <a:lnTo>
                    <a:pt x="1502" y="0"/>
                  </a:lnTo>
                  <a:lnTo>
                    <a:pt x="1497" y="187"/>
                  </a:lnTo>
                  <a:lnTo>
                    <a:pt x="1492" y="375"/>
                  </a:lnTo>
                  <a:lnTo>
                    <a:pt x="1117" y="375"/>
                  </a:lnTo>
                  <a:lnTo>
                    <a:pt x="742" y="375"/>
                  </a:lnTo>
                  <a:lnTo>
                    <a:pt x="737" y="187"/>
                  </a:lnTo>
                  <a:lnTo>
                    <a:pt x="732" y="0"/>
                  </a:lnTo>
                  <a:lnTo>
                    <a:pt x="367" y="0"/>
                  </a:lnTo>
                  <a:lnTo>
                    <a:pt x="0" y="0"/>
                  </a:lnTo>
                  <a:lnTo>
                    <a:pt x="0" y="475"/>
                  </a:lnTo>
                  <a:close/>
                  <a:moveTo>
                    <a:pt x="3917" y="2250"/>
                  </a:moveTo>
                  <a:lnTo>
                    <a:pt x="3917" y="3567"/>
                  </a:lnTo>
                  <a:lnTo>
                    <a:pt x="2238" y="3564"/>
                  </a:lnTo>
                  <a:lnTo>
                    <a:pt x="558" y="3559"/>
                  </a:lnTo>
                  <a:lnTo>
                    <a:pt x="553" y="2245"/>
                  </a:lnTo>
                  <a:lnTo>
                    <a:pt x="550" y="934"/>
                  </a:lnTo>
                  <a:lnTo>
                    <a:pt x="2233" y="934"/>
                  </a:lnTo>
                  <a:lnTo>
                    <a:pt x="3917" y="934"/>
                  </a:lnTo>
                  <a:lnTo>
                    <a:pt x="3917" y="22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5" name="Freeform 25">
              <a:extLst>
                <a:ext uri="{FF2B5EF4-FFF2-40B4-BE49-F238E27FC236}">
                  <a16:creationId xmlns:a16="http://schemas.microsoft.com/office/drawing/2014/main" id="{1EE5EF67-B3FF-A1EA-C9BA-36149913EA9B}"/>
                </a:ext>
              </a:extLst>
            </p:cNvPr>
            <p:cNvSpPr>
              <a:spLocks/>
            </p:cNvSpPr>
            <p:nvPr/>
          </p:nvSpPr>
          <p:spPr bwMode="auto">
            <a:xfrm>
              <a:off x="2857500" y="1154114"/>
              <a:ext cx="130175" cy="136525"/>
            </a:xfrm>
            <a:custGeom>
              <a:avLst/>
              <a:gdLst>
                <a:gd name="T0" fmla="*/ 0 w 350"/>
                <a:gd name="T1" fmla="*/ 183 h 367"/>
                <a:gd name="T2" fmla="*/ 0 w 350"/>
                <a:gd name="T3" fmla="*/ 367 h 367"/>
                <a:gd name="T4" fmla="*/ 175 w 350"/>
                <a:gd name="T5" fmla="*/ 367 h 367"/>
                <a:gd name="T6" fmla="*/ 350 w 350"/>
                <a:gd name="T7" fmla="*/ 367 h 367"/>
                <a:gd name="T8" fmla="*/ 350 w 350"/>
                <a:gd name="T9" fmla="*/ 183 h 367"/>
                <a:gd name="T10" fmla="*/ 350 w 350"/>
                <a:gd name="T11" fmla="*/ 0 h 367"/>
                <a:gd name="T12" fmla="*/ 175 w 350"/>
                <a:gd name="T13" fmla="*/ 0 h 367"/>
                <a:gd name="T14" fmla="*/ 0 w 350"/>
                <a:gd name="T15" fmla="*/ 0 h 367"/>
                <a:gd name="T16" fmla="*/ 0 w 350"/>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67">
                  <a:moveTo>
                    <a:pt x="0" y="183"/>
                  </a:moveTo>
                  <a:lnTo>
                    <a:pt x="0" y="367"/>
                  </a:lnTo>
                  <a:lnTo>
                    <a:pt x="175" y="367"/>
                  </a:lnTo>
                  <a:lnTo>
                    <a:pt x="350" y="367"/>
                  </a:lnTo>
                  <a:lnTo>
                    <a:pt x="350" y="183"/>
                  </a:lnTo>
                  <a:lnTo>
                    <a:pt x="350" y="0"/>
                  </a:lnTo>
                  <a:lnTo>
                    <a:pt x="175"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6" name="Freeform 26">
              <a:extLst>
                <a:ext uri="{FF2B5EF4-FFF2-40B4-BE49-F238E27FC236}">
                  <a16:creationId xmlns:a16="http://schemas.microsoft.com/office/drawing/2014/main" id="{99E2BB7F-D5A8-450D-5110-A58B3CB26377}"/>
                </a:ext>
              </a:extLst>
            </p:cNvPr>
            <p:cNvSpPr>
              <a:spLocks/>
            </p:cNvSpPr>
            <p:nvPr/>
          </p:nvSpPr>
          <p:spPr bwMode="auto">
            <a:xfrm>
              <a:off x="3130550"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7" name="Freeform 27">
              <a:extLst>
                <a:ext uri="{FF2B5EF4-FFF2-40B4-BE49-F238E27FC236}">
                  <a16:creationId xmlns:a16="http://schemas.microsoft.com/office/drawing/2014/main" id="{0D55F528-DC05-6E68-E7B8-4593902712E5}"/>
                </a:ext>
              </a:extLst>
            </p:cNvPr>
            <p:cNvSpPr>
              <a:spLocks/>
            </p:cNvSpPr>
            <p:nvPr/>
          </p:nvSpPr>
          <p:spPr bwMode="auto">
            <a:xfrm>
              <a:off x="3411538"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8" name="Freeform 28">
              <a:extLst>
                <a:ext uri="{FF2B5EF4-FFF2-40B4-BE49-F238E27FC236}">
                  <a16:creationId xmlns:a16="http://schemas.microsoft.com/office/drawing/2014/main" id="{823BE2CD-7CA7-5E71-DB23-688EC624B778}"/>
                </a:ext>
              </a:extLst>
            </p:cNvPr>
            <p:cNvSpPr>
              <a:spLocks/>
            </p:cNvSpPr>
            <p:nvPr/>
          </p:nvSpPr>
          <p:spPr bwMode="auto">
            <a:xfrm>
              <a:off x="3690938"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9" name="Freeform 29">
              <a:extLst>
                <a:ext uri="{FF2B5EF4-FFF2-40B4-BE49-F238E27FC236}">
                  <a16:creationId xmlns:a16="http://schemas.microsoft.com/office/drawing/2014/main" id="{5A5EFB12-4CB6-56A3-5BC9-B4E1E43A7EB9}"/>
                </a:ext>
              </a:extLst>
            </p:cNvPr>
            <p:cNvSpPr>
              <a:spLocks/>
            </p:cNvSpPr>
            <p:nvPr/>
          </p:nvSpPr>
          <p:spPr bwMode="auto">
            <a:xfrm>
              <a:off x="2857500" y="1427164"/>
              <a:ext cx="130175" cy="142875"/>
            </a:xfrm>
            <a:custGeom>
              <a:avLst/>
              <a:gdLst>
                <a:gd name="T0" fmla="*/ 0 w 350"/>
                <a:gd name="T1" fmla="*/ 192 h 384"/>
                <a:gd name="T2" fmla="*/ 0 w 350"/>
                <a:gd name="T3" fmla="*/ 384 h 384"/>
                <a:gd name="T4" fmla="*/ 175 w 350"/>
                <a:gd name="T5" fmla="*/ 384 h 384"/>
                <a:gd name="T6" fmla="*/ 350 w 350"/>
                <a:gd name="T7" fmla="*/ 384 h 384"/>
                <a:gd name="T8" fmla="*/ 350 w 350"/>
                <a:gd name="T9" fmla="*/ 192 h 384"/>
                <a:gd name="T10" fmla="*/ 350 w 350"/>
                <a:gd name="T11" fmla="*/ 0 h 384"/>
                <a:gd name="T12" fmla="*/ 175 w 350"/>
                <a:gd name="T13" fmla="*/ 0 h 384"/>
                <a:gd name="T14" fmla="*/ 0 w 350"/>
                <a:gd name="T15" fmla="*/ 0 h 384"/>
                <a:gd name="T16" fmla="*/ 0 w 350"/>
                <a:gd name="T17"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84">
                  <a:moveTo>
                    <a:pt x="0" y="192"/>
                  </a:moveTo>
                  <a:lnTo>
                    <a:pt x="0" y="384"/>
                  </a:lnTo>
                  <a:lnTo>
                    <a:pt x="175" y="384"/>
                  </a:lnTo>
                  <a:lnTo>
                    <a:pt x="350" y="384"/>
                  </a:lnTo>
                  <a:lnTo>
                    <a:pt x="350" y="192"/>
                  </a:lnTo>
                  <a:lnTo>
                    <a:pt x="350" y="0"/>
                  </a:lnTo>
                  <a:lnTo>
                    <a:pt x="175" y="0"/>
                  </a:lnTo>
                  <a:lnTo>
                    <a:pt x="0" y="0"/>
                  </a:lnTo>
                  <a:lnTo>
                    <a:pt x="0"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0" name="Freeform 30">
              <a:extLst>
                <a:ext uri="{FF2B5EF4-FFF2-40B4-BE49-F238E27FC236}">
                  <a16:creationId xmlns:a16="http://schemas.microsoft.com/office/drawing/2014/main" id="{1EA20D2A-8689-8523-5B1A-70832D5A046A}"/>
                </a:ext>
              </a:extLst>
            </p:cNvPr>
            <p:cNvSpPr>
              <a:spLocks/>
            </p:cNvSpPr>
            <p:nvPr/>
          </p:nvSpPr>
          <p:spPr bwMode="auto">
            <a:xfrm>
              <a:off x="3132138" y="1427164"/>
              <a:ext cx="134938" cy="142875"/>
            </a:xfrm>
            <a:custGeom>
              <a:avLst/>
              <a:gdLst>
                <a:gd name="T0" fmla="*/ 4 w 364"/>
                <a:gd name="T1" fmla="*/ 22 h 385"/>
                <a:gd name="T2" fmla="*/ 2 w 364"/>
                <a:gd name="T3" fmla="*/ 40 h 385"/>
                <a:gd name="T4" fmla="*/ 0 w 364"/>
                <a:gd name="T5" fmla="*/ 142 h 385"/>
                <a:gd name="T6" fmla="*/ 1 w 364"/>
                <a:gd name="T7" fmla="*/ 210 h 385"/>
                <a:gd name="T8" fmla="*/ 6 w 364"/>
                <a:gd name="T9" fmla="*/ 375 h 385"/>
                <a:gd name="T10" fmla="*/ 186 w 364"/>
                <a:gd name="T11" fmla="*/ 380 h 385"/>
                <a:gd name="T12" fmla="*/ 364 w 364"/>
                <a:gd name="T13" fmla="*/ 385 h 385"/>
                <a:gd name="T14" fmla="*/ 364 w 364"/>
                <a:gd name="T15" fmla="*/ 192 h 385"/>
                <a:gd name="T16" fmla="*/ 364 w 364"/>
                <a:gd name="T17" fmla="*/ 0 h 385"/>
                <a:gd name="T18" fmla="*/ 189 w 364"/>
                <a:gd name="T19" fmla="*/ 0 h 385"/>
                <a:gd name="T20" fmla="*/ 102 w 364"/>
                <a:gd name="T21" fmla="*/ 1 h 385"/>
                <a:gd name="T22" fmla="*/ 30 w 364"/>
                <a:gd name="T23" fmla="*/ 8 h 385"/>
                <a:gd name="T24" fmla="*/ 8 w 364"/>
                <a:gd name="T25" fmla="*/ 16 h 385"/>
                <a:gd name="T26" fmla="*/ 4 w 364"/>
                <a:gd name="T27" fmla="*/ 22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385">
                  <a:moveTo>
                    <a:pt x="4" y="22"/>
                  </a:moveTo>
                  <a:lnTo>
                    <a:pt x="2" y="40"/>
                  </a:lnTo>
                  <a:lnTo>
                    <a:pt x="0" y="142"/>
                  </a:lnTo>
                  <a:lnTo>
                    <a:pt x="1" y="210"/>
                  </a:lnTo>
                  <a:lnTo>
                    <a:pt x="6" y="375"/>
                  </a:lnTo>
                  <a:lnTo>
                    <a:pt x="186" y="380"/>
                  </a:lnTo>
                  <a:lnTo>
                    <a:pt x="364" y="385"/>
                  </a:lnTo>
                  <a:lnTo>
                    <a:pt x="364" y="192"/>
                  </a:lnTo>
                  <a:lnTo>
                    <a:pt x="364" y="0"/>
                  </a:lnTo>
                  <a:lnTo>
                    <a:pt x="189" y="0"/>
                  </a:lnTo>
                  <a:lnTo>
                    <a:pt x="102" y="1"/>
                  </a:lnTo>
                  <a:lnTo>
                    <a:pt x="30" y="8"/>
                  </a:lnTo>
                  <a:lnTo>
                    <a:pt x="8" y="16"/>
                  </a:lnTo>
                  <a:lnTo>
                    <a:pt x="4"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1" name="Freeform 31">
              <a:extLst>
                <a:ext uri="{FF2B5EF4-FFF2-40B4-BE49-F238E27FC236}">
                  <a16:creationId xmlns:a16="http://schemas.microsoft.com/office/drawing/2014/main" id="{12028F16-2344-335E-3B70-5B66F7164FF7}"/>
                </a:ext>
              </a:extLst>
            </p:cNvPr>
            <p:cNvSpPr>
              <a:spLocks/>
            </p:cNvSpPr>
            <p:nvPr/>
          </p:nvSpPr>
          <p:spPr bwMode="auto">
            <a:xfrm>
              <a:off x="3411538" y="1428751"/>
              <a:ext cx="136525" cy="141288"/>
            </a:xfrm>
            <a:custGeom>
              <a:avLst/>
              <a:gdLst>
                <a:gd name="T0" fmla="*/ 12 w 369"/>
                <a:gd name="T1" fmla="*/ 7 h 381"/>
                <a:gd name="T2" fmla="*/ 7 w 369"/>
                <a:gd name="T3" fmla="*/ 22 h 381"/>
                <a:gd name="T4" fmla="*/ 1 w 369"/>
                <a:gd name="T5" fmla="*/ 127 h 381"/>
                <a:gd name="T6" fmla="*/ 0 w 369"/>
                <a:gd name="T7" fmla="*/ 201 h 381"/>
                <a:gd name="T8" fmla="*/ 0 w 369"/>
                <a:gd name="T9" fmla="*/ 381 h 381"/>
                <a:gd name="T10" fmla="*/ 184 w 369"/>
                <a:gd name="T11" fmla="*/ 381 h 381"/>
                <a:gd name="T12" fmla="*/ 369 w 369"/>
                <a:gd name="T13" fmla="*/ 381 h 381"/>
                <a:gd name="T14" fmla="*/ 364 w 369"/>
                <a:gd name="T15" fmla="*/ 192 h 381"/>
                <a:gd name="T16" fmla="*/ 359 w 369"/>
                <a:gd name="T17" fmla="*/ 6 h 381"/>
                <a:gd name="T18" fmla="*/ 190 w 369"/>
                <a:gd name="T19" fmla="*/ 1 h 381"/>
                <a:gd name="T20" fmla="*/ 123 w 369"/>
                <a:gd name="T21" fmla="*/ 0 h 381"/>
                <a:gd name="T22" fmla="*/ 26 w 369"/>
                <a:gd name="T23" fmla="*/ 3 h 381"/>
                <a:gd name="T24" fmla="*/ 12 w 369"/>
                <a:gd name="T25" fmla="*/ 7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381">
                  <a:moveTo>
                    <a:pt x="12" y="7"/>
                  </a:moveTo>
                  <a:lnTo>
                    <a:pt x="7" y="22"/>
                  </a:lnTo>
                  <a:lnTo>
                    <a:pt x="1" y="127"/>
                  </a:lnTo>
                  <a:lnTo>
                    <a:pt x="0" y="201"/>
                  </a:lnTo>
                  <a:lnTo>
                    <a:pt x="0" y="381"/>
                  </a:lnTo>
                  <a:lnTo>
                    <a:pt x="184" y="381"/>
                  </a:lnTo>
                  <a:lnTo>
                    <a:pt x="369" y="381"/>
                  </a:lnTo>
                  <a:lnTo>
                    <a:pt x="364" y="192"/>
                  </a:lnTo>
                  <a:lnTo>
                    <a:pt x="359" y="6"/>
                  </a:lnTo>
                  <a:lnTo>
                    <a:pt x="190" y="1"/>
                  </a:lnTo>
                  <a:lnTo>
                    <a:pt x="123" y="0"/>
                  </a:lnTo>
                  <a:lnTo>
                    <a:pt x="26" y="3"/>
                  </a:lnTo>
                  <a:lnTo>
                    <a:pt x="1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2" name="Freeform 32">
              <a:extLst>
                <a:ext uri="{FF2B5EF4-FFF2-40B4-BE49-F238E27FC236}">
                  <a16:creationId xmlns:a16="http://schemas.microsoft.com/office/drawing/2014/main" id="{EA260A2E-0F2D-0C10-F5F2-0DA835AA94E7}"/>
                </a:ext>
              </a:extLst>
            </p:cNvPr>
            <p:cNvSpPr>
              <a:spLocks/>
            </p:cNvSpPr>
            <p:nvPr/>
          </p:nvSpPr>
          <p:spPr bwMode="auto">
            <a:xfrm>
              <a:off x="3690938" y="1427164"/>
              <a:ext cx="133350" cy="142875"/>
            </a:xfrm>
            <a:custGeom>
              <a:avLst/>
              <a:gdLst>
                <a:gd name="T0" fmla="*/ 0 w 359"/>
                <a:gd name="T1" fmla="*/ 193 h 386"/>
                <a:gd name="T2" fmla="*/ 0 w 359"/>
                <a:gd name="T3" fmla="*/ 386 h 386"/>
                <a:gd name="T4" fmla="*/ 180 w 359"/>
                <a:gd name="T5" fmla="*/ 381 h 386"/>
                <a:gd name="T6" fmla="*/ 359 w 359"/>
                <a:gd name="T7" fmla="*/ 376 h 386"/>
                <a:gd name="T8" fmla="*/ 359 w 359"/>
                <a:gd name="T9" fmla="*/ 193 h 386"/>
                <a:gd name="T10" fmla="*/ 359 w 359"/>
                <a:gd name="T11" fmla="*/ 10 h 386"/>
                <a:gd name="T12" fmla="*/ 180 w 359"/>
                <a:gd name="T13" fmla="*/ 5 h 386"/>
                <a:gd name="T14" fmla="*/ 0 w 359"/>
                <a:gd name="T15" fmla="*/ 0 h 386"/>
                <a:gd name="T16" fmla="*/ 0 w 359"/>
                <a:gd name="T17" fmla="*/ 193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9" h="386">
                  <a:moveTo>
                    <a:pt x="0" y="193"/>
                  </a:moveTo>
                  <a:lnTo>
                    <a:pt x="0" y="386"/>
                  </a:lnTo>
                  <a:lnTo>
                    <a:pt x="180" y="381"/>
                  </a:lnTo>
                  <a:lnTo>
                    <a:pt x="359" y="376"/>
                  </a:lnTo>
                  <a:lnTo>
                    <a:pt x="359" y="193"/>
                  </a:lnTo>
                  <a:lnTo>
                    <a:pt x="359" y="10"/>
                  </a:lnTo>
                  <a:lnTo>
                    <a:pt x="180" y="5"/>
                  </a:lnTo>
                  <a:lnTo>
                    <a:pt x="0" y="0"/>
                  </a:lnTo>
                  <a:lnTo>
                    <a:pt x="0"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6" name="Freeform 33">
              <a:extLst>
                <a:ext uri="{FF2B5EF4-FFF2-40B4-BE49-F238E27FC236}">
                  <a16:creationId xmlns:a16="http://schemas.microsoft.com/office/drawing/2014/main" id="{FBF86BB1-FF6D-0C8A-F5CE-F72A88895D7D}"/>
                </a:ext>
              </a:extLst>
            </p:cNvPr>
            <p:cNvSpPr>
              <a:spLocks/>
            </p:cNvSpPr>
            <p:nvPr/>
          </p:nvSpPr>
          <p:spPr bwMode="auto">
            <a:xfrm>
              <a:off x="2857500" y="1706564"/>
              <a:ext cx="130175" cy="142875"/>
            </a:xfrm>
            <a:custGeom>
              <a:avLst/>
              <a:gdLst>
                <a:gd name="T0" fmla="*/ 0 w 350"/>
                <a:gd name="T1" fmla="*/ 192 h 384"/>
                <a:gd name="T2" fmla="*/ 0 w 350"/>
                <a:gd name="T3" fmla="*/ 384 h 384"/>
                <a:gd name="T4" fmla="*/ 175 w 350"/>
                <a:gd name="T5" fmla="*/ 384 h 384"/>
                <a:gd name="T6" fmla="*/ 350 w 350"/>
                <a:gd name="T7" fmla="*/ 384 h 384"/>
                <a:gd name="T8" fmla="*/ 350 w 350"/>
                <a:gd name="T9" fmla="*/ 192 h 384"/>
                <a:gd name="T10" fmla="*/ 350 w 350"/>
                <a:gd name="T11" fmla="*/ 0 h 384"/>
                <a:gd name="T12" fmla="*/ 175 w 350"/>
                <a:gd name="T13" fmla="*/ 0 h 384"/>
                <a:gd name="T14" fmla="*/ 0 w 350"/>
                <a:gd name="T15" fmla="*/ 0 h 384"/>
                <a:gd name="T16" fmla="*/ 0 w 350"/>
                <a:gd name="T17"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84">
                  <a:moveTo>
                    <a:pt x="0" y="192"/>
                  </a:moveTo>
                  <a:lnTo>
                    <a:pt x="0" y="384"/>
                  </a:lnTo>
                  <a:lnTo>
                    <a:pt x="175" y="384"/>
                  </a:lnTo>
                  <a:lnTo>
                    <a:pt x="350" y="384"/>
                  </a:lnTo>
                  <a:lnTo>
                    <a:pt x="350" y="192"/>
                  </a:lnTo>
                  <a:lnTo>
                    <a:pt x="350" y="0"/>
                  </a:lnTo>
                  <a:lnTo>
                    <a:pt x="175" y="0"/>
                  </a:lnTo>
                  <a:lnTo>
                    <a:pt x="0" y="0"/>
                  </a:lnTo>
                  <a:lnTo>
                    <a:pt x="0"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7" name="Freeform 34">
              <a:extLst>
                <a:ext uri="{FF2B5EF4-FFF2-40B4-BE49-F238E27FC236}">
                  <a16:creationId xmlns:a16="http://schemas.microsoft.com/office/drawing/2014/main" id="{AAEB6244-C29F-F4C2-F4FA-2B1558C481B3}"/>
                </a:ext>
              </a:extLst>
            </p:cNvPr>
            <p:cNvSpPr>
              <a:spLocks/>
            </p:cNvSpPr>
            <p:nvPr/>
          </p:nvSpPr>
          <p:spPr bwMode="auto">
            <a:xfrm>
              <a:off x="3132138" y="1706564"/>
              <a:ext cx="134938" cy="144463"/>
            </a:xfrm>
            <a:custGeom>
              <a:avLst/>
              <a:gdLst>
                <a:gd name="T0" fmla="*/ 4 w 364"/>
                <a:gd name="T1" fmla="*/ 22 h 385"/>
                <a:gd name="T2" fmla="*/ 2 w 364"/>
                <a:gd name="T3" fmla="*/ 40 h 385"/>
                <a:gd name="T4" fmla="*/ 0 w 364"/>
                <a:gd name="T5" fmla="*/ 142 h 385"/>
                <a:gd name="T6" fmla="*/ 1 w 364"/>
                <a:gd name="T7" fmla="*/ 210 h 385"/>
                <a:gd name="T8" fmla="*/ 6 w 364"/>
                <a:gd name="T9" fmla="*/ 375 h 385"/>
                <a:gd name="T10" fmla="*/ 186 w 364"/>
                <a:gd name="T11" fmla="*/ 380 h 385"/>
                <a:gd name="T12" fmla="*/ 364 w 364"/>
                <a:gd name="T13" fmla="*/ 385 h 385"/>
                <a:gd name="T14" fmla="*/ 364 w 364"/>
                <a:gd name="T15" fmla="*/ 192 h 385"/>
                <a:gd name="T16" fmla="*/ 364 w 364"/>
                <a:gd name="T17" fmla="*/ 0 h 385"/>
                <a:gd name="T18" fmla="*/ 189 w 364"/>
                <a:gd name="T19" fmla="*/ 0 h 385"/>
                <a:gd name="T20" fmla="*/ 102 w 364"/>
                <a:gd name="T21" fmla="*/ 1 h 385"/>
                <a:gd name="T22" fmla="*/ 30 w 364"/>
                <a:gd name="T23" fmla="*/ 8 h 385"/>
                <a:gd name="T24" fmla="*/ 8 w 364"/>
                <a:gd name="T25" fmla="*/ 16 h 385"/>
                <a:gd name="T26" fmla="*/ 4 w 364"/>
                <a:gd name="T27" fmla="*/ 22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385">
                  <a:moveTo>
                    <a:pt x="4" y="22"/>
                  </a:moveTo>
                  <a:lnTo>
                    <a:pt x="2" y="40"/>
                  </a:lnTo>
                  <a:lnTo>
                    <a:pt x="0" y="142"/>
                  </a:lnTo>
                  <a:lnTo>
                    <a:pt x="1" y="210"/>
                  </a:lnTo>
                  <a:lnTo>
                    <a:pt x="6" y="375"/>
                  </a:lnTo>
                  <a:lnTo>
                    <a:pt x="186" y="380"/>
                  </a:lnTo>
                  <a:lnTo>
                    <a:pt x="364" y="385"/>
                  </a:lnTo>
                  <a:lnTo>
                    <a:pt x="364" y="192"/>
                  </a:lnTo>
                  <a:lnTo>
                    <a:pt x="364" y="0"/>
                  </a:lnTo>
                  <a:lnTo>
                    <a:pt x="189" y="0"/>
                  </a:lnTo>
                  <a:lnTo>
                    <a:pt x="102" y="1"/>
                  </a:lnTo>
                  <a:lnTo>
                    <a:pt x="30" y="8"/>
                  </a:lnTo>
                  <a:lnTo>
                    <a:pt x="8" y="16"/>
                  </a:lnTo>
                  <a:lnTo>
                    <a:pt x="4"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8" name="Freeform 35">
              <a:extLst>
                <a:ext uri="{FF2B5EF4-FFF2-40B4-BE49-F238E27FC236}">
                  <a16:creationId xmlns:a16="http://schemas.microsoft.com/office/drawing/2014/main" id="{FD9FA926-5CE8-83E5-C234-116F8310EFC2}"/>
                </a:ext>
              </a:extLst>
            </p:cNvPr>
            <p:cNvSpPr>
              <a:spLocks/>
            </p:cNvSpPr>
            <p:nvPr/>
          </p:nvSpPr>
          <p:spPr bwMode="auto">
            <a:xfrm>
              <a:off x="3409950" y="1706564"/>
              <a:ext cx="138113" cy="139700"/>
            </a:xfrm>
            <a:custGeom>
              <a:avLst/>
              <a:gdLst>
                <a:gd name="T0" fmla="*/ 5 w 370"/>
                <a:gd name="T1" fmla="*/ 187 h 375"/>
                <a:gd name="T2" fmla="*/ 10 w 370"/>
                <a:gd name="T3" fmla="*/ 375 h 375"/>
                <a:gd name="T4" fmla="*/ 185 w 370"/>
                <a:gd name="T5" fmla="*/ 375 h 375"/>
                <a:gd name="T6" fmla="*/ 360 w 370"/>
                <a:gd name="T7" fmla="*/ 375 h 375"/>
                <a:gd name="T8" fmla="*/ 365 w 370"/>
                <a:gd name="T9" fmla="*/ 187 h 375"/>
                <a:gd name="T10" fmla="*/ 370 w 370"/>
                <a:gd name="T11" fmla="*/ 0 h 375"/>
                <a:gd name="T12" fmla="*/ 185 w 370"/>
                <a:gd name="T13" fmla="*/ 0 h 375"/>
                <a:gd name="T14" fmla="*/ 0 w 370"/>
                <a:gd name="T15" fmla="*/ 0 h 375"/>
                <a:gd name="T16" fmla="*/ 5 w 370"/>
                <a:gd name="T17" fmla="*/ 187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0" h="375">
                  <a:moveTo>
                    <a:pt x="5" y="187"/>
                  </a:moveTo>
                  <a:lnTo>
                    <a:pt x="10" y="375"/>
                  </a:lnTo>
                  <a:lnTo>
                    <a:pt x="185" y="375"/>
                  </a:lnTo>
                  <a:lnTo>
                    <a:pt x="360" y="375"/>
                  </a:lnTo>
                  <a:lnTo>
                    <a:pt x="365" y="187"/>
                  </a:lnTo>
                  <a:lnTo>
                    <a:pt x="370" y="0"/>
                  </a:lnTo>
                  <a:lnTo>
                    <a:pt x="185" y="0"/>
                  </a:lnTo>
                  <a:lnTo>
                    <a:pt x="0" y="0"/>
                  </a:lnTo>
                  <a:lnTo>
                    <a:pt x="5" y="1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9" name="Freeform 36">
              <a:extLst>
                <a:ext uri="{FF2B5EF4-FFF2-40B4-BE49-F238E27FC236}">
                  <a16:creationId xmlns:a16="http://schemas.microsoft.com/office/drawing/2014/main" id="{B3772DCE-90F1-1D93-461C-AFCDDB68D1F6}"/>
                </a:ext>
              </a:extLst>
            </p:cNvPr>
            <p:cNvSpPr>
              <a:spLocks/>
            </p:cNvSpPr>
            <p:nvPr/>
          </p:nvSpPr>
          <p:spPr bwMode="auto">
            <a:xfrm>
              <a:off x="3690938" y="1706564"/>
              <a:ext cx="133350" cy="144463"/>
            </a:xfrm>
            <a:custGeom>
              <a:avLst/>
              <a:gdLst>
                <a:gd name="T0" fmla="*/ 0 w 359"/>
                <a:gd name="T1" fmla="*/ 193 h 386"/>
                <a:gd name="T2" fmla="*/ 0 w 359"/>
                <a:gd name="T3" fmla="*/ 386 h 386"/>
                <a:gd name="T4" fmla="*/ 180 w 359"/>
                <a:gd name="T5" fmla="*/ 381 h 386"/>
                <a:gd name="T6" fmla="*/ 359 w 359"/>
                <a:gd name="T7" fmla="*/ 376 h 386"/>
                <a:gd name="T8" fmla="*/ 359 w 359"/>
                <a:gd name="T9" fmla="*/ 193 h 386"/>
                <a:gd name="T10" fmla="*/ 359 w 359"/>
                <a:gd name="T11" fmla="*/ 10 h 386"/>
                <a:gd name="T12" fmla="*/ 180 w 359"/>
                <a:gd name="T13" fmla="*/ 5 h 386"/>
                <a:gd name="T14" fmla="*/ 0 w 359"/>
                <a:gd name="T15" fmla="*/ 0 h 386"/>
                <a:gd name="T16" fmla="*/ 0 w 359"/>
                <a:gd name="T17" fmla="*/ 193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9" h="386">
                  <a:moveTo>
                    <a:pt x="0" y="193"/>
                  </a:moveTo>
                  <a:lnTo>
                    <a:pt x="0" y="386"/>
                  </a:lnTo>
                  <a:lnTo>
                    <a:pt x="180" y="381"/>
                  </a:lnTo>
                  <a:lnTo>
                    <a:pt x="359" y="376"/>
                  </a:lnTo>
                  <a:lnTo>
                    <a:pt x="359" y="193"/>
                  </a:lnTo>
                  <a:lnTo>
                    <a:pt x="359" y="10"/>
                  </a:lnTo>
                  <a:lnTo>
                    <a:pt x="180" y="5"/>
                  </a:lnTo>
                  <a:lnTo>
                    <a:pt x="0" y="0"/>
                  </a:lnTo>
                  <a:lnTo>
                    <a:pt x="0"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60" name="Rounded Rectangle 52">
            <a:extLst>
              <a:ext uri="{FF2B5EF4-FFF2-40B4-BE49-F238E27FC236}">
                <a16:creationId xmlns:a16="http://schemas.microsoft.com/office/drawing/2014/main" id="{14C6027E-541E-D9F1-544C-E37B4ECA1052}"/>
              </a:ext>
            </a:extLst>
          </p:cNvPr>
          <p:cNvSpPr/>
          <p:nvPr/>
        </p:nvSpPr>
        <p:spPr>
          <a:xfrm>
            <a:off x="8687103"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TextBox 60">
            <a:extLst>
              <a:ext uri="{FF2B5EF4-FFF2-40B4-BE49-F238E27FC236}">
                <a16:creationId xmlns:a16="http://schemas.microsoft.com/office/drawing/2014/main" id="{9886C46F-E60B-3DF1-0FF2-8387611EC014}"/>
              </a:ext>
            </a:extLst>
          </p:cNvPr>
          <p:cNvSpPr txBox="1"/>
          <p:nvPr/>
        </p:nvSpPr>
        <p:spPr>
          <a:xfrm>
            <a:off x="8483717"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دورية القياس</a:t>
            </a:r>
          </a:p>
        </p:txBody>
      </p:sp>
      <p:sp>
        <p:nvSpPr>
          <p:cNvPr id="62" name="TextBox 61">
            <a:extLst>
              <a:ext uri="{FF2B5EF4-FFF2-40B4-BE49-F238E27FC236}">
                <a16:creationId xmlns:a16="http://schemas.microsoft.com/office/drawing/2014/main" id="{A03B3ADA-57C1-EE88-0271-0C66FA2342C6}"/>
              </a:ext>
            </a:extLst>
          </p:cNvPr>
          <p:cNvSpPr txBox="1"/>
          <p:nvPr/>
        </p:nvSpPr>
        <p:spPr>
          <a:xfrm>
            <a:off x="8565694" y="4947797"/>
            <a:ext cx="965308" cy="338554"/>
          </a:xfrm>
          <a:prstGeom prst="rect">
            <a:avLst/>
          </a:prstGeom>
          <a:noFill/>
        </p:spPr>
        <p:txBody>
          <a:bodyPr wrap="square" rtlCol="0">
            <a:spAutoFit/>
          </a:bodyPr>
          <a:lstStyle/>
          <a:p>
            <a:pPr algn="ctr"/>
            <a:r>
              <a:rPr lang="ar-EG" sz="1600" b="1" dirty="0">
                <a:solidFill>
                  <a:schemeClr val="accent1"/>
                </a:solidFill>
              </a:rPr>
              <a:t>ربع سنوي</a:t>
            </a:r>
          </a:p>
        </p:txBody>
      </p:sp>
      <p:sp>
        <p:nvSpPr>
          <p:cNvPr id="63" name="Rounded Rectangle 29">
            <a:extLst>
              <a:ext uri="{FF2B5EF4-FFF2-40B4-BE49-F238E27FC236}">
                <a16:creationId xmlns:a16="http://schemas.microsoft.com/office/drawing/2014/main" id="{23A11044-E08A-73BD-B611-563640CC1F6E}"/>
              </a:ext>
            </a:extLst>
          </p:cNvPr>
          <p:cNvSpPr/>
          <p:nvPr/>
        </p:nvSpPr>
        <p:spPr>
          <a:xfrm>
            <a:off x="4908728"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TextBox 63">
            <a:extLst>
              <a:ext uri="{FF2B5EF4-FFF2-40B4-BE49-F238E27FC236}">
                <a16:creationId xmlns:a16="http://schemas.microsoft.com/office/drawing/2014/main" id="{E55F09B2-2407-737F-0A95-6AE363F84AA2}"/>
              </a:ext>
            </a:extLst>
          </p:cNvPr>
          <p:cNvSpPr txBox="1"/>
          <p:nvPr/>
        </p:nvSpPr>
        <p:spPr>
          <a:xfrm>
            <a:off x="4705342"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وحدة القياس</a:t>
            </a:r>
          </a:p>
        </p:txBody>
      </p:sp>
      <p:sp>
        <p:nvSpPr>
          <p:cNvPr id="65" name="TextBox 64">
            <a:extLst>
              <a:ext uri="{FF2B5EF4-FFF2-40B4-BE49-F238E27FC236}">
                <a16:creationId xmlns:a16="http://schemas.microsoft.com/office/drawing/2014/main" id="{60D04EF4-2D33-C679-514E-A77B29287968}"/>
              </a:ext>
            </a:extLst>
          </p:cNvPr>
          <p:cNvSpPr txBox="1"/>
          <p:nvPr/>
        </p:nvSpPr>
        <p:spPr>
          <a:xfrm>
            <a:off x="4787319" y="4947797"/>
            <a:ext cx="965308" cy="338554"/>
          </a:xfrm>
          <a:prstGeom prst="rect">
            <a:avLst/>
          </a:prstGeom>
          <a:noFill/>
        </p:spPr>
        <p:txBody>
          <a:bodyPr wrap="square" rtlCol="0">
            <a:spAutoFit/>
          </a:bodyPr>
          <a:lstStyle/>
          <a:p>
            <a:pPr algn="ctr"/>
            <a:r>
              <a:rPr lang="ar-EG" sz="1600" b="1" dirty="0">
                <a:solidFill>
                  <a:schemeClr val="accent1"/>
                </a:solidFill>
              </a:rPr>
              <a:t>نسبة</a:t>
            </a:r>
          </a:p>
        </p:txBody>
      </p:sp>
      <p:sp>
        <p:nvSpPr>
          <p:cNvPr id="66" name="Rounded Rectangle 10">
            <a:extLst>
              <a:ext uri="{FF2B5EF4-FFF2-40B4-BE49-F238E27FC236}">
                <a16:creationId xmlns:a16="http://schemas.microsoft.com/office/drawing/2014/main" id="{FEE650E3-EEAE-D78B-3979-995245BCB2BE}"/>
              </a:ext>
            </a:extLst>
          </p:cNvPr>
          <p:cNvSpPr/>
          <p:nvPr/>
        </p:nvSpPr>
        <p:spPr>
          <a:xfrm>
            <a:off x="6797916"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TextBox 66">
            <a:extLst>
              <a:ext uri="{FF2B5EF4-FFF2-40B4-BE49-F238E27FC236}">
                <a16:creationId xmlns:a16="http://schemas.microsoft.com/office/drawing/2014/main" id="{B15443CE-D7E9-A146-1C23-F5C5085F3AF1}"/>
              </a:ext>
            </a:extLst>
          </p:cNvPr>
          <p:cNvSpPr txBox="1"/>
          <p:nvPr/>
        </p:nvSpPr>
        <p:spPr>
          <a:xfrm>
            <a:off x="6594530"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قطبية القياس</a:t>
            </a:r>
          </a:p>
        </p:txBody>
      </p:sp>
      <p:sp>
        <p:nvSpPr>
          <p:cNvPr id="68" name="TextBox 67">
            <a:extLst>
              <a:ext uri="{FF2B5EF4-FFF2-40B4-BE49-F238E27FC236}">
                <a16:creationId xmlns:a16="http://schemas.microsoft.com/office/drawing/2014/main" id="{87CB3460-32AC-F2AA-33C1-E1E9D224231E}"/>
              </a:ext>
            </a:extLst>
          </p:cNvPr>
          <p:cNvSpPr txBox="1"/>
          <p:nvPr/>
        </p:nvSpPr>
        <p:spPr>
          <a:xfrm>
            <a:off x="6676507" y="4947797"/>
            <a:ext cx="965308" cy="338554"/>
          </a:xfrm>
          <a:prstGeom prst="rect">
            <a:avLst/>
          </a:prstGeom>
          <a:noFill/>
        </p:spPr>
        <p:txBody>
          <a:bodyPr wrap="square" rtlCol="0">
            <a:spAutoFit/>
          </a:bodyPr>
          <a:lstStyle/>
          <a:p>
            <a:pPr algn="ctr"/>
            <a:r>
              <a:rPr lang="ar-EG" sz="1600" b="1" dirty="0">
                <a:solidFill>
                  <a:schemeClr val="accent1"/>
                </a:solidFill>
              </a:rPr>
              <a:t>تصاعدي</a:t>
            </a:r>
            <a:endParaRPr lang="en-US" sz="1600" b="1" dirty="0">
              <a:solidFill>
                <a:schemeClr val="accent1"/>
              </a:solidFill>
            </a:endParaRPr>
          </a:p>
        </p:txBody>
      </p:sp>
      <p:graphicFrame>
        <p:nvGraphicFramePr>
          <p:cNvPr id="69" name="Table 68">
            <a:extLst>
              <a:ext uri="{FF2B5EF4-FFF2-40B4-BE49-F238E27FC236}">
                <a16:creationId xmlns:a16="http://schemas.microsoft.com/office/drawing/2014/main" id="{A1AD3B88-4AA4-A106-5F41-FDA2B4EF4088}"/>
              </a:ext>
            </a:extLst>
          </p:cNvPr>
          <p:cNvGraphicFramePr>
            <a:graphicFrameLocks noGrp="1"/>
          </p:cNvGraphicFramePr>
          <p:nvPr/>
        </p:nvGraphicFramePr>
        <p:xfrm>
          <a:off x="1109342" y="4676797"/>
          <a:ext cx="2836074" cy="487680"/>
        </p:xfrm>
        <a:graphic>
          <a:graphicData uri="http://schemas.openxmlformats.org/drawingml/2006/table">
            <a:tbl>
              <a:tblPr firstRow="1" bandRow="1">
                <a:tableStyleId>{5C22544A-7EE6-4342-B048-85BDC9FD1C3A}</a:tableStyleId>
              </a:tblPr>
              <a:tblGrid>
                <a:gridCol w="945358">
                  <a:extLst>
                    <a:ext uri="{9D8B030D-6E8A-4147-A177-3AD203B41FA5}">
                      <a16:colId xmlns:a16="http://schemas.microsoft.com/office/drawing/2014/main" val="3314942607"/>
                    </a:ext>
                  </a:extLst>
                </a:gridCol>
                <a:gridCol w="945358">
                  <a:extLst>
                    <a:ext uri="{9D8B030D-6E8A-4147-A177-3AD203B41FA5}">
                      <a16:colId xmlns:a16="http://schemas.microsoft.com/office/drawing/2014/main" val="2694643210"/>
                    </a:ext>
                  </a:extLst>
                </a:gridCol>
                <a:gridCol w="945358">
                  <a:extLst>
                    <a:ext uri="{9D8B030D-6E8A-4147-A177-3AD203B41FA5}">
                      <a16:colId xmlns:a16="http://schemas.microsoft.com/office/drawing/2014/main" val="1867350649"/>
                    </a:ext>
                  </a:extLst>
                </a:gridCol>
              </a:tblGrid>
              <a:tr h="0">
                <a:tc>
                  <a:txBody>
                    <a:bodyPr/>
                    <a:lstStyle/>
                    <a:p>
                      <a:pPr algn="ctr" rtl="1"/>
                      <a:r>
                        <a:rPr lang="en-US" sz="1600" b="1" baseline="0" dirty="0">
                          <a:solidFill>
                            <a:schemeClr val="accent1">
                              <a:lumMod val="50000"/>
                            </a:schemeClr>
                          </a:solidFill>
                          <a:latin typeface="Sakkal Majalla" panose="02000000000000000000" pitchFamily="2" charset="-78"/>
                          <a:cs typeface="Sakkal Majalla" panose="02000000000000000000" pitchFamily="2" charset="-78"/>
                        </a:rPr>
                        <a:t>2028</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rtl="1"/>
                      <a:r>
                        <a:rPr lang="ar-EG" sz="1600" b="1" baseline="0" dirty="0">
                          <a:solidFill>
                            <a:schemeClr val="accent1">
                              <a:lumMod val="50000"/>
                            </a:schemeClr>
                          </a:solidFill>
                          <a:latin typeface="Sakkal Majalla" panose="02000000000000000000" pitchFamily="2" charset="-78"/>
                          <a:cs typeface="Sakkal Majalla" panose="02000000000000000000" pitchFamily="2" charset="-78"/>
                        </a:rPr>
                        <a:t>2027</a:t>
                      </a:r>
                      <a:endParaRPr lang="en-US" sz="1600" b="1" baseline="0" dirty="0">
                        <a:solidFill>
                          <a:schemeClr val="accent1">
                            <a:lumMod val="50000"/>
                          </a:schemeClr>
                        </a:solidFill>
                        <a:latin typeface="Sakkal Majalla" panose="02000000000000000000" pitchFamily="2" charset="-78"/>
                        <a:cs typeface="Sakkal Majalla" panose="02000000000000000000" pitchFamily="2" charset="-78"/>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rtl="1"/>
                      <a:r>
                        <a:rPr lang="ar-EG" sz="1600" b="1" baseline="0" dirty="0">
                          <a:solidFill>
                            <a:schemeClr val="accent1">
                              <a:lumMod val="50000"/>
                            </a:schemeClr>
                          </a:solidFill>
                          <a:latin typeface="Sakkal Majalla" panose="02000000000000000000" pitchFamily="2" charset="-78"/>
                          <a:cs typeface="Sakkal Majalla" panose="02000000000000000000" pitchFamily="2" charset="-78"/>
                        </a:rPr>
                        <a:t>2026</a:t>
                      </a:r>
                      <a:endParaRPr lang="en-US" sz="1600" b="1" baseline="0" dirty="0">
                        <a:solidFill>
                          <a:schemeClr val="accent1">
                            <a:lumMod val="50000"/>
                          </a:schemeClr>
                        </a:solidFill>
                        <a:latin typeface="Sakkal Majalla" panose="02000000000000000000" pitchFamily="2" charset="-78"/>
                        <a:cs typeface="Sakkal Majalla" panose="02000000000000000000" pitchFamily="2" charset="-78"/>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95495611"/>
                  </a:ext>
                </a:extLst>
              </a:tr>
              <a:tr h="0">
                <a:tc>
                  <a:txBody>
                    <a:bodyPr/>
                    <a:lstStyle/>
                    <a:p>
                      <a:pPr algn="ctr"/>
                      <a:r>
                        <a:rPr lang="en-US" sz="1600" b="1" baseline="0" dirty="0">
                          <a:solidFill>
                            <a:schemeClr val="accent1"/>
                          </a:solidFill>
                          <a:latin typeface="Sakkal Majalla" panose="02000000000000000000" pitchFamily="2" charset="-78"/>
                          <a:cs typeface="Sakkal Majalla" panose="02000000000000000000" pitchFamily="2" charset="-78"/>
                        </a:rPr>
                        <a:t>50%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lang="en-US" sz="1600" b="1" baseline="0" dirty="0">
                          <a:solidFill>
                            <a:schemeClr val="accent1"/>
                          </a:solidFill>
                          <a:latin typeface="Sakkal Majalla" panose="02000000000000000000" pitchFamily="2" charset="-78"/>
                          <a:cs typeface="Sakkal Majalla" panose="02000000000000000000" pitchFamily="2" charset="-78"/>
                        </a:rPr>
                        <a:t>40%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algn="ctr" defTabSz="914400" rtl="1" eaLnBrk="1" latinLnBrk="0" hangingPunct="1"/>
                      <a:r>
                        <a:rPr lang="en-US" sz="1600" b="1" kern="1200" baseline="0" dirty="0">
                          <a:solidFill>
                            <a:schemeClr val="accent1"/>
                          </a:solidFill>
                          <a:latin typeface="Sakkal Majalla" panose="02000000000000000000" pitchFamily="2" charset="-78"/>
                          <a:ea typeface="+mn-ea"/>
                          <a:cs typeface="Sakkal Majalla" panose="02000000000000000000" pitchFamily="2" charset="-78"/>
                        </a:rPr>
                        <a:t>35%</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08398491"/>
                  </a:ext>
                </a:extLst>
              </a:tr>
            </a:tbl>
          </a:graphicData>
        </a:graphic>
      </p:graphicFrame>
      <p:sp>
        <p:nvSpPr>
          <p:cNvPr id="70" name="Rounded Rectangle 7">
            <a:extLst>
              <a:ext uri="{FF2B5EF4-FFF2-40B4-BE49-F238E27FC236}">
                <a16:creationId xmlns:a16="http://schemas.microsoft.com/office/drawing/2014/main" id="{56E008BE-6B24-FA4D-D1C3-ECB64074C403}"/>
              </a:ext>
            </a:extLst>
          </p:cNvPr>
          <p:cNvSpPr/>
          <p:nvPr/>
        </p:nvSpPr>
        <p:spPr>
          <a:xfrm>
            <a:off x="5041960" y="1930177"/>
            <a:ext cx="2108081" cy="31893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EG" sz="1200" dirty="0"/>
              <a:t>مالك المؤشر : البنية المؤسسية</a:t>
            </a:r>
            <a:endParaRPr lang="en-US" sz="1200" dirty="0"/>
          </a:p>
        </p:txBody>
      </p:sp>
      <p:grpSp>
        <p:nvGrpSpPr>
          <p:cNvPr id="71" name="Group 70">
            <a:extLst>
              <a:ext uri="{FF2B5EF4-FFF2-40B4-BE49-F238E27FC236}">
                <a16:creationId xmlns:a16="http://schemas.microsoft.com/office/drawing/2014/main" id="{D34C9BEB-F576-3E8B-00F4-8356AA17A19A}"/>
              </a:ext>
            </a:extLst>
          </p:cNvPr>
          <p:cNvGrpSpPr>
            <a:grpSpLocks noChangeAspect="1"/>
          </p:cNvGrpSpPr>
          <p:nvPr/>
        </p:nvGrpSpPr>
        <p:grpSpPr>
          <a:xfrm>
            <a:off x="5130225" y="4686665"/>
            <a:ext cx="279496" cy="246888"/>
            <a:chOff x="5810250" y="3176587"/>
            <a:chExt cx="571500" cy="504825"/>
          </a:xfrm>
          <a:solidFill>
            <a:schemeClr val="accent1"/>
          </a:solidFill>
        </p:grpSpPr>
        <p:sp>
          <p:nvSpPr>
            <p:cNvPr id="72" name="Freeform: Shape 71">
              <a:extLst>
                <a:ext uri="{FF2B5EF4-FFF2-40B4-BE49-F238E27FC236}">
                  <a16:creationId xmlns:a16="http://schemas.microsoft.com/office/drawing/2014/main" id="{B8C5A39E-3C05-2B1B-0E2A-A8AE9FF8E256}"/>
                </a:ext>
              </a:extLst>
            </p:cNvPr>
            <p:cNvSpPr/>
            <p:nvPr/>
          </p:nvSpPr>
          <p:spPr>
            <a:xfrm>
              <a:off x="5810250" y="3376612"/>
              <a:ext cx="571500" cy="304800"/>
            </a:xfrm>
            <a:custGeom>
              <a:avLst/>
              <a:gdLst>
                <a:gd name="csX0" fmla="*/ 514350 w 571500"/>
                <a:gd name="csY0" fmla="*/ 0 h 304800"/>
                <a:gd name="csX1" fmla="*/ 495300 w 571500"/>
                <a:gd name="csY1" fmla="*/ 0 h 304800"/>
                <a:gd name="csX2" fmla="*/ 495300 w 571500"/>
                <a:gd name="csY2" fmla="*/ 19050 h 304800"/>
                <a:gd name="csX3" fmla="*/ 514350 w 571500"/>
                <a:gd name="csY3" fmla="*/ 19050 h 304800"/>
                <a:gd name="csX4" fmla="*/ 552450 w 571500"/>
                <a:gd name="csY4" fmla="*/ 57150 h 304800"/>
                <a:gd name="csX5" fmla="*/ 552450 w 571500"/>
                <a:gd name="csY5" fmla="*/ 247650 h 304800"/>
                <a:gd name="csX6" fmla="*/ 514350 w 571500"/>
                <a:gd name="csY6" fmla="*/ 285750 h 304800"/>
                <a:gd name="csX7" fmla="*/ 495300 w 571500"/>
                <a:gd name="csY7" fmla="*/ 285750 h 304800"/>
                <a:gd name="csX8" fmla="*/ 495300 w 571500"/>
                <a:gd name="csY8" fmla="*/ 257175 h 304800"/>
                <a:gd name="csX9" fmla="*/ 485775 w 571500"/>
                <a:gd name="csY9" fmla="*/ 247650 h 304800"/>
                <a:gd name="csX10" fmla="*/ 476250 w 571500"/>
                <a:gd name="csY10" fmla="*/ 257175 h 304800"/>
                <a:gd name="csX11" fmla="*/ 476250 w 571500"/>
                <a:gd name="csY11" fmla="*/ 285750 h 304800"/>
                <a:gd name="csX12" fmla="*/ 457200 w 571500"/>
                <a:gd name="csY12" fmla="*/ 285750 h 304800"/>
                <a:gd name="csX13" fmla="*/ 457200 w 571500"/>
                <a:gd name="csY13" fmla="*/ 257175 h 304800"/>
                <a:gd name="csX14" fmla="*/ 447675 w 571500"/>
                <a:gd name="csY14" fmla="*/ 247650 h 304800"/>
                <a:gd name="csX15" fmla="*/ 438150 w 571500"/>
                <a:gd name="csY15" fmla="*/ 257175 h 304800"/>
                <a:gd name="csX16" fmla="*/ 438150 w 571500"/>
                <a:gd name="csY16" fmla="*/ 285750 h 304800"/>
                <a:gd name="csX17" fmla="*/ 419100 w 571500"/>
                <a:gd name="csY17" fmla="*/ 285750 h 304800"/>
                <a:gd name="csX18" fmla="*/ 419100 w 571500"/>
                <a:gd name="csY18" fmla="*/ 257175 h 304800"/>
                <a:gd name="csX19" fmla="*/ 409575 w 571500"/>
                <a:gd name="csY19" fmla="*/ 247650 h 304800"/>
                <a:gd name="csX20" fmla="*/ 400050 w 571500"/>
                <a:gd name="csY20" fmla="*/ 257175 h 304800"/>
                <a:gd name="csX21" fmla="*/ 400050 w 571500"/>
                <a:gd name="csY21" fmla="*/ 285750 h 304800"/>
                <a:gd name="csX22" fmla="*/ 381000 w 571500"/>
                <a:gd name="csY22" fmla="*/ 285750 h 304800"/>
                <a:gd name="csX23" fmla="*/ 381000 w 571500"/>
                <a:gd name="csY23" fmla="*/ 257175 h 304800"/>
                <a:gd name="csX24" fmla="*/ 371475 w 571500"/>
                <a:gd name="csY24" fmla="*/ 247650 h 304800"/>
                <a:gd name="csX25" fmla="*/ 361950 w 571500"/>
                <a:gd name="csY25" fmla="*/ 257175 h 304800"/>
                <a:gd name="csX26" fmla="*/ 361950 w 571500"/>
                <a:gd name="csY26" fmla="*/ 285750 h 304800"/>
                <a:gd name="csX27" fmla="*/ 342900 w 571500"/>
                <a:gd name="csY27" fmla="*/ 285750 h 304800"/>
                <a:gd name="csX28" fmla="*/ 342900 w 571500"/>
                <a:gd name="csY28" fmla="*/ 257175 h 304800"/>
                <a:gd name="csX29" fmla="*/ 333375 w 571500"/>
                <a:gd name="csY29" fmla="*/ 247650 h 304800"/>
                <a:gd name="csX30" fmla="*/ 323850 w 571500"/>
                <a:gd name="csY30" fmla="*/ 257175 h 304800"/>
                <a:gd name="csX31" fmla="*/ 323850 w 571500"/>
                <a:gd name="csY31" fmla="*/ 285750 h 304800"/>
                <a:gd name="csX32" fmla="*/ 304800 w 571500"/>
                <a:gd name="csY32" fmla="*/ 285750 h 304800"/>
                <a:gd name="csX33" fmla="*/ 304800 w 571500"/>
                <a:gd name="csY33" fmla="*/ 257175 h 304800"/>
                <a:gd name="csX34" fmla="*/ 295275 w 571500"/>
                <a:gd name="csY34" fmla="*/ 247650 h 304800"/>
                <a:gd name="csX35" fmla="*/ 285750 w 571500"/>
                <a:gd name="csY35" fmla="*/ 257175 h 304800"/>
                <a:gd name="csX36" fmla="*/ 285750 w 571500"/>
                <a:gd name="csY36" fmla="*/ 285750 h 304800"/>
                <a:gd name="csX37" fmla="*/ 266700 w 571500"/>
                <a:gd name="csY37" fmla="*/ 285750 h 304800"/>
                <a:gd name="csX38" fmla="*/ 266700 w 571500"/>
                <a:gd name="csY38" fmla="*/ 257175 h 304800"/>
                <a:gd name="csX39" fmla="*/ 257175 w 571500"/>
                <a:gd name="csY39" fmla="*/ 247650 h 304800"/>
                <a:gd name="csX40" fmla="*/ 247650 w 571500"/>
                <a:gd name="csY40" fmla="*/ 257175 h 304800"/>
                <a:gd name="csX41" fmla="*/ 247650 w 571500"/>
                <a:gd name="csY41" fmla="*/ 285750 h 304800"/>
                <a:gd name="csX42" fmla="*/ 228600 w 571500"/>
                <a:gd name="csY42" fmla="*/ 285750 h 304800"/>
                <a:gd name="csX43" fmla="*/ 228600 w 571500"/>
                <a:gd name="csY43" fmla="*/ 257175 h 304800"/>
                <a:gd name="csX44" fmla="*/ 219075 w 571500"/>
                <a:gd name="csY44" fmla="*/ 247650 h 304800"/>
                <a:gd name="csX45" fmla="*/ 209550 w 571500"/>
                <a:gd name="csY45" fmla="*/ 257175 h 304800"/>
                <a:gd name="csX46" fmla="*/ 209550 w 571500"/>
                <a:gd name="csY46" fmla="*/ 285750 h 304800"/>
                <a:gd name="csX47" fmla="*/ 190500 w 571500"/>
                <a:gd name="csY47" fmla="*/ 285750 h 304800"/>
                <a:gd name="csX48" fmla="*/ 190500 w 571500"/>
                <a:gd name="csY48" fmla="*/ 261938 h 304800"/>
                <a:gd name="csX49" fmla="*/ 157163 w 571500"/>
                <a:gd name="csY49" fmla="*/ 228600 h 304800"/>
                <a:gd name="csX50" fmla="*/ 123825 w 571500"/>
                <a:gd name="csY50" fmla="*/ 261938 h 304800"/>
                <a:gd name="csX51" fmla="*/ 123825 w 571500"/>
                <a:gd name="csY51" fmla="*/ 285750 h 304800"/>
                <a:gd name="csX52" fmla="*/ 104775 w 571500"/>
                <a:gd name="csY52" fmla="*/ 285750 h 304800"/>
                <a:gd name="csX53" fmla="*/ 104775 w 571500"/>
                <a:gd name="csY53" fmla="*/ 257175 h 304800"/>
                <a:gd name="csX54" fmla="*/ 95250 w 571500"/>
                <a:gd name="csY54" fmla="*/ 247650 h 304800"/>
                <a:gd name="csX55" fmla="*/ 85725 w 571500"/>
                <a:gd name="csY55" fmla="*/ 257175 h 304800"/>
                <a:gd name="csX56" fmla="*/ 85725 w 571500"/>
                <a:gd name="csY56" fmla="*/ 285750 h 304800"/>
                <a:gd name="csX57" fmla="*/ 66675 w 571500"/>
                <a:gd name="csY57" fmla="*/ 285750 h 304800"/>
                <a:gd name="csX58" fmla="*/ 66675 w 571500"/>
                <a:gd name="csY58" fmla="*/ 257175 h 304800"/>
                <a:gd name="csX59" fmla="*/ 57150 w 571500"/>
                <a:gd name="csY59" fmla="*/ 247650 h 304800"/>
                <a:gd name="csX60" fmla="*/ 47625 w 571500"/>
                <a:gd name="csY60" fmla="*/ 257175 h 304800"/>
                <a:gd name="csX61" fmla="*/ 47625 w 571500"/>
                <a:gd name="csY61" fmla="*/ 284404 h 304800"/>
                <a:gd name="csX62" fmla="*/ 19050 w 571500"/>
                <a:gd name="csY62" fmla="*/ 247650 h 304800"/>
                <a:gd name="csX63" fmla="*/ 19050 w 571500"/>
                <a:gd name="csY63" fmla="*/ 57150 h 304800"/>
                <a:gd name="csX64" fmla="*/ 57150 w 571500"/>
                <a:gd name="csY64" fmla="*/ 19050 h 304800"/>
                <a:gd name="csX65" fmla="*/ 76200 w 571500"/>
                <a:gd name="csY65" fmla="*/ 19050 h 304800"/>
                <a:gd name="csX66" fmla="*/ 76200 w 571500"/>
                <a:gd name="csY66" fmla="*/ 0 h 304800"/>
                <a:gd name="csX67" fmla="*/ 57150 w 571500"/>
                <a:gd name="csY67" fmla="*/ 0 h 304800"/>
                <a:gd name="csX68" fmla="*/ 0 w 571500"/>
                <a:gd name="csY68" fmla="*/ 57150 h 304800"/>
                <a:gd name="csX69" fmla="*/ 0 w 571500"/>
                <a:gd name="csY69" fmla="*/ 247650 h 304800"/>
                <a:gd name="csX70" fmla="*/ 57150 w 571500"/>
                <a:gd name="csY70" fmla="*/ 304800 h 304800"/>
                <a:gd name="csX71" fmla="*/ 133350 w 571500"/>
                <a:gd name="csY71" fmla="*/ 304800 h 304800"/>
                <a:gd name="csX72" fmla="*/ 142875 w 571500"/>
                <a:gd name="csY72" fmla="*/ 295275 h 304800"/>
                <a:gd name="csX73" fmla="*/ 142875 w 571500"/>
                <a:gd name="csY73" fmla="*/ 261938 h 304800"/>
                <a:gd name="csX74" fmla="*/ 171450 w 571500"/>
                <a:gd name="csY74" fmla="*/ 261938 h 304800"/>
                <a:gd name="csX75" fmla="*/ 171450 w 571500"/>
                <a:gd name="csY75" fmla="*/ 295275 h 304800"/>
                <a:gd name="csX76" fmla="*/ 180975 w 571500"/>
                <a:gd name="csY76" fmla="*/ 304800 h 304800"/>
                <a:gd name="csX77" fmla="*/ 514350 w 571500"/>
                <a:gd name="csY77" fmla="*/ 304800 h 304800"/>
                <a:gd name="csX78" fmla="*/ 571500 w 571500"/>
                <a:gd name="csY78" fmla="*/ 247650 h 304800"/>
                <a:gd name="csX79" fmla="*/ 571500 w 571500"/>
                <a:gd name="csY79" fmla="*/ 57150 h 304800"/>
                <a:gd name="csX80" fmla="*/ 514350 w 571500"/>
                <a:gd name="csY80" fmla="*/ 0 h 304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Lst>
              <a:rect l="l" t="t" r="r" b="b"/>
              <a:pathLst>
                <a:path w="571500" h="304800">
                  <a:moveTo>
                    <a:pt x="514350" y="0"/>
                  </a:moveTo>
                  <a:lnTo>
                    <a:pt x="495300" y="0"/>
                  </a:lnTo>
                  <a:lnTo>
                    <a:pt x="495300" y="19050"/>
                  </a:lnTo>
                  <a:lnTo>
                    <a:pt x="514350" y="19050"/>
                  </a:lnTo>
                  <a:cubicBezTo>
                    <a:pt x="535400" y="19050"/>
                    <a:pt x="552450" y="36100"/>
                    <a:pt x="552450" y="57150"/>
                  </a:cubicBezTo>
                  <a:lnTo>
                    <a:pt x="552450" y="247650"/>
                  </a:lnTo>
                  <a:cubicBezTo>
                    <a:pt x="552450" y="268700"/>
                    <a:pt x="535400" y="285750"/>
                    <a:pt x="514350" y="285750"/>
                  </a:cubicBezTo>
                  <a:lnTo>
                    <a:pt x="495300" y="285750"/>
                  </a:lnTo>
                  <a:lnTo>
                    <a:pt x="495300" y="257175"/>
                  </a:lnTo>
                  <a:cubicBezTo>
                    <a:pt x="495300" y="251910"/>
                    <a:pt x="491040" y="247650"/>
                    <a:pt x="485775" y="247650"/>
                  </a:cubicBezTo>
                  <a:cubicBezTo>
                    <a:pt x="480510" y="247650"/>
                    <a:pt x="476250" y="251910"/>
                    <a:pt x="476250" y="257175"/>
                  </a:cubicBezTo>
                  <a:lnTo>
                    <a:pt x="476250" y="285750"/>
                  </a:lnTo>
                  <a:lnTo>
                    <a:pt x="457200" y="285750"/>
                  </a:lnTo>
                  <a:lnTo>
                    <a:pt x="457200" y="257175"/>
                  </a:lnTo>
                  <a:cubicBezTo>
                    <a:pt x="457200" y="251910"/>
                    <a:pt x="452940" y="247650"/>
                    <a:pt x="447675" y="247650"/>
                  </a:cubicBezTo>
                  <a:cubicBezTo>
                    <a:pt x="442410" y="247650"/>
                    <a:pt x="438150" y="251910"/>
                    <a:pt x="438150" y="257175"/>
                  </a:cubicBezTo>
                  <a:lnTo>
                    <a:pt x="438150" y="285750"/>
                  </a:lnTo>
                  <a:lnTo>
                    <a:pt x="419100" y="285750"/>
                  </a:lnTo>
                  <a:lnTo>
                    <a:pt x="419100" y="257175"/>
                  </a:lnTo>
                  <a:cubicBezTo>
                    <a:pt x="419100" y="251910"/>
                    <a:pt x="414840" y="247650"/>
                    <a:pt x="409575" y="247650"/>
                  </a:cubicBezTo>
                  <a:cubicBezTo>
                    <a:pt x="404310" y="247650"/>
                    <a:pt x="400050" y="251910"/>
                    <a:pt x="400050" y="257175"/>
                  </a:cubicBezTo>
                  <a:lnTo>
                    <a:pt x="400050" y="285750"/>
                  </a:lnTo>
                  <a:lnTo>
                    <a:pt x="381000" y="285750"/>
                  </a:lnTo>
                  <a:lnTo>
                    <a:pt x="381000" y="257175"/>
                  </a:lnTo>
                  <a:cubicBezTo>
                    <a:pt x="381000" y="251910"/>
                    <a:pt x="376740" y="247650"/>
                    <a:pt x="371475" y="247650"/>
                  </a:cubicBezTo>
                  <a:cubicBezTo>
                    <a:pt x="366210" y="247650"/>
                    <a:pt x="361950" y="251910"/>
                    <a:pt x="361950" y="257175"/>
                  </a:cubicBezTo>
                  <a:lnTo>
                    <a:pt x="361950" y="285750"/>
                  </a:lnTo>
                  <a:lnTo>
                    <a:pt x="342900" y="285750"/>
                  </a:lnTo>
                  <a:lnTo>
                    <a:pt x="342900" y="257175"/>
                  </a:lnTo>
                  <a:cubicBezTo>
                    <a:pt x="342900" y="251910"/>
                    <a:pt x="338640" y="247650"/>
                    <a:pt x="333375" y="247650"/>
                  </a:cubicBezTo>
                  <a:cubicBezTo>
                    <a:pt x="328110" y="247650"/>
                    <a:pt x="323850" y="251910"/>
                    <a:pt x="323850" y="257175"/>
                  </a:cubicBezTo>
                  <a:lnTo>
                    <a:pt x="323850" y="285750"/>
                  </a:lnTo>
                  <a:lnTo>
                    <a:pt x="304800" y="285750"/>
                  </a:lnTo>
                  <a:lnTo>
                    <a:pt x="304800" y="257175"/>
                  </a:lnTo>
                  <a:cubicBezTo>
                    <a:pt x="304800" y="251910"/>
                    <a:pt x="300540" y="247650"/>
                    <a:pt x="295275" y="247650"/>
                  </a:cubicBezTo>
                  <a:cubicBezTo>
                    <a:pt x="290010" y="247650"/>
                    <a:pt x="285750" y="251910"/>
                    <a:pt x="285750" y="257175"/>
                  </a:cubicBezTo>
                  <a:lnTo>
                    <a:pt x="285750" y="285750"/>
                  </a:lnTo>
                  <a:lnTo>
                    <a:pt x="266700" y="285750"/>
                  </a:lnTo>
                  <a:lnTo>
                    <a:pt x="266700" y="257175"/>
                  </a:lnTo>
                  <a:cubicBezTo>
                    <a:pt x="266700" y="251910"/>
                    <a:pt x="262440" y="247650"/>
                    <a:pt x="257175" y="247650"/>
                  </a:cubicBezTo>
                  <a:cubicBezTo>
                    <a:pt x="251910" y="247650"/>
                    <a:pt x="247650" y="251910"/>
                    <a:pt x="247650" y="257175"/>
                  </a:cubicBezTo>
                  <a:lnTo>
                    <a:pt x="247650" y="285750"/>
                  </a:lnTo>
                  <a:lnTo>
                    <a:pt x="228600" y="285750"/>
                  </a:lnTo>
                  <a:lnTo>
                    <a:pt x="228600" y="257175"/>
                  </a:lnTo>
                  <a:cubicBezTo>
                    <a:pt x="228600" y="251910"/>
                    <a:pt x="224340" y="247650"/>
                    <a:pt x="219075" y="247650"/>
                  </a:cubicBezTo>
                  <a:cubicBezTo>
                    <a:pt x="213810" y="247650"/>
                    <a:pt x="209550" y="251910"/>
                    <a:pt x="209550" y="257175"/>
                  </a:cubicBezTo>
                  <a:lnTo>
                    <a:pt x="209550" y="285750"/>
                  </a:lnTo>
                  <a:lnTo>
                    <a:pt x="190500" y="285750"/>
                  </a:lnTo>
                  <a:lnTo>
                    <a:pt x="190500" y="261938"/>
                  </a:lnTo>
                  <a:cubicBezTo>
                    <a:pt x="190500" y="243554"/>
                    <a:pt x="175546" y="228600"/>
                    <a:pt x="157163" y="228600"/>
                  </a:cubicBezTo>
                  <a:cubicBezTo>
                    <a:pt x="138779" y="228600"/>
                    <a:pt x="123825" y="243554"/>
                    <a:pt x="123825" y="261938"/>
                  </a:cubicBezTo>
                  <a:lnTo>
                    <a:pt x="123825" y="285750"/>
                  </a:lnTo>
                  <a:lnTo>
                    <a:pt x="104775" y="285750"/>
                  </a:lnTo>
                  <a:lnTo>
                    <a:pt x="104775" y="257175"/>
                  </a:lnTo>
                  <a:cubicBezTo>
                    <a:pt x="104775" y="251910"/>
                    <a:pt x="100515" y="247650"/>
                    <a:pt x="95250" y="247650"/>
                  </a:cubicBezTo>
                  <a:cubicBezTo>
                    <a:pt x="89985" y="247650"/>
                    <a:pt x="85725" y="251910"/>
                    <a:pt x="85725" y="257175"/>
                  </a:cubicBezTo>
                  <a:lnTo>
                    <a:pt x="85725" y="285750"/>
                  </a:lnTo>
                  <a:lnTo>
                    <a:pt x="66675" y="285750"/>
                  </a:lnTo>
                  <a:lnTo>
                    <a:pt x="66675" y="257175"/>
                  </a:lnTo>
                  <a:cubicBezTo>
                    <a:pt x="66675" y="251910"/>
                    <a:pt x="62415" y="247650"/>
                    <a:pt x="57150" y="247650"/>
                  </a:cubicBezTo>
                  <a:cubicBezTo>
                    <a:pt x="51885" y="247650"/>
                    <a:pt x="47625" y="251910"/>
                    <a:pt x="47625" y="257175"/>
                  </a:cubicBezTo>
                  <a:lnTo>
                    <a:pt x="47625" y="284404"/>
                  </a:lnTo>
                  <a:cubicBezTo>
                    <a:pt x="31216" y="280158"/>
                    <a:pt x="19050" y="265390"/>
                    <a:pt x="19050" y="247650"/>
                  </a:cubicBezTo>
                  <a:lnTo>
                    <a:pt x="19050" y="57150"/>
                  </a:lnTo>
                  <a:cubicBezTo>
                    <a:pt x="19050" y="36100"/>
                    <a:pt x="36100" y="19050"/>
                    <a:pt x="57150" y="19050"/>
                  </a:cubicBezTo>
                  <a:lnTo>
                    <a:pt x="76200" y="19050"/>
                  </a:lnTo>
                  <a:lnTo>
                    <a:pt x="76200" y="0"/>
                  </a:lnTo>
                  <a:lnTo>
                    <a:pt x="57150" y="0"/>
                  </a:lnTo>
                  <a:cubicBezTo>
                    <a:pt x="25622" y="0"/>
                    <a:pt x="0" y="25622"/>
                    <a:pt x="0" y="57150"/>
                  </a:cubicBezTo>
                  <a:lnTo>
                    <a:pt x="0" y="247650"/>
                  </a:lnTo>
                  <a:cubicBezTo>
                    <a:pt x="0" y="279178"/>
                    <a:pt x="25622" y="304800"/>
                    <a:pt x="57150" y="304800"/>
                  </a:cubicBezTo>
                  <a:lnTo>
                    <a:pt x="133350" y="304800"/>
                  </a:lnTo>
                  <a:cubicBezTo>
                    <a:pt x="138589" y="304800"/>
                    <a:pt x="142875" y="300514"/>
                    <a:pt x="142875" y="295275"/>
                  </a:cubicBezTo>
                  <a:lnTo>
                    <a:pt x="142875" y="261938"/>
                  </a:lnTo>
                  <a:cubicBezTo>
                    <a:pt x="143207" y="243115"/>
                    <a:pt x="171142" y="243179"/>
                    <a:pt x="171450" y="261938"/>
                  </a:cubicBezTo>
                  <a:cubicBezTo>
                    <a:pt x="171450" y="261938"/>
                    <a:pt x="171450" y="295275"/>
                    <a:pt x="171450" y="295275"/>
                  </a:cubicBezTo>
                  <a:cubicBezTo>
                    <a:pt x="171450" y="300514"/>
                    <a:pt x="175736" y="304800"/>
                    <a:pt x="180975" y="304800"/>
                  </a:cubicBezTo>
                  <a:lnTo>
                    <a:pt x="514350" y="304800"/>
                  </a:lnTo>
                  <a:cubicBezTo>
                    <a:pt x="545878" y="304800"/>
                    <a:pt x="571500" y="279178"/>
                    <a:pt x="571500" y="247650"/>
                  </a:cubicBezTo>
                  <a:lnTo>
                    <a:pt x="571500" y="57150"/>
                  </a:lnTo>
                  <a:cubicBezTo>
                    <a:pt x="571500" y="25622"/>
                    <a:pt x="545878" y="0"/>
                    <a:pt x="514350" y="0"/>
                  </a:cubicBezTo>
                  <a:close/>
                </a:path>
              </a:pathLst>
            </a:custGeom>
            <a:grpFill/>
            <a:ln w="9525" cap="flat">
              <a:noFill/>
              <a:prstDash val="solid"/>
              <a:miter/>
            </a:ln>
          </p:spPr>
          <p:txBody>
            <a:bodyPr/>
            <a:lstStyle/>
            <a:p>
              <a:endParaRPr lang="en-GB"/>
            </a:p>
          </p:txBody>
        </p:sp>
        <p:sp>
          <p:nvSpPr>
            <p:cNvPr id="73" name="Freeform: Shape 72">
              <a:extLst>
                <a:ext uri="{FF2B5EF4-FFF2-40B4-BE49-F238E27FC236}">
                  <a16:creationId xmlns:a16="http://schemas.microsoft.com/office/drawing/2014/main" id="{0D39E737-B156-F3BD-3DDC-1FA9BC566BEB}"/>
                </a:ext>
              </a:extLst>
            </p:cNvPr>
            <p:cNvSpPr/>
            <p:nvPr/>
          </p:nvSpPr>
          <p:spPr>
            <a:xfrm>
              <a:off x="6020466" y="3500437"/>
              <a:ext cx="151066" cy="85725"/>
            </a:xfrm>
            <a:custGeom>
              <a:avLst/>
              <a:gdLst>
                <a:gd name="csX0" fmla="*/ 75533 w 151066"/>
                <a:gd name="csY0" fmla="*/ 35814 h 85725"/>
                <a:gd name="csX1" fmla="*/ 49149 w 151066"/>
                <a:gd name="csY1" fmla="*/ 20288 h 85725"/>
                <a:gd name="csX2" fmla="*/ 37909 w 151066"/>
                <a:gd name="csY2" fmla="*/ 0 h 85725"/>
                <a:gd name="csX3" fmla="*/ 0 w 151066"/>
                <a:gd name="csY3" fmla="*/ 0 h 85725"/>
                <a:gd name="csX4" fmla="*/ 0 w 151066"/>
                <a:gd name="csY4" fmla="*/ 47625 h 85725"/>
                <a:gd name="csX5" fmla="*/ 38100 w 151066"/>
                <a:gd name="csY5" fmla="*/ 85725 h 85725"/>
                <a:gd name="csX6" fmla="*/ 112966 w 151066"/>
                <a:gd name="csY6" fmla="*/ 85725 h 85725"/>
                <a:gd name="csX7" fmla="*/ 151066 w 151066"/>
                <a:gd name="csY7" fmla="*/ 47625 h 85725"/>
                <a:gd name="csX8" fmla="*/ 151066 w 151066"/>
                <a:gd name="csY8" fmla="*/ 0 h 85725"/>
                <a:gd name="csX9" fmla="*/ 113157 w 151066"/>
                <a:gd name="csY9" fmla="*/ 0 h 85725"/>
                <a:gd name="csX10" fmla="*/ 101918 w 151066"/>
                <a:gd name="csY10" fmla="*/ 20288 h 85725"/>
                <a:gd name="csX11" fmla="*/ 75533 w 151066"/>
                <a:gd name="csY11" fmla="*/ 35814 h 85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51066" h="85725">
                  <a:moveTo>
                    <a:pt x="75533" y="35814"/>
                  </a:moveTo>
                  <a:cubicBezTo>
                    <a:pt x="64579" y="35814"/>
                    <a:pt x="54483" y="29908"/>
                    <a:pt x="49149" y="20288"/>
                  </a:cubicBezTo>
                  <a:lnTo>
                    <a:pt x="37909" y="0"/>
                  </a:lnTo>
                  <a:lnTo>
                    <a:pt x="0" y="0"/>
                  </a:lnTo>
                  <a:lnTo>
                    <a:pt x="0" y="47625"/>
                  </a:lnTo>
                  <a:cubicBezTo>
                    <a:pt x="0" y="68675"/>
                    <a:pt x="17050" y="85725"/>
                    <a:pt x="38100" y="85725"/>
                  </a:cubicBezTo>
                  <a:lnTo>
                    <a:pt x="112966" y="85725"/>
                  </a:lnTo>
                  <a:cubicBezTo>
                    <a:pt x="134017" y="85725"/>
                    <a:pt x="151066" y="68675"/>
                    <a:pt x="151066" y="47625"/>
                  </a:cubicBezTo>
                  <a:lnTo>
                    <a:pt x="151066" y="0"/>
                  </a:lnTo>
                  <a:lnTo>
                    <a:pt x="113157" y="0"/>
                  </a:lnTo>
                  <a:lnTo>
                    <a:pt x="101918" y="20288"/>
                  </a:lnTo>
                  <a:cubicBezTo>
                    <a:pt x="96584" y="29909"/>
                    <a:pt x="86487" y="35814"/>
                    <a:pt x="75533" y="35814"/>
                  </a:cubicBezTo>
                  <a:close/>
                </a:path>
              </a:pathLst>
            </a:custGeom>
            <a:grpFill/>
            <a:ln w="9525" cap="flat">
              <a:noFill/>
              <a:prstDash val="solid"/>
              <a:miter/>
            </a:ln>
          </p:spPr>
          <p:txBody>
            <a:bodyPr/>
            <a:lstStyle/>
            <a:p>
              <a:endParaRPr lang="en-GB"/>
            </a:p>
          </p:txBody>
        </p:sp>
        <p:sp>
          <p:nvSpPr>
            <p:cNvPr id="74" name="Freeform: Shape 73">
              <a:extLst>
                <a:ext uri="{FF2B5EF4-FFF2-40B4-BE49-F238E27FC236}">
                  <a16:creationId xmlns:a16="http://schemas.microsoft.com/office/drawing/2014/main" id="{0515DDD4-63AD-095E-AB83-66818C10664B}"/>
                </a:ext>
              </a:extLst>
            </p:cNvPr>
            <p:cNvSpPr/>
            <p:nvPr/>
          </p:nvSpPr>
          <p:spPr>
            <a:xfrm>
              <a:off x="5848349" y="3443279"/>
              <a:ext cx="151161" cy="142882"/>
            </a:xfrm>
            <a:custGeom>
              <a:avLst/>
              <a:gdLst>
                <a:gd name="csX0" fmla="*/ 38862 w 151161"/>
                <a:gd name="csY0" fmla="*/ 8 h 142882"/>
                <a:gd name="csX1" fmla="*/ 0 w 151161"/>
                <a:gd name="csY1" fmla="*/ 38108 h 142882"/>
                <a:gd name="csX2" fmla="*/ 0 w 151161"/>
                <a:gd name="csY2" fmla="*/ 104783 h 142882"/>
                <a:gd name="csX3" fmla="*/ 38100 w 151161"/>
                <a:gd name="csY3" fmla="*/ 142883 h 142882"/>
                <a:gd name="csX4" fmla="*/ 113062 w 151161"/>
                <a:gd name="csY4" fmla="*/ 142883 h 142882"/>
                <a:gd name="csX5" fmla="*/ 151162 w 151161"/>
                <a:gd name="csY5" fmla="*/ 104783 h 142882"/>
                <a:gd name="csX6" fmla="*/ 151162 w 151161"/>
                <a:gd name="csY6" fmla="*/ 57158 h 142882"/>
                <a:gd name="csX7" fmla="*/ 104775 w 151161"/>
                <a:gd name="csY7" fmla="*/ 57158 h 142882"/>
                <a:gd name="csX8" fmla="*/ 38862 w 151161"/>
                <a:gd name="csY8" fmla="*/ 8 h 1428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1161" h="142882">
                  <a:moveTo>
                    <a:pt x="38862" y="8"/>
                  </a:moveTo>
                  <a:cubicBezTo>
                    <a:pt x="17553" y="-414"/>
                    <a:pt x="-26" y="16780"/>
                    <a:pt x="0" y="38108"/>
                  </a:cubicBezTo>
                  <a:lnTo>
                    <a:pt x="0" y="104783"/>
                  </a:lnTo>
                  <a:cubicBezTo>
                    <a:pt x="0" y="125832"/>
                    <a:pt x="17050" y="142883"/>
                    <a:pt x="38100" y="142883"/>
                  </a:cubicBezTo>
                  <a:lnTo>
                    <a:pt x="113062" y="142883"/>
                  </a:lnTo>
                  <a:cubicBezTo>
                    <a:pt x="134017" y="142883"/>
                    <a:pt x="151162" y="125832"/>
                    <a:pt x="151162" y="104783"/>
                  </a:cubicBezTo>
                  <a:lnTo>
                    <a:pt x="151162" y="57158"/>
                  </a:lnTo>
                  <a:lnTo>
                    <a:pt x="104775" y="57158"/>
                  </a:lnTo>
                  <a:cubicBezTo>
                    <a:pt x="71247" y="57158"/>
                    <a:pt x="43434" y="32297"/>
                    <a:pt x="38862" y="8"/>
                  </a:cubicBezTo>
                  <a:close/>
                </a:path>
              </a:pathLst>
            </a:custGeom>
            <a:grpFill/>
            <a:ln w="9525" cap="flat">
              <a:noFill/>
              <a:prstDash val="solid"/>
              <a:miter/>
            </a:ln>
          </p:spPr>
          <p:txBody>
            <a:bodyPr/>
            <a:lstStyle/>
            <a:p>
              <a:endParaRPr lang="en-GB"/>
            </a:p>
          </p:txBody>
        </p:sp>
        <p:sp>
          <p:nvSpPr>
            <p:cNvPr id="75" name="Freeform: Shape 74">
              <a:extLst>
                <a:ext uri="{FF2B5EF4-FFF2-40B4-BE49-F238E27FC236}">
                  <a16:creationId xmlns:a16="http://schemas.microsoft.com/office/drawing/2014/main" id="{9BFB8867-83C7-7F55-BBD1-8E631EE6DE96}"/>
                </a:ext>
              </a:extLst>
            </p:cNvPr>
            <p:cNvSpPr/>
            <p:nvPr/>
          </p:nvSpPr>
          <p:spPr>
            <a:xfrm>
              <a:off x="6191250" y="3443287"/>
              <a:ext cx="151161" cy="142875"/>
            </a:xfrm>
            <a:custGeom>
              <a:avLst/>
              <a:gdLst>
                <a:gd name="csX0" fmla="*/ 0 w 151161"/>
                <a:gd name="csY0" fmla="*/ 57150 h 142875"/>
                <a:gd name="csX1" fmla="*/ 0 w 151161"/>
                <a:gd name="csY1" fmla="*/ 104775 h 142875"/>
                <a:gd name="csX2" fmla="*/ 38100 w 151161"/>
                <a:gd name="csY2" fmla="*/ 142875 h 142875"/>
                <a:gd name="csX3" fmla="*/ 113062 w 151161"/>
                <a:gd name="csY3" fmla="*/ 142875 h 142875"/>
                <a:gd name="csX4" fmla="*/ 151162 w 151161"/>
                <a:gd name="csY4" fmla="*/ 104775 h 142875"/>
                <a:gd name="csX5" fmla="*/ 151162 w 151161"/>
                <a:gd name="csY5" fmla="*/ 38100 h 142875"/>
                <a:gd name="csX6" fmla="*/ 113538 w 151161"/>
                <a:gd name="csY6" fmla="*/ 0 h 142875"/>
                <a:gd name="csX7" fmla="*/ 47625 w 151161"/>
                <a:gd name="csY7" fmla="*/ 57150 h 142875"/>
                <a:gd name="csX8" fmla="*/ 0 w 151161"/>
                <a:gd name="csY8" fmla="*/ 57150 h 142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1161" h="142875">
                  <a:moveTo>
                    <a:pt x="0" y="57150"/>
                  </a:moveTo>
                  <a:lnTo>
                    <a:pt x="0" y="104775"/>
                  </a:lnTo>
                  <a:cubicBezTo>
                    <a:pt x="0" y="125825"/>
                    <a:pt x="17050" y="142875"/>
                    <a:pt x="38100" y="142875"/>
                  </a:cubicBezTo>
                  <a:lnTo>
                    <a:pt x="113062" y="142875"/>
                  </a:lnTo>
                  <a:cubicBezTo>
                    <a:pt x="134017" y="142875"/>
                    <a:pt x="151162" y="125825"/>
                    <a:pt x="151162" y="104775"/>
                  </a:cubicBezTo>
                  <a:lnTo>
                    <a:pt x="151162" y="38100"/>
                  </a:lnTo>
                  <a:cubicBezTo>
                    <a:pt x="151162" y="17240"/>
                    <a:pt x="134302" y="285"/>
                    <a:pt x="113538" y="0"/>
                  </a:cubicBezTo>
                  <a:cubicBezTo>
                    <a:pt x="108966" y="32290"/>
                    <a:pt x="81153" y="57150"/>
                    <a:pt x="47625" y="57150"/>
                  </a:cubicBezTo>
                  <a:lnTo>
                    <a:pt x="0" y="57150"/>
                  </a:lnTo>
                  <a:close/>
                </a:path>
              </a:pathLst>
            </a:custGeom>
            <a:grpFill/>
            <a:ln w="9525" cap="flat">
              <a:noFill/>
              <a:prstDash val="solid"/>
              <a:miter/>
            </a:ln>
          </p:spPr>
          <p:txBody>
            <a:bodyPr/>
            <a:lstStyle/>
            <a:p>
              <a:endParaRPr lang="en-GB"/>
            </a:p>
          </p:txBody>
        </p:sp>
        <p:sp>
          <p:nvSpPr>
            <p:cNvPr id="76" name="Freeform: Shape 75">
              <a:extLst>
                <a:ext uri="{FF2B5EF4-FFF2-40B4-BE49-F238E27FC236}">
                  <a16:creationId xmlns:a16="http://schemas.microsoft.com/office/drawing/2014/main" id="{056624C0-B059-649B-A45B-29DE1149F2D3}"/>
                </a:ext>
              </a:extLst>
            </p:cNvPr>
            <p:cNvSpPr/>
            <p:nvPr/>
          </p:nvSpPr>
          <p:spPr>
            <a:xfrm>
              <a:off x="5905500" y="3176587"/>
              <a:ext cx="381000" cy="340645"/>
            </a:xfrm>
            <a:custGeom>
              <a:avLst/>
              <a:gdLst>
                <a:gd name="csX0" fmla="*/ 333375 w 381000"/>
                <a:gd name="csY0" fmla="*/ 0 h 340645"/>
                <a:gd name="csX1" fmla="*/ 47625 w 381000"/>
                <a:gd name="csY1" fmla="*/ 0 h 340645"/>
                <a:gd name="csX2" fmla="*/ 0 w 381000"/>
                <a:gd name="csY2" fmla="*/ 47625 h 340645"/>
                <a:gd name="csX3" fmla="*/ 0 w 381000"/>
                <a:gd name="csY3" fmla="*/ 257175 h 340645"/>
                <a:gd name="csX4" fmla="*/ 47625 w 381000"/>
                <a:gd name="csY4" fmla="*/ 304800 h 340645"/>
                <a:gd name="csX5" fmla="*/ 164042 w 381000"/>
                <a:gd name="csY5" fmla="*/ 304800 h 340645"/>
                <a:gd name="csX6" fmla="*/ 180778 w 381000"/>
                <a:gd name="csY6" fmla="*/ 334926 h 340645"/>
                <a:gd name="csX7" fmla="*/ 200222 w 381000"/>
                <a:gd name="csY7" fmla="*/ 334926 h 340645"/>
                <a:gd name="csX8" fmla="*/ 216958 w 381000"/>
                <a:gd name="csY8" fmla="*/ 304800 h 340645"/>
                <a:gd name="csX9" fmla="*/ 333375 w 381000"/>
                <a:gd name="csY9" fmla="*/ 304800 h 340645"/>
                <a:gd name="csX10" fmla="*/ 381000 w 381000"/>
                <a:gd name="csY10" fmla="*/ 257175 h 340645"/>
                <a:gd name="csX11" fmla="*/ 381000 w 381000"/>
                <a:gd name="csY11" fmla="*/ 47625 h 340645"/>
                <a:gd name="csX12" fmla="*/ 333375 w 381000"/>
                <a:gd name="csY12" fmla="*/ 0 h 340645"/>
                <a:gd name="csX13" fmla="*/ 100013 w 381000"/>
                <a:gd name="csY13" fmla="*/ 195263 h 340645"/>
                <a:gd name="csX14" fmla="*/ 80963 w 381000"/>
                <a:gd name="csY14" fmla="*/ 195262 h 340645"/>
                <a:gd name="csX15" fmla="*/ 281332 w 381000"/>
                <a:gd name="csY15" fmla="*/ 134017 h 340645"/>
                <a:gd name="csX16" fmla="*/ 265537 w 381000"/>
                <a:gd name="csY16" fmla="*/ 144674 h 340645"/>
                <a:gd name="csX17" fmla="*/ 100012 w 381000"/>
                <a:gd name="csY17" fmla="*/ 195263 h 340645"/>
                <a:gd name="csX18" fmla="*/ 291210 w 381000"/>
                <a:gd name="csY18" fmla="*/ 169729 h 340645"/>
                <a:gd name="csX19" fmla="*/ 234153 w 381000"/>
                <a:gd name="csY19" fmla="*/ 209669 h 340645"/>
                <a:gd name="csX20" fmla="*/ 190499 w 381000"/>
                <a:gd name="csY20" fmla="*/ 276225 h 340645"/>
                <a:gd name="csX21" fmla="*/ 142875 w 381000"/>
                <a:gd name="csY21" fmla="*/ 228600 h 340645"/>
                <a:gd name="csX22" fmla="*/ 223158 w 381000"/>
                <a:gd name="csY22" fmla="*/ 194113 h 340645"/>
                <a:gd name="csX23" fmla="*/ 280290 w 381000"/>
                <a:gd name="csY23" fmla="*/ 154121 h 340645"/>
                <a:gd name="csX24" fmla="*/ 291210 w 381000"/>
                <a:gd name="csY24" fmla="*/ 169729 h 340645"/>
                <a:gd name="csX25" fmla="*/ 319450 w 381000"/>
                <a:gd name="csY25" fmla="*/ 242218 h 340645"/>
                <a:gd name="csX26" fmla="*/ 302242 w 381000"/>
                <a:gd name="csY26" fmla="*/ 234032 h 340645"/>
                <a:gd name="csX27" fmla="*/ 314325 w 381000"/>
                <a:gd name="csY27" fmla="*/ 180975 h 340645"/>
                <a:gd name="csX28" fmla="*/ 78759 w 381000"/>
                <a:gd name="csY28" fmla="*/ 234034 h 340645"/>
                <a:gd name="csX29" fmla="*/ 74247 w 381000"/>
                <a:gd name="csY29" fmla="*/ 246725 h 340645"/>
                <a:gd name="csX30" fmla="*/ 47624 w 381000"/>
                <a:gd name="csY30" fmla="*/ 180976 h 340645"/>
                <a:gd name="csX31" fmla="*/ 190500 w 381000"/>
                <a:gd name="csY31" fmla="*/ 38100 h 340645"/>
                <a:gd name="csX32" fmla="*/ 319450 w 381000"/>
                <a:gd name="csY32" fmla="*/ 242218 h 3406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381000" h="340645">
                  <a:moveTo>
                    <a:pt x="333375" y="0"/>
                  </a:moveTo>
                  <a:lnTo>
                    <a:pt x="47625" y="0"/>
                  </a:lnTo>
                  <a:cubicBezTo>
                    <a:pt x="21323" y="0"/>
                    <a:pt x="0" y="21323"/>
                    <a:pt x="0" y="47625"/>
                  </a:cubicBezTo>
                  <a:lnTo>
                    <a:pt x="0" y="257175"/>
                  </a:lnTo>
                  <a:cubicBezTo>
                    <a:pt x="0" y="283477"/>
                    <a:pt x="21323" y="304800"/>
                    <a:pt x="47625" y="304800"/>
                  </a:cubicBezTo>
                  <a:lnTo>
                    <a:pt x="164042" y="304800"/>
                  </a:lnTo>
                  <a:lnTo>
                    <a:pt x="180778" y="334926"/>
                  </a:lnTo>
                  <a:cubicBezTo>
                    <a:pt x="185016" y="342552"/>
                    <a:pt x="195985" y="342552"/>
                    <a:pt x="200222" y="334926"/>
                  </a:cubicBezTo>
                  <a:lnTo>
                    <a:pt x="216958" y="304800"/>
                  </a:lnTo>
                  <a:lnTo>
                    <a:pt x="333375" y="304800"/>
                  </a:lnTo>
                  <a:cubicBezTo>
                    <a:pt x="359677" y="304800"/>
                    <a:pt x="381000" y="283477"/>
                    <a:pt x="381000" y="257175"/>
                  </a:cubicBezTo>
                  <a:lnTo>
                    <a:pt x="381000" y="47625"/>
                  </a:lnTo>
                  <a:cubicBezTo>
                    <a:pt x="381000" y="21323"/>
                    <a:pt x="359677" y="0"/>
                    <a:pt x="333375" y="0"/>
                  </a:cubicBezTo>
                  <a:close/>
                  <a:moveTo>
                    <a:pt x="100013" y="195263"/>
                  </a:moveTo>
                  <a:cubicBezTo>
                    <a:pt x="99856" y="207736"/>
                    <a:pt x="81149" y="207808"/>
                    <a:pt x="80963" y="195262"/>
                  </a:cubicBezTo>
                  <a:cubicBezTo>
                    <a:pt x="81338" y="87761"/>
                    <a:pt x="221070" y="45147"/>
                    <a:pt x="281332" y="134017"/>
                  </a:cubicBezTo>
                  <a:cubicBezTo>
                    <a:pt x="288214" y="144375"/>
                    <a:pt x="272582" y="154971"/>
                    <a:pt x="265537" y="144674"/>
                  </a:cubicBezTo>
                  <a:cubicBezTo>
                    <a:pt x="215737" y="71229"/>
                    <a:pt x="100311" y="106487"/>
                    <a:pt x="100012" y="195263"/>
                  </a:cubicBezTo>
                  <a:close/>
                  <a:moveTo>
                    <a:pt x="291210" y="169729"/>
                  </a:moveTo>
                  <a:lnTo>
                    <a:pt x="234153" y="209669"/>
                  </a:lnTo>
                  <a:cubicBezTo>
                    <a:pt x="248148" y="239948"/>
                    <a:pt x="224034" y="276984"/>
                    <a:pt x="190499" y="276225"/>
                  </a:cubicBezTo>
                  <a:cubicBezTo>
                    <a:pt x="164241" y="276225"/>
                    <a:pt x="142875" y="254859"/>
                    <a:pt x="142875" y="228600"/>
                  </a:cubicBezTo>
                  <a:cubicBezTo>
                    <a:pt x="142318" y="187304"/>
                    <a:pt x="194039" y="165349"/>
                    <a:pt x="223158" y="194113"/>
                  </a:cubicBezTo>
                  <a:lnTo>
                    <a:pt x="280290" y="154121"/>
                  </a:lnTo>
                  <a:cubicBezTo>
                    <a:pt x="290500" y="147017"/>
                    <a:pt x="301400" y="162540"/>
                    <a:pt x="291210" y="169729"/>
                  </a:cubicBezTo>
                  <a:close/>
                  <a:moveTo>
                    <a:pt x="319450" y="242218"/>
                  </a:moveTo>
                  <a:cubicBezTo>
                    <a:pt x="313920" y="253458"/>
                    <a:pt x="296986" y="245279"/>
                    <a:pt x="302242" y="234032"/>
                  </a:cubicBezTo>
                  <a:cubicBezTo>
                    <a:pt x="310260" y="217187"/>
                    <a:pt x="314325" y="199337"/>
                    <a:pt x="314325" y="180975"/>
                  </a:cubicBezTo>
                  <a:cubicBezTo>
                    <a:pt x="299222" y="-21188"/>
                    <a:pt x="5074" y="46995"/>
                    <a:pt x="78759" y="234034"/>
                  </a:cubicBezTo>
                  <a:cubicBezTo>
                    <a:pt x="81018" y="238781"/>
                    <a:pt x="79000" y="244464"/>
                    <a:pt x="74247" y="246725"/>
                  </a:cubicBezTo>
                  <a:cubicBezTo>
                    <a:pt x="54940" y="256316"/>
                    <a:pt x="46986" y="193031"/>
                    <a:pt x="47624" y="180976"/>
                  </a:cubicBezTo>
                  <a:cubicBezTo>
                    <a:pt x="47625" y="102194"/>
                    <a:pt x="111714" y="38100"/>
                    <a:pt x="190500" y="38100"/>
                  </a:cubicBezTo>
                  <a:cubicBezTo>
                    <a:pt x="293073" y="35899"/>
                    <a:pt x="365511" y="150610"/>
                    <a:pt x="319450" y="242218"/>
                  </a:cubicBezTo>
                  <a:close/>
                </a:path>
              </a:pathLst>
            </a:custGeom>
            <a:grpFill/>
            <a:ln w="9525" cap="flat">
              <a:noFill/>
              <a:prstDash val="solid"/>
              <a:miter/>
            </a:ln>
          </p:spPr>
          <p:txBody>
            <a:bodyPr/>
            <a:lstStyle/>
            <a:p>
              <a:endParaRPr lang="en-GB"/>
            </a:p>
          </p:txBody>
        </p:sp>
      </p:grpSp>
      <p:grpSp>
        <p:nvGrpSpPr>
          <p:cNvPr id="77" name="Graphic 44">
            <a:extLst>
              <a:ext uri="{FF2B5EF4-FFF2-40B4-BE49-F238E27FC236}">
                <a16:creationId xmlns:a16="http://schemas.microsoft.com/office/drawing/2014/main" id="{E4B2DF3B-4649-1CEA-057D-28E459738174}"/>
              </a:ext>
            </a:extLst>
          </p:cNvPr>
          <p:cNvGrpSpPr>
            <a:grpSpLocks noChangeAspect="1"/>
          </p:cNvGrpSpPr>
          <p:nvPr/>
        </p:nvGrpSpPr>
        <p:grpSpPr>
          <a:xfrm>
            <a:off x="7051595" y="4686665"/>
            <a:ext cx="215131" cy="246888"/>
            <a:chOff x="3427411" y="366712"/>
            <a:chExt cx="5333999" cy="6121399"/>
          </a:xfrm>
          <a:noFill/>
        </p:grpSpPr>
        <p:sp>
          <p:nvSpPr>
            <p:cNvPr id="78" name="Freeform: Shape 77">
              <a:extLst>
                <a:ext uri="{FF2B5EF4-FFF2-40B4-BE49-F238E27FC236}">
                  <a16:creationId xmlns:a16="http://schemas.microsoft.com/office/drawing/2014/main" id="{7CF24897-6066-9C6D-E223-3EE55494E4ED}"/>
                </a:ext>
              </a:extLst>
            </p:cNvPr>
            <p:cNvSpPr/>
            <p:nvPr/>
          </p:nvSpPr>
          <p:spPr>
            <a:xfrm flipV="1">
              <a:off x="3427411" y="1916112"/>
              <a:ext cx="2666999" cy="2666999"/>
            </a:xfrm>
            <a:custGeom>
              <a:avLst/>
              <a:gdLst>
                <a:gd name="csX0" fmla="*/ 2667306 w 2666999"/>
                <a:gd name="csY0" fmla="*/ 1333823 h 2666999"/>
                <a:gd name="csX1" fmla="*/ 1333806 w 2666999"/>
                <a:gd name="csY1" fmla="*/ 323 h 2666999"/>
                <a:gd name="csX2" fmla="*/ 306 w 2666999"/>
                <a:gd name="csY2" fmla="*/ 1333823 h 2666999"/>
                <a:gd name="csX3" fmla="*/ 1333806 w 2666999"/>
                <a:gd name="csY3" fmla="*/ 2667323 h 2666999"/>
                <a:gd name="csX4" fmla="*/ 2667306 w 2666999"/>
                <a:gd name="csY4" fmla="*/ 1333823 h 2666999"/>
              </a:gdLst>
              <a:ahLst/>
              <a:cxnLst>
                <a:cxn ang="0">
                  <a:pos x="csX0" y="csY0"/>
                </a:cxn>
                <a:cxn ang="0">
                  <a:pos x="csX1" y="csY1"/>
                </a:cxn>
                <a:cxn ang="0">
                  <a:pos x="csX2" y="csY2"/>
                </a:cxn>
                <a:cxn ang="0">
                  <a:pos x="csX3" y="csY3"/>
                </a:cxn>
                <a:cxn ang="0">
                  <a:pos x="csX4" y="csY4"/>
                </a:cxn>
              </a:cxnLst>
              <a:rect l="l" t="t" r="r" b="b"/>
              <a:pathLst>
                <a:path w="2666999" h="2666999">
                  <a:moveTo>
                    <a:pt x="2667306" y="1333823"/>
                  </a:moveTo>
                  <a:cubicBezTo>
                    <a:pt x="2667306" y="597350"/>
                    <a:pt x="2070279" y="323"/>
                    <a:pt x="1333806" y="323"/>
                  </a:cubicBezTo>
                  <a:cubicBezTo>
                    <a:pt x="597333" y="323"/>
                    <a:pt x="306" y="597350"/>
                    <a:pt x="306" y="1333823"/>
                  </a:cubicBezTo>
                  <a:cubicBezTo>
                    <a:pt x="306" y="2070296"/>
                    <a:pt x="597333" y="2667323"/>
                    <a:pt x="1333806" y="2667323"/>
                  </a:cubicBezTo>
                  <a:cubicBezTo>
                    <a:pt x="2070279" y="2667323"/>
                    <a:pt x="2667306" y="2070296"/>
                    <a:pt x="2667306" y="1333823"/>
                  </a:cubicBezTo>
                  <a:close/>
                </a:path>
              </a:pathLst>
            </a:custGeom>
            <a:noFill/>
            <a:ln w="15875" cap="rnd">
              <a:solidFill>
                <a:schemeClr val="accent1"/>
              </a:solidFill>
              <a:prstDash val="solid"/>
              <a:round/>
            </a:ln>
          </p:spPr>
          <p:txBody>
            <a:bodyPr/>
            <a:lstStyle/>
            <a:p>
              <a:endParaRPr lang="en-GB"/>
            </a:p>
          </p:txBody>
        </p:sp>
        <p:sp>
          <p:nvSpPr>
            <p:cNvPr id="80" name="Freeform: Shape 79">
              <a:extLst>
                <a:ext uri="{FF2B5EF4-FFF2-40B4-BE49-F238E27FC236}">
                  <a16:creationId xmlns:a16="http://schemas.microsoft.com/office/drawing/2014/main" id="{8E4799EF-0BB0-8AB6-236F-28F56EFD83C2}"/>
                </a:ext>
              </a:extLst>
            </p:cNvPr>
            <p:cNvSpPr/>
            <p:nvPr/>
          </p:nvSpPr>
          <p:spPr>
            <a:xfrm flipV="1">
              <a:off x="4189411" y="2678112"/>
              <a:ext cx="1142999" cy="1142999"/>
            </a:xfrm>
            <a:custGeom>
              <a:avLst/>
              <a:gdLst>
                <a:gd name="csX0" fmla="*/ 571701 w 1142999"/>
                <a:gd name="csY0" fmla="*/ 278 h 1142999"/>
                <a:gd name="csX1" fmla="*/ 201 w 1142999"/>
                <a:gd name="csY1" fmla="*/ 571778 h 1142999"/>
                <a:gd name="csX2" fmla="*/ 571701 w 1142999"/>
                <a:gd name="csY2" fmla="*/ 1143278 h 1142999"/>
                <a:gd name="csX3" fmla="*/ 1143201 w 1142999"/>
                <a:gd name="csY3" fmla="*/ 571778 h 1142999"/>
                <a:gd name="csX4" fmla="*/ 571701 w 1142999"/>
                <a:gd name="csY4" fmla="*/ 278 h 1142999"/>
              </a:gdLst>
              <a:ahLst/>
              <a:cxnLst>
                <a:cxn ang="0">
                  <a:pos x="csX0" y="csY0"/>
                </a:cxn>
                <a:cxn ang="0">
                  <a:pos x="csX1" y="csY1"/>
                </a:cxn>
                <a:cxn ang="0">
                  <a:pos x="csX2" y="csY2"/>
                </a:cxn>
                <a:cxn ang="0">
                  <a:pos x="csX3" y="csY3"/>
                </a:cxn>
                <a:cxn ang="0">
                  <a:pos x="csX4" y="csY4"/>
                </a:cxn>
              </a:cxnLst>
              <a:rect l="l" t="t" r="r" b="b"/>
              <a:pathLst>
                <a:path w="1142999" h="1142999">
                  <a:moveTo>
                    <a:pt x="571701" y="278"/>
                  </a:moveTo>
                  <a:cubicBezTo>
                    <a:pt x="256564" y="278"/>
                    <a:pt x="201" y="256640"/>
                    <a:pt x="201" y="571778"/>
                  </a:cubicBezTo>
                  <a:cubicBezTo>
                    <a:pt x="201" y="886916"/>
                    <a:pt x="256564" y="1143278"/>
                    <a:pt x="571701" y="1143278"/>
                  </a:cubicBezTo>
                  <a:cubicBezTo>
                    <a:pt x="886839" y="1143278"/>
                    <a:pt x="1143201" y="886916"/>
                    <a:pt x="1143201" y="571778"/>
                  </a:cubicBezTo>
                  <a:cubicBezTo>
                    <a:pt x="1143201" y="256640"/>
                    <a:pt x="886839" y="278"/>
                    <a:pt x="571701" y="278"/>
                  </a:cubicBezTo>
                  <a:close/>
                </a:path>
              </a:pathLst>
            </a:custGeom>
            <a:noFill/>
            <a:ln w="15875" cap="rnd">
              <a:solidFill>
                <a:schemeClr val="accent1"/>
              </a:solidFill>
              <a:prstDash val="solid"/>
              <a:round/>
            </a:ln>
          </p:spPr>
          <p:txBody>
            <a:bodyPr/>
            <a:lstStyle/>
            <a:p>
              <a:endParaRPr lang="en-GB"/>
            </a:p>
          </p:txBody>
        </p:sp>
        <p:sp>
          <p:nvSpPr>
            <p:cNvPr id="81" name="Freeform: Shape 80">
              <a:extLst>
                <a:ext uri="{FF2B5EF4-FFF2-40B4-BE49-F238E27FC236}">
                  <a16:creationId xmlns:a16="http://schemas.microsoft.com/office/drawing/2014/main" id="{C430D92C-C0B0-44DE-8AF3-6BEDC7DF7696}"/>
                </a:ext>
              </a:extLst>
            </p:cNvPr>
            <p:cNvSpPr/>
            <p:nvPr/>
          </p:nvSpPr>
          <p:spPr>
            <a:xfrm flipV="1">
              <a:off x="6475411" y="4202112"/>
              <a:ext cx="2285999" cy="2285999"/>
            </a:xfrm>
            <a:custGeom>
              <a:avLst/>
              <a:gdLst>
                <a:gd name="csX0" fmla="*/ 2286591 w 2285999"/>
                <a:gd name="csY0" fmla="*/ 1143543 h 2285999"/>
                <a:gd name="csX1" fmla="*/ 1143591 w 2285999"/>
                <a:gd name="csY1" fmla="*/ 543 h 2285999"/>
                <a:gd name="csX2" fmla="*/ 591 w 2285999"/>
                <a:gd name="csY2" fmla="*/ 1143543 h 2285999"/>
                <a:gd name="csX3" fmla="*/ 1143591 w 2285999"/>
                <a:gd name="csY3" fmla="*/ 2286543 h 2285999"/>
                <a:gd name="csX4" fmla="*/ 2286591 w 2285999"/>
                <a:gd name="csY4" fmla="*/ 1143543 h 2285999"/>
              </a:gdLst>
              <a:ahLst/>
              <a:cxnLst>
                <a:cxn ang="0">
                  <a:pos x="csX0" y="csY0"/>
                </a:cxn>
                <a:cxn ang="0">
                  <a:pos x="csX1" y="csY1"/>
                </a:cxn>
                <a:cxn ang="0">
                  <a:pos x="csX2" y="csY2"/>
                </a:cxn>
                <a:cxn ang="0">
                  <a:pos x="csX3" y="csY3"/>
                </a:cxn>
                <a:cxn ang="0">
                  <a:pos x="csX4" y="csY4"/>
                </a:cxn>
              </a:cxnLst>
              <a:rect l="l" t="t" r="r" b="b"/>
              <a:pathLst>
                <a:path w="2285999" h="2285999">
                  <a:moveTo>
                    <a:pt x="2286591" y="1143543"/>
                  </a:moveTo>
                  <a:cubicBezTo>
                    <a:pt x="2286591" y="512276"/>
                    <a:pt x="1774858" y="543"/>
                    <a:pt x="1143591" y="543"/>
                  </a:cubicBezTo>
                  <a:cubicBezTo>
                    <a:pt x="512325" y="543"/>
                    <a:pt x="591" y="512276"/>
                    <a:pt x="591" y="1143543"/>
                  </a:cubicBezTo>
                  <a:cubicBezTo>
                    <a:pt x="591" y="1774809"/>
                    <a:pt x="512325" y="2286543"/>
                    <a:pt x="1143591" y="2286543"/>
                  </a:cubicBezTo>
                  <a:cubicBezTo>
                    <a:pt x="1774858" y="2286543"/>
                    <a:pt x="2286591" y="1774809"/>
                    <a:pt x="2286591" y="1143543"/>
                  </a:cubicBezTo>
                  <a:close/>
                </a:path>
              </a:pathLst>
            </a:custGeom>
            <a:noFill/>
            <a:ln w="15875" cap="rnd">
              <a:solidFill>
                <a:schemeClr val="accent1"/>
              </a:solidFill>
              <a:prstDash val="solid"/>
              <a:round/>
            </a:ln>
          </p:spPr>
          <p:txBody>
            <a:bodyPr/>
            <a:lstStyle/>
            <a:p>
              <a:endParaRPr lang="en-GB"/>
            </a:p>
          </p:txBody>
        </p:sp>
        <p:sp>
          <p:nvSpPr>
            <p:cNvPr id="82" name="Freeform: Shape 81">
              <a:extLst>
                <a:ext uri="{FF2B5EF4-FFF2-40B4-BE49-F238E27FC236}">
                  <a16:creationId xmlns:a16="http://schemas.microsoft.com/office/drawing/2014/main" id="{C6E790E4-3F7F-0C96-05DD-14CCAACA0E68}"/>
                </a:ext>
              </a:extLst>
            </p:cNvPr>
            <p:cNvSpPr/>
            <p:nvPr/>
          </p:nvSpPr>
          <p:spPr>
            <a:xfrm flipV="1">
              <a:off x="7237411" y="4964112"/>
              <a:ext cx="761999" cy="761999"/>
            </a:xfrm>
            <a:custGeom>
              <a:avLst/>
              <a:gdLst>
                <a:gd name="csX0" fmla="*/ 381501 w 761999"/>
                <a:gd name="csY0" fmla="*/ 513 h 761999"/>
                <a:gd name="csX1" fmla="*/ 501 w 761999"/>
                <a:gd name="csY1" fmla="*/ 381513 h 761999"/>
                <a:gd name="csX2" fmla="*/ 381501 w 761999"/>
                <a:gd name="csY2" fmla="*/ 762513 h 761999"/>
                <a:gd name="csX3" fmla="*/ 762501 w 761999"/>
                <a:gd name="csY3" fmla="*/ 381513 h 761999"/>
                <a:gd name="csX4" fmla="*/ 381501 w 761999"/>
                <a:gd name="csY4" fmla="*/ 513 h 761999"/>
              </a:gdLst>
              <a:ahLst/>
              <a:cxnLst>
                <a:cxn ang="0">
                  <a:pos x="csX0" y="csY0"/>
                </a:cxn>
                <a:cxn ang="0">
                  <a:pos x="csX1" y="csY1"/>
                </a:cxn>
                <a:cxn ang="0">
                  <a:pos x="csX2" y="csY2"/>
                </a:cxn>
                <a:cxn ang="0">
                  <a:pos x="csX3" y="csY3"/>
                </a:cxn>
                <a:cxn ang="0">
                  <a:pos x="csX4" y="csY4"/>
                </a:cxn>
              </a:cxnLst>
              <a:rect l="l" t="t" r="r" b="b"/>
              <a:pathLst>
                <a:path w="761999" h="761999">
                  <a:moveTo>
                    <a:pt x="381501" y="513"/>
                  </a:moveTo>
                  <a:cubicBezTo>
                    <a:pt x="171469" y="513"/>
                    <a:pt x="501" y="171480"/>
                    <a:pt x="501" y="381513"/>
                  </a:cubicBezTo>
                  <a:cubicBezTo>
                    <a:pt x="501" y="591545"/>
                    <a:pt x="171469" y="762513"/>
                    <a:pt x="381501" y="762513"/>
                  </a:cubicBezTo>
                  <a:cubicBezTo>
                    <a:pt x="591534" y="762513"/>
                    <a:pt x="762501" y="591545"/>
                    <a:pt x="762501" y="381513"/>
                  </a:cubicBezTo>
                  <a:cubicBezTo>
                    <a:pt x="762501" y="171480"/>
                    <a:pt x="591534" y="513"/>
                    <a:pt x="381501" y="513"/>
                  </a:cubicBezTo>
                  <a:close/>
                </a:path>
              </a:pathLst>
            </a:custGeom>
            <a:noFill/>
            <a:ln w="15875" cap="rnd">
              <a:solidFill>
                <a:schemeClr val="accent1"/>
              </a:solidFill>
              <a:prstDash val="solid"/>
              <a:round/>
            </a:ln>
          </p:spPr>
          <p:txBody>
            <a:bodyPr/>
            <a:lstStyle/>
            <a:p>
              <a:endParaRPr lang="en-GB"/>
            </a:p>
          </p:txBody>
        </p:sp>
        <p:sp>
          <p:nvSpPr>
            <p:cNvPr id="83" name="Freeform: Shape 82">
              <a:extLst>
                <a:ext uri="{FF2B5EF4-FFF2-40B4-BE49-F238E27FC236}">
                  <a16:creationId xmlns:a16="http://schemas.microsoft.com/office/drawing/2014/main" id="{E7027C0A-0026-7EBB-7C95-759506F43D78}"/>
                </a:ext>
              </a:extLst>
            </p:cNvPr>
            <p:cNvSpPr/>
            <p:nvPr/>
          </p:nvSpPr>
          <p:spPr>
            <a:xfrm flipV="1">
              <a:off x="4379911" y="366712"/>
              <a:ext cx="9525" cy="787399"/>
            </a:xfrm>
            <a:custGeom>
              <a:avLst/>
              <a:gdLst>
                <a:gd name="csX0" fmla="*/ 161 w 9525"/>
                <a:gd name="csY0" fmla="*/ 30 h 787399"/>
                <a:gd name="csX1" fmla="*/ 161 w 9525"/>
                <a:gd name="csY1" fmla="*/ 787430 h 787399"/>
              </a:gdLst>
              <a:ahLst/>
              <a:cxnLst>
                <a:cxn ang="0">
                  <a:pos x="csX0" y="csY0"/>
                </a:cxn>
                <a:cxn ang="0">
                  <a:pos x="csX1" y="csY1"/>
                </a:cxn>
              </a:cxnLst>
              <a:rect l="l" t="t" r="r" b="b"/>
              <a:pathLst>
                <a:path w="9525" h="787399">
                  <a:moveTo>
                    <a:pt x="161" y="30"/>
                  </a:moveTo>
                  <a:lnTo>
                    <a:pt x="161" y="787430"/>
                  </a:lnTo>
                </a:path>
              </a:pathLst>
            </a:custGeom>
            <a:noFill/>
            <a:ln w="15875" cap="rnd">
              <a:solidFill>
                <a:schemeClr val="accent1"/>
              </a:solidFill>
              <a:prstDash val="solid"/>
              <a:round/>
            </a:ln>
          </p:spPr>
          <p:txBody>
            <a:bodyPr/>
            <a:lstStyle/>
            <a:p>
              <a:endParaRPr lang="en-GB"/>
            </a:p>
          </p:txBody>
        </p:sp>
        <p:sp>
          <p:nvSpPr>
            <p:cNvPr id="84" name="Freeform: Shape 83">
              <a:extLst>
                <a:ext uri="{FF2B5EF4-FFF2-40B4-BE49-F238E27FC236}">
                  <a16:creationId xmlns:a16="http://schemas.microsoft.com/office/drawing/2014/main" id="{88444B1E-EF46-48A6-AB20-4C6567817216}"/>
                </a:ext>
              </a:extLst>
            </p:cNvPr>
            <p:cNvSpPr/>
            <p:nvPr/>
          </p:nvSpPr>
          <p:spPr>
            <a:xfrm flipV="1">
              <a:off x="5141911" y="366712"/>
              <a:ext cx="9525" cy="787399"/>
            </a:xfrm>
            <a:custGeom>
              <a:avLst/>
              <a:gdLst>
                <a:gd name="csX0" fmla="*/ 241 w 9525"/>
                <a:gd name="csY0" fmla="*/ 30 h 787399"/>
                <a:gd name="csX1" fmla="*/ 241 w 9525"/>
                <a:gd name="csY1" fmla="*/ 787430 h 787399"/>
              </a:gdLst>
              <a:ahLst/>
              <a:cxnLst>
                <a:cxn ang="0">
                  <a:pos x="csX0" y="csY0"/>
                </a:cxn>
                <a:cxn ang="0">
                  <a:pos x="csX1" y="csY1"/>
                </a:cxn>
              </a:cxnLst>
              <a:rect l="l" t="t" r="r" b="b"/>
              <a:pathLst>
                <a:path w="9525" h="787399">
                  <a:moveTo>
                    <a:pt x="241" y="30"/>
                  </a:moveTo>
                  <a:lnTo>
                    <a:pt x="241" y="787430"/>
                  </a:lnTo>
                </a:path>
              </a:pathLst>
            </a:custGeom>
            <a:noFill/>
            <a:ln w="15875" cap="rnd">
              <a:solidFill>
                <a:schemeClr val="accent1"/>
              </a:solidFill>
              <a:prstDash val="solid"/>
              <a:round/>
            </a:ln>
          </p:spPr>
          <p:txBody>
            <a:bodyPr/>
            <a:lstStyle/>
            <a:p>
              <a:endParaRPr lang="en-GB"/>
            </a:p>
          </p:txBody>
        </p:sp>
        <p:sp>
          <p:nvSpPr>
            <p:cNvPr id="85" name="Freeform: Shape 84">
              <a:extLst>
                <a:ext uri="{FF2B5EF4-FFF2-40B4-BE49-F238E27FC236}">
                  <a16:creationId xmlns:a16="http://schemas.microsoft.com/office/drawing/2014/main" id="{E2363F27-7BB9-17D1-F003-DFD96222E6E8}"/>
                </a:ext>
              </a:extLst>
            </p:cNvPr>
            <p:cNvSpPr/>
            <p:nvPr/>
          </p:nvSpPr>
          <p:spPr>
            <a:xfrm flipV="1">
              <a:off x="7237411" y="2678112"/>
              <a:ext cx="9525" cy="761999"/>
            </a:xfrm>
            <a:custGeom>
              <a:avLst/>
              <a:gdLst>
                <a:gd name="csX0" fmla="*/ 461 w 9525"/>
                <a:gd name="csY0" fmla="*/ 273 h 761999"/>
                <a:gd name="csX1" fmla="*/ 461 w 9525"/>
                <a:gd name="csY1" fmla="*/ 762273 h 761999"/>
              </a:gdLst>
              <a:ahLst/>
              <a:cxnLst>
                <a:cxn ang="0">
                  <a:pos x="csX0" y="csY0"/>
                </a:cxn>
                <a:cxn ang="0">
                  <a:pos x="csX1" y="csY1"/>
                </a:cxn>
              </a:cxnLst>
              <a:rect l="l" t="t" r="r" b="b"/>
              <a:pathLst>
                <a:path w="9525" h="761999">
                  <a:moveTo>
                    <a:pt x="461" y="273"/>
                  </a:moveTo>
                  <a:lnTo>
                    <a:pt x="461" y="762273"/>
                  </a:lnTo>
                </a:path>
              </a:pathLst>
            </a:custGeom>
            <a:noFill/>
            <a:ln w="15875" cap="rnd">
              <a:solidFill>
                <a:schemeClr val="accent1"/>
              </a:solidFill>
              <a:prstDash val="solid"/>
              <a:round/>
            </a:ln>
          </p:spPr>
          <p:txBody>
            <a:bodyPr/>
            <a:lstStyle/>
            <a:p>
              <a:endParaRPr lang="en-GB"/>
            </a:p>
          </p:txBody>
        </p:sp>
        <p:sp>
          <p:nvSpPr>
            <p:cNvPr id="86" name="Freeform: Shape 85">
              <a:extLst>
                <a:ext uri="{FF2B5EF4-FFF2-40B4-BE49-F238E27FC236}">
                  <a16:creationId xmlns:a16="http://schemas.microsoft.com/office/drawing/2014/main" id="{FD43C580-A236-B7F4-4029-FD0FB2A73F47}"/>
                </a:ext>
              </a:extLst>
            </p:cNvPr>
            <p:cNvSpPr/>
            <p:nvPr/>
          </p:nvSpPr>
          <p:spPr>
            <a:xfrm flipV="1">
              <a:off x="7999411" y="2678112"/>
              <a:ext cx="9525" cy="761999"/>
            </a:xfrm>
            <a:custGeom>
              <a:avLst/>
              <a:gdLst>
                <a:gd name="csX0" fmla="*/ 541 w 9525"/>
                <a:gd name="csY0" fmla="*/ 273 h 761999"/>
                <a:gd name="csX1" fmla="*/ 541 w 9525"/>
                <a:gd name="csY1" fmla="*/ 762273 h 761999"/>
              </a:gdLst>
              <a:ahLst/>
              <a:cxnLst>
                <a:cxn ang="0">
                  <a:pos x="csX0" y="csY0"/>
                </a:cxn>
                <a:cxn ang="0">
                  <a:pos x="csX1" y="csY1"/>
                </a:cxn>
              </a:cxnLst>
              <a:rect l="l" t="t" r="r" b="b"/>
              <a:pathLst>
                <a:path w="9525" h="761999">
                  <a:moveTo>
                    <a:pt x="541" y="273"/>
                  </a:moveTo>
                  <a:lnTo>
                    <a:pt x="541" y="762273"/>
                  </a:lnTo>
                </a:path>
              </a:pathLst>
            </a:custGeom>
            <a:noFill/>
            <a:ln w="15875" cap="rnd">
              <a:solidFill>
                <a:schemeClr val="accent1"/>
              </a:solidFill>
              <a:prstDash val="solid"/>
              <a:round/>
            </a:ln>
          </p:spPr>
          <p:txBody>
            <a:bodyPr/>
            <a:lstStyle/>
            <a:p>
              <a:endParaRPr lang="en-GB"/>
            </a:p>
          </p:txBody>
        </p:sp>
        <p:sp>
          <p:nvSpPr>
            <p:cNvPr id="87" name="Freeform: Shape 86">
              <a:extLst>
                <a:ext uri="{FF2B5EF4-FFF2-40B4-BE49-F238E27FC236}">
                  <a16:creationId xmlns:a16="http://schemas.microsoft.com/office/drawing/2014/main" id="{BC313589-E500-D3EB-948B-B57E8F845F26}"/>
                </a:ext>
              </a:extLst>
            </p:cNvPr>
            <p:cNvSpPr/>
            <p:nvPr/>
          </p:nvSpPr>
          <p:spPr>
            <a:xfrm flipV="1">
              <a:off x="7618411" y="1154112"/>
              <a:ext cx="9525" cy="761999"/>
            </a:xfrm>
            <a:custGeom>
              <a:avLst/>
              <a:gdLst>
                <a:gd name="csX0" fmla="*/ 501 w 9525"/>
                <a:gd name="csY0" fmla="*/ 762173 h 761999"/>
                <a:gd name="csX1" fmla="*/ 501 w 9525"/>
                <a:gd name="csY1" fmla="*/ 173 h 761999"/>
              </a:gdLst>
              <a:ahLst/>
              <a:cxnLst>
                <a:cxn ang="0">
                  <a:pos x="csX0" y="csY0"/>
                </a:cxn>
                <a:cxn ang="0">
                  <a:pos x="csX1" y="csY1"/>
                </a:cxn>
              </a:cxnLst>
              <a:rect l="l" t="t" r="r" b="b"/>
              <a:pathLst>
                <a:path w="9525" h="761999">
                  <a:moveTo>
                    <a:pt x="501" y="762173"/>
                  </a:moveTo>
                  <a:lnTo>
                    <a:pt x="501" y="173"/>
                  </a:lnTo>
                </a:path>
              </a:pathLst>
            </a:custGeom>
            <a:noFill/>
            <a:ln w="15875" cap="rnd">
              <a:solidFill>
                <a:schemeClr val="accent1"/>
              </a:solidFill>
              <a:prstDash val="solid"/>
              <a:round/>
            </a:ln>
          </p:spPr>
          <p:txBody>
            <a:bodyPr/>
            <a:lstStyle/>
            <a:p>
              <a:endParaRPr lang="en-GB"/>
            </a:p>
          </p:txBody>
        </p:sp>
        <p:sp>
          <p:nvSpPr>
            <p:cNvPr id="88" name="Freeform: Shape 87">
              <a:extLst>
                <a:ext uri="{FF2B5EF4-FFF2-40B4-BE49-F238E27FC236}">
                  <a16:creationId xmlns:a16="http://schemas.microsoft.com/office/drawing/2014/main" id="{DFDFD57C-2321-9EDA-8B09-AFBA904F3AB7}"/>
                </a:ext>
              </a:extLst>
            </p:cNvPr>
            <p:cNvSpPr/>
            <p:nvPr/>
          </p:nvSpPr>
          <p:spPr>
            <a:xfrm flipV="1">
              <a:off x="7237411" y="1535112"/>
              <a:ext cx="761999" cy="9525"/>
            </a:xfrm>
            <a:custGeom>
              <a:avLst/>
              <a:gdLst>
                <a:gd name="csX0" fmla="*/ 471 w 761999"/>
                <a:gd name="csY0" fmla="*/ 143 h 9525"/>
                <a:gd name="csX1" fmla="*/ 762471 w 761999"/>
                <a:gd name="csY1" fmla="*/ 143 h 9525"/>
              </a:gdLst>
              <a:ahLst/>
              <a:cxnLst>
                <a:cxn ang="0">
                  <a:pos x="csX0" y="csY0"/>
                </a:cxn>
                <a:cxn ang="0">
                  <a:pos x="csX1" y="csY1"/>
                </a:cxn>
              </a:cxnLst>
              <a:rect l="l" t="t" r="r" b="b"/>
              <a:pathLst>
                <a:path w="761999" h="9525">
                  <a:moveTo>
                    <a:pt x="471" y="143"/>
                  </a:moveTo>
                  <a:lnTo>
                    <a:pt x="762471" y="143"/>
                  </a:lnTo>
                </a:path>
              </a:pathLst>
            </a:custGeom>
            <a:noFill/>
            <a:ln w="15875" cap="rnd">
              <a:solidFill>
                <a:schemeClr val="accent1"/>
              </a:solidFill>
              <a:prstDash val="solid"/>
              <a:round/>
            </a:ln>
          </p:spPr>
          <p:txBody>
            <a:bodyPr/>
            <a:lstStyle/>
            <a:p>
              <a:endParaRPr lang="en-GB"/>
            </a:p>
          </p:txBody>
        </p:sp>
        <p:sp>
          <p:nvSpPr>
            <p:cNvPr id="89" name="Freeform: Shape 88">
              <a:extLst>
                <a:ext uri="{FF2B5EF4-FFF2-40B4-BE49-F238E27FC236}">
                  <a16:creationId xmlns:a16="http://schemas.microsoft.com/office/drawing/2014/main" id="{0847A244-EF7E-1083-282C-93ACC0F8CB3C}"/>
                </a:ext>
              </a:extLst>
            </p:cNvPr>
            <p:cNvSpPr/>
            <p:nvPr/>
          </p:nvSpPr>
          <p:spPr>
            <a:xfrm flipV="1">
              <a:off x="4760911" y="5345112"/>
              <a:ext cx="9525" cy="761999"/>
            </a:xfrm>
            <a:custGeom>
              <a:avLst/>
              <a:gdLst>
                <a:gd name="csX0" fmla="*/ 201 w 9525"/>
                <a:gd name="csY0" fmla="*/ 762613 h 761999"/>
                <a:gd name="csX1" fmla="*/ 201 w 9525"/>
                <a:gd name="csY1" fmla="*/ 613 h 761999"/>
              </a:gdLst>
              <a:ahLst/>
              <a:cxnLst>
                <a:cxn ang="0">
                  <a:pos x="csX0" y="csY0"/>
                </a:cxn>
                <a:cxn ang="0">
                  <a:pos x="csX1" y="csY1"/>
                </a:cxn>
              </a:cxnLst>
              <a:rect l="l" t="t" r="r" b="b"/>
              <a:pathLst>
                <a:path w="9525" h="761999">
                  <a:moveTo>
                    <a:pt x="201" y="762613"/>
                  </a:moveTo>
                  <a:lnTo>
                    <a:pt x="201" y="613"/>
                  </a:lnTo>
                </a:path>
              </a:pathLst>
            </a:custGeom>
            <a:noFill/>
            <a:ln w="15875" cap="rnd">
              <a:solidFill>
                <a:schemeClr val="accent1"/>
              </a:solidFill>
              <a:prstDash val="solid"/>
              <a:round/>
            </a:ln>
          </p:spPr>
          <p:txBody>
            <a:bodyPr/>
            <a:lstStyle/>
            <a:p>
              <a:endParaRPr lang="en-GB"/>
            </a:p>
          </p:txBody>
        </p:sp>
        <p:sp>
          <p:nvSpPr>
            <p:cNvPr id="90" name="Freeform: Shape 89">
              <a:extLst>
                <a:ext uri="{FF2B5EF4-FFF2-40B4-BE49-F238E27FC236}">
                  <a16:creationId xmlns:a16="http://schemas.microsoft.com/office/drawing/2014/main" id="{9896F164-E58C-4F63-7F83-3F8B6009FBD9}"/>
                </a:ext>
              </a:extLst>
            </p:cNvPr>
            <p:cNvSpPr/>
            <p:nvPr/>
          </p:nvSpPr>
          <p:spPr>
            <a:xfrm flipV="1">
              <a:off x="4379911" y="5726112"/>
              <a:ext cx="761999" cy="9525"/>
            </a:xfrm>
            <a:custGeom>
              <a:avLst/>
              <a:gdLst>
                <a:gd name="csX0" fmla="*/ 171 w 761999"/>
                <a:gd name="csY0" fmla="*/ 583 h 9525"/>
                <a:gd name="csX1" fmla="*/ 762171 w 761999"/>
                <a:gd name="csY1" fmla="*/ 583 h 9525"/>
              </a:gdLst>
              <a:ahLst/>
              <a:cxnLst>
                <a:cxn ang="0">
                  <a:pos x="csX0" y="csY0"/>
                </a:cxn>
                <a:cxn ang="0">
                  <a:pos x="csX1" y="csY1"/>
                </a:cxn>
              </a:cxnLst>
              <a:rect l="l" t="t" r="r" b="b"/>
              <a:pathLst>
                <a:path w="761999" h="9525">
                  <a:moveTo>
                    <a:pt x="171" y="583"/>
                  </a:moveTo>
                  <a:lnTo>
                    <a:pt x="762171" y="583"/>
                  </a:lnTo>
                </a:path>
              </a:pathLst>
            </a:custGeom>
            <a:noFill/>
            <a:ln w="15875" cap="rnd">
              <a:solidFill>
                <a:schemeClr val="accent1"/>
              </a:solidFill>
              <a:prstDash val="solid"/>
              <a:round/>
            </a:ln>
          </p:spPr>
          <p:txBody>
            <a:bodyPr/>
            <a:lstStyle/>
            <a:p>
              <a:endParaRPr lang="en-GB"/>
            </a:p>
          </p:txBody>
        </p:sp>
      </p:grpSp>
      <p:sp>
        <p:nvSpPr>
          <p:cNvPr id="11" name="Slide Number Placeholder 10">
            <a:extLst>
              <a:ext uri="{FF2B5EF4-FFF2-40B4-BE49-F238E27FC236}">
                <a16:creationId xmlns:a16="http://schemas.microsoft.com/office/drawing/2014/main" id="{0F0C8C90-37AC-B6AB-0548-3849DE0D5358}"/>
              </a:ext>
            </a:extLst>
          </p:cNvPr>
          <p:cNvSpPr>
            <a:spLocks noGrp="1"/>
          </p:cNvSpPr>
          <p:nvPr>
            <p:ph type="sldNum" sz="quarter" idx="12"/>
          </p:nvPr>
        </p:nvSpPr>
        <p:spPr/>
        <p:txBody>
          <a:bodyPr/>
          <a:lstStyle/>
          <a:p>
            <a:fld id="{0BE4EC83-A869-464E-AE9F-881796FB085E}" type="slidenum">
              <a:rPr lang="en-US" smtClean="0"/>
              <a:t>76</a:t>
            </a:fld>
            <a:endParaRPr lang="en-US"/>
          </a:p>
        </p:txBody>
      </p:sp>
    </p:spTree>
    <p:extLst>
      <p:ext uri="{BB962C8B-B14F-4D97-AF65-F5344CB8AC3E}">
        <p14:creationId xmlns:p14="http://schemas.microsoft.com/office/powerpoint/2010/main" val="154483348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63F6B-C016-48B3-49C6-2FC0CFA722CE}"/>
            </a:ext>
          </a:extLst>
        </p:cNvPr>
        <p:cNvGrpSpPr/>
        <p:nvPr/>
      </p:nvGrpSpPr>
      <p:grpSpPr>
        <a:xfrm>
          <a:off x="0" y="0"/>
          <a:ext cx="0" cy="0"/>
          <a:chOff x="0" y="0"/>
          <a:chExt cx="0" cy="0"/>
        </a:xfrm>
      </p:grpSpPr>
      <p:sp>
        <p:nvSpPr>
          <p:cNvPr id="4" name="Round Same Side Corner Rectangle 3">
            <a:extLst>
              <a:ext uri="{FF2B5EF4-FFF2-40B4-BE49-F238E27FC236}">
                <a16:creationId xmlns:a16="http://schemas.microsoft.com/office/drawing/2014/main" id="{4EBE3F89-3AC2-A738-478A-01A68D7EDC2C}"/>
              </a:ext>
            </a:extLst>
          </p:cNvPr>
          <p:cNvSpPr/>
          <p:nvPr/>
        </p:nvSpPr>
        <p:spPr>
          <a:xfrm>
            <a:off x="838200" y="1748300"/>
            <a:ext cx="10515601" cy="3975167"/>
          </a:xfrm>
          <a:prstGeom prst="round2SameRect">
            <a:avLst>
              <a:gd name="adj1" fmla="val 0"/>
              <a:gd name="adj2" fmla="val 872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Rectangle 95">
            <a:extLst>
              <a:ext uri="{FF2B5EF4-FFF2-40B4-BE49-F238E27FC236}">
                <a16:creationId xmlns:a16="http://schemas.microsoft.com/office/drawing/2014/main" id="{FE526472-8859-0353-D634-5FF15764BA5F}"/>
              </a:ext>
            </a:extLst>
          </p:cNvPr>
          <p:cNvSpPr/>
          <p:nvPr/>
        </p:nvSpPr>
        <p:spPr>
          <a:xfrm>
            <a:off x="1872988" y="3167309"/>
            <a:ext cx="8067780" cy="451821"/>
          </a:xfrm>
          <a:prstGeom prst="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76206DE-0985-A898-BD00-A55E08147B84}"/>
              </a:ext>
            </a:extLst>
          </p:cNvPr>
          <p:cNvSpPr>
            <a:spLocks noGrp="1"/>
          </p:cNvSpPr>
          <p:nvPr>
            <p:ph type="title"/>
          </p:nvPr>
        </p:nvSpPr>
        <p:spPr>
          <a:xfrm>
            <a:off x="609601" y="561078"/>
            <a:ext cx="10972800" cy="666261"/>
          </a:xfrm>
        </p:spPr>
        <p:txBody>
          <a:bodyPr/>
          <a:lstStyle/>
          <a:p>
            <a:r>
              <a:rPr lang="ar-EG" dirty="0"/>
              <a:t>مؤشرات الأداء الاستراتيجية للبنية المؤسسية</a:t>
            </a:r>
            <a:endParaRPr lang="en-US" dirty="0"/>
          </a:p>
        </p:txBody>
      </p:sp>
      <p:sp>
        <p:nvSpPr>
          <p:cNvPr id="5" name="Freeform 4">
            <a:extLst>
              <a:ext uri="{FF2B5EF4-FFF2-40B4-BE49-F238E27FC236}">
                <a16:creationId xmlns:a16="http://schemas.microsoft.com/office/drawing/2014/main" id="{E06A859B-849A-260A-7D3F-CE3E8DE4803F}"/>
              </a:ext>
            </a:extLst>
          </p:cNvPr>
          <p:cNvSpPr/>
          <p:nvPr/>
        </p:nvSpPr>
        <p:spPr>
          <a:xfrm>
            <a:off x="3433482" y="1618981"/>
            <a:ext cx="3313986" cy="170329"/>
          </a:xfrm>
          <a:custGeom>
            <a:avLst/>
            <a:gdLst>
              <a:gd name="connsiteX0" fmla="*/ 0 w 3313986"/>
              <a:gd name="connsiteY0" fmla="*/ 0 h 170329"/>
              <a:gd name="connsiteX1" fmla="*/ 3313986 w 3313986"/>
              <a:gd name="connsiteY1" fmla="*/ 0 h 170329"/>
              <a:gd name="connsiteX2" fmla="*/ 3313986 w 3313986"/>
              <a:gd name="connsiteY2" fmla="*/ 170329 h 170329"/>
              <a:gd name="connsiteX3" fmla="*/ 149041 w 3313986"/>
              <a:gd name="connsiteY3" fmla="*/ 170329 h 170329"/>
              <a:gd name="connsiteX4" fmla="*/ 0 w 3313986"/>
              <a:gd name="connsiteY4" fmla="*/ 21288 h 170329"/>
              <a:gd name="connsiteX0" fmla="*/ 0 w 3313986"/>
              <a:gd name="connsiteY0" fmla="*/ 12216 h 182545"/>
              <a:gd name="connsiteX1" fmla="*/ 1771564 w 3313986"/>
              <a:gd name="connsiteY1" fmla="*/ 0 h 182545"/>
              <a:gd name="connsiteX2" fmla="*/ 3313986 w 3313986"/>
              <a:gd name="connsiteY2" fmla="*/ 12216 h 182545"/>
              <a:gd name="connsiteX3" fmla="*/ 3313986 w 3313986"/>
              <a:gd name="connsiteY3" fmla="*/ 182545 h 182545"/>
              <a:gd name="connsiteX4" fmla="*/ 149041 w 3313986"/>
              <a:gd name="connsiteY4" fmla="*/ 182545 h 182545"/>
              <a:gd name="connsiteX5" fmla="*/ 0 w 3313986"/>
              <a:gd name="connsiteY5" fmla="*/ 33504 h 182545"/>
              <a:gd name="connsiteX6" fmla="*/ 0 w 3313986"/>
              <a:gd name="connsiteY6" fmla="*/ 12216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6" fmla="*/ 1863004 w 3313986"/>
              <a:gd name="connsiteY6" fmla="*/ 91440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0" fmla="*/ 3313986 w 3313986"/>
              <a:gd name="connsiteY0" fmla="*/ 0 h 170329"/>
              <a:gd name="connsiteX1" fmla="*/ 3313986 w 3313986"/>
              <a:gd name="connsiteY1" fmla="*/ 170329 h 170329"/>
              <a:gd name="connsiteX2" fmla="*/ 149041 w 3313986"/>
              <a:gd name="connsiteY2" fmla="*/ 170329 h 170329"/>
              <a:gd name="connsiteX3" fmla="*/ 0 w 3313986"/>
              <a:gd name="connsiteY3" fmla="*/ 21288 h 170329"/>
              <a:gd name="connsiteX4" fmla="*/ 0 w 3313986"/>
              <a:gd name="connsiteY4" fmla="*/ 0 h 170329"/>
              <a:gd name="connsiteX0" fmla="*/ 3313986 w 3313986"/>
              <a:gd name="connsiteY0" fmla="*/ 170329 h 170329"/>
              <a:gd name="connsiteX1" fmla="*/ 149041 w 3313986"/>
              <a:gd name="connsiteY1" fmla="*/ 170329 h 170329"/>
              <a:gd name="connsiteX2" fmla="*/ 0 w 3313986"/>
              <a:gd name="connsiteY2" fmla="*/ 21288 h 170329"/>
              <a:gd name="connsiteX3" fmla="*/ 0 w 3313986"/>
              <a:gd name="connsiteY3" fmla="*/ 0 h 170329"/>
            </a:gdLst>
            <a:ahLst/>
            <a:cxnLst>
              <a:cxn ang="0">
                <a:pos x="connsiteX0" y="connsiteY0"/>
              </a:cxn>
              <a:cxn ang="0">
                <a:pos x="connsiteX1" y="connsiteY1"/>
              </a:cxn>
              <a:cxn ang="0">
                <a:pos x="connsiteX2" y="connsiteY2"/>
              </a:cxn>
              <a:cxn ang="0">
                <a:pos x="connsiteX3" y="connsiteY3"/>
              </a:cxn>
            </a:cxnLst>
            <a:rect l="l" t="t" r="r" b="b"/>
            <a:pathLst>
              <a:path w="3313986" h="170329">
                <a:moveTo>
                  <a:pt x="3313986" y="170329"/>
                </a:moveTo>
                <a:lnTo>
                  <a:pt x="149041" y="170329"/>
                </a:lnTo>
                <a:cubicBezTo>
                  <a:pt x="66728" y="170329"/>
                  <a:pt x="0" y="103601"/>
                  <a:pt x="0" y="21288"/>
                </a:cubicBezTo>
                <a:lnTo>
                  <a:pt x="0" y="0"/>
                </a:lnTo>
              </a:path>
            </a:pathLst>
          </a:custGeom>
          <a:noFill/>
          <a:ln>
            <a:solidFill>
              <a:schemeClr val="bg1">
                <a:lumMod val="85000"/>
              </a:schemeClr>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eeform 5">
            <a:extLst>
              <a:ext uri="{FF2B5EF4-FFF2-40B4-BE49-F238E27FC236}">
                <a16:creationId xmlns:a16="http://schemas.microsoft.com/office/drawing/2014/main" id="{E9EB95D9-F913-C0CC-AEC0-0B17730288D7}"/>
              </a:ext>
            </a:extLst>
          </p:cNvPr>
          <p:cNvSpPr/>
          <p:nvPr/>
        </p:nvSpPr>
        <p:spPr>
          <a:xfrm flipH="1">
            <a:off x="5596932" y="1737221"/>
            <a:ext cx="3313986" cy="170329"/>
          </a:xfrm>
          <a:custGeom>
            <a:avLst/>
            <a:gdLst>
              <a:gd name="connsiteX0" fmla="*/ 0 w 3313986"/>
              <a:gd name="connsiteY0" fmla="*/ 0 h 170329"/>
              <a:gd name="connsiteX1" fmla="*/ 3313986 w 3313986"/>
              <a:gd name="connsiteY1" fmla="*/ 0 h 170329"/>
              <a:gd name="connsiteX2" fmla="*/ 3313986 w 3313986"/>
              <a:gd name="connsiteY2" fmla="*/ 170329 h 170329"/>
              <a:gd name="connsiteX3" fmla="*/ 149041 w 3313986"/>
              <a:gd name="connsiteY3" fmla="*/ 170329 h 170329"/>
              <a:gd name="connsiteX4" fmla="*/ 0 w 3313986"/>
              <a:gd name="connsiteY4" fmla="*/ 21288 h 170329"/>
              <a:gd name="connsiteX0" fmla="*/ 0 w 3313986"/>
              <a:gd name="connsiteY0" fmla="*/ 12216 h 182545"/>
              <a:gd name="connsiteX1" fmla="*/ 1771564 w 3313986"/>
              <a:gd name="connsiteY1" fmla="*/ 0 h 182545"/>
              <a:gd name="connsiteX2" fmla="*/ 3313986 w 3313986"/>
              <a:gd name="connsiteY2" fmla="*/ 12216 h 182545"/>
              <a:gd name="connsiteX3" fmla="*/ 3313986 w 3313986"/>
              <a:gd name="connsiteY3" fmla="*/ 182545 h 182545"/>
              <a:gd name="connsiteX4" fmla="*/ 149041 w 3313986"/>
              <a:gd name="connsiteY4" fmla="*/ 182545 h 182545"/>
              <a:gd name="connsiteX5" fmla="*/ 0 w 3313986"/>
              <a:gd name="connsiteY5" fmla="*/ 33504 h 182545"/>
              <a:gd name="connsiteX6" fmla="*/ 0 w 3313986"/>
              <a:gd name="connsiteY6" fmla="*/ 12216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6" fmla="*/ 1863004 w 3313986"/>
              <a:gd name="connsiteY6" fmla="*/ 91440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0" fmla="*/ 3313986 w 3313986"/>
              <a:gd name="connsiteY0" fmla="*/ 0 h 170329"/>
              <a:gd name="connsiteX1" fmla="*/ 3313986 w 3313986"/>
              <a:gd name="connsiteY1" fmla="*/ 170329 h 170329"/>
              <a:gd name="connsiteX2" fmla="*/ 149041 w 3313986"/>
              <a:gd name="connsiteY2" fmla="*/ 170329 h 170329"/>
              <a:gd name="connsiteX3" fmla="*/ 0 w 3313986"/>
              <a:gd name="connsiteY3" fmla="*/ 21288 h 170329"/>
              <a:gd name="connsiteX4" fmla="*/ 0 w 3313986"/>
              <a:gd name="connsiteY4" fmla="*/ 0 h 170329"/>
              <a:gd name="connsiteX0" fmla="*/ 3313986 w 3313986"/>
              <a:gd name="connsiteY0" fmla="*/ 170329 h 170329"/>
              <a:gd name="connsiteX1" fmla="*/ 149041 w 3313986"/>
              <a:gd name="connsiteY1" fmla="*/ 170329 h 170329"/>
              <a:gd name="connsiteX2" fmla="*/ 0 w 3313986"/>
              <a:gd name="connsiteY2" fmla="*/ 21288 h 170329"/>
              <a:gd name="connsiteX3" fmla="*/ 0 w 3313986"/>
              <a:gd name="connsiteY3" fmla="*/ 0 h 170329"/>
            </a:gdLst>
            <a:ahLst/>
            <a:cxnLst>
              <a:cxn ang="0">
                <a:pos x="connsiteX0" y="connsiteY0"/>
              </a:cxn>
              <a:cxn ang="0">
                <a:pos x="connsiteX1" y="connsiteY1"/>
              </a:cxn>
              <a:cxn ang="0">
                <a:pos x="connsiteX2" y="connsiteY2"/>
              </a:cxn>
              <a:cxn ang="0">
                <a:pos x="connsiteX3" y="connsiteY3"/>
              </a:cxn>
            </a:cxnLst>
            <a:rect l="l" t="t" r="r" b="b"/>
            <a:pathLst>
              <a:path w="3313986" h="170329">
                <a:moveTo>
                  <a:pt x="3313986" y="170329"/>
                </a:moveTo>
                <a:lnTo>
                  <a:pt x="149041" y="170329"/>
                </a:lnTo>
                <a:cubicBezTo>
                  <a:pt x="66728" y="170329"/>
                  <a:pt x="0" y="103601"/>
                  <a:pt x="0" y="21288"/>
                </a:cubicBezTo>
                <a:lnTo>
                  <a:pt x="0" y="0"/>
                </a:lnTo>
              </a:path>
            </a:pathLst>
          </a:custGeom>
          <a:noFill/>
          <a:ln>
            <a:solidFill>
              <a:schemeClr val="bg1">
                <a:lumMod val="85000"/>
              </a:schemeClr>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ounded Rectangle 6">
            <a:extLst>
              <a:ext uri="{FF2B5EF4-FFF2-40B4-BE49-F238E27FC236}">
                <a16:creationId xmlns:a16="http://schemas.microsoft.com/office/drawing/2014/main" id="{B6FA9EAE-4792-7D9C-769A-8F588B528A50}"/>
              </a:ext>
            </a:extLst>
          </p:cNvPr>
          <p:cNvSpPr/>
          <p:nvPr/>
        </p:nvSpPr>
        <p:spPr>
          <a:xfrm>
            <a:off x="2981661" y="1475899"/>
            <a:ext cx="6228678" cy="688914"/>
          </a:xfrm>
          <a:prstGeom prst="round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ounded Rectangle 7">
            <a:extLst>
              <a:ext uri="{FF2B5EF4-FFF2-40B4-BE49-F238E27FC236}">
                <a16:creationId xmlns:a16="http://schemas.microsoft.com/office/drawing/2014/main" id="{6B957A01-ADE3-6014-CA16-8DD603F75551}"/>
              </a:ext>
            </a:extLst>
          </p:cNvPr>
          <p:cNvSpPr/>
          <p:nvPr/>
        </p:nvSpPr>
        <p:spPr>
          <a:xfrm>
            <a:off x="2981661" y="1287436"/>
            <a:ext cx="6228678" cy="92532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ar-SA" b="1" dirty="0"/>
              <a:t>نسبة تغطية فجوات ومتطلبات البنية المؤسسية ضمن خارطة الطريق المعتمدة للتحول الرقمي</a:t>
            </a:r>
            <a:endParaRPr lang="en-US" b="1" dirty="0"/>
          </a:p>
        </p:txBody>
      </p:sp>
      <p:sp>
        <p:nvSpPr>
          <p:cNvPr id="9" name="Title 11">
            <a:extLst>
              <a:ext uri="{FF2B5EF4-FFF2-40B4-BE49-F238E27FC236}">
                <a16:creationId xmlns:a16="http://schemas.microsoft.com/office/drawing/2014/main" id="{E9042804-0B6A-DA1B-99A2-E443FEF52294}"/>
              </a:ext>
            </a:extLst>
          </p:cNvPr>
          <p:cNvSpPr txBox="1">
            <a:spLocks/>
          </p:cNvSpPr>
          <p:nvPr/>
        </p:nvSpPr>
        <p:spPr>
          <a:xfrm>
            <a:off x="2949387" y="1565225"/>
            <a:ext cx="6293226" cy="647533"/>
          </a:xfrm>
          <a:prstGeom prst="rect">
            <a:avLst/>
          </a:prstGeom>
        </p:spPr>
        <p:txBody>
          <a:bodyPr anchor="ctr" anchorCtr="0">
            <a:noAutofit/>
          </a:bodyPr>
          <a:lstStyle>
            <a:lvl1pPr algn="r" defTabSz="914400" rtl="1" eaLnBrk="1" latinLnBrk="0" hangingPunct="1">
              <a:lnSpc>
                <a:spcPct val="100000"/>
              </a:lnSpc>
              <a:spcBef>
                <a:spcPct val="0"/>
              </a:spcBef>
              <a:buNone/>
              <a:defRPr sz="3200" b="1" kern="1200">
                <a:solidFill>
                  <a:schemeClr val="accent1">
                    <a:lumMod val="75000"/>
                  </a:schemeClr>
                </a:solidFill>
                <a:latin typeface="+mj-lt"/>
                <a:ea typeface="+mj-ea"/>
                <a:cs typeface="+mj-cs"/>
              </a:defRPr>
            </a:lvl1pPr>
          </a:lstStyle>
          <a:p>
            <a:pPr algn="ctr"/>
            <a:endParaRPr lang="ar-SA" sz="2000" dirty="0">
              <a:solidFill>
                <a:schemeClr val="bg1"/>
              </a:solidFill>
            </a:endParaRPr>
          </a:p>
        </p:txBody>
      </p:sp>
      <p:sp>
        <p:nvSpPr>
          <p:cNvPr id="10" name="Round Same Side Corner Rectangle 9">
            <a:extLst>
              <a:ext uri="{FF2B5EF4-FFF2-40B4-BE49-F238E27FC236}">
                <a16:creationId xmlns:a16="http://schemas.microsoft.com/office/drawing/2014/main" id="{1A58D2BC-8F38-0CC6-2A2F-CE1395DABC87}"/>
              </a:ext>
            </a:extLst>
          </p:cNvPr>
          <p:cNvSpPr/>
          <p:nvPr/>
        </p:nvSpPr>
        <p:spPr>
          <a:xfrm>
            <a:off x="5385860" y="1287437"/>
            <a:ext cx="1420280" cy="281048"/>
          </a:xfrm>
          <a:prstGeom prst="round2SameRect">
            <a:avLst>
              <a:gd name="adj1" fmla="val 0"/>
              <a:gd name="adj2" fmla="val 50000"/>
            </a:avLst>
          </a:prstGeom>
          <a:solidFill>
            <a:schemeClr val="bg1"/>
          </a:solidFill>
          <a:effectLst>
            <a:outerShdw blurRad="50800" dist="25400" dir="5400000" sx="97000" sy="97000" algn="t" rotWithShape="0">
              <a:prstClr val="black">
                <a:alpha val="20000"/>
              </a:prstClr>
            </a:outerShdw>
          </a:effectLst>
        </p:spPr>
        <p:txBody>
          <a:bodyPr wrap="none" tIns="0" bIns="45720">
            <a:noAutofit/>
          </a:bodyPr>
          <a:lstStyle/>
          <a:p>
            <a:pPr lvl="0" algn="ctr" rtl="1"/>
            <a:r>
              <a:rPr lang="en-US" b="1" dirty="0">
                <a:solidFill>
                  <a:schemeClr val="accent1"/>
                </a:solidFill>
              </a:rPr>
              <a:t>EASKPI05</a:t>
            </a:r>
            <a:endParaRPr lang="ar-EG" b="1" dirty="0">
              <a:solidFill>
                <a:schemeClr val="accent1"/>
              </a:solidFill>
            </a:endParaRPr>
          </a:p>
        </p:txBody>
      </p:sp>
      <p:sp>
        <p:nvSpPr>
          <p:cNvPr id="79" name="Rectangle 78">
            <a:extLst>
              <a:ext uri="{FF2B5EF4-FFF2-40B4-BE49-F238E27FC236}">
                <a16:creationId xmlns:a16="http://schemas.microsoft.com/office/drawing/2014/main" id="{FAA3907E-F34E-DA8F-A49B-0E94A6940CCD}"/>
              </a:ext>
            </a:extLst>
          </p:cNvPr>
          <p:cNvSpPr/>
          <p:nvPr/>
        </p:nvSpPr>
        <p:spPr>
          <a:xfrm>
            <a:off x="1872988" y="2510775"/>
            <a:ext cx="8067780" cy="451821"/>
          </a:xfrm>
          <a:prstGeom prst="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92" name="Table 91">
            <a:extLst>
              <a:ext uri="{FF2B5EF4-FFF2-40B4-BE49-F238E27FC236}">
                <a16:creationId xmlns:a16="http://schemas.microsoft.com/office/drawing/2014/main" id="{E73525F8-9DEA-D895-CB61-9F248B00CF8F}"/>
              </a:ext>
            </a:extLst>
          </p:cNvPr>
          <p:cNvGraphicFramePr>
            <a:graphicFrameLocks noGrp="1"/>
          </p:cNvGraphicFramePr>
          <p:nvPr/>
        </p:nvGraphicFramePr>
        <p:xfrm>
          <a:off x="1113853" y="2293250"/>
          <a:ext cx="9964294" cy="1827936"/>
        </p:xfrm>
        <a:graphic>
          <a:graphicData uri="http://schemas.openxmlformats.org/drawingml/2006/table">
            <a:tbl>
              <a:tblPr firstRow="1" bandRow="1">
                <a:tableStyleId>{5C22544A-7EE6-4342-B048-85BDC9FD1C3A}</a:tableStyleId>
              </a:tblPr>
              <a:tblGrid>
                <a:gridCol w="8543322">
                  <a:extLst>
                    <a:ext uri="{9D8B030D-6E8A-4147-A177-3AD203B41FA5}">
                      <a16:colId xmlns:a16="http://schemas.microsoft.com/office/drawing/2014/main" val="1922650772"/>
                    </a:ext>
                  </a:extLst>
                </a:gridCol>
                <a:gridCol w="1420972">
                  <a:extLst>
                    <a:ext uri="{9D8B030D-6E8A-4147-A177-3AD203B41FA5}">
                      <a16:colId xmlns:a16="http://schemas.microsoft.com/office/drawing/2014/main" val="831415739"/>
                    </a:ext>
                  </a:extLst>
                </a:gridCol>
              </a:tblGrid>
              <a:tr h="456984">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baseline="0" dirty="0">
                          <a:solidFill>
                            <a:schemeClr val="accent1"/>
                          </a:solidFill>
                          <a:latin typeface="Sakkal Majalla" panose="02000000000000000000" pitchFamily="2" charset="-78"/>
                          <a:ea typeface="+mn-ea"/>
                          <a:cs typeface="Sakkal Majalla" panose="02000000000000000000" pitchFamily="2" charset="-78"/>
                        </a:rPr>
                        <a:t>تمكين التحول الرقمي</a:t>
                      </a:r>
                      <a:endParaRPr lang="ar-EG" sz="1400" b="1" kern="1200" baseline="0" dirty="0">
                        <a:solidFill>
                          <a:schemeClr val="accent1"/>
                        </a:solidFill>
                        <a:latin typeface="Sakkal Majalla" panose="02000000000000000000" pitchFamily="2" charset="-78"/>
                        <a:ea typeface="+mn-ea"/>
                        <a:cs typeface="Sakkal Majalla" panose="02000000000000000000" pitchFamily="2" charset="-7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الهدف الاستراتيجي</a:t>
                      </a:r>
                      <a:endParaRPr lang="en-US"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4060515"/>
                  </a:ext>
                </a:extLst>
              </a:tr>
              <a:tr h="456984">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يقيس مدى تضمين فجوات ومتطلبات البنية المؤسسية في مشاريع خارطة الطريق المعتمدة، بما يعكس تحويل الفجوات إلى مبادرات تنفيذية.</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وصف المؤشر</a:t>
                      </a:r>
                      <a:endParaRPr lang="en-US"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577636"/>
                  </a:ext>
                </a:extLst>
              </a:tr>
              <a:tr h="456984">
                <a:tc>
                  <a:txBody>
                    <a:bodyPr/>
                    <a:lstStyle/>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(عدد الفجوات/المتطلبات المرتبطة بمشاريع خارطة الطريق ÷ إجمالي الفجوات/المتطلبات المعتمدة) × 100</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معادلة الاحتساب</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6671549"/>
                  </a:ext>
                </a:extLst>
              </a:tr>
              <a:tr h="456984">
                <a:tc>
                  <a:txBody>
                    <a:bodyPr/>
                    <a:lstStyle/>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مكتب البنية المؤسسية (مصفوفة الفجوات والمتطلبات + محفظة المشاريع/خارطة الطريق)</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مصدر البيانات</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578273"/>
                  </a:ext>
                </a:extLst>
              </a:tr>
            </a:tbl>
          </a:graphicData>
        </a:graphic>
      </p:graphicFrame>
      <p:sp>
        <p:nvSpPr>
          <p:cNvPr id="37" name="Rounded Rectangle 40">
            <a:extLst>
              <a:ext uri="{FF2B5EF4-FFF2-40B4-BE49-F238E27FC236}">
                <a16:creationId xmlns:a16="http://schemas.microsoft.com/office/drawing/2014/main" id="{16951FFB-E2F6-876D-8748-806588186561}"/>
              </a:ext>
            </a:extLst>
          </p:cNvPr>
          <p:cNvSpPr/>
          <p:nvPr/>
        </p:nvSpPr>
        <p:spPr>
          <a:xfrm>
            <a:off x="2166134"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Box 37">
            <a:extLst>
              <a:ext uri="{FF2B5EF4-FFF2-40B4-BE49-F238E27FC236}">
                <a16:creationId xmlns:a16="http://schemas.microsoft.com/office/drawing/2014/main" id="{6A0E82B5-80D0-886A-CB7A-DDD9E87BB754}"/>
              </a:ext>
            </a:extLst>
          </p:cNvPr>
          <p:cNvSpPr txBox="1"/>
          <p:nvPr/>
        </p:nvSpPr>
        <p:spPr>
          <a:xfrm>
            <a:off x="1962748"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المستهدف</a:t>
            </a:r>
          </a:p>
        </p:txBody>
      </p:sp>
      <p:grpSp>
        <p:nvGrpSpPr>
          <p:cNvPr id="39" name="Group 38">
            <a:extLst>
              <a:ext uri="{FF2B5EF4-FFF2-40B4-BE49-F238E27FC236}">
                <a16:creationId xmlns:a16="http://schemas.microsoft.com/office/drawing/2014/main" id="{1C2F084B-6CA5-F99F-0BDC-8C5218961EC4}"/>
              </a:ext>
            </a:extLst>
          </p:cNvPr>
          <p:cNvGrpSpPr>
            <a:grpSpLocks noChangeAspect="1"/>
          </p:cNvGrpSpPr>
          <p:nvPr/>
        </p:nvGrpSpPr>
        <p:grpSpPr>
          <a:xfrm>
            <a:off x="8926404" y="4690821"/>
            <a:ext cx="243890" cy="242732"/>
            <a:chOff x="2501900" y="457201"/>
            <a:chExt cx="1674813" cy="1666876"/>
          </a:xfrm>
          <a:solidFill>
            <a:schemeClr val="accent1"/>
          </a:solidFill>
        </p:grpSpPr>
        <p:sp>
          <p:nvSpPr>
            <p:cNvPr id="40" name="Freeform 5">
              <a:extLst>
                <a:ext uri="{FF2B5EF4-FFF2-40B4-BE49-F238E27FC236}">
                  <a16:creationId xmlns:a16="http://schemas.microsoft.com/office/drawing/2014/main" id="{E0FE8BF3-D4EE-DE55-5756-6AE93214D72B}"/>
                </a:ext>
              </a:extLst>
            </p:cNvPr>
            <p:cNvSpPr>
              <a:spLocks/>
            </p:cNvSpPr>
            <p:nvPr/>
          </p:nvSpPr>
          <p:spPr bwMode="auto">
            <a:xfrm>
              <a:off x="2857500" y="457201"/>
              <a:ext cx="130175" cy="273050"/>
            </a:xfrm>
            <a:custGeom>
              <a:avLst/>
              <a:gdLst>
                <a:gd name="T0" fmla="*/ 0 w 350"/>
                <a:gd name="T1" fmla="*/ 367 h 734"/>
                <a:gd name="T2" fmla="*/ 0 w 350"/>
                <a:gd name="T3" fmla="*/ 734 h 734"/>
                <a:gd name="T4" fmla="*/ 175 w 350"/>
                <a:gd name="T5" fmla="*/ 734 h 734"/>
                <a:gd name="T6" fmla="*/ 350 w 350"/>
                <a:gd name="T7" fmla="*/ 734 h 734"/>
                <a:gd name="T8" fmla="*/ 350 w 350"/>
                <a:gd name="T9" fmla="*/ 367 h 734"/>
                <a:gd name="T10" fmla="*/ 350 w 350"/>
                <a:gd name="T11" fmla="*/ 0 h 734"/>
                <a:gd name="T12" fmla="*/ 175 w 350"/>
                <a:gd name="T13" fmla="*/ 0 h 734"/>
                <a:gd name="T14" fmla="*/ 0 w 350"/>
                <a:gd name="T15" fmla="*/ 0 h 734"/>
                <a:gd name="T16" fmla="*/ 0 w 350"/>
                <a:gd name="T17" fmla="*/ 367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734">
                  <a:moveTo>
                    <a:pt x="0" y="367"/>
                  </a:moveTo>
                  <a:lnTo>
                    <a:pt x="0" y="734"/>
                  </a:lnTo>
                  <a:lnTo>
                    <a:pt x="175" y="734"/>
                  </a:lnTo>
                  <a:lnTo>
                    <a:pt x="350" y="734"/>
                  </a:lnTo>
                  <a:lnTo>
                    <a:pt x="350" y="367"/>
                  </a:lnTo>
                  <a:lnTo>
                    <a:pt x="350" y="0"/>
                  </a:lnTo>
                  <a:lnTo>
                    <a:pt x="175" y="0"/>
                  </a:lnTo>
                  <a:lnTo>
                    <a:pt x="0" y="0"/>
                  </a:lnTo>
                  <a:lnTo>
                    <a:pt x="0" y="3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3" name="Freeform 6">
              <a:extLst>
                <a:ext uri="{FF2B5EF4-FFF2-40B4-BE49-F238E27FC236}">
                  <a16:creationId xmlns:a16="http://schemas.microsoft.com/office/drawing/2014/main" id="{BA536644-CE23-EC24-0F80-E7028A078E42}"/>
                </a:ext>
              </a:extLst>
            </p:cNvPr>
            <p:cNvSpPr>
              <a:spLocks/>
            </p:cNvSpPr>
            <p:nvPr/>
          </p:nvSpPr>
          <p:spPr bwMode="auto">
            <a:xfrm>
              <a:off x="3690938" y="457201"/>
              <a:ext cx="136525" cy="273050"/>
            </a:xfrm>
            <a:custGeom>
              <a:avLst/>
              <a:gdLst>
                <a:gd name="T0" fmla="*/ 0 w 367"/>
                <a:gd name="T1" fmla="*/ 367 h 734"/>
                <a:gd name="T2" fmla="*/ 0 w 367"/>
                <a:gd name="T3" fmla="*/ 734 h 734"/>
                <a:gd name="T4" fmla="*/ 184 w 367"/>
                <a:gd name="T5" fmla="*/ 734 h 734"/>
                <a:gd name="T6" fmla="*/ 367 w 367"/>
                <a:gd name="T7" fmla="*/ 734 h 734"/>
                <a:gd name="T8" fmla="*/ 367 w 367"/>
                <a:gd name="T9" fmla="*/ 367 h 734"/>
                <a:gd name="T10" fmla="*/ 367 w 367"/>
                <a:gd name="T11" fmla="*/ 0 h 734"/>
                <a:gd name="T12" fmla="*/ 184 w 367"/>
                <a:gd name="T13" fmla="*/ 0 h 734"/>
                <a:gd name="T14" fmla="*/ 0 w 367"/>
                <a:gd name="T15" fmla="*/ 0 h 734"/>
                <a:gd name="T16" fmla="*/ 0 w 367"/>
                <a:gd name="T17" fmla="*/ 367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734">
                  <a:moveTo>
                    <a:pt x="0" y="367"/>
                  </a:moveTo>
                  <a:lnTo>
                    <a:pt x="0" y="734"/>
                  </a:lnTo>
                  <a:lnTo>
                    <a:pt x="184" y="734"/>
                  </a:lnTo>
                  <a:lnTo>
                    <a:pt x="367" y="734"/>
                  </a:lnTo>
                  <a:lnTo>
                    <a:pt x="367" y="367"/>
                  </a:lnTo>
                  <a:lnTo>
                    <a:pt x="367" y="0"/>
                  </a:lnTo>
                  <a:lnTo>
                    <a:pt x="184" y="0"/>
                  </a:lnTo>
                  <a:lnTo>
                    <a:pt x="0" y="0"/>
                  </a:lnTo>
                  <a:lnTo>
                    <a:pt x="0" y="3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4" name="Freeform 24">
              <a:extLst>
                <a:ext uri="{FF2B5EF4-FFF2-40B4-BE49-F238E27FC236}">
                  <a16:creationId xmlns:a16="http://schemas.microsoft.com/office/drawing/2014/main" id="{58C5FD61-C213-14C1-765E-B6CB7C605F4B}"/>
                </a:ext>
              </a:extLst>
            </p:cNvPr>
            <p:cNvSpPr>
              <a:spLocks noEditPoints="1"/>
            </p:cNvSpPr>
            <p:nvPr/>
          </p:nvSpPr>
          <p:spPr bwMode="auto">
            <a:xfrm>
              <a:off x="2501900" y="661989"/>
              <a:ext cx="1674813" cy="1462088"/>
            </a:xfrm>
            <a:custGeom>
              <a:avLst/>
              <a:gdLst>
                <a:gd name="T0" fmla="*/ 0 w 4483"/>
                <a:gd name="T1" fmla="*/ 475 h 3917"/>
                <a:gd name="T2" fmla="*/ 0 w 4483"/>
                <a:gd name="T3" fmla="*/ 950 h 3917"/>
                <a:gd name="T4" fmla="*/ 92 w 4483"/>
                <a:gd name="T5" fmla="*/ 950 h 3917"/>
                <a:gd name="T6" fmla="*/ 183 w 4483"/>
                <a:gd name="T7" fmla="*/ 950 h 3917"/>
                <a:gd name="T8" fmla="*/ 183 w 4483"/>
                <a:gd name="T9" fmla="*/ 2434 h 3917"/>
                <a:gd name="T10" fmla="*/ 183 w 4483"/>
                <a:gd name="T11" fmla="*/ 3917 h 3917"/>
                <a:gd name="T12" fmla="*/ 2242 w 4483"/>
                <a:gd name="T13" fmla="*/ 3917 h 3917"/>
                <a:gd name="T14" fmla="*/ 4300 w 4483"/>
                <a:gd name="T15" fmla="*/ 3917 h 3917"/>
                <a:gd name="T16" fmla="*/ 4300 w 4483"/>
                <a:gd name="T17" fmla="*/ 2434 h 3917"/>
                <a:gd name="T18" fmla="*/ 4300 w 4483"/>
                <a:gd name="T19" fmla="*/ 950 h 3917"/>
                <a:gd name="T20" fmla="*/ 4392 w 4483"/>
                <a:gd name="T21" fmla="*/ 950 h 3917"/>
                <a:gd name="T22" fmla="*/ 4483 w 4483"/>
                <a:gd name="T23" fmla="*/ 950 h 3917"/>
                <a:gd name="T24" fmla="*/ 4483 w 4483"/>
                <a:gd name="T25" fmla="*/ 475 h 3917"/>
                <a:gd name="T26" fmla="*/ 4483 w 4483"/>
                <a:gd name="T27" fmla="*/ 0 h 3917"/>
                <a:gd name="T28" fmla="*/ 4117 w 4483"/>
                <a:gd name="T29" fmla="*/ 0 h 3917"/>
                <a:gd name="T30" fmla="*/ 3752 w 4483"/>
                <a:gd name="T31" fmla="*/ 0 h 3917"/>
                <a:gd name="T32" fmla="*/ 3747 w 4483"/>
                <a:gd name="T33" fmla="*/ 187 h 3917"/>
                <a:gd name="T34" fmla="*/ 3742 w 4483"/>
                <a:gd name="T35" fmla="*/ 375 h 3917"/>
                <a:gd name="T36" fmla="*/ 3363 w 4483"/>
                <a:gd name="T37" fmla="*/ 380 h 3917"/>
                <a:gd name="T38" fmla="*/ 2983 w 4483"/>
                <a:gd name="T39" fmla="*/ 384 h 3917"/>
                <a:gd name="T40" fmla="*/ 2983 w 4483"/>
                <a:gd name="T41" fmla="*/ 192 h 3917"/>
                <a:gd name="T42" fmla="*/ 2983 w 4483"/>
                <a:gd name="T43" fmla="*/ 0 h 3917"/>
                <a:gd name="T44" fmla="*/ 2242 w 4483"/>
                <a:gd name="T45" fmla="*/ 0 h 3917"/>
                <a:gd name="T46" fmla="*/ 1502 w 4483"/>
                <a:gd name="T47" fmla="*/ 0 h 3917"/>
                <a:gd name="T48" fmla="*/ 1497 w 4483"/>
                <a:gd name="T49" fmla="*/ 187 h 3917"/>
                <a:gd name="T50" fmla="*/ 1492 w 4483"/>
                <a:gd name="T51" fmla="*/ 375 h 3917"/>
                <a:gd name="T52" fmla="*/ 1117 w 4483"/>
                <a:gd name="T53" fmla="*/ 375 h 3917"/>
                <a:gd name="T54" fmla="*/ 742 w 4483"/>
                <a:gd name="T55" fmla="*/ 375 h 3917"/>
                <a:gd name="T56" fmla="*/ 737 w 4483"/>
                <a:gd name="T57" fmla="*/ 187 h 3917"/>
                <a:gd name="T58" fmla="*/ 732 w 4483"/>
                <a:gd name="T59" fmla="*/ 0 h 3917"/>
                <a:gd name="T60" fmla="*/ 367 w 4483"/>
                <a:gd name="T61" fmla="*/ 0 h 3917"/>
                <a:gd name="T62" fmla="*/ 0 w 4483"/>
                <a:gd name="T63" fmla="*/ 0 h 3917"/>
                <a:gd name="T64" fmla="*/ 0 w 4483"/>
                <a:gd name="T65" fmla="*/ 475 h 3917"/>
                <a:gd name="T66" fmla="*/ 3917 w 4483"/>
                <a:gd name="T67" fmla="*/ 2250 h 3917"/>
                <a:gd name="T68" fmla="*/ 3917 w 4483"/>
                <a:gd name="T69" fmla="*/ 3567 h 3917"/>
                <a:gd name="T70" fmla="*/ 2238 w 4483"/>
                <a:gd name="T71" fmla="*/ 3564 h 3917"/>
                <a:gd name="T72" fmla="*/ 558 w 4483"/>
                <a:gd name="T73" fmla="*/ 3559 h 3917"/>
                <a:gd name="T74" fmla="*/ 553 w 4483"/>
                <a:gd name="T75" fmla="*/ 2245 h 3917"/>
                <a:gd name="T76" fmla="*/ 550 w 4483"/>
                <a:gd name="T77" fmla="*/ 934 h 3917"/>
                <a:gd name="T78" fmla="*/ 2233 w 4483"/>
                <a:gd name="T79" fmla="*/ 934 h 3917"/>
                <a:gd name="T80" fmla="*/ 3917 w 4483"/>
                <a:gd name="T81" fmla="*/ 934 h 3917"/>
                <a:gd name="T82" fmla="*/ 3917 w 4483"/>
                <a:gd name="T83" fmla="*/ 2250 h 3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483" h="3917">
                  <a:moveTo>
                    <a:pt x="0" y="475"/>
                  </a:moveTo>
                  <a:lnTo>
                    <a:pt x="0" y="950"/>
                  </a:lnTo>
                  <a:lnTo>
                    <a:pt x="92" y="950"/>
                  </a:lnTo>
                  <a:lnTo>
                    <a:pt x="183" y="950"/>
                  </a:lnTo>
                  <a:lnTo>
                    <a:pt x="183" y="2434"/>
                  </a:lnTo>
                  <a:lnTo>
                    <a:pt x="183" y="3917"/>
                  </a:lnTo>
                  <a:lnTo>
                    <a:pt x="2242" y="3917"/>
                  </a:lnTo>
                  <a:lnTo>
                    <a:pt x="4300" y="3917"/>
                  </a:lnTo>
                  <a:lnTo>
                    <a:pt x="4300" y="2434"/>
                  </a:lnTo>
                  <a:lnTo>
                    <a:pt x="4300" y="950"/>
                  </a:lnTo>
                  <a:lnTo>
                    <a:pt x="4392" y="950"/>
                  </a:lnTo>
                  <a:lnTo>
                    <a:pt x="4483" y="950"/>
                  </a:lnTo>
                  <a:lnTo>
                    <a:pt x="4483" y="475"/>
                  </a:lnTo>
                  <a:lnTo>
                    <a:pt x="4483" y="0"/>
                  </a:lnTo>
                  <a:lnTo>
                    <a:pt x="4117" y="0"/>
                  </a:lnTo>
                  <a:lnTo>
                    <a:pt x="3752" y="0"/>
                  </a:lnTo>
                  <a:lnTo>
                    <a:pt x="3747" y="187"/>
                  </a:lnTo>
                  <a:lnTo>
                    <a:pt x="3742" y="375"/>
                  </a:lnTo>
                  <a:lnTo>
                    <a:pt x="3363" y="380"/>
                  </a:lnTo>
                  <a:lnTo>
                    <a:pt x="2983" y="384"/>
                  </a:lnTo>
                  <a:lnTo>
                    <a:pt x="2983" y="192"/>
                  </a:lnTo>
                  <a:lnTo>
                    <a:pt x="2983" y="0"/>
                  </a:lnTo>
                  <a:lnTo>
                    <a:pt x="2242" y="0"/>
                  </a:lnTo>
                  <a:lnTo>
                    <a:pt x="1502" y="0"/>
                  </a:lnTo>
                  <a:lnTo>
                    <a:pt x="1497" y="187"/>
                  </a:lnTo>
                  <a:lnTo>
                    <a:pt x="1492" y="375"/>
                  </a:lnTo>
                  <a:lnTo>
                    <a:pt x="1117" y="375"/>
                  </a:lnTo>
                  <a:lnTo>
                    <a:pt x="742" y="375"/>
                  </a:lnTo>
                  <a:lnTo>
                    <a:pt x="737" y="187"/>
                  </a:lnTo>
                  <a:lnTo>
                    <a:pt x="732" y="0"/>
                  </a:lnTo>
                  <a:lnTo>
                    <a:pt x="367" y="0"/>
                  </a:lnTo>
                  <a:lnTo>
                    <a:pt x="0" y="0"/>
                  </a:lnTo>
                  <a:lnTo>
                    <a:pt x="0" y="475"/>
                  </a:lnTo>
                  <a:close/>
                  <a:moveTo>
                    <a:pt x="3917" y="2250"/>
                  </a:moveTo>
                  <a:lnTo>
                    <a:pt x="3917" y="3567"/>
                  </a:lnTo>
                  <a:lnTo>
                    <a:pt x="2238" y="3564"/>
                  </a:lnTo>
                  <a:lnTo>
                    <a:pt x="558" y="3559"/>
                  </a:lnTo>
                  <a:lnTo>
                    <a:pt x="553" y="2245"/>
                  </a:lnTo>
                  <a:lnTo>
                    <a:pt x="550" y="934"/>
                  </a:lnTo>
                  <a:lnTo>
                    <a:pt x="2233" y="934"/>
                  </a:lnTo>
                  <a:lnTo>
                    <a:pt x="3917" y="934"/>
                  </a:lnTo>
                  <a:lnTo>
                    <a:pt x="3917" y="22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5" name="Freeform 25">
              <a:extLst>
                <a:ext uri="{FF2B5EF4-FFF2-40B4-BE49-F238E27FC236}">
                  <a16:creationId xmlns:a16="http://schemas.microsoft.com/office/drawing/2014/main" id="{192142A6-A94C-4085-2BEF-6F2315486D48}"/>
                </a:ext>
              </a:extLst>
            </p:cNvPr>
            <p:cNvSpPr>
              <a:spLocks/>
            </p:cNvSpPr>
            <p:nvPr/>
          </p:nvSpPr>
          <p:spPr bwMode="auto">
            <a:xfrm>
              <a:off x="2857500" y="1154114"/>
              <a:ext cx="130175" cy="136525"/>
            </a:xfrm>
            <a:custGeom>
              <a:avLst/>
              <a:gdLst>
                <a:gd name="T0" fmla="*/ 0 w 350"/>
                <a:gd name="T1" fmla="*/ 183 h 367"/>
                <a:gd name="T2" fmla="*/ 0 w 350"/>
                <a:gd name="T3" fmla="*/ 367 h 367"/>
                <a:gd name="T4" fmla="*/ 175 w 350"/>
                <a:gd name="T5" fmla="*/ 367 h 367"/>
                <a:gd name="T6" fmla="*/ 350 w 350"/>
                <a:gd name="T7" fmla="*/ 367 h 367"/>
                <a:gd name="T8" fmla="*/ 350 w 350"/>
                <a:gd name="T9" fmla="*/ 183 h 367"/>
                <a:gd name="T10" fmla="*/ 350 w 350"/>
                <a:gd name="T11" fmla="*/ 0 h 367"/>
                <a:gd name="T12" fmla="*/ 175 w 350"/>
                <a:gd name="T13" fmla="*/ 0 h 367"/>
                <a:gd name="T14" fmla="*/ 0 w 350"/>
                <a:gd name="T15" fmla="*/ 0 h 367"/>
                <a:gd name="T16" fmla="*/ 0 w 350"/>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67">
                  <a:moveTo>
                    <a:pt x="0" y="183"/>
                  </a:moveTo>
                  <a:lnTo>
                    <a:pt x="0" y="367"/>
                  </a:lnTo>
                  <a:lnTo>
                    <a:pt x="175" y="367"/>
                  </a:lnTo>
                  <a:lnTo>
                    <a:pt x="350" y="367"/>
                  </a:lnTo>
                  <a:lnTo>
                    <a:pt x="350" y="183"/>
                  </a:lnTo>
                  <a:lnTo>
                    <a:pt x="350" y="0"/>
                  </a:lnTo>
                  <a:lnTo>
                    <a:pt x="175"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6" name="Freeform 26">
              <a:extLst>
                <a:ext uri="{FF2B5EF4-FFF2-40B4-BE49-F238E27FC236}">
                  <a16:creationId xmlns:a16="http://schemas.microsoft.com/office/drawing/2014/main" id="{073AFEBC-98FB-1113-BD7E-44CCEE89CF80}"/>
                </a:ext>
              </a:extLst>
            </p:cNvPr>
            <p:cNvSpPr>
              <a:spLocks/>
            </p:cNvSpPr>
            <p:nvPr/>
          </p:nvSpPr>
          <p:spPr bwMode="auto">
            <a:xfrm>
              <a:off x="3130550"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7" name="Freeform 27">
              <a:extLst>
                <a:ext uri="{FF2B5EF4-FFF2-40B4-BE49-F238E27FC236}">
                  <a16:creationId xmlns:a16="http://schemas.microsoft.com/office/drawing/2014/main" id="{FADE7C31-53FF-576E-8936-2FC77604FA79}"/>
                </a:ext>
              </a:extLst>
            </p:cNvPr>
            <p:cNvSpPr>
              <a:spLocks/>
            </p:cNvSpPr>
            <p:nvPr/>
          </p:nvSpPr>
          <p:spPr bwMode="auto">
            <a:xfrm>
              <a:off x="3411538"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8" name="Freeform 28">
              <a:extLst>
                <a:ext uri="{FF2B5EF4-FFF2-40B4-BE49-F238E27FC236}">
                  <a16:creationId xmlns:a16="http://schemas.microsoft.com/office/drawing/2014/main" id="{6EFDE04F-7EDE-AA8A-726C-E1C657987861}"/>
                </a:ext>
              </a:extLst>
            </p:cNvPr>
            <p:cNvSpPr>
              <a:spLocks/>
            </p:cNvSpPr>
            <p:nvPr/>
          </p:nvSpPr>
          <p:spPr bwMode="auto">
            <a:xfrm>
              <a:off x="3690938"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9" name="Freeform 29">
              <a:extLst>
                <a:ext uri="{FF2B5EF4-FFF2-40B4-BE49-F238E27FC236}">
                  <a16:creationId xmlns:a16="http://schemas.microsoft.com/office/drawing/2014/main" id="{9E7A66D0-2B17-DA83-D8B6-7DC9829A19EB}"/>
                </a:ext>
              </a:extLst>
            </p:cNvPr>
            <p:cNvSpPr>
              <a:spLocks/>
            </p:cNvSpPr>
            <p:nvPr/>
          </p:nvSpPr>
          <p:spPr bwMode="auto">
            <a:xfrm>
              <a:off x="2857500" y="1427164"/>
              <a:ext cx="130175" cy="142875"/>
            </a:xfrm>
            <a:custGeom>
              <a:avLst/>
              <a:gdLst>
                <a:gd name="T0" fmla="*/ 0 w 350"/>
                <a:gd name="T1" fmla="*/ 192 h 384"/>
                <a:gd name="T2" fmla="*/ 0 w 350"/>
                <a:gd name="T3" fmla="*/ 384 h 384"/>
                <a:gd name="T4" fmla="*/ 175 w 350"/>
                <a:gd name="T5" fmla="*/ 384 h 384"/>
                <a:gd name="T6" fmla="*/ 350 w 350"/>
                <a:gd name="T7" fmla="*/ 384 h 384"/>
                <a:gd name="T8" fmla="*/ 350 w 350"/>
                <a:gd name="T9" fmla="*/ 192 h 384"/>
                <a:gd name="T10" fmla="*/ 350 w 350"/>
                <a:gd name="T11" fmla="*/ 0 h 384"/>
                <a:gd name="T12" fmla="*/ 175 w 350"/>
                <a:gd name="T13" fmla="*/ 0 h 384"/>
                <a:gd name="T14" fmla="*/ 0 w 350"/>
                <a:gd name="T15" fmla="*/ 0 h 384"/>
                <a:gd name="T16" fmla="*/ 0 w 350"/>
                <a:gd name="T17"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84">
                  <a:moveTo>
                    <a:pt x="0" y="192"/>
                  </a:moveTo>
                  <a:lnTo>
                    <a:pt x="0" y="384"/>
                  </a:lnTo>
                  <a:lnTo>
                    <a:pt x="175" y="384"/>
                  </a:lnTo>
                  <a:lnTo>
                    <a:pt x="350" y="384"/>
                  </a:lnTo>
                  <a:lnTo>
                    <a:pt x="350" y="192"/>
                  </a:lnTo>
                  <a:lnTo>
                    <a:pt x="350" y="0"/>
                  </a:lnTo>
                  <a:lnTo>
                    <a:pt x="175" y="0"/>
                  </a:lnTo>
                  <a:lnTo>
                    <a:pt x="0" y="0"/>
                  </a:lnTo>
                  <a:lnTo>
                    <a:pt x="0"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0" name="Freeform 30">
              <a:extLst>
                <a:ext uri="{FF2B5EF4-FFF2-40B4-BE49-F238E27FC236}">
                  <a16:creationId xmlns:a16="http://schemas.microsoft.com/office/drawing/2014/main" id="{34736A4E-E0F3-9CFA-5B0E-12315F5F99DF}"/>
                </a:ext>
              </a:extLst>
            </p:cNvPr>
            <p:cNvSpPr>
              <a:spLocks/>
            </p:cNvSpPr>
            <p:nvPr/>
          </p:nvSpPr>
          <p:spPr bwMode="auto">
            <a:xfrm>
              <a:off x="3132138" y="1427164"/>
              <a:ext cx="134938" cy="142875"/>
            </a:xfrm>
            <a:custGeom>
              <a:avLst/>
              <a:gdLst>
                <a:gd name="T0" fmla="*/ 4 w 364"/>
                <a:gd name="T1" fmla="*/ 22 h 385"/>
                <a:gd name="T2" fmla="*/ 2 w 364"/>
                <a:gd name="T3" fmla="*/ 40 h 385"/>
                <a:gd name="T4" fmla="*/ 0 w 364"/>
                <a:gd name="T5" fmla="*/ 142 h 385"/>
                <a:gd name="T6" fmla="*/ 1 w 364"/>
                <a:gd name="T7" fmla="*/ 210 h 385"/>
                <a:gd name="T8" fmla="*/ 6 w 364"/>
                <a:gd name="T9" fmla="*/ 375 h 385"/>
                <a:gd name="T10" fmla="*/ 186 w 364"/>
                <a:gd name="T11" fmla="*/ 380 h 385"/>
                <a:gd name="T12" fmla="*/ 364 w 364"/>
                <a:gd name="T13" fmla="*/ 385 h 385"/>
                <a:gd name="T14" fmla="*/ 364 w 364"/>
                <a:gd name="T15" fmla="*/ 192 h 385"/>
                <a:gd name="T16" fmla="*/ 364 w 364"/>
                <a:gd name="T17" fmla="*/ 0 h 385"/>
                <a:gd name="T18" fmla="*/ 189 w 364"/>
                <a:gd name="T19" fmla="*/ 0 h 385"/>
                <a:gd name="T20" fmla="*/ 102 w 364"/>
                <a:gd name="T21" fmla="*/ 1 h 385"/>
                <a:gd name="T22" fmla="*/ 30 w 364"/>
                <a:gd name="T23" fmla="*/ 8 h 385"/>
                <a:gd name="T24" fmla="*/ 8 w 364"/>
                <a:gd name="T25" fmla="*/ 16 h 385"/>
                <a:gd name="T26" fmla="*/ 4 w 364"/>
                <a:gd name="T27" fmla="*/ 22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385">
                  <a:moveTo>
                    <a:pt x="4" y="22"/>
                  </a:moveTo>
                  <a:lnTo>
                    <a:pt x="2" y="40"/>
                  </a:lnTo>
                  <a:lnTo>
                    <a:pt x="0" y="142"/>
                  </a:lnTo>
                  <a:lnTo>
                    <a:pt x="1" y="210"/>
                  </a:lnTo>
                  <a:lnTo>
                    <a:pt x="6" y="375"/>
                  </a:lnTo>
                  <a:lnTo>
                    <a:pt x="186" y="380"/>
                  </a:lnTo>
                  <a:lnTo>
                    <a:pt x="364" y="385"/>
                  </a:lnTo>
                  <a:lnTo>
                    <a:pt x="364" y="192"/>
                  </a:lnTo>
                  <a:lnTo>
                    <a:pt x="364" y="0"/>
                  </a:lnTo>
                  <a:lnTo>
                    <a:pt x="189" y="0"/>
                  </a:lnTo>
                  <a:lnTo>
                    <a:pt x="102" y="1"/>
                  </a:lnTo>
                  <a:lnTo>
                    <a:pt x="30" y="8"/>
                  </a:lnTo>
                  <a:lnTo>
                    <a:pt x="8" y="16"/>
                  </a:lnTo>
                  <a:lnTo>
                    <a:pt x="4"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1" name="Freeform 31">
              <a:extLst>
                <a:ext uri="{FF2B5EF4-FFF2-40B4-BE49-F238E27FC236}">
                  <a16:creationId xmlns:a16="http://schemas.microsoft.com/office/drawing/2014/main" id="{1F92EDD7-209A-C889-49BC-39BFE0C45AB6}"/>
                </a:ext>
              </a:extLst>
            </p:cNvPr>
            <p:cNvSpPr>
              <a:spLocks/>
            </p:cNvSpPr>
            <p:nvPr/>
          </p:nvSpPr>
          <p:spPr bwMode="auto">
            <a:xfrm>
              <a:off x="3411538" y="1428751"/>
              <a:ext cx="136525" cy="141288"/>
            </a:xfrm>
            <a:custGeom>
              <a:avLst/>
              <a:gdLst>
                <a:gd name="T0" fmla="*/ 12 w 369"/>
                <a:gd name="T1" fmla="*/ 7 h 381"/>
                <a:gd name="T2" fmla="*/ 7 w 369"/>
                <a:gd name="T3" fmla="*/ 22 h 381"/>
                <a:gd name="T4" fmla="*/ 1 w 369"/>
                <a:gd name="T5" fmla="*/ 127 h 381"/>
                <a:gd name="T6" fmla="*/ 0 w 369"/>
                <a:gd name="T7" fmla="*/ 201 h 381"/>
                <a:gd name="T8" fmla="*/ 0 w 369"/>
                <a:gd name="T9" fmla="*/ 381 h 381"/>
                <a:gd name="T10" fmla="*/ 184 w 369"/>
                <a:gd name="T11" fmla="*/ 381 h 381"/>
                <a:gd name="T12" fmla="*/ 369 w 369"/>
                <a:gd name="T13" fmla="*/ 381 h 381"/>
                <a:gd name="T14" fmla="*/ 364 w 369"/>
                <a:gd name="T15" fmla="*/ 192 h 381"/>
                <a:gd name="T16" fmla="*/ 359 w 369"/>
                <a:gd name="T17" fmla="*/ 6 h 381"/>
                <a:gd name="T18" fmla="*/ 190 w 369"/>
                <a:gd name="T19" fmla="*/ 1 h 381"/>
                <a:gd name="T20" fmla="*/ 123 w 369"/>
                <a:gd name="T21" fmla="*/ 0 h 381"/>
                <a:gd name="T22" fmla="*/ 26 w 369"/>
                <a:gd name="T23" fmla="*/ 3 h 381"/>
                <a:gd name="T24" fmla="*/ 12 w 369"/>
                <a:gd name="T25" fmla="*/ 7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381">
                  <a:moveTo>
                    <a:pt x="12" y="7"/>
                  </a:moveTo>
                  <a:lnTo>
                    <a:pt x="7" y="22"/>
                  </a:lnTo>
                  <a:lnTo>
                    <a:pt x="1" y="127"/>
                  </a:lnTo>
                  <a:lnTo>
                    <a:pt x="0" y="201"/>
                  </a:lnTo>
                  <a:lnTo>
                    <a:pt x="0" y="381"/>
                  </a:lnTo>
                  <a:lnTo>
                    <a:pt x="184" y="381"/>
                  </a:lnTo>
                  <a:lnTo>
                    <a:pt x="369" y="381"/>
                  </a:lnTo>
                  <a:lnTo>
                    <a:pt x="364" y="192"/>
                  </a:lnTo>
                  <a:lnTo>
                    <a:pt x="359" y="6"/>
                  </a:lnTo>
                  <a:lnTo>
                    <a:pt x="190" y="1"/>
                  </a:lnTo>
                  <a:lnTo>
                    <a:pt x="123" y="0"/>
                  </a:lnTo>
                  <a:lnTo>
                    <a:pt x="26" y="3"/>
                  </a:lnTo>
                  <a:lnTo>
                    <a:pt x="1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2" name="Freeform 32">
              <a:extLst>
                <a:ext uri="{FF2B5EF4-FFF2-40B4-BE49-F238E27FC236}">
                  <a16:creationId xmlns:a16="http://schemas.microsoft.com/office/drawing/2014/main" id="{F5C9AC26-1E44-2C5C-EBB5-9412C5652BC3}"/>
                </a:ext>
              </a:extLst>
            </p:cNvPr>
            <p:cNvSpPr>
              <a:spLocks/>
            </p:cNvSpPr>
            <p:nvPr/>
          </p:nvSpPr>
          <p:spPr bwMode="auto">
            <a:xfrm>
              <a:off x="3690938" y="1427164"/>
              <a:ext cx="133350" cy="142875"/>
            </a:xfrm>
            <a:custGeom>
              <a:avLst/>
              <a:gdLst>
                <a:gd name="T0" fmla="*/ 0 w 359"/>
                <a:gd name="T1" fmla="*/ 193 h 386"/>
                <a:gd name="T2" fmla="*/ 0 w 359"/>
                <a:gd name="T3" fmla="*/ 386 h 386"/>
                <a:gd name="T4" fmla="*/ 180 w 359"/>
                <a:gd name="T5" fmla="*/ 381 h 386"/>
                <a:gd name="T6" fmla="*/ 359 w 359"/>
                <a:gd name="T7" fmla="*/ 376 h 386"/>
                <a:gd name="T8" fmla="*/ 359 w 359"/>
                <a:gd name="T9" fmla="*/ 193 h 386"/>
                <a:gd name="T10" fmla="*/ 359 w 359"/>
                <a:gd name="T11" fmla="*/ 10 h 386"/>
                <a:gd name="T12" fmla="*/ 180 w 359"/>
                <a:gd name="T13" fmla="*/ 5 h 386"/>
                <a:gd name="T14" fmla="*/ 0 w 359"/>
                <a:gd name="T15" fmla="*/ 0 h 386"/>
                <a:gd name="T16" fmla="*/ 0 w 359"/>
                <a:gd name="T17" fmla="*/ 193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9" h="386">
                  <a:moveTo>
                    <a:pt x="0" y="193"/>
                  </a:moveTo>
                  <a:lnTo>
                    <a:pt x="0" y="386"/>
                  </a:lnTo>
                  <a:lnTo>
                    <a:pt x="180" y="381"/>
                  </a:lnTo>
                  <a:lnTo>
                    <a:pt x="359" y="376"/>
                  </a:lnTo>
                  <a:lnTo>
                    <a:pt x="359" y="193"/>
                  </a:lnTo>
                  <a:lnTo>
                    <a:pt x="359" y="10"/>
                  </a:lnTo>
                  <a:lnTo>
                    <a:pt x="180" y="5"/>
                  </a:lnTo>
                  <a:lnTo>
                    <a:pt x="0" y="0"/>
                  </a:lnTo>
                  <a:lnTo>
                    <a:pt x="0"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6" name="Freeform 33">
              <a:extLst>
                <a:ext uri="{FF2B5EF4-FFF2-40B4-BE49-F238E27FC236}">
                  <a16:creationId xmlns:a16="http://schemas.microsoft.com/office/drawing/2014/main" id="{B9A1FE8E-702F-1CCB-4F89-957C25B3DC85}"/>
                </a:ext>
              </a:extLst>
            </p:cNvPr>
            <p:cNvSpPr>
              <a:spLocks/>
            </p:cNvSpPr>
            <p:nvPr/>
          </p:nvSpPr>
          <p:spPr bwMode="auto">
            <a:xfrm>
              <a:off x="2857500" y="1706564"/>
              <a:ext cx="130175" cy="142875"/>
            </a:xfrm>
            <a:custGeom>
              <a:avLst/>
              <a:gdLst>
                <a:gd name="T0" fmla="*/ 0 w 350"/>
                <a:gd name="T1" fmla="*/ 192 h 384"/>
                <a:gd name="T2" fmla="*/ 0 w 350"/>
                <a:gd name="T3" fmla="*/ 384 h 384"/>
                <a:gd name="T4" fmla="*/ 175 w 350"/>
                <a:gd name="T5" fmla="*/ 384 h 384"/>
                <a:gd name="T6" fmla="*/ 350 w 350"/>
                <a:gd name="T7" fmla="*/ 384 h 384"/>
                <a:gd name="T8" fmla="*/ 350 w 350"/>
                <a:gd name="T9" fmla="*/ 192 h 384"/>
                <a:gd name="T10" fmla="*/ 350 w 350"/>
                <a:gd name="T11" fmla="*/ 0 h 384"/>
                <a:gd name="T12" fmla="*/ 175 w 350"/>
                <a:gd name="T13" fmla="*/ 0 h 384"/>
                <a:gd name="T14" fmla="*/ 0 w 350"/>
                <a:gd name="T15" fmla="*/ 0 h 384"/>
                <a:gd name="T16" fmla="*/ 0 w 350"/>
                <a:gd name="T17"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84">
                  <a:moveTo>
                    <a:pt x="0" y="192"/>
                  </a:moveTo>
                  <a:lnTo>
                    <a:pt x="0" y="384"/>
                  </a:lnTo>
                  <a:lnTo>
                    <a:pt x="175" y="384"/>
                  </a:lnTo>
                  <a:lnTo>
                    <a:pt x="350" y="384"/>
                  </a:lnTo>
                  <a:lnTo>
                    <a:pt x="350" y="192"/>
                  </a:lnTo>
                  <a:lnTo>
                    <a:pt x="350" y="0"/>
                  </a:lnTo>
                  <a:lnTo>
                    <a:pt x="175" y="0"/>
                  </a:lnTo>
                  <a:lnTo>
                    <a:pt x="0" y="0"/>
                  </a:lnTo>
                  <a:lnTo>
                    <a:pt x="0"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7" name="Freeform 34">
              <a:extLst>
                <a:ext uri="{FF2B5EF4-FFF2-40B4-BE49-F238E27FC236}">
                  <a16:creationId xmlns:a16="http://schemas.microsoft.com/office/drawing/2014/main" id="{BF952247-9C12-051B-7270-7A9B50466659}"/>
                </a:ext>
              </a:extLst>
            </p:cNvPr>
            <p:cNvSpPr>
              <a:spLocks/>
            </p:cNvSpPr>
            <p:nvPr/>
          </p:nvSpPr>
          <p:spPr bwMode="auto">
            <a:xfrm>
              <a:off x="3132138" y="1706564"/>
              <a:ext cx="134938" cy="144463"/>
            </a:xfrm>
            <a:custGeom>
              <a:avLst/>
              <a:gdLst>
                <a:gd name="T0" fmla="*/ 4 w 364"/>
                <a:gd name="T1" fmla="*/ 22 h 385"/>
                <a:gd name="T2" fmla="*/ 2 w 364"/>
                <a:gd name="T3" fmla="*/ 40 h 385"/>
                <a:gd name="T4" fmla="*/ 0 w 364"/>
                <a:gd name="T5" fmla="*/ 142 h 385"/>
                <a:gd name="T6" fmla="*/ 1 w 364"/>
                <a:gd name="T7" fmla="*/ 210 h 385"/>
                <a:gd name="T8" fmla="*/ 6 w 364"/>
                <a:gd name="T9" fmla="*/ 375 h 385"/>
                <a:gd name="T10" fmla="*/ 186 w 364"/>
                <a:gd name="T11" fmla="*/ 380 h 385"/>
                <a:gd name="T12" fmla="*/ 364 w 364"/>
                <a:gd name="T13" fmla="*/ 385 h 385"/>
                <a:gd name="T14" fmla="*/ 364 w 364"/>
                <a:gd name="T15" fmla="*/ 192 h 385"/>
                <a:gd name="T16" fmla="*/ 364 w 364"/>
                <a:gd name="T17" fmla="*/ 0 h 385"/>
                <a:gd name="T18" fmla="*/ 189 w 364"/>
                <a:gd name="T19" fmla="*/ 0 h 385"/>
                <a:gd name="T20" fmla="*/ 102 w 364"/>
                <a:gd name="T21" fmla="*/ 1 h 385"/>
                <a:gd name="T22" fmla="*/ 30 w 364"/>
                <a:gd name="T23" fmla="*/ 8 h 385"/>
                <a:gd name="T24" fmla="*/ 8 w 364"/>
                <a:gd name="T25" fmla="*/ 16 h 385"/>
                <a:gd name="T26" fmla="*/ 4 w 364"/>
                <a:gd name="T27" fmla="*/ 22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385">
                  <a:moveTo>
                    <a:pt x="4" y="22"/>
                  </a:moveTo>
                  <a:lnTo>
                    <a:pt x="2" y="40"/>
                  </a:lnTo>
                  <a:lnTo>
                    <a:pt x="0" y="142"/>
                  </a:lnTo>
                  <a:lnTo>
                    <a:pt x="1" y="210"/>
                  </a:lnTo>
                  <a:lnTo>
                    <a:pt x="6" y="375"/>
                  </a:lnTo>
                  <a:lnTo>
                    <a:pt x="186" y="380"/>
                  </a:lnTo>
                  <a:lnTo>
                    <a:pt x="364" y="385"/>
                  </a:lnTo>
                  <a:lnTo>
                    <a:pt x="364" y="192"/>
                  </a:lnTo>
                  <a:lnTo>
                    <a:pt x="364" y="0"/>
                  </a:lnTo>
                  <a:lnTo>
                    <a:pt x="189" y="0"/>
                  </a:lnTo>
                  <a:lnTo>
                    <a:pt x="102" y="1"/>
                  </a:lnTo>
                  <a:lnTo>
                    <a:pt x="30" y="8"/>
                  </a:lnTo>
                  <a:lnTo>
                    <a:pt x="8" y="16"/>
                  </a:lnTo>
                  <a:lnTo>
                    <a:pt x="4"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8" name="Freeform 35">
              <a:extLst>
                <a:ext uri="{FF2B5EF4-FFF2-40B4-BE49-F238E27FC236}">
                  <a16:creationId xmlns:a16="http://schemas.microsoft.com/office/drawing/2014/main" id="{F7EAF1FB-5A55-BADC-CC84-CE416905FEEF}"/>
                </a:ext>
              </a:extLst>
            </p:cNvPr>
            <p:cNvSpPr>
              <a:spLocks/>
            </p:cNvSpPr>
            <p:nvPr/>
          </p:nvSpPr>
          <p:spPr bwMode="auto">
            <a:xfrm>
              <a:off x="3409950" y="1706564"/>
              <a:ext cx="138113" cy="139700"/>
            </a:xfrm>
            <a:custGeom>
              <a:avLst/>
              <a:gdLst>
                <a:gd name="T0" fmla="*/ 5 w 370"/>
                <a:gd name="T1" fmla="*/ 187 h 375"/>
                <a:gd name="T2" fmla="*/ 10 w 370"/>
                <a:gd name="T3" fmla="*/ 375 h 375"/>
                <a:gd name="T4" fmla="*/ 185 w 370"/>
                <a:gd name="T5" fmla="*/ 375 h 375"/>
                <a:gd name="T6" fmla="*/ 360 w 370"/>
                <a:gd name="T7" fmla="*/ 375 h 375"/>
                <a:gd name="T8" fmla="*/ 365 w 370"/>
                <a:gd name="T9" fmla="*/ 187 h 375"/>
                <a:gd name="T10" fmla="*/ 370 w 370"/>
                <a:gd name="T11" fmla="*/ 0 h 375"/>
                <a:gd name="T12" fmla="*/ 185 w 370"/>
                <a:gd name="T13" fmla="*/ 0 h 375"/>
                <a:gd name="T14" fmla="*/ 0 w 370"/>
                <a:gd name="T15" fmla="*/ 0 h 375"/>
                <a:gd name="T16" fmla="*/ 5 w 370"/>
                <a:gd name="T17" fmla="*/ 187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0" h="375">
                  <a:moveTo>
                    <a:pt x="5" y="187"/>
                  </a:moveTo>
                  <a:lnTo>
                    <a:pt x="10" y="375"/>
                  </a:lnTo>
                  <a:lnTo>
                    <a:pt x="185" y="375"/>
                  </a:lnTo>
                  <a:lnTo>
                    <a:pt x="360" y="375"/>
                  </a:lnTo>
                  <a:lnTo>
                    <a:pt x="365" y="187"/>
                  </a:lnTo>
                  <a:lnTo>
                    <a:pt x="370" y="0"/>
                  </a:lnTo>
                  <a:lnTo>
                    <a:pt x="185" y="0"/>
                  </a:lnTo>
                  <a:lnTo>
                    <a:pt x="0" y="0"/>
                  </a:lnTo>
                  <a:lnTo>
                    <a:pt x="5" y="1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9" name="Freeform 36">
              <a:extLst>
                <a:ext uri="{FF2B5EF4-FFF2-40B4-BE49-F238E27FC236}">
                  <a16:creationId xmlns:a16="http://schemas.microsoft.com/office/drawing/2014/main" id="{7B24A77E-60E5-DB50-5753-599C0D2CB2BF}"/>
                </a:ext>
              </a:extLst>
            </p:cNvPr>
            <p:cNvSpPr>
              <a:spLocks/>
            </p:cNvSpPr>
            <p:nvPr/>
          </p:nvSpPr>
          <p:spPr bwMode="auto">
            <a:xfrm>
              <a:off x="3690938" y="1706564"/>
              <a:ext cx="133350" cy="144463"/>
            </a:xfrm>
            <a:custGeom>
              <a:avLst/>
              <a:gdLst>
                <a:gd name="T0" fmla="*/ 0 w 359"/>
                <a:gd name="T1" fmla="*/ 193 h 386"/>
                <a:gd name="T2" fmla="*/ 0 w 359"/>
                <a:gd name="T3" fmla="*/ 386 h 386"/>
                <a:gd name="T4" fmla="*/ 180 w 359"/>
                <a:gd name="T5" fmla="*/ 381 h 386"/>
                <a:gd name="T6" fmla="*/ 359 w 359"/>
                <a:gd name="T7" fmla="*/ 376 h 386"/>
                <a:gd name="T8" fmla="*/ 359 w 359"/>
                <a:gd name="T9" fmla="*/ 193 h 386"/>
                <a:gd name="T10" fmla="*/ 359 w 359"/>
                <a:gd name="T11" fmla="*/ 10 h 386"/>
                <a:gd name="T12" fmla="*/ 180 w 359"/>
                <a:gd name="T13" fmla="*/ 5 h 386"/>
                <a:gd name="T14" fmla="*/ 0 w 359"/>
                <a:gd name="T15" fmla="*/ 0 h 386"/>
                <a:gd name="T16" fmla="*/ 0 w 359"/>
                <a:gd name="T17" fmla="*/ 193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9" h="386">
                  <a:moveTo>
                    <a:pt x="0" y="193"/>
                  </a:moveTo>
                  <a:lnTo>
                    <a:pt x="0" y="386"/>
                  </a:lnTo>
                  <a:lnTo>
                    <a:pt x="180" y="381"/>
                  </a:lnTo>
                  <a:lnTo>
                    <a:pt x="359" y="376"/>
                  </a:lnTo>
                  <a:lnTo>
                    <a:pt x="359" y="193"/>
                  </a:lnTo>
                  <a:lnTo>
                    <a:pt x="359" y="10"/>
                  </a:lnTo>
                  <a:lnTo>
                    <a:pt x="180" y="5"/>
                  </a:lnTo>
                  <a:lnTo>
                    <a:pt x="0" y="0"/>
                  </a:lnTo>
                  <a:lnTo>
                    <a:pt x="0"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60" name="Rounded Rectangle 52">
            <a:extLst>
              <a:ext uri="{FF2B5EF4-FFF2-40B4-BE49-F238E27FC236}">
                <a16:creationId xmlns:a16="http://schemas.microsoft.com/office/drawing/2014/main" id="{031D5ABC-DD19-D8EF-0B2D-8DB10661329B}"/>
              </a:ext>
            </a:extLst>
          </p:cNvPr>
          <p:cNvSpPr/>
          <p:nvPr/>
        </p:nvSpPr>
        <p:spPr>
          <a:xfrm>
            <a:off x="8687103"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TextBox 60">
            <a:extLst>
              <a:ext uri="{FF2B5EF4-FFF2-40B4-BE49-F238E27FC236}">
                <a16:creationId xmlns:a16="http://schemas.microsoft.com/office/drawing/2014/main" id="{E69CC0F6-BAD2-4E65-1E73-DD7A791590E2}"/>
              </a:ext>
            </a:extLst>
          </p:cNvPr>
          <p:cNvSpPr txBox="1"/>
          <p:nvPr/>
        </p:nvSpPr>
        <p:spPr>
          <a:xfrm>
            <a:off x="8483717"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دورية القياس</a:t>
            </a:r>
          </a:p>
        </p:txBody>
      </p:sp>
      <p:sp>
        <p:nvSpPr>
          <p:cNvPr id="62" name="TextBox 61">
            <a:extLst>
              <a:ext uri="{FF2B5EF4-FFF2-40B4-BE49-F238E27FC236}">
                <a16:creationId xmlns:a16="http://schemas.microsoft.com/office/drawing/2014/main" id="{491C2E42-5872-7D25-018E-4E4E344B0CB6}"/>
              </a:ext>
            </a:extLst>
          </p:cNvPr>
          <p:cNvSpPr txBox="1"/>
          <p:nvPr/>
        </p:nvSpPr>
        <p:spPr>
          <a:xfrm>
            <a:off x="8565694" y="4947797"/>
            <a:ext cx="965308" cy="338554"/>
          </a:xfrm>
          <a:prstGeom prst="rect">
            <a:avLst/>
          </a:prstGeom>
          <a:noFill/>
        </p:spPr>
        <p:txBody>
          <a:bodyPr wrap="square" rtlCol="0">
            <a:spAutoFit/>
          </a:bodyPr>
          <a:lstStyle/>
          <a:p>
            <a:pPr algn="ctr"/>
            <a:r>
              <a:rPr lang="ar-EG" sz="1600" b="1" dirty="0">
                <a:solidFill>
                  <a:schemeClr val="accent1"/>
                </a:solidFill>
              </a:rPr>
              <a:t>ربع سنوي</a:t>
            </a:r>
          </a:p>
        </p:txBody>
      </p:sp>
      <p:sp>
        <p:nvSpPr>
          <p:cNvPr id="63" name="Rounded Rectangle 29">
            <a:extLst>
              <a:ext uri="{FF2B5EF4-FFF2-40B4-BE49-F238E27FC236}">
                <a16:creationId xmlns:a16="http://schemas.microsoft.com/office/drawing/2014/main" id="{3CDC8FF6-F591-3DCE-E9A5-E8BFCA00977D}"/>
              </a:ext>
            </a:extLst>
          </p:cNvPr>
          <p:cNvSpPr/>
          <p:nvPr/>
        </p:nvSpPr>
        <p:spPr>
          <a:xfrm>
            <a:off x="4908728"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TextBox 63">
            <a:extLst>
              <a:ext uri="{FF2B5EF4-FFF2-40B4-BE49-F238E27FC236}">
                <a16:creationId xmlns:a16="http://schemas.microsoft.com/office/drawing/2014/main" id="{3C382EF4-7C13-DF8D-D3B5-87CA8C0E9D5E}"/>
              </a:ext>
            </a:extLst>
          </p:cNvPr>
          <p:cNvSpPr txBox="1"/>
          <p:nvPr/>
        </p:nvSpPr>
        <p:spPr>
          <a:xfrm>
            <a:off x="4705342"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وحدة القياس</a:t>
            </a:r>
          </a:p>
        </p:txBody>
      </p:sp>
      <p:sp>
        <p:nvSpPr>
          <p:cNvPr id="65" name="TextBox 64">
            <a:extLst>
              <a:ext uri="{FF2B5EF4-FFF2-40B4-BE49-F238E27FC236}">
                <a16:creationId xmlns:a16="http://schemas.microsoft.com/office/drawing/2014/main" id="{277B2B49-6B3B-C446-B627-D567BE7D04C5}"/>
              </a:ext>
            </a:extLst>
          </p:cNvPr>
          <p:cNvSpPr txBox="1"/>
          <p:nvPr/>
        </p:nvSpPr>
        <p:spPr>
          <a:xfrm>
            <a:off x="4787319" y="4947797"/>
            <a:ext cx="965308" cy="338554"/>
          </a:xfrm>
          <a:prstGeom prst="rect">
            <a:avLst/>
          </a:prstGeom>
          <a:noFill/>
        </p:spPr>
        <p:txBody>
          <a:bodyPr wrap="square" rtlCol="0">
            <a:spAutoFit/>
          </a:bodyPr>
          <a:lstStyle/>
          <a:p>
            <a:pPr algn="ctr"/>
            <a:r>
              <a:rPr lang="ar-EG" sz="1600" b="1" dirty="0">
                <a:solidFill>
                  <a:schemeClr val="accent1"/>
                </a:solidFill>
              </a:rPr>
              <a:t>نسبة</a:t>
            </a:r>
          </a:p>
        </p:txBody>
      </p:sp>
      <p:sp>
        <p:nvSpPr>
          <p:cNvPr id="66" name="Rounded Rectangle 10">
            <a:extLst>
              <a:ext uri="{FF2B5EF4-FFF2-40B4-BE49-F238E27FC236}">
                <a16:creationId xmlns:a16="http://schemas.microsoft.com/office/drawing/2014/main" id="{04C638D1-AFCB-D9D4-4C10-8DE7AF2FCE4D}"/>
              </a:ext>
            </a:extLst>
          </p:cNvPr>
          <p:cNvSpPr/>
          <p:nvPr/>
        </p:nvSpPr>
        <p:spPr>
          <a:xfrm>
            <a:off x="6797916"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TextBox 66">
            <a:extLst>
              <a:ext uri="{FF2B5EF4-FFF2-40B4-BE49-F238E27FC236}">
                <a16:creationId xmlns:a16="http://schemas.microsoft.com/office/drawing/2014/main" id="{11B7DFD8-9E71-7E56-CFFB-E5EF73CB7DBB}"/>
              </a:ext>
            </a:extLst>
          </p:cNvPr>
          <p:cNvSpPr txBox="1"/>
          <p:nvPr/>
        </p:nvSpPr>
        <p:spPr>
          <a:xfrm>
            <a:off x="6594530"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قطبية القياس</a:t>
            </a:r>
          </a:p>
        </p:txBody>
      </p:sp>
      <p:sp>
        <p:nvSpPr>
          <p:cNvPr id="68" name="TextBox 67">
            <a:extLst>
              <a:ext uri="{FF2B5EF4-FFF2-40B4-BE49-F238E27FC236}">
                <a16:creationId xmlns:a16="http://schemas.microsoft.com/office/drawing/2014/main" id="{F7FCFFE3-EDDE-FE0E-4FCF-122E956454A2}"/>
              </a:ext>
            </a:extLst>
          </p:cNvPr>
          <p:cNvSpPr txBox="1"/>
          <p:nvPr/>
        </p:nvSpPr>
        <p:spPr>
          <a:xfrm>
            <a:off x="6676507" y="4947797"/>
            <a:ext cx="965308" cy="338554"/>
          </a:xfrm>
          <a:prstGeom prst="rect">
            <a:avLst/>
          </a:prstGeom>
          <a:noFill/>
        </p:spPr>
        <p:txBody>
          <a:bodyPr wrap="square" rtlCol="0">
            <a:spAutoFit/>
          </a:bodyPr>
          <a:lstStyle/>
          <a:p>
            <a:pPr algn="ctr"/>
            <a:r>
              <a:rPr lang="ar-EG" sz="1600" b="1" dirty="0">
                <a:solidFill>
                  <a:schemeClr val="accent1"/>
                </a:solidFill>
              </a:rPr>
              <a:t>تصاعدي</a:t>
            </a:r>
            <a:endParaRPr lang="en-US" sz="1600" b="1" dirty="0">
              <a:solidFill>
                <a:schemeClr val="accent1"/>
              </a:solidFill>
            </a:endParaRPr>
          </a:p>
        </p:txBody>
      </p:sp>
      <p:graphicFrame>
        <p:nvGraphicFramePr>
          <p:cNvPr id="69" name="Table 68">
            <a:extLst>
              <a:ext uri="{FF2B5EF4-FFF2-40B4-BE49-F238E27FC236}">
                <a16:creationId xmlns:a16="http://schemas.microsoft.com/office/drawing/2014/main" id="{5406878C-52A4-97D2-EF96-B8132799BC31}"/>
              </a:ext>
            </a:extLst>
          </p:cNvPr>
          <p:cNvGraphicFramePr>
            <a:graphicFrameLocks noGrp="1"/>
          </p:cNvGraphicFramePr>
          <p:nvPr/>
        </p:nvGraphicFramePr>
        <p:xfrm>
          <a:off x="1109342" y="4676797"/>
          <a:ext cx="2836074" cy="487680"/>
        </p:xfrm>
        <a:graphic>
          <a:graphicData uri="http://schemas.openxmlformats.org/drawingml/2006/table">
            <a:tbl>
              <a:tblPr firstRow="1" bandRow="1">
                <a:tableStyleId>{5C22544A-7EE6-4342-B048-85BDC9FD1C3A}</a:tableStyleId>
              </a:tblPr>
              <a:tblGrid>
                <a:gridCol w="945358">
                  <a:extLst>
                    <a:ext uri="{9D8B030D-6E8A-4147-A177-3AD203B41FA5}">
                      <a16:colId xmlns:a16="http://schemas.microsoft.com/office/drawing/2014/main" val="3314942607"/>
                    </a:ext>
                  </a:extLst>
                </a:gridCol>
                <a:gridCol w="945358">
                  <a:extLst>
                    <a:ext uri="{9D8B030D-6E8A-4147-A177-3AD203B41FA5}">
                      <a16:colId xmlns:a16="http://schemas.microsoft.com/office/drawing/2014/main" val="2694643210"/>
                    </a:ext>
                  </a:extLst>
                </a:gridCol>
                <a:gridCol w="945358">
                  <a:extLst>
                    <a:ext uri="{9D8B030D-6E8A-4147-A177-3AD203B41FA5}">
                      <a16:colId xmlns:a16="http://schemas.microsoft.com/office/drawing/2014/main" val="1867350649"/>
                    </a:ext>
                  </a:extLst>
                </a:gridCol>
              </a:tblGrid>
              <a:tr h="0">
                <a:tc>
                  <a:txBody>
                    <a:bodyPr/>
                    <a:lstStyle/>
                    <a:p>
                      <a:pPr algn="ctr" rtl="1"/>
                      <a:r>
                        <a:rPr lang="en-US" sz="1600" b="1" baseline="0" dirty="0">
                          <a:solidFill>
                            <a:schemeClr val="accent1">
                              <a:lumMod val="50000"/>
                            </a:schemeClr>
                          </a:solidFill>
                          <a:latin typeface="Sakkal Majalla" panose="02000000000000000000" pitchFamily="2" charset="-78"/>
                          <a:cs typeface="Sakkal Majalla" panose="02000000000000000000" pitchFamily="2" charset="-78"/>
                        </a:rPr>
                        <a:t>2028</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rtl="1"/>
                      <a:r>
                        <a:rPr lang="ar-EG" sz="1600" b="1" baseline="0" dirty="0">
                          <a:solidFill>
                            <a:schemeClr val="accent1">
                              <a:lumMod val="50000"/>
                            </a:schemeClr>
                          </a:solidFill>
                          <a:latin typeface="Sakkal Majalla" panose="02000000000000000000" pitchFamily="2" charset="-78"/>
                          <a:cs typeface="Sakkal Majalla" panose="02000000000000000000" pitchFamily="2" charset="-78"/>
                        </a:rPr>
                        <a:t>2027</a:t>
                      </a:r>
                      <a:endParaRPr lang="en-US" sz="1600" b="1" baseline="0" dirty="0">
                        <a:solidFill>
                          <a:schemeClr val="accent1">
                            <a:lumMod val="50000"/>
                          </a:schemeClr>
                        </a:solidFill>
                        <a:latin typeface="Sakkal Majalla" panose="02000000000000000000" pitchFamily="2" charset="-78"/>
                        <a:cs typeface="Sakkal Majalla" panose="02000000000000000000" pitchFamily="2" charset="-78"/>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rtl="1"/>
                      <a:r>
                        <a:rPr lang="ar-EG" sz="1600" b="1" baseline="0" dirty="0">
                          <a:solidFill>
                            <a:schemeClr val="accent1">
                              <a:lumMod val="50000"/>
                            </a:schemeClr>
                          </a:solidFill>
                          <a:latin typeface="Sakkal Majalla" panose="02000000000000000000" pitchFamily="2" charset="-78"/>
                          <a:cs typeface="Sakkal Majalla" panose="02000000000000000000" pitchFamily="2" charset="-78"/>
                        </a:rPr>
                        <a:t>2026</a:t>
                      </a:r>
                      <a:endParaRPr lang="en-US" sz="1600" b="1" baseline="0" dirty="0">
                        <a:solidFill>
                          <a:schemeClr val="accent1">
                            <a:lumMod val="50000"/>
                          </a:schemeClr>
                        </a:solidFill>
                        <a:latin typeface="Sakkal Majalla" panose="02000000000000000000" pitchFamily="2" charset="-78"/>
                        <a:cs typeface="Sakkal Majalla" panose="02000000000000000000" pitchFamily="2" charset="-78"/>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95495611"/>
                  </a:ext>
                </a:extLst>
              </a:tr>
              <a:tr h="0">
                <a:tc>
                  <a:txBody>
                    <a:bodyPr/>
                    <a:lstStyle/>
                    <a:p>
                      <a:pPr algn="ctr"/>
                      <a:r>
                        <a:rPr lang="en-US" sz="1600" b="1" baseline="0" dirty="0">
                          <a:solidFill>
                            <a:schemeClr val="accent1"/>
                          </a:solidFill>
                          <a:latin typeface="Sakkal Majalla" panose="02000000000000000000" pitchFamily="2" charset="-78"/>
                          <a:cs typeface="Sakkal Majalla" panose="02000000000000000000" pitchFamily="2" charset="-78"/>
                        </a:rPr>
                        <a:t>85%</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lang="en-US" sz="1600" b="1" baseline="0" dirty="0">
                          <a:solidFill>
                            <a:schemeClr val="accent1"/>
                          </a:solidFill>
                          <a:latin typeface="Sakkal Majalla" panose="02000000000000000000" pitchFamily="2" charset="-78"/>
                          <a:cs typeface="Sakkal Majalla" panose="02000000000000000000" pitchFamily="2" charset="-78"/>
                        </a:rPr>
                        <a:t>65%</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algn="ctr" defTabSz="914400" rtl="1" eaLnBrk="1" latinLnBrk="0" hangingPunct="1"/>
                      <a:r>
                        <a:rPr lang="en-US" sz="1600" b="1" kern="1200" baseline="0" dirty="0">
                          <a:solidFill>
                            <a:schemeClr val="accent1"/>
                          </a:solidFill>
                          <a:latin typeface="Sakkal Majalla" panose="02000000000000000000" pitchFamily="2" charset="-78"/>
                          <a:ea typeface="+mn-ea"/>
                          <a:cs typeface="Sakkal Majalla" panose="02000000000000000000" pitchFamily="2" charset="-78"/>
                        </a:rPr>
                        <a:t>40%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08398491"/>
                  </a:ext>
                </a:extLst>
              </a:tr>
            </a:tbl>
          </a:graphicData>
        </a:graphic>
      </p:graphicFrame>
      <p:sp>
        <p:nvSpPr>
          <p:cNvPr id="70" name="Rounded Rectangle 7">
            <a:extLst>
              <a:ext uri="{FF2B5EF4-FFF2-40B4-BE49-F238E27FC236}">
                <a16:creationId xmlns:a16="http://schemas.microsoft.com/office/drawing/2014/main" id="{13A2F78E-FBF7-4E7E-43F8-A8497FD87669}"/>
              </a:ext>
            </a:extLst>
          </p:cNvPr>
          <p:cNvSpPr/>
          <p:nvPr/>
        </p:nvSpPr>
        <p:spPr>
          <a:xfrm>
            <a:off x="5041960" y="1930177"/>
            <a:ext cx="2108081" cy="31893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EG" sz="1200" dirty="0"/>
              <a:t>مالك المؤشر : البنية المؤسسية</a:t>
            </a:r>
            <a:endParaRPr lang="en-US" sz="1200" dirty="0"/>
          </a:p>
        </p:txBody>
      </p:sp>
      <p:grpSp>
        <p:nvGrpSpPr>
          <p:cNvPr id="71" name="Group 70">
            <a:extLst>
              <a:ext uri="{FF2B5EF4-FFF2-40B4-BE49-F238E27FC236}">
                <a16:creationId xmlns:a16="http://schemas.microsoft.com/office/drawing/2014/main" id="{937DFEFA-6082-1695-BAF9-93550496F524}"/>
              </a:ext>
            </a:extLst>
          </p:cNvPr>
          <p:cNvGrpSpPr>
            <a:grpSpLocks noChangeAspect="1"/>
          </p:cNvGrpSpPr>
          <p:nvPr/>
        </p:nvGrpSpPr>
        <p:grpSpPr>
          <a:xfrm>
            <a:off x="5130225" y="4686665"/>
            <a:ext cx="279496" cy="246888"/>
            <a:chOff x="5810250" y="3176587"/>
            <a:chExt cx="571500" cy="504825"/>
          </a:xfrm>
          <a:solidFill>
            <a:schemeClr val="accent1"/>
          </a:solidFill>
        </p:grpSpPr>
        <p:sp>
          <p:nvSpPr>
            <p:cNvPr id="72" name="Freeform: Shape 71">
              <a:extLst>
                <a:ext uri="{FF2B5EF4-FFF2-40B4-BE49-F238E27FC236}">
                  <a16:creationId xmlns:a16="http://schemas.microsoft.com/office/drawing/2014/main" id="{7F9A0686-2CD3-1749-5347-9FA61EA01B07}"/>
                </a:ext>
              </a:extLst>
            </p:cNvPr>
            <p:cNvSpPr/>
            <p:nvPr/>
          </p:nvSpPr>
          <p:spPr>
            <a:xfrm>
              <a:off x="5810250" y="3376612"/>
              <a:ext cx="571500" cy="304800"/>
            </a:xfrm>
            <a:custGeom>
              <a:avLst/>
              <a:gdLst>
                <a:gd name="csX0" fmla="*/ 514350 w 571500"/>
                <a:gd name="csY0" fmla="*/ 0 h 304800"/>
                <a:gd name="csX1" fmla="*/ 495300 w 571500"/>
                <a:gd name="csY1" fmla="*/ 0 h 304800"/>
                <a:gd name="csX2" fmla="*/ 495300 w 571500"/>
                <a:gd name="csY2" fmla="*/ 19050 h 304800"/>
                <a:gd name="csX3" fmla="*/ 514350 w 571500"/>
                <a:gd name="csY3" fmla="*/ 19050 h 304800"/>
                <a:gd name="csX4" fmla="*/ 552450 w 571500"/>
                <a:gd name="csY4" fmla="*/ 57150 h 304800"/>
                <a:gd name="csX5" fmla="*/ 552450 w 571500"/>
                <a:gd name="csY5" fmla="*/ 247650 h 304800"/>
                <a:gd name="csX6" fmla="*/ 514350 w 571500"/>
                <a:gd name="csY6" fmla="*/ 285750 h 304800"/>
                <a:gd name="csX7" fmla="*/ 495300 w 571500"/>
                <a:gd name="csY7" fmla="*/ 285750 h 304800"/>
                <a:gd name="csX8" fmla="*/ 495300 w 571500"/>
                <a:gd name="csY8" fmla="*/ 257175 h 304800"/>
                <a:gd name="csX9" fmla="*/ 485775 w 571500"/>
                <a:gd name="csY9" fmla="*/ 247650 h 304800"/>
                <a:gd name="csX10" fmla="*/ 476250 w 571500"/>
                <a:gd name="csY10" fmla="*/ 257175 h 304800"/>
                <a:gd name="csX11" fmla="*/ 476250 w 571500"/>
                <a:gd name="csY11" fmla="*/ 285750 h 304800"/>
                <a:gd name="csX12" fmla="*/ 457200 w 571500"/>
                <a:gd name="csY12" fmla="*/ 285750 h 304800"/>
                <a:gd name="csX13" fmla="*/ 457200 w 571500"/>
                <a:gd name="csY13" fmla="*/ 257175 h 304800"/>
                <a:gd name="csX14" fmla="*/ 447675 w 571500"/>
                <a:gd name="csY14" fmla="*/ 247650 h 304800"/>
                <a:gd name="csX15" fmla="*/ 438150 w 571500"/>
                <a:gd name="csY15" fmla="*/ 257175 h 304800"/>
                <a:gd name="csX16" fmla="*/ 438150 w 571500"/>
                <a:gd name="csY16" fmla="*/ 285750 h 304800"/>
                <a:gd name="csX17" fmla="*/ 419100 w 571500"/>
                <a:gd name="csY17" fmla="*/ 285750 h 304800"/>
                <a:gd name="csX18" fmla="*/ 419100 w 571500"/>
                <a:gd name="csY18" fmla="*/ 257175 h 304800"/>
                <a:gd name="csX19" fmla="*/ 409575 w 571500"/>
                <a:gd name="csY19" fmla="*/ 247650 h 304800"/>
                <a:gd name="csX20" fmla="*/ 400050 w 571500"/>
                <a:gd name="csY20" fmla="*/ 257175 h 304800"/>
                <a:gd name="csX21" fmla="*/ 400050 w 571500"/>
                <a:gd name="csY21" fmla="*/ 285750 h 304800"/>
                <a:gd name="csX22" fmla="*/ 381000 w 571500"/>
                <a:gd name="csY22" fmla="*/ 285750 h 304800"/>
                <a:gd name="csX23" fmla="*/ 381000 w 571500"/>
                <a:gd name="csY23" fmla="*/ 257175 h 304800"/>
                <a:gd name="csX24" fmla="*/ 371475 w 571500"/>
                <a:gd name="csY24" fmla="*/ 247650 h 304800"/>
                <a:gd name="csX25" fmla="*/ 361950 w 571500"/>
                <a:gd name="csY25" fmla="*/ 257175 h 304800"/>
                <a:gd name="csX26" fmla="*/ 361950 w 571500"/>
                <a:gd name="csY26" fmla="*/ 285750 h 304800"/>
                <a:gd name="csX27" fmla="*/ 342900 w 571500"/>
                <a:gd name="csY27" fmla="*/ 285750 h 304800"/>
                <a:gd name="csX28" fmla="*/ 342900 w 571500"/>
                <a:gd name="csY28" fmla="*/ 257175 h 304800"/>
                <a:gd name="csX29" fmla="*/ 333375 w 571500"/>
                <a:gd name="csY29" fmla="*/ 247650 h 304800"/>
                <a:gd name="csX30" fmla="*/ 323850 w 571500"/>
                <a:gd name="csY30" fmla="*/ 257175 h 304800"/>
                <a:gd name="csX31" fmla="*/ 323850 w 571500"/>
                <a:gd name="csY31" fmla="*/ 285750 h 304800"/>
                <a:gd name="csX32" fmla="*/ 304800 w 571500"/>
                <a:gd name="csY32" fmla="*/ 285750 h 304800"/>
                <a:gd name="csX33" fmla="*/ 304800 w 571500"/>
                <a:gd name="csY33" fmla="*/ 257175 h 304800"/>
                <a:gd name="csX34" fmla="*/ 295275 w 571500"/>
                <a:gd name="csY34" fmla="*/ 247650 h 304800"/>
                <a:gd name="csX35" fmla="*/ 285750 w 571500"/>
                <a:gd name="csY35" fmla="*/ 257175 h 304800"/>
                <a:gd name="csX36" fmla="*/ 285750 w 571500"/>
                <a:gd name="csY36" fmla="*/ 285750 h 304800"/>
                <a:gd name="csX37" fmla="*/ 266700 w 571500"/>
                <a:gd name="csY37" fmla="*/ 285750 h 304800"/>
                <a:gd name="csX38" fmla="*/ 266700 w 571500"/>
                <a:gd name="csY38" fmla="*/ 257175 h 304800"/>
                <a:gd name="csX39" fmla="*/ 257175 w 571500"/>
                <a:gd name="csY39" fmla="*/ 247650 h 304800"/>
                <a:gd name="csX40" fmla="*/ 247650 w 571500"/>
                <a:gd name="csY40" fmla="*/ 257175 h 304800"/>
                <a:gd name="csX41" fmla="*/ 247650 w 571500"/>
                <a:gd name="csY41" fmla="*/ 285750 h 304800"/>
                <a:gd name="csX42" fmla="*/ 228600 w 571500"/>
                <a:gd name="csY42" fmla="*/ 285750 h 304800"/>
                <a:gd name="csX43" fmla="*/ 228600 w 571500"/>
                <a:gd name="csY43" fmla="*/ 257175 h 304800"/>
                <a:gd name="csX44" fmla="*/ 219075 w 571500"/>
                <a:gd name="csY44" fmla="*/ 247650 h 304800"/>
                <a:gd name="csX45" fmla="*/ 209550 w 571500"/>
                <a:gd name="csY45" fmla="*/ 257175 h 304800"/>
                <a:gd name="csX46" fmla="*/ 209550 w 571500"/>
                <a:gd name="csY46" fmla="*/ 285750 h 304800"/>
                <a:gd name="csX47" fmla="*/ 190500 w 571500"/>
                <a:gd name="csY47" fmla="*/ 285750 h 304800"/>
                <a:gd name="csX48" fmla="*/ 190500 w 571500"/>
                <a:gd name="csY48" fmla="*/ 261938 h 304800"/>
                <a:gd name="csX49" fmla="*/ 157163 w 571500"/>
                <a:gd name="csY49" fmla="*/ 228600 h 304800"/>
                <a:gd name="csX50" fmla="*/ 123825 w 571500"/>
                <a:gd name="csY50" fmla="*/ 261938 h 304800"/>
                <a:gd name="csX51" fmla="*/ 123825 w 571500"/>
                <a:gd name="csY51" fmla="*/ 285750 h 304800"/>
                <a:gd name="csX52" fmla="*/ 104775 w 571500"/>
                <a:gd name="csY52" fmla="*/ 285750 h 304800"/>
                <a:gd name="csX53" fmla="*/ 104775 w 571500"/>
                <a:gd name="csY53" fmla="*/ 257175 h 304800"/>
                <a:gd name="csX54" fmla="*/ 95250 w 571500"/>
                <a:gd name="csY54" fmla="*/ 247650 h 304800"/>
                <a:gd name="csX55" fmla="*/ 85725 w 571500"/>
                <a:gd name="csY55" fmla="*/ 257175 h 304800"/>
                <a:gd name="csX56" fmla="*/ 85725 w 571500"/>
                <a:gd name="csY56" fmla="*/ 285750 h 304800"/>
                <a:gd name="csX57" fmla="*/ 66675 w 571500"/>
                <a:gd name="csY57" fmla="*/ 285750 h 304800"/>
                <a:gd name="csX58" fmla="*/ 66675 w 571500"/>
                <a:gd name="csY58" fmla="*/ 257175 h 304800"/>
                <a:gd name="csX59" fmla="*/ 57150 w 571500"/>
                <a:gd name="csY59" fmla="*/ 247650 h 304800"/>
                <a:gd name="csX60" fmla="*/ 47625 w 571500"/>
                <a:gd name="csY60" fmla="*/ 257175 h 304800"/>
                <a:gd name="csX61" fmla="*/ 47625 w 571500"/>
                <a:gd name="csY61" fmla="*/ 284404 h 304800"/>
                <a:gd name="csX62" fmla="*/ 19050 w 571500"/>
                <a:gd name="csY62" fmla="*/ 247650 h 304800"/>
                <a:gd name="csX63" fmla="*/ 19050 w 571500"/>
                <a:gd name="csY63" fmla="*/ 57150 h 304800"/>
                <a:gd name="csX64" fmla="*/ 57150 w 571500"/>
                <a:gd name="csY64" fmla="*/ 19050 h 304800"/>
                <a:gd name="csX65" fmla="*/ 76200 w 571500"/>
                <a:gd name="csY65" fmla="*/ 19050 h 304800"/>
                <a:gd name="csX66" fmla="*/ 76200 w 571500"/>
                <a:gd name="csY66" fmla="*/ 0 h 304800"/>
                <a:gd name="csX67" fmla="*/ 57150 w 571500"/>
                <a:gd name="csY67" fmla="*/ 0 h 304800"/>
                <a:gd name="csX68" fmla="*/ 0 w 571500"/>
                <a:gd name="csY68" fmla="*/ 57150 h 304800"/>
                <a:gd name="csX69" fmla="*/ 0 w 571500"/>
                <a:gd name="csY69" fmla="*/ 247650 h 304800"/>
                <a:gd name="csX70" fmla="*/ 57150 w 571500"/>
                <a:gd name="csY70" fmla="*/ 304800 h 304800"/>
                <a:gd name="csX71" fmla="*/ 133350 w 571500"/>
                <a:gd name="csY71" fmla="*/ 304800 h 304800"/>
                <a:gd name="csX72" fmla="*/ 142875 w 571500"/>
                <a:gd name="csY72" fmla="*/ 295275 h 304800"/>
                <a:gd name="csX73" fmla="*/ 142875 w 571500"/>
                <a:gd name="csY73" fmla="*/ 261938 h 304800"/>
                <a:gd name="csX74" fmla="*/ 171450 w 571500"/>
                <a:gd name="csY74" fmla="*/ 261938 h 304800"/>
                <a:gd name="csX75" fmla="*/ 171450 w 571500"/>
                <a:gd name="csY75" fmla="*/ 295275 h 304800"/>
                <a:gd name="csX76" fmla="*/ 180975 w 571500"/>
                <a:gd name="csY76" fmla="*/ 304800 h 304800"/>
                <a:gd name="csX77" fmla="*/ 514350 w 571500"/>
                <a:gd name="csY77" fmla="*/ 304800 h 304800"/>
                <a:gd name="csX78" fmla="*/ 571500 w 571500"/>
                <a:gd name="csY78" fmla="*/ 247650 h 304800"/>
                <a:gd name="csX79" fmla="*/ 571500 w 571500"/>
                <a:gd name="csY79" fmla="*/ 57150 h 304800"/>
                <a:gd name="csX80" fmla="*/ 514350 w 571500"/>
                <a:gd name="csY80" fmla="*/ 0 h 304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Lst>
              <a:rect l="l" t="t" r="r" b="b"/>
              <a:pathLst>
                <a:path w="571500" h="304800">
                  <a:moveTo>
                    <a:pt x="514350" y="0"/>
                  </a:moveTo>
                  <a:lnTo>
                    <a:pt x="495300" y="0"/>
                  </a:lnTo>
                  <a:lnTo>
                    <a:pt x="495300" y="19050"/>
                  </a:lnTo>
                  <a:lnTo>
                    <a:pt x="514350" y="19050"/>
                  </a:lnTo>
                  <a:cubicBezTo>
                    <a:pt x="535400" y="19050"/>
                    <a:pt x="552450" y="36100"/>
                    <a:pt x="552450" y="57150"/>
                  </a:cubicBezTo>
                  <a:lnTo>
                    <a:pt x="552450" y="247650"/>
                  </a:lnTo>
                  <a:cubicBezTo>
                    <a:pt x="552450" y="268700"/>
                    <a:pt x="535400" y="285750"/>
                    <a:pt x="514350" y="285750"/>
                  </a:cubicBezTo>
                  <a:lnTo>
                    <a:pt x="495300" y="285750"/>
                  </a:lnTo>
                  <a:lnTo>
                    <a:pt x="495300" y="257175"/>
                  </a:lnTo>
                  <a:cubicBezTo>
                    <a:pt x="495300" y="251910"/>
                    <a:pt x="491040" y="247650"/>
                    <a:pt x="485775" y="247650"/>
                  </a:cubicBezTo>
                  <a:cubicBezTo>
                    <a:pt x="480510" y="247650"/>
                    <a:pt x="476250" y="251910"/>
                    <a:pt x="476250" y="257175"/>
                  </a:cubicBezTo>
                  <a:lnTo>
                    <a:pt x="476250" y="285750"/>
                  </a:lnTo>
                  <a:lnTo>
                    <a:pt x="457200" y="285750"/>
                  </a:lnTo>
                  <a:lnTo>
                    <a:pt x="457200" y="257175"/>
                  </a:lnTo>
                  <a:cubicBezTo>
                    <a:pt x="457200" y="251910"/>
                    <a:pt x="452940" y="247650"/>
                    <a:pt x="447675" y="247650"/>
                  </a:cubicBezTo>
                  <a:cubicBezTo>
                    <a:pt x="442410" y="247650"/>
                    <a:pt x="438150" y="251910"/>
                    <a:pt x="438150" y="257175"/>
                  </a:cubicBezTo>
                  <a:lnTo>
                    <a:pt x="438150" y="285750"/>
                  </a:lnTo>
                  <a:lnTo>
                    <a:pt x="419100" y="285750"/>
                  </a:lnTo>
                  <a:lnTo>
                    <a:pt x="419100" y="257175"/>
                  </a:lnTo>
                  <a:cubicBezTo>
                    <a:pt x="419100" y="251910"/>
                    <a:pt x="414840" y="247650"/>
                    <a:pt x="409575" y="247650"/>
                  </a:cubicBezTo>
                  <a:cubicBezTo>
                    <a:pt x="404310" y="247650"/>
                    <a:pt x="400050" y="251910"/>
                    <a:pt x="400050" y="257175"/>
                  </a:cubicBezTo>
                  <a:lnTo>
                    <a:pt x="400050" y="285750"/>
                  </a:lnTo>
                  <a:lnTo>
                    <a:pt x="381000" y="285750"/>
                  </a:lnTo>
                  <a:lnTo>
                    <a:pt x="381000" y="257175"/>
                  </a:lnTo>
                  <a:cubicBezTo>
                    <a:pt x="381000" y="251910"/>
                    <a:pt x="376740" y="247650"/>
                    <a:pt x="371475" y="247650"/>
                  </a:cubicBezTo>
                  <a:cubicBezTo>
                    <a:pt x="366210" y="247650"/>
                    <a:pt x="361950" y="251910"/>
                    <a:pt x="361950" y="257175"/>
                  </a:cubicBezTo>
                  <a:lnTo>
                    <a:pt x="361950" y="285750"/>
                  </a:lnTo>
                  <a:lnTo>
                    <a:pt x="342900" y="285750"/>
                  </a:lnTo>
                  <a:lnTo>
                    <a:pt x="342900" y="257175"/>
                  </a:lnTo>
                  <a:cubicBezTo>
                    <a:pt x="342900" y="251910"/>
                    <a:pt x="338640" y="247650"/>
                    <a:pt x="333375" y="247650"/>
                  </a:cubicBezTo>
                  <a:cubicBezTo>
                    <a:pt x="328110" y="247650"/>
                    <a:pt x="323850" y="251910"/>
                    <a:pt x="323850" y="257175"/>
                  </a:cubicBezTo>
                  <a:lnTo>
                    <a:pt x="323850" y="285750"/>
                  </a:lnTo>
                  <a:lnTo>
                    <a:pt x="304800" y="285750"/>
                  </a:lnTo>
                  <a:lnTo>
                    <a:pt x="304800" y="257175"/>
                  </a:lnTo>
                  <a:cubicBezTo>
                    <a:pt x="304800" y="251910"/>
                    <a:pt x="300540" y="247650"/>
                    <a:pt x="295275" y="247650"/>
                  </a:cubicBezTo>
                  <a:cubicBezTo>
                    <a:pt x="290010" y="247650"/>
                    <a:pt x="285750" y="251910"/>
                    <a:pt x="285750" y="257175"/>
                  </a:cubicBezTo>
                  <a:lnTo>
                    <a:pt x="285750" y="285750"/>
                  </a:lnTo>
                  <a:lnTo>
                    <a:pt x="266700" y="285750"/>
                  </a:lnTo>
                  <a:lnTo>
                    <a:pt x="266700" y="257175"/>
                  </a:lnTo>
                  <a:cubicBezTo>
                    <a:pt x="266700" y="251910"/>
                    <a:pt x="262440" y="247650"/>
                    <a:pt x="257175" y="247650"/>
                  </a:cubicBezTo>
                  <a:cubicBezTo>
                    <a:pt x="251910" y="247650"/>
                    <a:pt x="247650" y="251910"/>
                    <a:pt x="247650" y="257175"/>
                  </a:cubicBezTo>
                  <a:lnTo>
                    <a:pt x="247650" y="285750"/>
                  </a:lnTo>
                  <a:lnTo>
                    <a:pt x="228600" y="285750"/>
                  </a:lnTo>
                  <a:lnTo>
                    <a:pt x="228600" y="257175"/>
                  </a:lnTo>
                  <a:cubicBezTo>
                    <a:pt x="228600" y="251910"/>
                    <a:pt x="224340" y="247650"/>
                    <a:pt x="219075" y="247650"/>
                  </a:cubicBezTo>
                  <a:cubicBezTo>
                    <a:pt x="213810" y="247650"/>
                    <a:pt x="209550" y="251910"/>
                    <a:pt x="209550" y="257175"/>
                  </a:cubicBezTo>
                  <a:lnTo>
                    <a:pt x="209550" y="285750"/>
                  </a:lnTo>
                  <a:lnTo>
                    <a:pt x="190500" y="285750"/>
                  </a:lnTo>
                  <a:lnTo>
                    <a:pt x="190500" y="261938"/>
                  </a:lnTo>
                  <a:cubicBezTo>
                    <a:pt x="190500" y="243554"/>
                    <a:pt x="175546" y="228600"/>
                    <a:pt x="157163" y="228600"/>
                  </a:cubicBezTo>
                  <a:cubicBezTo>
                    <a:pt x="138779" y="228600"/>
                    <a:pt x="123825" y="243554"/>
                    <a:pt x="123825" y="261938"/>
                  </a:cubicBezTo>
                  <a:lnTo>
                    <a:pt x="123825" y="285750"/>
                  </a:lnTo>
                  <a:lnTo>
                    <a:pt x="104775" y="285750"/>
                  </a:lnTo>
                  <a:lnTo>
                    <a:pt x="104775" y="257175"/>
                  </a:lnTo>
                  <a:cubicBezTo>
                    <a:pt x="104775" y="251910"/>
                    <a:pt x="100515" y="247650"/>
                    <a:pt x="95250" y="247650"/>
                  </a:cubicBezTo>
                  <a:cubicBezTo>
                    <a:pt x="89985" y="247650"/>
                    <a:pt x="85725" y="251910"/>
                    <a:pt x="85725" y="257175"/>
                  </a:cubicBezTo>
                  <a:lnTo>
                    <a:pt x="85725" y="285750"/>
                  </a:lnTo>
                  <a:lnTo>
                    <a:pt x="66675" y="285750"/>
                  </a:lnTo>
                  <a:lnTo>
                    <a:pt x="66675" y="257175"/>
                  </a:lnTo>
                  <a:cubicBezTo>
                    <a:pt x="66675" y="251910"/>
                    <a:pt x="62415" y="247650"/>
                    <a:pt x="57150" y="247650"/>
                  </a:cubicBezTo>
                  <a:cubicBezTo>
                    <a:pt x="51885" y="247650"/>
                    <a:pt x="47625" y="251910"/>
                    <a:pt x="47625" y="257175"/>
                  </a:cubicBezTo>
                  <a:lnTo>
                    <a:pt x="47625" y="284404"/>
                  </a:lnTo>
                  <a:cubicBezTo>
                    <a:pt x="31216" y="280158"/>
                    <a:pt x="19050" y="265390"/>
                    <a:pt x="19050" y="247650"/>
                  </a:cubicBezTo>
                  <a:lnTo>
                    <a:pt x="19050" y="57150"/>
                  </a:lnTo>
                  <a:cubicBezTo>
                    <a:pt x="19050" y="36100"/>
                    <a:pt x="36100" y="19050"/>
                    <a:pt x="57150" y="19050"/>
                  </a:cubicBezTo>
                  <a:lnTo>
                    <a:pt x="76200" y="19050"/>
                  </a:lnTo>
                  <a:lnTo>
                    <a:pt x="76200" y="0"/>
                  </a:lnTo>
                  <a:lnTo>
                    <a:pt x="57150" y="0"/>
                  </a:lnTo>
                  <a:cubicBezTo>
                    <a:pt x="25622" y="0"/>
                    <a:pt x="0" y="25622"/>
                    <a:pt x="0" y="57150"/>
                  </a:cubicBezTo>
                  <a:lnTo>
                    <a:pt x="0" y="247650"/>
                  </a:lnTo>
                  <a:cubicBezTo>
                    <a:pt x="0" y="279178"/>
                    <a:pt x="25622" y="304800"/>
                    <a:pt x="57150" y="304800"/>
                  </a:cubicBezTo>
                  <a:lnTo>
                    <a:pt x="133350" y="304800"/>
                  </a:lnTo>
                  <a:cubicBezTo>
                    <a:pt x="138589" y="304800"/>
                    <a:pt x="142875" y="300514"/>
                    <a:pt x="142875" y="295275"/>
                  </a:cubicBezTo>
                  <a:lnTo>
                    <a:pt x="142875" y="261938"/>
                  </a:lnTo>
                  <a:cubicBezTo>
                    <a:pt x="143207" y="243115"/>
                    <a:pt x="171142" y="243179"/>
                    <a:pt x="171450" y="261938"/>
                  </a:cubicBezTo>
                  <a:cubicBezTo>
                    <a:pt x="171450" y="261938"/>
                    <a:pt x="171450" y="295275"/>
                    <a:pt x="171450" y="295275"/>
                  </a:cubicBezTo>
                  <a:cubicBezTo>
                    <a:pt x="171450" y="300514"/>
                    <a:pt x="175736" y="304800"/>
                    <a:pt x="180975" y="304800"/>
                  </a:cubicBezTo>
                  <a:lnTo>
                    <a:pt x="514350" y="304800"/>
                  </a:lnTo>
                  <a:cubicBezTo>
                    <a:pt x="545878" y="304800"/>
                    <a:pt x="571500" y="279178"/>
                    <a:pt x="571500" y="247650"/>
                  </a:cubicBezTo>
                  <a:lnTo>
                    <a:pt x="571500" y="57150"/>
                  </a:lnTo>
                  <a:cubicBezTo>
                    <a:pt x="571500" y="25622"/>
                    <a:pt x="545878" y="0"/>
                    <a:pt x="514350" y="0"/>
                  </a:cubicBezTo>
                  <a:close/>
                </a:path>
              </a:pathLst>
            </a:custGeom>
            <a:grpFill/>
            <a:ln w="9525" cap="flat">
              <a:noFill/>
              <a:prstDash val="solid"/>
              <a:miter/>
            </a:ln>
          </p:spPr>
          <p:txBody>
            <a:bodyPr/>
            <a:lstStyle/>
            <a:p>
              <a:endParaRPr lang="en-GB"/>
            </a:p>
          </p:txBody>
        </p:sp>
        <p:sp>
          <p:nvSpPr>
            <p:cNvPr id="73" name="Freeform: Shape 72">
              <a:extLst>
                <a:ext uri="{FF2B5EF4-FFF2-40B4-BE49-F238E27FC236}">
                  <a16:creationId xmlns:a16="http://schemas.microsoft.com/office/drawing/2014/main" id="{8F1C5481-B607-E7EB-DFBB-1C2B4479E700}"/>
                </a:ext>
              </a:extLst>
            </p:cNvPr>
            <p:cNvSpPr/>
            <p:nvPr/>
          </p:nvSpPr>
          <p:spPr>
            <a:xfrm>
              <a:off x="6020466" y="3500437"/>
              <a:ext cx="151066" cy="85725"/>
            </a:xfrm>
            <a:custGeom>
              <a:avLst/>
              <a:gdLst>
                <a:gd name="csX0" fmla="*/ 75533 w 151066"/>
                <a:gd name="csY0" fmla="*/ 35814 h 85725"/>
                <a:gd name="csX1" fmla="*/ 49149 w 151066"/>
                <a:gd name="csY1" fmla="*/ 20288 h 85725"/>
                <a:gd name="csX2" fmla="*/ 37909 w 151066"/>
                <a:gd name="csY2" fmla="*/ 0 h 85725"/>
                <a:gd name="csX3" fmla="*/ 0 w 151066"/>
                <a:gd name="csY3" fmla="*/ 0 h 85725"/>
                <a:gd name="csX4" fmla="*/ 0 w 151066"/>
                <a:gd name="csY4" fmla="*/ 47625 h 85725"/>
                <a:gd name="csX5" fmla="*/ 38100 w 151066"/>
                <a:gd name="csY5" fmla="*/ 85725 h 85725"/>
                <a:gd name="csX6" fmla="*/ 112966 w 151066"/>
                <a:gd name="csY6" fmla="*/ 85725 h 85725"/>
                <a:gd name="csX7" fmla="*/ 151066 w 151066"/>
                <a:gd name="csY7" fmla="*/ 47625 h 85725"/>
                <a:gd name="csX8" fmla="*/ 151066 w 151066"/>
                <a:gd name="csY8" fmla="*/ 0 h 85725"/>
                <a:gd name="csX9" fmla="*/ 113157 w 151066"/>
                <a:gd name="csY9" fmla="*/ 0 h 85725"/>
                <a:gd name="csX10" fmla="*/ 101918 w 151066"/>
                <a:gd name="csY10" fmla="*/ 20288 h 85725"/>
                <a:gd name="csX11" fmla="*/ 75533 w 151066"/>
                <a:gd name="csY11" fmla="*/ 35814 h 85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51066" h="85725">
                  <a:moveTo>
                    <a:pt x="75533" y="35814"/>
                  </a:moveTo>
                  <a:cubicBezTo>
                    <a:pt x="64579" y="35814"/>
                    <a:pt x="54483" y="29908"/>
                    <a:pt x="49149" y="20288"/>
                  </a:cubicBezTo>
                  <a:lnTo>
                    <a:pt x="37909" y="0"/>
                  </a:lnTo>
                  <a:lnTo>
                    <a:pt x="0" y="0"/>
                  </a:lnTo>
                  <a:lnTo>
                    <a:pt x="0" y="47625"/>
                  </a:lnTo>
                  <a:cubicBezTo>
                    <a:pt x="0" y="68675"/>
                    <a:pt x="17050" y="85725"/>
                    <a:pt x="38100" y="85725"/>
                  </a:cubicBezTo>
                  <a:lnTo>
                    <a:pt x="112966" y="85725"/>
                  </a:lnTo>
                  <a:cubicBezTo>
                    <a:pt x="134017" y="85725"/>
                    <a:pt x="151066" y="68675"/>
                    <a:pt x="151066" y="47625"/>
                  </a:cubicBezTo>
                  <a:lnTo>
                    <a:pt x="151066" y="0"/>
                  </a:lnTo>
                  <a:lnTo>
                    <a:pt x="113157" y="0"/>
                  </a:lnTo>
                  <a:lnTo>
                    <a:pt x="101918" y="20288"/>
                  </a:lnTo>
                  <a:cubicBezTo>
                    <a:pt x="96584" y="29909"/>
                    <a:pt x="86487" y="35814"/>
                    <a:pt x="75533" y="35814"/>
                  </a:cubicBezTo>
                  <a:close/>
                </a:path>
              </a:pathLst>
            </a:custGeom>
            <a:grpFill/>
            <a:ln w="9525" cap="flat">
              <a:noFill/>
              <a:prstDash val="solid"/>
              <a:miter/>
            </a:ln>
          </p:spPr>
          <p:txBody>
            <a:bodyPr/>
            <a:lstStyle/>
            <a:p>
              <a:endParaRPr lang="en-GB"/>
            </a:p>
          </p:txBody>
        </p:sp>
        <p:sp>
          <p:nvSpPr>
            <p:cNvPr id="74" name="Freeform: Shape 73">
              <a:extLst>
                <a:ext uri="{FF2B5EF4-FFF2-40B4-BE49-F238E27FC236}">
                  <a16:creationId xmlns:a16="http://schemas.microsoft.com/office/drawing/2014/main" id="{DE1201C8-CBD8-080A-1FC3-6D6CCB127C78}"/>
                </a:ext>
              </a:extLst>
            </p:cNvPr>
            <p:cNvSpPr/>
            <p:nvPr/>
          </p:nvSpPr>
          <p:spPr>
            <a:xfrm>
              <a:off x="5848349" y="3443279"/>
              <a:ext cx="151161" cy="142882"/>
            </a:xfrm>
            <a:custGeom>
              <a:avLst/>
              <a:gdLst>
                <a:gd name="csX0" fmla="*/ 38862 w 151161"/>
                <a:gd name="csY0" fmla="*/ 8 h 142882"/>
                <a:gd name="csX1" fmla="*/ 0 w 151161"/>
                <a:gd name="csY1" fmla="*/ 38108 h 142882"/>
                <a:gd name="csX2" fmla="*/ 0 w 151161"/>
                <a:gd name="csY2" fmla="*/ 104783 h 142882"/>
                <a:gd name="csX3" fmla="*/ 38100 w 151161"/>
                <a:gd name="csY3" fmla="*/ 142883 h 142882"/>
                <a:gd name="csX4" fmla="*/ 113062 w 151161"/>
                <a:gd name="csY4" fmla="*/ 142883 h 142882"/>
                <a:gd name="csX5" fmla="*/ 151162 w 151161"/>
                <a:gd name="csY5" fmla="*/ 104783 h 142882"/>
                <a:gd name="csX6" fmla="*/ 151162 w 151161"/>
                <a:gd name="csY6" fmla="*/ 57158 h 142882"/>
                <a:gd name="csX7" fmla="*/ 104775 w 151161"/>
                <a:gd name="csY7" fmla="*/ 57158 h 142882"/>
                <a:gd name="csX8" fmla="*/ 38862 w 151161"/>
                <a:gd name="csY8" fmla="*/ 8 h 1428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1161" h="142882">
                  <a:moveTo>
                    <a:pt x="38862" y="8"/>
                  </a:moveTo>
                  <a:cubicBezTo>
                    <a:pt x="17553" y="-414"/>
                    <a:pt x="-26" y="16780"/>
                    <a:pt x="0" y="38108"/>
                  </a:cubicBezTo>
                  <a:lnTo>
                    <a:pt x="0" y="104783"/>
                  </a:lnTo>
                  <a:cubicBezTo>
                    <a:pt x="0" y="125832"/>
                    <a:pt x="17050" y="142883"/>
                    <a:pt x="38100" y="142883"/>
                  </a:cubicBezTo>
                  <a:lnTo>
                    <a:pt x="113062" y="142883"/>
                  </a:lnTo>
                  <a:cubicBezTo>
                    <a:pt x="134017" y="142883"/>
                    <a:pt x="151162" y="125832"/>
                    <a:pt x="151162" y="104783"/>
                  </a:cubicBezTo>
                  <a:lnTo>
                    <a:pt x="151162" y="57158"/>
                  </a:lnTo>
                  <a:lnTo>
                    <a:pt x="104775" y="57158"/>
                  </a:lnTo>
                  <a:cubicBezTo>
                    <a:pt x="71247" y="57158"/>
                    <a:pt x="43434" y="32297"/>
                    <a:pt x="38862" y="8"/>
                  </a:cubicBezTo>
                  <a:close/>
                </a:path>
              </a:pathLst>
            </a:custGeom>
            <a:grpFill/>
            <a:ln w="9525" cap="flat">
              <a:noFill/>
              <a:prstDash val="solid"/>
              <a:miter/>
            </a:ln>
          </p:spPr>
          <p:txBody>
            <a:bodyPr/>
            <a:lstStyle/>
            <a:p>
              <a:endParaRPr lang="en-GB"/>
            </a:p>
          </p:txBody>
        </p:sp>
        <p:sp>
          <p:nvSpPr>
            <p:cNvPr id="75" name="Freeform: Shape 74">
              <a:extLst>
                <a:ext uri="{FF2B5EF4-FFF2-40B4-BE49-F238E27FC236}">
                  <a16:creationId xmlns:a16="http://schemas.microsoft.com/office/drawing/2014/main" id="{26CC6D58-7FF5-14AE-F73C-06BF53723BD4}"/>
                </a:ext>
              </a:extLst>
            </p:cNvPr>
            <p:cNvSpPr/>
            <p:nvPr/>
          </p:nvSpPr>
          <p:spPr>
            <a:xfrm>
              <a:off x="6191250" y="3443287"/>
              <a:ext cx="151161" cy="142875"/>
            </a:xfrm>
            <a:custGeom>
              <a:avLst/>
              <a:gdLst>
                <a:gd name="csX0" fmla="*/ 0 w 151161"/>
                <a:gd name="csY0" fmla="*/ 57150 h 142875"/>
                <a:gd name="csX1" fmla="*/ 0 w 151161"/>
                <a:gd name="csY1" fmla="*/ 104775 h 142875"/>
                <a:gd name="csX2" fmla="*/ 38100 w 151161"/>
                <a:gd name="csY2" fmla="*/ 142875 h 142875"/>
                <a:gd name="csX3" fmla="*/ 113062 w 151161"/>
                <a:gd name="csY3" fmla="*/ 142875 h 142875"/>
                <a:gd name="csX4" fmla="*/ 151162 w 151161"/>
                <a:gd name="csY4" fmla="*/ 104775 h 142875"/>
                <a:gd name="csX5" fmla="*/ 151162 w 151161"/>
                <a:gd name="csY5" fmla="*/ 38100 h 142875"/>
                <a:gd name="csX6" fmla="*/ 113538 w 151161"/>
                <a:gd name="csY6" fmla="*/ 0 h 142875"/>
                <a:gd name="csX7" fmla="*/ 47625 w 151161"/>
                <a:gd name="csY7" fmla="*/ 57150 h 142875"/>
                <a:gd name="csX8" fmla="*/ 0 w 151161"/>
                <a:gd name="csY8" fmla="*/ 57150 h 142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1161" h="142875">
                  <a:moveTo>
                    <a:pt x="0" y="57150"/>
                  </a:moveTo>
                  <a:lnTo>
                    <a:pt x="0" y="104775"/>
                  </a:lnTo>
                  <a:cubicBezTo>
                    <a:pt x="0" y="125825"/>
                    <a:pt x="17050" y="142875"/>
                    <a:pt x="38100" y="142875"/>
                  </a:cubicBezTo>
                  <a:lnTo>
                    <a:pt x="113062" y="142875"/>
                  </a:lnTo>
                  <a:cubicBezTo>
                    <a:pt x="134017" y="142875"/>
                    <a:pt x="151162" y="125825"/>
                    <a:pt x="151162" y="104775"/>
                  </a:cubicBezTo>
                  <a:lnTo>
                    <a:pt x="151162" y="38100"/>
                  </a:lnTo>
                  <a:cubicBezTo>
                    <a:pt x="151162" y="17240"/>
                    <a:pt x="134302" y="285"/>
                    <a:pt x="113538" y="0"/>
                  </a:cubicBezTo>
                  <a:cubicBezTo>
                    <a:pt x="108966" y="32290"/>
                    <a:pt x="81153" y="57150"/>
                    <a:pt x="47625" y="57150"/>
                  </a:cubicBezTo>
                  <a:lnTo>
                    <a:pt x="0" y="57150"/>
                  </a:lnTo>
                  <a:close/>
                </a:path>
              </a:pathLst>
            </a:custGeom>
            <a:grpFill/>
            <a:ln w="9525" cap="flat">
              <a:noFill/>
              <a:prstDash val="solid"/>
              <a:miter/>
            </a:ln>
          </p:spPr>
          <p:txBody>
            <a:bodyPr/>
            <a:lstStyle/>
            <a:p>
              <a:endParaRPr lang="en-GB"/>
            </a:p>
          </p:txBody>
        </p:sp>
        <p:sp>
          <p:nvSpPr>
            <p:cNvPr id="76" name="Freeform: Shape 75">
              <a:extLst>
                <a:ext uri="{FF2B5EF4-FFF2-40B4-BE49-F238E27FC236}">
                  <a16:creationId xmlns:a16="http://schemas.microsoft.com/office/drawing/2014/main" id="{72A2878F-53F2-58E6-A450-7BB72C491496}"/>
                </a:ext>
              </a:extLst>
            </p:cNvPr>
            <p:cNvSpPr/>
            <p:nvPr/>
          </p:nvSpPr>
          <p:spPr>
            <a:xfrm>
              <a:off x="5905500" y="3176587"/>
              <a:ext cx="381000" cy="340645"/>
            </a:xfrm>
            <a:custGeom>
              <a:avLst/>
              <a:gdLst>
                <a:gd name="csX0" fmla="*/ 333375 w 381000"/>
                <a:gd name="csY0" fmla="*/ 0 h 340645"/>
                <a:gd name="csX1" fmla="*/ 47625 w 381000"/>
                <a:gd name="csY1" fmla="*/ 0 h 340645"/>
                <a:gd name="csX2" fmla="*/ 0 w 381000"/>
                <a:gd name="csY2" fmla="*/ 47625 h 340645"/>
                <a:gd name="csX3" fmla="*/ 0 w 381000"/>
                <a:gd name="csY3" fmla="*/ 257175 h 340645"/>
                <a:gd name="csX4" fmla="*/ 47625 w 381000"/>
                <a:gd name="csY4" fmla="*/ 304800 h 340645"/>
                <a:gd name="csX5" fmla="*/ 164042 w 381000"/>
                <a:gd name="csY5" fmla="*/ 304800 h 340645"/>
                <a:gd name="csX6" fmla="*/ 180778 w 381000"/>
                <a:gd name="csY6" fmla="*/ 334926 h 340645"/>
                <a:gd name="csX7" fmla="*/ 200222 w 381000"/>
                <a:gd name="csY7" fmla="*/ 334926 h 340645"/>
                <a:gd name="csX8" fmla="*/ 216958 w 381000"/>
                <a:gd name="csY8" fmla="*/ 304800 h 340645"/>
                <a:gd name="csX9" fmla="*/ 333375 w 381000"/>
                <a:gd name="csY9" fmla="*/ 304800 h 340645"/>
                <a:gd name="csX10" fmla="*/ 381000 w 381000"/>
                <a:gd name="csY10" fmla="*/ 257175 h 340645"/>
                <a:gd name="csX11" fmla="*/ 381000 w 381000"/>
                <a:gd name="csY11" fmla="*/ 47625 h 340645"/>
                <a:gd name="csX12" fmla="*/ 333375 w 381000"/>
                <a:gd name="csY12" fmla="*/ 0 h 340645"/>
                <a:gd name="csX13" fmla="*/ 100013 w 381000"/>
                <a:gd name="csY13" fmla="*/ 195263 h 340645"/>
                <a:gd name="csX14" fmla="*/ 80963 w 381000"/>
                <a:gd name="csY14" fmla="*/ 195262 h 340645"/>
                <a:gd name="csX15" fmla="*/ 281332 w 381000"/>
                <a:gd name="csY15" fmla="*/ 134017 h 340645"/>
                <a:gd name="csX16" fmla="*/ 265537 w 381000"/>
                <a:gd name="csY16" fmla="*/ 144674 h 340645"/>
                <a:gd name="csX17" fmla="*/ 100012 w 381000"/>
                <a:gd name="csY17" fmla="*/ 195263 h 340645"/>
                <a:gd name="csX18" fmla="*/ 291210 w 381000"/>
                <a:gd name="csY18" fmla="*/ 169729 h 340645"/>
                <a:gd name="csX19" fmla="*/ 234153 w 381000"/>
                <a:gd name="csY19" fmla="*/ 209669 h 340645"/>
                <a:gd name="csX20" fmla="*/ 190499 w 381000"/>
                <a:gd name="csY20" fmla="*/ 276225 h 340645"/>
                <a:gd name="csX21" fmla="*/ 142875 w 381000"/>
                <a:gd name="csY21" fmla="*/ 228600 h 340645"/>
                <a:gd name="csX22" fmla="*/ 223158 w 381000"/>
                <a:gd name="csY22" fmla="*/ 194113 h 340645"/>
                <a:gd name="csX23" fmla="*/ 280290 w 381000"/>
                <a:gd name="csY23" fmla="*/ 154121 h 340645"/>
                <a:gd name="csX24" fmla="*/ 291210 w 381000"/>
                <a:gd name="csY24" fmla="*/ 169729 h 340645"/>
                <a:gd name="csX25" fmla="*/ 319450 w 381000"/>
                <a:gd name="csY25" fmla="*/ 242218 h 340645"/>
                <a:gd name="csX26" fmla="*/ 302242 w 381000"/>
                <a:gd name="csY26" fmla="*/ 234032 h 340645"/>
                <a:gd name="csX27" fmla="*/ 314325 w 381000"/>
                <a:gd name="csY27" fmla="*/ 180975 h 340645"/>
                <a:gd name="csX28" fmla="*/ 78759 w 381000"/>
                <a:gd name="csY28" fmla="*/ 234034 h 340645"/>
                <a:gd name="csX29" fmla="*/ 74247 w 381000"/>
                <a:gd name="csY29" fmla="*/ 246725 h 340645"/>
                <a:gd name="csX30" fmla="*/ 47624 w 381000"/>
                <a:gd name="csY30" fmla="*/ 180976 h 340645"/>
                <a:gd name="csX31" fmla="*/ 190500 w 381000"/>
                <a:gd name="csY31" fmla="*/ 38100 h 340645"/>
                <a:gd name="csX32" fmla="*/ 319450 w 381000"/>
                <a:gd name="csY32" fmla="*/ 242218 h 3406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381000" h="340645">
                  <a:moveTo>
                    <a:pt x="333375" y="0"/>
                  </a:moveTo>
                  <a:lnTo>
                    <a:pt x="47625" y="0"/>
                  </a:lnTo>
                  <a:cubicBezTo>
                    <a:pt x="21323" y="0"/>
                    <a:pt x="0" y="21323"/>
                    <a:pt x="0" y="47625"/>
                  </a:cubicBezTo>
                  <a:lnTo>
                    <a:pt x="0" y="257175"/>
                  </a:lnTo>
                  <a:cubicBezTo>
                    <a:pt x="0" y="283477"/>
                    <a:pt x="21323" y="304800"/>
                    <a:pt x="47625" y="304800"/>
                  </a:cubicBezTo>
                  <a:lnTo>
                    <a:pt x="164042" y="304800"/>
                  </a:lnTo>
                  <a:lnTo>
                    <a:pt x="180778" y="334926"/>
                  </a:lnTo>
                  <a:cubicBezTo>
                    <a:pt x="185016" y="342552"/>
                    <a:pt x="195985" y="342552"/>
                    <a:pt x="200222" y="334926"/>
                  </a:cubicBezTo>
                  <a:lnTo>
                    <a:pt x="216958" y="304800"/>
                  </a:lnTo>
                  <a:lnTo>
                    <a:pt x="333375" y="304800"/>
                  </a:lnTo>
                  <a:cubicBezTo>
                    <a:pt x="359677" y="304800"/>
                    <a:pt x="381000" y="283477"/>
                    <a:pt x="381000" y="257175"/>
                  </a:cubicBezTo>
                  <a:lnTo>
                    <a:pt x="381000" y="47625"/>
                  </a:lnTo>
                  <a:cubicBezTo>
                    <a:pt x="381000" y="21323"/>
                    <a:pt x="359677" y="0"/>
                    <a:pt x="333375" y="0"/>
                  </a:cubicBezTo>
                  <a:close/>
                  <a:moveTo>
                    <a:pt x="100013" y="195263"/>
                  </a:moveTo>
                  <a:cubicBezTo>
                    <a:pt x="99856" y="207736"/>
                    <a:pt x="81149" y="207808"/>
                    <a:pt x="80963" y="195262"/>
                  </a:cubicBezTo>
                  <a:cubicBezTo>
                    <a:pt x="81338" y="87761"/>
                    <a:pt x="221070" y="45147"/>
                    <a:pt x="281332" y="134017"/>
                  </a:cubicBezTo>
                  <a:cubicBezTo>
                    <a:pt x="288214" y="144375"/>
                    <a:pt x="272582" y="154971"/>
                    <a:pt x="265537" y="144674"/>
                  </a:cubicBezTo>
                  <a:cubicBezTo>
                    <a:pt x="215737" y="71229"/>
                    <a:pt x="100311" y="106487"/>
                    <a:pt x="100012" y="195263"/>
                  </a:cubicBezTo>
                  <a:close/>
                  <a:moveTo>
                    <a:pt x="291210" y="169729"/>
                  </a:moveTo>
                  <a:lnTo>
                    <a:pt x="234153" y="209669"/>
                  </a:lnTo>
                  <a:cubicBezTo>
                    <a:pt x="248148" y="239948"/>
                    <a:pt x="224034" y="276984"/>
                    <a:pt x="190499" y="276225"/>
                  </a:cubicBezTo>
                  <a:cubicBezTo>
                    <a:pt x="164241" y="276225"/>
                    <a:pt x="142875" y="254859"/>
                    <a:pt x="142875" y="228600"/>
                  </a:cubicBezTo>
                  <a:cubicBezTo>
                    <a:pt x="142318" y="187304"/>
                    <a:pt x="194039" y="165349"/>
                    <a:pt x="223158" y="194113"/>
                  </a:cubicBezTo>
                  <a:lnTo>
                    <a:pt x="280290" y="154121"/>
                  </a:lnTo>
                  <a:cubicBezTo>
                    <a:pt x="290500" y="147017"/>
                    <a:pt x="301400" y="162540"/>
                    <a:pt x="291210" y="169729"/>
                  </a:cubicBezTo>
                  <a:close/>
                  <a:moveTo>
                    <a:pt x="319450" y="242218"/>
                  </a:moveTo>
                  <a:cubicBezTo>
                    <a:pt x="313920" y="253458"/>
                    <a:pt x="296986" y="245279"/>
                    <a:pt x="302242" y="234032"/>
                  </a:cubicBezTo>
                  <a:cubicBezTo>
                    <a:pt x="310260" y="217187"/>
                    <a:pt x="314325" y="199337"/>
                    <a:pt x="314325" y="180975"/>
                  </a:cubicBezTo>
                  <a:cubicBezTo>
                    <a:pt x="299222" y="-21188"/>
                    <a:pt x="5074" y="46995"/>
                    <a:pt x="78759" y="234034"/>
                  </a:cubicBezTo>
                  <a:cubicBezTo>
                    <a:pt x="81018" y="238781"/>
                    <a:pt x="79000" y="244464"/>
                    <a:pt x="74247" y="246725"/>
                  </a:cubicBezTo>
                  <a:cubicBezTo>
                    <a:pt x="54940" y="256316"/>
                    <a:pt x="46986" y="193031"/>
                    <a:pt x="47624" y="180976"/>
                  </a:cubicBezTo>
                  <a:cubicBezTo>
                    <a:pt x="47625" y="102194"/>
                    <a:pt x="111714" y="38100"/>
                    <a:pt x="190500" y="38100"/>
                  </a:cubicBezTo>
                  <a:cubicBezTo>
                    <a:pt x="293073" y="35899"/>
                    <a:pt x="365511" y="150610"/>
                    <a:pt x="319450" y="242218"/>
                  </a:cubicBezTo>
                  <a:close/>
                </a:path>
              </a:pathLst>
            </a:custGeom>
            <a:grpFill/>
            <a:ln w="9525" cap="flat">
              <a:noFill/>
              <a:prstDash val="solid"/>
              <a:miter/>
            </a:ln>
          </p:spPr>
          <p:txBody>
            <a:bodyPr/>
            <a:lstStyle/>
            <a:p>
              <a:endParaRPr lang="en-GB"/>
            </a:p>
          </p:txBody>
        </p:sp>
      </p:grpSp>
      <p:grpSp>
        <p:nvGrpSpPr>
          <p:cNvPr id="77" name="Graphic 44">
            <a:extLst>
              <a:ext uri="{FF2B5EF4-FFF2-40B4-BE49-F238E27FC236}">
                <a16:creationId xmlns:a16="http://schemas.microsoft.com/office/drawing/2014/main" id="{AD75E831-59C3-3D88-6F91-DC6B13BB0CFE}"/>
              </a:ext>
            </a:extLst>
          </p:cNvPr>
          <p:cNvGrpSpPr>
            <a:grpSpLocks noChangeAspect="1"/>
          </p:cNvGrpSpPr>
          <p:nvPr/>
        </p:nvGrpSpPr>
        <p:grpSpPr>
          <a:xfrm>
            <a:off x="7051595" y="4686665"/>
            <a:ext cx="215131" cy="246888"/>
            <a:chOff x="3427411" y="366712"/>
            <a:chExt cx="5333999" cy="6121399"/>
          </a:xfrm>
          <a:noFill/>
        </p:grpSpPr>
        <p:sp>
          <p:nvSpPr>
            <p:cNvPr id="78" name="Freeform: Shape 77">
              <a:extLst>
                <a:ext uri="{FF2B5EF4-FFF2-40B4-BE49-F238E27FC236}">
                  <a16:creationId xmlns:a16="http://schemas.microsoft.com/office/drawing/2014/main" id="{91356137-948A-187F-D8F8-86A4E8AC924B}"/>
                </a:ext>
              </a:extLst>
            </p:cNvPr>
            <p:cNvSpPr/>
            <p:nvPr/>
          </p:nvSpPr>
          <p:spPr>
            <a:xfrm flipV="1">
              <a:off x="3427411" y="1916112"/>
              <a:ext cx="2666999" cy="2666999"/>
            </a:xfrm>
            <a:custGeom>
              <a:avLst/>
              <a:gdLst>
                <a:gd name="csX0" fmla="*/ 2667306 w 2666999"/>
                <a:gd name="csY0" fmla="*/ 1333823 h 2666999"/>
                <a:gd name="csX1" fmla="*/ 1333806 w 2666999"/>
                <a:gd name="csY1" fmla="*/ 323 h 2666999"/>
                <a:gd name="csX2" fmla="*/ 306 w 2666999"/>
                <a:gd name="csY2" fmla="*/ 1333823 h 2666999"/>
                <a:gd name="csX3" fmla="*/ 1333806 w 2666999"/>
                <a:gd name="csY3" fmla="*/ 2667323 h 2666999"/>
                <a:gd name="csX4" fmla="*/ 2667306 w 2666999"/>
                <a:gd name="csY4" fmla="*/ 1333823 h 2666999"/>
              </a:gdLst>
              <a:ahLst/>
              <a:cxnLst>
                <a:cxn ang="0">
                  <a:pos x="csX0" y="csY0"/>
                </a:cxn>
                <a:cxn ang="0">
                  <a:pos x="csX1" y="csY1"/>
                </a:cxn>
                <a:cxn ang="0">
                  <a:pos x="csX2" y="csY2"/>
                </a:cxn>
                <a:cxn ang="0">
                  <a:pos x="csX3" y="csY3"/>
                </a:cxn>
                <a:cxn ang="0">
                  <a:pos x="csX4" y="csY4"/>
                </a:cxn>
              </a:cxnLst>
              <a:rect l="l" t="t" r="r" b="b"/>
              <a:pathLst>
                <a:path w="2666999" h="2666999">
                  <a:moveTo>
                    <a:pt x="2667306" y="1333823"/>
                  </a:moveTo>
                  <a:cubicBezTo>
                    <a:pt x="2667306" y="597350"/>
                    <a:pt x="2070279" y="323"/>
                    <a:pt x="1333806" y="323"/>
                  </a:cubicBezTo>
                  <a:cubicBezTo>
                    <a:pt x="597333" y="323"/>
                    <a:pt x="306" y="597350"/>
                    <a:pt x="306" y="1333823"/>
                  </a:cubicBezTo>
                  <a:cubicBezTo>
                    <a:pt x="306" y="2070296"/>
                    <a:pt x="597333" y="2667323"/>
                    <a:pt x="1333806" y="2667323"/>
                  </a:cubicBezTo>
                  <a:cubicBezTo>
                    <a:pt x="2070279" y="2667323"/>
                    <a:pt x="2667306" y="2070296"/>
                    <a:pt x="2667306" y="1333823"/>
                  </a:cubicBezTo>
                  <a:close/>
                </a:path>
              </a:pathLst>
            </a:custGeom>
            <a:noFill/>
            <a:ln w="15875" cap="rnd">
              <a:solidFill>
                <a:schemeClr val="accent1"/>
              </a:solidFill>
              <a:prstDash val="solid"/>
              <a:round/>
            </a:ln>
          </p:spPr>
          <p:txBody>
            <a:bodyPr/>
            <a:lstStyle/>
            <a:p>
              <a:endParaRPr lang="en-GB"/>
            </a:p>
          </p:txBody>
        </p:sp>
        <p:sp>
          <p:nvSpPr>
            <p:cNvPr id="80" name="Freeform: Shape 79">
              <a:extLst>
                <a:ext uri="{FF2B5EF4-FFF2-40B4-BE49-F238E27FC236}">
                  <a16:creationId xmlns:a16="http://schemas.microsoft.com/office/drawing/2014/main" id="{25BA0483-F918-9B3A-2D18-4EB2E5C7DA14}"/>
                </a:ext>
              </a:extLst>
            </p:cNvPr>
            <p:cNvSpPr/>
            <p:nvPr/>
          </p:nvSpPr>
          <p:spPr>
            <a:xfrm flipV="1">
              <a:off x="4189411" y="2678112"/>
              <a:ext cx="1142999" cy="1142999"/>
            </a:xfrm>
            <a:custGeom>
              <a:avLst/>
              <a:gdLst>
                <a:gd name="csX0" fmla="*/ 571701 w 1142999"/>
                <a:gd name="csY0" fmla="*/ 278 h 1142999"/>
                <a:gd name="csX1" fmla="*/ 201 w 1142999"/>
                <a:gd name="csY1" fmla="*/ 571778 h 1142999"/>
                <a:gd name="csX2" fmla="*/ 571701 w 1142999"/>
                <a:gd name="csY2" fmla="*/ 1143278 h 1142999"/>
                <a:gd name="csX3" fmla="*/ 1143201 w 1142999"/>
                <a:gd name="csY3" fmla="*/ 571778 h 1142999"/>
                <a:gd name="csX4" fmla="*/ 571701 w 1142999"/>
                <a:gd name="csY4" fmla="*/ 278 h 1142999"/>
              </a:gdLst>
              <a:ahLst/>
              <a:cxnLst>
                <a:cxn ang="0">
                  <a:pos x="csX0" y="csY0"/>
                </a:cxn>
                <a:cxn ang="0">
                  <a:pos x="csX1" y="csY1"/>
                </a:cxn>
                <a:cxn ang="0">
                  <a:pos x="csX2" y="csY2"/>
                </a:cxn>
                <a:cxn ang="0">
                  <a:pos x="csX3" y="csY3"/>
                </a:cxn>
                <a:cxn ang="0">
                  <a:pos x="csX4" y="csY4"/>
                </a:cxn>
              </a:cxnLst>
              <a:rect l="l" t="t" r="r" b="b"/>
              <a:pathLst>
                <a:path w="1142999" h="1142999">
                  <a:moveTo>
                    <a:pt x="571701" y="278"/>
                  </a:moveTo>
                  <a:cubicBezTo>
                    <a:pt x="256564" y="278"/>
                    <a:pt x="201" y="256640"/>
                    <a:pt x="201" y="571778"/>
                  </a:cubicBezTo>
                  <a:cubicBezTo>
                    <a:pt x="201" y="886916"/>
                    <a:pt x="256564" y="1143278"/>
                    <a:pt x="571701" y="1143278"/>
                  </a:cubicBezTo>
                  <a:cubicBezTo>
                    <a:pt x="886839" y="1143278"/>
                    <a:pt x="1143201" y="886916"/>
                    <a:pt x="1143201" y="571778"/>
                  </a:cubicBezTo>
                  <a:cubicBezTo>
                    <a:pt x="1143201" y="256640"/>
                    <a:pt x="886839" y="278"/>
                    <a:pt x="571701" y="278"/>
                  </a:cubicBezTo>
                  <a:close/>
                </a:path>
              </a:pathLst>
            </a:custGeom>
            <a:noFill/>
            <a:ln w="15875" cap="rnd">
              <a:solidFill>
                <a:schemeClr val="accent1"/>
              </a:solidFill>
              <a:prstDash val="solid"/>
              <a:round/>
            </a:ln>
          </p:spPr>
          <p:txBody>
            <a:bodyPr/>
            <a:lstStyle/>
            <a:p>
              <a:endParaRPr lang="en-GB"/>
            </a:p>
          </p:txBody>
        </p:sp>
        <p:sp>
          <p:nvSpPr>
            <p:cNvPr id="81" name="Freeform: Shape 80">
              <a:extLst>
                <a:ext uri="{FF2B5EF4-FFF2-40B4-BE49-F238E27FC236}">
                  <a16:creationId xmlns:a16="http://schemas.microsoft.com/office/drawing/2014/main" id="{D1C3A26A-66B2-9F11-6CC0-E8DD41D6CD8E}"/>
                </a:ext>
              </a:extLst>
            </p:cNvPr>
            <p:cNvSpPr/>
            <p:nvPr/>
          </p:nvSpPr>
          <p:spPr>
            <a:xfrm flipV="1">
              <a:off x="6475411" y="4202112"/>
              <a:ext cx="2285999" cy="2285999"/>
            </a:xfrm>
            <a:custGeom>
              <a:avLst/>
              <a:gdLst>
                <a:gd name="csX0" fmla="*/ 2286591 w 2285999"/>
                <a:gd name="csY0" fmla="*/ 1143543 h 2285999"/>
                <a:gd name="csX1" fmla="*/ 1143591 w 2285999"/>
                <a:gd name="csY1" fmla="*/ 543 h 2285999"/>
                <a:gd name="csX2" fmla="*/ 591 w 2285999"/>
                <a:gd name="csY2" fmla="*/ 1143543 h 2285999"/>
                <a:gd name="csX3" fmla="*/ 1143591 w 2285999"/>
                <a:gd name="csY3" fmla="*/ 2286543 h 2285999"/>
                <a:gd name="csX4" fmla="*/ 2286591 w 2285999"/>
                <a:gd name="csY4" fmla="*/ 1143543 h 2285999"/>
              </a:gdLst>
              <a:ahLst/>
              <a:cxnLst>
                <a:cxn ang="0">
                  <a:pos x="csX0" y="csY0"/>
                </a:cxn>
                <a:cxn ang="0">
                  <a:pos x="csX1" y="csY1"/>
                </a:cxn>
                <a:cxn ang="0">
                  <a:pos x="csX2" y="csY2"/>
                </a:cxn>
                <a:cxn ang="0">
                  <a:pos x="csX3" y="csY3"/>
                </a:cxn>
                <a:cxn ang="0">
                  <a:pos x="csX4" y="csY4"/>
                </a:cxn>
              </a:cxnLst>
              <a:rect l="l" t="t" r="r" b="b"/>
              <a:pathLst>
                <a:path w="2285999" h="2285999">
                  <a:moveTo>
                    <a:pt x="2286591" y="1143543"/>
                  </a:moveTo>
                  <a:cubicBezTo>
                    <a:pt x="2286591" y="512276"/>
                    <a:pt x="1774858" y="543"/>
                    <a:pt x="1143591" y="543"/>
                  </a:cubicBezTo>
                  <a:cubicBezTo>
                    <a:pt x="512325" y="543"/>
                    <a:pt x="591" y="512276"/>
                    <a:pt x="591" y="1143543"/>
                  </a:cubicBezTo>
                  <a:cubicBezTo>
                    <a:pt x="591" y="1774809"/>
                    <a:pt x="512325" y="2286543"/>
                    <a:pt x="1143591" y="2286543"/>
                  </a:cubicBezTo>
                  <a:cubicBezTo>
                    <a:pt x="1774858" y="2286543"/>
                    <a:pt x="2286591" y="1774809"/>
                    <a:pt x="2286591" y="1143543"/>
                  </a:cubicBezTo>
                  <a:close/>
                </a:path>
              </a:pathLst>
            </a:custGeom>
            <a:noFill/>
            <a:ln w="15875" cap="rnd">
              <a:solidFill>
                <a:schemeClr val="accent1"/>
              </a:solidFill>
              <a:prstDash val="solid"/>
              <a:round/>
            </a:ln>
          </p:spPr>
          <p:txBody>
            <a:bodyPr/>
            <a:lstStyle/>
            <a:p>
              <a:endParaRPr lang="en-GB"/>
            </a:p>
          </p:txBody>
        </p:sp>
        <p:sp>
          <p:nvSpPr>
            <p:cNvPr id="82" name="Freeform: Shape 81">
              <a:extLst>
                <a:ext uri="{FF2B5EF4-FFF2-40B4-BE49-F238E27FC236}">
                  <a16:creationId xmlns:a16="http://schemas.microsoft.com/office/drawing/2014/main" id="{2E718EBF-1352-CB45-468B-CE2053EEB9A6}"/>
                </a:ext>
              </a:extLst>
            </p:cNvPr>
            <p:cNvSpPr/>
            <p:nvPr/>
          </p:nvSpPr>
          <p:spPr>
            <a:xfrm flipV="1">
              <a:off x="7237411" y="4964112"/>
              <a:ext cx="761999" cy="761999"/>
            </a:xfrm>
            <a:custGeom>
              <a:avLst/>
              <a:gdLst>
                <a:gd name="csX0" fmla="*/ 381501 w 761999"/>
                <a:gd name="csY0" fmla="*/ 513 h 761999"/>
                <a:gd name="csX1" fmla="*/ 501 w 761999"/>
                <a:gd name="csY1" fmla="*/ 381513 h 761999"/>
                <a:gd name="csX2" fmla="*/ 381501 w 761999"/>
                <a:gd name="csY2" fmla="*/ 762513 h 761999"/>
                <a:gd name="csX3" fmla="*/ 762501 w 761999"/>
                <a:gd name="csY3" fmla="*/ 381513 h 761999"/>
                <a:gd name="csX4" fmla="*/ 381501 w 761999"/>
                <a:gd name="csY4" fmla="*/ 513 h 761999"/>
              </a:gdLst>
              <a:ahLst/>
              <a:cxnLst>
                <a:cxn ang="0">
                  <a:pos x="csX0" y="csY0"/>
                </a:cxn>
                <a:cxn ang="0">
                  <a:pos x="csX1" y="csY1"/>
                </a:cxn>
                <a:cxn ang="0">
                  <a:pos x="csX2" y="csY2"/>
                </a:cxn>
                <a:cxn ang="0">
                  <a:pos x="csX3" y="csY3"/>
                </a:cxn>
                <a:cxn ang="0">
                  <a:pos x="csX4" y="csY4"/>
                </a:cxn>
              </a:cxnLst>
              <a:rect l="l" t="t" r="r" b="b"/>
              <a:pathLst>
                <a:path w="761999" h="761999">
                  <a:moveTo>
                    <a:pt x="381501" y="513"/>
                  </a:moveTo>
                  <a:cubicBezTo>
                    <a:pt x="171469" y="513"/>
                    <a:pt x="501" y="171480"/>
                    <a:pt x="501" y="381513"/>
                  </a:cubicBezTo>
                  <a:cubicBezTo>
                    <a:pt x="501" y="591545"/>
                    <a:pt x="171469" y="762513"/>
                    <a:pt x="381501" y="762513"/>
                  </a:cubicBezTo>
                  <a:cubicBezTo>
                    <a:pt x="591534" y="762513"/>
                    <a:pt x="762501" y="591545"/>
                    <a:pt x="762501" y="381513"/>
                  </a:cubicBezTo>
                  <a:cubicBezTo>
                    <a:pt x="762501" y="171480"/>
                    <a:pt x="591534" y="513"/>
                    <a:pt x="381501" y="513"/>
                  </a:cubicBezTo>
                  <a:close/>
                </a:path>
              </a:pathLst>
            </a:custGeom>
            <a:noFill/>
            <a:ln w="15875" cap="rnd">
              <a:solidFill>
                <a:schemeClr val="accent1"/>
              </a:solidFill>
              <a:prstDash val="solid"/>
              <a:round/>
            </a:ln>
          </p:spPr>
          <p:txBody>
            <a:bodyPr/>
            <a:lstStyle/>
            <a:p>
              <a:endParaRPr lang="en-GB"/>
            </a:p>
          </p:txBody>
        </p:sp>
        <p:sp>
          <p:nvSpPr>
            <p:cNvPr id="83" name="Freeform: Shape 82">
              <a:extLst>
                <a:ext uri="{FF2B5EF4-FFF2-40B4-BE49-F238E27FC236}">
                  <a16:creationId xmlns:a16="http://schemas.microsoft.com/office/drawing/2014/main" id="{213013B4-A9E1-7E1F-B933-67240AE8225E}"/>
                </a:ext>
              </a:extLst>
            </p:cNvPr>
            <p:cNvSpPr/>
            <p:nvPr/>
          </p:nvSpPr>
          <p:spPr>
            <a:xfrm flipV="1">
              <a:off x="4379911" y="366712"/>
              <a:ext cx="9525" cy="787399"/>
            </a:xfrm>
            <a:custGeom>
              <a:avLst/>
              <a:gdLst>
                <a:gd name="csX0" fmla="*/ 161 w 9525"/>
                <a:gd name="csY0" fmla="*/ 30 h 787399"/>
                <a:gd name="csX1" fmla="*/ 161 w 9525"/>
                <a:gd name="csY1" fmla="*/ 787430 h 787399"/>
              </a:gdLst>
              <a:ahLst/>
              <a:cxnLst>
                <a:cxn ang="0">
                  <a:pos x="csX0" y="csY0"/>
                </a:cxn>
                <a:cxn ang="0">
                  <a:pos x="csX1" y="csY1"/>
                </a:cxn>
              </a:cxnLst>
              <a:rect l="l" t="t" r="r" b="b"/>
              <a:pathLst>
                <a:path w="9525" h="787399">
                  <a:moveTo>
                    <a:pt x="161" y="30"/>
                  </a:moveTo>
                  <a:lnTo>
                    <a:pt x="161" y="787430"/>
                  </a:lnTo>
                </a:path>
              </a:pathLst>
            </a:custGeom>
            <a:noFill/>
            <a:ln w="15875" cap="rnd">
              <a:solidFill>
                <a:schemeClr val="accent1"/>
              </a:solidFill>
              <a:prstDash val="solid"/>
              <a:round/>
            </a:ln>
          </p:spPr>
          <p:txBody>
            <a:bodyPr/>
            <a:lstStyle/>
            <a:p>
              <a:endParaRPr lang="en-GB"/>
            </a:p>
          </p:txBody>
        </p:sp>
        <p:sp>
          <p:nvSpPr>
            <p:cNvPr id="84" name="Freeform: Shape 83">
              <a:extLst>
                <a:ext uri="{FF2B5EF4-FFF2-40B4-BE49-F238E27FC236}">
                  <a16:creationId xmlns:a16="http://schemas.microsoft.com/office/drawing/2014/main" id="{7DA86EE2-059E-B666-FFF2-CB49EFCDBCEC}"/>
                </a:ext>
              </a:extLst>
            </p:cNvPr>
            <p:cNvSpPr/>
            <p:nvPr/>
          </p:nvSpPr>
          <p:spPr>
            <a:xfrm flipV="1">
              <a:off x="5141911" y="366712"/>
              <a:ext cx="9525" cy="787399"/>
            </a:xfrm>
            <a:custGeom>
              <a:avLst/>
              <a:gdLst>
                <a:gd name="csX0" fmla="*/ 241 w 9525"/>
                <a:gd name="csY0" fmla="*/ 30 h 787399"/>
                <a:gd name="csX1" fmla="*/ 241 w 9525"/>
                <a:gd name="csY1" fmla="*/ 787430 h 787399"/>
              </a:gdLst>
              <a:ahLst/>
              <a:cxnLst>
                <a:cxn ang="0">
                  <a:pos x="csX0" y="csY0"/>
                </a:cxn>
                <a:cxn ang="0">
                  <a:pos x="csX1" y="csY1"/>
                </a:cxn>
              </a:cxnLst>
              <a:rect l="l" t="t" r="r" b="b"/>
              <a:pathLst>
                <a:path w="9525" h="787399">
                  <a:moveTo>
                    <a:pt x="241" y="30"/>
                  </a:moveTo>
                  <a:lnTo>
                    <a:pt x="241" y="787430"/>
                  </a:lnTo>
                </a:path>
              </a:pathLst>
            </a:custGeom>
            <a:noFill/>
            <a:ln w="15875" cap="rnd">
              <a:solidFill>
                <a:schemeClr val="accent1"/>
              </a:solidFill>
              <a:prstDash val="solid"/>
              <a:round/>
            </a:ln>
          </p:spPr>
          <p:txBody>
            <a:bodyPr/>
            <a:lstStyle/>
            <a:p>
              <a:endParaRPr lang="en-GB"/>
            </a:p>
          </p:txBody>
        </p:sp>
        <p:sp>
          <p:nvSpPr>
            <p:cNvPr id="85" name="Freeform: Shape 84">
              <a:extLst>
                <a:ext uri="{FF2B5EF4-FFF2-40B4-BE49-F238E27FC236}">
                  <a16:creationId xmlns:a16="http://schemas.microsoft.com/office/drawing/2014/main" id="{6562111C-7FB3-478C-AAC7-C6A76DEDEAE7}"/>
                </a:ext>
              </a:extLst>
            </p:cNvPr>
            <p:cNvSpPr/>
            <p:nvPr/>
          </p:nvSpPr>
          <p:spPr>
            <a:xfrm flipV="1">
              <a:off x="7237411" y="2678112"/>
              <a:ext cx="9525" cy="761999"/>
            </a:xfrm>
            <a:custGeom>
              <a:avLst/>
              <a:gdLst>
                <a:gd name="csX0" fmla="*/ 461 w 9525"/>
                <a:gd name="csY0" fmla="*/ 273 h 761999"/>
                <a:gd name="csX1" fmla="*/ 461 w 9525"/>
                <a:gd name="csY1" fmla="*/ 762273 h 761999"/>
              </a:gdLst>
              <a:ahLst/>
              <a:cxnLst>
                <a:cxn ang="0">
                  <a:pos x="csX0" y="csY0"/>
                </a:cxn>
                <a:cxn ang="0">
                  <a:pos x="csX1" y="csY1"/>
                </a:cxn>
              </a:cxnLst>
              <a:rect l="l" t="t" r="r" b="b"/>
              <a:pathLst>
                <a:path w="9525" h="761999">
                  <a:moveTo>
                    <a:pt x="461" y="273"/>
                  </a:moveTo>
                  <a:lnTo>
                    <a:pt x="461" y="762273"/>
                  </a:lnTo>
                </a:path>
              </a:pathLst>
            </a:custGeom>
            <a:noFill/>
            <a:ln w="15875" cap="rnd">
              <a:solidFill>
                <a:schemeClr val="accent1"/>
              </a:solidFill>
              <a:prstDash val="solid"/>
              <a:round/>
            </a:ln>
          </p:spPr>
          <p:txBody>
            <a:bodyPr/>
            <a:lstStyle/>
            <a:p>
              <a:endParaRPr lang="en-GB"/>
            </a:p>
          </p:txBody>
        </p:sp>
        <p:sp>
          <p:nvSpPr>
            <p:cNvPr id="86" name="Freeform: Shape 85">
              <a:extLst>
                <a:ext uri="{FF2B5EF4-FFF2-40B4-BE49-F238E27FC236}">
                  <a16:creationId xmlns:a16="http://schemas.microsoft.com/office/drawing/2014/main" id="{1F222665-C3CF-A37A-F2D5-D510E73B9EE4}"/>
                </a:ext>
              </a:extLst>
            </p:cNvPr>
            <p:cNvSpPr/>
            <p:nvPr/>
          </p:nvSpPr>
          <p:spPr>
            <a:xfrm flipV="1">
              <a:off x="7999411" y="2678112"/>
              <a:ext cx="9525" cy="761999"/>
            </a:xfrm>
            <a:custGeom>
              <a:avLst/>
              <a:gdLst>
                <a:gd name="csX0" fmla="*/ 541 w 9525"/>
                <a:gd name="csY0" fmla="*/ 273 h 761999"/>
                <a:gd name="csX1" fmla="*/ 541 w 9525"/>
                <a:gd name="csY1" fmla="*/ 762273 h 761999"/>
              </a:gdLst>
              <a:ahLst/>
              <a:cxnLst>
                <a:cxn ang="0">
                  <a:pos x="csX0" y="csY0"/>
                </a:cxn>
                <a:cxn ang="0">
                  <a:pos x="csX1" y="csY1"/>
                </a:cxn>
              </a:cxnLst>
              <a:rect l="l" t="t" r="r" b="b"/>
              <a:pathLst>
                <a:path w="9525" h="761999">
                  <a:moveTo>
                    <a:pt x="541" y="273"/>
                  </a:moveTo>
                  <a:lnTo>
                    <a:pt x="541" y="762273"/>
                  </a:lnTo>
                </a:path>
              </a:pathLst>
            </a:custGeom>
            <a:noFill/>
            <a:ln w="15875" cap="rnd">
              <a:solidFill>
                <a:schemeClr val="accent1"/>
              </a:solidFill>
              <a:prstDash val="solid"/>
              <a:round/>
            </a:ln>
          </p:spPr>
          <p:txBody>
            <a:bodyPr/>
            <a:lstStyle/>
            <a:p>
              <a:endParaRPr lang="en-GB"/>
            </a:p>
          </p:txBody>
        </p:sp>
        <p:sp>
          <p:nvSpPr>
            <p:cNvPr id="87" name="Freeform: Shape 86">
              <a:extLst>
                <a:ext uri="{FF2B5EF4-FFF2-40B4-BE49-F238E27FC236}">
                  <a16:creationId xmlns:a16="http://schemas.microsoft.com/office/drawing/2014/main" id="{85757659-79AB-D8A4-00B5-7962A96ADFFE}"/>
                </a:ext>
              </a:extLst>
            </p:cNvPr>
            <p:cNvSpPr/>
            <p:nvPr/>
          </p:nvSpPr>
          <p:spPr>
            <a:xfrm flipV="1">
              <a:off x="7618411" y="1154112"/>
              <a:ext cx="9525" cy="761999"/>
            </a:xfrm>
            <a:custGeom>
              <a:avLst/>
              <a:gdLst>
                <a:gd name="csX0" fmla="*/ 501 w 9525"/>
                <a:gd name="csY0" fmla="*/ 762173 h 761999"/>
                <a:gd name="csX1" fmla="*/ 501 w 9525"/>
                <a:gd name="csY1" fmla="*/ 173 h 761999"/>
              </a:gdLst>
              <a:ahLst/>
              <a:cxnLst>
                <a:cxn ang="0">
                  <a:pos x="csX0" y="csY0"/>
                </a:cxn>
                <a:cxn ang="0">
                  <a:pos x="csX1" y="csY1"/>
                </a:cxn>
              </a:cxnLst>
              <a:rect l="l" t="t" r="r" b="b"/>
              <a:pathLst>
                <a:path w="9525" h="761999">
                  <a:moveTo>
                    <a:pt x="501" y="762173"/>
                  </a:moveTo>
                  <a:lnTo>
                    <a:pt x="501" y="173"/>
                  </a:lnTo>
                </a:path>
              </a:pathLst>
            </a:custGeom>
            <a:noFill/>
            <a:ln w="15875" cap="rnd">
              <a:solidFill>
                <a:schemeClr val="accent1"/>
              </a:solidFill>
              <a:prstDash val="solid"/>
              <a:round/>
            </a:ln>
          </p:spPr>
          <p:txBody>
            <a:bodyPr/>
            <a:lstStyle/>
            <a:p>
              <a:endParaRPr lang="en-GB"/>
            </a:p>
          </p:txBody>
        </p:sp>
        <p:sp>
          <p:nvSpPr>
            <p:cNvPr id="88" name="Freeform: Shape 87">
              <a:extLst>
                <a:ext uri="{FF2B5EF4-FFF2-40B4-BE49-F238E27FC236}">
                  <a16:creationId xmlns:a16="http://schemas.microsoft.com/office/drawing/2014/main" id="{56590B99-A382-555E-BF1C-FF2E865CE64B}"/>
                </a:ext>
              </a:extLst>
            </p:cNvPr>
            <p:cNvSpPr/>
            <p:nvPr/>
          </p:nvSpPr>
          <p:spPr>
            <a:xfrm flipV="1">
              <a:off x="7237411" y="1535112"/>
              <a:ext cx="761999" cy="9525"/>
            </a:xfrm>
            <a:custGeom>
              <a:avLst/>
              <a:gdLst>
                <a:gd name="csX0" fmla="*/ 471 w 761999"/>
                <a:gd name="csY0" fmla="*/ 143 h 9525"/>
                <a:gd name="csX1" fmla="*/ 762471 w 761999"/>
                <a:gd name="csY1" fmla="*/ 143 h 9525"/>
              </a:gdLst>
              <a:ahLst/>
              <a:cxnLst>
                <a:cxn ang="0">
                  <a:pos x="csX0" y="csY0"/>
                </a:cxn>
                <a:cxn ang="0">
                  <a:pos x="csX1" y="csY1"/>
                </a:cxn>
              </a:cxnLst>
              <a:rect l="l" t="t" r="r" b="b"/>
              <a:pathLst>
                <a:path w="761999" h="9525">
                  <a:moveTo>
                    <a:pt x="471" y="143"/>
                  </a:moveTo>
                  <a:lnTo>
                    <a:pt x="762471" y="143"/>
                  </a:lnTo>
                </a:path>
              </a:pathLst>
            </a:custGeom>
            <a:noFill/>
            <a:ln w="15875" cap="rnd">
              <a:solidFill>
                <a:schemeClr val="accent1"/>
              </a:solidFill>
              <a:prstDash val="solid"/>
              <a:round/>
            </a:ln>
          </p:spPr>
          <p:txBody>
            <a:bodyPr/>
            <a:lstStyle/>
            <a:p>
              <a:endParaRPr lang="en-GB"/>
            </a:p>
          </p:txBody>
        </p:sp>
        <p:sp>
          <p:nvSpPr>
            <p:cNvPr id="89" name="Freeform: Shape 88">
              <a:extLst>
                <a:ext uri="{FF2B5EF4-FFF2-40B4-BE49-F238E27FC236}">
                  <a16:creationId xmlns:a16="http://schemas.microsoft.com/office/drawing/2014/main" id="{97802703-F00D-6BB4-17F6-D7CB55CCEA15}"/>
                </a:ext>
              </a:extLst>
            </p:cNvPr>
            <p:cNvSpPr/>
            <p:nvPr/>
          </p:nvSpPr>
          <p:spPr>
            <a:xfrm flipV="1">
              <a:off x="4760911" y="5345112"/>
              <a:ext cx="9525" cy="761999"/>
            </a:xfrm>
            <a:custGeom>
              <a:avLst/>
              <a:gdLst>
                <a:gd name="csX0" fmla="*/ 201 w 9525"/>
                <a:gd name="csY0" fmla="*/ 762613 h 761999"/>
                <a:gd name="csX1" fmla="*/ 201 w 9525"/>
                <a:gd name="csY1" fmla="*/ 613 h 761999"/>
              </a:gdLst>
              <a:ahLst/>
              <a:cxnLst>
                <a:cxn ang="0">
                  <a:pos x="csX0" y="csY0"/>
                </a:cxn>
                <a:cxn ang="0">
                  <a:pos x="csX1" y="csY1"/>
                </a:cxn>
              </a:cxnLst>
              <a:rect l="l" t="t" r="r" b="b"/>
              <a:pathLst>
                <a:path w="9525" h="761999">
                  <a:moveTo>
                    <a:pt x="201" y="762613"/>
                  </a:moveTo>
                  <a:lnTo>
                    <a:pt x="201" y="613"/>
                  </a:lnTo>
                </a:path>
              </a:pathLst>
            </a:custGeom>
            <a:noFill/>
            <a:ln w="15875" cap="rnd">
              <a:solidFill>
                <a:schemeClr val="accent1"/>
              </a:solidFill>
              <a:prstDash val="solid"/>
              <a:round/>
            </a:ln>
          </p:spPr>
          <p:txBody>
            <a:bodyPr/>
            <a:lstStyle/>
            <a:p>
              <a:endParaRPr lang="en-GB"/>
            </a:p>
          </p:txBody>
        </p:sp>
        <p:sp>
          <p:nvSpPr>
            <p:cNvPr id="90" name="Freeform: Shape 89">
              <a:extLst>
                <a:ext uri="{FF2B5EF4-FFF2-40B4-BE49-F238E27FC236}">
                  <a16:creationId xmlns:a16="http://schemas.microsoft.com/office/drawing/2014/main" id="{801BED2C-77D9-F6B1-B590-52D6F78A78DA}"/>
                </a:ext>
              </a:extLst>
            </p:cNvPr>
            <p:cNvSpPr/>
            <p:nvPr/>
          </p:nvSpPr>
          <p:spPr>
            <a:xfrm flipV="1">
              <a:off x="4379911" y="5726112"/>
              <a:ext cx="761999" cy="9525"/>
            </a:xfrm>
            <a:custGeom>
              <a:avLst/>
              <a:gdLst>
                <a:gd name="csX0" fmla="*/ 171 w 761999"/>
                <a:gd name="csY0" fmla="*/ 583 h 9525"/>
                <a:gd name="csX1" fmla="*/ 762171 w 761999"/>
                <a:gd name="csY1" fmla="*/ 583 h 9525"/>
              </a:gdLst>
              <a:ahLst/>
              <a:cxnLst>
                <a:cxn ang="0">
                  <a:pos x="csX0" y="csY0"/>
                </a:cxn>
                <a:cxn ang="0">
                  <a:pos x="csX1" y="csY1"/>
                </a:cxn>
              </a:cxnLst>
              <a:rect l="l" t="t" r="r" b="b"/>
              <a:pathLst>
                <a:path w="761999" h="9525">
                  <a:moveTo>
                    <a:pt x="171" y="583"/>
                  </a:moveTo>
                  <a:lnTo>
                    <a:pt x="762171" y="583"/>
                  </a:lnTo>
                </a:path>
              </a:pathLst>
            </a:custGeom>
            <a:noFill/>
            <a:ln w="15875" cap="rnd">
              <a:solidFill>
                <a:schemeClr val="accent1"/>
              </a:solidFill>
              <a:prstDash val="solid"/>
              <a:round/>
            </a:ln>
          </p:spPr>
          <p:txBody>
            <a:bodyPr/>
            <a:lstStyle/>
            <a:p>
              <a:endParaRPr lang="en-GB"/>
            </a:p>
          </p:txBody>
        </p:sp>
      </p:grpSp>
      <p:sp>
        <p:nvSpPr>
          <p:cNvPr id="11" name="Slide Number Placeholder 10">
            <a:extLst>
              <a:ext uri="{FF2B5EF4-FFF2-40B4-BE49-F238E27FC236}">
                <a16:creationId xmlns:a16="http://schemas.microsoft.com/office/drawing/2014/main" id="{F2C63A3F-CE57-71EC-ADC9-3218B474356E}"/>
              </a:ext>
            </a:extLst>
          </p:cNvPr>
          <p:cNvSpPr>
            <a:spLocks noGrp="1"/>
          </p:cNvSpPr>
          <p:nvPr>
            <p:ph type="sldNum" sz="quarter" idx="12"/>
          </p:nvPr>
        </p:nvSpPr>
        <p:spPr/>
        <p:txBody>
          <a:bodyPr/>
          <a:lstStyle/>
          <a:p>
            <a:fld id="{0BE4EC83-A869-464E-AE9F-881796FB085E}" type="slidenum">
              <a:rPr lang="en-US" smtClean="0"/>
              <a:t>77</a:t>
            </a:fld>
            <a:endParaRPr lang="en-US"/>
          </a:p>
        </p:txBody>
      </p:sp>
    </p:spTree>
    <p:extLst>
      <p:ext uri="{BB962C8B-B14F-4D97-AF65-F5344CB8AC3E}">
        <p14:creationId xmlns:p14="http://schemas.microsoft.com/office/powerpoint/2010/main" val="188900702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0C738-181B-5BDE-886D-FD6BCE806452}"/>
            </a:ext>
          </a:extLst>
        </p:cNvPr>
        <p:cNvGrpSpPr/>
        <p:nvPr/>
      </p:nvGrpSpPr>
      <p:grpSpPr>
        <a:xfrm>
          <a:off x="0" y="0"/>
          <a:ext cx="0" cy="0"/>
          <a:chOff x="0" y="0"/>
          <a:chExt cx="0" cy="0"/>
        </a:xfrm>
      </p:grpSpPr>
      <p:sp>
        <p:nvSpPr>
          <p:cNvPr id="4" name="Round Same Side Corner Rectangle 3">
            <a:extLst>
              <a:ext uri="{FF2B5EF4-FFF2-40B4-BE49-F238E27FC236}">
                <a16:creationId xmlns:a16="http://schemas.microsoft.com/office/drawing/2014/main" id="{4AB2C721-920F-8750-D2D3-4515EE1F1509}"/>
              </a:ext>
            </a:extLst>
          </p:cNvPr>
          <p:cNvSpPr/>
          <p:nvPr/>
        </p:nvSpPr>
        <p:spPr>
          <a:xfrm>
            <a:off x="838200" y="1748300"/>
            <a:ext cx="10515601" cy="3975167"/>
          </a:xfrm>
          <a:prstGeom prst="round2SameRect">
            <a:avLst>
              <a:gd name="adj1" fmla="val 0"/>
              <a:gd name="adj2" fmla="val 872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Rectangle 95">
            <a:extLst>
              <a:ext uri="{FF2B5EF4-FFF2-40B4-BE49-F238E27FC236}">
                <a16:creationId xmlns:a16="http://schemas.microsoft.com/office/drawing/2014/main" id="{EC54C13A-B301-FBC4-F2A6-08148A462EDF}"/>
              </a:ext>
            </a:extLst>
          </p:cNvPr>
          <p:cNvSpPr/>
          <p:nvPr/>
        </p:nvSpPr>
        <p:spPr>
          <a:xfrm>
            <a:off x="1872988" y="3167309"/>
            <a:ext cx="8067780" cy="451821"/>
          </a:xfrm>
          <a:prstGeom prst="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D74F293-D2BE-A17F-D76A-DEEF0189D48B}"/>
              </a:ext>
            </a:extLst>
          </p:cNvPr>
          <p:cNvSpPr>
            <a:spLocks noGrp="1"/>
          </p:cNvSpPr>
          <p:nvPr>
            <p:ph type="title"/>
          </p:nvPr>
        </p:nvSpPr>
        <p:spPr>
          <a:xfrm>
            <a:off x="609601" y="561078"/>
            <a:ext cx="10972800" cy="666261"/>
          </a:xfrm>
        </p:spPr>
        <p:txBody>
          <a:bodyPr/>
          <a:lstStyle/>
          <a:p>
            <a:r>
              <a:rPr lang="ar-EG" dirty="0"/>
              <a:t>مؤشرات الأداء الاستراتيجية للبنية المؤسسية</a:t>
            </a:r>
            <a:endParaRPr lang="en-US" dirty="0"/>
          </a:p>
        </p:txBody>
      </p:sp>
      <p:sp>
        <p:nvSpPr>
          <p:cNvPr id="5" name="Freeform 4">
            <a:extLst>
              <a:ext uri="{FF2B5EF4-FFF2-40B4-BE49-F238E27FC236}">
                <a16:creationId xmlns:a16="http://schemas.microsoft.com/office/drawing/2014/main" id="{2857ACED-7AAB-4B37-CF61-E01EEEBBDD5C}"/>
              </a:ext>
            </a:extLst>
          </p:cNvPr>
          <p:cNvSpPr/>
          <p:nvPr/>
        </p:nvSpPr>
        <p:spPr>
          <a:xfrm>
            <a:off x="3433482" y="1618981"/>
            <a:ext cx="3313986" cy="170329"/>
          </a:xfrm>
          <a:custGeom>
            <a:avLst/>
            <a:gdLst>
              <a:gd name="connsiteX0" fmla="*/ 0 w 3313986"/>
              <a:gd name="connsiteY0" fmla="*/ 0 h 170329"/>
              <a:gd name="connsiteX1" fmla="*/ 3313986 w 3313986"/>
              <a:gd name="connsiteY1" fmla="*/ 0 h 170329"/>
              <a:gd name="connsiteX2" fmla="*/ 3313986 w 3313986"/>
              <a:gd name="connsiteY2" fmla="*/ 170329 h 170329"/>
              <a:gd name="connsiteX3" fmla="*/ 149041 w 3313986"/>
              <a:gd name="connsiteY3" fmla="*/ 170329 h 170329"/>
              <a:gd name="connsiteX4" fmla="*/ 0 w 3313986"/>
              <a:gd name="connsiteY4" fmla="*/ 21288 h 170329"/>
              <a:gd name="connsiteX0" fmla="*/ 0 w 3313986"/>
              <a:gd name="connsiteY0" fmla="*/ 12216 h 182545"/>
              <a:gd name="connsiteX1" fmla="*/ 1771564 w 3313986"/>
              <a:gd name="connsiteY1" fmla="*/ 0 h 182545"/>
              <a:gd name="connsiteX2" fmla="*/ 3313986 w 3313986"/>
              <a:gd name="connsiteY2" fmla="*/ 12216 h 182545"/>
              <a:gd name="connsiteX3" fmla="*/ 3313986 w 3313986"/>
              <a:gd name="connsiteY3" fmla="*/ 182545 h 182545"/>
              <a:gd name="connsiteX4" fmla="*/ 149041 w 3313986"/>
              <a:gd name="connsiteY4" fmla="*/ 182545 h 182545"/>
              <a:gd name="connsiteX5" fmla="*/ 0 w 3313986"/>
              <a:gd name="connsiteY5" fmla="*/ 33504 h 182545"/>
              <a:gd name="connsiteX6" fmla="*/ 0 w 3313986"/>
              <a:gd name="connsiteY6" fmla="*/ 12216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6" fmla="*/ 1863004 w 3313986"/>
              <a:gd name="connsiteY6" fmla="*/ 91440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0" fmla="*/ 3313986 w 3313986"/>
              <a:gd name="connsiteY0" fmla="*/ 0 h 170329"/>
              <a:gd name="connsiteX1" fmla="*/ 3313986 w 3313986"/>
              <a:gd name="connsiteY1" fmla="*/ 170329 h 170329"/>
              <a:gd name="connsiteX2" fmla="*/ 149041 w 3313986"/>
              <a:gd name="connsiteY2" fmla="*/ 170329 h 170329"/>
              <a:gd name="connsiteX3" fmla="*/ 0 w 3313986"/>
              <a:gd name="connsiteY3" fmla="*/ 21288 h 170329"/>
              <a:gd name="connsiteX4" fmla="*/ 0 w 3313986"/>
              <a:gd name="connsiteY4" fmla="*/ 0 h 170329"/>
              <a:gd name="connsiteX0" fmla="*/ 3313986 w 3313986"/>
              <a:gd name="connsiteY0" fmla="*/ 170329 h 170329"/>
              <a:gd name="connsiteX1" fmla="*/ 149041 w 3313986"/>
              <a:gd name="connsiteY1" fmla="*/ 170329 h 170329"/>
              <a:gd name="connsiteX2" fmla="*/ 0 w 3313986"/>
              <a:gd name="connsiteY2" fmla="*/ 21288 h 170329"/>
              <a:gd name="connsiteX3" fmla="*/ 0 w 3313986"/>
              <a:gd name="connsiteY3" fmla="*/ 0 h 170329"/>
            </a:gdLst>
            <a:ahLst/>
            <a:cxnLst>
              <a:cxn ang="0">
                <a:pos x="connsiteX0" y="connsiteY0"/>
              </a:cxn>
              <a:cxn ang="0">
                <a:pos x="connsiteX1" y="connsiteY1"/>
              </a:cxn>
              <a:cxn ang="0">
                <a:pos x="connsiteX2" y="connsiteY2"/>
              </a:cxn>
              <a:cxn ang="0">
                <a:pos x="connsiteX3" y="connsiteY3"/>
              </a:cxn>
            </a:cxnLst>
            <a:rect l="l" t="t" r="r" b="b"/>
            <a:pathLst>
              <a:path w="3313986" h="170329">
                <a:moveTo>
                  <a:pt x="3313986" y="170329"/>
                </a:moveTo>
                <a:lnTo>
                  <a:pt x="149041" y="170329"/>
                </a:lnTo>
                <a:cubicBezTo>
                  <a:pt x="66728" y="170329"/>
                  <a:pt x="0" y="103601"/>
                  <a:pt x="0" y="21288"/>
                </a:cubicBezTo>
                <a:lnTo>
                  <a:pt x="0" y="0"/>
                </a:lnTo>
              </a:path>
            </a:pathLst>
          </a:custGeom>
          <a:noFill/>
          <a:ln>
            <a:solidFill>
              <a:schemeClr val="bg1">
                <a:lumMod val="85000"/>
              </a:schemeClr>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eeform 5">
            <a:extLst>
              <a:ext uri="{FF2B5EF4-FFF2-40B4-BE49-F238E27FC236}">
                <a16:creationId xmlns:a16="http://schemas.microsoft.com/office/drawing/2014/main" id="{7D5C8D39-5077-4561-5DDA-6B2E94F57AAA}"/>
              </a:ext>
            </a:extLst>
          </p:cNvPr>
          <p:cNvSpPr/>
          <p:nvPr/>
        </p:nvSpPr>
        <p:spPr>
          <a:xfrm flipH="1">
            <a:off x="5596932" y="1737221"/>
            <a:ext cx="3313986" cy="170329"/>
          </a:xfrm>
          <a:custGeom>
            <a:avLst/>
            <a:gdLst>
              <a:gd name="connsiteX0" fmla="*/ 0 w 3313986"/>
              <a:gd name="connsiteY0" fmla="*/ 0 h 170329"/>
              <a:gd name="connsiteX1" fmla="*/ 3313986 w 3313986"/>
              <a:gd name="connsiteY1" fmla="*/ 0 h 170329"/>
              <a:gd name="connsiteX2" fmla="*/ 3313986 w 3313986"/>
              <a:gd name="connsiteY2" fmla="*/ 170329 h 170329"/>
              <a:gd name="connsiteX3" fmla="*/ 149041 w 3313986"/>
              <a:gd name="connsiteY3" fmla="*/ 170329 h 170329"/>
              <a:gd name="connsiteX4" fmla="*/ 0 w 3313986"/>
              <a:gd name="connsiteY4" fmla="*/ 21288 h 170329"/>
              <a:gd name="connsiteX0" fmla="*/ 0 w 3313986"/>
              <a:gd name="connsiteY0" fmla="*/ 12216 h 182545"/>
              <a:gd name="connsiteX1" fmla="*/ 1771564 w 3313986"/>
              <a:gd name="connsiteY1" fmla="*/ 0 h 182545"/>
              <a:gd name="connsiteX2" fmla="*/ 3313986 w 3313986"/>
              <a:gd name="connsiteY2" fmla="*/ 12216 h 182545"/>
              <a:gd name="connsiteX3" fmla="*/ 3313986 w 3313986"/>
              <a:gd name="connsiteY3" fmla="*/ 182545 h 182545"/>
              <a:gd name="connsiteX4" fmla="*/ 149041 w 3313986"/>
              <a:gd name="connsiteY4" fmla="*/ 182545 h 182545"/>
              <a:gd name="connsiteX5" fmla="*/ 0 w 3313986"/>
              <a:gd name="connsiteY5" fmla="*/ 33504 h 182545"/>
              <a:gd name="connsiteX6" fmla="*/ 0 w 3313986"/>
              <a:gd name="connsiteY6" fmla="*/ 12216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6" fmla="*/ 1863004 w 3313986"/>
              <a:gd name="connsiteY6" fmla="*/ 91440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0" fmla="*/ 3313986 w 3313986"/>
              <a:gd name="connsiteY0" fmla="*/ 0 h 170329"/>
              <a:gd name="connsiteX1" fmla="*/ 3313986 w 3313986"/>
              <a:gd name="connsiteY1" fmla="*/ 170329 h 170329"/>
              <a:gd name="connsiteX2" fmla="*/ 149041 w 3313986"/>
              <a:gd name="connsiteY2" fmla="*/ 170329 h 170329"/>
              <a:gd name="connsiteX3" fmla="*/ 0 w 3313986"/>
              <a:gd name="connsiteY3" fmla="*/ 21288 h 170329"/>
              <a:gd name="connsiteX4" fmla="*/ 0 w 3313986"/>
              <a:gd name="connsiteY4" fmla="*/ 0 h 170329"/>
              <a:gd name="connsiteX0" fmla="*/ 3313986 w 3313986"/>
              <a:gd name="connsiteY0" fmla="*/ 170329 h 170329"/>
              <a:gd name="connsiteX1" fmla="*/ 149041 w 3313986"/>
              <a:gd name="connsiteY1" fmla="*/ 170329 h 170329"/>
              <a:gd name="connsiteX2" fmla="*/ 0 w 3313986"/>
              <a:gd name="connsiteY2" fmla="*/ 21288 h 170329"/>
              <a:gd name="connsiteX3" fmla="*/ 0 w 3313986"/>
              <a:gd name="connsiteY3" fmla="*/ 0 h 170329"/>
            </a:gdLst>
            <a:ahLst/>
            <a:cxnLst>
              <a:cxn ang="0">
                <a:pos x="connsiteX0" y="connsiteY0"/>
              </a:cxn>
              <a:cxn ang="0">
                <a:pos x="connsiteX1" y="connsiteY1"/>
              </a:cxn>
              <a:cxn ang="0">
                <a:pos x="connsiteX2" y="connsiteY2"/>
              </a:cxn>
              <a:cxn ang="0">
                <a:pos x="connsiteX3" y="connsiteY3"/>
              </a:cxn>
            </a:cxnLst>
            <a:rect l="l" t="t" r="r" b="b"/>
            <a:pathLst>
              <a:path w="3313986" h="170329">
                <a:moveTo>
                  <a:pt x="3313986" y="170329"/>
                </a:moveTo>
                <a:lnTo>
                  <a:pt x="149041" y="170329"/>
                </a:lnTo>
                <a:cubicBezTo>
                  <a:pt x="66728" y="170329"/>
                  <a:pt x="0" y="103601"/>
                  <a:pt x="0" y="21288"/>
                </a:cubicBezTo>
                <a:lnTo>
                  <a:pt x="0" y="0"/>
                </a:lnTo>
              </a:path>
            </a:pathLst>
          </a:custGeom>
          <a:noFill/>
          <a:ln>
            <a:solidFill>
              <a:schemeClr val="bg1">
                <a:lumMod val="85000"/>
              </a:schemeClr>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ounded Rectangle 6">
            <a:extLst>
              <a:ext uri="{FF2B5EF4-FFF2-40B4-BE49-F238E27FC236}">
                <a16:creationId xmlns:a16="http://schemas.microsoft.com/office/drawing/2014/main" id="{A870CFD3-3C7C-427F-F46C-C8F693F18CB2}"/>
              </a:ext>
            </a:extLst>
          </p:cNvPr>
          <p:cNvSpPr/>
          <p:nvPr/>
        </p:nvSpPr>
        <p:spPr>
          <a:xfrm>
            <a:off x="2981661" y="1475899"/>
            <a:ext cx="6228678" cy="688914"/>
          </a:xfrm>
          <a:prstGeom prst="round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ounded Rectangle 7">
            <a:extLst>
              <a:ext uri="{FF2B5EF4-FFF2-40B4-BE49-F238E27FC236}">
                <a16:creationId xmlns:a16="http://schemas.microsoft.com/office/drawing/2014/main" id="{0938635D-15C7-DF11-F389-2B0F183488B1}"/>
              </a:ext>
            </a:extLst>
          </p:cNvPr>
          <p:cNvSpPr/>
          <p:nvPr/>
        </p:nvSpPr>
        <p:spPr>
          <a:xfrm>
            <a:off x="2981661" y="1287436"/>
            <a:ext cx="6228678" cy="92532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b="1" dirty="0"/>
              <a:t>نسبة المبادرات والمشاريع والأفكار التي تدعم الابتكار والتقنيات الناشئة</a:t>
            </a:r>
            <a:endParaRPr lang="en-US" b="1" dirty="0"/>
          </a:p>
        </p:txBody>
      </p:sp>
      <p:sp>
        <p:nvSpPr>
          <p:cNvPr id="9" name="Title 11">
            <a:extLst>
              <a:ext uri="{FF2B5EF4-FFF2-40B4-BE49-F238E27FC236}">
                <a16:creationId xmlns:a16="http://schemas.microsoft.com/office/drawing/2014/main" id="{6BD4952D-2065-7F3E-E8CA-AFC0404D25CB}"/>
              </a:ext>
            </a:extLst>
          </p:cNvPr>
          <p:cNvSpPr txBox="1">
            <a:spLocks/>
          </p:cNvSpPr>
          <p:nvPr/>
        </p:nvSpPr>
        <p:spPr>
          <a:xfrm>
            <a:off x="2949387" y="1565225"/>
            <a:ext cx="6293226" cy="647533"/>
          </a:xfrm>
          <a:prstGeom prst="rect">
            <a:avLst/>
          </a:prstGeom>
        </p:spPr>
        <p:txBody>
          <a:bodyPr anchor="ctr" anchorCtr="0">
            <a:noAutofit/>
          </a:bodyPr>
          <a:lstStyle>
            <a:lvl1pPr algn="r" defTabSz="914400" rtl="1" eaLnBrk="1" latinLnBrk="0" hangingPunct="1">
              <a:lnSpc>
                <a:spcPct val="100000"/>
              </a:lnSpc>
              <a:spcBef>
                <a:spcPct val="0"/>
              </a:spcBef>
              <a:buNone/>
              <a:defRPr sz="3200" b="1" kern="1200">
                <a:solidFill>
                  <a:schemeClr val="accent1">
                    <a:lumMod val="75000"/>
                  </a:schemeClr>
                </a:solidFill>
                <a:latin typeface="+mj-lt"/>
                <a:ea typeface="+mj-ea"/>
                <a:cs typeface="+mj-cs"/>
              </a:defRPr>
            </a:lvl1pPr>
          </a:lstStyle>
          <a:p>
            <a:pPr algn="ctr"/>
            <a:endParaRPr lang="ar-SA" sz="2000" dirty="0">
              <a:solidFill>
                <a:schemeClr val="bg1"/>
              </a:solidFill>
            </a:endParaRPr>
          </a:p>
        </p:txBody>
      </p:sp>
      <p:sp>
        <p:nvSpPr>
          <p:cNvPr id="10" name="Round Same Side Corner Rectangle 9">
            <a:extLst>
              <a:ext uri="{FF2B5EF4-FFF2-40B4-BE49-F238E27FC236}">
                <a16:creationId xmlns:a16="http://schemas.microsoft.com/office/drawing/2014/main" id="{D05709AF-D2D6-D898-EA1B-9694203FD5F9}"/>
              </a:ext>
            </a:extLst>
          </p:cNvPr>
          <p:cNvSpPr/>
          <p:nvPr/>
        </p:nvSpPr>
        <p:spPr>
          <a:xfrm>
            <a:off x="5385860" y="1287437"/>
            <a:ext cx="1420280" cy="281048"/>
          </a:xfrm>
          <a:prstGeom prst="round2SameRect">
            <a:avLst>
              <a:gd name="adj1" fmla="val 0"/>
              <a:gd name="adj2" fmla="val 50000"/>
            </a:avLst>
          </a:prstGeom>
          <a:solidFill>
            <a:schemeClr val="bg1"/>
          </a:solidFill>
          <a:effectLst>
            <a:outerShdw blurRad="50800" dist="25400" dir="5400000" sx="97000" sy="97000" algn="t" rotWithShape="0">
              <a:prstClr val="black">
                <a:alpha val="20000"/>
              </a:prstClr>
            </a:outerShdw>
          </a:effectLst>
        </p:spPr>
        <p:txBody>
          <a:bodyPr wrap="none" tIns="0" bIns="45720">
            <a:noAutofit/>
          </a:bodyPr>
          <a:lstStyle/>
          <a:p>
            <a:pPr lvl="0" algn="ctr" rtl="1"/>
            <a:r>
              <a:rPr lang="en-US" b="1" dirty="0">
                <a:solidFill>
                  <a:schemeClr val="accent1"/>
                </a:solidFill>
              </a:rPr>
              <a:t>EASKPI06</a:t>
            </a:r>
            <a:endParaRPr lang="ar-EG" b="1" dirty="0">
              <a:solidFill>
                <a:schemeClr val="accent1"/>
              </a:solidFill>
            </a:endParaRPr>
          </a:p>
        </p:txBody>
      </p:sp>
      <p:sp>
        <p:nvSpPr>
          <p:cNvPr id="79" name="Rectangle 78">
            <a:extLst>
              <a:ext uri="{FF2B5EF4-FFF2-40B4-BE49-F238E27FC236}">
                <a16:creationId xmlns:a16="http://schemas.microsoft.com/office/drawing/2014/main" id="{CD5B7884-36CB-160E-30A7-2D37FF10EDD1}"/>
              </a:ext>
            </a:extLst>
          </p:cNvPr>
          <p:cNvSpPr/>
          <p:nvPr/>
        </p:nvSpPr>
        <p:spPr>
          <a:xfrm>
            <a:off x="1872988" y="2510775"/>
            <a:ext cx="8067780" cy="451821"/>
          </a:xfrm>
          <a:prstGeom prst="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92" name="Table 91">
            <a:extLst>
              <a:ext uri="{FF2B5EF4-FFF2-40B4-BE49-F238E27FC236}">
                <a16:creationId xmlns:a16="http://schemas.microsoft.com/office/drawing/2014/main" id="{F3425577-8A75-2681-0D21-FD82D4D3E1A1}"/>
              </a:ext>
            </a:extLst>
          </p:cNvPr>
          <p:cNvGraphicFramePr>
            <a:graphicFrameLocks noGrp="1"/>
          </p:cNvGraphicFramePr>
          <p:nvPr/>
        </p:nvGraphicFramePr>
        <p:xfrm>
          <a:off x="1113853" y="2293250"/>
          <a:ext cx="9964294" cy="1827936"/>
        </p:xfrm>
        <a:graphic>
          <a:graphicData uri="http://schemas.openxmlformats.org/drawingml/2006/table">
            <a:tbl>
              <a:tblPr firstRow="1" bandRow="1">
                <a:tableStyleId>{5C22544A-7EE6-4342-B048-85BDC9FD1C3A}</a:tableStyleId>
              </a:tblPr>
              <a:tblGrid>
                <a:gridCol w="8543322">
                  <a:extLst>
                    <a:ext uri="{9D8B030D-6E8A-4147-A177-3AD203B41FA5}">
                      <a16:colId xmlns:a16="http://schemas.microsoft.com/office/drawing/2014/main" val="1922650772"/>
                    </a:ext>
                  </a:extLst>
                </a:gridCol>
                <a:gridCol w="1420972">
                  <a:extLst>
                    <a:ext uri="{9D8B030D-6E8A-4147-A177-3AD203B41FA5}">
                      <a16:colId xmlns:a16="http://schemas.microsoft.com/office/drawing/2014/main" val="831415739"/>
                    </a:ext>
                  </a:extLst>
                </a:gridCol>
              </a:tblGrid>
              <a:tr h="456984">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baseline="0" dirty="0">
                          <a:solidFill>
                            <a:schemeClr val="accent1"/>
                          </a:solidFill>
                          <a:latin typeface="Sakkal Majalla" panose="02000000000000000000" pitchFamily="2" charset="-78"/>
                          <a:ea typeface="+mn-ea"/>
                          <a:cs typeface="Sakkal Majalla" panose="02000000000000000000" pitchFamily="2" charset="-78"/>
                        </a:rPr>
                        <a:t>تمكين التحول الرقمي</a:t>
                      </a:r>
                      <a:endParaRPr lang="ar-EG" sz="1400" b="1" kern="1200" baseline="0" dirty="0">
                        <a:solidFill>
                          <a:schemeClr val="accent1"/>
                        </a:solidFill>
                        <a:latin typeface="Sakkal Majalla" panose="02000000000000000000" pitchFamily="2" charset="-78"/>
                        <a:ea typeface="+mn-ea"/>
                        <a:cs typeface="Sakkal Majalla" panose="02000000000000000000" pitchFamily="2" charset="-7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الهدف الاستراتيجي</a:t>
                      </a:r>
                      <a:endParaRPr lang="en-US"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4060515"/>
                  </a:ext>
                </a:extLst>
              </a:tr>
              <a:tr h="456984">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يقيس حجم تبني الابتكار والتقنيات الناشئة ضمن محفظة المبادرات/المشاريع/الأفكار، بناءً على تصنيف معتمد (ابتكار/تقنيات ناشئة).</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وصف المؤشر</a:t>
                      </a:r>
                      <a:endParaRPr lang="en-US"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577636"/>
                  </a:ext>
                </a:extLst>
              </a:tr>
              <a:tr h="456984">
                <a:tc>
                  <a:txBody>
                    <a:bodyPr/>
                    <a:lstStyle/>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(عدد المبادرات/المشاريع/الأفكار الداعمة للابتكار والتقنيات الناشئة ÷ إجمالي المبادرات/المشاريع/الأفكار في الخارطة) × 100</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معادلة الاحتساب</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6671549"/>
                  </a:ext>
                </a:extLst>
              </a:tr>
              <a:tr h="456984">
                <a:tc>
                  <a:txBody>
                    <a:bodyPr/>
                    <a:lstStyle/>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مكتب البنية المؤسسية + لجنة الابتكار (محفظة المبادرات والمشاريع + سجل الأفكار + تصنيف لجنة الابتكار)</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مصدر البيانات</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578273"/>
                  </a:ext>
                </a:extLst>
              </a:tr>
            </a:tbl>
          </a:graphicData>
        </a:graphic>
      </p:graphicFrame>
      <p:sp>
        <p:nvSpPr>
          <p:cNvPr id="37" name="Rounded Rectangle 40">
            <a:extLst>
              <a:ext uri="{FF2B5EF4-FFF2-40B4-BE49-F238E27FC236}">
                <a16:creationId xmlns:a16="http://schemas.microsoft.com/office/drawing/2014/main" id="{4426012B-43CD-3946-5D7D-8D3A31107B7F}"/>
              </a:ext>
            </a:extLst>
          </p:cNvPr>
          <p:cNvSpPr/>
          <p:nvPr/>
        </p:nvSpPr>
        <p:spPr>
          <a:xfrm>
            <a:off x="2166134"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Box 37">
            <a:extLst>
              <a:ext uri="{FF2B5EF4-FFF2-40B4-BE49-F238E27FC236}">
                <a16:creationId xmlns:a16="http://schemas.microsoft.com/office/drawing/2014/main" id="{8C9EA71A-8EAF-D9EE-0B51-4F924C7B2B79}"/>
              </a:ext>
            </a:extLst>
          </p:cNvPr>
          <p:cNvSpPr txBox="1"/>
          <p:nvPr/>
        </p:nvSpPr>
        <p:spPr>
          <a:xfrm>
            <a:off x="1962748"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المستهدف</a:t>
            </a:r>
          </a:p>
        </p:txBody>
      </p:sp>
      <p:grpSp>
        <p:nvGrpSpPr>
          <p:cNvPr id="39" name="Group 38">
            <a:extLst>
              <a:ext uri="{FF2B5EF4-FFF2-40B4-BE49-F238E27FC236}">
                <a16:creationId xmlns:a16="http://schemas.microsoft.com/office/drawing/2014/main" id="{6CA629E9-0251-7AA6-F67B-C7F57383A125}"/>
              </a:ext>
            </a:extLst>
          </p:cNvPr>
          <p:cNvGrpSpPr>
            <a:grpSpLocks noChangeAspect="1"/>
          </p:cNvGrpSpPr>
          <p:nvPr/>
        </p:nvGrpSpPr>
        <p:grpSpPr>
          <a:xfrm>
            <a:off x="8926404" y="4690821"/>
            <a:ext cx="243890" cy="242732"/>
            <a:chOff x="2501900" y="457201"/>
            <a:chExt cx="1674813" cy="1666876"/>
          </a:xfrm>
          <a:solidFill>
            <a:schemeClr val="accent1"/>
          </a:solidFill>
        </p:grpSpPr>
        <p:sp>
          <p:nvSpPr>
            <p:cNvPr id="40" name="Freeform 5">
              <a:extLst>
                <a:ext uri="{FF2B5EF4-FFF2-40B4-BE49-F238E27FC236}">
                  <a16:creationId xmlns:a16="http://schemas.microsoft.com/office/drawing/2014/main" id="{F769DA4C-CFFA-178A-E8A3-28586EE228FE}"/>
                </a:ext>
              </a:extLst>
            </p:cNvPr>
            <p:cNvSpPr>
              <a:spLocks/>
            </p:cNvSpPr>
            <p:nvPr/>
          </p:nvSpPr>
          <p:spPr bwMode="auto">
            <a:xfrm>
              <a:off x="2857500" y="457201"/>
              <a:ext cx="130175" cy="273050"/>
            </a:xfrm>
            <a:custGeom>
              <a:avLst/>
              <a:gdLst>
                <a:gd name="T0" fmla="*/ 0 w 350"/>
                <a:gd name="T1" fmla="*/ 367 h 734"/>
                <a:gd name="T2" fmla="*/ 0 w 350"/>
                <a:gd name="T3" fmla="*/ 734 h 734"/>
                <a:gd name="T4" fmla="*/ 175 w 350"/>
                <a:gd name="T5" fmla="*/ 734 h 734"/>
                <a:gd name="T6" fmla="*/ 350 w 350"/>
                <a:gd name="T7" fmla="*/ 734 h 734"/>
                <a:gd name="T8" fmla="*/ 350 w 350"/>
                <a:gd name="T9" fmla="*/ 367 h 734"/>
                <a:gd name="T10" fmla="*/ 350 w 350"/>
                <a:gd name="T11" fmla="*/ 0 h 734"/>
                <a:gd name="T12" fmla="*/ 175 w 350"/>
                <a:gd name="T13" fmla="*/ 0 h 734"/>
                <a:gd name="T14" fmla="*/ 0 w 350"/>
                <a:gd name="T15" fmla="*/ 0 h 734"/>
                <a:gd name="T16" fmla="*/ 0 w 350"/>
                <a:gd name="T17" fmla="*/ 367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734">
                  <a:moveTo>
                    <a:pt x="0" y="367"/>
                  </a:moveTo>
                  <a:lnTo>
                    <a:pt x="0" y="734"/>
                  </a:lnTo>
                  <a:lnTo>
                    <a:pt x="175" y="734"/>
                  </a:lnTo>
                  <a:lnTo>
                    <a:pt x="350" y="734"/>
                  </a:lnTo>
                  <a:lnTo>
                    <a:pt x="350" y="367"/>
                  </a:lnTo>
                  <a:lnTo>
                    <a:pt x="350" y="0"/>
                  </a:lnTo>
                  <a:lnTo>
                    <a:pt x="175" y="0"/>
                  </a:lnTo>
                  <a:lnTo>
                    <a:pt x="0" y="0"/>
                  </a:lnTo>
                  <a:lnTo>
                    <a:pt x="0" y="3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3" name="Freeform 6">
              <a:extLst>
                <a:ext uri="{FF2B5EF4-FFF2-40B4-BE49-F238E27FC236}">
                  <a16:creationId xmlns:a16="http://schemas.microsoft.com/office/drawing/2014/main" id="{2E03DAED-45F1-6283-6839-B0D8089185EC}"/>
                </a:ext>
              </a:extLst>
            </p:cNvPr>
            <p:cNvSpPr>
              <a:spLocks/>
            </p:cNvSpPr>
            <p:nvPr/>
          </p:nvSpPr>
          <p:spPr bwMode="auto">
            <a:xfrm>
              <a:off x="3690938" y="457201"/>
              <a:ext cx="136525" cy="273050"/>
            </a:xfrm>
            <a:custGeom>
              <a:avLst/>
              <a:gdLst>
                <a:gd name="T0" fmla="*/ 0 w 367"/>
                <a:gd name="T1" fmla="*/ 367 h 734"/>
                <a:gd name="T2" fmla="*/ 0 w 367"/>
                <a:gd name="T3" fmla="*/ 734 h 734"/>
                <a:gd name="T4" fmla="*/ 184 w 367"/>
                <a:gd name="T5" fmla="*/ 734 h 734"/>
                <a:gd name="T6" fmla="*/ 367 w 367"/>
                <a:gd name="T7" fmla="*/ 734 h 734"/>
                <a:gd name="T8" fmla="*/ 367 w 367"/>
                <a:gd name="T9" fmla="*/ 367 h 734"/>
                <a:gd name="T10" fmla="*/ 367 w 367"/>
                <a:gd name="T11" fmla="*/ 0 h 734"/>
                <a:gd name="T12" fmla="*/ 184 w 367"/>
                <a:gd name="T13" fmla="*/ 0 h 734"/>
                <a:gd name="T14" fmla="*/ 0 w 367"/>
                <a:gd name="T15" fmla="*/ 0 h 734"/>
                <a:gd name="T16" fmla="*/ 0 w 367"/>
                <a:gd name="T17" fmla="*/ 367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734">
                  <a:moveTo>
                    <a:pt x="0" y="367"/>
                  </a:moveTo>
                  <a:lnTo>
                    <a:pt x="0" y="734"/>
                  </a:lnTo>
                  <a:lnTo>
                    <a:pt x="184" y="734"/>
                  </a:lnTo>
                  <a:lnTo>
                    <a:pt x="367" y="734"/>
                  </a:lnTo>
                  <a:lnTo>
                    <a:pt x="367" y="367"/>
                  </a:lnTo>
                  <a:lnTo>
                    <a:pt x="367" y="0"/>
                  </a:lnTo>
                  <a:lnTo>
                    <a:pt x="184" y="0"/>
                  </a:lnTo>
                  <a:lnTo>
                    <a:pt x="0" y="0"/>
                  </a:lnTo>
                  <a:lnTo>
                    <a:pt x="0" y="3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4" name="Freeform 24">
              <a:extLst>
                <a:ext uri="{FF2B5EF4-FFF2-40B4-BE49-F238E27FC236}">
                  <a16:creationId xmlns:a16="http://schemas.microsoft.com/office/drawing/2014/main" id="{99B0CDB2-33C6-AD96-4ABA-7664E13CA55C}"/>
                </a:ext>
              </a:extLst>
            </p:cNvPr>
            <p:cNvSpPr>
              <a:spLocks noEditPoints="1"/>
            </p:cNvSpPr>
            <p:nvPr/>
          </p:nvSpPr>
          <p:spPr bwMode="auto">
            <a:xfrm>
              <a:off x="2501900" y="661989"/>
              <a:ext cx="1674813" cy="1462088"/>
            </a:xfrm>
            <a:custGeom>
              <a:avLst/>
              <a:gdLst>
                <a:gd name="T0" fmla="*/ 0 w 4483"/>
                <a:gd name="T1" fmla="*/ 475 h 3917"/>
                <a:gd name="T2" fmla="*/ 0 w 4483"/>
                <a:gd name="T3" fmla="*/ 950 h 3917"/>
                <a:gd name="T4" fmla="*/ 92 w 4483"/>
                <a:gd name="T5" fmla="*/ 950 h 3917"/>
                <a:gd name="T6" fmla="*/ 183 w 4483"/>
                <a:gd name="T7" fmla="*/ 950 h 3917"/>
                <a:gd name="T8" fmla="*/ 183 w 4483"/>
                <a:gd name="T9" fmla="*/ 2434 h 3917"/>
                <a:gd name="T10" fmla="*/ 183 w 4483"/>
                <a:gd name="T11" fmla="*/ 3917 h 3917"/>
                <a:gd name="T12" fmla="*/ 2242 w 4483"/>
                <a:gd name="T13" fmla="*/ 3917 h 3917"/>
                <a:gd name="T14" fmla="*/ 4300 w 4483"/>
                <a:gd name="T15" fmla="*/ 3917 h 3917"/>
                <a:gd name="T16" fmla="*/ 4300 w 4483"/>
                <a:gd name="T17" fmla="*/ 2434 h 3917"/>
                <a:gd name="T18" fmla="*/ 4300 w 4483"/>
                <a:gd name="T19" fmla="*/ 950 h 3917"/>
                <a:gd name="T20" fmla="*/ 4392 w 4483"/>
                <a:gd name="T21" fmla="*/ 950 h 3917"/>
                <a:gd name="T22" fmla="*/ 4483 w 4483"/>
                <a:gd name="T23" fmla="*/ 950 h 3917"/>
                <a:gd name="T24" fmla="*/ 4483 w 4483"/>
                <a:gd name="T25" fmla="*/ 475 h 3917"/>
                <a:gd name="T26" fmla="*/ 4483 w 4483"/>
                <a:gd name="T27" fmla="*/ 0 h 3917"/>
                <a:gd name="T28" fmla="*/ 4117 w 4483"/>
                <a:gd name="T29" fmla="*/ 0 h 3917"/>
                <a:gd name="T30" fmla="*/ 3752 w 4483"/>
                <a:gd name="T31" fmla="*/ 0 h 3917"/>
                <a:gd name="T32" fmla="*/ 3747 w 4483"/>
                <a:gd name="T33" fmla="*/ 187 h 3917"/>
                <a:gd name="T34" fmla="*/ 3742 w 4483"/>
                <a:gd name="T35" fmla="*/ 375 h 3917"/>
                <a:gd name="T36" fmla="*/ 3363 w 4483"/>
                <a:gd name="T37" fmla="*/ 380 h 3917"/>
                <a:gd name="T38" fmla="*/ 2983 w 4483"/>
                <a:gd name="T39" fmla="*/ 384 h 3917"/>
                <a:gd name="T40" fmla="*/ 2983 w 4483"/>
                <a:gd name="T41" fmla="*/ 192 h 3917"/>
                <a:gd name="T42" fmla="*/ 2983 w 4483"/>
                <a:gd name="T43" fmla="*/ 0 h 3917"/>
                <a:gd name="T44" fmla="*/ 2242 w 4483"/>
                <a:gd name="T45" fmla="*/ 0 h 3917"/>
                <a:gd name="T46" fmla="*/ 1502 w 4483"/>
                <a:gd name="T47" fmla="*/ 0 h 3917"/>
                <a:gd name="T48" fmla="*/ 1497 w 4483"/>
                <a:gd name="T49" fmla="*/ 187 h 3917"/>
                <a:gd name="T50" fmla="*/ 1492 w 4483"/>
                <a:gd name="T51" fmla="*/ 375 h 3917"/>
                <a:gd name="T52" fmla="*/ 1117 w 4483"/>
                <a:gd name="T53" fmla="*/ 375 h 3917"/>
                <a:gd name="T54" fmla="*/ 742 w 4483"/>
                <a:gd name="T55" fmla="*/ 375 h 3917"/>
                <a:gd name="T56" fmla="*/ 737 w 4483"/>
                <a:gd name="T57" fmla="*/ 187 h 3917"/>
                <a:gd name="T58" fmla="*/ 732 w 4483"/>
                <a:gd name="T59" fmla="*/ 0 h 3917"/>
                <a:gd name="T60" fmla="*/ 367 w 4483"/>
                <a:gd name="T61" fmla="*/ 0 h 3917"/>
                <a:gd name="T62" fmla="*/ 0 w 4483"/>
                <a:gd name="T63" fmla="*/ 0 h 3917"/>
                <a:gd name="T64" fmla="*/ 0 w 4483"/>
                <a:gd name="T65" fmla="*/ 475 h 3917"/>
                <a:gd name="T66" fmla="*/ 3917 w 4483"/>
                <a:gd name="T67" fmla="*/ 2250 h 3917"/>
                <a:gd name="T68" fmla="*/ 3917 w 4483"/>
                <a:gd name="T69" fmla="*/ 3567 h 3917"/>
                <a:gd name="T70" fmla="*/ 2238 w 4483"/>
                <a:gd name="T71" fmla="*/ 3564 h 3917"/>
                <a:gd name="T72" fmla="*/ 558 w 4483"/>
                <a:gd name="T73" fmla="*/ 3559 h 3917"/>
                <a:gd name="T74" fmla="*/ 553 w 4483"/>
                <a:gd name="T75" fmla="*/ 2245 h 3917"/>
                <a:gd name="T76" fmla="*/ 550 w 4483"/>
                <a:gd name="T77" fmla="*/ 934 h 3917"/>
                <a:gd name="T78" fmla="*/ 2233 w 4483"/>
                <a:gd name="T79" fmla="*/ 934 h 3917"/>
                <a:gd name="T80" fmla="*/ 3917 w 4483"/>
                <a:gd name="T81" fmla="*/ 934 h 3917"/>
                <a:gd name="T82" fmla="*/ 3917 w 4483"/>
                <a:gd name="T83" fmla="*/ 2250 h 3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483" h="3917">
                  <a:moveTo>
                    <a:pt x="0" y="475"/>
                  </a:moveTo>
                  <a:lnTo>
                    <a:pt x="0" y="950"/>
                  </a:lnTo>
                  <a:lnTo>
                    <a:pt x="92" y="950"/>
                  </a:lnTo>
                  <a:lnTo>
                    <a:pt x="183" y="950"/>
                  </a:lnTo>
                  <a:lnTo>
                    <a:pt x="183" y="2434"/>
                  </a:lnTo>
                  <a:lnTo>
                    <a:pt x="183" y="3917"/>
                  </a:lnTo>
                  <a:lnTo>
                    <a:pt x="2242" y="3917"/>
                  </a:lnTo>
                  <a:lnTo>
                    <a:pt x="4300" y="3917"/>
                  </a:lnTo>
                  <a:lnTo>
                    <a:pt x="4300" y="2434"/>
                  </a:lnTo>
                  <a:lnTo>
                    <a:pt x="4300" y="950"/>
                  </a:lnTo>
                  <a:lnTo>
                    <a:pt x="4392" y="950"/>
                  </a:lnTo>
                  <a:lnTo>
                    <a:pt x="4483" y="950"/>
                  </a:lnTo>
                  <a:lnTo>
                    <a:pt x="4483" y="475"/>
                  </a:lnTo>
                  <a:lnTo>
                    <a:pt x="4483" y="0"/>
                  </a:lnTo>
                  <a:lnTo>
                    <a:pt x="4117" y="0"/>
                  </a:lnTo>
                  <a:lnTo>
                    <a:pt x="3752" y="0"/>
                  </a:lnTo>
                  <a:lnTo>
                    <a:pt x="3747" y="187"/>
                  </a:lnTo>
                  <a:lnTo>
                    <a:pt x="3742" y="375"/>
                  </a:lnTo>
                  <a:lnTo>
                    <a:pt x="3363" y="380"/>
                  </a:lnTo>
                  <a:lnTo>
                    <a:pt x="2983" y="384"/>
                  </a:lnTo>
                  <a:lnTo>
                    <a:pt x="2983" y="192"/>
                  </a:lnTo>
                  <a:lnTo>
                    <a:pt x="2983" y="0"/>
                  </a:lnTo>
                  <a:lnTo>
                    <a:pt x="2242" y="0"/>
                  </a:lnTo>
                  <a:lnTo>
                    <a:pt x="1502" y="0"/>
                  </a:lnTo>
                  <a:lnTo>
                    <a:pt x="1497" y="187"/>
                  </a:lnTo>
                  <a:lnTo>
                    <a:pt x="1492" y="375"/>
                  </a:lnTo>
                  <a:lnTo>
                    <a:pt x="1117" y="375"/>
                  </a:lnTo>
                  <a:lnTo>
                    <a:pt x="742" y="375"/>
                  </a:lnTo>
                  <a:lnTo>
                    <a:pt x="737" y="187"/>
                  </a:lnTo>
                  <a:lnTo>
                    <a:pt x="732" y="0"/>
                  </a:lnTo>
                  <a:lnTo>
                    <a:pt x="367" y="0"/>
                  </a:lnTo>
                  <a:lnTo>
                    <a:pt x="0" y="0"/>
                  </a:lnTo>
                  <a:lnTo>
                    <a:pt x="0" y="475"/>
                  </a:lnTo>
                  <a:close/>
                  <a:moveTo>
                    <a:pt x="3917" y="2250"/>
                  </a:moveTo>
                  <a:lnTo>
                    <a:pt x="3917" y="3567"/>
                  </a:lnTo>
                  <a:lnTo>
                    <a:pt x="2238" y="3564"/>
                  </a:lnTo>
                  <a:lnTo>
                    <a:pt x="558" y="3559"/>
                  </a:lnTo>
                  <a:lnTo>
                    <a:pt x="553" y="2245"/>
                  </a:lnTo>
                  <a:lnTo>
                    <a:pt x="550" y="934"/>
                  </a:lnTo>
                  <a:lnTo>
                    <a:pt x="2233" y="934"/>
                  </a:lnTo>
                  <a:lnTo>
                    <a:pt x="3917" y="934"/>
                  </a:lnTo>
                  <a:lnTo>
                    <a:pt x="3917" y="22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5" name="Freeform 25">
              <a:extLst>
                <a:ext uri="{FF2B5EF4-FFF2-40B4-BE49-F238E27FC236}">
                  <a16:creationId xmlns:a16="http://schemas.microsoft.com/office/drawing/2014/main" id="{4E936881-DC4E-F442-783A-083AEA3A5A75}"/>
                </a:ext>
              </a:extLst>
            </p:cNvPr>
            <p:cNvSpPr>
              <a:spLocks/>
            </p:cNvSpPr>
            <p:nvPr/>
          </p:nvSpPr>
          <p:spPr bwMode="auto">
            <a:xfrm>
              <a:off x="2857500" y="1154114"/>
              <a:ext cx="130175" cy="136525"/>
            </a:xfrm>
            <a:custGeom>
              <a:avLst/>
              <a:gdLst>
                <a:gd name="T0" fmla="*/ 0 w 350"/>
                <a:gd name="T1" fmla="*/ 183 h 367"/>
                <a:gd name="T2" fmla="*/ 0 w 350"/>
                <a:gd name="T3" fmla="*/ 367 h 367"/>
                <a:gd name="T4" fmla="*/ 175 w 350"/>
                <a:gd name="T5" fmla="*/ 367 h 367"/>
                <a:gd name="T6" fmla="*/ 350 w 350"/>
                <a:gd name="T7" fmla="*/ 367 h 367"/>
                <a:gd name="T8" fmla="*/ 350 w 350"/>
                <a:gd name="T9" fmla="*/ 183 h 367"/>
                <a:gd name="T10" fmla="*/ 350 w 350"/>
                <a:gd name="T11" fmla="*/ 0 h 367"/>
                <a:gd name="T12" fmla="*/ 175 w 350"/>
                <a:gd name="T13" fmla="*/ 0 h 367"/>
                <a:gd name="T14" fmla="*/ 0 w 350"/>
                <a:gd name="T15" fmla="*/ 0 h 367"/>
                <a:gd name="T16" fmla="*/ 0 w 350"/>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67">
                  <a:moveTo>
                    <a:pt x="0" y="183"/>
                  </a:moveTo>
                  <a:lnTo>
                    <a:pt x="0" y="367"/>
                  </a:lnTo>
                  <a:lnTo>
                    <a:pt x="175" y="367"/>
                  </a:lnTo>
                  <a:lnTo>
                    <a:pt x="350" y="367"/>
                  </a:lnTo>
                  <a:lnTo>
                    <a:pt x="350" y="183"/>
                  </a:lnTo>
                  <a:lnTo>
                    <a:pt x="350" y="0"/>
                  </a:lnTo>
                  <a:lnTo>
                    <a:pt x="175"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6" name="Freeform 26">
              <a:extLst>
                <a:ext uri="{FF2B5EF4-FFF2-40B4-BE49-F238E27FC236}">
                  <a16:creationId xmlns:a16="http://schemas.microsoft.com/office/drawing/2014/main" id="{47A40DDC-0828-AB2F-C9D7-ADDDECB001A9}"/>
                </a:ext>
              </a:extLst>
            </p:cNvPr>
            <p:cNvSpPr>
              <a:spLocks/>
            </p:cNvSpPr>
            <p:nvPr/>
          </p:nvSpPr>
          <p:spPr bwMode="auto">
            <a:xfrm>
              <a:off x="3130550"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7" name="Freeform 27">
              <a:extLst>
                <a:ext uri="{FF2B5EF4-FFF2-40B4-BE49-F238E27FC236}">
                  <a16:creationId xmlns:a16="http://schemas.microsoft.com/office/drawing/2014/main" id="{E781EBBC-5030-5241-6B5C-C72DEECF1003}"/>
                </a:ext>
              </a:extLst>
            </p:cNvPr>
            <p:cNvSpPr>
              <a:spLocks/>
            </p:cNvSpPr>
            <p:nvPr/>
          </p:nvSpPr>
          <p:spPr bwMode="auto">
            <a:xfrm>
              <a:off x="3411538"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8" name="Freeform 28">
              <a:extLst>
                <a:ext uri="{FF2B5EF4-FFF2-40B4-BE49-F238E27FC236}">
                  <a16:creationId xmlns:a16="http://schemas.microsoft.com/office/drawing/2014/main" id="{CA643C9D-118E-5DA9-5493-F5555F9AB19D}"/>
                </a:ext>
              </a:extLst>
            </p:cNvPr>
            <p:cNvSpPr>
              <a:spLocks/>
            </p:cNvSpPr>
            <p:nvPr/>
          </p:nvSpPr>
          <p:spPr bwMode="auto">
            <a:xfrm>
              <a:off x="3690938"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9" name="Freeform 29">
              <a:extLst>
                <a:ext uri="{FF2B5EF4-FFF2-40B4-BE49-F238E27FC236}">
                  <a16:creationId xmlns:a16="http://schemas.microsoft.com/office/drawing/2014/main" id="{5CE9D674-8E9D-A0E0-0764-8BF0E8F09089}"/>
                </a:ext>
              </a:extLst>
            </p:cNvPr>
            <p:cNvSpPr>
              <a:spLocks/>
            </p:cNvSpPr>
            <p:nvPr/>
          </p:nvSpPr>
          <p:spPr bwMode="auto">
            <a:xfrm>
              <a:off x="2857500" y="1427164"/>
              <a:ext cx="130175" cy="142875"/>
            </a:xfrm>
            <a:custGeom>
              <a:avLst/>
              <a:gdLst>
                <a:gd name="T0" fmla="*/ 0 w 350"/>
                <a:gd name="T1" fmla="*/ 192 h 384"/>
                <a:gd name="T2" fmla="*/ 0 w 350"/>
                <a:gd name="T3" fmla="*/ 384 h 384"/>
                <a:gd name="T4" fmla="*/ 175 w 350"/>
                <a:gd name="T5" fmla="*/ 384 h 384"/>
                <a:gd name="T6" fmla="*/ 350 w 350"/>
                <a:gd name="T7" fmla="*/ 384 h 384"/>
                <a:gd name="T8" fmla="*/ 350 w 350"/>
                <a:gd name="T9" fmla="*/ 192 h 384"/>
                <a:gd name="T10" fmla="*/ 350 w 350"/>
                <a:gd name="T11" fmla="*/ 0 h 384"/>
                <a:gd name="T12" fmla="*/ 175 w 350"/>
                <a:gd name="T13" fmla="*/ 0 h 384"/>
                <a:gd name="T14" fmla="*/ 0 w 350"/>
                <a:gd name="T15" fmla="*/ 0 h 384"/>
                <a:gd name="T16" fmla="*/ 0 w 350"/>
                <a:gd name="T17"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84">
                  <a:moveTo>
                    <a:pt x="0" y="192"/>
                  </a:moveTo>
                  <a:lnTo>
                    <a:pt x="0" y="384"/>
                  </a:lnTo>
                  <a:lnTo>
                    <a:pt x="175" y="384"/>
                  </a:lnTo>
                  <a:lnTo>
                    <a:pt x="350" y="384"/>
                  </a:lnTo>
                  <a:lnTo>
                    <a:pt x="350" y="192"/>
                  </a:lnTo>
                  <a:lnTo>
                    <a:pt x="350" y="0"/>
                  </a:lnTo>
                  <a:lnTo>
                    <a:pt x="175" y="0"/>
                  </a:lnTo>
                  <a:lnTo>
                    <a:pt x="0" y="0"/>
                  </a:lnTo>
                  <a:lnTo>
                    <a:pt x="0"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0" name="Freeform 30">
              <a:extLst>
                <a:ext uri="{FF2B5EF4-FFF2-40B4-BE49-F238E27FC236}">
                  <a16:creationId xmlns:a16="http://schemas.microsoft.com/office/drawing/2014/main" id="{14066CDD-ABBD-E8C6-5279-C54BEFD4CD75}"/>
                </a:ext>
              </a:extLst>
            </p:cNvPr>
            <p:cNvSpPr>
              <a:spLocks/>
            </p:cNvSpPr>
            <p:nvPr/>
          </p:nvSpPr>
          <p:spPr bwMode="auto">
            <a:xfrm>
              <a:off x="3132138" y="1427164"/>
              <a:ext cx="134938" cy="142875"/>
            </a:xfrm>
            <a:custGeom>
              <a:avLst/>
              <a:gdLst>
                <a:gd name="T0" fmla="*/ 4 w 364"/>
                <a:gd name="T1" fmla="*/ 22 h 385"/>
                <a:gd name="T2" fmla="*/ 2 w 364"/>
                <a:gd name="T3" fmla="*/ 40 h 385"/>
                <a:gd name="T4" fmla="*/ 0 w 364"/>
                <a:gd name="T5" fmla="*/ 142 h 385"/>
                <a:gd name="T6" fmla="*/ 1 w 364"/>
                <a:gd name="T7" fmla="*/ 210 h 385"/>
                <a:gd name="T8" fmla="*/ 6 w 364"/>
                <a:gd name="T9" fmla="*/ 375 h 385"/>
                <a:gd name="T10" fmla="*/ 186 w 364"/>
                <a:gd name="T11" fmla="*/ 380 h 385"/>
                <a:gd name="T12" fmla="*/ 364 w 364"/>
                <a:gd name="T13" fmla="*/ 385 h 385"/>
                <a:gd name="T14" fmla="*/ 364 w 364"/>
                <a:gd name="T15" fmla="*/ 192 h 385"/>
                <a:gd name="T16" fmla="*/ 364 w 364"/>
                <a:gd name="T17" fmla="*/ 0 h 385"/>
                <a:gd name="T18" fmla="*/ 189 w 364"/>
                <a:gd name="T19" fmla="*/ 0 h 385"/>
                <a:gd name="T20" fmla="*/ 102 w 364"/>
                <a:gd name="T21" fmla="*/ 1 h 385"/>
                <a:gd name="T22" fmla="*/ 30 w 364"/>
                <a:gd name="T23" fmla="*/ 8 h 385"/>
                <a:gd name="T24" fmla="*/ 8 w 364"/>
                <a:gd name="T25" fmla="*/ 16 h 385"/>
                <a:gd name="T26" fmla="*/ 4 w 364"/>
                <a:gd name="T27" fmla="*/ 22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385">
                  <a:moveTo>
                    <a:pt x="4" y="22"/>
                  </a:moveTo>
                  <a:lnTo>
                    <a:pt x="2" y="40"/>
                  </a:lnTo>
                  <a:lnTo>
                    <a:pt x="0" y="142"/>
                  </a:lnTo>
                  <a:lnTo>
                    <a:pt x="1" y="210"/>
                  </a:lnTo>
                  <a:lnTo>
                    <a:pt x="6" y="375"/>
                  </a:lnTo>
                  <a:lnTo>
                    <a:pt x="186" y="380"/>
                  </a:lnTo>
                  <a:lnTo>
                    <a:pt x="364" y="385"/>
                  </a:lnTo>
                  <a:lnTo>
                    <a:pt x="364" y="192"/>
                  </a:lnTo>
                  <a:lnTo>
                    <a:pt x="364" y="0"/>
                  </a:lnTo>
                  <a:lnTo>
                    <a:pt x="189" y="0"/>
                  </a:lnTo>
                  <a:lnTo>
                    <a:pt x="102" y="1"/>
                  </a:lnTo>
                  <a:lnTo>
                    <a:pt x="30" y="8"/>
                  </a:lnTo>
                  <a:lnTo>
                    <a:pt x="8" y="16"/>
                  </a:lnTo>
                  <a:lnTo>
                    <a:pt x="4"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1" name="Freeform 31">
              <a:extLst>
                <a:ext uri="{FF2B5EF4-FFF2-40B4-BE49-F238E27FC236}">
                  <a16:creationId xmlns:a16="http://schemas.microsoft.com/office/drawing/2014/main" id="{9E3F3725-FB02-2343-65F0-3252FBE3FFFE}"/>
                </a:ext>
              </a:extLst>
            </p:cNvPr>
            <p:cNvSpPr>
              <a:spLocks/>
            </p:cNvSpPr>
            <p:nvPr/>
          </p:nvSpPr>
          <p:spPr bwMode="auto">
            <a:xfrm>
              <a:off x="3411538" y="1428751"/>
              <a:ext cx="136525" cy="141288"/>
            </a:xfrm>
            <a:custGeom>
              <a:avLst/>
              <a:gdLst>
                <a:gd name="T0" fmla="*/ 12 w 369"/>
                <a:gd name="T1" fmla="*/ 7 h 381"/>
                <a:gd name="T2" fmla="*/ 7 w 369"/>
                <a:gd name="T3" fmla="*/ 22 h 381"/>
                <a:gd name="T4" fmla="*/ 1 w 369"/>
                <a:gd name="T5" fmla="*/ 127 h 381"/>
                <a:gd name="T6" fmla="*/ 0 w 369"/>
                <a:gd name="T7" fmla="*/ 201 h 381"/>
                <a:gd name="T8" fmla="*/ 0 w 369"/>
                <a:gd name="T9" fmla="*/ 381 h 381"/>
                <a:gd name="T10" fmla="*/ 184 w 369"/>
                <a:gd name="T11" fmla="*/ 381 h 381"/>
                <a:gd name="T12" fmla="*/ 369 w 369"/>
                <a:gd name="T13" fmla="*/ 381 h 381"/>
                <a:gd name="T14" fmla="*/ 364 w 369"/>
                <a:gd name="T15" fmla="*/ 192 h 381"/>
                <a:gd name="T16" fmla="*/ 359 w 369"/>
                <a:gd name="T17" fmla="*/ 6 h 381"/>
                <a:gd name="T18" fmla="*/ 190 w 369"/>
                <a:gd name="T19" fmla="*/ 1 h 381"/>
                <a:gd name="T20" fmla="*/ 123 w 369"/>
                <a:gd name="T21" fmla="*/ 0 h 381"/>
                <a:gd name="T22" fmla="*/ 26 w 369"/>
                <a:gd name="T23" fmla="*/ 3 h 381"/>
                <a:gd name="T24" fmla="*/ 12 w 369"/>
                <a:gd name="T25" fmla="*/ 7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381">
                  <a:moveTo>
                    <a:pt x="12" y="7"/>
                  </a:moveTo>
                  <a:lnTo>
                    <a:pt x="7" y="22"/>
                  </a:lnTo>
                  <a:lnTo>
                    <a:pt x="1" y="127"/>
                  </a:lnTo>
                  <a:lnTo>
                    <a:pt x="0" y="201"/>
                  </a:lnTo>
                  <a:lnTo>
                    <a:pt x="0" y="381"/>
                  </a:lnTo>
                  <a:lnTo>
                    <a:pt x="184" y="381"/>
                  </a:lnTo>
                  <a:lnTo>
                    <a:pt x="369" y="381"/>
                  </a:lnTo>
                  <a:lnTo>
                    <a:pt x="364" y="192"/>
                  </a:lnTo>
                  <a:lnTo>
                    <a:pt x="359" y="6"/>
                  </a:lnTo>
                  <a:lnTo>
                    <a:pt x="190" y="1"/>
                  </a:lnTo>
                  <a:lnTo>
                    <a:pt x="123" y="0"/>
                  </a:lnTo>
                  <a:lnTo>
                    <a:pt x="26" y="3"/>
                  </a:lnTo>
                  <a:lnTo>
                    <a:pt x="1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2" name="Freeform 32">
              <a:extLst>
                <a:ext uri="{FF2B5EF4-FFF2-40B4-BE49-F238E27FC236}">
                  <a16:creationId xmlns:a16="http://schemas.microsoft.com/office/drawing/2014/main" id="{EE7F5AD5-8C09-BFDD-F8F3-0CEB563F09C4}"/>
                </a:ext>
              </a:extLst>
            </p:cNvPr>
            <p:cNvSpPr>
              <a:spLocks/>
            </p:cNvSpPr>
            <p:nvPr/>
          </p:nvSpPr>
          <p:spPr bwMode="auto">
            <a:xfrm>
              <a:off x="3690938" y="1427164"/>
              <a:ext cx="133350" cy="142875"/>
            </a:xfrm>
            <a:custGeom>
              <a:avLst/>
              <a:gdLst>
                <a:gd name="T0" fmla="*/ 0 w 359"/>
                <a:gd name="T1" fmla="*/ 193 h 386"/>
                <a:gd name="T2" fmla="*/ 0 w 359"/>
                <a:gd name="T3" fmla="*/ 386 h 386"/>
                <a:gd name="T4" fmla="*/ 180 w 359"/>
                <a:gd name="T5" fmla="*/ 381 h 386"/>
                <a:gd name="T6" fmla="*/ 359 w 359"/>
                <a:gd name="T7" fmla="*/ 376 h 386"/>
                <a:gd name="T8" fmla="*/ 359 w 359"/>
                <a:gd name="T9" fmla="*/ 193 h 386"/>
                <a:gd name="T10" fmla="*/ 359 w 359"/>
                <a:gd name="T11" fmla="*/ 10 h 386"/>
                <a:gd name="T12" fmla="*/ 180 w 359"/>
                <a:gd name="T13" fmla="*/ 5 h 386"/>
                <a:gd name="T14" fmla="*/ 0 w 359"/>
                <a:gd name="T15" fmla="*/ 0 h 386"/>
                <a:gd name="T16" fmla="*/ 0 w 359"/>
                <a:gd name="T17" fmla="*/ 193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9" h="386">
                  <a:moveTo>
                    <a:pt x="0" y="193"/>
                  </a:moveTo>
                  <a:lnTo>
                    <a:pt x="0" y="386"/>
                  </a:lnTo>
                  <a:lnTo>
                    <a:pt x="180" y="381"/>
                  </a:lnTo>
                  <a:lnTo>
                    <a:pt x="359" y="376"/>
                  </a:lnTo>
                  <a:lnTo>
                    <a:pt x="359" y="193"/>
                  </a:lnTo>
                  <a:lnTo>
                    <a:pt x="359" y="10"/>
                  </a:lnTo>
                  <a:lnTo>
                    <a:pt x="180" y="5"/>
                  </a:lnTo>
                  <a:lnTo>
                    <a:pt x="0" y="0"/>
                  </a:lnTo>
                  <a:lnTo>
                    <a:pt x="0"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6" name="Freeform 33">
              <a:extLst>
                <a:ext uri="{FF2B5EF4-FFF2-40B4-BE49-F238E27FC236}">
                  <a16:creationId xmlns:a16="http://schemas.microsoft.com/office/drawing/2014/main" id="{35C25B93-E4C1-9A05-32CE-461398C48FE0}"/>
                </a:ext>
              </a:extLst>
            </p:cNvPr>
            <p:cNvSpPr>
              <a:spLocks/>
            </p:cNvSpPr>
            <p:nvPr/>
          </p:nvSpPr>
          <p:spPr bwMode="auto">
            <a:xfrm>
              <a:off x="2857500" y="1706564"/>
              <a:ext cx="130175" cy="142875"/>
            </a:xfrm>
            <a:custGeom>
              <a:avLst/>
              <a:gdLst>
                <a:gd name="T0" fmla="*/ 0 w 350"/>
                <a:gd name="T1" fmla="*/ 192 h 384"/>
                <a:gd name="T2" fmla="*/ 0 w 350"/>
                <a:gd name="T3" fmla="*/ 384 h 384"/>
                <a:gd name="T4" fmla="*/ 175 w 350"/>
                <a:gd name="T5" fmla="*/ 384 h 384"/>
                <a:gd name="T6" fmla="*/ 350 w 350"/>
                <a:gd name="T7" fmla="*/ 384 h 384"/>
                <a:gd name="T8" fmla="*/ 350 w 350"/>
                <a:gd name="T9" fmla="*/ 192 h 384"/>
                <a:gd name="T10" fmla="*/ 350 w 350"/>
                <a:gd name="T11" fmla="*/ 0 h 384"/>
                <a:gd name="T12" fmla="*/ 175 w 350"/>
                <a:gd name="T13" fmla="*/ 0 h 384"/>
                <a:gd name="T14" fmla="*/ 0 w 350"/>
                <a:gd name="T15" fmla="*/ 0 h 384"/>
                <a:gd name="T16" fmla="*/ 0 w 350"/>
                <a:gd name="T17"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84">
                  <a:moveTo>
                    <a:pt x="0" y="192"/>
                  </a:moveTo>
                  <a:lnTo>
                    <a:pt x="0" y="384"/>
                  </a:lnTo>
                  <a:lnTo>
                    <a:pt x="175" y="384"/>
                  </a:lnTo>
                  <a:lnTo>
                    <a:pt x="350" y="384"/>
                  </a:lnTo>
                  <a:lnTo>
                    <a:pt x="350" y="192"/>
                  </a:lnTo>
                  <a:lnTo>
                    <a:pt x="350" y="0"/>
                  </a:lnTo>
                  <a:lnTo>
                    <a:pt x="175" y="0"/>
                  </a:lnTo>
                  <a:lnTo>
                    <a:pt x="0" y="0"/>
                  </a:lnTo>
                  <a:lnTo>
                    <a:pt x="0"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7" name="Freeform 34">
              <a:extLst>
                <a:ext uri="{FF2B5EF4-FFF2-40B4-BE49-F238E27FC236}">
                  <a16:creationId xmlns:a16="http://schemas.microsoft.com/office/drawing/2014/main" id="{525C8002-62F1-2087-5CDE-13C026B886A4}"/>
                </a:ext>
              </a:extLst>
            </p:cNvPr>
            <p:cNvSpPr>
              <a:spLocks/>
            </p:cNvSpPr>
            <p:nvPr/>
          </p:nvSpPr>
          <p:spPr bwMode="auto">
            <a:xfrm>
              <a:off x="3132138" y="1706564"/>
              <a:ext cx="134938" cy="144463"/>
            </a:xfrm>
            <a:custGeom>
              <a:avLst/>
              <a:gdLst>
                <a:gd name="T0" fmla="*/ 4 w 364"/>
                <a:gd name="T1" fmla="*/ 22 h 385"/>
                <a:gd name="T2" fmla="*/ 2 w 364"/>
                <a:gd name="T3" fmla="*/ 40 h 385"/>
                <a:gd name="T4" fmla="*/ 0 w 364"/>
                <a:gd name="T5" fmla="*/ 142 h 385"/>
                <a:gd name="T6" fmla="*/ 1 w 364"/>
                <a:gd name="T7" fmla="*/ 210 h 385"/>
                <a:gd name="T8" fmla="*/ 6 w 364"/>
                <a:gd name="T9" fmla="*/ 375 h 385"/>
                <a:gd name="T10" fmla="*/ 186 w 364"/>
                <a:gd name="T11" fmla="*/ 380 h 385"/>
                <a:gd name="T12" fmla="*/ 364 w 364"/>
                <a:gd name="T13" fmla="*/ 385 h 385"/>
                <a:gd name="T14" fmla="*/ 364 w 364"/>
                <a:gd name="T15" fmla="*/ 192 h 385"/>
                <a:gd name="T16" fmla="*/ 364 w 364"/>
                <a:gd name="T17" fmla="*/ 0 h 385"/>
                <a:gd name="T18" fmla="*/ 189 w 364"/>
                <a:gd name="T19" fmla="*/ 0 h 385"/>
                <a:gd name="T20" fmla="*/ 102 w 364"/>
                <a:gd name="T21" fmla="*/ 1 h 385"/>
                <a:gd name="T22" fmla="*/ 30 w 364"/>
                <a:gd name="T23" fmla="*/ 8 h 385"/>
                <a:gd name="T24" fmla="*/ 8 w 364"/>
                <a:gd name="T25" fmla="*/ 16 h 385"/>
                <a:gd name="T26" fmla="*/ 4 w 364"/>
                <a:gd name="T27" fmla="*/ 22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385">
                  <a:moveTo>
                    <a:pt x="4" y="22"/>
                  </a:moveTo>
                  <a:lnTo>
                    <a:pt x="2" y="40"/>
                  </a:lnTo>
                  <a:lnTo>
                    <a:pt x="0" y="142"/>
                  </a:lnTo>
                  <a:lnTo>
                    <a:pt x="1" y="210"/>
                  </a:lnTo>
                  <a:lnTo>
                    <a:pt x="6" y="375"/>
                  </a:lnTo>
                  <a:lnTo>
                    <a:pt x="186" y="380"/>
                  </a:lnTo>
                  <a:lnTo>
                    <a:pt x="364" y="385"/>
                  </a:lnTo>
                  <a:lnTo>
                    <a:pt x="364" y="192"/>
                  </a:lnTo>
                  <a:lnTo>
                    <a:pt x="364" y="0"/>
                  </a:lnTo>
                  <a:lnTo>
                    <a:pt x="189" y="0"/>
                  </a:lnTo>
                  <a:lnTo>
                    <a:pt x="102" y="1"/>
                  </a:lnTo>
                  <a:lnTo>
                    <a:pt x="30" y="8"/>
                  </a:lnTo>
                  <a:lnTo>
                    <a:pt x="8" y="16"/>
                  </a:lnTo>
                  <a:lnTo>
                    <a:pt x="4"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8" name="Freeform 35">
              <a:extLst>
                <a:ext uri="{FF2B5EF4-FFF2-40B4-BE49-F238E27FC236}">
                  <a16:creationId xmlns:a16="http://schemas.microsoft.com/office/drawing/2014/main" id="{193B51BB-2FD6-4EBC-90D9-F09AC266F37B}"/>
                </a:ext>
              </a:extLst>
            </p:cNvPr>
            <p:cNvSpPr>
              <a:spLocks/>
            </p:cNvSpPr>
            <p:nvPr/>
          </p:nvSpPr>
          <p:spPr bwMode="auto">
            <a:xfrm>
              <a:off x="3409950" y="1706564"/>
              <a:ext cx="138113" cy="139700"/>
            </a:xfrm>
            <a:custGeom>
              <a:avLst/>
              <a:gdLst>
                <a:gd name="T0" fmla="*/ 5 w 370"/>
                <a:gd name="T1" fmla="*/ 187 h 375"/>
                <a:gd name="T2" fmla="*/ 10 w 370"/>
                <a:gd name="T3" fmla="*/ 375 h 375"/>
                <a:gd name="T4" fmla="*/ 185 w 370"/>
                <a:gd name="T5" fmla="*/ 375 h 375"/>
                <a:gd name="T6" fmla="*/ 360 w 370"/>
                <a:gd name="T7" fmla="*/ 375 h 375"/>
                <a:gd name="T8" fmla="*/ 365 w 370"/>
                <a:gd name="T9" fmla="*/ 187 h 375"/>
                <a:gd name="T10" fmla="*/ 370 w 370"/>
                <a:gd name="T11" fmla="*/ 0 h 375"/>
                <a:gd name="T12" fmla="*/ 185 w 370"/>
                <a:gd name="T13" fmla="*/ 0 h 375"/>
                <a:gd name="T14" fmla="*/ 0 w 370"/>
                <a:gd name="T15" fmla="*/ 0 h 375"/>
                <a:gd name="T16" fmla="*/ 5 w 370"/>
                <a:gd name="T17" fmla="*/ 187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0" h="375">
                  <a:moveTo>
                    <a:pt x="5" y="187"/>
                  </a:moveTo>
                  <a:lnTo>
                    <a:pt x="10" y="375"/>
                  </a:lnTo>
                  <a:lnTo>
                    <a:pt x="185" y="375"/>
                  </a:lnTo>
                  <a:lnTo>
                    <a:pt x="360" y="375"/>
                  </a:lnTo>
                  <a:lnTo>
                    <a:pt x="365" y="187"/>
                  </a:lnTo>
                  <a:lnTo>
                    <a:pt x="370" y="0"/>
                  </a:lnTo>
                  <a:lnTo>
                    <a:pt x="185" y="0"/>
                  </a:lnTo>
                  <a:lnTo>
                    <a:pt x="0" y="0"/>
                  </a:lnTo>
                  <a:lnTo>
                    <a:pt x="5" y="1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9" name="Freeform 36">
              <a:extLst>
                <a:ext uri="{FF2B5EF4-FFF2-40B4-BE49-F238E27FC236}">
                  <a16:creationId xmlns:a16="http://schemas.microsoft.com/office/drawing/2014/main" id="{7E13A54F-00B7-2D59-09E3-A4D36CA38951}"/>
                </a:ext>
              </a:extLst>
            </p:cNvPr>
            <p:cNvSpPr>
              <a:spLocks/>
            </p:cNvSpPr>
            <p:nvPr/>
          </p:nvSpPr>
          <p:spPr bwMode="auto">
            <a:xfrm>
              <a:off x="3690938" y="1706564"/>
              <a:ext cx="133350" cy="144463"/>
            </a:xfrm>
            <a:custGeom>
              <a:avLst/>
              <a:gdLst>
                <a:gd name="T0" fmla="*/ 0 w 359"/>
                <a:gd name="T1" fmla="*/ 193 h 386"/>
                <a:gd name="T2" fmla="*/ 0 w 359"/>
                <a:gd name="T3" fmla="*/ 386 h 386"/>
                <a:gd name="T4" fmla="*/ 180 w 359"/>
                <a:gd name="T5" fmla="*/ 381 h 386"/>
                <a:gd name="T6" fmla="*/ 359 w 359"/>
                <a:gd name="T7" fmla="*/ 376 h 386"/>
                <a:gd name="T8" fmla="*/ 359 w 359"/>
                <a:gd name="T9" fmla="*/ 193 h 386"/>
                <a:gd name="T10" fmla="*/ 359 w 359"/>
                <a:gd name="T11" fmla="*/ 10 h 386"/>
                <a:gd name="T12" fmla="*/ 180 w 359"/>
                <a:gd name="T13" fmla="*/ 5 h 386"/>
                <a:gd name="T14" fmla="*/ 0 w 359"/>
                <a:gd name="T15" fmla="*/ 0 h 386"/>
                <a:gd name="T16" fmla="*/ 0 w 359"/>
                <a:gd name="T17" fmla="*/ 193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9" h="386">
                  <a:moveTo>
                    <a:pt x="0" y="193"/>
                  </a:moveTo>
                  <a:lnTo>
                    <a:pt x="0" y="386"/>
                  </a:lnTo>
                  <a:lnTo>
                    <a:pt x="180" y="381"/>
                  </a:lnTo>
                  <a:lnTo>
                    <a:pt x="359" y="376"/>
                  </a:lnTo>
                  <a:lnTo>
                    <a:pt x="359" y="193"/>
                  </a:lnTo>
                  <a:lnTo>
                    <a:pt x="359" y="10"/>
                  </a:lnTo>
                  <a:lnTo>
                    <a:pt x="180" y="5"/>
                  </a:lnTo>
                  <a:lnTo>
                    <a:pt x="0" y="0"/>
                  </a:lnTo>
                  <a:lnTo>
                    <a:pt x="0"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60" name="Rounded Rectangle 52">
            <a:extLst>
              <a:ext uri="{FF2B5EF4-FFF2-40B4-BE49-F238E27FC236}">
                <a16:creationId xmlns:a16="http://schemas.microsoft.com/office/drawing/2014/main" id="{16DC2367-D268-B39C-0968-3774D8CA1DEF}"/>
              </a:ext>
            </a:extLst>
          </p:cNvPr>
          <p:cNvSpPr/>
          <p:nvPr/>
        </p:nvSpPr>
        <p:spPr>
          <a:xfrm>
            <a:off x="8687103"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TextBox 60">
            <a:extLst>
              <a:ext uri="{FF2B5EF4-FFF2-40B4-BE49-F238E27FC236}">
                <a16:creationId xmlns:a16="http://schemas.microsoft.com/office/drawing/2014/main" id="{130D2E7A-4746-4652-F9D4-FAF60B0E2818}"/>
              </a:ext>
            </a:extLst>
          </p:cNvPr>
          <p:cNvSpPr txBox="1"/>
          <p:nvPr/>
        </p:nvSpPr>
        <p:spPr>
          <a:xfrm>
            <a:off x="8483717"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دورية القياس</a:t>
            </a:r>
          </a:p>
        </p:txBody>
      </p:sp>
      <p:sp>
        <p:nvSpPr>
          <p:cNvPr id="62" name="TextBox 61">
            <a:extLst>
              <a:ext uri="{FF2B5EF4-FFF2-40B4-BE49-F238E27FC236}">
                <a16:creationId xmlns:a16="http://schemas.microsoft.com/office/drawing/2014/main" id="{91F053FB-B634-E9F5-B3FB-A81E6B2FA2AF}"/>
              </a:ext>
            </a:extLst>
          </p:cNvPr>
          <p:cNvSpPr txBox="1"/>
          <p:nvPr/>
        </p:nvSpPr>
        <p:spPr>
          <a:xfrm>
            <a:off x="8565694" y="4947797"/>
            <a:ext cx="965308" cy="338554"/>
          </a:xfrm>
          <a:prstGeom prst="rect">
            <a:avLst/>
          </a:prstGeom>
          <a:noFill/>
        </p:spPr>
        <p:txBody>
          <a:bodyPr wrap="square" rtlCol="0">
            <a:spAutoFit/>
          </a:bodyPr>
          <a:lstStyle/>
          <a:p>
            <a:pPr algn="ctr"/>
            <a:r>
              <a:rPr lang="ar-EG" sz="1600" b="1" dirty="0">
                <a:solidFill>
                  <a:schemeClr val="accent1"/>
                </a:solidFill>
              </a:rPr>
              <a:t>ربع سنوي</a:t>
            </a:r>
          </a:p>
        </p:txBody>
      </p:sp>
      <p:sp>
        <p:nvSpPr>
          <p:cNvPr id="63" name="Rounded Rectangle 29">
            <a:extLst>
              <a:ext uri="{FF2B5EF4-FFF2-40B4-BE49-F238E27FC236}">
                <a16:creationId xmlns:a16="http://schemas.microsoft.com/office/drawing/2014/main" id="{6F7DD174-9FD4-B505-8EFE-D5485157CA40}"/>
              </a:ext>
            </a:extLst>
          </p:cNvPr>
          <p:cNvSpPr/>
          <p:nvPr/>
        </p:nvSpPr>
        <p:spPr>
          <a:xfrm>
            <a:off x="4908728"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TextBox 63">
            <a:extLst>
              <a:ext uri="{FF2B5EF4-FFF2-40B4-BE49-F238E27FC236}">
                <a16:creationId xmlns:a16="http://schemas.microsoft.com/office/drawing/2014/main" id="{15554BAE-044A-3045-8301-53CEA5016211}"/>
              </a:ext>
            </a:extLst>
          </p:cNvPr>
          <p:cNvSpPr txBox="1"/>
          <p:nvPr/>
        </p:nvSpPr>
        <p:spPr>
          <a:xfrm>
            <a:off x="4705342"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وحدة القياس</a:t>
            </a:r>
          </a:p>
        </p:txBody>
      </p:sp>
      <p:sp>
        <p:nvSpPr>
          <p:cNvPr id="65" name="TextBox 64">
            <a:extLst>
              <a:ext uri="{FF2B5EF4-FFF2-40B4-BE49-F238E27FC236}">
                <a16:creationId xmlns:a16="http://schemas.microsoft.com/office/drawing/2014/main" id="{2ABF93A7-9B60-7CFB-160B-B106B53A74E5}"/>
              </a:ext>
            </a:extLst>
          </p:cNvPr>
          <p:cNvSpPr txBox="1"/>
          <p:nvPr/>
        </p:nvSpPr>
        <p:spPr>
          <a:xfrm>
            <a:off x="4787319" y="4947797"/>
            <a:ext cx="965308" cy="338554"/>
          </a:xfrm>
          <a:prstGeom prst="rect">
            <a:avLst/>
          </a:prstGeom>
          <a:noFill/>
        </p:spPr>
        <p:txBody>
          <a:bodyPr wrap="square" rtlCol="0">
            <a:spAutoFit/>
          </a:bodyPr>
          <a:lstStyle/>
          <a:p>
            <a:pPr algn="ctr"/>
            <a:r>
              <a:rPr lang="ar-EG" sz="1600" b="1" dirty="0">
                <a:solidFill>
                  <a:schemeClr val="accent1"/>
                </a:solidFill>
              </a:rPr>
              <a:t>نسبة</a:t>
            </a:r>
          </a:p>
        </p:txBody>
      </p:sp>
      <p:sp>
        <p:nvSpPr>
          <p:cNvPr id="66" name="Rounded Rectangle 10">
            <a:extLst>
              <a:ext uri="{FF2B5EF4-FFF2-40B4-BE49-F238E27FC236}">
                <a16:creationId xmlns:a16="http://schemas.microsoft.com/office/drawing/2014/main" id="{A50D4813-B7D1-BFD2-315C-23740DE4D8A6}"/>
              </a:ext>
            </a:extLst>
          </p:cNvPr>
          <p:cNvSpPr/>
          <p:nvPr/>
        </p:nvSpPr>
        <p:spPr>
          <a:xfrm>
            <a:off x="6797916"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TextBox 66">
            <a:extLst>
              <a:ext uri="{FF2B5EF4-FFF2-40B4-BE49-F238E27FC236}">
                <a16:creationId xmlns:a16="http://schemas.microsoft.com/office/drawing/2014/main" id="{EAFC3331-255C-B5DB-2A57-1FA408D3FC35}"/>
              </a:ext>
            </a:extLst>
          </p:cNvPr>
          <p:cNvSpPr txBox="1"/>
          <p:nvPr/>
        </p:nvSpPr>
        <p:spPr>
          <a:xfrm>
            <a:off x="6594530"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قطبية القياس</a:t>
            </a:r>
          </a:p>
        </p:txBody>
      </p:sp>
      <p:sp>
        <p:nvSpPr>
          <p:cNvPr id="68" name="TextBox 67">
            <a:extLst>
              <a:ext uri="{FF2B5EF4-FFF2-40B4-BE49-F238E27FC236}">
                <a16:creationId xmlns:a16="http://schemas.microsoft.com/office/drawing/2014/main" id="{31886957-C712-9CB7-83C4-D6B64C89FF30}"/>
              </a:ext>
            </a:extLst>
          </p:cNvPr>
          <p:cNvSpPr txBox="1"/>
          <p:nvPr/>
        </p:nvSpPr>
        <p:spPr>
          <a:xfrm>
            <a:off x="6676507" y="4947797"/>
            <a:ext cx="965308" cy="338554"/>
          </a:xfrm>
          <a:prstGeom prst="rect">
            <a:avLst/>
          </a:prstGeom>
          <a:noFill/>
        </p:spPr>
        <p:txBody>
          <a:bodyPr wrap="square" rtlCol="0">
            <a:spAutoFit/>
          </a:bodyPr>
          <a:lstStyle/>
          <a:p>
            <a:pPr algn="ctr"/>
            <a:r>
              <a:rPr lang="ar-EG" sz="1600" b="1" dirty="0">
                <a:solidFill>
                  <a:schemeClr val="accent1"/>
                </a:solidFill>
              </a:rPr>
              <a:t>تصاعدي</a:t>
            </a:r>
            <a:endParaRPr lang="en-US" sz="1600" b="1" dirty="0">
              <a:solidFill>
                <a:schemeClr val="accent1"/>
              </a:solidFill>
            </a:endParaRPr>
          </a:p>
        </p:txBody>
      </p:sp>
      <p:graphicFrame>
        <p:nvGraphicFramePr>
          <p:cNvPr id="69" name="Table 68">
            <a:extLst>
              <a:ext uri="{FF2B5EF4-FFF2-40B4-BE49-F238E27FC236}">
                <a16:creationId xmlns:a16="http://schemas.microsoft.com/office/drawing/2014/main" id="{4BF7E692-6783-B68B-5901-1E0653AB7DEA}"/>
              </a:ext>
            </a:extLst>
          </p:cNvPr>
          <p:cNvGraphicFramePr>
            <a:graphicFrameLocks noGrp="1"/>
          </p:cNvGraphicFramePr>
          <p:nvPr/>
        </p:nvGraphicFramePr>
        <p:xfrm>
          <a:off x="1109342" y="4676797"/>
          <a:ext cx="2836074" cy="487680"/>
        </p:xfrm>
        <a:graphic>
          <a:graphicData uri="http://schemas.openxmlformats.org/drawingml/2006/table">
            <a:tbl>
              <a:tblPr firstRow="1" bandRow="1">
                <a:tableStyleId>{5C22544A-7EE6-4342-B048-85BDC9FD1C3A}</a:tableStyleId>
              </a:tblPr>
              <a:tblGrid>
                <a:gridCol w="945358">
                  <a:extLst>
                    <a:ext uri="{9D8B030D-6E8A-4147-A177-3AD203B41FA5}">
                      <a16:colId xmlns:a16="http://schemas.microsoft.com/office/drawing/2014/main" val="3314942607"/>
                    </a:ext>
                  </a:extLst>
                </a:gridCol>
                <a:gridCol w="945358">
                  <a:extLst>
                    <a:ext uri="{9D8B030D-6E8A-4147-A177-3AD203B41FA5}">
                      <a16:colId xmlns:a16="http://schemas.microsoft.com/office/drawing/2014/main" val="2694643210"/>
                    </a:ext>
                  </a:extLst>
                </a:gridCol>
                <a:gridCol w="945358">
                  <a:extLst>
                    <a:ext uri="{9D8B030D-6E8A-4147-A177-3AD203B41FA5}">
                      <a16:colId xmlns:a16="http://schemas.microsoft.com/office/drawing/2014/main" val="1867350649"/>
                    </a:ext>
                  </a:extLst>
                </a:gridCol>
              </a:tblGrid>
              <a:tr h="0">
                <a:tc>
                  <a:txBody>
                    <a:bodyPr/>
                    <a:lstStyle/>
                    <a:p>
                      <a:pPr algn="ctr" rtl="1"/>
                      <a:r>
                        <a:rPr lang="en-US" sz="1600" b="1" baseline="0" dirty="0">
                          <a:solidFill>
                            <a:schemeClr val="accent1">
                              <a:lumMod val="50000"/>
                            </a:schemeClr>
                          </a:solidFill>
                          <a:latin typeface="Sakkal Majalla" panose="02000000000000000000" pitchFamily="2" charset="-78"/>
                          <a:cs typeface="Sakkal Majalla" panose="02000000000000000000" pitchFamily="2" charset="-78"/>
                        </a:rPr>
                        <a:t>2028</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rtl="1"/>
                      <a:r>
                        <a:rPr lang="ar-EG" sz="1600" b="1" baseline="0" dirty="0">
                          <a:solidFill>
                            <a:schemeClr val="accent1">
                              <a:lumMod val="50000"/>
                            </a:schemeClr>
                          </a:solidFill>
                          <a:latin typeface="Sakkal Majalla" panose="02000000000000000000" pitchFamily="2" charset="-78"/>
                          <a:cs typeface="Sakkal Majalla" panose="02000000000000000000" pitchFamily="2" charset="-78"/>
                        </a:rPr>
                        <a:t>2027</a:t>
                      </a:r>
                      <a:endParaRPr lang="en-US" sz="1600" b="1" baseline="0" dirty="0">
                        <a:solidFill>
                          <a:schemeClr val="accent1">
                            <a:lumMod val="50000"/>
                          </a:schemeClr>
                        </a:solidFill>
                        <a:latin typeface="Sakkal Majalla" panose="02000000000000000000" pitchFamily="2" charset="-78"/>
                        <a:cs typeface="Sakkal Majalla" panose="02000000000000000000" pitchFamily="2" charset="-78"/>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rtl="1"/>
                      <a:r>
                        <a:rPr lang="ar-EG" sz="1600" b="1" baseline="0" dirty="0">
                          <a:solidFill>
                            <a:schemeClr val="accent1">
                              <a:lumMod val="50000"/>
                            </a:schemeClr>
                          </a:solidFill>
                          <a:latin typeface="Sakkal Majalla" panose="02000000000000000000" pitchFamily="2" charset="-78"/>
                          <a:cs typeface="Sakkal Majalla" panose="02000000000000000000" pitchFamily="2" charset="-78"/>
                        </a:rPr>
                        <a:t>2026</a:t>
                      </a:r>
                      <a:endParaRPr lang="en-US" sz="1600" b="1" baseline="0" dirty="0">
                        <a:solidFill>
                          <a:schemeClr val="accent1">
                            <a:lumMod val="50000"/>
                          </a:schemeClr>
                        </a:solidFill>
                        <a:latin typeface="Sakkal Majalla" panose="02000000000000000000" pitchFamily="2" charset="-78"/>
                        <a:cs typeface="Sakkal Majalla" panose="02000000000000000000" pitchFamily="2" charset="-78"/>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95495611"/>
                  </a:ext>
                </a:extLst>
              </a:tr>
              <a:tr h="0">
                <a:tc>
                  <a:txBody>
                    <a:bodyPr/>
                    <a:lstStyle/>
                    <a:p>
                      <a:pPr algn="ctr"/>
                      <a:r>
                        <a:rPr lang="en-US" sz="1600" b="1" baseline="0" dirty="0">
                          <a:solidFill>
                            <a:schemeClr val="accent1"/>
                          </a:solidFill>
                          <a:latin typeface="Sakkal Majalla" panose="02000000000000000000" pitchFamily="2" charset="-78"/>
                          <a:cs typeface="Sakkal Majalla" panose="02000000000000000000" pitchFamily="2" charset="-78"/>
                        </a:rPr>
                        <a:t>30%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lang="en-US" sz="1600" b="1" baseline="0" dirty="0">
                          <a:solidFill>
                            <a:schemeClr val="accent1"/>
                          </a:solidFill>
                          <a:latin typeface="Sakkal Majalla" panose="02000000000000000000" pitchFamily="2" charset="-78"/>
                          <a:cs typeface="Sakkal Majalla" panose="02000000000000000000" pitchFamily="2" charset="-78"/>
                        </a:rPr>
                        <a:t>20%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algn="ctr" defTabSz="914400" rtl="1" eaLnBrk="1" latinLnBrk="0" hangingPunct="1"/>
                      <a:r>
                        <a:rPr lang="en-US" sz="1600" b="1" kern="1200" baseline="0" dirty="0">
                          <a:solidFill>
                            <a:schemeClr val="accent1"/>
                          </a:solidFill>
                          <a:latin typeface="Sakkal Majalla" panose="02000000000000000000" pitchFamily="2" charset="-78"/>
                          <a:ea typeface="+mn-ea"/>
                          <a:cs typeface="Sakkal Majalla" panose="02000000000000000000" pitchFamily="2" charset="-78"/>
                        </a:rPr>
                        <a:t>10%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08398491"/>
                  </a:ext>
                </a:extLst>
              </a:tr>
            </a:tbl>
          </a:graphicData>
        </a:graphic>
      </p:graphicFrame>
      <p:sp>
        <p:nvSpPr>
          <p:cNvPr id="70" name="Rounded Rectangle 7">
            <a:extLst>
              <a:ext uri="{FF2B5EF4-FFF2-40B4-BE49-F238E27FC236}">
                <a16:creationId xmlns:a16="http://schemas.microsoft.com/office/drawing/2014/main" id="{04A7037D-76BD-AE00-AE46-822A6DF8E113}"/>
              </a:ext>
            </a:extLst>
          </p:cNvPr>
          <p:cNvSpPr/>
          <p:nvPr/>
        </p:nvSpPr>
        <p:spPr>
          <a:xfrm>
            <a:off x="5041960" y="1930177"/>
            <a:ext cx="2108081" cy="31893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EG" sz="1200" dirty="0"/>
              <a:t>مالك المؤشر : البنية المؤسسية</a:t>
            </a:r>
            <a:endParaRPr lang="en-US" sz="1200" dirty="0"/>
          </a:p>
        </p:txBody>
      </p:sp>
      <p:grpSp>
        <p:nvGrpSpPr>
          <p:cNvPr id="71" name="Group 70">
            <a:extLst>
              <a:ext uri="{FF2B5EF4-FFF2-40B4-BE49-F238E27FC236}">
                <a16:creationId xmlns:a16="http://schemas.microsoft.com/office/drawing/2014/main" id="{860DD3CF-9575-7AAE-0475-8D9E8E5AD3A6}"/>
              </a:ext>
            </a:extLst>
          </p:cNvPr>
          <p:cNvGrpSpPr>
            <a:grpSpLocks noChangeAspect="1"/>
          </p:cNvGrpSpPr>
          <p:nvPr/>
        </p:nvGrpSpPr>
        <p:grpSpPr>
          <a:xfrm>
            <a:off x="5130225" y="4686665"/>
            <a:ext cx="279496" cy="246888"/>
            <a:chOff x="5810250" y="3176587"/>
            <a:chExt cx="571500" cy="504825"/>
          </a:xfrm>
          <a:solidFill>
            <a:schemeClr val="accent1"/>
          </a:solidFill>
        </p:grpSpPr>
        <p:sp>
          <p:nvSpPr>
            <p:cNvPr id="72" name="Freeform: Shape 71">
              <a:extLst>
                <a:ext uri="{FF2B5EF4-FFF2-40B4-BE49-F238E27FC236}">
                  <a16:creationId xmlns:a16="http://schemas.microsoft.com/office/drawing/2014/main" id="{38E5A104-0AF9-E108-4698-8AEA263B72F8}"/>
                </a:ext>
              </a:extLst>
            </p:cNvPr>
            <p:cNvSpPr/>
            <p:nvPr/>
          </p:nvSpPr>
          <p:spPr>
            <a:xfrm>
              <a:off x="5810250" y="3376612"/>
              <a:ext cx="571500" cy="304800"/>
            </a:xfrm>
            <a:custGeom>
              <a:avLst/>
              <a:gdLst>
                <a:gd name="csX0" fmla="*/ 514350 w 571500"/>
                <a:gd name="csY0" fmla="*/ 0 h 304800"/>
                <a:gd name="csX1" fmla="*/ 495300 w 571500"/>
                <a:gd name="csY1" fmla="*/ 0 h 304800"/>
                <a:gd name="csX2" fmla="*/ 495300 w 571500"/>
                <a:gd name="csY2" fmla="*/ 19050 h 304800"/>
                <a:gd name="csX3" fmla="*/ 514350 w 571500"/>
                <a:gd name="csY3" fmla="*/ 19050 h 304800"/>
                <a:gd name="csX4" fmla="*/ 552450 w 571500"/>
                <a:gd name="csY4" fmla="*/ 57150 h 304800"/>
                <a:gd name="csX5" fmla="*/ 552450 w 571500"/>
                <a:gd name="csY5" fmla="*/ 247650 h 304800"/>
                <a:gd name="csX6" fmla="*/ 514350 w 571500"/>
                <a:gd name="csY6" fmla="*/ 285750 h 304800"/>
                <a:gd name="csX7" fmla="*/ 495300 w 571500"/>
                <a:gd name="csY7" fmla="*/ 285750 h 304800"/>
                <a:gd name="csX8" fmla="*/ 495300 w 571500"/>
                <a:gd name="csY8" fmla="*/ 257175 h 304800"/>
                <a:gd name="csX9" fmla="*/ 485775 w 571500"/>
                <a:gd name="csY9" fmla="*/ 247650 h 304800"/>
                <a:gd name="csX10" fmla="*/ 476250 w 571500"/>
                <a:gd name="csY10" fmla="*/ 257175 h 304800"/>
                <a:gd name="csX11" fmla="*/ 476250 w 571500"/>
                <a:gd name="csY11" fmla="*/ 285750 h 304800"/>
                <a:gd name="csX12" fmla="*/ 457200 w 571500"/>
                <a:gd name="csY12" fmla="*/ 285750 h 304800"/>
                <a:gd name="csX13" fmla="*/ 457200 w 571500"/>
                <a:gd name="csY13" fmla="*/ 257175 h 304800"/>
                <a:gd name="csX14" fmla="*/ 447675 w 571500"/>
                <a:gd name="csY14" fmla="*/ 247650 h 304800"/>
                <a:gd name="csX15" fmla="*/ 438150 w 571500"/>
                <a:gd name="csY15" fmla="*/ 257175 h 304800"/>
                <a:gd name="csX16" fmla="*/ 438150 w 571500"/>
                <a:gd name="csY16" fmla="*/ 285750 h 304800"/>
                <a:gd name="csX17" fmla="*/ 419100 w 571500"/>
                <a:gd name="csY17" fmla="*/ 285750 h 304800"/>
                <a:gd name="csX18" fmla="*/ 419100 w 571500"/>
                <a:gd name="csY18" fmla="*/ 257175 h 304800"/>
                <a:gd name="csX19" fmla="*/ 409575 w 571500"/>
                <a:gd name="csY19" fmla="*/ 247650 h 304800"/>
                <a:gd name="csX20" fmla="*/ 400050 w 571500"/>
                <a:gd name="csY20" fmla="*/ 257175 h 304800"/>
                <a:gd name="csX21" fmla="*/ 400050 w 571500"/>
                <a:gd name="csY21" fmla="*/ 285750 h 304800"/>
                <a:gd name="csX22" fmla="*/ 381000 w 571500"/>
                <a:gd name="csY22" fmla="*/ 285750 h 304800"/>
                <a:gd name="csX23" fmla="*/ 381000 w 571500"/>
                <a:gd name="csY23" fmla="*/ 257175 h 304800"/>
                <a:gd name="csX24" fmla="*/ 371475 w 571500"/>
                <a:gd name="csY24" fmla="*/ 247650 h 304800"/>
                <a:gd name="csX25" fmla="*/ 361950 w 571500"/>
                <a:gd name="csY25" fmla="*/ 257175 h 304800"/>
                <a:gd name="csX26" fmla="*/ 361950 w 571500"/>
                <a:gd name="csY26" fmla="*/ 285750 h 304800"/>
                <a:gd name="csX27" fmla="*/ 342900 w 571500"/>
                <a:gd name="csY27" fmla="*/ 285750 h 304800"/>
                <a:gd name="csX28" fmla="*/ 342900 w 571500"/>
                <a:gd name="csY28" fmla="*/ 257175 h 304800"/>
                <a:gd name="csX29" fmla="*/ 333375 w 571500"/>
                <a:gd name="csY29" fmla="*/ 247650 h 304800"/>
                <a:gd name="csX30" fmla="*/ 323850 w 571500"/>
                <a:gd name="csY30" fmla="*/ 257175 h 304800"/>
                <a:gd name="csX31" fmla="*/ 323850 w 571500"/>
                <a:gd name="csY31" fmla="*/ 285750 h 304800"/>
                <a:gd name="csX32" fmla="*/ 304800 w 571500"/>
                <a:gd name="csY32" fmla="*/ 285750 h 304800"/>
                <a:gd name="csX33" fmla="*/ 304800 w 571500"/>
                <a:gd name="csY33" fmla="*/ 257175 h 304800"/>
                <a:gd name="csX34" fmla="*/ 295275 w 571500"/>
                <a:gd name="csY34" fmla="*/ 247650 h 304800"/>
                <a:gd name="csX35" fmla="*/ 285750 w 571500"/>
                <a:gd name="csY35" fmla="*/ 257175 h 304800"/>
                <a:gd name="csX36" fmla="*/ 285750 w 571500"/>
                <a:gd name="csY36" fmla="*/ 285750 h 304800"/>
                <a:gd name="csX37" fmla="*/ 266700 w 571500"/>
                <a:gd name="csY37" fmla="*/ 285750 h 304800"/>
                <a:gd name="csX38" fmla="*/ 266700 w 571500"/>
                <a:gd name="csY38" fmla="*/ 257175 h 304800"/>
                <a:gd name="csX39" fmla="*/ 257175 w 571500"/>
                <a:gd name="csY39" fmla="*/ 247650 h 304800"/>
                <a:gd name="csX40" fmla="*/ 247650 w 571500"/>
                <a:gd name="csY40" fmla="*/ 257175 h 304800"/>
                <a:gd name="csX41" fmla="*/ 247650 w 571500"/>
                <a:gd name="csY41" fmla="*/ 285750 h 304800"/>
                <a:gd name="csX42" fmla="*/ 228600 w 571500"/>
                <a:gd name="csY42" fmla="*/ 285750 h 304800"/>
                <a:gd name="csX43" fmla="*/ 228600 w 571500"/>
                <a:gd name="csY43" fmla="*/ 257175 h 304800"/>
                <a:gd name="csX44" fmla="*/ 219075 w 571500"/>
                <a:gd name="csY44" fmla="*/ 247650 h 304800"/>
                <a:gd name="csX45" fmla="*/ 209550 w 571500"/>
                <a:gd name="csY45" fmla="*/ 257175 h 304800"/>
                <a:gd name="csX46" fmla="*/ 209550 w 571500"/>
                <a:gd name="csY46" fmla="*/ 285750 h 304800"/>
                <a:gd name="csX47" fmla="*/ 190500 w 571500"/>
                <a:gd name="csY47" fmla="*/ 285750 h 304800"/>
                <a:gd name="csX48" fmla="*/ 190500 w 571500"/>
                <a:gd name="csY48" fmla="*/ 261938 h 304800"/>
                <a:gd name="csX49" fmla="*/ 157163 w 571500"/>
                <a:gd name="csY49" fmla="*/ 228600 h 304800"/>
                <a:gd name="csX50" fmla="*/ 123825 w 571500"/>
                <a:gd name="csY50" fmla="*/ 261938 h 304800"/>
                <a:gd name="csX51" fmla="*/ 123825 w 571500"/>
                <a:gd name="csY51" fmla="*/ 285750 h 304800"/>
                <a:gd name="csX52" fmla="*/ 104775 w 571500"/>
                <a:gd name="csY52" fmla="*/ 285750 h 304800"/>
                <a:gd name="csX53" fmla="*/ 104775 w 571500"/>
                <a:gd name="csY53" fmla="*/ 257175 h 304800"/>
                <a:gd name="csX54" fmla="*/ 95250 w 571500"/>
                <a:gd name="csY54" fmla="*/ 247650 h 304800"/>
                <a:gd name="csX55" fmla="*/ 85725 w 571500"/>
                <a:gd name="csY55" fmla="*/ 257175 h 304800"/>
                <a:gd name="csX56" fmla="*/ 85725 w 571500"/>
                <a:gd name="csY56" fmla="*/ 285750 h 304800"/>
                <a:gd name="csX57" fmla="*/ 66675 w 571500"/>
                <a:gd name="csY57" fmla="*/ 285750 h 304800"/>
                <a:gd name="csX58" fmla="*/ 66675 w 571500"/>
                <a:gd name="csY58" fmla="*/ 257175 h 304800"/>
                <a:gd name="csX59" fmla="*/ 57150 w 571500"/>
                <a:gd name="csY59" fmla="*/ 247650 h 304800"/>
                <a:gd name="csX60" fmla="*/ 47625 w 571500"/>
                <a:gd name="csY60" fmla="*/ 257175 h 304800"/>
                <a:gd name="csX61" fmla="*/ 47625 w 571500"/>
                <a:gd name="csY61" fmla="*/ 284404 h 304800"/>
                <a:gd name="csX62" fmla="*/ 19050 w 571500"/>
                <a:gd name="csY62" fmla="*/ 247650 h 304800"/>
                <a:gd name="csX63" fmla="*/ 19050 w 571500"/>
                <a:gd name="csY63" fmla="*/ 57150 h 304800"/>
                <a:gd name="csX64" fmla="*/ 57150 w 571500"/>
                <a:gd name="csY64" fmla="*/ 19050 h 304800"/>
                <a:gd name="csX65" fmla="*/ 76200 w 571500"/>
                <a:gd name="csY65" fmla="*/ 19050 h 304800"/>
                <a:gd name="csX66" fmla="*/ 76200 w 571500"/>
                <a:gd name="csY66" fmla="*/ 0 h 304800"/>
                <a:gd name="csX67" fmla="*/ 57150 w 571500"/>
                <a:gd name="csY67" fmla="*/ 0 h 304800"/>
                <a:gd name="csX68" fmla="*/ 0 w 571500"/>
                <a:gd name="csY68" fmla="*/ 57150 h 304800"/>
                <a:gd name="csX69" fmla="*/ 0 w 571500"/>
                <a:gd name="csY69" fmla="*/ 247650 h 304800"/>
                <a:gd name="csX70" fmla="*/ 57150 w 571500"/>
                <a:gd name="csY70" fmla="*/ 304800 h 304800"/>
                <a:gd name="csX71" fmla="*/ 133350 w 571500"/>
                <a:gd name="csY71" fmla="*/ 304800 h 304800"/>
                <a:gd name="csX72" fmla="*/ 142875 w 571500"/>
                <a:gd name="csY72" fmla="*/ 295275 h 304800"/>
                <a:gd name="csX73" fmla="*/ 142875 w 571500"/>
                <a:gd name="csY73" fmla="*/ 261938 h 304800"/>
                <a:gd name="csX74" fmla="*/ 171450 w 571500"/>
                <a:gd name="csY74" fmla="*/ 261938 h 304800"/>
                <a:gd name="csX75" fmla="*/ 171450 w 571500"/>
                <a:gd name="csY75" fmla="*/ 295275 h 304800"/>
                <a:gd name="csX76" fmla="*/ 180975 w 571500"/>
                <a:gd name="csY76" fmla="*/ 304800 h 304800"/>
                <a:gd name="csX77" fmla="*/ 514350 w 571500"/>
                <a:gd name="csY77" fmla="*/ 304800 h 304800"/>
                <a:gd name="csX78" fmla="*/ 571500 w 571500"/>
                <a:gd name="csY78" fmla="*/ 247650 h 304800"/>
                <a:gd name="csX79" fmla="*/ 571500 w 571500"/>
                <a:gd name="csY79" fmla="*/ 57150 h 304800"/>
                <a:gd name="csX80" fmla="*/ 514350 w 571500"/>
                <a:gd name="csY80" fmla="*/ 0 h 304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Lst>
              <a:rect l="l" t="t" r="r" b="b"/>
              <a:pathLst>
                <a:path w="571500" h="304800">
                  <a:moveTo>
                    <a:pt x="514350" y="0"/>
                  </a:moveTo>
                  <a:lnTo>
                    <a:pt x="495300" y="0"/>
                  </a:lnTo>
                  <a:lnTo>
                    <a:pt x="495300" y="19050"/>
                  </a:lnTo>
                  <a:lnTo>
                    <a:pt x="514350" y="19050"/>
                  </a:lnTo>
                  <a:cubicBezTo>
                    <a:pt x="535400" y="19050"/>
                    <a:pt x="552450" y="36100"/>
                    <a:pt x="552450" y="57150"/>
                  </a:cubicBezTo>
                  <a:lnTo>
                    <a:pt x="552450" y="247650"/>
                  </a:lnTo>
                  <a:cubicBezTo>
                    <a:pt x="552450" y="268700"/>
                    <a:pt x="535400" y="285750"/>
                    <a:pt x="514350" y="285750"/>
                  </a:cubicBezTo>
                  <a:lnTo>
                    <a:pt x="495300" y="285750"/>
                  </a:lnTo>
                  <a:lnTo>
                    <a:pt x="495300" y="257175"/>
                  </a:lnTo>
                  <a:cubicBezTo>
                    <a:pt x="495300" y="251910"/>
                    <a:pt x="491040" y="247650"/>
                    <a:pt x="485775" y="247650"/>
                  </a:cubicBezTo>
                  <a:cubicBezTo>
                    <a:pt x="480510" y="247650"/>
                    <a:pt x="476250" y="251910"/>
                    <a:pt x="476250" y="257175"/>
                  </a:cubicBezTo>
                  <a:lnTo>
                    <a:pt x="476250" y="285750"/>
                  </a:lnTo>
                  <a:lnTo>
                    <a:pt x="457200" y="285750"/>
                  </a:lnTo>
                  <a:lnTo>
                    <a:pt x="457200" y="257175"/>
                  </a:lnTo>
                  <a:cubicBezTo>
                    <a:pt x="457200" y="251910"/>
                    <a:pt x="452940" y="247650"/>
                    <a:pt x="447675" y="247650"/>
                  </a:cubicBezTo>
                  <a:cubicBezTo>
                    <a:pt x="442410" y="247650"/>
                    <a:pt x="438150" y="251910"/>
                    <a:pt x="438150" y="257175"/>
                  </a:cubicBezTo>
                  <a:lnTo>
                    <a:pt x="438150" y="285750"/>
                  </a:lnTo>
                  <a:lnTo>
                    <a:pt x="419100" y="285750"/>
                  </a:lnTo>
                  <a:lnTo>
                    <a:pt x="419100" y="257175"/>
                  </a:lnTo>
                  <a:cubicBezTo>
                    <a:pt x="419100" y="251910"/>
                    <a:pt x="414840" y="247650"/>
                    <a:pt x="409575" y="247650"/>
                  </a:cubicBezTo>
                  <a:cubicBezTo>
                    <a:pt x="404310" y="247650"/>
                    <a:pt x="400050" y="251910"/>
                    <a:pt x="400050" y="257175"/>
                  </a:cubicBezTo>
                  <a:lnTo>
                    <a:pt x="400050" y="285750"/>
                  </a:lnTo>
                  <a:lnTo>
                    <a:pt x="381000" y="285750"/>
                  </a:lnTo>
                  <a:lnTo>
                    <a:pt x="381000" y="257175"/>
                  </a:lnTo>
                  <a:cubicBezTo>
                    <a:pt x="381000" y="251910"/>
                    <a:pt x="376740" y="247650"/>
                    <a:pt x="371475" y="247650"/>
                  </a:cubicBezTo>
                  <a:cubicBezTo>
                    <a:pt x="366210" y="247650"/>
                    <a:pt x="361950" y="251910"/>
                    <a:pt x="361950" y="257175"/>
                  </a:cubicBezTo>
                  <a:lnTo>
                    <a:pt x="361950" y="285750"/>
                  </a:lnTo>
                  <a:lnTo>
                    <a:pt x="342900" y="285750"/>
                  </a:lnTo>
                  <a:lnTo>
                    <a:pt x="342900" y="257175"/>
                  </a:lnTo>
                  <a:cubicBezTo>
                    <a:pt x="342900" y="251910"/>
                    <a:pt x="338640" y="247650"/>
                    <a:pt x="333375" y="247650"/>
                  </a:cubicBezTo>
                  <a:cubicBezTo>
                    <a:pt x="328110" y="247650"/>
                    <a:pt x="323850" y="251910"/>
                    <a:pt x="323850" y="257175"/>
                  </a:cubicBezTo>
                  <a:lnTo>
                    <a:pt x="323850" y="285750"/>
                  </a:lnTo>
                  <a:lnTo>
                    <a:pt x="304800" y="285750"/>
                  </a:lnTo>
                  <a:lnTo>
                    <a:pt x="304800" y="257175"/>
                  </a:lnTo>
                  <a:cubicBezTo>
                    <a:pt x="304800" y="251910"/>
                    <a:pt x="300540" y="247650"/>
                    <a:pt x="295275" y="247650"/>
                  </a:cubicBezTo>
                  <a:cubicBezTo>
                    <a:pt x="290010" y="247650"/>
                    <a:pt x="285750" y="251910"/>
                    <a:pt x="285750" y="257175"/>
                  </a:cubicBezTo>
                  <a:lnTo>
                    <a:pt x="285750" y="285750"/>
                  </a:lnTo>
                  <a:lnTo>
                    <a:pt x="266700" y="285750"/>
                  </a:lnTo>
                  <a:lnTo>
                    <a:pt x="266700" y="257175"/>
                  </a:lnTo>
                  <a:cubicBezTo>
                    <a:pt x="266700" y="251910"/>
                    <a:pt x="262440" y="247650"/>
                    <a:pt x="257175" y="247650"/>
                  </a:cubicBezTo>
                  <a:cubicBezTo>
                    <a:pt x="251910" y="247650"/>
                    <a:pt x="247650" y="251910"/>
                    <a:pt x="247650" y="257175"/>
                  </a:cubicBezTo>
                  <a:lnTo>
                    <a:pt x="247650" y="285750"/>
                  </a:lnTo>
                  <a:lnTo>
                    <a:pt x="228600" y="285750"/>
                  </a:lnTo>
                  <a:lnTo>
                    <a:pt x="228600" y="257175"/>
                  </a:lnTo>
                  <a:cubicBezTo>
                    <a:pt x="228600" y="251910"/>
                    <a:pt x="224340" y="247650"/>
                    <a:pt x="219075" y="247650"/>
                  </a:cubicBezTo>
                  <a:cubicBezTo>
                    <a:pt x="213810" y="247650"/>
                    <a:pt x="209550" y="251910"/>
                    <a:pt x="209550" y="257175"/>
                  </a:cubicBezTo>
                  <a:lnTo>
                    <a:pt x="209550" y="285750"/>
                  </a:lnTo>
                  <a:lnTo>
                    <a:pt x="190500" y="285750"/>
                  </a:lnTo>
                  <a:lnTo>
                    <a:pt x="190500" y="261938"/>
                  </a:lnTo>
                  <a:cubicBezTo>
                    <a:pt x="190500" y="243554"/>
                    <a:pt x="175546" y="228600"/>
                    <a:pt x="157163" y="228600"/>
                  </a:cubicBezTo>
                  <a:cubicBezTo>
                    <a:pt x="138779" y="228600"/>
                    <a:pt x="123825" y="243554"/>
                    <a:pt x="123825" y="261938"/>
                  </a:cubicBezTo>
                  <a:lnTo>
                    <a:pt x="123825" y="285750"/>
                  </a:lnTo>
                  <a:lnTo>
                    <a:pt x="104775" y="285750"/>
                  </a:lnTo>
                  <a:lnTo>
                    <a:pt x="104775" y="257175"/>
                  </a:lnTo>
                  <a:cubicBezTo>
                    <a:pt x="104775" y="251910"/>
                    <a:pt x="100515" y="247650"/>
                    <a:pt x="95250" y="247650"/>
                  </a:cubicBezTo>
                  <a:cubicBezTo>
                    <a:pt x="89985" y="247650"/>
                    <a:pt x="85725" y="251910"/>
                    <a:pt x="85725" y="257175"/>
                  </a:cubicBezTo>
                  <a:lnTo>
                    <a:pt x="85725" y="285750"/>
                  </a:lnTo>
                  <a:lnTo>
                    <a:pt x="66675" y="285750"/>
                  </a:lnTo>
                  <a:lnTo>
                    <a:pt x="66675" y="257175"/>
                  </a:lnTo>
                  <a:cubicBezTo>
                    <a:pt x="66675" y="251910"/>
                    <a:pt x="62415" y="247650"/>
                    <a:pt x="57150" y="247650"/>
                  </a:cubicBezTo>
                  <a:cubicBezTo>
                    <a:pt x="51885" y="247650"/>
                    <a:pt x="47625" y="251910"/>
                    <a:pt x="47625" y="257175"/>
                  </a:cubicBezTo>
                  <a:lnTo>
                    <a:pt x="47625" y="284404"/>
                  </a:lnTo>
                  <a:cubicBezTo>
                    <a:pt x="31216" y="280158"/>
                    <a:pt x="19050" y="265390"/>
                    <a:pt x="19050" y="247650"/>
                  </a:cubicBezTo>
                  <a:lnTo>
                    <a:pt x="19050" y="57150"/>
                  </a:lnTo>
                  <a:cubicBezTo>
                    <a:pt x="19050" y="36100"/>
                    <a:pt x="36100" y="19050"/>
                    <a:pt x="57150" y="19050"/>
                  </a:cubicBezTo>
                  <a:lnTo>
                    <a:pt x="76200" y="19050"/>
                  </a:lnTo>
                  <a:lnTo>
                    <a:pt x="76200" y="0"/>
                  </a:lnTo>
                  <a:lnTo>
                    <a:pt x="57150" y="0"/>
                  </a:lnTo>
                  <a:cubicBezTo>
                    <a:pt x="25622" y="0"/>
                    <a:pt x="0" y="25622"/>
                    <a:pt x="0" y="57150"/>
                  </a:cubicBezTo>
                  <a:lnTo>
                    <a:pt x="0" y="247650"/>
                  </a:lnTo>
                  <a:cubicBezTo>
                    <a:pt x="0" y="279178"/>
                    <a:pt x="25622" y="304800"/>
                    <a:pt x="57150" y="304800"/>
                  </a:cubicBezTo>
                  <a:lnTo>
                    <a:pt x="133350" y="304800"/>
                  </a:lnTo>
                  <a:cubicBezTo>
                    <a:pt x="138589" y="304800"/>
                    <a:pt x="142875" y="300514"/>
                    <a:pt x="142875" y="295275"/>
                  </a:cubicBezTo>
                  <a:lnTo>
                    <a:pt x="142875" y="261938"/>
                  </a:lnTo>
                  <a:cubicBezTo>
                    <a:pt x="143207" y="243115"/>
                    <a:pt x="171142" y="243179"/>
                    <a:pt x="171450" y="261938"/>
                  </a:cubicBezTo>
                  <a:cubicBezTo>
                    <a:pt x="171450" y="261938"/>
                    <a:pt x="171450" y="295275"/>
                    <a:pt x="171450" y="295275"/>
                  </a:cubicBezTo>
                  <a:cubicBezTo>
                    <a:pt x="171450" y="300514"/>
                    <a:pt x="175736" y="304800"/>
                    <a:pt x="180975" y="304800"/>
                  </a:cubicBezTo>
                  <a:lnTo>
                    <a:pt x="514350" y="304800"/>
                  </a:lnTo>
                  <a:cubicBezTo>
                    <a:pt x="545878" y="304800"/>
                    <a:pt x="571500" y="279178"/>
                    <a:pt x="571500" y="247650"/>
                  </a:cubicBezTo>
                  <a:lnTo>
                    <a:pt x="571500" y="57150"/>
                  </a:lnTo>
                  <a:cubicBezTo>
                    <a:pt x="571500" y="25622"/>
                    <a:pt x="545878" y="0"/>
                    <a:pt x="514350" y="0"/>
                  </a:cubicBezTo>
                  <a:close/>
                </a:path>
              </a:pathLst>
            </a:custGeom>
            <a:grpFill/>
            <a:ln w="9525" cap="flat">
              <a:noFill/>
              <a:prstDash val="solid"/>
              <a:miter/>
            </a:ln>
          </p:spPr>
          <p:txBody>
            <a:bodyPr/>
            <a:lstStyle/>
            <a:p>
              <a:endParaRPr lang="en-GB"/>
            </a:p>
          </p:txBody>
        </p:sp>
        <p:sp>
          <p:nvSpPr>
            <p:cNvPr id="73" name="Freeform: Shape 72">
              <a:extLst>
                <a:ext uri="{FF2B5EF4-FFF2-40B4-BE49-F238E27FC236}">
                  <a16:creationId xmlns:a16="http://schemas.microsoft.com/office/drawing/2014/main" id="{2B788284-CACD-9FB6-2C9C-3F6EFFA718C9}"/>
                </a:ext>
              </a:extLst>
            </p:cNvPr>
            <p:cNvSpPr/>
            <p:nvPr/>
          </p:nvSpPr>
          <p:spPr>
            <a:xfrm>
              <a:off x="6020466" y="3500437"/>
              <a:ext cx="151066" cy="85725"/>
            </a:xfrm>
            <a:custGeom>
              <a:avLst/>
              <a:gdLst>
                <a:gd name="csX0" fmla="*/ 75533 w 151066"/>
                <a:gd name="csY0" fmla="*/ 35814 h 85725"/>
                <a:gd name="csX1" fmla="*/ 49149 w 151066"/>
                <a:gd name="csY1" fmla="*/ 20288 h 85725"/>
                <a:gd name="csX2" fmla="*/ 37909 w 151066"/>
                <a:gd name="csY2" fmla="*/ 0 h 85725"/>
                <a:gd name="csX3" fmla="*/ 0 w 151066"/>
                <a:gd name="csY3" fmla="*/ 0 h 85725"/>
                <a:gd name="csX4" fmla="*/ 0 w 151066"/>
                <a:gd name="csY4" fmla="*/ 47625 h 85725"/>
                <a:gd name="csX5" fmla="*/ 38100 w 151066"/>
                <a:gd name="csY5" fmla="*/ 85725 h 85725"/>
                <a:gd name="csX6" fmla="*/ 112966 w 151066"/>
                <a:gd name="csY6" fmla="*/ 85725 h 85725"/>
                <a:gd name="csX7" fmla="*/ 151066 w 151066"/>
                <a:gd name="csY7" fmla="*/ 47625 h 85725"/>
                <a:gd name="csX8" fmla="*/ 151066 w 151066"/>
                <a:gd name="csY8" fmla="*/ 0 h 85725"/>
                <a:gd name="csX9" fmla="*/ 113157 w 151066"/>
                <a:gd name="csY9" fmla="*/ 0 h 85725"/>
                <a:gd name="csX10" fmla="*/ 101918 w 151066"/>
                <a:gd name="csY10" fmla="*/ 20288 h 85725"/>
                <a:gd name="csX11" fmla="*/ 75533 w 151066"/>
                <a:gd name="csY11" fmla="*/ 35814 h 85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51066" h="85725">
                  <a:moveTo>
                    <a:pt x="75533" y="35814"/>
                  </a:moveTo>
                  <a:cubicBezTo>
                    <a:pt x="64579" y="35814"/>
                    <a:pt x="54483" y="29908"/>
                    <a:pt x="49149" y="20288"/>
                  </a:cubicBezTo>
                  <a:lnTo>
                    <a:pt x="37909" y="0"/>
                  </a:lnTo>
                  <a:lnTo>
                    <a:pt x="0" y="0"/>
                  </a:lnTo>
                  <a:lnTo>
                    <a:pt x="0" y="47625"/>
                  </a:lnTo>
                  <a:cubicBezTo>
                    <a:pt x="0" y="68675"/>
                    <a:pt x="17050" y="85725"/>
                    <a:pt x="38100" y="85725"/>
                  </a:cubicBezTo>
                  <a:lnTo>
                    <a:pt x="112966" y="85725"/>
                  </a:lnTo>
                  <a:cubicBezTo>
                    <a:pt x="134017" y="85725"/>
                    <a:pt x="151066" y="68675"/>
                    <a:pt x="151066" y="47625"/>
                  </a:cubicBezTo>
                  <a:lnTo>
                    <a:pt x="151066" y="0"/>
                  </a:lnTo>
                  <a:lnTo>
                    <a:pt x="113157" y="0"/>
                  </a:lnTo>
                  <a:lnTo>
                    <a:pt x="101918" y="20288"/>
                  </a:lnTo>
                  <a:cubicBezTo>
                    <a:pt x="96584" y="29909"/>
                    <a:pt x="86487" y="35814"/>
                    <a:pt x="75533" y="35814"/>
                  </a:cubicBezTo>
                  <a:close/>
                </a:path>
              </a:pathLst>
            </a:custGeom>
            <a:grpFill/>
            <a:ln w="9525" cap="flat">
              <a:noFill/>
              <a:prstDash val="solid"/>
              <a:miter/>
            </a:ln>
          </p:spPr>
          <p:txBody>
            <a:bodyPr/>
            <a:lstStyle/>
            <a:p>
              <a:endParaRPr lang="en-GB"/>
            </a:p>
          </p:txBody>
        </p:sp>
        <p:sp>
          <p:nvSpPr>
            <p:cNvPr id="74" name="Freeform: Shape 73">
              <a:extLst>
                <a:ext uri="{FF2B5EF4-FFF2-40B4-BE49-F238E27FC236}">
                  <a16:creationId xmlns:a16="http://schemas.microsoft.com/office/drawing/2014/main" id="{B15D968A-D06C-8C40-E2AE-94C6E5CEB01F}"/>
                </a:ext>
              </a:extLst>
            </p:cNvPr>
            <p:cNvSpPr/>
            <p:nvPr/>
          </p:nvSpPr>
          <p:spPr>
            <a:xfrm>
              <a:off x="5848349" y="3443279"/>
              <a:ext cx="151161" cy="142882"/>
            </a:xfrm>
            <a:custGeom>
              <a:avLst/>
              <a:gdLst>
                <a:gd name="csX0" fmla="*/ 38862 w 151161"/>
                <a:gd name="csY0" fmla="*/ 8 h 142882"/>
                <a:gd name="csX1" fmla="*/ 0 w 151161"/>
                <a:gd name="csY1" fmla="*/ 38108 h 142882"/>
                <a:gd name="csX2" fmla="*/ 0 w 151161"/>
                <a:gd name="csY2" fmla="*/ 104783 h 142882"/>
                <a:gd name="csX3" fmla="*/ 38100 w 151161"/>
                <a:gd name="csY3" fmla="*/ 142883 h 142882"/>
                <a:gd name="csX4" fmla="*/ 113062 w 151161"/>
                <a:gd name="csY4" fmla="*/ 142883 h 142882"/>
                <a:gd name="csX5" fmla="*/ 151162 w 151161"/>
                <a:gd name="csY5" fmla="*/ 104783 h 142882"/>
                <a:gd name="csX6" fmla="*/ 151162 w 151161"/>
                <a:gd name="csY6" fmla="*/ 57158 h 142882"/>
                <a:gd name="csX7" fmla="*/ 104775 w 151161"/>
                <a:gd name="csY7" fmla="*/ 57158 h 142882"/>
                <a:gd name="csX8" fmla="*/ 38862 w 151161"/>
                <a:gd name="csY8" fmla="*/ 8 h 1428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1161" h="142882">
                  <a:moveTo>
                    <a:pt x="38862" y="8"/>
                  </a:moveTo>
                  <a:cubicBezTo>
                    <a:pt x="17553" y="-414"/>
                    <a:pt x="-26" y="16780"/>
                    <a:pt x="0" y="38108"/>
                  </a:cubicBezTo>
                  <a:lnTo>
                    <a:pt x="0" y="104783"/>
                  </a:lnTo>
                  <a:cubicBezTo>
                    <a:pt x="0" y="125832"/>
                    <a:pt x="17050" y="142883"/>
                    <a:pt x="38100" y="142883"/>
                  </a:cubicBezTo>
                  <a:lnTo>
                    <a:pt x="113062" y="142883"/>
                  </a:lnTo>
                  <a:cubicBezTo>
                    <a:pt x="134017" y="142883"/>
                    <a:pt x="151162" y="125832"/>
                    <a:pt x="151162" y="104783"/>
                  </a:cubicBezTo>
                  <a:lnTo>
                    <a:pt x="151162" y="57158"/>
                  </a:lnTo>
                  <a:lnTo>
                    <a:pt x="104775" y="57158"/>
                  </a:lnTo>
                  <a:cubicBezTo>
                    <a:pt x="71247" y="57158"/>
                    <a:pt x="43434" y="32297"/>
                    <a:pt x="38862" y="8"/>
                  </a:cubicBezTo>
                  <a:close/>
                </a:path>
              </a:pathLst>
            </a:custGeom>
            <a:grpFill/>
            <a:ln w="9525" cap="flat">
              <a:noFill/>
              <a:prstDash val="solid"/>
              <a:miter/>
            </a:ln>
          </p:spPr>
          <p:txBody>
            <a:bodyPr/>
            <a:lstStyle/>
            <a:p>
              <a:endParaRPr lang="en-GB"/>
            </a:p>
          </p:txBody>
        </p:sp>
        <p:sp>
          <p:nvSpPr>
            <p:cNvPr id="75" name="Freeform: Shape 74">
              <a:extLst>
                <a:ext uri="{FF2B5EF4-FFF2-40B4-BE49-F238E27FC236}">
                  <a16:creationId xmlns:a16="http://schemas.microsoft.com/office/drawing/2014/main" id="{3217E621-34BC-C817-16BE-C8FC897893FF}"/>
                </a:ext>
              </a:extLst>
            </p:cNvPr>
            <p:cNvSpPr/>
            <p:nvPr/>
          </p:nvSpPr>
          <p:spPr>
            <a:xfrm>
              <a:off x="6191250" y="3443287"/>
              <a:ext cx="151161" cy="142875"/>
            </a:xfrm>
            <a:custGeom>
              <a:avLst/>
              <a:gdLst>
                <a:gd name="csX0" fmla="*/ 0 w 151161"/>
                <a:gd name="csY0" fmla="*/ 57150 h 142875"/>
                <a:gd name="csX1" fmla="*/ 0 w 151161"/>
                <a:gd name="csY1" fmla="*/ 104775 h 142875"/>
                <a:gd name="csX2" fmla="*/ 38100 w 151161"/>
                <a:gd name="csY2" fmla="*/ 142875 h 142875"/>
                <a:gd name="csX3" fmla="*/ 113062 w 151161"/>
                <a:gd name="csY3" fmla="*/ 142875 h 142875"/>
                <a:gd name="csX4" fmla="*/ 151162 w 151161"/>
                <a:gd name="csY4" fmla="*/ 104775 h 142875"/>
                <a:gd name="csX5" fmla="*/ 151162 w 151161"/>
                <a:gd name="csY5" fmla="*/ 38100 h 142875"/>
                <a:gd name="csX6" fmla="*/ 113538 w 151161"/>
                <a:gd name="csY6" fmla="*/ 0 h 142875"/>
                <a:gd name="csX7" fmla="*/ 47625 w 151161"/>
                <a:gd name="csY7" fmla="*/ 57150 h 142875"/>
                <a:gd name="csX8" fmla="*/ 0 w 151161"/>
                <a:gd name="csY8" fmla="*/ 57150 h 142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1161" h="142875">
                  <a:moveTo>
                    <a:pt x="0" y="57150"/>
                  </a:moveTo>
                  <a:lnTo>
                    <a:pt x="0" y="104775"/>
                  </a:lnTo>
                  <a:cubicBezTo>
                    <a:pt x="0" y="125825"/>
                    <a:pt x="17050" y="142875"/>
                    <a:pt x="38100" y="142875"/>
                  </a:cubicBezTo>
                  <a:lnTo>
                    <a:pt x="113062" y="142875"/>
                  </a:lnTo>
                  <a:cubicBezTo>
                    <a:pt x="134017" y="142875"/>
                    <a:pt x="151162" y="125825"/>
                    <a:pt x="151162" y="104775"/>
                  </a:cubicBezTo>
                  <a:lnTo>
                    <a:pt x="151162" y="38100"/>
                  </a:lnTo>
                  <a:cubicBezTo>
                    <a:pt x="151162" y="17240"/>
                    <a:pt x="134302" y="285"/>
                    <a:pt x="113538" y="0"/>
                  </a:cubicBezTo>
                  <a:cubicBezTo>
                    <a:pt x="108966" y="32290"/>
                    <a:pt x="81153" y="57150"/>
                    <a:pt x="47625" y="57150"/>
                  </a:cubicBezTo>
                  <a:lnTo>
                    <a:pt x="0" y="57150"/>
                  </a:lnTo>
                  <a:close/>
                </a:path>
              </a:pathLst>
            </a:custGeom>
            <a:grpFill/>
            <a:ln w="9525" cap="flat">
              <a:noFill/>
              <a:prstDash val="solid"/>
              <a:miter/>
            </a:ln>
          </p:spPr>
          <p:txBody>
            <a:bodyPr/>
            <a:lstStyle/>
            <a:p>
              <a:endParaRPr lang="en-GB"/>
            </a:p>
          </p:txBody>
        </p:sp>
        <p:sp>
          <p:nvSpPr>
            <p:cNvPr id="76" name="Freeform: Shape 75">
              <a:extLst>
                <a:ext uri="{FF2B5EF4-FFF2-40B4-BE49-F238E27FC236}">
                  <a16:creationId xmlns:a16="http://schemas.microsoft.com/office/drawing/2014/main" id="{5B8E787B-C9E8-68FA-E65D-511CE84A478B}"/>
                </a:ext>
              </a:extLst>
            </p:cNvPr>
            <p:cNvSpPr/>
            <p:nvPr/>
          </p:nvSpPr>
          <p:spPr>
            <a:xfrm>
              <a:off x="5905500" y="3176587"/>
              <a:ext cx="381000" cy="340645"/>
            </a:xfrm>
            <a:custGeom>
              <a:avLst/>
              <a:gdLst>
                <a:gd name="csX0" fmla="*/ 333375 w 381000"/>
                <a:gd name="csY0" fmla="*/ 0 h 340645"/>
                <a:gd name="csX1" fmla="*/ 47625 w 381000"/>
                <a:gd name="csY1" fmla="*/ 0 h 340645"/>
                <a:gd name="csX2" fmla="*/ 0 w 381000"/>
                <a:gd name="csY2" fmla="*/ 47625 h 340645"/>
                <a:gd name="csX3" fmla="*/ 0 w 381000"/>
                <a:gd name="csY3" fmla="*/ 257175 h 340645"/>
                <a:gd name="csX4" fmla="*/ 47625 w 381000"/>
                <a:gd name="csY4" fmla="*/ 304800 h 340645"/>
                <a:gd name="csX5" fmla="*/ 164042 w 381000"/>
                <a:gd name="csY5" fmla="*/ 304800 h 340645"/>
                <a:gd name="csX6" fmla="*/ 180778 w 381000"/>
                <a:gd name="csY6" fmla="*/ 334926 h 340645"/>
                <a:gd name="csX7" fmla="*/ 200222 w 381000"/>
                <a:gd name="csY7" fmla="*/ 334926 h 340645"/>
                <a:gd name="csX8" fmla="*/ 216958 w 381000"/>
                <a:gd name="csY8" fmla="*/ 304800 h 340645"/>
                <a:gd name="csX9" fmla="*/ 333375 w 381000"/>
                <a:gd name="csY9" fmla="*/ 304800 h 340645"/>
                <a:gd name="csX10" fmla="*/ 381000 w 381000"/>
                <a:gd name="csY10" fmla="*/ 257175 h 340645"/>
                <a:gd name="csX11" fmla="*/ 381000 w 381000"/>
                <a:gd name="csY11" fmla="*/ 47625 h 340645"/>
                <a:gd name="csX12" fmla="*/ 333375 w 381000"/>
                <a:gd name="csY12" fmla="*/ 0 h 340645"/>
                <a:gd name="csX13" fmla="*/ 100013 w 381000"/>
                <a:gd name="csY13" fmla="*/ 195263 h 340645"/>
                <a:gd name="csX14" fmla="*/ 80963 w 381000"/>
                <a:gd name="csY14" fmla="*/ 195262 h 340645"/>
                <a:gd name="csX15" fmla="*/ 281332 w 381000"/>
                <a:gd name="csY15" fmla="*/ 134017 h 340645"/>
                <a:gd name="csX16" fmla="*/ 265537 w 381000"/>
                <a:gd name="csY16" fmla="*/ 144674 h 340645"/>
                <a:gd name="csX17" fmla="*/ 100012 w 381000"/>
                <a:gd name="csY17" fmla="*/ 195263 h 340645"/>
                <a:gd name="csX18" fmla="*/ 291210 w 381000"/>
                <a:gd name="csY18" fmla="*/ 169729 h 340645"/>
                <a:gd name="csX19" fmla="*/ 234153 w 381000"/>
                <a:gd name="csY19" fmla="*/ 209669 h 340645"/>
                <a:gd name="csX20" fmla="*/ 190499 w 381000"/>
                <a:gd name="csY20" fmla="*/ 276225 h 340645"/>
                <a:gd name="csX21" fmla="*/ 142875 w 381000"/>
                <a:gd name="csY21" fmla="*/ 228600 h 340645"/>
                <a:gd name="csX22" fmla="*/ 223158 w 381000"/>
                <a:gd name="csY22" fmla="*/ 194113 h 340645"/>
                <a:gd name="csX23" fmla="*/ 280290 w 381000"/>
                <a:gd name="csY23" fmla="*/ 154121 h 340645"/>
                <a:gd name="csX24" fmla="*/ 291210 w 381000"/>
                <a:gd name="csY24" fmla="*/ 169729 h 340645"/>
                <a:gd name="csX25" fmla="*/ 319450 w 381000"/>
                <a:gd name="csY25" fmla="*/ 242218 h 340645"/>
                <a:gd name="csX26" fmla="*/ 302242 w 381000"/>
                <a:gd name="csY26" fmla="*/ 234032 h 340645"/>
                <a:gd name="csX27" fmla="*/ 314325 w 381000"/>
                <a:gd name="csY27" fmla="*/ 180975 h 340645"/>
                <a:gd name="csX28" fmla="*/ 78759 w 381000"/>
                <a:gd name="csY28" fmla="*/ 234034 h 340645"/>
                <a:gd name="csX29" fmla="*/ 74247 w 381000"/>
                <a:gd name="csY29" fmla="*/ 246725 h 340645"/>
                <a:gd name="csX30" fmla="*/ 47624 w 381000"/>
                <a:gd name="csY30" fmla="*/ 180976 h 340645"/>
                <a:gd name="csX31" fmla="*/ 190500 w 381000"/>
                <a:gd name="csY31" fmla="*/ 38100 h 340645"/>
                <a:gd name="csX32" fmla="*/ 319450 w 381000"/>
                <a:gd name="csY32" fmla="*/ 242218 h 3406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381000" h="340645">
                  <a:moveTo>
                    <a:pt x="333375" y="0"/>
                  </a:moveTo>
                  <a:lnTo>
                    <a:pt x="47625" y="0"/>
                  </a:lnTo>
                  <a:cubicBezTo>
                    <a:pt x="21323" y="0"/>
                    <a:pt x="0" y="21323"/>
                    <a:pt x="0" y="47625"/>
                  </a:cubicBezTo>
                  <a:lnTo>
                    <a:pt x="0" y="257175"/>
                  </a:lnTo>
                  <a:cubicBezTo>
                    <a:pt x="0" y="283477"/>
                    <a:pt x="21323" y="304800"/>
                    <a:pt x="47625" y="304800"/>
                  </a:cubicBezTo>
                  <a:lnTo>
                    <a:pt x="164042" y="304800"/>
                  </a:lnTo>
                  <a:lnTo>
                    <a:pt x="180778" y="334926"/>
                  </a:lnTo>
                  <a:cubicBezTo>
                    <a:pt x="185016" y="342552"/>
                    <a:pt x="195985" y="342552"/>
                    <a:pt x="200222" y="334926"/>
                  </a:cubicBezTo>
                  <a:lnTo>
                    <a:pt x="216958" y="304800"/>
                  </a:lnTo>
                  <a:lnTo>
                    <a:pt x="333375" y="304800"/>
                  </a:lnTo>
                  <a:cubicBezTo>
                    <a:pt x="359677" y="304800"/>
                    <a:pt x="381000" y="283477"/>
                    <a:pt x="381000" y="257175"/>
                  </a:cubicBezTo>
                  <a:lnTo>
                    <a:pt x="381000" y="47625"/>
                  </a:lnTo>
                  <a:cubicBezTo>
                    <a:pt x="381000" y="21323"/>
                    <a:pt x="359677" y="0"/>
                    <a:pt x="333375" y="0"/>
                  </a:cubicBezTo>
                  <a:close/>
                  <a:moveTo>
                    <a:pt x="100013" y="195263"/>
                  </a:moveTo>
                  <a:cubicBezTo>
                    <a:pt x="99856" y="207736"/>
                    <a:pt x="81149" y="207808"/>
                    <a:pt x="80963" y="195262"/>
                  </a:cubicBezTo>
                  <a:cubicBezTo>
                    <a:pt x="81338" y="87761"/>
                    <a:pt x="221070" y="45147"/>
                    <a:pt x="281332" y="134017"/>
                  </a:cubicBezTo>
                  <a:cubicBezTo>
                    <a:pt x="288214" y="144375"/>
                    <a:pt x="272582" y="154971"/>
                    <a:pt x="265537" y="144674"/>
                  </a:cubicBezTo>
                  <a:cubicBezTo>
                    <a:pt x="215737" y="71229"/>
                    <a:pt x="100311" y="106487"/>
                    <a:pt x="100012" y="195263"/>
                  </a:cubicBezTo>
                  <a:close/>
                  <a:moveTo>
                    <a:pt x="291210" y="169729"/>
                  </a:moveTo>
                  <a:lnTo>
                    <a:pt x="234153" y="209669"/>
                  </a:lnTo>
                  <a:cubicBezTo>
                    <a:pt x="248148" y="239948"/>
                    <a:pt x="224034" y="276984"/>
                    <a:pt x="190499" y="276225"/>
                  </a:cubicBezTo>
                  <a:cubicBezTo>
                    <a:pt x="164241" y="276225"/>
                    <a:pt x="142875" y="254859"/>
                    <a:pt x="142875" y="228600"/>
                  </a:cubicBezTo>
                  <a:cubicBezTo>
                    <a:pt x="142318" y="187304"/>
                    <a:pt x="194039" y="165349"/>
                    <a:pt x="223158" y="194113"/>
                  </a:cubicBezTo>
                  <a:lnTo>
                    <a:pt x="280290" y="154121"/>
                  </a:lnTo>
                  <a:cubicBezTo>
                    <a:pt x="290500" y="147017"/>
                    <a:pt x="301400" y="162540"/>
                    <a:pt x="291210" y="169729"/>
                  </a:cubicBezTo>
                  <a:close/>
                  <a:moveTo>
                    <a:pt x="319450" y="242218"/>
                  </a:moveTo>
                  <a:cubicBezTo>
                    <a:pt x="313920" y="253458"/>
                    <a:pt x="296986" y="245279"/>
                    <a:pt x="302242" y="234032"/>
                  </a:cubicBezTo>
                  <a:cubicBezTo>
                    <a:pt x="310260" y="217187"/>
                    <a:pt x="314325" y="199337"/>
                    <a:pt x="314325" y="180975"/>
                  </a:cubicBezTo>
                  <a:cubicBezTo>
                    <a:pt x="299222" y="-21188"/>
                    <a:pt x="5074" y="46995"/>
                    <a:pt x="78759" y="234034"/>
                  </a:cubicBezTo>
                  <a:cubicBezTo>
                    <a:pt x="81018" y="238781"/>
                    <a:pt x="79000" y="244464"/>
                    <a:pt x="74247" y="246725"/>
                  </a:cubicBezTo>
                  <a:cubicBezTo>
                    <a:pt x="54940" y="256316"/>
                    <a:pt x="46986" y="193031"/>
                    <a:pt x="47624" y="180976"/>
                  </a:cubicBezTo>
                  <a:cubicBezTo>
                    <a:pt x="47625" y="102194"/>
                    <a:pt x="111714" y="38100"/>
                    <a:pt x="190500" y="38100"/>
                  </a:cubicBezTo>
                  <a:cubicBezTo>
                    <a:pt x="293073" y="35899"/>
                    <a:pt x="365511" y="150610"/>
                    <a:pt x="319450" y="242218"/>
                  </a:cubicBezTo>
                  <a:close/>
                </a:path>
              </a:pathLst>
            </a:custGeom>
            <a:grpFill/>
            <a:ln w="9525" cap="flat">
              <a:noFill/>
              <a:prstDash val="solid"/>
              <a:miter/>
            </a:ln>
          </p:spPr>
          <p:txBody>
            <a:bodyPr/>
            <a:lstStyle/>
            <a:p>
              <a:endParaRPr lang="en-GB"/>
            </a:p>
          </p:txBody>
        </p:sp>
      </p:grpSp>
      <p:grpSp>
        <p:nvGrpSpPr>
          <p:cNvPr id="77" name="Graphic 44">
            <a:extLst>
              <a:ext uri="{FF2B5EF4-FFF2-40B4-BE49-F238E27FC236}">
                <a16:creationId xmlns:a16="http://schemas.microsoft.com/office/drawing/2014/main" id="{3B64B6E6-1A30-3145-802E-EF354F91B289}"/>
              </a:ext>
            </a:extLst>
          </p:cNvPr>
          <p:cNvGrpSpPr>
            <a:grpSpLocks noChangeAspect="1"/>
          </p:cNvGrpSpPr>
          <p:nvPr/>
        </p:nvGrpSpPr>
        <p:grpSpPr>
          <a:xfrm>
            <a:off x="7051595" y="4686665"/>
            <a:ext cx="215131" cy="246888"/>
            <a:chOff x="3427411" y="366712"/>
            <a:chExt cx="5333999" cy="6121399"/>
          </a:xfrm>
          <a:noFill/>
        </p:grpSpPr>
        <p:sp>
          <p:nvSpPr>
            <p:cNvPr id="78" name="Freeform: Shape 77">
              <a:extLst>
                <a:ext uri="{FF2B5EF4-FFF2-40B4-BE49-F238E27FC236}">
                  <a16:creationId xmlns:a16="http://schemas.microsoft.com/office/drawing/2014/main" id="{DBE3D769-F7D2-D2C1-E4AB-F92A7FA03735}"/>
                </a:ext>
              </a:extLst>
            </p:cNvPr>
            <p:cNvSpPr/>
            <p:nvPr/>
          </p:nvSpPr>
          <p:spPr>
            <a:xfrm flipV="1">
              <a:off x="3427411" y="1916112"/>
              <a:ext cx="2666999" cy="2666999"/>
            </a:xfrm>
            <a:custGeom>
              <a:avLst/>
              <a:gdLst>
                <a:gd name="csX0" fmla="*/ 2667306 w 2666999"/>
                <a:gd name="csY0" fmla="*/ 1333823 h 2666999"/>
                <a:gd name="csX1" fmla="*/ 1333806 w 2666999"/>
                <a:gd name="csY1" fmla="*/ 323 h 2666999"/>
                <a:gd name="csX2" fmla="*/ 306 w 2666999"/>
                <a:gd name="csY2" fmla="*/ 1333823 h 2666999"/>
                <a:gd name="csX3" fmla="*/ 1333806 w 2666999"/>
                <a:gd name="csY3" fmla="*/ 2667323 h 2666999"/>
                <a:gd name="csX4" fmla="*/ 2667306 w 2666999"/>
                <a:gd name="csY4" fmla="*/ 1333823 h 2666999"/>
              </a:gdLst>
              <a:ahLst/>
              <a:cxnLst>
                <a:cxn ang="0">
                  <a:pos x="csX0" y="csY0"/>
                </a:cxn>
                <a:cxn ang="0">
                  <a:pos x="csX1" y="csY1"/>
                </a:cxn>
                <a:cxn ang="0">
                  <a:pos x="csX2" y="csY2"/>
                </a:cxn>
                <a:cxn ang="0">
                  <a:pos x="csX3" y="csY3"/>
                </a:cxn>
                <a:cxn ang="0">
                  <a:pos x="csX4" y="csY4"/>
                </a:cxn>
              </a:cxnLst>
              <a:rect l="l" t="t" r="r" b="b"/>
              <a:pathLst>
                <a:path w="2666999" h="2666999">
                  <a:moveTo>
                    <a:pt x="2667306" y="1333823"/>
                  </a:moveTo>
                  <a:cubicBezTo>
                    <a:pt x="2667306" y="597350"/>
                    <a:pt x="2070279" y="323"/>
                    <a:pt x="1333806" y="323"/>
                  </a:cubicBezTo>
                  <a:cubicBezTo>
                    <a:pt x="597333" y="323"/>
                    <a:pt x="306" y="597350"/>
                    <a:pt x="306" y="1333823"/>
                  </a:cubicBezTo>
                  <a:cubicBezTo>
                    <a:pt x="306" y="2070296"/>
                    <a:pt x="597333" y="2667323"/>
                    <a:pt x="1333806" y="2667323"/>
                  </a:cubicBezTo>
                  <a:cubicBezTo>
                    <a:pt x="2070279" y="2667323"/>
                    <a:pt x="2667306" y="2070296"/>
                    <a:pt x="2667306" y="1333823"/>
                  </a:cubicBezTo>
                  <a:close/>
                </a:path>
              </a:pathLst>
            </a:custGeom>
            <a:noFill/>
            <a:ln w="15875" cap="rnd">
              <a:solidFill>
                <a:schemeClr val="accent1"/>
              </a:solidFill>
              <a:prstDash val="solid"/>
              <a:round/>
            </a:ln>
          </p:spPr>
          <p:txBody>
            <a:bodyPr/>
            <a:lstStyle/>
            <a:p>
              <a:endParaRPr lang="en-GB"/>
            </a:p>
          </p:txBody>
        </p:sp>
        <p:sp>
          <p:nvSpPr>
            <p:cNvPr id="80" name="Freeform: Shape 79">
              <a:extLst>
                <a:ext uri="{FF2B5EF4-FFF2-40B4-BE49-F238E27FC236}">
                  <a16:creationId xmlns:a16="http://schemas.microsoft.com/office/drawing/2014/main" id="{A783F1C5-FFE6-D965-E1D9-8B429E5E5E27}"/>
                </a:ext>
              </a:extLst>
            </p:cNvPr>
            <p:cNvSpPr/>
            <p:nvPr/>
          </p:nvSpPr>
          <p:spPr>
            <a:xfrm flipV="1">
              <a:off x="4189411" y="2678112"/>
              <a:ext cx="1142999" cy="1142999"/>
            </a:xfrm>
            <a:custGeom>
              <a:avLst/>
              <a:gdLst>
                <a:gd name="csX0" fmla="*/ 571701 w 1142999"/>
                <a:gd name="csY0" fmla="*/ 278 h 1142999"/>
                <a:gd name="csX1" fmla="*/ 201 w 1142999"/>
                <a:gd name="csY1" fmla="*/ 571778 h 1142999"/>
                <a:gd name="csX2" fmla="*/ 571701 w 1142999"/>
                <a:gd name="csY2" fmla="*/ 1143278 h 1142999"/>
                <a:gd name="csX3" fmla="*/ 1143201 w 1142999"/>
                <a:gd name="csY3" fmla="*/ 571778 h 1142999"/>
                <a:gd name="csX4" fmla="*/ 571701 w 1142999"/>
                <a:gd name="csY4" fmla="*/ 278 h 1142999"/>
              </a:gdLst>
              <a:ahLst/>
              <a:cxnLst>
                <a:cxn ang="0">
                  <a:pos x="csX0" y="csY0"/>
                </a:cxn>
                <a:cxn ang="0">
                  <a:pos x="csX1" y="csY1"/>
                </a:cxn>
                <a:cxn ang="0">
                  <a:pos x="csX2" y="csY2"/>
                </a:cxn>
                <a:cxn ang="0">
                  <a:pos x="csX3" y="csY3"/>
                </a:cxn>
                <a:cxn ang="0">
                  <a:pos x="csX4" y="csY4"/>
                </a:cxn>
              </a:cxnLst>
              <a:rect l="l" t="t" r="r" b="b"/>
              <a:pathLst>
                <a:path w="1142999" h="1142999">
                  <a:moveTo>
                    <a:pt x="571701" y="278"/>
                  </a:moveTo>
                  <a:cubicBezTo>
                    <a:pt x="256564" y="278"/>
                    <a:pt x="201" y="256640"/>
                    <a:pt x="201" y="571778"/>
                  </a:cubicBezTo>
                  <a:cubicBezTo>
                    <a:pt x="201" y="886916"/>
                    <a:pt x="256564" y="1143278"/>
                    <a:pt x="571701" y="1143278"/>
                  </a:cubicBezTo>
                  <a:cubicBezTo>
                    <a:pt x="886839" y="1143278"/>
                    <a:pt x="1143201" y="886916"/>
                    <a:pt x="1143201" y="571778"/>
                  </a:cubicBezTo>
                  <a:cubicBezTo>
                    <a:pt x="1143201" y="256640"/>
                    <a:pt x="886839" y="278"/>
                    <a:pt x="571701" y="278"/>
                  </a:cubicBezTo>
                  <a:close/>
                </a:path>
              </a:pathLst>
            </a:custGeom>
            <a:noFill/>
            <a:ln w="15875" cap="rnd">
              <a:solidFill>
                <a:schemeClr val="accent1"/>
              </a:solidFill>
              <a:prstDash val="solid"/>
              <a:round/>
            </a:ln>
          </p:spPr>
          <p:txBody>
            <a:bodyPr/>
            <a:lstStyle/>
            <a:p>
              <a:endParaRPr lang="en-GB"/>
            </a:p>
          </p:txBody>
        </p:sp>
        <p:sp>
          <p:nvSpPr>
            <p:cNvPr id="81" name="Freeform: Shape 80">
              <a:extLst>
                <a:ext uri="{FF2B5EF4-FFF2-40B4-BE49-F238E27FC236}">
                  <a16:creationId xmlns:a16="http://schemas.microsoft.com/office/drawing/2014/main" id="{096385E7-4AF4-C417-7369-EC9C9F03B4D0}"/>
                </a:ext>
              </a:extLst>
            </p:cNvPr>
            <p:cNvSpPr/>
            <p:nvPr/>
          </p:nvSpPr>
          <p:spPr>
            <a:xfrm flipV="1">
              <a:off x="6475411" y="4202112"/>
              <a:ext cx="2285999" cy="2285999"/>
            </a:xfrm>
            <a:custGeom>
              <a:avLst/>
              <a:gdLst>
                <a:gd name="csX0" fmla="*/ 2286591 w 2285999"/>
                <a:gd name="csY0" fmla="*/ 1143543 h 2285999"/>
                <a:gd name="csX1" fmla="*/ 1143591 w 2285999"/>
                <a:gd name="csY1" fmla="*/ 543 h 2285999"/>
                <a:gd name="csX2" fmla="*/ 591 w 2285999"/>
                <a:gd name="csY2" fmla="*/ 1143543 h 2285999"/>
                <a:gd name="csX3" fmla="*/ 1143591 w 2285999"/>
                <a:gd name="csY3" fmla="*/ 2286543 h 2285999"/>
                <a:gd name="csX4" fmla="*/ 2286591 w 2285999"/>
                <a:gd name="csY4" fmla="*/ 1143543 h 2285999"/>
              </a:gdLst>
              <a:ahLst/>
              <a:cxnLst>
                <a:cxn ang="0">
                  <a:pos x="csX0" y="csY0"/>
                </a:cxn>
                <a:cxn ang="0">
                  <a:pos x="csX1" y="csY1"/>
                </a:cxn>
                <a:cxn ang="0">
                  <a:pos x="csX2" y="csY2"/>
                </a:cxn>
                <a:cxn ang="0">
                  <a:pos x="csX3" y="csY3"/>
                </a:cxn>
                <a:cxn ang="0">
                  <a:pos x="csX4" y="csY4"/>
                </a:cxn>
              </a:cxnLst>
              <a:rect l="l" t="t" r="r" b="b"/>
              <a:pathLst>
                <a:path w="2285999" h="2285999">
                  <a:moveTo>
                    <a:pt x="2286591" y="1143543"/>
                  </a:moveTo>
                  <a:cubicBezTo>
                    <a:pt x="2286591" y="512276"/>
                    <a:pt x="1774858" y="543"/>
                    <a:pt x="1143591" y="543"/>
                  </a:cubicBezTo>
                  <a:cubicBezTo>
                    <a:pt x="512325" y="543"/>
                    <a:pt x="591" y="512276"/>
                    <a:pt x="591" y="1143543"/>
                  </a:cubicBezTo>
                  <a:cubicBezTo>
                    <a:pt x="591" y="1774809"/>
                    <a:pt x="512325" y="2286543"/>
                    <a:pt x="1143591" y="2286543"/>
                  </a:cubicBezTo>
                  <a:cubicBezTo>
                    <a:pt x="1774858" y="2286543"/>
                    <a:pt x="2286591" y="1774809"/>
                    <a:pt x="2286591" y="1143543"/>
                  </a:cubicBezTo>
                  <a:close/>
                </a:path>
              </a:pathLst>
            </a:custGeom>
            <a:noFill/>
            <a:ln w="15875" cap="rnd">
              <a:solidFill>
                <a:schemeClr val="accent1"/>
              </a:solidFill>
              <a:prstDash val="solid"/>
              <a:round/>
            </a:ln>
          </p:spPr>
          <p:txBody>
            <a:bodyPr/>
            <a:lstStyle/>
            <a:p>
              <a:endParaRPr lang="en-GB"/>
            </a:p>
          </p:txBody>
        </p:sp>
        <p:sp>
          <p:nvSpPr>
            <p:cNvPr id="82" name="Freeform: Shape 81">
              <a:extLst>
                <a:ext uri="{FF2B5EF4-FFF2-40B4-BE49-F238E27FC236}">
                  <a16:creationId xmlns:a16="http://schemas.microsoft.com/office/drawing/2014/main" id="{F61EE601-EC7A-A72B-A9B1-2C4B8D7312CE}"/>
                </a:ext>
              </a:extLst>
            </p:cNvPr>
            <p:cNvSpPr/>
            <p:nvPr/>
          </p:nvSpPr>
          <p:spPr>
            <a:xfrm flipV="1">
              <a:off x="7237411" y="4964112"/>
              <a:ext cx="761999" cy="761999"/>
            </a:xfrm>
            <a:custGeom>
              <a:avLst/>
              <a:gdLst>
                <a:gd name="csX0" fmla="*/ 381501 w 761999"/>
                <a:gd name="csY0" fmla="*/ 513 h 761999"/>
                <a:gd name="csX1" fmla="*/ 501 w 761999"/>
                <a:gd name="csY1" fmla="*/ 381513 h 761999"/>
                <a:gd name="csX2" fmla="*/ 381501 w 761999"/>
                <a:gd name="csY2" fmla="*/ 762513 h 761999"/>
                <a:gd name="csX3" fmla="*/ 762501 w 761999"/>
                <a:gd name="csY3" fmla="*/ 381513 h 761999"/>
                <a:gd name="csX4" fmla="*/ 381501 w 761999"/>
                <a:gd name="csY4" fmla="*/ 513 h 761999"/>
              </a:gdLst>
              <a:ahLst/>
              <a:cxnLst>
                <a:cxn ang="0">
                  <a:pos x="csX0" y="csY0"/>
                </a:cxn>
                <a:cxn ang="0">
                  <a:pos x="csX1" y="csY1"/>
                </a:cxn>
                <a:cxn ang="0">
                  <a:pos x="csX2" y="csY2"/>
                </a:cxn>
                <a:cxn ang="0">
                  <a:pos x="csX3" y="csY3"/>
                </a:cxn>
                <a:cxn ang="0">
                  <a:pos x="csX4" y="csY4"/>
                </a:cxn>
              </a:cxnLst>
              <a:rect l="l" t="t" r="r" b="b"/>
              <a:pathLst>
                <a:path w="761999" h="761999">
                  <a:moveTo>
                    <a:pt x="381501" y="513"/>
                  </a:moveTo>
                  <a:cubicBezTo>
                    <a:pt x="171469" y="513"/>
                    <a:pt x="501" y="171480"/>
                    <a:pt x="501" y="381513"/>
                  </a:cubicBezTo>
                  <a:cubicBezTo>
                    <a:pt x="501" y="591545"/>
                    <a:pt x="171469" y="762513"/>
                    <a:pt x="381501" y="762513"/>
                  </a:cubicBezTo>
                  <a:cubicBezTo>
                    <a:pt x="591534" y="762513"/>
                    <a:pt x="762501" y="591545"/>
                    <a:pt x="762501" y="381513"/>
                  </a:cubicBezTo>
                  <a:cubicBezTo>
                    <a:pt x="762501" y="171480"/>
                    <a:pt x="591534" y="513"/>
                    <a:pt x="381501" y="513"/>
                  </a:cubicBezTo>
                  <a:close/>
                </a:path>
              </a:pathLst>
            </a:custGeom>
            <a:noFill/>
            <a:ln w="15875" cap="rnd">
              <a:solidFill>
                <a:schemeClr val="accent1"/>
              </a:solidFill>
              <a:prstDash val="solid"/>
              <a:round/>
            </a:ln>
          </p:spPr>
          <p:txBody>
            <a:bodyPr/>
            <a:lstStyle/>
            <a:p>
              <a:endParaRPr lang="en-GB"/>
            </a:p>
          </p:txBody>
        </p:sp>
        <p:sp>
          <p:nvSpPr>
            <p:cNvPr id="83" name="Freeform: Shape 82">
              <a:extLst>
                <a:ext uri="{FF2B5EF4-FFF2-40B4-BE49-F238E27FC236}">
                  <a16:creationId xmlns:a16="http://schemas.microsoft.com/office/drawing/2014/main" id="{796F11D3-2BF3-3430-D2D9-74C9D85E7670}"/>
                </a:ext>
              </a:extLst>
            </p:cNvPr>
            <p:cNvSpPr/>
            <p:nvPr/>
          </p:nvSpPr>
          <p:spPr>
            <a:xfrm flipV="1">
              <a:off x="4379911" y="366712"/>
              <a:ext cx="9525" cy="787399"/>
            </a:xfrm>
            <a:custGeom>
              <a:avLst/>
              <a:gdLst>
                <a:gd name="csX0" fmla="*/ 161 w 9525"/>
                <a:gd name="csY0" fmla="*/ 30 h 787399"/>
                <a:gd name="csX1" fmla="*/ 161 w 9525"/>
                <a:gd name="csY1" fmla="*/ 787430 h 787399"/>
              </a:gdLst>
              <a:ahLst/>
              <a:cxnLst>
                <a:cxn ang="0">
                  <a:pos x="csX0" y="csY0"/>
                </a:cxn>
                <a:cxn ang="0">
                  <a:pos x="csX1" y="csY1"/>
                </a:cxn>
              </a:cxnLst>
              <a:rect l="l" t="t" r="r" b="b"/>
              <a:pathLst>
                <a:path w="9525" h="787399">
                  <a:moveTo>
                    <a:pt x="161" y="30"/>
                  </a:moveTo>
                  <a:lnTo>
                    <a:pt x="161" y="787430"/>
                  </a:lnTo>
                </a:path>
              </a:pathLst>
            </a:custGeom>
            <a:noFill/>
            <a:ln w="15875" cap="rnd">
              <a:solidFill>
                <a:schemeClr val="accent1"/>
              </a:solidFill>
              <a:prstDash val="solid"/>
              <a:round/>
            </a:ln>
          </p:spPr>
          <p:txBody>
            <a:bodyPr/>
            <a:lstStyle/>
            <a:p>
              <a:endParaRPr lang="en-GB"/>
            </a:p>
          </p:txBody>
        </p:sp>
        <p:sp>
          <p:nvSpPr>
            <p:cNvPr id="84" name="Freeform: Shape 83">
              <a:extLst>
                <a:ext uri="{FF2B5EF4-FFF2-40B4-BE49-F238E27FC236}">
                  <a16:creationId xmlns:a16="http://schemas.microsoft.com/office/drawing/2014/main" id="{F5559360-B6EE-A87D-EA27-C39FD734C1BB}"/>
                </a:ext>
              </a:extLst>
            </p:cNvPr>
            <p:cNvSpPr/>
            <p:nvPr/>
          </p:nvSpPr>
          <p:spPr>
            <a:xfrm flipV="1">
              <a:off x="5141911" y="366712"/>
              <a:ext cx="9525" cy="787399"/>
            </a:xfrm>
            <a:custGeom>
              <a:avLst/>
              <a:gdLst>
                <a:gd name="csX0" fmla="*/ 241 w 9525"/>
                <a:gd name="csY0" fmla="*/ 30 h 787399"/>
                <a:gd name="csX1" fmla="*/ 241 w 9525"/>
                <a:gd name="csY1" fmla="*/ 787430 h 787399"/>
              </a:gdLst>
              <a:ahLst/>
              <a:cxnLst>
                <a:cxn ang="0">
                  <a:pos x="csX0" y="csY0"/>
                </a:cxn>
                <a:cxn ang="0">
                  <a:pos x="csX1" y="csY1"/>
                </a:cxn>
              </a:cxnLst>
              <a:rect l="l" t="t" r="r" b="b"/>
              <a:pathLst>
                <a:path w="9525" h="787399">
                  <a:moveTo>
                    <a:pt x="241" y="30"/>
                  </a:moveTo>
                  <a:lnTo>
                    <a:pt x="241" y="787430"/>
                  </a:lnTo>
                </a:path>
              </a:pathLst>
            </a:custGeom>
            <a:noFill/>
            <a:ln w="15875" cap="rnd">
              <a:solidFill>
                <a:schemeClr val="accent1"/>
              </a:solidFill>
              <a:prstDash val="solid"/>
              <a:round/>
            </a:ln>
          </p:spPr>
          <p:txBody>
            <a:bodyPr/>
            <a:lstStyle/>
            <a:p>
              <a:endParaRPr lang="en-GB"/>
            </a:p>
          </p:txBody>
        </p:sp>
        <p:sp>
          <p:nvSpPr>
            <p:cNvPr id="85" name="Freeform: Shape 84">
              <a:extLst>
                <a:ext uri="{FF2B5EF4-FFF2-40B4-BE49-F238E27FC236}">
                  <a16:creationId xmlns:a16="http://schemas.microsoft.com/office/drawing/2014/main" id="{FCF9B6E6-5767-F438-C8F8-E74B58DC4EB3}"/>
                </a:ext>
              </a:extLst>
            </p:cNvPr>
            <p:cNvSpPr/>
            <p:nvPr/>
          </p:nvSpPr>
          <p:spPr>
            <a:xfrm flipV="1">
              <a:off x="7237411" y="2678112"/>
              <a:ext cx="9525" cy="761999"/>
            </a:xfrm>
            <a:custGeom>
              <a:avLst/>
              <a:gdLst>
                <a:gd name="csX0" fmla="*/ 461 w 9525"/>
                <a:gd name="csY0" fmla="*/ 273 h 761999"/>
                <a:gd name="csX1" fmla="*/ 461 w 9525"/>
                <a:gd name="csY1" fmla="*/ 762273 h 761999"/>
              </a:gdLst>
              <a:ahLst/>
              <a:cxnLst>
                <a:cxn ang="0">
                  <a:pos x="csX0" y="csY0"/>
                </a:cxn>
                <a:cxn ang="0">
                  <a:pos x="csX1" y="csY1"/>
                </a:cxn>
              </a:cxnLst>
              <a:rect l="l" t="t" r="r" b="b"/>
              <a:pathLst>
                <a:path w="9525" h="761999">
                  <a:moveTo>
                    <a:pt x="461" y="273"/>
                  </a:moveTo>
                  <a:lnTo>
                    <a:pt x="461" y="762273"/>
                  </a:lnTo>
                </a:path>
              </a:pathLst>
            </a:custGeom>
            <a:noFill/>
            <a:ln w="15875" cap="rnd">
              <a:solidFill>
                <a:schemeClr val="accent1"/>
              </a:solidFill>
              <a:prstDash val="solid"/>
              <a:round/>
            </a:ln>
          </p:spPr>
          <p:txBody>
            <a:bodyPr/>
            <a:lstStyle/>
            <a:p>
              <a:endParaRPr lang="en-GB"/>
            </a:p>
          </p:txBody>
        </p:sp>
        <p:sp>
          <p:nvSpPr>
            <p:cNvPr id="86" name="Freeform: Shape 85">
              <a:extLst>
                <a:ext uri="{FF2B5EF4-FFF2-40B4-BE49-F238E27FC236}">
                  <a16:creationId xmlns:a16="http://schemas.microsoft.com/office/drawing/2014/main" id="{EADE9A1F-8A47-F4A8-DE81-A32E23D50DF7}"/>
                </a:ext>
              </a:extLst>
            </p:cNvPr>
            <p:cNvSpPr/>
            <p:nvPr/>
          </p:nvSpPr>
          <p:spPr>
            <a:xfrm flipV="1">
              <a:off x="7999411" y="2678112"/>
              <a:ext cx="9525" cy="761999"/>
            </a:xfrm>
            <a:custGeom>
              <a:avLst/>
              <a:gdLst>
                <a:gd name="csX0" fmla="*/ 541 w 9525"/>
                <a:gd name="csY0" fmla="*/ 273 h 761999"/>
                <a:gd name="csX1" fmla="*/ 541 w 9525"/>
                <a:gd name="csY1" fmla="*/ 762273 h 761999"/>
              </a:gdLst>
              <a:ahLst/>
              <a:cxnLst>
                <a:cxn ang="0">
                  <a:pos x="csX0" y="csY0"/>
                </a:cxn>
                <a:cxn ang="0">
                  <a:pos x="csX1" y="csY1"/>
                </a:cxn>
              </a:cxnLst>
              <a:rect l="l" t="t" r="r" b="b"/>
              <a:pathLst>
                <a:path w="9525" h="761999">
                  <a:moveTo>
                    <a:pt x="541" y="273"/>
                  </a:moveTo>
                  <a:lnTo>
                    <a:pt x="541" y="762273"/>
                  </a:lnTo>
                </a:path>
              </a:pathLst>
            </a:custGeom>
            <a:noFill/>
            <a:ln w="15875" cap="rnd">
              <a:solidFill>
                <a:schemeClr val="accent1"/>
              </a:solidFill>
              <a:prstDash val="solid"/>
              <a:round/>
            </a:ln>
          </p:spPr>
          <p:txBody>
            <a:bodyPr/>
            <a:lstStyle/>
            <a:p>
              <a:endParaRPr lang="en-GB"/>
            </a:p>
          </p:txBody>
        </p:sp>
        <p:sp>
          <p:nvSpPr>
            <p:cNvPr id="87" name="Freeform: Shape 86">
              <a:extLst>
                <a:ext uri="{FF2B5EF4-FFF2-40B4-BE49-F238E27FC236}">
                  <a16:creationId xmlns:a16="http://schemas.microsoft.com/office/drawing/2014/main" id="{19EA4905-9346-7492-B6F7-38A9161F4C9C}"/>
                </a:ext>
              </a:extLst>
            </p:cNvPr>
            <p:cNvSpPr/>
            <p:nvPr/>
          </p:nvSpPr>
          <p:spPr>
            <a:xfrm flipV="1">
              <a:off x="7618411" y="1154112"/>
              <a:ext cx="9525" cy="761999"/>
            </a:xfrm>
            <a:custGeom>
              <a:avLst/>
              <a:gdLst>
                <a:gd name="csX0" fmla="*/ 501 w 9525"/>
                <a:gd name="csY0" fmla="*/ 762173 h 761999"/>
                <a:gd name="csX1" fmla="*/ 501 w 9525"/>
                <a:gd name="csY1" fmla="*/ 173 h 761999"/>
              </a:gdLst>
              <a:ahLst/>
              <a:cxnLst>
                <a:cxn ang="0">
                  <a:pos x="csX0" y="csY0"/>
                </a:cxn>
                <a:cxn ang="0">
                  <a:pos x="csX1" y="csY1"/>
                </a:cxn>
              </a:cxnLst>
              <a:rect l="l" t="t" r="r" b="b"/>
              <a:pathLst>
                <a:path w="9525" h="761999">
                  <a:moveTo>
                    <a:pt x="501" y="762173"/>
                  </a:moveTo>
                  <a:lnTo>
                    <a:pt x="501" y="173"/>
                  </a:lnTo>
                </a:path>
              </a:pathLst>
            </a:custGeom>
            <a:noFill/>
            <a:ln w="15875" cap="rnd">
              <a:solidFill>
                <a:schemeClr val="accent1"/>
              </a:solidFill>
              <a:prstDash val="solid"/>
              <a:round/>
            </a:ln>
          </p:spPr>
          <p:txBody>
            <a:bodyPr/>
            <a:lstStyle/>
            <a:p>
              <a:endParaRPr lang="en-GB"/>
            </a:p>
          </p:txBody>
        </p:sp>
        <p:sp>
          <p:nvSpPr>
            <p:cNvPr id="88" name="Freeform: Shape 87">
              <a:extLst>
                <a:ext uri="{FF2B5EF4-FFF2-40B4-BE49-F238E27FC236}">
                  <a16:creationId xmlns:a16="http://schemas.microsoft.com/office/drawing/2014/main" id="{739A64DC-199A-171C-6980-CF54F261374C}"/>
                </a:ext>
              </a:extLst>
            </p:cNvPr>
            <p:cNvSpPr/>
            <p:nvPr/>
          </p:nvSpPr>
          <p:spPr>
            <a:xfrm flipV="1">
              <a:off x="7237411" y="1535112"/>
              <a:ext cx="761999" cy="9525"/>
            </a:xfrm>
            <a:custGeom>
              <a:avLst/>
              <a:gdLst>
                <a:gd name="csX0" fmla="*/ 471 w 761999"/>
                <a:gd name="csY0" fmla="*/ 143 h 9525"/>
                <a:gd name="csX1" fmla="*/ 762471 w 761999"/>
                <a:gd name="csY1" fmla="*/ 143 h 9525"/>
              </a:gdLst>
              <a:ahLst/>
              <a:cxnLst>
                <a:cxn ang="0">
                  <a:pos x="csX0" y="csY0"/>
                </a:cxn>
                <a:cxn ang="0">
                  <a:pos x="csX1" y="csY1"/>
                </a:cxn>
              </a:cxnLst>
              <a:rect l="l" t="t" r="r" b="b"/>
              <a:pathLst>
                <a:path w="761999" h="9525">
                  <a:moveTo>
                    <a:pt x="471" y="143"/>
                  </a:moveTo>
                  <a:lnTo>
                    <a:pt x="762471" y="143"/>
                  </a:lnTo>
                </a:path>
              </a:pathLst>
            </a:custGeom>
            <a:noFill/>
            <a:ln w="15875" cap="rnd">
              <a:solidFill>
                <a:schemeClr val="accent1"/>
              </a:solidFill>
              <a:prstDash val="solid"/>
              <a:round/>
            </a:ln>
          </p:spPr>
          <p:txBody>
            <a:bodyPr/>
            <a:lstStyle/>
            <a:p>
              <a:endParaRPr lang="en-GB"/>
            </a:p>
          </p:txBody>
        </p:sp>
        <p:sp>
          <p:nvSpPr>
            <p:cNvPr id="89" name="Freeform: Shape 88">
              <a:extLst>
                <a:ext uri="{FF2B5EF4-FFF2-40B4-BE49-F238E27FC236}">
                  <a16:creationId xmlns:a16="http://schemas.microsoft.com/office/drawing/2014/main" id="{79D04170-3EA0-BFAC-7B0D-B34CFEFBAEFD}"/>
                </a:ext>
              </a:extLst>
            </p:cNvPr>
            <p:cNvSpPr/>
            <p:nvPr/>
          </p:nvSpPr>
          <p:spPr>
            <a:xfrm flipV="1">
              <a:off x="4760911" y="5345112"/>
              <a:ext cx="9525" cy="761999"/>
            </a:xfrm>
            <a:custGeom>
              <a:avLst/>
              <a:gdLst>
                <a:gd name="csX0" fmla="*/ 201 w 9525"/>
                <a:gd name="csY0" fmla="*/ 762613 h 761999"/>
                <a:gd name="csX1" fmla="*/ 201 w 9525"/>
                <a:gd name="csY1" fmla="*/ 613 h 761999"/>
              </a:gdLst>
              <a:ahLst/>
              <a:cxnLst>
                <a:cxn ang="0">
                  <a:pos x="csX0" y="csY0"/>
                </a:cxn>
                <a:cxn ang="0">
                  <a:pos x="csX1" y="csY1"/>
                </a:cxn>
              </a:cxnLst>
              <a:rect l="l" t="t" r="r" b="b"/>
              <a:pathLst>
                <a:path w="9525" h="761999">
                  <a:moveTo>
                    <a:pt x="201" y="762613"/>
                  </a:moveTo>
                  <a:lnTo>
                    <a:pt x="201" y="613"/>
                  </a:lnTo>
                </a:path>
              </a:pathLst>
            </a:custGeom>
            <a:noFill/>
            <a:ln w="15875" cap="rnd">
              <a:solidFill>
                <a:schemeClr val="accent1"/>
              </a:solidFill>
              <a:prstDash val="solid"/>
              <a:round/>
            </a:ln>
          </p:spPr>
          <p:txBody>
            <a:bodyPr/>
            <a:lstStyle/>
            <a:p>
              <a:endParaRPr lang="en-GB"/>
            </a:p>
          </p:txBody>
        </p:sp>
        <p:sp>
          <p:nvSpPr>
            <p:cNvPr id="90" name="Freeform: Shape 89">
              <a:extLst>
                <a:ext uri="{FF2B5EF4-FFF2-40B4-BE49-F238E27FC236}">
                  <a16:creationId xmlns:a16="http://schemas.microsoft.com/office/drawing/2014/main" id="{74DC36B1-2B45-AFE7-9608-E8D32AE2C841}"/>
                </a:ext>
              </a:extLst>
            </p:cNvPr>
            <p:cNvSpPr/>
            <p:nvPr/>
          </p:nvSpPr>
          <p:spPr>
            <a:xfrm flipV="1">
              <a:off x="4379911" y="5726112"/>
              <a:ext cx="761999" cy="9525"/>
            </a:xfrm>
            <a:custGeom>
              <a:avLst/>
              <a:gdLst>
                <a:gd name="csX0" fmla="*/ 171 w 761999"/>
                <a:gd name="csY0" fmla="*/ 583 h 9525"/>
                <a:gd name="csX1" fmla="*/ 762171 w 761999"/>
                <a:gd name="csY1" fmla="*/ 583 h 9525"/>
              </a:gdLst>
              <a:ahLst/>
              <a:cxnLst>
                <a:cxn ang="0">
                  <a:pos x="csX0" y="csY0"/>
                </a:cxn>
                <a:cxn ang="0">
                  <a:pos x="csX1" y="csY1"/>
                </a:cxn>
              </a:cxnLst>
              <a:rect l="l" t="t" r="r" b="b"/>
              <a:pathLst>
                <a:path w="761999" h="9525">
                  <a:moveTo>
                    <a:pt x="171" y="583"/>
                  </a:moveTo>
                  <a:lnTo>
                    <a:pt x="762171" y="583"/>
                  </a:lnTo>
                </a:path>
              </a:pathLst>
            </a:custGeom>
            <a:noFill/>
            <a:ln w="15875" cap="rnd">
              <a:solidFill>
                <a:schemeClr val="accent1"/>
              </a:solidFill>
              <a:prstDash val="solid"/>
              <a:round/>
            </a:ln>
          </p:spPr>
          <p:txBody>
            <a:bodyPr/>
            <a:lstStyle/>
            <a:p>
              <a:endParaRPr lang="en-GB"/>
            </a:p>
          </p:txBody>
        </p:sp>
      </p:grpSp>
      <p:sp>
        <p:nvSpPr>
          <p:cNvPr id="11" name="Slide Number Placeholder 10">
            <a:extLst>
              <a:ext uri="{FF2B5EF4-FFF2-40B4-BE49-F238E27FC236}">
                <a16:creationId xmlns:a16="http://schemas.microsoft.com/office/drawing/2014/main" id="{FE2C0C51-793C-F50F-109C-28B3ED486831}"/>
              </a:ext>
            </a:extLst>
          </p:cNvPr>
          <p:cNvSpPr>
            <a:spLocks noGrp="1"/>
          </p:cNvSpPr>
          <p:nvPr>
            <p:ph type="sldNum" sz="quarter" idx="12"/>
          </p:nvPr>
        </p:nvSpPr>
        <p:spPr/>
        <p:txBody>
          <a:bodyPr/>
          <a:lstStyle/>
          <a:p>
            <a:fld id="{0BE4EC83-A869-464E-AE9F-881796FB085E}" type="slidenum">
              <a:rPr lang="en-US" smtClean="0"/>
              <a:t>78</a:t>
            </a:fld>
            <a:endParaRPr lang="en-US"/>
          </a:p>
        </p:txBody>
      </p:sp>
    </p:spTree>
    <p:extLst>
      <p:ext uri="{BB962C8B-B14F-4D97-AF65-F5344CB8AC3E}">
        <p14:creationId xmlns:p14="http://schemas.microsoft.com/office/powerpoint/2010/main" val="112805520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7DCE6-1987-587E-2D8E-B26D9EBDA5BA}"/>
            </a:ext>
          </a:extLst>
        </p:cNvPr>
        <p:cNvGrpSpPr/>
        <p:nvPr/>
      </p:nvGrpSpPr>
      <p:grpSpPr>
        <a:xfrm>
          <a:off x="0" y="0"/>
          <a:ext cx="0" cy="0"/>
          <a:chOff x="0" y="0"/>
          <a:chExt cx="0" cy="0"/>
        </a:xfrm>
      </p:grpSpPr>
      <p:sp>
        <p:nvSpPr>
          <p:cNvPr id="4" name="Round Same Side Corner Rectangle 3">
            <a:extLst>
              <a:ext uri="{FF2B5EF4-FFF2-40B4-BE49-F238E27FC236}">
                <a16:creationId xmlns:a16="http://schemas.microsoft.com/office/drawing/2014/main" id="{D7C4A3F4-887A-2897-9ACD-8219073E26BE}"/>
              </a:ext>
            </a:extLst>
          </p:cNvPr>
          <p:cNvSpPr/>
          <p:nvPr/>
        </p:nvSpPr>
        <p:spPr>
          <a:xfrm>
            <a:off x="838200" y="1748300"/>
            <a:ext cx="10515601" cy="3975167"/>
          </a:xfrm>
          <a:prstGeom prst="round2SameRect">
            <a:avLst>
              <a:gd name="adj1" fmla="val 0"/>
              <a:gd name="adj2" fmla="val 872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Rectangle 95">
            <a:extLst>
              <a:ext uri="{FF2B5EF4-FFF2-40B4-BE49-F238E27FC236}">
                <a16:creationId xmlns:a16="http://schemas.microsoft.com/office/drawing/2014/main" id="{F1B59262-F3EB-2BF6-1A68-4AC6E6BD0F4E}"/>
              </a:ext>
            </a:extLst>
          </p:cNvPr>
          <p:cNvSpPr/>
          <p:nvPr/>
        </p:nvSpPr>
        <p:spPr>
          <a:xfrm>
            <a:off x="1872988" y="3167309"/>
            <a:ext cx="8067780" cy="451821"/>
          </a:xfrm>
          <a:prstGeom prst="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2292ADD-3C81-6E07-73F3-873FA79706BB}"/>
              </a:ext>
            </a:extLst>
          </p:cNvPr>
          <p:cNvSpPr>
            <a:spLocks noGrp="1"/>
          </p:cNvSpPr>
          <p:nvPr>
            <p:ph type="title"/>
          </p:nvPr>
        </p:nvSpPr>
        <p:spPr>
          <a:xfrm>
            <a:off x="609601" y="561078"/>
            <a:ext cx="10972800" cy="666261"/>
          </a:xfrm>
        </p:spPr>
        <p:txBody>
          <a:bodyPr/>
          <a:lstStyle/>
          <a:p>
            <a:r>
              <a:rPr lang="ar-EG" dirty="0"/>
              <a:t>مؤشرات الأداء الاستراتيجية للبنية المؤسسية</a:t>
            </a:r>
            <a:endParaRPr lang="en-US" dirty="0"/>
          </a:p>
        </p:txBody>
      </p:sp>
      <p:sp>
        <p:nvSpPr>
          <p:cNvPr id="5" name="Freeform 4">
            <a:extLst>
              <a:ext uri="{FF2B5EF4-FFF2-40B4-BE49-F238E27FC236}">
                <a16:creationId xmlns:a16="http://schemas.microsoft.com/office/drawing/2014/main" id="{3048BF44-DB9F-AAC3-871F-0B082350C500}"/>
              </a:ext>
            </a:extLst>
          </p:cNvPr>
          <p:cNvSpPr/>
          <p:nvPr/>
        </p:nvSpPr>
        <p:spPr>
          <a:xfrm>
            <a:off x="3433482" y="1618981"/>
            <a:ext cx="3313986" cy="170329"/>
          </a:xfrm>
          <a:custGeom>
            <a:avLst/>
            <a:gdLst>
              <a:gd name="connsiteX0" fmla="*/ 0 w 3313986"/>
              <a:gd name="connsiteY0" fmla="*/ 0 h 170329"/>
              <a:gd name="connsiteX1" fmla="*/ 3313986 w 3313986"/>
              <a:gd name="connsiteY1" fmla="*/ 0 h 170329"/>
              <a:gd name="connsiteX2" fmla="*/ 3313986 w 3313986"/>
              <a:gd name="connsiteY2" fmla="*/ 170329 h 170329"/>
              <a:gd name="connsiteX3" fmla="*/ 149041 w 3313986"/>
              <a:gd name="connsiteY3" fmla="*/ 170329 h 170329"/>
              <a:gd name="connsiteX4" fmla="*/ 0 w 3313986"/>
              <a:gd name="connsiteY4" fmla="*/ 21288 h 170329"/>
              <a:gd name="connsiteX0" fmla="*/ 0 w 3313986"/>
              <a:gd name="connsiteY0" fmla="*/ 12216 h 182545"/>
              <a:gd name="connsiteX1" fmla="*/ 1771564 w 3313986"/>
              <a:gd name="connsiteY1" fmla="*/ 0 h 182545"/>
              <a:gd name="connsiteX2" fmla="*/ 3313986 w 3313986"/>
              <a:gd name="connsiteY2" fmla="*/ 12216 h 182545"/>
              <a:gd name="connsiteX3" fmla="*/ 3313986 w 3313986"/>
              <a:gd name="connsiteY3" fmla="*/ 182545 h 182545"/>
              <a:gd name="connsiteX4" fmla="*/ 149041 w 3313986"/>
              <a:gd name="connsiteY4" fmla="*/ 182545 h 182545"/>
              <a:gd name="connsiteX5" fmla="*/ 0 w 3313986"/>
              <a:gd name="connsiteY5" fmla="*/ 33504 h 182545"/>
              <a:gd name="connsiteX6" fmla="*/ 0 w 3313986"/>
              <a:gd name="connsiteY6" fmla="*/ 12216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6" fmla="*/ 1863004 w 3313986"/>
              <a:gd name="connsiteY6" fmla="*/ 91440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0" fmla="*/ 3313986 w 3313986"/>
              <a:gd name="connsiteY0" fmla="*/ 0 h 170329"/>
              <a:gd name="connsiteX1" fmla="*/ 3313986 w 3313986"/>
              <a:gd name="connsiteY1" fmla="*/ 170329 h 170329"/>
              <a:gd name="connsiteX2" fmla="*/ 149041 w 3313986"/>
              <a:gd name="connsiteY2" fmla="*/ 170329 h 170329"/>
              <a:gd name="connsiteX3" fmla="*/ 0 w 3313986"/>
              <a:gd name="connsiteY3" fmla="*/ 21288 h 170329"/>
              <a:gd name="connsiteX4" fmla="*/ 0 w 3313986"/>
              <a:gd name="connsiteY4" fmla="*/ 0 h 170329"/>
              <a:gd name="connsiteX0" fmla="*/ 3313986 w 3313986"/>
              <a:gd name="connsiteY0" fmla="*/ 170329 h 170329"/>
              <a:gd name="connsiteX1" fmla="*/ 149041 w 3313986"/>
              <a:gd name="connsiteY1" fmla="*/ 170329 h 170329"/>
              <a:gd name="connsiteX2" fmla="*/ 0 w 3313986"/>
              <a:gd name="connsiteY2" fmla="*/ 21288 h 170329"/>
              <a:gd name="connsiteX3" fmla="*/ 0 w 3313986"/>
              <a:gd name="connsiteY3" fmla="*/ 0 h 170329"/>
            </a:gdLst>
            <a:ahLst/>
            <a:cxnLst>
              <a:cxn ang="0">
                <a:pos x="connsiteX0" y="connsiteY0"/>
              </a:cxn>
              <a:cxn ang="0">
                <a:pos x="connsiteX1" y="connsiteY1"/>
              </a:cxn>
              <a:cxn ang="0">
                <a:pos x="connsiteX2" y="connsiteY2"/>
              </a:cxn>
              <a:cxn ang="0">
                <a:pos x="connsiteX3" y="connsiteY3"/>
              </a:cxn>
            </a:cxnLst>
            <a:rect l="l" t="t" r="r" b="b"/>
            <a:pathLst>
              <a:path w="3313986" h="170329">
                <a:moveTo>
                  <a:pt x="3313986" y="170329"/>
                </a:moveTo>
                <a:lnTo>
                  <a:pt x="149041" y="170329"/>
                </a:lnTo>
                <a:cubicBezTo>
                  <a:pt x="66728" y="170329"/>
                  <a:pt x="0" y="103601"/>
                  <a:pt x="0" y="21288"/>
                </a:cubicBezTo>
                <a:lnTo>
                  <a:pt x="0" y="0"/>
                </a:lnTo>
              </a:path>
            </a:pathLst>
          </a:custGeom>
          <a:noFill/>
          <a:ln>
            <a:solidFill>
              <a:schemeClr val="bg1">
                <a:lumMod val="85000"/>
              </a:schemeClr>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eeform 5">
            <a:extLst>
              <a:ext uri="{FF2B5EF4-FFF2-40B4-BE49-F238E27FC236}">
                <a16:creationId xmlns:a16="http://schemas.microsoft.com/office/drawing/2014/main" id="{CEE1E3B4-3DEB-D52E-FA08-2C2F247B787F}"/>
              </a:ext>
            </a:extLst>
          </p:cNvPr>
          <p:cNvSpPr/>
          <p:nvPr/>
        </p:nvSpPr>
        <p:spPr>
          <a:xfrm flipH="1">
            <a:off x="5596932" y="1737221"/>
            <a:ext cx="3313986" cy="170329"/>
          </a:xfrm>
          <a:custGeom>
            <a:avLst/>
            <a:gdLst>
              <a:gd name="connsiteX0" fmla="*/ 0 w 3313986"/>
              <a:gd name="connsiteY0" fmla="*/ 0 h 170329"/>
              <a:gd name="connsiteX1" fmla="*/ 3313986 w 3313986"/>
              <a:gd name="connsiteY1" fmla="*/ 0 h 170329"/>
              <a:gd name="connsiteX2" fmla="*/ 3313986 w 3313986"/>
              <a:gd name="connsiteY2" fmla="*/ 170329 h 170329"/>
              <a:gd name="connsiteX3" fmla="*/ 149041 w 3313986"/>
              <a:gd name="connsiteY3" fmla="*/ 170329 h 170329"/>
              <a:gd name="connsiteX4" fmla="*/ 0 w 3313986"/>
              <a:gd name="connsiteY4" fmla="*/ 21288 h 170329"/>
              <a:gd name="connsiteX0" fmla="*/ 0 w 3313986"/>
              <a:gd name="connsiteY0" fmla="*/ 12216 h 182545"/>
              <a:gd name="connsiteX1" fmla="*/ 1771564 w 3313986"/>
              <a:gd name="connsiteY1" fmla="*/ 0 h 182545"/>
              <a:gd name="connsiteX2" fmla="*/ 3313986 w 3313986"/>
              <a:gd name="connsiteY2" fmla="*/ 12216 h 182545"/>
              <a:gd name="connsiteX3" fmla="*/ 3313986 w 3313986"/>
              <a:gd name="connsiteY3" fmla="*/ 182545 h 182545"/>
              <a:gd name="connsiteX4" fmla="*/ 149041 w 3313986"/>
              <a:gd name="connsiteY4" fmla="*/ 182545 h 182545"/>
              <a:gd name="connsiteX5" fmla="*/ 0 w 3313986"/>
              <a:gd name="connsiteY5" fmla="*/ 33504 h 182545"/>
              <a:gd name="connsiteX6" fmla="*/ 0 w 3313986"/>
              <a:gd name="connsiteY6" fmla="*/ 12216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6" fmla="*/ 1863004 w 3313986"/>
              <a:gd name="connsiteY6" fmla="*/ 91440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0" fmla="*/ 3313986 w 3313986"/>
              <a:gd name="connsiteY0" fmla="*/ 0 h 170329"/>
              <a:gd name="connsiteX1" fmla="*/ 3313986 w 3313986"/>
              <a:gd name="connsiteY1" fmla="*/ 170329 h 170329"/>
              <a:gd name="connsiteX2" fmla="*/ 149041 w 3313986"/>
              <a:gd name="connsiteY2" fmla="*/ 170329 h 170329"/>
              <a:gd name="connsiteX3" fmla="*/ 0 w 3313986"/>
              <a:gd name="connsiteY3" fmla="*/ 21288 h 170329"/>
              <a:gd name="connsiteX4" fmla="*/ 0 w 3313986"/>
              <a:gd name="connsiteY4" fmla="*/ 0 h 170329"/>
              <a:gd name="connsiteX0" fmla="*/ 3313986 w 3313986"/>
              <a:gd name="connsiteY0" fmla="*/ 170329 h 170329"/>
              <a:gd name="connsiteX1" fmla="*/ 149041 w 3313986"/>
              <a:gd name="connsiteY1" fmla="*/ 170329 h 170329"/>
              <a:gd name="connsiteX2" fmla="*/ 0 w 3313986"/>
              <a:gd name="connsiteY2" fmla="*/ 21288 h 170329"/>
              <a:gd name="connsiteX3" fmla="*/ 0 w 3313986"/>
              <a:gd name="connsiteY3" fmla="*/ 0 h 170329"/>
            </a:gdLst>
            <a:ahLst/>
            <a:cxnLst>
              <a:cxn ang="0">
                <a:pos x="connsiteX0" y="connsiteY0"/>
              </a:cxn>
              <a:cxn ang="0">
                <a:pos x="connsiteX1" y="connsiteY1"/>
              </a:cxn>
              <a:cxn ang="0">
                <a:pos x="connsiteX2" y="connsiteY2"/>
              </a:cxn>
              <a:cxn ang="0">
                <a:pos x="connsiteX3" y="connsiteY3"/>
              </a:cxn>
            </a:cxnLst>
            <a:rect l="l" t="t" r="r" b="b"/>
            <a:pathLst>
              <a:path w="3313986" h="170329">
                <a:moveTo>
                  <a:pt x="3313986" y="170329"/>
                </a:moveTo>
                <a:lnTo>
                  <a:pt x="149041" y="170329"/>
                </a:lnTo>
                <a:cubicBezTo>
                  <a:pt x="66728" y="170329"/>
                  <a:pt x="0" y="103601"/>
                  <a:pt x="0" y="21288"/>
                </a:cubicBezTo>
                <a:lnTo>
                  <a:pt x="0" y="0"/>
                </a:lnTo>
              </a:path>
            </a:pathLst>
          </a:custGeom>
          <a:noFill/>
          <a:ln>
            <a:solidFill>
              <a:schemeClr val="bg1">
                <a:lumMod val="85000"/>
              </a:schemeClr>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ounded Rectangle 6">
            <a:extLst>
              <a:ext uri="{FF2B5EF4-FFF2-40B4-BE49-F238E27FC236}">
                <a16:creationId xmlns:a16="http://schemas.microsoft.com/office/drawing/2014/main" id="{2D77EC0A-81D5-F8E0-8730-16553FCC3F99}"/>
              </a:ext>
            </a:extLst>
          </p:cNvPr>
          <p:cNvSpPr/>
          <p:nvPr/>
        </p:nvSpPr>
        <p:spPr>
          <a:xfrm>
            <a:off x="2981661" y="1475899"/>
            <a:ext cx="6228678" cy="688914"/>
          </a:xfrm>
          <a:prstGeom prst="round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ounded Rectangle 7">
            <a:extLst>
              <a:ext uri="{FF2B5EF4-FFF2-40B4-BE49-F238E27FC236}">
                <a16:creationId xmlns:a16="http://schemas.microsoft.com/office/drawing/2014/main" id="{7817F76E-0891-5818-FBD5-2EA85158F6B3}"/>
              </a:ext>
            </a:extLst>
          </p:cNvPr>
          <p:cNvSpPr/>
          <p:nvPr/>
        </p:nvSpPr>
        <p:spPr>
          <a:xfrm>
            <a:off x="2981661" y="1287436"/>
            <a:ext cx="6228678" cy="92532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b="1" dirty="0"/>
              <a:t>نسبة الخدمات الرقمية التي تم تحسينها</a:t>
            </a:r>
            <a:endParaRPr lang="en-US" b="1" dirty="0"/>
          </a:p>
        </p:txBody>
      </p:sp>
      <p:sp>
        <p:nvSpPr>
          <p:cNvPr id="9" name="Title 11">
            <a:extLst>
              <a:ext uri="{FF2B5EF4-FFF2-40B4-BE49-F238E27FC236}">
                <a16:creationId xmlns:a16="http://schemas.microsoft.com/office/drawing/2014/main" id="{904B143D-D6C5-CA44-83C6-BEBD1156A623}"/>
              </a:ext>
            </a:extLst>
          </p:cNvPr>
          <p:cNvSpPr txBox="1">
            <a:spLocks/>
          </p:cNvSpPr>
          <p:nvPr/>
        </p:nvSpPr>
        <p:spPr>
          <a:xfrm>
            <a:off x="2949387" y="1565225"/>
            <a:ext cx="6293226" cy="647533"/>
          </a:xfrm>
          <a:prstGeom prst="rect">
            <a:avLst/>
          </a:prstGeom>
        </p:spPr>
        <p:txBody>
          <a:bodyPr anchor="ctr" anchorCtr="0">
            <a:noAutofit/>
          </a:bodyPr>
          <a:lstStyle>
            <a:lvl1pPr algn="r" defTabSz="914400" rtl="1" eaLnBrk="1" latinLnBrk="0" hangingPunct="1">
              <a:lnSpc>
                <a:spcPct val="100000"/>
              </a:lnSpc>
              <a:spcBef>
                <a:spcPct val="0"/>
              </a:spcBef>
              <a:buNone/>
              <a:defRPr sz="3200" b="1" kern="1200">
                <a:solidFill>
                  <a:schemeClr val="accent1">
                    <a:lumMod val="75000"/>
                  </a:schemeClr>
                </a:solidFill>
                <a:latin typeface="+mj-lt"/>
                <a:ea typeface="+mj-ea"/>
                <a:cs typeface="+mj-cs"/>
              </a:defRPr>
            </a:lvl1pPr>
          </a:lstStyle>
          <a:p>
            <a:pPr algn="ctr"/>
            <a:endParaRPr lang="ar-SA" sz="2000" dirty="0">
              <a:solidFill>
                <a:schemeClr val="bg1"/>
              </a:solidFill>
            </a:endParaRPr>
          </a:p>
        </p:txBody>
      </p:sp>
      <p:sp>
        <p:nvSpPr>
          <p:cNvPr id="10" name="Round Same Side Corner Rectangle 9">
            <a:extLst>
              <a:ext uri="{FF2B5EF4-FFF2-40B4-BE49-F238E27FC236}">
                <a16:creationId xmlns:a16="http://schemas.microsoft.com/office/drawing/2014/main" id="{3677B46D-710E-C6C1-F9D7-8BD74FDEE08D}"/>
              </a:ext>
            </a:extLst>
          </p:cNvPr>
          <p:cNvSpPr/>
          <p:nvPr/>
        </p:nvSpPr>
        <p:spPr>
          <a:xfrm>
            <a:off x="5385860" y="1287437"/>
            <a:ext cx="1420280" cy="281048"/>
          </a:xfrm>
          <a:prstGeom prst="round2SameRect">
            <a:avLst>
              <a:gd name="adj1" fmla="val 0"/>
              <a:gd name="adj2" fmla="val 50000"/>
            </a:avLst>
          </a:prstGeom>
          <a:solidFill>
            <a:schemeClr val="bg1"/>
          </a:solidFill>
          <a:effectLst>
            <a:outerShdw blurRad="50800" dist="25400" dir="5400000" sx="97000" sy="97000" algn="t" rotWithShape="0">
              <a:prstClr val="black">
                <a:alpha val="20000"/>
              </a:prstClr>
            </a:outerShdw>
          </a:effectLst>
        </p:spPr>
        <p:txBody>
          <a:bodyPr wrap="none" tIns="0" bIns="45720">
            <a:noAutofit/>
          </a:bodyPr>
          <a:lstStyle/>
          <a:p>
            <a:pPr lvl="0" algn="ctr" rtl="1"/>
            <a:r>
              <a:rPr lang="en-US" b="1" dirty="0">
                <a:solidFill>
                  <a:schemeClr val="accent1"/>
                </a:solidFill>
              </a:rPr>
              <a:t>EASKPI07</a:t>
            </a:r>
            <a:endParaRPr lang="ar-EG" b="1" dirty="0">
              <a:solidFill>
                <a:schemeClr val="accent1"/>
              </a:solidFill>
            </a:endParaRPr>
          </a:p>
        </p:txBody>
      </p:sp>
      <p:sp>
        <p:nvSpPr>
          <p:cNvPr id="79" name="Rectangle 78">
            <a:extLst>
              <a:ext uri="{FF2B5EF4-FFF2-40B4-BE49-F238E27FC236}">
                <a16:creationId xmlns:a16="http://schemas.microsoft.com/office/drawing/2014/main" id="{FE80215C-61E4-F8CD-9944-CE3C693F5AF0}"/>
              </a:ext>
            </a:extLst>
          </p:cNvPr>
          <p:cNvSpPr/>
          <p:nvPr/>
        </p:nvSpPr>
        <p:spPr>
          <a:xfrm>
            <a:off x="1872988" y="2510775"/>
            <a:ext cx="8067780" cy="451821"/>
          </a:xfrm>
          <a:prstGeom prst="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92" name="Table 91">
            <a:extLst>
              <a:ext uri="{FF2B5EF4-FFF2-40B4-BE49-F238E27FC236}">
                <a16:creationId xmlns:a16="http://schemas.microsoft.com/office/drawing/2014/main" id="{4E661F50-74E2-400C-A82D-0CDA14A9D55F}"/>
              </a:ext>
            </a:extLst>
          </p:cNvPr>
          <p:cNvGraphicFramePr>
            <a:graphicFrameLocks noGrp="1"/>
          </p:cNvGraphicFramePr>
          <p:nvPr/>
        </p:nvGraphicFramePr>
        <p:xfrm>
          <a:off x="1113853" y="2293250"/>
          <a:ext cx="9964294" cy="1827936"/>
        </p:xfrm>
        <a:graphic>
          <a:graphicData uri="http://schemas.openxmlformats.org/drawingml/2006/table">
            <a:tbl>
              <a:tblPr firstRow="1" bandRow="1">
                <a:tableStyleId>{5C22544A-7EE6-4342-B048-85BDC9FD1C3A}</a:tableStyleId>
              </a:tblPr>
              <a:tblGrid>
                <a:gridCol w="8543322">
                  <a:extLst>
                    <a:ext uri="{9D8B030D-6E8A-4147-A177-3AD203B41FA5}">
                      <a16:colId xmlns:a16="http://schemas.microsoft.com/office/drawing/2014/main" val="1922650772"/>
                    </a:ext>
                  </a:extLst>
                </a:gridCol>
                <a:gridCol w="1420972">
                  <a:extLst>
                    <a:ext uri="{9D8B030D-6E8A-4147-A177-3AD203B41FA5}">
                      <a16:colId xmlns:a16="http://schemas.microsoft.com/office/drawing/2014/main" val="831415739"/>
                    </a:ext>
                  </a:extLst>
                </a:gridCol>
              </a:tblGrid>
              <a:tr h="456984">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baseline="0" dirty="0">
                          <a:solidFill>
                            <a:schemeClr val="accent1"/>
                          </a:solidFill>
                          <a:latin typeface="Sakkal Majalla" panose="02000000000000000000" pitchFamily="2" charset="-78"/>
                          <a:ea typeface="+mn-ea"/>
                          <a:cs typeface="Sakkal Majalla" panose="02000000000000000000" pitchFamily="2" charset="-78"/>
                        </a:rPr>
                        <a:t>دعم تحسين تجربة المستفيد</a:t>
                      </a:r>
                      <a:endParaRPr lang="ar-EG" sz="1400" b="1" kern="1200" baseline="0" dirty="0">
                        <a:solidFill>
                          <a:schemeClr val="accent1"/>
                        </a:solidFill>
                        <a:latin typeface="Sakkal Majalla" panose="02000000000000000000" pitchFamily="2" charset="-78"/>
                        <a:ea typeface="+mn-ea"/>
                        <a:cs typeface="Sakkal Majalla" panose="02000000000000000000" pitchFamily="2" charset="-7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الهدف الاستراتيجي</a:t>
                      </a:r>
                      <a:endParaRPr lang="en-US"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4060515"/>
                  </a:ext>
                </a:extLst>
              </a:tr>
              <a:tr h="456984">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يقيس نسبة الخدمات الرقمية التي تم تحسينها فعليًا ضمن نطاق مستهدف للتحسين، استنادًا إلى مبادرات التحسين ونتائج القياس وتجربة المستفيد.</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وصف المؤشر</a:t>
                      </a:r>
                      <a:endParaRPr lang="en-US"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577636"/>
                  </a:ext>
                </a:extLst>
              </a:tr>
              <a:tr h="456984">
                <a:tc>
                  <a:txBody>
                    <a:bodyPr/>
                    <a:lstStyle/>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(عدد الخدمات الرقمية التي تم تحسينها ÷ إجمالي الخدمات الرقمية المستهدفة للتحسين) × 100</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معادلة الاحتساب</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6671549"/>
                  </a:ext>
                </a:extLst>
              </a:tr>
              <a:tr h="456984">
                <a:tc>
                  <a:txBody>
                    <a:bodyPr/>
                    <a:lstStyle/>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إدارة العناية بالمستفيدين + مكتب البنية المؤسسية (رحلات</a:t>
                      </a:r>
                      <a:r>
                        <a:rPr lang="ar-SA" sz="1400" b="1" kern="1200" baseline="0" dirty="0">
                          <a:solidFill>
                            <a:schemeClr val="accent1"/>
                          </a:solidFill>
                          <a:latin typeface="Sakkal Majalla" panose="02000000000000000000" pitchFamily="2" charset="-78"/>
                          <a:ea typeface="+mn-ea"/>
                          <a:cs typeface="Sakkal Majalla" panose="02000000000000000000" pitchFamily="2" charset="-78"/>
                        </a:rPr>
                        <a:t> المستفيد</a:t>
                      </a: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 الموثقة</a:t>
                      </a:r>
                      <a:r>
                        <a:rPr lang="ar-SA" sz="1400" b="1" kern="1200" baseline="0" dirty="0">
                          <a:solidFill>
                            <a:schemeClr val="accent1"/>
                          </a:solidFill>
                          <a:latin typeface="Sakkal Majalla" panose="02000000000000000000" pitchFamily="2" charset="-78"/>
                          <a:ea typeface="+mn-ea"/>
                          <a:cs typeface="Sakkal Majalla" panose="02000000000000000000" pitchFamily="2" charset="-78"/>
                        </a:rPr>
                        <a:t> + سجل تحسين الخدمات</a:t>
                      </a: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مصدر البيانات</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578273"/>
                  </a:ext>
                </a:extLst>
              </a:tr>
            </a:tbl>
          </a:graphicData>
        </a:graphic>
      </p:graphicFrame>
      <p:sp>
        <p:nvSpPr>
          <p:cNvPr id="37" name="Rounded Rectangle 40">
            <a:extLst>
              <a:ext uri="{FF2B5EF4-FFF2-40B4-BE49-F238E27FC236}">
                <a16:creationId xmlns:a16="http://schemas.microsoft.com/office/drawing/2014/main" id="{0C582CD2-424C-42A1-E326-54C082792946}"/>
              </a:ext>
            </a:extLst>
          </p:cNvPr>
          <p:cNvSpPr/>
          <p:nvPr/>
        </p:nvSpPr>
        <p:spPr>
          <a:xfrm>
            <a:off x="2166134"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Box 37">
            <a:extLst>
              <a:ext uri="{FF2B5EF4-FFF2-40B4-BE49-F238E27FC236}">
                <a16:creationId xmlns:a16="http://schemas.microsoft.com/office/drawing/2014/main" id="{AE8AD884-F99E-E3EA-507B-5863A6797DCF}"/>
              </a:ext>
            </a:extLst>
          </p:cNvPr>
          <p:cNvSpPr txBox="1"/>
          <p:nvPr/>
        </p:nvSpPr>
        <p:spPr>
          <a:xfrm>
            <a:off x="1962748"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المستهدف</a:t>
            </a:r>
          </a:p>
        </p:txBody>
      </p:sp>
      <p:grpSp>
        <p:nvGrpSpPr>
          <p:cNvPr id="39" name="Group 38">
            <a:extLst>
              <a:ext uri="{FF2B5EF4-FFF2-40B4-BE49-F238E27FC236}">
                <a16:creationId xmlns:a16="http://schemas.microsoft.com/office/drawing/2014/main" id="{5711C355-573C-F04A-31D6-633D936C223E}"/>
              </a:ext>
            </a:extLst>
          </p:cNvPr>
          <p:cNvGrpSpPr>
            <a:grpSpLocks noChangeAspect="1"/>
          </p:cNvGrpSpPr>
          <p:nvPr/>
        </p:nvGrpSpPr>
        <p:grpSpPr>
          <a:xfrm>
            <a:off x="8926404" y="4690821"/>
            <a:ext cx="243890" cy="242732"/>
            <a:chOff x="2501900" y="457201"/>
            <a:chExt cx="1674813" cy="1666876"/>
          </a:xfrm>
          <a:solidFill>
            <a:schemeClr val="accent1"/>
          </a:solidFill>
        </p:grpSpPr>
        <p:sp>
          <p:nvSpPr>
            <p:cNvPr id="40" name="Freeform 5">
              <a:extLst>
                <a:ext uri="{FF2B5EF4-FFF2-40B4-BE49-F238E27FC236}">
                  <a16:creationId xmlns:a16="http://schemas.microsoft.com/office/drawing/2014/main" id="{1137F156-D614-D280-2B35-B4A850A362C9}"/>
                </a:ext>
              </a:extLst>
            </p:cNvPr>
            <p:cNvSpPr>
              <a:spLocks/>
            </p:cNvSpPr>
            <p:nvPr/>
          </p:nvSpPr>
          <p:spPr bwMode="auto">
            <a:xfrm>
              <a:off x="2857500" y="457201"/>
              <a:ext cx="130175" cy="273050"/>
            </a:xfrm>
            <a:custGeom>
              <a:avLst/>
              <a:gdLst>
                <a:gd name="T0" fmla="*/ 0 w 350"/>
                <a:gd name="T1" fmla="*/ 367 h 734"/>
                <a:gd name="T2" fmla="*/ 0 w 350"/>
                <a:gd name="T3" fmla="*/ 734 h 734"/>
                <a:gd name="T4" fmla="*/ 175 w 350"/>
                <a:gd name="T5" fmla="*/ 734 h 734"/>
                <a:gd name="T6" fmla="*/ 350 w 350"/>
                <a:gd name="T7" fmla="*/ 734 h 734"/>
                <a:gd name="T8" fmla="*/ 350 w 350"/>
                <a:gd name="T9" fmla="*/ 367 h 734"/>
                <a:gd name="T10" fmla="*/ 350 w 350"/>
                <a:gd name="T11" fmla="*/ 0 h 734"/>
                <a:gd name="T12" fmla="*/ 175 w 350"/>
                <a:gd name="T13" fmla="*/ 0 h 734"/>
                <a:gd name="T14" fmla="*/ 0 w 350"/>
                <a:gd name="T15" fmla="*/ 0 h 734"/>
                <a:gd name="T16" fmla="*/ 0 w 350"/>
                <a:gd name="T17" fmla="*/ 367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734">
                  <a:moveTo>
                    <a:pt x="0" y="367"/>
                  </a:moveTo>
                  <a:lnTo>
                    <a:pt x="0" y="734"/>
                  </a:lnTo>
                  <a:lnTo>
                    <a:pt x="175" y="734"/>
                  </a:lnTo>
                  <a:lnTo>
                    <a:pt x="350" y="734"/>
                  </a:lnTo>
                  <a:lnTo>
                    <a:pt x="350" y="367"/>
                  </a:lnTo>
                  <a:lnTo>
                    <a:pt x="350" y="0"/>
                  </a:lnTo>
                  <a:lnTo>
                    <a:pt x="175" y="0"/>
                  </a:lnTo>
                  <a:lnTo>
                    <a:pt x="0" y="0"/>
                  </a:lnTo>
                  <a:lnTo>
                    <a:pt x="0" y="3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3" name="Freeform 6">
              <a:extLst>
                <a:ext uri="{FF2B5EF4-FFF2-40B4-BE49-F238E27FC236}">
                  <a16:creationId xmlns:a16="http://schemas.microsoft.com/office/drawing/2014/main" id="{50F518F4-712E-C6B2-CCBB-03E42291AA64}"/>
                </a:ext>
              </a:extLst>
            </p:cNvPr>
            <p:cNvSpPr>
              <a:spLocks/>
            </p:cNvSpPr>
            <p:nvPr/>
          </p:nvSpPr>
          <p:spPr bwMode="auto">
            <a:xfrm>
              <a:off x="3690938" y="457201"/>
              <a:ext cx="136525" cy="273050"/>
            </a:xfrm>
            <a:custGeom>
              <a:avLst/>
              <a:gdLst>
                <a:gd name="T0" fmla="*/ 0 w 367"/>
                <a:gd name="T1" fmla="*/ 367 h 734"/>
                <a:gd name="T2" fmla="*/ 0 w 367"/>
                <a:gd name="T3" fmla="*/ 734 h 734"/>
                <a:gd name="T4" fmla="*/ 184 w 367"/>
                <a:gd name="T5" fmla="*/ 734 h 734"/>
                <a:gd name="T6" fmla="*/ 367 w 367"/>
                <a:gd name="T7" fmla="*/ 734 h 734"/>
                <a:gd name="T8" fmla="*/ 367 w 367"/>
                <a:gd name="T9" fmla="*/ 367 h 734"/>
                <a:gd name="T10" fmla="*/ 367 w 367"/>
                <a:gd name="T11" fmla="*/ 0 h 734"/>
                <a:gd name="T12" fmla="*/ 184 w 367"/>
                <a:gd name="T13" fmla="*/ 0 h 734"/>
                <a:gd name="T14" fmla="*/ 0 w 367"/>
                <a:gd name="T15" fmla="*/ 0 h 734"/>
                <a:gd name="T16" fmla="*/ 0 w 367"/>
                <a:gd name="T17" fmla="*/ 367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734">
                  <a:moveTo>
                    <a:pt x="0" y="367"/>
                  </a:moveTo>
                  <a:lnTo>
                    <a:pt x="0" y="734"/>
                  </a:lnTo>
                  <a:lnTo>
                    <a:pt x="184" y="734"/>
                  </a:lnTo>
                  <a:lnTo>
                    <a:pt x="367" y="734"/>
                  </a:lnTo>
                  <a:lnTo>
                    <a:pt x="367" y="367"/>
                  </a:lnTo>
                  <a:lnTo>
                    <a:pt x="367" y="0"/>
                  </a:lnTo>
                  <a:lnTo>
                    <a:pt x="184" y="0"/>
                  </a:lnTo>
                  <a:lnTo>
                    <a:pt x="0" y="0"/>
                  </a:lnTo>
                  <a:lnTo>
                    <a:pt x="0" y="3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4" name="Freeform 24">
              <a:extLst>
                <a:ext uri="{FF2B5EF4-FFF2-40B4-BE49-F238E27FC236}">
                  <a16:creationId xmlns:a16="http://schemas.microsoft.com/office/drawing/2014/main" id="{B358AD35-3014-E8FB-A27D-4FF16AFD9A84}"/>
                </a:ext>
              </a:extLst>
            </p:cNvPr>
            <p:cNvSpPr>
              <a:spLocks noEditPoints="1"/>
            </p:cNvSpPr>
            <p:nvPr/>
          </p:nvSpPr>
          <p:spPr bwMode="auto">
            <a:xfrm>
              <a:off x="2501900" y="661989"/>
              <a:ext cx="1674813" cy="1462088"/>
            </a:xfrm>
            <a:custGeom>
              <a:avLst/>
              <a:gdLst>
                <a:gd name="T0" fmla="*/ 0 w 4483"/>
                <a:gd name="T1" fmla="*/ 475 h 3917"/>
                <a:gd name="T2" fmla="*/ 0 w 4483"/>
                <a:gd name="T3" fmla="*/ 950 h 3917"/>
                <a:gd name="T4" fmla="*/ 92 w 4483"/>
                <a:gd name="T5" fmla="*/ 950 h 3917"/>
                <a:gd name="T6" fmla="*/ 183 w 4483"/>
                <a:gd name="T7" fmla="*/ 950 h 3917"/>
                <a:gd name="T8" fmla="*/ 183 w 4483"/>
                <a:gd name="T9" fmla="*/ 2434 h 3917"/>
                <a:gd name="T10" fmla="*/ 183 w 4483"/>
                <a:gd name="T11" fmla="*/ 3917 h 3917"/>
                <a:gd name="T12" fmla="*/ 2242 w 4483"/>
                <a:gd name="T13" fmla="*/ 3917 h 3917"/>
                <a:gd name="T14" fmla="*/ 4300 w 4483"/>
                <a:gd name="T15" fmla="*/ 3917 h 3917"/>
                <a:gd name="T16" fmla="*/ 4300 w 4483"/>
                <a:gd name="T17" fmla="*/ 2434 h 3917"/>
                <a:gd name="T18" fmla="*/ 4300 w 4483"/>
                <a:gd name="T19" fmla="*/ 950 h 3917"/>
                <a:gd name="T20" fmla="*/ 4392 w 4483"/>
                <a:gd name="T21" fmla="*/ 950 h 3917"/>
                <a:gd name="T22" fmla="*/ 4483 w 4483"/>
                <a:gd name="T23" fmla="*/ 950 h 3917"/>
                <a:gd name="T24" fmla="*/ 4483 w 4483"/>
                <a:gd name="T25" fmla="*/ 475 h 3917"/>
                <a:gd name="T26" fmla="*/ 4483 w 4483"/>
                <a:gd name="T27" fmla="*/ 0 h 3917"/>
                <a:gd name="T28" fmla="*/ 4117 w 4483"/>
                <a:gd name="T29" fmla="*/ 0 h 3917"/>
                <a:gd name="T30" fmla="*/ 3752 w 4483"/>
                <a:gd name="T31" fmla="*/ 0 h 3917"/>
                <a:gd name="T32" fmla="*/ 3747 w 4483"/>
                <a:gd name="T33" fmla="*/ 187 h 3917"/>
                <a:gd name="T34" fmla="*/ 3742 w 4483"/>
                <a:gd name="T35" fmla="*/ 375 h 3917"/>
                <a:gd name="T36" fmla="*/ 3363 w 4483"/>
                <a:gd name="T37" fmla="*/ 380 h 3917"/>
                <a:gd name="T38" fmla="*/ 2983 w 4483"/>
                <a:gd name="T39" fmla="*/ 384 h 3917"/>
                <a:gd name="T40" fmla="*/ 2983 w 4483"/>
                <a:gd name="T41" fmla="*/ 192 h 3917"/>
                <a:gd name="T42" fmla="*/ 2983 w 4483"/>
                <a:gd name="T43" fmla="*/ 0 h 3917"/>
                <a:gd name="T44" fmla="*/ 2242 w 4483"/>
                <a:gd name="T45" fmla="*/ 0 h 3917"/>
                <a:gd name="T46" fmla="*/ 1502 w 4483"/>
                <a:gd name="T47" fmla="*/ 0 h 3917"/>
                <a:gd name="T48" fmla="*/ 1497 w 4483"/>
                <a:gd name="T49" fmla="*/ 187 h 3917"/>
                <a:gd name="T50" fmla="*/ 1492 w 4483"/>
                <a:gd name="T51" fmla="*/ 375 h 3917"/>
                <a:gd name="T52" fmla="*/ 1117 w 4483"/>
                <a:gd name="T53" fmla="*/ 375 h 3917"/>
                <a:gd name="T54" fmla="*/ 742 w 4483"/>
                <a:gd name="T55" fmla="*/ 375 h 3917"/>
                <a:gd name="T56" fmla="*/ 737 w 4483"/>
                <a:gd name="T57" fmla="*/ 187 h 3917"/>
                <a:gd name="T58" fmla="*/ 732 w 4483"/>
                <a:gd name="T59" fmla="*/ 0 h 3917"/>
                <a:gd name="T60" fmla="*/ 367 w 4483"/>
                <a:gd name="T61" fmla="*/ 0 h 3917"/>
                <a:gd name="T62" fmla="*/ 0 w 4483"/>
                <a:gd name="T63" fmla="*/ 0 h 3917"/>
                <a:gd name="T64" fmla="*/ 0 w 4483"/>
                <a:gd name="T65" fmla="*/ 475 h 3917"/>
                <a:gd name="T66" fmla="*/ 3917 w 4483"/>
                <a:gd name="T67" fmla="*/ 2250 h 3917"/>
                <a:gd name="T68" fmla="*/ 3917 w 4483"/>
                <a:gd name="T69" fmla="*/ 3567 h 3917"/>
                <a:gd name="T70" fmla="*/ 2238 w 4483"/>
                <a:gd name="T71" fmla="*/ 3564 h 3917"/>
                <a:gd name="T72" fmla="*/ 558 w 4483"/>
                <a:gd name="T73" fmla="*/ 3559 h 3917"/>
                <a:gd name="T74" fmla="*/ 553 w 4483"/>
                <a:gd name="T75" fmla="*/ 2245 h 3917"/>
                <a:gd name="T76" fmla="*/ 550 w 4483"/>
                <a:gd name="T77" fmla="*/ 934 h 3917"/>
                <a:gd name="T78" fmla="*/ 2233 w 4483"/>
                <a:gd name="T79" fmla="*/ 934 h 3917"/>
                <a:gd name="T80" fmla="*/ 3917 w 4483"/>
                <a:gd name="T81" fmla="*/ 934 h 3917"/>
                <a:gd name="T82" fmla="*/ 3917 w 4483"/>
                <a:gd name="T83" fmla="*/ 2250 h 3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483" h="3917">
                  <a:moveTo>
                    <a:pt x="0" y="475"/>
                  </a:moveTo>
                  <a:lnTo>
                    <a:pt x="0" y="950"/>
                  </a:lnTo>
                  <a:lnTo>
                    <a:pt x="92" y="950"/>
                  </a:lnTo>
                  <a:lnTo>
                    <a:pt x="183" y="950"/>
                  </a:lnTo>
                  <a:lnTo>
                    <a:pt x="183" y="2434"/>
                  </a:lnTo>
                  <a:lnTo>
                    <a:pt x="183" y="3917"/>
                  </a:lnTo>
                  <a:lnTo>
                    <a:pt x="2242" y="3917"/>
                  </a:lnTo>
                  <a:lnTo>
                    <a:pt x="4300" y="3917"/>
                  </a:lnTo>
                  <a:lnTo>
                    <a:pt x="4300" y="2434"/>
                  </a:lnTo>
                  <a:lnTo>
                    <a:pt x="4300" y="950"/>
                  </a:lnTo>
                  <a:lnTo>
                    <a:pt x="4392" y="950"/>
                  </a:lnTo>
                  <a:lnTo>
                    <a:pt x="4483" y="950"/>
                  </a:lnTo>
                  <a:lnTo>
                    <a:pt x="4483" y="475"/>
                  </a:lnTo>
                  <a:lnTo>
                    <a:pt x="4483" y="0"/>
                  </a:lnTo>
                  <a:lnTo>
                    <a:pt x="4117" y="0"/>
                  </a:lnTo>
                  <a:lnTo>
                    <a:pt x="3752" y="0"/>
                  </a:lnTo>
                  <a:lnTo>
                    <a:pt x="3747" y="187"/>
                  </a:lnTo>
                  <a:lnTo>
                    <a:pt x="3742" y="375"/>
                  </a:lnTo>
                  <a:lnTo>
                    <a:pt x="3363" y="380"/>
                  </a:lnTo>
                  <a:lnTo>
                    <a:pt x="2983" y="384"/>
                  </a:lnTo>
                  <a:lnTo>
                    <a:pt x="2983" y="192"/>
                  </a:lnTo>
                  <a:lnTo>
                    <a:pt x="2983" y="0"/>
                  </a:lnTo>
                  <a:lnTo>
                    <a:pt x="2242" y="0"/>
                  </a:lnTo>
                  <a:lnTo>
                    <a:pt x="1502" y="0"/>
                  </a:lnTo>
                  <a:lnTo>
                    <a:pt x="1497" y="187"/>
                  </a:lnTo>
                  <a:lnTo>
                    <a:pt x="1492" y="375"/>
                  </a:lnTo>
                  <a:lnTo>
                    <a:pt x="1117" y="375"/>
                  </a:lnTo>
                  <a:lnTo>
                    <a:pt x="742" y="375"/>
                  </a:lnTo>
                  <a:lnTo>
                    <a:pt x="737" y="187"/>
                  </a:lnTo>
                  <a:lnTo>
                    <a:pt x="732" y="0"/>
                  </a:lnTo>
                  <a:lnTo>
                    <a:pt x="367" y="0"/>
                  </a:lnTo>
                  <a:lnTo>
                    <a:pt x="0" y="0"/>
                  </a:lnTo>
                  <a:lnTo>
                    <a:pt x="0" y="475"/>
                  </a:lnTo>
                  <a:close/>
                  <a:moveTo>
                    <a:pt x="3917" y="2250"/>
                  </a:moveTo>
                  <a:lnTo>
                    <a:pt x="3917" y="3567"/>
                  </a:lnTo>
                  <a:lnTo>
                    <a:pt x="2238" y="3564"/>
                  </a:lnTo>
                  <a:lnTo>
                    <a:pt x="558" y="3559"/>
                  </a:lnTo>
                  <a:lnTo>
                    <a:pt x="553" y="2245"/>
                  </a:lnTo>
                  <a:lnTo>
                    <a:pt x="550" y="934"/>
                  </a:lnTo>
                  <a:lnTo>
                    <a:pt x="2233" y="934"/>
                  </a:lnTo>
                  <a:lnTo>
                    <a:pt x="3917" y="934"/>
                  </a:lnTo>
                  <a:lnTo>
                    <a:pt x="3917" y="22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5" name="Freeform 25">
              <a:extLst>
                <a:ext uri="{FF2B5EF4-FFF2-40B4-BE49-F238E27FC236}">
                  <a16:creationId xmlns:a16="http://schemas.microsoft.com/office/drawing/2014/main" id="{C4327EA1-FB4E-5697-A717-C8AEB04773AD}"/>
                </a:ext>
              </a:extLst>
            </p:cNvPr>
            <p:cNvSpPr>
              <a:spLocks/>
            </p:cNvSpPr>
            <p:nvPr/>
          </p:nvSpPr>
          <p:spPr bwMode="auto">
            <a:xfrm>
              <a:off x="2857500" y="1154114"/>
              <a:ext cx="130175" cy="136525"/>
            </a:xfrm>
            <a:custGeom>
              <a:avLst/>
              <a:gdLst>
                <a:gd name="T0" fmla="*/ 0 w 350"/>
                <a:gd name="T1" fmla="*/ 183 h 367"/>
                <a:gd name="T2" fmla="*/ 0 w 350"/>
                <a:gd name="T3" fmla="*/ 367 h 367"/>
                <a:gd name="T4" fmla="*/ 175 w 350"/>
                <a:gd name="T5" fmla="*/ 367 h 367"/>
                <a:gd name="T6" fmla="*/ 350 w 350"/>
                <a:gd name="T7" fmla="*/ 367 h 367"/>
                <a:gd name="T8" fmla="*/ 350 w 350"/>
                <a:gd name="T9" fmla="*/ 183 h 367"/>
                <a:gd name="T10" fmla="*/ 350 w 350"/>
                <a:gd name="T11" fmla="*/ 0 h 367"/>
                <a:gd name="T12" fmla="*/ 175 w 350"/>
                <a:gd name="T13" fmla="*/ 0 h 367"/>
                <a:gd name="T14" fmla="*/ 0 w 350"/>
                <a:gd name="T15" fmla="*/ 0 h 367"/>
                <a:gd name="T16" fmla="*/ 0 w 350"/>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67">
                  <a:moveTo>
                    <a:pt x="0" y="183"/>
                  </a:moveTo>
                  <a:lnTo>
                    <a:pt x="0" y="367"/>
                  </a:lnTo>
                  <a:lnTo>
                    <a:pt x="175" y="367"/>
                  </a:lnTo>
                  <a:lnTo>
                    <a:pt x="350" y="367"/>
                  </a:lnTo>
                  <a:lnTo>
                    <a:pt x="350" y="183"/>
                  </a:lnTo>
                  <a:lnTo>
                    <a:pt x="350" y="0"/>
                  </a:lnTo>
                  <a:lnTo>
                    <a:pt x="175"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6" name="Freeform 26">
              <a:extLst>
                <a:ext uri="{FF2B5EF4-FFF2-40B4-BE49-F238E27FC236}">
                  <a16:creationId xmlns:a16="http://schemas.microsoft.com/office/drawing/2014/main" id="{D7EA7C8F-506A-5710-6A4C-69428DA2465A}"/>
                </a:ext>
              </a:extLst>
            </p:cNvPr>
            <p:cNvSpPr>
              <a:spLocks/>
            </p:cNvSpPr>
            <p:nvPr/>
          </p:nvSpPr>
          <p:spPr bwMode="auto">
            <a:xfrm>
              <a:off x="3130550"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7" name="Freeform 27">
              <a:extLst>
                <a:ext uri="{FF2B5EF4-FFF2-40B4-BE49-F238E27FC236}">
                  <a16:creationId xmlns:a16="http://schemas.microsoft.com/office/drawing/2014/main" id="{CDE4FC15-3763-5B0E-74FB-FC6A3620E600}"/>
                </a:ext>
              </a:extLst>
            </p:cNvPr>
            <p:cNvSpPr>
              <a:spLocks/>
            </p:cNvSpPr>
            <p:nvPr/>
          </p:nvSpPr>
          <p:spPr bwMode="auto">
            <a:xfrm>
              <a:off x="3411538"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8" name="Freeform 28">
              <a:extLst>
                <a:ext uri="{FF2B5EF4-FFF2-40B4-BE49-F238E27FC236}">
                  <a16:creationId xmlns:a16="http://schemas.microsoft.com/office/drawing/2014/main" id="{4E83DDBA-BD25-CE23-73D8-E6983DB242FC}"/>
                </a:ext>
              </a:extLst>
            </p:cNvPr>
            <p:cNvSpPr>
              <a:spLocks/>
            </p:cNvSpPr>
            <p:nvPr/>
          </p:nvSpPr>
          <p:spPr bwMode="auto">
            <a:xfrm>
              <a:off x="3690938"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9" name="Freeform 29">
              <a:extLst>
                <a:ext uri="{FF2B5EF4-FFF2-40B4-BE49-F238E27FC236}">
                  <a16:creationId xmlns:a16="http://schemas.microsoft.com/office/drawing/2014/main" id="{6E81390D-251B-0416-F488-099219A089EE}"/>
                </a:ext>
              </a:extLst>
            </p:cNvPr>
            <p:cNvSpPr>
              <a:spLocks/>
            </p:cNvSpPr>
            <p:nvPr/>
          </p:nvSpPr>
          <p:spPr bwMode="auto">
            <a:xfrm>
              <a:off x="2857500" y="1427164"/>
              <a:ext cx="130175" cy="142875"/>
            </a:xfrm>
            <a:custGeom>
              <a:avLst/>
              <a:gdLst>
                <a:gd name="T0" fmla="*/ 0 w 350"/>
                <a:gd name="T1" fmla="*/ 192 h 384"/>
                <a:gd name="T2" fmla="*/ 0 w 350"/>
                <a:gd name="T3" fmla="*/ 384 h 384"/>
                <a:gd name="T4" fmla="*/ 175 w 350"/>
                <a:gd name="T5" fmla="*/ 384 h 384"/>
                <a:gd name="T6" fmla="*/ 350 w 350"/>
                <a:gd name="T7" fmla="*/ 384 h 384"/>
                <a:gd name="T8" fmla="*/ 350 w 350"/>
                <a:gd name="T9" fmla="*/ 192 h 384"/>
                <a:gd name="T10" fmla="*/ 350 w 350"/>
                <a:gd name="T11" fmla="*/ 0 h 384"/>
                <a:gd name="T12" fmla="*/ 175 w 350"/>
                <a:gd name="T13" fmla="*/ 0 h 384"/>
                <a:gd name="T14" fmla="*/ 0 w 350"/>
                <a:gd name="T15" fmla="*/ 0 h 384"/>
                <a:gd name="T16" fmla="*/ 0 w 350"/>
                <a:gd name="T17"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84">
                  <a:moveTo>
                    <a:pt x="0" y="192"/>
                  </a:moveTo>
                  <a:lnTo>
                    <a:pt x="0" y="384"/>
                  </a:lnTo>
                  <a:lnTo>
                    <a:pt x="175" y="384"/>
                  </a:lnTo>
                  <a:lnTo>
                    <a:pt x="350" y="384"/>
                  </a:lnTo>
                  <a:lnTo>
                    <a:pt x="350" y="192"/>
                  </a:lnTo>
                  <a:lnTo>
                    <a:pt x="350" y="0"/>
                  </a:lnTo>
                  <a:lnTo>
                    <a:pt x="175" y="0"/>
                  </a:lnTo>
                  <a:lnTo>
                    <a:pt x="0" y="0"/>
                  </a:lnTo>
                  <a:lnTo>
                    <a:pt x="0"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0" name="Freeform 30">
              <a:extLst>
                <a:ext uri="{FF2B5EF4-FFF2-40B4-BE49-F238E27FC236}">
                  <a16:creationId xmlns:a16="http://schemas.microsoft.com/office/drawing/2014/main" id="{C44ADF53-7299-69B9-5913-FF8363DBFCE2}"/>
                </a:ext>
              </a:extLst>
            </p:cNvPr>
            <p:cNvSpPr>
              <a:spLocks/>
            </p:cNvSpPr>
            <p:nvPr/>
          </p:nvSpPr>
          <p:spPr bwMode="auto">
            <a:xfrm>
              <a:off x="3132138" y="1427164"/>
              <a:ext cx="134938" cy="142875"/>
            </a:xfrm>
            <a:custGeom>
              <a:avLst/>
              <a:gdLst>
                <a:gd name="T0" fmla="*/ 4 w 364"/>
                <a:gd name="T1" fmla="*/ 22 h 385"/>
                <a:gd name="T2" fmla="*/ 2 w 364"/>
                <a:gd name="T3" fmla="*/ 40 h 385"/>
                <a:gd name="T4" fmla="*/ 0 w 364"/>
                <a:gd name="T5" fmla="*/ 142 h 385"/>
                <a:gd name="T6" fmla="*/ 1 w 364"/>
                <a:gd name="T7" fmla="*/ 210 h 385"/>
                <a:gd name="T8" fmla="*/ 6 w 364"/>
                <a:gd name="T9" fmla="*/ 375 h 385"/>
                <a:gd name="T10" fmla="*/ 186 w 364"/>
                <a:gd name="T11" fmla="*/ 380 h 385"/>
                <a:gd name="T12" fmla="*/ 364 w 364"/>
                <a:gd name="T13" fmla="*/ 385 h 385"/>
                <a:gd name="T14" fmla="*/ 364 w 364"/>
                <a:gd name="T15" fmla="*/ 192 h 385"/>
                <a:gd name="T16" fmla="*/ 364 w 364"/>
                <a:gd name="T17" fmla="*/ 0 h 385"/>
                <a:gd name="T18" fmla="*/ 189 w 364"/>
                <a:gd name="T19" fmla="*/ 0 h 385"/>
                <a:gd name="T20" fmla="*/ 102 w 364"/>
                <a:gd name="T21" fmla="*/ 1 h 385"/>
                <a:gd name="T22" fmla="*/ 30 w 364"/>
                <a:gd name="T23" fmla="*/ 8 h 385"/>
                <a:gd name="T24" fmla="*/ 8 w 364"/>
                <a:gd name="T25" fmla="*/ 16 h 385"/>
                <a:gd name="T26" fmla="*/ 4 w 364"/>
                <a:gd name="T27" fmla="*/ 22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385">
                  <a:moveTo>
                    <a:pt x="4" y="22"/>
                  </a:moveTo>
                  <a:lnTo>
                    <a:pt x="2" y="40"/>
                  </a:lnTo>
                  <a:lnTo>
                    <a:pt x="0" y="142"/>
                  </a:lnTo>
                  <a:lnTo>
                    <a:pt x="1" y="210"/>
                  </a:lnTo>
                  <a:lnTo>
                    <a:pt x="6" y="375"/>
                  </a:lnTo>
                  <a:lnTo>
                    <a:pt x="186" y="380"/>
                  </a:lnTo>
                  <a:lnTo>
                    <a:pt x="364" y="385"/>
                  </a:lnTo>
                  <a:lnTo>
                    <a:pt x="364" y="192"/>
                  </a:lnTo>
                  <a:lnTo>
                    <a:pt x="364" y="0"/>
                  </a:lnTo>
                  <a:lnTo>
                    <a:pt x="189" y="0"/>
                  </a:lnTo>
                  <a:lnTo>
                    <a:pt x="102" y="1"/>
                  </a:lnTo>
                  <a:lnTo>
                    <a:pt x="30" y="8"/>
                  </a:lnTo>
                  <a:lnTo>
                    <a:pt x="8" y="16"/>
                  </a:lnTo>
                  <a:lnTo>
                    <a:pt x="4"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1" name="Freeform 31">
              <a:extLst>
                <a:ext uri="{FF2B5EF4-FFF2-40B4-BE49-F238E27FC236}">
                  <a16:creationId xmlns:a16="http://schemas.microsoft.com/office/drawing/2014/main" id="{E1E14D4A-92B9-EA41-6B83-53A7EED454DD}"/>
                </a:ext>
              </a:extLst>
            </p:cNvPr>
            <p:cNvSpPr>
              <a:spLocks/>
            </p:cNvSpPr>
            <p:nvPr/>
          </p:nvSpPr>
          <p:spPr bwMode="auto">
            <a:xfrm>
              <a:off x="3411538" y="1428751"/>
              <a:ext cx="136525" cy="141288"/>
            </a:xfrm>
            <a:custGeom>
              <a:avLst/>
              <a:gdLst>
                <a:gd name="T0" fmla="*/ 12 w 369"/>
                <a:gd name="T1" fmla="*/ 7 h 381"/>
                <a:gd name="T2" fmla="*/ 7 w 369"/>
                <a:gd name="T3" fmla="*/ 22 h 381"/>
                <a:gd name="T4" fmla="*/ 1 w 369"/>
                <a:gd name="T5" fmla="*/ 127 h 381"/>
                <a:gd name="T6" fmla="*/ 0 w 369"/>
                <a:gd name="T7" fmla="*/ 201 h 381"/>
                <a:gd name="T8" fmla="*/ 0 w 369"/>
                <a:gd name="T9" fmla="*/ 381 h 381"/>
                <a:gd name="T10" fmla="*/ 184 w 369"/>
                <a:gd name="T11" fmla="*/ 381 h 381"/>
                <a:gd name="T12" fmla="*/ 369 w 369"/>
                <a:gd name="T13" fmla="*/ 381 h 381"/>
                <a:gd name="T14" fmla="*/ 364 w 369"/>
                <a:gd name="T15" fmla="*/ 192 h 381"/>
                <a:gd name="T16" fmla="*/ 359 w 369"/>
                <a:gd name="T17" fmla="*/ 6 h 381"/>
                <a:gd name="T18" fmla="*/ 190 w 369"/>
                <a:gd name="T19" fmla="*/ 1 h 381"/>
                <a:gd name="T20" fmla="*/ 123 w 369"/>
                <a:gd name="T21" fmla="*/ 0 h 381"/>
                <a:gd name="T22" fmla="*/ 26 w 369"/>
                <a:gd name="T23" fmla="*/ 3 h 381"/>
                <a:gd name="T24" fmla="*/ 12 w 369"/>
                <a:gd name="T25" fmla="*/ 7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381">
                  <a:moveTo>
                    <a:pt x="12" y="7"/>
                  </a:moveTo>
                  <a:lnTo>
                    <a:pt x="7" y="22"/>
                  </a:lnTo>
                  <a:lnTo>
                    <a:pt x="1" y="127"/>
                  </a:lnTo>
                  <a:lnTo>
                    <a:pt x="0" y="201"/>
                  </a:lnTo>
                  <a:lnTo>
                    <a:pt x="0" y="381"/>
                  </a:lnTo>
                  <a:lnTo>
                    <a:pt x="184" y="381"/>
                  </a:lnTo>
                  <a:lnTo>
                    <a:pt x="369" y="381"/>
                  </a:lnTo>
                  <a:lnTo>
                    <a:pt x="364" y="192"/>
                  </a:lnTo>
                  <a:lnTo>
                    <a:pt x="359" y="6"/>
                  </a:lnTo>
                  <a:lnTo>
                    <a:pt x="190" y="1"/>
                  </a:lnTo>
                  <a:lnTo>
                    <a:pt x="123" y="0"/>
                  </a:lnTo>
                  <a:lnTo>
                    <a:pt x="26" y="3"/>
                  </a:lnTo>
                  <a:lnTo>
                    <a:pt x="1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2" name="Freeform 32">
              <a:extLst>
                <a:ext uri="{FF2B5EF4-FFF2-40B4-BE49-F238E27FC236}">
                  <a16:creationId xmlns:a16="http://schemas.microsoft.com/office/drawing/2014/main" id="{8D7CAB28-9C6A-F1EF-7AAA-41979438560C}"/>
                </a:ext>
              </a:extLst>
            </p:cNvPr>
            <p:cNvSpPr>
              <a:spLocks/>
            </p:cNvSpPr>
            <p:nvPr/>
          </p:nvSpPr>
          <p:spPr bwMode="auto">
            <a:xfrm>
              <a:off x="3690938" y="1427164"/>
              <a:ext cx="133350" cy="142875"/>
            </a:xfrm>
            <a:custGeom>
              <a:avLst/>
              <a:gdLst>
                <a:gd name="T0" fmla="*/ 0 w 359"/>
                <a:gd name="T1" fmla="*/ 193 h 386"/>
                <a:gd name="T2" fmla="*/ 0 w 359"/>
                <a:gd name="T3" fmla="*/ 386 h 386"/>
                <a:gd name="T4" fmla="*/ 180 w 359"/>
                <a:gd name="T5" fmla="*/ 381 h 386"/>
                <a:gd name="T6" fmla="*/ 359 w 359"/>
                <a:gd name="T7" fmla="*/ 376 h 386"/>
                <a:gd name="T8" fmla="*/ 359 w 359"/>
                <a:gd name="T9" fmla="*/ 193 h 386"/>
                <a:gd name="T10" fmla="*/ 359 w 359"/>
                <a:gd name="T11" fmla="*/ 10 h 386"/>
                <a:gd name="T12" fmla="*/ 180 w 359"/>
                <a:gd name="T13" fmla="*/ 5 h 386"/>
                <a:gd name="T14" fmla="*/ 0 w 359"/>
                <a:gd name="T15" fmla="*/ 0 h 386"/>
                <a:gd name="T16" fmla="*/ 0 w 359"/>
                <a:gd name="T17" fmla="*/ 193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9" h="386">
                  <a:moveTo>
                    <a:pt x="0" y="193"/>
                  </a:moveTo>
                  <a:lnTo>
                    <a:pt x="0" y="386"/>
                  </a:lnTo>
                  <a:lnTo>
                    <a:pt x="180" y="381"/>
                  </a:lnTo>
                  <a:lnTo>
                    <a:pt x="359" y="376"/>
                  </a:lnTo>
                  <a:lnTo>
                    <a:pt x="359" y="193"/>
                  </a:lnTo>
                  <a:lnTo>
                    <a:pt x="359" y="10"/>
                  </a:lnTo>
                  <a:lnTo>
                    <a:pt x="180" y="5"/>
                  </a:lnTo>
                  <a:lnTo>
                    <a:pt x="0" y="0"/>
                  </a:lnTo>
                  <a:lnTo>
                    <a:pt x="0"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6" name="Freeform 33">
              <a:extLst>
                <a:ext uri="{FF2B5EF4-FFF2-40B4-BE49-F238E27FC236}">
                  <a16:creationId xmlns:a16="http://schemas.microsoft.com/office/drawing/2014/main" id="{A0C992AB-35F4-A2C9-7B85-FD145A7EAC64}"/>
                </a:ext>
              </a:extLst>
            </p:cNvPr>
            <p:cNvSpPr>
              <a:spLocks/>
            </p:cNvSpPr>
            <p:nvPr/>
          </p:nvSpPr>
          <p:spPr bwMode="auto">
            <a:xfrm>
              <a:off x="2857500" y="1706564"/>
              <a:ext cx="130175" cy="142875"/>
            </a:xfrm>
            <a:custGeom>
              <a:avLst/>
              <a:gdLst>
                <a:gd name="T0" fmla="*/ 0 w 350"/>
                <a:gd name="T1" fmla="*/ 192 h 384"/>
                <a:gd name="T2" fmla="*/ 0 w 350"/>
                <a:gd name="T3" fmla="*/ 384 h 384"/>
                <a:gd name="T4" fmla="*/ 175 w 350"/>
                <a:gd name="T5" fmla="*/ 384 h 384"/>
                <a:gd name="T6" fmla="*/ 350 w 350"/>
                <a:gd name="T7" fmla="*/ 384 h 384"/>
                <a:gd name="T8" fmla="*/ 350 w 350"/>
                <a:gd name="T9" fmla="*/ 192 h 384"/>
                <a:gd name="T10" fmla="*/ 350 w 350"/>
                <a:gd name="T11" fmla="*/ 0 h 384"/>
                <a:gd name="T12" fmla="*/ 175 w 350"/>
                <a:gd name="T13" fmla="*/ 0 h 384"/>
                <a:gd name="T14" fmla="*/ 0 w 350"/>
                <a:gd name="T15" fmla="*/ 0 h 384"/>
                <a:gd name="T16" fmla="*/ 0 w 350"/>
                <a:gd name="T17"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84">
                  <a:moveTo>
                    <a:pt x="0" y="192"/>
                  </a:moveTo>
                  <a:lnTo>
                    <a:pt x="0" y="384"/>
                  </a:lnTo>
                  <a:lnTo>
                    <a:pt x="175" y="384"/>
                  </a:lnTo>
                  <a:lnTo>
                    <a:pt x="350" y="384"/>
                  </a:lnTo>
                  <a:lnTo>
                    <a:pt x="350" y="192"/>
                  </a:lnTo>
                  <a:lnTo>
                    <a:pt x="350" y="0"/>
                  </a:lnTo>
                  <a:lnTo>
                    <a:pt x="175" y="0"/>
                  </a:lnTo>
                  <a:lnTo>
                    <a:pt x="0" y="0"/>
                  </a:lnTo>
                  <a:lnTo>
                    <a:pt x="0"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7" name="Freeform 34">
              <a:extLst>
                <a:ext uri="{FF2B5EF4-FFF2-40B4-BE49-F238E27FC236}">
                  <a16:creationId xmlns:a16="http://schemas.microsoft.com/office/drawing/2014/main" id="{C9BFCDDF-46C1-AC43-D72D-C38DD12675E8}"/>
                </a:ext>
              </a:extLst>
            </p:cNvPr>
            <p:cNvSpPr>
              <a:spLocks/>
            </p:cNvSpPr>
            <p:nvPr/>
          </p:nvSpPr>
          <p:spPr bwMode="auto">
            <a:xfrm>
              <a:off x="3132138" y="1706564"/>
              <a:ext cx="134938" cy="144463"/>
            </a:xfrm>
            <a:custGeom>
              <a:avLst/>
              <a:gdLst>
                <a:gd name="T0" fmla="*/ 4 w 364"/>
                <a:gd name="T1" fmla="*/ 22 h 385"/>
                <a:gd name="T2" fmla="*/ 2 w 364"/>
                <a:gd name="T3" fmla="*/ 40 h 385"/>
                <a:gd name="T4" fmla="*/ 0 w 364"/>
                <a:gd name="T5" fmla="*/ 142 h 385"/>
                <a:gd name="T6" fmla="*/ 1 w 364"/>
                <a:gd name="T7" fmla="*/ 210 h 385"/>
                <a:gd name="T8" fmla="*/ 6 w 364"/>
                <a:gd name="T9" fmla="*/ 375 h 385"/>
                <a:gd name="T10" fmla="*/ 186 w 364"/>
                <a:gd name="T11" fmla="*/ 380 h 385"/>
                <a:gd name="T12" fmla="*/ 364 w 364"/>
                <a:gd name="T13" fmla="*/ 385 h 385"/>
                <a:gd name="T14" fmla="*/ 364 w 364"/>
                <a:gd name="T15" fmla="*/ 192 h 385"/>
                <a:gd name="T16" fmla="*/ 364 w 364"/>
                <a:gd name="T17" fmla="*/ 0 h 385"/>
                <a:gd name="T18" fmla="*/ 189 w 364"/>
                <a:gd name="T19" fmla="*/ 0 h 385"/>
                <a:gd name="T20" fmla="*/ 102 w 364"/>
                <a:gd name="T21" fmla="*/ 1 h 385"/>
                <a:gd name="T22" fmla="*/ 30 w 364"/>
                <a:gd name="T23" fmla="*/ 8 h 385"/>
                <a:gd name="T24" fmla="*/ 8 w 364"/>
                <a:gd name="T25" fmla="*/ 16 h 385"/>
                <a:gd name="T26" fmla="*/ 4 w 364"/>
                <a:gd name="T27" fmla="*/ 22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385">
                  <a:moveTo>
                    <a:pt x="4" y="22"/>
                  </a:moveTo>
                  <a:lnTo>
                    <a:pt x="2" y="40"/>
                  </a:lnTo>
                  <a:lnTo>
                    <a:pt x="0" y="142"/>
                  </a:lnTo>
                  <a:lnTo>
                    <a:pt x="1" y="210"/>
                  </a:lnTo>
                  <a:lnTo>
                    <a:pt x="6" y="375"/>
                  </a:lnTo>
                  <a:lnTo>
                    <a:pt x="186" y="380"/>
                  </a:lnTo>
                  <a:lnTo>
                    <a:pt x="364" y="385"/>
                  </a:lnTo>
                  <a:lnTo>
                    <a:pt x="364" y="192"/>
                  </a:lnTo>
                  <a:lnTo>
                    <a:pt x="364" y="0"/>
                  </a:lnTo>
                  <a:lnTo>
                    <a:pt x="189" y="0"/>
                  </a:lnTo>
                  <a:lnTo>
                    <a:pt x="102" y="1"/>
                  </a:lnTo>
                  <a:lnTo>
                    <a:pt x="30" y="8"/>
                  </a:lnTo>
                  <a:lnTo>
                    <a:pt x="8" y="16"/>
                  </a:lnTo>
                  <a:lnTo>
                    <a:pt x="4"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8" name="Freeform 35">
              <a:extLst>
                <a:ext uri="{FF2B5EF4-FFF2-40B4-BE49-F238E27FC236}">
                  <a16:creationId xmlns:a16="http://schemas.microsoft.com/office/drawing/2014/main" id="{E2ED2778-6D87-4835-6D9A-86C77DC4B0DA}"/>
                </a:ext>
              </a:extLst>
            </p:cNvPr>
            <p:cNvSpPr>
              <a:spLocks/>
            </p:cNvSpPr>
            <p:nvPr/>
          </p:nvSpPr>
          <p:spPr bwMode="auto">
            <a:xfrm>
              <a:off x="3409950" y="1706564"/>
              <a:ext cx="138113" cy="139700"/>
            </a:xfrm>
            <a:custGeom>
              <a:avLst/>
              <a:gdLst>
                <a:gd name="T0" fmla="*/ 5 w 370"/>
                <a:gd name="T1" fmla="*/ 187 h 375"/>
                <a:gd name="T2" fmla="*/ 10 w 370"/>
                <a:gd name="T3" fmla="*/ 375 h 375"/>
                <a:gd name="T4" fmla="*/ 185 w 370"/>
                <a:gd name="T5" fmla="*/ 375 h 375"/>
                <a:gd name="T6" fmla="*/ 360 w 370"/>
                <a:gd name="T7" fmla="*/ 375 h 375"/>
                <a:gd name="T8" fmla="*/ 365 w 370"/>
                <a:gd name="T9" fmla="*/ 187 h 375"/>
                <a:gd name="T10" fmla="*/ 370 w 370"/>
                <a:gd name="T11" fmla="*/ 0 h 375"/>
                <a:gd name="T12" fmla="*/ 185 w 370"/>
                <a:gd name="T13" fmla="*/ 0 h 375"/>
                <a:gd name="T14" fmla="*/ 0 w 370"/>
                <a:gd name="T15" fmla="*/ 0 h 375"/>
                <a:gd name="T16" fmla="*/ 5 w 370"/>
                <a:gd name="T17" fmla="*/ 187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0" h="375">
                  <a:moveTo>
                    <a:pt x="5" y="187"/>
                  </a:moveTo>
                  <a:lnTo>
                    <a:pt x="10" y="375"/>
                  </a:lnTo>
                  <a:lnTo>
                    <a:pt x="185" y="375"/>
                  </a:lnTo>
                  <a:lnTo>
                    <a:pt x="360" y="375"/>
                  </a:lnTo>
                  <a:lnTo>
                    <a:pt x="365" y="187"/>
                  </a:lnTo>
                  <a:lnTo>
                    <a:pt x="370" y="0"/>
                  </a:lnTo>
                  <a:lnTo>
                    <a:pt x="185" y="0"/>
                  </a:lnTo>
                  <a:lnTo>
                    <a:pt x="0" y="0"/>
                  </a:lnTo>
                  <a:lnTo>
                    <a:pt x="5" y="1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9" name="Freeform 36">
              <a:extLst>
                <a:ext uri="{FF2B5EF4-FFF2-40B4-BE49-F238E27FC236}">
                  <a16:creationId xmlns:a16="http://schemas.microsoft.com/office/drawing/2014/main" id="{218F6DB6-8BB6-8109-E5EE-69A166DD274A}"/>
                </a:ext>
              </a:extLst>
            </p:cNvPr>
            <p:cNvSpPr>
              <a:spLocks/>
            </p:cNvSpPr>
            <p:nvPr/>
          </p:nvSpPr>
          <p:spPr bwMode="auto">
            <a:xfrm>
              <a:off x="3690938" y="1706564"/>
              <a:ext cx="133350" cy="144463"/>
            </a:xfrm>
            <a:custGeom>
              <a:avLst/>
              <a:gdLst>
                <a:gd name="T0" fmla="*/ 0 w 359"/>
                <a:gd name="T1" fmla="*/ 193 h 386"/>
                <a:gd name="T2" fmla="*/ 0 w 359"/>
                <a:gd name="T3" fmla="*/ 386 h 386"/>
                <a:gd name="T4" fmla="*/ 180 w 359"/>
                <a:gd name="T5" fmla="*/ 381 h 386"/>
                <a:gd name="T6" fmla="*/ 359 w 359"/>
                <a:gd name="T7" fmla="*/ 376 h 386"/>
                <a:gd name="T8" fmla="*/ 359 w 359"/>
                <a:gd name="T9" fmla="*/ 193 h 386"/>
                <a:gd name="T10" fmla="*/ 359 w 359"/>
                <a:gd name="T11" fmla="*/ 10 h 386"/>
                <a:gd name="T12" fmla="*/ 180 w 359"/>
                <a:gd name="T13" fmla="*/ 5 h 386"/>
                <a:gd name="T14" fmla="*/ 0 w 359"/>
                <a:gd name="T15" fmla="*/ 0 h 386"/>
                <a:gd name="T16" fmla="*/ 0 w 359"/>
                <a:gd name="T17" fmla="*/ 193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9" h="386">
                  <a:moveTo>
                    <a:pt x="0" y="193"/>
                  </a:moveTo>
                  <a:lnTo>
                    <a:pt x="0" y="386"/>
                  </a:lnTo>
                  <a:lnTo>
                    <a:pt x="180" y="381"/>
                  </a:lnTo>
                  <a:lnTo>
                    <a:pt x="359" y="376"/>
                  </a:lnTo>
                  <a:lnTo>
                    <a:pt x="359" y="193"/>
                  </a:lnTo>
                  <a:lnTo>
                    <a:pt x="359" y="10"/>
                  </a:lnTo>
                  <a:lnTo>
                    <a:pt x="180" y="5"/>
                  </a:lnTo>
                  <a:lnTo>
                    <a:pt x="0" y="0"/>
                  </a:lnTo>
                  <a:lnTo>
                    <a:pt x="0"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60" name="Rounded Rectangle 52">
            <a:extLst>
              <a:ext uri="{FF2B5EF4-FFF2-40B4-BE49-F238E27FC236}">
                <a16:creationId xmlns:a16="http://schemas.microsoft.com/office/drawing/2014/main" id="{88BD03E7-8907-B7B8-3C37-D183F2FEDDC2}"/>
              </a:ext>
            </a:extLst>
          </p:cNvPr>
          <p:cNvSpPr/>
          <p:nvPr/>
        </p:nvSpPr>
        <p:spPr>
          <a:xfrm>
            <a:off x="8687103"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TextBox 60">
            <a:extLst>
              <a:ext uri="{FF2B5EF4-FFF2-40B4-BE49-F238E27FC236}">
                <a16:creationId xmlns:a16="http://schemas.microsoft.com/office/drawing/2014/main" id="{5F951410-B69B-88A0-FDEC-9363514610CF}"/>
              </a:ext>
            </a:extLst>
          </p:cNvPr>
          <p:cNvSpPr txBox="1"/>
          <p:nvPr/>
        </p:nvSpPr>
        <p:spPr>
          <a:xfrm>
            <a:off x="8483717"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دورية القياس</a:t>
            </a:r>
          </a:p>
        </p:txBody>
      </p:sp>
      <p:sp>
        <p:nvSpPr>
          <p:cNvPr id="62" name="TextBox 61">
            <a:extLst>
              <a:ext uri="{FF2B5EF4-FFF2-40B4-BE49-F238E27FC236}">
                <a16:creationId xmlns:a16="http://schemas.microsoft.com/office/drawing/2014/main" id="{265C9D2C-2D9B-CC0F-DD17-CF350D70098F}"/>
              </a:ext>
            </a:extLst>
          </p:cNvPr>
          <p:cNvSpPr txBox="1"/>
          <p:nvPr/>
        </p:nvSpPr>
        <p:spPr>
          <a:xfrm>
            <a:off x="8565694" y="4947797"/>
            <a:ext cx="965308" cy="338554"/>
          </a:xfrm>
          <a:prstGeom prst="rect">
            <a:avLst/>
          </a:prstGeom>
          <a:noFill/>
        </p:spPr>
        <p:txBody>
          <a:bodyPr wrap="square" rtlCol="0">
            <a:spAutoFit/>
          </a:bodyPr>
          <a:lstStyle/>
          <a:p>
            <a:pPr algn="ctr"/>
            <a:r>
              <a:rPr lang="ar-EG" sz="1600" b="1" dirty="0">
                <a:solidFill>
                  <a:schemeClr val="accent1"/>
                </a:solidFill>
              </a:rPr>
              <a:t>ربع سنوي</a:t>
            </a:r>
          </a:p>
        </p:txBody>
      </p:sp>
      <p:sp>
        <p:nvSpPr>
          <p:cNvPr id="63" name="Rounded Rectangle 29">
            <a:extLst>
              <a:ext uri="{FF2B5EF4-FFF2-40B4-BE49-F238E27FC236}">
                <a16:creationId xmlns:a16="http://schemas.microsoft.com/office/drawing/2014/main" id="{1095931D-749F-6852-56FB-8BA469306EAA}"/>
              </a:ext>
            </a:extLst>
          </p:cNvPr>
          <p:cNvSpPr/>
          <p:nvPr/>
        </p:nvSpPr>
        <p:spPr>
          <a:xfrm>
            <a:off x="4908728"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TextBox 63">
            <a:extLst>
              <a:ext uri="{FF2B5EF4-FFF2-40B4-BE49-F238E27FC236}">
                <a16:creationId xmlns:a16="http://schemas.microsoft.com/office/drawing/2014/main" id="{D74E936E-732C-FE03-0E53-64A3E4CAED0C}"/>
              </a:ext>
            </a:extLst>
          </p:cNvPr>
          <p:cNvSpPr txBox="1"/>
          <p:nvPr/>
        </p:nvSpPr>
        <p:spPr>
          <a:xfrm>
            <a:off x="4705342"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وحدة القياس</a:t>
            </a:r>
          </a:p>
        </p:txBody>
      </p:sp>
      <p:sp>
        <p:nvSpPr>
          <p:cNvPr id="65" name="TextBox 64">
            <a:extLst>
              <a:ext uri="{FF2B5EF4-FFF2-40B4-BE49-F238E27FC236}">
                <a16:creationId xmlns:a16="http://schemas.microsoft.com/office/drawing/2014/main" id="{6F09D8A0-7E6E-5E7B-0CC9-69943F762171}"/>
              </a:ext>
            </a:extLst>
          </p:cNvPr>
          <p:cNvSpPr txBox="1"/>
          <p:nvPr/>
        </p:nvSpPr>
        <p:spPr>
          <a:xfrm>
            <a:off x="4787319" y="4947797"/>
            <a:ext cx="965308" cy="338554"/>
          </a:xfrm>
          <a:prstGeom prst="rect">
            <a:avLst/>
          </a:prstGeom>
          <a:noFill/>
        </p:spPr>
        <p:txBody>
          <a:bodyPr wrap="square" rtlCol="0">
            <a:spAutoFit/>
          </a:bodyPr>
          <a:lstStyle/>
          <a:p>
            <a:pPr algn="ctr"/>
            <a:r>
              <a:rPr lang="ar-EG" sz="1600" b="1" dirty="0">
                <a:solidFill>
                  <a:schemeClr val="accent1"/>
                </a:solidFill>
              </a:rPr>
              <a:t>نسبة</a:t>
            </a:r>
          </a:p>
        </p:txBody>
      </p:sp>
      <p:sp>
        <p:nvSpPr>
          <p:cNvPr id="66" name="Rounded Rectangle 10">
            <a:extLst>
              <a:ext uri="{FF2B5EF4-FFF2-40B4-BE49-F238E27FC236}">
                <a16:creationId xmlns:a16="http://schemas.microsoft.com/office/drawing/2014/main" id="{2DD257E9-07C7-8C6F-75ED-197AE64A6BD0}"/>
              </a:ext>
            </a:extLst>
          </p:cNvPr>
          <p:cNvSpPr/>
          <p:nvPr/>
        </p:nvSpPr>
        <p:spPr>
          <a:xfrm>
            <a:off x="6797916"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TextBox 66">
            <a:extLst>
              <a:ext uri="{FF2B5EF4-FFF2-40B4-BE49-F238E27FC236}">
                <a16:creationId xmlns:a16="http://schemas.microsoft.com/office/drawing/2014/main" id="{4F0EB489-4C55-9B03-4233-F1FCBEB48F3F}"/>
              </a:ext>
            </a:extLst>
          </p:cNvPr>
          <p:cNvSpPr txBox="1"/>
          <p:nvPr/>
        </p:nvSpPr>
        <p:spPr>
          <a:xfrm>
            <a:off x="6594530"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قطبية القياس</a:t>
            </a:r>
          </a:p>
        </p:txBody>
      </p:sp>
      <p:sp>
        <p:nvSpPr>
          <p:cNvPr id="68" name="TextBox 67">
            <a:extLst>
              <a:ext uri="{FF2B5EF4-FFF2-40B4-BE49-F238E27FC236}">
                <a16:creationId xmlns:a16="http://schemas.microsoft.com/office/drawing/2014/main" id="{1E92F7E5-4AC9-D089-98A1-B46C0AE93C00}"/>
              </a:ext>
            </a:extLst>
          </p:cNvPr>
          <p:cNvSpPr txBox="1"/>
          <p:nvPr/>
        </p:nvSpPr>
        <p:spPr>
          <a:xfrm>
            <a:off x="6676507" y="4947797"/>
            <a:ext cx="965308" cy="338554"/>
          </a:xfrm>
          <a:prstGeom prst="rect">
            <a:avLst/>
          </a:prstGeom>
          <a:noFill/>
        </p:spPr>
        <p:txBody>
          <a:bodyPr wrap="square" rtlCol="0">
            <a:spAutoFit/>
          </a:bodyPr>
          <a:lstStyle/>
          <a:p>
            <a:pPr algn="ctr"/>
            <a:r>
              <a:rPr lang="ar-EG" sz="1600" b="1" dirty="0">
                <a:solidFill>
                  <a:schemeClr val="accent1"/>
                </a:solidFill>
              </a:rPr>
              <a:t>تصاعدي</a:t>
            </a:r>
            <a:endParaRPr lang="en-US" sz="1600" b="1" dirty="0">
              <a:solidFill>
                <a:schemeClr val="accent1"/>
              </a:solidFill>
            </a:endParaRPr>
          </a:p>
        </p:txBody>
      </p:sp>
      <p:graphicFrame>
        <p:nvGraphicFramePr>
          <p:cNvPr id="69" name="Table 68">
            <a:extLst>
              <a:ext uri="{FF2B5EF4-FFF2-40B4-BE49-F238E27FC236}">
                <a16:creationId xmlns:a16="http://schemas.microsoft.com/office/drawing/2014/main" id="{5D0C5EFE-2257-DA99-6100-2B1B6892AB46}"/>
              </a:ext>
            </a:extLst>
          </p:cNvPr>
          <p:cNvGraphicFramePr>
            <a:graphicFrameLocks noGrp="1"/>
          </p:cNvGraphicFramePr>
          <p:nvPr/>
        </p:nvGraphicFramePr>
        <p:xfrm>
          <a:off x="1109342" y="4676797"/>
          <a:ext cx="2836074" cy="487680"/>
        </p:xfrm>
        <a:graphic>
          <a:graphicData uri="http://schemas.openxmlformats.org/drawingml/2006/table">
            <a:tbl>
              <a:tblPr firstRow="1" bandRow="1">
                <a:tableStyleId>{5C22544A-7EE6-4342-B048-85BDC9FD1C3A}</a:tableStyleId>
              </a:tblPr>
              <a:tblGrid>
                <a:gridCol w="945358">
                  <a:extLst>
                    <a:ext uri="{9D8B030D-6E8A-4147-A177-3AD203B41FA5}">
                      <a16:colId xmlns:a16="http://schemas.microsoft.com/office/drawing/2014/main" val="3314942607"/>
                    </a:ext>
                  </a:extLst>
                </a:gridCol>
                <a:gridCol w="945358">
                  <a:extLst>
                    <a:ext uri="{9D8B030D-6E8A-4147-A177-3AD203B41FA5}">
                      <a16:colId xmlns:a16="http://schemas.microsoft.com/office/drawing/2014/main" val="2694643210"/>
                    </a:ext>
                  </a:extLst>
                </a:gridCol>
                <a:gridCol w="945358">
                  <a:extLst>
                    <a:ext uri="{9D8B030D-6E8A-4147-A177-3AD203B41FA5}">
                      <a16:colId xmlns:a16="http://schemas.microsoft.com/office/drawing/2014/main" val="1867350649"/>
                    </a:ext>
                  </a:extLst>
                </a:gridCol>
              </a:tblGrid>
              <a:tr h="0">
                <a:tc>
                  <a:txBody>
                    <a:bodyPr/>
                    <a:lstStyle/>
                    <a:p>
                      <a:pPr algn="ctr" rtl="1"/>
                      <a:r>
                        <a:rPr lang="en-US" sz="1600" b="1" baseline="0" dirty="0">
                          <a:solidFill>
                            <a:schemeClr val="accent1">
                              <a:lumMod val="50000"/>
                            </a:schemeClr>
                          </a:solidFill>
                          <a:latin typeface="Sakkal Majalla" panose="02000000000000000000" pitchFamily="2" charset="-78"/>
                          <a:cs typeface="Sakkal Majalla" panose="02000000000000000000" pitchFamily="2" charset="-78"/>
                        </a:rPr>
                        <a:t>2028</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rtl="1"/>
                      <a:r>
                        <a:rPr lang="ar-EG" sz="1600" b="1" baseline="0" dirty="0">
                          <a:solidFill>
                            <a:schemeClr val="accent1">
                              <a:lumMod val="50000"/>
                            </a:schemeClr>
                          </a:solidFill>
                          <a:latin typeface="Sakkal Majalla" panose="02000000000000000000" pitchFamily="2" charset="-78"/>
                          <a:cs typeface="Sakkal Majalla" panose="02000000000000000000" pitchFamily="2" charset="-78"/>
                        </a:rPr>
                        <a:t>2027</a:t>
                      </a:r>
                      <a:endParaRPr lang="en-US" sz="1600" b="1" baseline="0" dirty="0">
                        <a:solidFill>
                          <a:schemeClr val="accent1">
                            <a:lumMod val="50000"/>
                          </a:schemeClr>
                        </a:solidFill>
                        <a:latin typeface="Sakkal Majalla" panose="02000000000000000000" pitchFamily="2" charset="-78"/>
                        <a:cs typeface="Sakkal Majalla" panose="02000000000000000000" pitchFamily="2" charset="-78"/>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rtl="1"/>
                      <a:r>
                        <a:rPr lang="ar-EG" sz="1600" b="1" baseline="0" dirty="0">
                          <a:solidFill>
                            <a:schemeClr val="accent1">
                              <a:lumMod val="50000"/>
                            </a:schemeClr>
                          </a:solidFill>
                          <a:latin typeface="Sakkal Majalla" panose="02000000000000000000" pitchFamily="2" charset="-78"/>
                          <a:cs typeface="Sakkal Majalla" panose="02000000000000000000" pitchFamily="2" charset="-78"/>
                        </a:rPr>
                        <a:t>2026</a:t>
                      </a:r>
                      <a:endParaRPr lang="en-US" sz="1600" b="1" baseline="0" dirty="0">
                        <a:solidFill>
                          <a:schemeClr val="accent1">
                            <a:lumMod val="50000"/>
                          </a:schemeClr>
                        </a:solidFill>
                        <a:latin typeface="Sakkal Majalla" panose="02000000000000000000" pitchFamily="2" charset="-78"/>
                        <a:cs typeface="Sakkal Majalla" panose="02000000000000000000" pitchFamily="2" charset="-78"/>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95495611"/>
                  </a:ext>
                </a:extLst>
              </a:tr>
              <a:tr h="0">
                <a:tc>
                  <a:txBody>
                    <a:bodyPr/>
                    <a:lstStyle/>
                    <a:p>
                      <a:pPr algn="ctr"/>
                      <a:r>
                        <a:rPr lang="en-US" sz="1600" b="1" baseline="0" dirty="0">
                          <a:solidFill>
                            <a:schemeClr val="accent1"/>
                          </a:solidFill>
                          <a:latin typeface="Sakkal Majalla" panose="02000000000000000000" pitchFamily="2" charset="-78"/>
                          <a:cs typeface="Sakkal Majalla" panose="02000000000000000000" pitchFamily="2" charset="-78"/>
                        </a:rPr>
                        <a:t>30%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lang="en-US" sz="1600" b="1" baseline="0" dirty="0">
                          <a:solidFill>
                            <a:schemeClr val="accent1"/>
                          </a:solidFill>
                          <a:latin typeface="Sakkal Majalla" panose="02000000000000000000" pitchFamily="2" charset="-78"/>
                          <a:cs typeface="Sakkal Majalla" panose="02000000000000000000" pitchFamily="2" charset="-78"/>
                        </a:rPr>
                        <a:t>20%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algn="ctr" defTabSz="914400" rtl="1" eaLnBrk="1" latinLnBrk="0" hangingPunct="1"/>
                      <a:r>
                        <a:rPr lang="en-US" sz="1600" b="1" kern="1200" baseline="0" dirty="0">
                          <a:solidFill>
                            <a:schemeClr val="accent1"/>
                          </a:solidFill>
                          <a:latin typeface="Sakkal Majalla" panose="02000000000000000000" pitchFamily="2" charset="-78"/>
                          <a:ea typeface="+mn-ea"/>
                          <a:cs typeface="Sakkal Majalla" panose="02000000000000000000" pitchFamily="2" charset="-78"/>
                        </a:rPr>
                        <a:t>10%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08398491"/>
                  </a:ext>
                </a:extLst>
              </a:tr>
            </a:tbl>
          </a:graphicData>
        </a:graphic>
      </p:graphicFrame>
      <p:sp>
        <p:nvSpPr>
          <p:cNvPr id="70" name="Rounded Rectangle 7">
            <a:extLst>
              <a:ext uri="{FF2B5EF4-FFF2-40B4-BE49-F238E27FC236}">
                <a16:creationId xmlns:a16="http://schemas.microsoft.com/office/drawing/2014/main" id="{C0477DC4-E390-AC41-2C79-CB8E78260F45}"/>
              </a:ext>
            </a:extLst>
          </p:cNvPr>
          <p:cNvSpPr/>
          <p:nvPr/>
        </p:nvSpPr>
        <p:spPr>
          <a:xfrm>
            <a:off x="5041960" y="1930177"/>
            <a:ext cx="2108081" cy="31893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EG" sz="1200" dirty="0"/>
              <a:t>مالك المؤشر : البنية المؤسسية</a:t>
            </a:r>
            <a:endParaRPr lang="en-US" sz="1200" dirty="0"/>
          </a:p>
        </p:txBody>
      </p:sp>
      <p:grpSp>
        <p:nvGrpSpPr>
          <p:cNvPr id="71" name="Group 70">
            <a:extLst>
              <a:ext uri="{FF2B5EF4-FFF2-40B4-BE49-F238E27FC236}">
                <a16:creationId xmlns:a16="http://schemas.microsoft.com/office/drawing/2014/main" id="{1A204047-3834-B671-60D0-87EB933B8C57}"/>
              </a:ext>
            </a:extLst>
          </p:cNvPr>
          <p:cNvGrpSpPr>
            <a:grpSpLocks noChangeAspect="1"/>
          </p:cNvGrpSpPr>
          <p:nvPr/>
        </p:nvGrpSpPr>
        <p:grpSpPr>
          <a:xfrm>
            <a:off x="5130225" y="4686665"/>
            <a:ext cx="279496" cy="246888"/>
            <a:chOff x="5810250" y="3176587"/>
            <a:chExt cx="571500" cy="504825"/>
          </a:xfrm>
          <a:solidFill>
            <a:schemeClr val="accent1"/>
          </a:solidFill>
        </p:grpSpPr>
        <p:sp>
          <p:nvSpPr>
            <p:cNvPr id="72" name="Freeform: Shape 71">
              <a:extLst>
                <a:ext uri="{FF2B5EF4-FFF2-40B4-BE49-F238E27FC236}">
                  <a16:creationId xmlns:a16="http://schemas.microsoft.com/office/drawing/2014/main" id="{FBFA9AAD-5B41-4307-CE37-DCE20A4E5D1C}"/>
                </a:ext>
              </a:extLst>
            </p:cNvPr>
            <p:cNvSpPr/>
            <p:nvPr/>
          </p:nvSpPr>
          <p:spPr>
            <a:xfrm>
              <a:off x="5810250" y="3376612"/>
              <a:ext cx="571500" cy="304800"/>
            </a:xfrm>
            <a:custGeom>
              <a:avLst/>
              <a:gdLst>
                <a:gd name="csX0" fmla="*/ 514350 w 571500"/>
                <a:gd name="csY0" fmla="*/ 0 h 304800"/>
                <a:gd name="csX1" fmla="*/ 495300 w 571500"/>
                <a:gd name="csY1" fmla="*/ 0 h 304800"/>
                <a:gd name="csX2" fmla="*/ 495300 w 571500"/>
                <a:gd name="csY2" fmla="*/ 19050 h 304800"/>
                <a:gd name="csX3" fmla="*/ 514350 w 571500"/>
                <a:gd name="csY3" fmla="*/ 19050 h 304800"/>
                <a:gd name="csX4" fmla="*/ 552450 w 571500"/>
                <a:gd name="csY4" fmla="*/ 57150 h 304800"/>
                <a:gd name="csX5" fmla="*/ 552450 w 571500"/>
                <a:gd name="csY5" fmla="*/ 247650 h 304800"/>
                <a:gd name="csX6" fmla="*/ 514350 w 571500"/>
                <a:gd name="csY6" fmla="*/ 285750 h 304800"/>
                <a:gd name="csX7" fmla="*/ 495300 w 571500"/>
                <a:gd name="csY7" fmla="*/ 285750 h 304800"/>
                <a:gd name="csX8" fmla="*/ 495300 w 571500"/>
                <a:gd name="csY8" fmla="*/ 257175 h 304800"/>
                <a:gd name="csX9" fmla="*/ 485775 w 571500"/>
                <a:gd name="csY9" fmla="*/ 247650 h 304800"/>
                <a:gd name="csX10" fmla="*/ 476250 w 571500"/>
                <a:gd name="csY10" fmla="*/ 257175 h 304800"/>
                <a:gd name="csX11" fmla="*/ 476250 w 571500"/>
                <a:gd name="csY11" fmla="*/ 285750 h 304800"/>
                <a:gd name="csX12" fmla="*/ 457200 w 571500"/>
                <a:gd name="csY12" fmla="*/ 285750 h 304800"/>
                <a:gd name="csX13" fmla="*/ 457200 w 571500"/>
                <a:gd name="csY13" fmla="*/ 257175 h 304800"/>
                <a:gd name="csX14" fmla="*/ 447675 w 571500"/>
                <a:gd name="csY14" fmla="*/ 247650 h 304800"/>
                <a:gd name="csX15" fmla="*/ 438150 w 571500"/>
                <a:gd name="csY15" fmla="*/ 257175 h 304800"/>
                <a:gd name="csX16" fmla="*/ 438150 w 571500"/>
                <a:gd name="csY16" fmla="*/ 285750 h 304800"/>
                <a:gd name="csX17" fmla="*/ 419100 w 571500"/>
                <a:gd name="csY17" fmla="*/ 285750 h 304800"/>
                <a:gd name="csX18" fmla="*/ 419100 w 571500"/>
                <a:gd name="csY18" fmla="*/ 257175 h 304800"/>
                <a:gd name="csX19" fmla="*/ 409575 w 571500"/>
                <a:gd name="csY19" fmla="*/ 247650 h 304800"/>
                <a:gd name="csX20" fmla="*/ 400050 w 571500"/>
                <a:gd name="csY20" fmla="*/ 257175 h 304800"/>
                <a:gd name="csX21" fmla="*/ 400050 w 571500"/>
                <a:gd name="csY21" fmla="*/ 285750 h 304800"/>
                <a:gd name="csX22" fmla="*/ 381000 w 571500"/>
                <a:gd name="csY22" fmla="*/ 285750 h 304800"/>
                <a:gd name="csX23" fmla="*/ 381000 w 571500"/>
                <a:gd name="csY23" fmla="*/ 257175 h 304800"/>
                <a:gd name="csX24" fmla="*/ 371475 w 571500"/>
                <a:gd name="csY24" fmla="*/ 247650 h 304800"/>
                <a:gd name="csX25" fmla="*/ 361950 w 571500"/>
                <a:gd name="csY25" fmla="*/ 257175 h 304800"/>
                <a:gd name="csX26" fmla="*/ 361950 w 571500"/>
                <a:gd name="csY26" fmla="*/ 285750 h 304800"/>
                <a:gd name="csX27" fmla="*/ 342900 w 571500"/>
                <a:gd name="csY27" fmla="*/ 285750 h 304800"/>
                <a:gd name="csX28" fmla="*/ 342900 w 571500"/>
                <a:gd name="csY28" fmla="*/ 257175 h 304800"/>
                <a:gd name="csX29" fmla="*/ 333375 w 571500"/>
                <a:gd name="csY29" fmla="*/ 247650 h 304800"/>
                <a:gd name="csX30" fmla="*/ 323850 w 571500"/>
                <a:gd name="csY30" fmla="*/ 257175 h 304800"/>
                <a:gd name="csX31" fmla="*/ 323850 w 571500"/>
                <a:gd name="csY31" fmla="*/ 285750 h 304800"/>
                <a:gd name="csX32" fmla="*/ 304800 w 571500"/>
                <a:gd name="csY32" fmla="*/ 285750 h 304800"/>
                <a:gd name="csX33" fmla="*/ 304800 w 571500"/>
                <a:gd name="csY33" fmla="*/ 257175 h 304800"/>
                <a:gd name="csX34" fmla="*/ 295275 w 571500"/>
                <a:gd name="csY34" fmla="*/ 247650 h 304800"/>
                <a:gd name="csX35" fmla="*/ 285750 w 571500"/>
                <a:gd name="csY35" fmla="*/ 257175 h 304800"/>
                <a:gd name="csX36" fmla="*/ 285750 w 571500"/>
                <a:gd name="csY36" fmla="*/ 285750 h 304800"/>
                <a:gd name="csX37" fmla="*/ 266700 w 571500"/>
                <a:gd name="csY37" fmla="*/ 285750 h 304800"/>
                <a:gd name="csX38" fmla="*/ 266700 w 571500"/>
                <a:gd name="csY38" fmla="*/ 257175 h 304800"/>
                <a:gd name="csX39" fmla="*/ 257175 w 571500"/>
                <a:gd name="csY39" fmla="*/ 247650 h 304800"/>
                <a:gd name="csX40" fmla="*/ 247650 w 571500"/>
                <a:gd name="csY40" fmla="*/ 257175 h 304800"/>
                <a:gd name="csX41" fmla="*/ 247650 w 571500"/>
                <a:gd name="csY41" fmla="*/ 285750 h 304800"/>
                <a:gd name="csX42" fmla="*/ 228600 w 571500"/>
                <a:gd name="csY42" fmla="*/ 285750 h 304800"/>
                <a:gd name="csX43" fmla="*/ 228600 w 571500"/>
                <a:gd name="csY43" fmla="*/ 257175 h 304800"/>
                <a:gd name="csX44" fmla="*/ 219075 w 571500"/>
                <a:gd name="csY44" fmla="*/ 247650 h 304800"/>
                <a:gd name="csX45" fmla="*/ 209550 w 571500"/>
                <a:gd name="csY45" fmla="*/ 257175 h 304800"/>
                <a:gd name="csX46" fmla="*/ 209550 w 571500"/>
                <a:gd name="csY46" fmla="*/ 285750 h 304800"/>
                <a:gd name="csX47" fmla="*/ 190500 w 571500"/>
                <a:gd name="csY47" fmla="*/ 285750 h 304800"/>
                <a:gd name="csX48" fmla="*/ 190500 w 571500"/>
                <a:gd name="csY48" fmla="*/ 261938 h 304800"/>
                <a:gd name="csX49" fmla="*/ 157163 w 571500"/>
                <a:gd name="csY49" fmla="*/ 228600 h 304800"/>
                <a:gd name="csX50" fmla="*/ 123825 w 571500"/>
                <a:gd name="csY50" fmla="*/ 261938 h 304800"/>
                <a:gd name="csX51" fmla="*/ 123825 w 571500"/>
                <a:gd name="csY51" fmla="*/ 285750 h 304800"/>
                <a:gd name="csX52" fmla="*/ 104775 w 571500"/>
                <a:gd name="csY52" fmla="*/ 285750 h 304800"/>
                <a:gd name="csX53" fmla="*/ 104775 w 571500"/>
                <a:gd name="csY53" fmla="*/ 257175 h 304800"/>
                <a:gd name="csX54" fmla="*/ 95250 w 571500"/>
                <a:gd name="csY54" fmla="*/ 247650 h 304800"/>
                <a:gd name="csX55" fmla="*/ 85725 w 571500"/>
                <a:gd name="csY55" fmla="*/ 257175 h 304800"/>
                <a:gd name="csX56" fmla="*/ 85725 w 571500"/>
                <a:gd name="csY56" fmla="*/ 285750 h 304800"/>
                <a:gd name="csX57" fmla="*/ 66675 w 571500"/>
                <a:gd name="csY57" fmla="*/ 285750 h 304800"/>
                <a:gd name="csX58" fmla="*/ 66675 w 571500"/>
                <a:gd name="csY58" fmla="*/ 257175 h 304800"/>
                <a:gd name="csX59" fmla="*/ 57150 w 571500"/>
                <a:gd name="csY59" fmla="*/ 247650 h 304800"/>
                <a:gd name="csX60" fmla="*/ 47625 w 571500"/>
                <a:gd name="csY60" fmla="*/ 257175 h 304800"/>
                <a:gd name="csX61" fmla="*/ 47625 w 571500"/>
                <a:gd name="csY61" fmla="*/ 284404 h 304800"/>
                <a:gd name="csX62" fmla="*/ 19050 w 571500"/>
                <a:gd name="csY62" fmla="*/ 247650 h 304800"/>
                <a:gd name="csX63" fmla="*/ 19050 w 571500"/>
                <a:gd name="csY63" fmla="*/ 57150 h 304800"/>
                <a:gd name="csX64" fmla="*/ 57150 w 571500"/>
                <a:gd name="csY64" fmla="*/ 19050 h 304800"/>
                <a:gd name="csX65" fmla="*/ 76200 w 571500"/>
                <a:gd name="csY65" fmla="*/ 19050 h 304800"/>
                <a:gd name="csX66" fmla="*/ 76200 w 571500"/>
                <a:gd name="csY66" fmla="*/ 0 h 304800"/>
                <a:gd name="csX67" fmla="*/ 57150 w 571500"/>
                <a:gd name="csY67" fmla="*/ 0 h 304800"/>
                <a:gd name="csX68" fmla="*/ 0 w 571500"/>
                <a:gd name="csY68" fmla="*/ 57150 h 304800"/>
                <a:gd name="csX69" fmla="*/ 0 w 571500"/>
                <a:gd name="csY69" fmla="*/ 247650 h 304800"/>
                <a:gd name="csX70" fmla="*/ 57150 w 571500"/>
                <a:gd name="csY70" fmla="*/ 304800 h 304800"/>
                <a:gd name="csX71" fmla="*/ 133350 w 571500"/>
                <a:gd name="csY71" fmla="*/ 304800 h 304800"/>
                <a:gd name="csX72" fmla="*/ 142875 w 571500"/>
                <a:gd name="csY72" fmla="*/ 295275 h 304800"/>
                <a:gd name="csX73" fmla="*/ 142875 w 571500"/>
                <a:gd name="csY73" fmla="*/ 261938 h 304800"/>
                <a:gd name="csX74" fmla="*/ 171450 w 571500"/>
                <a:gd name="csY74" fmla="*/ 261938 h 304800"/>
                <a:gd name="csX75" fmla="*/ 171450 w 571500"/>
                <a:gd name="csY75" fmla="*/ 295275 h 304800"/>
                <a:gd name="csX76" fmla="*/ 180975 w 571500"/>
                <a:gd name="csY76" fmla="*/ 304800 h 304800"/>
                <a:gd name="csX77" fmla="*/ 514350 w 571500"/>
                <a:gd name="csY77" fmla="*/ 304800 h 304800"/>
                <a:gd name="csX78" fmla="*/ 571500 w 571500"/>
                <a:gd name="csY78" fmla="*/ 247650 h 304800"/>
                <a:gd name="csX79" fmla="*/ 571500 w 571500"/>
                <a:gd name="csY79" fmla="*/ 57150 h 304800"/>
                <a:gd name="csX80" fmla="*/ 514350 w 571500"/>
                <a:gd name="csY80" fmla="*/ 0 h 304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Lst>
              <a:rect l="l" t="t" r="r" b="b"/>
              <a:pathLst>
                <a:path w="571500" h="304800">
                  <a:moveTo>
                    <a:pt x="514350" y="0"/>
                  </a:moveTo>
                  <a:lnTo>
                    <a:pt x="495300" y="0"/>
                  </a:lnTo>
                  <a:lnTo>
                    <a:pt x="495300" y="19050"/>
                  </a:lnTo>
                  <a:lnTo>
                    <a:pt x="514350" y="19050"/>
                  </a:lnTo>
                  <a:cubicBezTo>
                    <a:pt x="535400" y="19050"/>
                    <a:pt x="552450" y="36100"/>
                    <a:pt x="552450" y="57150"/>
                  </a:cubicBezTo>
                  <a:lnTo>
                    <a:pt x="552450" y="247650"/>
                  </a:lnTo>
                  <a:cubicBezTo>
                    <a:pt x="552450" y="268700"/>
                    <a:pt x="535400" y="285750"/>
                    <a:pt x="514350" y="285750"/>
                  </a:cubicBezTo>
                  <a:lnTo>
                    <a:pt x="495300" y="285750"/>
                  </a:lnTo>
                  <a:lnTo>
                    <a:pt x="495300" y="257175"/>
                  </a:lnTo>
                  <a:cubicBezTo>
                    <a:pt x="495300" y="251910"/>
                    <a:pt x="491040" y="247650"/>
                    <a:pt x="485775" y="247650"/>
                  </a:cubicBezTo>
                  <a:cubicBezTo>
                    <a:pt x="480510" y="247650"/>
                    <a:pt x="476250" y="251910"/>
                    <a:pt x="476250" y="257175"/>
                  </a:cubicBezTo>
                  <a:lnTo>
                    <a:pt x="476250" y="285750"/>
                  </a:lnTo>
                  <a:lnTo>
                    <a:pt x="457200" y="285750"/>
                  </a:lnTo>
                  <a:lnTo>
                    <a:pt x="457200" y="257175"/>
                  </a:lnTo>
                  <a:cubicBezTo>
                    <a:pt x="457200" y="251910"/>
                    <a:pt x="452940" y="247650"/>
                    <a:pt x="447675" y="247650"/>
                  </a:cubicBezTo>
                  <a:cubicBezTo>
                    <a:pt x="442410" y="247650"/>
                    <a:pt x="438150" y="251910"/>
                    <a:pt x="438150" y="257175"/>
                  </a:cubicBezTo>
                  <a:lnTo>
                    <a:pt x="438150" y="285750"/>
                  </a:lnTo>
                  <a:lnTo>
                    <a:pt x="419100" y="285750"/>
                  </a:lnTo>
                  <a:lnTo>
                    <a:pt x="419100" y="257175"/>
                  </a:lnTo>
                  <a:cubicBezTo>
                    <a:pt x="419100" y="251910"/>
                    <a:pt x="414840" y="247650"/>
                    <a:pt x="409575" y="247650"/>
                  </a:cubicBezTo>
                  <a:cubicBezTo>
                    <a:pt x="404310" y="247650"/>
                    <a:pt x="400050" y="251910"/>
                    <a:pt x="400050" y="257175"/>
                  </a:cubicBezTo>
                  <a:lnTo>
                    <a:pt x="400050" y="285750"/>
                  </a:lnTo>
                  <a:lnTo>
                    <a:pt x="381000" y="285750"/>
                  </a:lnTo>
                  <a:lnTo>
                    <a:pt x="381000" y="257175"/>
                  </a:lnTo>
                  <a:cubicBezTo>
                    <a:pt x="381000" y="251910"/>
                    <a:pt x="376740" y="247650"/>
                    <a:pt x="371475" y="247650"/>
                  </a:cubicBezTo>
                  <a:cubicBezTo>
                    <a:pt x="366210" y="247650"/>
                    <a:pt x="361950" y="251910"/>
                    <a:pt x="361950" y="257175"/>
                  </a:cubicBezTo>
                  <a:lnTo>
                    <a:pt x="361950" y="285750"/>
                  </a:lnTo>
                  <a:lnTo>
                    <a:pt x="342900" y="285750"/>
                  </a:lnTo>
                  <a:lnTo>
                    <a:pt x="342900" y="257175"/>
                  </a:lnTo>
                  <a:cubicBezTo>
                    <a:pt x="342900" y="251910"/>
                    <a:pt x="338640" y="247650"/>
                    <a:pt x="333375" y="247650"/>
                  </a:cubicBezTo>
                  <a:cubicBezTo>
                    <a:pt x="328110" y="247650"/>
                    <a:pt x="323850" y="251910"/>
                    <a:pt x="323850" y="257175"/>
                  </a:cubicBezTo>
                  <a:lnTo>
                    <a:pt x="323850" y="285750"/>
                  </a:lnTo>
                  <a:lnTo>
                    <a:pt x="304800" y="285750"/>
                  </a:lnTo>
                  <a:lnTo>
                    <a:pt x="304800" y="257175"/>
                  </a:lnTo>
                  <a:cubicBezTo>
                    <a:pt x="304800" y="251910"/>
                    <a:pt x="300540" y="247650"/>
                    <a:pt x="295275" y="247650"/>
                  </a:cubicBezTo>
                  <a:cubicBezTo>
                    <a:pt x="290010" y="247650"/>
                    <a:pt x="285750" y="251910"/>
                    <a:pt x="285750" y="257175"/>
                  </a:cubicBezTo>
                  <a:lnTo>
                    <a:pt x="285750" y="285750"/>
                  </a:lnTo>
                  <a:lnTo>
                    <a:pt x="266700" y="285750"/>
                  </a:lnTo>
                  <a:lnTo>
                    <a:pt x="266700" y="257175"/>
                  </a:lnTo>
                  <a:cubicBezTo>
                    <a:pt x="266700" y="251910"/>
                    <a:pt x="262440" y="247650"/>
                    <a:pt x="257175" y="247650"/>
                  </a:cubicBezTo>
                  <a:cubicBezTo>
                    <a:pt x="251910" y="247650"/>
                    <a:pt x="247650" y="251910"/>
                    <a:pt x="247650" y="257175"/>
                  </a:cubicBezTo>
                  <a:lnTo>
                    <a:pt x="247650" y="285750"/>
                  </a:lnTo>
                  <a:lnTo>
                    <a:pt x="228600" y="285750"/>
                  </a:lnTo>
                  <a:lnTo>
                    <a:pt x="228600" y="257175"/>
                  </a:lnTo>
                  <a:cubicBezTo>
                    <a:pt x="228600" y="251910"/>
                    <a:pt x="224340" y="247650"/>
                    <a:pt x="219075" y="247650"/>
                  </a:cubicBezTo>
                  <a:cubicBezTo>
                    <a:pt x="213810" y="247650"/>
                    <a:pt x="209550" y="251910"/>
                    <a:pt x="209550" y="257175"/>
                  </a:cubicBezTo>
                  <a:lnTo>
                    <a:pt x="209550" y="285750"/>
                  </a:lnTo>
                  <a:lnTo>
                    <a:pt x="190500" y="285750"/>
                  </a:lnTo>
                  <a:lnTo>
                    <a:pt x="190500" y="261938"/>
                  </a:lnTo>
                  <a:cubicBezTo>
                    <a:pt x="190500" y="243554"/>
                    <a:pt x="175546" y="228600"/>
                    <a:pt x="157163" y="228600"/>
                  </a:cubicBezTo>
                  <a:cubicBezTo>
                    <a:pt x="138779" y="228600"/>
                    <a:pt x="123825" y="243554"/>
                    <a:pt x="123825" y="261938"/>
                  </a:cubicBezTo>
                  <a:lnTo>
                    <a:pt x="123825" y="285750"/>
                  </a:lnTo>
                  <a:lnTo>
                    <a:pt x="104775" y="285750"/>
                  </a:lnTo>
                  <a:lnTo>
                    <a:pt x="104775" y="257175"/>
                  </a:lnTo>
                  <a:cubicBezTo>
                    <a:pt x="104775" y="251910"/>
                    <a:pt x="100515" y="247650"/>
                    <a:pt x="95250" y="247650"/>
                  </a:cubicBezTo>
                  <a:cubicBezTo>
                    <a:pt x="89985" y="247650"/>
                    <a:pt x="85725" y="251910"/>
                    <a:pt x="85725" y="257175"/>
                  </a:cubicBezTo>
                  <a:lnTo>
                    <a:pt x="85725" y="285750"/>
                  </a:lnTo>
                  <a:lnTo>
                    <a:pt x="66675" y="285750"/>
                  </a:lnTo>
                  <a:lnTo>
                    <a:pt x="66675" y="257175"/>
                  </a:lnTo>
                  <a:cubicBezTo>
                    <a:pt x="66675" y="251910"/>
                    <a:pt x="62415" y="247650"/>
                    <a:pt x="57150" y="247650"/>
                  </a:cubicBezTo>
                  <a:cubicBezTo>
                    <a:pt x="51885" y="247650"/>
                    <a:pt x="47625" y="251910"/>
                    <a:pt x="47625" y="257175"/>
                  </a:cubicBezTo>
                  <a:lnTo>
                    <a:pt x="47625" y="284404"/>
                  </a:lnTo>
                  <a:cubicBezTo>
                    <a:pt x="31216" y="280158"/>
                    <a:pt x="19050" y="265390"/>
                    <a:pt x="19050" y="247650"/>
                  </a:cubicBezTo>
                  <a:lnTo>
                    <a:pt x="19050" y="57150"/>
                  </a:lnTo>
                  <a:cubicBezTo>
                    <a:pt x="19050" y="36100"/>
                    <a:pt x="36100" y="19050"/>
                    <a:pt x="57150" y="19050"/>
                  </a:cubicBezTo>
                  <a:lnTo>
                    <a:pt x="76200" y="19050"/>
                  </a:lnTo>
                  <a:lnTo>
                    <a:pt x="76200" y="0"/>
                  </a:lnTo>
                  <a:lnTo>
                    <a:pt x="57150" y="0"/>
                  </a:lnTo>
                  <a:cubicBezTo>
                    <a:pt x="25622" y="0"/>
                    <a:pt x="0" y="25622"/>
                    <a:pt x="0" y="57150"/>
                  </a:cubicBezTo>
                  <a:lnTo>
                    <a:pt x="0" y="247650"/>
                  </a:lnTo>
                  <a:cubicBezTo>
                    <a:pt x="0" y="279178"/>
                    <a:pt x="25622" y="304800"/>
                    <a:pt x="57150" y="304800"/>
                  </a:cubicBezTo>
                  <a:lnTo>
                    <a:pt x="133350" y="304800"/>
                  </a:lnTo>
                  <a:cubicBezTo>
                    <a:pt x="138589" y="304800"/>
                    <a:pt x="142875" y="300514"/>
                    <a:pt x="142875" y="295275"/>
                  </a:cubicBezTo>
                  <a:lnTo>
                    <a:pt x="142875" y="261938"/>
                  </a:lnTo>
                  <a:cubicBezTo>
                    <a:pt x="143207" y="243115"/>
                    <a:pt x="171142" y="243179"/>
                    <a:pt x="171450" y="261938"/>
                  </a:cubicBezTo>
                  <a:cubicBezTo>
                    <a:pt x="171450" y="261938"/>
                    <a:pt x="171450" y="295275"/>
                    <a:pt x="171450" y="295275"/>
                  </a:cubicBezTo>
                  <a:cubicBezTo>
                    <a:pt x="171450" y="300514"/>
                    <a:pt x="175736" y="304800"/>
                    <a:pt x="180975" y="304800"/>
                  </a:cubicBezTo>
                  <a:lnTo>
                    <a:pt x="514350" y="304800"/>
                  </a:lnTo>
                  <a:cubicBezTo>
                    <a:pt x="545878" y="304800"/>
                    <a:pt x="571500" y="279178"/>
                    <a:pt x="571500" y="247650"/>
                  </a:cubicBezTo>
                  <a:lnTo>
                    <a:pt x="571500" y="57150"/>
                  </a:lnTo>
                  <a:cubicBezTo>
                    <a:pt x="571500" y="25622"/>
                    <a:pt x="545878" y="0"/>
                    <a:pt x="514350" y="0"/>
                  </a:cubicBezTo>
                  <a:close/>
                </a:path>
              </a:pathLst>
            </a:custGeom>
            <a:grpFill/>
            <a:ln w="9525" cap="flat">
              <a:noFill/>
              <a:prstDash val="solid"/>
              <a:miter/>
            </a:ln>
          </p:spPr>
          <p:txBody>
            <a:bodyPr/>
            <a:lstStyle/>
            <a:p>
              <a:endParaRPr lang="en-GB"/>
            </a:p>
          </p:txBody>
        </p:sp>
        <p:sp>
          <p:nvSpPr>
            <p:cNvPr id="73" name="Freeform: Shape 72">
              <a:extLst>
                <a:ext uri="{FF2B5EF4-FFF2-40B4-BE49-F238E27FC236}">
                  <a16:creationId xmlns:a16="http://schemas.microsoft.com/office/drawing/2014/main" id="{E4504170-472B-F70C-AFF5-44E9E16DF372}"/>
                </a:ext>
              </a:extLst>
            </p:cNvPr>
            <p:cNvSpPr/>
            <p:nvPr/>
          </p:nvSpPr>
          <p:spPr>
            <a:xfrm>
              <a:off x="6020466" y="3500437"/>
              <a:ext cx="151066" cy="85725"/>
            </a:xfrm>
            <a:custGeom>
              <a:avLst/>
              <a:gdLst>
                <a:gd name="csX0" fmla="*/ 75533 w 151066"/>
                <a:gd name="csY0" fmla="*/ 35814 h 85725"/>
                <a:gd name="csX1" fmla="*/ 49149 w 151066"/>
                <a:gd name="csY1" fmla="*/ 20288 h 85725"/>
                <a:gd name="csX2" fmla="*/ 37909 w 151066"/>
                <a:gd name="csY2" fmla="*/ 0 h 85725"/>
                <a:gd name="csX3" fmla="*/ 0 w 151066"/>
                <a:gd name="csY3" fmla="*/ 0 h 85725"/>
                <a:gd name="csX4" fmla="*/ 0 w 151066"/>
                <a:gd name="csY4" fmla="*/ 47625 h 85725"/>
                <a:gd name="csX5" fmla="*/ 38100 w 151066"/>
                <a:gd name="csY5" fmla="*/ 85725 h 85725"/>
                <a:gd name="csX6" fmla="*/ 112966 w 151066"/>
                <a:gd name="csY6" fmla="*/ 85725 h 85725"/>
                <a:gd name="csX7" fmla="*/ 151066 w 151066"/>
                <a:gd name="csY7" fmla="*/ 47625 h 85725"/>
                <a:gd name="csX8" fmla="*/ 151066 w 151066"/>
                <a:gd name="csY8" fmla="*/ 0 h 85725"/>
                <a:gd name="csX9" fmla="*/ 113157 w 151066"/>
                <a:gd name="csY9" fmla="*/ 0 h 85725"/>
                <a:gd name="csX10" fmla="*/ 101918 w 151066"/>
                <a:gd name="csY10" fmla="*/ 20288 h 85725"/>
                <a:gd name="csX11" fmla="*/ 75533 w 151066"/>
                <a:gd name="csY11" fmla="*/ 35814 h 85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51066" h="85725">
                  <a:moveTo>
                    <a:pt x="75533" y="35814"/>
                  </a:moveTo>
                  <a:cubicBezTo>
                    <a:pt x="64579" y="35814"/>
                    <a:pt x="54483" y="29908"/>
                    <a:pt x="49149" y="20288"/>
                  </a:cubicBezTo>
                  <a:lnTo>
                    <a:pt x="37909" y="0"/>
                  </a:lnTo>
                  <a:lnTo>
                    <a:pt x="0" y="0"/>
                  </a:lnTo>
                  <a:lnTo>
                    <a:pt x="0" y="47625"/>
                  </a:lnTo>
                  <a:cubicBezTo>
                    <a:pt x="0" y="68675"/>
                    <a:pt x="17050" y="85725"/>
                    <a:pt x="38100" y="85725"/>
                  </a:cubicBezTo>
                  <a:lnTo>
                    <a:pt x="112966" y="85725"/>
                  </a:lnTo>
                  <a:cubicBezTo>
                    <a:pt x="134017" y="85725"/>
                    <a:pt x="151066" y="68675"/>
                    <a:pt x="151066" y="47625"/>
                  </a:cubicBezTo>
                  <a:lnTo>
                    <a:pt x="151066" y="0"/>
                  </a:lnTo>
                  <a:lnTo>
                    <a:pt x="113157" y="0"/>
                  </a:lnTo>
                  <a:lnTo>
                    <a:pt x="101918" y="20288"/>
                  </a:lnTo>
                  <a:cubicBezTo>
                    <a:pt x="96584" y="29909"/>
                    <a:pt x="86487" y="35814"/>
                    <a:pt x="75533" y="35814"/>
                  </a:cubicBezTo>
                  <a:close/>
                </a:path>
              </a:pathLst>
            </a:custGeom>
            <a:grpFill/>
            <a:ln w="9525" cap="flat">
              <a:noFill/>
              <a:prstDash val="solid"/>
              <a:miter/>
            </a:ln>
          </p:spPr>
          <p:txBody>
            <a:bodyPr/>
            <a:lstStyle/>
            <a:p>
              <a:endParaRPr lang="en-GB"/>
            </a:p>
          </p:txBody>
        </p:sp>
        <p:sp>
          <p:nvSpPr>
            <p:cNvPr id="74" name="Freeform: Shape 73">
              <a:extLst>
                <a:ext uri="{FF2B5EF4-FFF2-40B4-BE49-F238E27FC236}">
                  <a16:creationId xmlns:a16="http://schemas.microsoft.com/office/drawing/2014/main" id="{008E16D0-3738-DDEF-CF63-E18972C26232}"/>
                </a:ext>
              </a:extLst>
            </p:cNvPr>
            <p:cNvSpPr/>
            <p:nvPr/>
          </p:nvSpPr>
          <p:spPr>
            <a:xfrm>
              <a:off x="5848349" y="3443279"/>
              <a:ext cx="151161" cy="142882"/>
            </a:xfrm>
            <a:custGeom>
              <a:avLst/>
              <a:gdLst>
                <a:gd name="csX0" fmla="*/ 38862 w 151161"/>
                <a:gd name="csY0" fmla="*/ 8 h 142882"/>
                <a:gd name="csX1" fmla="*/ 0 w 151161"/>
                <a:gd name="csY1" fmla="*/ 38108 h 142882"/>
                <a:gd name="csX2" fmla="*/ 0 w 151161"/>
                <a:gd name="csY2" fmla="*/ 104783 h 142882"/>
                <a:gd name="csX3" fmla="*/ 38100 w 151161"/>
                <a:gd name="csY3" fmla="*/ 142883 h 142882"/>
                <a:gd name="csX4" fmla="*/ 113062 w 151161"/>
                <a:gd name="csY4" fmla="*/ 142883 h 142882"/>
                <a:gd name="csX5" fmla="*/ 151162 w 151161"/>
                <a:gd name="csY5" fmla="*/ 104783 h 142882"/>
                <a:gd name="csX6" fmla="*/ 151162 w 151161"/>
                <a:gd name="csY6" fmla="*/ 57158 h 142882"/>
                <a:gd name="csX7" fmla="*/ 104775 w 151161"/>
                <a:gd name="csY7" fmla="*/ 57158 h 142882"/>
                <a:gd name="csX8" fmla="*/ 38862 w 151161"/>
                <a:gd name="csY8" fmla="*/ 8 h 1428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1161" h="142882">
                  <a:moveTo>
                    <a:pt x="38862" y="8"/>
                  </a:moveTo>
                  <a:cubicBezTo>
                    <a:pt x="17553" y="-414"/>
                    <a:pt x="-26" y="16780"/>
                    <a:pt x="0" y="38108"/>
                  </a:cubicBezTo>
                  <a:lnTo>
                    <a:pt x="0" y="104783"/>
                  </a:lnTo>
                  <a:cubicBezTo>
                    <a:pt x="0" y="125832"/>
                    <a:pt x="17050" y="142883"/>
                    <a:pt x="38100" y="142883"/>
                  </a:cubicBezTo>
                  <a:lnTo>
                    <a:pt x="113062" y="142883"/>
                  </a:lnTo>
                  <a:cubicBezTo>
                    <a:pt x="134017" y="142883"/>
                    <a:pt x="151162" y="125832"/>
                    <a:pt x="151162" y="104783"/>
                  </a:cubicBezTo>
                  <a:lnTo>
                    <a:pt x="151162" y="57158"/>
                  </a:lnTo>
                  <a:lnTo>
                    <a:pt x="104775" y="57158"/>
                  </a:lnTo>
                  <a:cubicBezTo>
                    <a:pt x="71247" y="57158"/>
                    <a:pt x="43434" y="32297"/>
                    <a:pt x="38862" y="8"/>
                  </a:cubicBezTo>
                  <a:close/>
                </a:path>
              </a:pathLst>
            </a:custGeom>
            <a:grpFill/>
            <a:ln w="9525" cap="flat">
              <a:noFill/>
              <a:prstDash val="solid"/>
              <a:miter/>
            </a:ln>
          </p:spPr>
          <p:txBody>
            <a:bodyPr/>
            <a:lstStyle/>
            <a:p>
              <a:endParaRPr lang="en-GB"/>
            </a:p>
          </p:txBody>
        </p:sp>
        <p:sp>
          <p:nvSpPr>
            <p:cNvPr id="75" name="Freeform: Shape 74">
              <a:extLst>
                <a:ext uri="{FF2B5EF4-FFF2-40B4-BE49-F238E27FC236}">
                  <a16:creationId xmlns:a16="http://schemas.microsoft.com/office/drawing/2014/main" id="{6C817050-28ED-2F6B-3F37-1A9A2AFBC06F}"/>
                </a:ext>
              </a:extLst>
            </p:cNvPr>
            <p:cNvSpPr/>
            <p:nvPr/>
          </p:nvSpPr>
          <p:spPr>
            <a:xfrm>
              <a:off x="6191250" y="3443287"/>
              <a:ext cx="151161" cy="142875"/>
            </a:xfrm>
            <a:custGeom>
              <a:avLst/>
              <a:gdLst>
                <a:gd name="csX0" fmla="*/ 0 w 151161"/>
                <a:gd name="csY0" fmla="*/ 57150 h 142875"/>
                <a:gd name="csX1" fmla="*/ 0 w 151161"/>
                <a:gd name="csY1" fmla="*/ 104775 h 142875"/>
                <a:gd name="csX2" fmla="*/ 38100 w 151161"/>
                <a:gd name="csY2" fmla="*/ 142875 h 142875"/>
                <a:gd name="csX3" fmla="*/ 113062 w 151161"/>
                <a:gd name="csY3" fmla="*/ 142875 h 142875"/>
                <a:gd name="csX4" fmla="*/ 151162 w 151161"/>
                <a:gd name="csY4" fmla="*/ 104775 h 142875"/>
                <a:gd name="csX5" fmla="*/ 151162 w 151161"/>
                <a:gd name="csY5" fmla="*/ 38100 h 142875"/>
                <a:gd name="csX6" fmla="*/ 113538 w 151161"/>
                <a:gd name="csY6" fmla="*/ 0 h 142875"/>
                <a:gd name="csX7" fmla="*/ 47625 w 151161"/>
                <a:gd name="csY7" fmla="*/ 57150 h 142875"/>
                <a:gd name="csX8" fmla="*/ 0 w 151161"/>
                <a:gd name="csY8" fmla="*/ 57150 h 142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1161" h="142875">
                  <a:moveTo>
                    <a:pt x="0" y="57150"/>
                  </a:moveTo>
                  <a:lnTo>
                    <a:pt x="0" y="104775"/>
                  </a:lnTo>
                  <a:cubicBezTo>
                    <a:pt x="0" y="125825"/>
                    <a:pt x="17050" y="142875"/>
                    <a:pt x="38100" y="142875"/>
                  </a:cubicBezTo>
                  <a:lnTo>
                    <a:pt x="113062" y="142875"/>
                  </a:lnTo>
                  <a:cubicBezTo>
                    <a:pt x="134017" y="142875"/>
                    <a:pt x="151162" y="125825"/>
                    <a:pt x="151162" y="104775"/>
                  </a:cubicBezTo>
                  <a:lnTo>
                    <a:pt x="151162" y="38100"/>
                  </a:lnTo>
                  <a:cubicBezTo>
                    <a:pt x="151162" y="17240"/>
                    <a:pt x="134302" y="285"/>
                    <a:pt x="113538" y="0"/>
                  </a:cubicBezTo>
                  <a:cubicBezTo>
                    <a:pt x="108966" y="32290"/>
                    <a:pt x="81153" y="57150"/>
                    <a:pt x="47625" y="57150"/>
                  </a:cubicBezTo>
                  <a:lnTo>
                    <a:pt x="0" y="57150"/>
                  </a:lnTo>
                  <a:close/>
                </a:path>
              </a:pathLst>
            </a:custGeom>
            <a:grpFill/>
            <a:ln w="9525" cap="flat">
              <a:noFill/>
              <a:prstDash val="solid"/>
              <a:miter/>
            </a:ln>
          </p:spPr>
          <p:txBody>
            <a:bodyPr/>
            <a:lstStyle/>
            <a:p>
              <a:endParaRPr lang="en-GB"/>
            </a:p>
          </p:txBody>
        </p:sp>
        <p:sp>
          <p:nvSpPr>
            <p:cNvPr id="76" name="Freeform: Shape 75">
              <a:extLst>
                <a:ext uri="{FF2B5EF4-FFF2-40B4-BE49-F238E27FC236}">
                  <a16:creationId xmlns:a16="http://schemas.microsoft.com/office/drawing/2014/main" id="{DB665D3D-00AE-C6F0-2251-5888987C1D91}"/>
                </a:ext>
              </a:extLst>
            </p:cNvPr>
            <p:cNvSpPr/>
            <p:nvPr/>
          </p:nvSpPr>
          <p:spPr>
            <a:xfrm>
              <a:off x="5905500" y="3176587"/>
              <a:ext cx="381000" cy="340645"/>
            </a:xfrm>
            <a:custGeom>
              <a:avLst/>
              <a:gdLst>
                <a:gd name="csX0" fmla="*/ 333375 w 381000"/>
                <a:gd name="csY0" fmla="*/ 0 h 340645"/>
                <a:gd name="csX1" fmla="*/ 47625 w 381000"/>
                <a:gd name="csY1" fmla="*/ 0 h 340645"/>
                <a:gd name="csX2" fmla="*/ 0 w 381000"/>
                <a:gd name="csY2" fmla="*/ 47625 h 340645"/>
                <a:gd name="csX3" fmla="*/ 0 w 381000"/>
                <a:gd name="csY3" fmla="*/ 257175 h 340645"/>
                <a:gd name="csX4" fmla="*/ 47625 w 381000"/>
                <a:gd name="csY4" fmla="*/ 304800 h 340645"/>
                <a:gd name="csX5" fmla="*/ 164042 w 381000"/>
                <a:gd name="csY5" fmla="*/ 304800 h 340645"/>
                <a:gd name="csX6" fmla="*/ 180778 w 381000"/>
                <a:gd name="csY6" fmla="*/ 334926 h 340645"/>
                <a:gd name="csX7" fmla="*/ 200222 w 381000"/>
                <a:gd name="csY7" fmla="*/ 334926 h 340645"/>
                <a:gd name="csX8" fmla="*/ 216958 w 381000"/>
                <a:gd name="csY8" fmla="*/ 304800 h 340645"/>
                <a:gd name="csX9" fmla="*/ 333375 w 381000"/>
                <a:gd name="csY9" fmla="*/ 304800 h 340645"/>
                <a:gd name="csX10" fmla="*/ 381000 w 381000"/>
                <a:gd name="csY10" fmla="*/ 257175 h 340645"/>
                <a:gd name="csX11" fmla="*/ 381000 w 381000"/>
                <a:gd name="csY11" fmla="*/ 47625 h 340645"/>
                <a:gd name="csX12" fmla="*/ 333375 w 381000"/>
                <a:gd name="csY12" fmla="*/ 0 h 340645"/>
                <a:gd name="csX13" fmla="*/ 100013 w 381000"/>
                <a:gd name="csY13" fmla="*/ 195263 h 340645"/>
                <a:gd name="csX14" fmla="*/ 80963 w 381000"/>
                <a:gd name="csY14" fmla="*/ 195262 h 340645"/>
                <a:gd name="csX15" fmla="*/ 281332 w 381000"/>
                <a:gd name="csY15" fmla="*/ 134017 h 340645"/>
                <a:gd name="csX16" fmla="*/ 265537 w 381000"/>
                <a:gd name="csY16" fmla="*/ 144674 h 340645"/>
                <a:gd name="csX17" fmla="*/ 100012 w 381000"/>
                <a:gd name="csY17" fmla="*/ 195263 h 340645"/>
                <a:gd name="csX18" fmla="*/ 291210 w 381000"/>
                <a:gd name="csY18" fmla="*/ 169729 h 340645"/>
                <a:gd name="csX19" fmla="*/ 234153 w 381000"/>
                <a:gd name="csY19" fmla="*/ 209669 h 340645"/>
                <a:gd name="csX20" fmla="*/ 190499 w 381000"/>
                <a:gd name="csY20" fmla="*/ 276225 h 340645"/>
                <a:gd name="csX21" fmla="*/ 142875 w 381000"/>
                <a:gd name="csY21" fmla="*/ 228600 h 340645"/>
                <a:gd name="csX22" fmla="*/ 223158 w 381000"/>
                <a:gd name="csY22" fmla="*/ 194113 h 340645"/>
                <a:gd name="csX23" fmla="*/ 280290 w 381000"/>
                <a:gd name="csY23" fmla="*/ 154121 h 340645"/>
                <a:gd name="csX24" fmla="*/ 291210 w 381000"/>
                <a:gd name="csY24" fmla="*/ 169729 h 340645"/>
                <a:gd name="csX25" fmla="*/ 319450 w 381000"/>
                <a:gd name="csY25" fmla="*/ 242218 h 340645"/>
                <a:gd name="csX26" fmla="*/ 302242 w 381000"/>
                <a:gd name="csY26" fmla="*/ 234032 h 340645"/>
                <a:gd name="csX27" fmla="*/ 314325 w 381000"/>
                <a:gd name="csY27" fmla="*/ 180975 h 340645"/>
                <a:gd name="csX28" fmla="*/ 78759 w 381000"/>
                <a:gd name="csY28" fmla="*/ 234034 h 340645"/>
                <a:gd name="csX29" fmla="*/ 74247 w 381000"/>
                <a:gd name="csY29" fmla="*/ 246725 h 340645"/>
                <a:gd name="csX30" fmla="*/ 47624 w 381000"/>
                <a:gd name="csY30" fmla="*/ 180976 h 340645"/>
                <a:gd name="csX31" fmla="*/ 190500 w 381000"/>
                <a:gd name="csY31" fmla="*/ 38100 h 340645"/>
                <a:gd name="csX32" fmla="*/ 319450 w 381000"/>
                <a:gd name="csY32" fmla="*/ 242218 h 3406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381000" h="340645">
                  <a:moveTo>
                    <a:pt x="333375" y="0"/>
                  </a:moveTo>
                  <a:lnTo>
                    <a:pt x="47625" y="0"/>
                  </a:lnTo>
                  <a:cubicBezTo>
                    <a:pt x="21323" y="0"/>
                    <a:pt x="0" y="21323"/>
                    <a:pt x="0" y="47625"/>
                  </a:cubicBezTo>
                  <a:lnTo>
                    <a:pt x="0" y="257175"/>
                  </a:lnTo>
                  <a:cubicBezTo>
                    <a:pt x="0" y="283477"/>
                    <a:pt x="21323" y="304800"/>
                    <a:pt x="47625" y="304800"/>
                  </a:cubicBezTo>
                  <a:lnTo>
                    <a:pt x="164042" y="304800"/>
                  </a:lnTo>
                  <a:lnTo>
                    <a:pt x="180778" y="334926"/>
                  </a:lnTo>
                  <a:cubicBezTo>
                    <a:pt x="185016" y="342552"/>
                    <a:pt x="195985" y="342552"/>
                    <a:pt x="200222" y="334926"/>
                  </a:cubicBezTo>
                  <a:lnTo>
                    <a:pt x="216958" y="304800"/>
                  </a:lnTo>
                  <a:lnTo>
                    <a:pt x="333375" y="304800"/>
                  </a:lnTo>
                  <a:cubicBezTo>
                    <a:pt x="359677" y="304800"/>
                    <a:pt x="381000" y="283477"/>
                    <a:pt x="381000" y="257175"/>
                  </a:cubicBezTo>
                  <a:lnTo>
                    <a:pt x="381000" y="47625"/>
                  </a:lnTo>
                  <a:cubicBezTo>
                    <a:pt x="381000" y="21323"/>
                    <a:pt x="359677" y="0"/>
                    <a:pt x="333375" y="0"/>
                  </a:cubicBezTo>
                  <a:close/>
                  <a:moveTo>
                    <a:pt x="100013" y="195263"/>
                  </a:moveTo>
                  <a:cubicBezTo>
                    <a:pt x="99856" y="207736"/>
                    <a:pt x="81149" y="207808"/>
                    <a:pt x="80963" y="195262"/>
                  </a:cubicBezTo>
                  <a:cubicBezTo>
                    <a:pt x="81338" y="87761"/>
                    <a:pt x="221070" y="45147"/>
                    <a:pt x="281332" y="134017"/>
                  </a:cubicBezTo>
                  <a:cubicBezTo>
                    <a:pt x="288214" y="144375"/>
                    <a:pt x="272582" y="154971"/>
                    <a:pt x="265537" y="144674"/>
                  </a:cubicBezTo>
                  <a:cubicBezTo>
                    <a:pt x="215737" y="71229"/>
                    <a:pt x="100311" y="106487"/>
                    <a:pt x="100012" y="195263"/>
                  </a:cubicBezTo>
                  <a:close/>
                  <a:moveTo>
                    <a:pt x="291210" y="169729"/>
                  </a:moveTo>
                  <a:lnTo>
                    <a:pt x="234153" y="209669"/>
                  </a:lnTo>
                  <a:cubicBezTo>
                    <a:pt x="248148" y="239948"/>
                    <a:pt x="224034" y="276984"/>
                    <a:pt x="190499" y="276225"/>
                  </a:cubicBezTo>
                  <a:cubicBezTo>
                    <a:pt x="164241" y="276225"/>
                    <a:pt x="142875" y="254859"/>
                    <a:pt x="142875" y="228600"/>
                  </a:cubicBezTo>
                  <a:cubicBezTo>
                    <a:pt x="142318" y="187304"/>
                    <a:pt x="194039" y="165349"/>
                    <a:pt x="223158" y="194113"/>
                  </a:cubicBezTo>
                  <a:lnTo>
                    <a:pt x="280290" y="154121"/>
                  </a:lnTo>
                  <a:cubicBezTo>
                    <a:pt x="290500" y="147017"/>
                    <a:pt x="301400" y="162540"/>
                    <a:pt x="291210" y="169729"/>
                  </a:cubicBezTo>
                  <a:close/>
                  <a:moveTo>
                    <a:pt x="319450" y="242218"/>
                  </a:moveTo>
                  <a:cubicBezTo>
                    <a:pt x="313920" y="253458"/>
                    <a:pt x="296986" y="245279"/>
                    <a:pt x="302242" y="234032"/>
                  </a:cubicBezTo>
                  <a:cubicBezTo>
                    <a:pt x="310260" y="217187"/>
                    <a:pt x="314325" y="199337"/>
                    <a:pt x="314325" y="180975"/>
                  </a:cubicBezTo>
                  <a:cubicBezTo>
                    <a:pt x="299222" y="-21188"/>
                    <a:pt x="5074" y="46995"/>
                    <a:pt x="78759" y="234034"/>
                  </a:cubicBezTo>
                  <a:cubicBezTo>
                    <a:pt x="81018" y="238781"/>
                    <a:pt x="79000" y="244464"/>
                    <a:pt x="74247" y="246725"/>
                  </a:cubicBezTo>
                  <a:cubicBezTo>
                    <a:pt x="54940" y="256316"/>
                    <a:pt x="46986" y="193031"/>
                    <a:pt x="47624" y="180976"/>
                  </a:cubicBezTo>
                  <a:cubicBezTo>
                    <a:pt x="47625" y="102194"/>
                    <a:pt x="111714" y="38100"/>
                    <a:pt x="190500" y="38100"/>
                  </a:cubicBezTo>
                  <a:cubicBezTo>
                    <a:pt x="293073" y="35899"/>
                    <a:pt x="365511" y="150610"/>
                    <a:pt x="319450" y="242218"/>
                  </a:cubicBezTo>
                  <a:close/>
                </a:path>
              </a:pathLst>
            </a:custGeom>
            <a:grpFill/>
            <a:ln w="9525" cap="flat">
              <a:noFill/>
              <a:prstDash val="solid"/>
              <a:miter/>
            </a:ln>
          </p:spPr>
          <p:txBody>
            <a:bodyPr/>
            <a:lstStyle/>
            <a:p>
              <a:endParaRPr lang="en-GB"/>
            </a:p>
          </p:txBody>
        </p:sp>
      </p:grpSp>
      <p:grpSp>
        <p:nvGrpSpPr>
          <p:cNvPr id="77" name="Graphic 44">
            <a:extLst>
              <a:ext uri="{FF2B5EF4-FFF2-40B4-BE49-F238E27FC236}">
                <a16:creationId xmlns:a16="http://schemas.microsoft.com/office/drawing/2014/main" id="{B5052906-529E-A90F-8D04-54ED9F9B951E}"/>
              </a:ext>
            </a:extLst>
          </p:cNvPr>
          <p:cNvGrpSpPr>
            <a:grpSpLocks noChangeAspect="1"/>
          </p:cNvGrpSpPr>
          <p:nvPr/>
        </p:nvGrpSpPr>
        <p:grpSpPr>
          <a:xfrm>
            <a:off x="7051595" y="4686665"/>
            <a:ext cx="215131" cy="246888"/>
            <a:chOff x="3427411" y="366712"/>
            <a:chExt cx="5333999" cy="6121399"/>
          </a:xfrm>
          <a:noFill/>
        </p:grpSpPr>
        <p:sp>
          <p:nvSpPr>
            <p:cNvPr id="78" name="Freeform: Shape 77">
              <a:extLst>
                <a:ext uri="{FF2B5EF4-FFF2-40B4-BE49-F238E27FC236}">
                  <a16:creationId xmlns:a16="http://schemas.microsoft.com/office/drawing/2014/main" id="{6454DA83-FE83-D2F5-0BF2-DA9E6A286122}"/>
                </a:ext>
              </a:extLst>
            </p:cNvPr>
            <p:cNvSpPr/>
            <p:nvPr/>
          </p:nvSpPr>
          <p:spPr>
            <a:xfrm flipV="1">
              <a:off x="3427411" y="1916112"/>
              <a:ext cx="2666999" cy="2666999"/>
            </a:xfrm>
            <a:custGeom>
              <a:avLst/>
              <a:gdLst>
                <a:gd name="csX0" fmla="*/ 2667306 w 2666999"/>
                <a:gd name="csY0" fmla="*/ 1333823 h 2666999"/>
                <a:gd name="csX1" fmla="*/ 1333806 w 2666999"/>
                <a:gd name="csY1" fmla="*/ 323 h 2666999"/>
                <a:gd name="csX2" fmla="*/ 306 w 2666999"/>
                <a:gd name="csY2" fmla="*/ 1333823 h 2666999"/>
                <a:gd name="csX3" fmla="*/ 1333806 w 2666999"/>
                <a:gd name="csY3" fmla="*/ 2667323 h 2666999"/>
                <a:gd name="csX4" fmla="*/ 2667306 w 2666999"/>
                <a:gd name="csY4" fmla="*/ 1333823 h 2666999"/>
              </a:gdLst>
              <a:ahLst/>
              <a:cxnLst>
                <a:cxn ang="0">
                  <a:pos x="csX0" y="csY0"/>
                </a:cxn>
                <a:cxn ang="0">
                  <a:pos x="csX1" y="csY1"/>
                </a:cxn>
                <a:cxn ang="0">
                  <a:pos x="csX2" y="csY2"/>
                </a:cxn>
                <a:cxn ang="0">
                  <a:pos x="csX3" y="csY3"/>
                </a:cxn>
                <a:cxn ang="0">
                  <a:pos x="csX4" y="csY4"/>
                </a:cxn>
              </a:cxnLst>
              <a:rect l="l" t="t" r="r" b="b"/>
              <a:pathLst>
                <a:path w="2666999" h="2666999">
                  <a:moveTo>
                    <a:pt x="2667306" y="1333823"/>
                  </a:moveTo>
                  <a:cubicBezTo>
                    <a:pt x="2667306" y="597350"/>
                    <a:pt x="2070279" y="323"/>
                    <a:pt x="1333806" y="323"/>
                  </a:cubicBezTo>
                  <a:cubicBezTo>
                    <a:pt x="597333" y="323"/>
                    <a:pt x="306" y="597350"/>
                    <a:pt x="306" y="1333823"/>
                  </a:cubicBezTo>
                  <a:cubicBezTo>
                    <a:pt x="306" y="2070296"/>
                    <a:pt x="597333" y="2667323"/>
                    <a:pt x="1333806" y="2667323"/>
                  </a:cubicBezTo>
                  <a:cubicBezTo>
                    <a:pt x="2070279" y="2667323"/>
                    <a:pt x="2667306" y="2070296"/>
                    <a:pt x="2667306" y="1333823"/>
                  </a:cubicBezTo>
                  <a:close/>
                </a:path>
              </a:pathLst>
            </a:custGeom>
            <a:noFill/>
            <a:ln w="15875" cap="rnd">
              <a:solidFill>
                <a:schemeClr val="accent1"/>
              </a:solidFill>
              <a:prstDash val="solid"/>
              <a:round/>
            </a:ln>
          </p:spPr>
          <p:txBody>
            <a:bodyPr/>
            <a:lstStyle/>
            <a:p>
              <a:endParaRPr lang="en-GB"/>
            </a:p>
          </p:txBody>
        </p:sp>
        <p:sp>
          <p:nvSpPr>
            <p:cNvPr id="80" name="Freeform: Shape 79">
              <a:extLst>
                <a:ext uri="{FF2B5EF4-FFF2-40B4-BE49-F238E27FC236}">
                  <a16:creationId xmlns:a16="http://schemas.microsoft.com/office/drawing/2014/main" id="{EA367100-6F92-1E19-8A73-9C877B51ADDF}"/>
                </a:ext>
              </a:extLst>
            </p:cNvPr>
            <p:cNvSpPr/>
            <p:nvPr/>
          </p:nvSpPr>
          <p:spPr>
            <a:xfrm flipV="1">
              <a:off x="4189411" y="2678112"/>
              <a:ext cx="1142999" cy="1142999"/>
            </a:xfrm>
            <a:custGeom>
              <a:avLst/>
              <a:gdLst>
                <a:gd name="csX0" fmla="*/ 571701 w 1142999"/>
                <a:gd name="csY0" fmla="*/ 278 h 1142999"/>
                <a:gd name="csX1" fmla="*/ 201 w 1142999"/>
                <a:gd name="csY1" fmla="*/ 571778 h 1142999"/>
                <a:gd name="csX2" fmla="*/ 571701 w 1142999"/>
                <a:gd name="csY2" fmla="*/ 1143278 h 1142999"/>
                <a:gd name="csX3" fmla="*/ 1143201 w 1142999"/>
                <a:gd name="csY3" fmla="*/ 571778 h 1142999"/>
                <a:gd name="csX4" fmla="*/ 571701 w 1142999"/>
                <a:gd name="csY4" fmla="*/ 278 h 1142999"/>
              </a:gdLst>
              <a:ahLst/>
              <a:cxnLst>
                <a:cxn ang="0">
                  <a:pos x="csX0" y="csY0"/>
                </a:cxn>
                <a:cxn ang="0">
                  <a:pos x="csX1" y="csY1"/>
                </a:cxn>
                <a:cxn ang="0">
                  <a:pos x="csX2" y="csY2"/>
                </a:cxn>
                <a:cxn ang="0">
                  <a:pos x="csX3" y="csY3"/>
                </a:cxn>
                <a:cxn ang="0">
                  <a:pos x="csX4" y="csY4"/>
                </a:cxn>
              </a:cxnLst>
              <a:rect l="l" t="t" r="r" b="b"/>
              <a:pathLst>
                <a:path w="1142999" h="1142999">
                  <a:moveTo>
                    <a:pt x="571701" y="278"/>
                  </a:moveTo>
                  <a:cubicBezTo>
                    <a:pt x="256564" y="278"/>
                    <a:pt x="201" y="256640"/>
                    <a:pt x="201" y="571778"/>
                  </a:cubicBezTo>
                  <a:cubicBezTo>
                    <a:pt x="201" y="886916"/>
                    <a:pt x="256564" y="1143278"/>
                    <a:pt x="571701" y="1143278"/>
                  </a:cubicBezTo>
                  <a:cubicBezTo>
                    <a:pt x="886839" y="1143278"/>
                    <a:pt x="1143201" y="886916"/>
                    <a:pt x="1143201" y="571778"/>
                  </a:cubicBezTo>
                  <a:cubicBezTo>
                    <a:pt x="1143201" y="256640"/>
                    <a:pt x="886839" y="278"/>
                    <a:pt x="571701" y="278"/>
                  </a:cubicBezTo>
                  <a:close/>
                </a:path>
              </a:pathLst>
            </a:custGeom>
            <a:noFill/>
            <a:ln w="15875" cap="rnd">
              <a:solidFill>
                <a:schemeClr val="accent1"/>
              </a:solidFill>
              <a:prstDash val="solid"/>
              <a:round/>
            </a:ln>
          </p:spPr>
          <p:txBody>
            <a:bodyPr/>
            <a:lstStyle/>
            <a:p>
              <a:endParaRPr lang="en-GB"/>
            </a:p>
          </p:txBody>
        </p:sp>
        <p:sp>
          <p:nvSpPr>
            <p:cNvPr id="81" name="Freeform: Shape 80">
              <a:extLst>
                <a:ext uri="{FF2B5EF4-FFF2-40B4-BE49-F238E27FC236}">
                  <a16:creationId xmlns:a16="http://schemas.microsoft.com/office/drawing/2014/main" id="{C4D0B455-5A99-725B-785F-DD5F38ED25A0}"/>
                </a:ext>
              </a:extLst>
            </p:cNvPr>
            <p:cNvSpPr/>
            <p:nvPr/>
          </p:nvSpPr>
          <p:spPr>
            <a:xfrm flipV="1">
              <a:off x="6475411" y="4202112"/>
              <a:ext cx="2285999" cy="2285999"/>
            </a:xfrm>
            <a:custGeom>
              <a:avLst/>
              <a:gdLst>
                <a:gd name="csX0" fmla="*/ 2286591 w 2285999"/>
                <a:gd name="csY0" fmla="*/ 1143543 h 2285999"/>
                <a:gd name="csX1" fmla="*/ 1143591 w 2285999"/>
                <a:gd name="csY1" fmla="*/ 543 h 2285999"/>
                <a:gd name="csX2" fmla="*/ 591 w 2285999"/>
                <a:gd name="csY2" fmla="*/ 1143543 h 2285999"/>
                <a:gd name="csX3" fmla="*/ 1143591 w 2285999"/>
                <a:gd name="csY3" fmla="*/ 2286543 h 2285999"/>
                <a:gd name="csX4" fmla="*/ 2286591 w 2285999"/>
                <a:gd name="csY4" fmla="*/ 1143543 h 2285999"/>
              </a:gdLst>
              <a:ahLst/>
              <a:cxnLst>
                <a:cxn ang="0">
                  <a:pos x="csX0" y="csY0"/>
                </a:cxn>
                <a:cxn ang="0">
                  <a:pos x="csX1" y="csY1"/>
                </a:cxn>
                <a:cxn ang="0">
                  <a:pos x="csX2" y="csY2"/>
                </a:cxn>
                <a:cxn ang="0">
                  <a:pos x="csX3" y="csY3"/>
                </a:cxn>
                <a:cxn ang="0">
                  <a:pos x="csX4" y="csY4"/>
                </a:cxn>
              </a:cxnLst>
              <a:rect l="l" t="t" r="r" b="b"/>
              <a:pathLst>
                <a:path w="2285999" h="2285999">
                  <a:moveTo>
                    <a:pt x="2286591" y="1143543"/>
                  </a:moveTo>
                  <a:cubicBezTo>
                    <a:pt x="2286591" y="512276"/>
                    <a:pt x="1774858" y="543"/>
                    <a:pt x="1143591" y="543"/>
                  </a:cubicBezTo>
                  <a:cubicBezTo>
                    <a:pt x="512325" y="543"/>
                    <a:pt x="591" y="512276"/>
                    <a:pt x="591" y="1143543"/>
                  </a:cubicBezTo>
                  <a:cubicBezTo>
                    <a:pt x="591" y="1774809"/>
                    <a:pt x="512325" y="2286543"/>
                    <a:pt x="1143591" y="2286543"/>
                  </a:cubicBezTo>
                  <a:cubicBezTo>
                    <a:pt x="1774858" y="2286543"/>
                    <a:pt x="2286591" y="1774809"/>
                    <a:pt x="2286591" y="1143543"/>
                  </a:cubicBezTo>
                  <a:close/>
                </a:path>
              </a:pathLst>
            </a:custGeom>
            <a:noFill/>
            <a:ln w="15875" cap="rnd">
              <a:solidFill>
                <a:schemeClr val="accent1"/>
              </a:solidFill>
              <a:prstDash val="solid"/>
              <a:round/>
            </a:ln>
          </p:spPr>
          <p:txBody>
            <a:bodyPr/>
            <a:lstStyle/>
            <a:p>
              <a:endParaRPr lang="en-GB"/>
            </a:p>
          </p:txBody>
        </p:sp>
        <p:sp>
          <p:nvSpPr>
            <p:cNvPr id="82" name="Freeform: Shape 81">
              <a:extLst>
                <a:ext uri="{FF2B5EF4-FFF2-40B4-BE49-F238E27FC236}">
                  <a16:creationId xmlns:a16="http://schemas.microsoft.com/office/drawing/2014/main" id="{C6B23876-B214-0187-53FC-C69A6735A332}"/>
                </a:ext>
              </a:extLst>
            </p:cNvPr>
            <p:cNvSpPr/>
            <p:nvPr/>
          </p:nvSpPr>
          <p:spPr>
            <a:xfrm flipV="1">
              <a:off x="7237411" y="4964112"/>
              <a:ext cx="761999" cy="761999"/>
            </a:xfrm>
            <a:custGeom>
              <a:avLst/>
              <a:gdLst>
                <a:gd name="csX0" fmla="*/ 381501 w 761999"/>
                <a:gd name="csY0" fmla="*/ 513 h 761999"/>
                <a:gd name="csX1" fmla="*/ 501 w 761999"/>
                <a:gd name="csY1" fmla="*/ 381513 h 761999"/>
                <a:gd name="csX2" fmla="*/ 381501 w 761999"/>
                <a:gd name="csY2" fmla="*/ 762513 h 761999"/>
                <a:gd name="csX3" fmla="*/ 762501 w 761999"/>
                <a:gd name="csY3" fmla="*/ 381513 h 761999"/>
                <a:gd name="csX4" fmla="*/ 381501 w 761999"/>
                <a:gd name="csY4" fmla="*/ 513 h 761999"/>
              </a:gdLst>
              <a:ahLst/>
              <a:cxnLst>
                <a:cxn ang="0">
                  <a:pos x="csX0" y="csY0"/>
                </a:cxn>
                <a:cxn ang="0">
                  <a:pos x="csX1" y="csY1"/>
                </a:cxn>
                <a:cxn ang="0">
                  <a:pos x="csX2" y="csY2"/>
                </a:cxn>
                <a:cxn ang="0">
                  <a:pos x="csX3" y="csY3"/>
                </a:cxn>
                <a:cxn ang="0">
                  <a:pos x="csX4" y="csY4"/>
                </a:cxn>
              </a:cxnLst>
              <a:rect l="l" t="t" r="r" b="b"/>
              <a:pathLst>
                <a:path w="761999" h="761999">
                  <a:moveTo>
                    <a:pt x="381501" y="513"/>
                  </a:moveTo>
                  <a:cubicBezTo>
                    <a:pt x="171469" y="513"/>
                    <a:pt x="501" y="171480"/>
                    <a:pt x="501" y="381513"/>
                  </a:cubicBezTo>
                  <a:cubicBezTo>
                    <a:pt x="501" y="591545"/>
                    <a:pt x="171469" y="762513"/>
                    <a:pt x="381501" y="762513"/>
                  </a:cubicBezTo>
                  <a:cubicBezTo>
                    <a:pt x="591534" y="762513"/>
                    <a:pt x="762501" y="591545"/>
                    <a:pt x="762501" y="381513"/>
                  </a:cubicBezTo>
                  <a:cubicBezTo>
                    <a:pt x="762501" y="171480"/>
                    <a:pt x="591534" y="513"/>
                    <a:pt x="381501" y="513"/>
                  </a:cubicBezTo>
                  <a:close/>
                </a:path>
              </a:pathLst>
            </a:custGeom>
            <a:noFill/>
            <a:ln w="15875" cap="rnd">
              <a:solidFill>
                <a:schemeClr val="accent1"/>
              </a:solidFill>
              <a:prstDash val="solid"/>
              <a:round/>
            </a:ln>
          </p:spPr>
          <p:txBody>
            <a:bodyPr/>
            <a:lstStyle/>
            <a:p>
              <a:endParaRPr lang="en-GB"/>
            </a:p>
          </p:txBody>
        </p:sp>
        <p:sp>
          <p:nvSpPr>
            <p:cNvPr id="83" name="Freeform: Shape 82">
              <a:extLst>
                <a:ext uri="{FF2B5EF4-FFF2-40B4-BE49-F238E27FC236}">
                  <a16:creationId xmlns:a16="http://schemas.microsoft.com/office/drawing/2014/main" id="{8516FD6A-A098-6DEC-53A6-990F215083C6}"/>
                </a:ext>
              </a:extLst>
            </p:cNvPr>
            <p:cNvSpPr/>
            <p:nvPr/>
          </p:nvSpPr>
          <p:spPr>
            <a:xfrm flipV="1">
              <a:off x="4379911" y="366712"/>
              <a:ext cx="9525" cy="787399"/>
            </a:xfrm>
            <a:custGeom>
              <a:avLst/>
              <a:gdLst>
                <a:gd name="csX0" fmla="*/ 161 w 9525"/>
                <a:gd name="csY0" fmla="*/ 30 h 787399"/>
                <a:gd name="csX1" fmla="*/ 161 w 9525"/>
                <a:gd name="csY1" fmla="*/ 787430 h 787399"/>
              </a:gdLst>
              <a:ahLst/>
              <a:cxnLst>
                <a:cxn ang="0">
                  <a:pos x="csX0" y="csY0"/>
                </a:cxn>
                <a:cxn ang="0">
                  <a:pos x="csX1" y="csY1"/>
                </a:cxn>
              </a:cxnLst>
              <a:rect l="l" t="t" r="r" b="b"/>
              <a:pathLst>
                <a:path w="9525" h="787399">
                  <a:moveTo>
                    <a:pt x="161" y="30"/>
                  </a:moveTo>
                  <a:lnTo>
                    <a:pt x="161" y="787430"/>
                  </a:lnTo>
                </a:path>
              </a:pathLst>
            </a:custGeom>
            <a:noFill/>
            <a:ln w="15875" cap="rnd">
              <a:solidFill>
                <a:schemeClr val="accent1"/>
              </a:solidFill>
              <a:prstDash val="solid"/>
              <a:round/>
            </a:ln>
          </p:spPr>
          <p:txBody>
            <a:bodyPr/>
            <a:lstStyle/>
            <a:p>
              <a:endParaRPr lang="en-GB"/>
            </a:p>
          </p:txBody>
        </p:sp>
        <p:sp>
          <p:nvSpPr>
            <p:cNvPr id="84" name="Freeform: Shape 83">
              <a:extLst>
                <a:ext uri="{FF2B5EF4-FFF2-40B4-BE49-F238E27FC236}">
                  <a16:creationId xmlns:a16="http://schemas.microsoft.com/office/drawing/2014/main" id="{E15CDC87-46E0-4687-3E5D-0225BDCE5737}"/>
                </a:ext>
              </a:extLst>
            </p:cNvPr>
            <p:cNvSpPr/>
            <p:nvPr/>
          </p:nvSpPr>
          <p:spPr>
            <a:xfrm flipV="1">
              <a:off x="5141911" y="366712"/>
              <a:ext cx="9525" cy="787399"/>
            </a:xfrm>
            <a:custGeom>
              <a:avLst/>
              <a:gdLst>
                <a:gd name="csX0" fmla="*/ 241 w 9525"/>
                <a:gd name="csY0" fmla="*/ 30 h 787399"/>
                <a:gd name="csX1" fmla="*/ 241 w 9525"/>
                <a:gd name="csY1" fmla="*/ 787430 h 787399"/>
              </a:gdLst>
              <a:ahLst/>
              <a:cxnLst>
                <a:cxn ang="0">
                  <a:pos x="csX0" y="csY0"/>
                </a:cxn>
                <a:cxn ang="0">
                  <a:pos x="csX1" y="csY1"/>
                </a:cxn>
              </a:cxnLst>
              <a:rect l="l" t="t" r="r" b="b"/>
              <a:pathLst>
                <a:path w="9525" h="787399">
                  <a:moveTo>
                    <a:pt x="241" y="30"/>
                  </a:moveTo>
                  <a:lnTo>
                    <a:pt x="241" y="787430"/>
                  </a:lnTo>
                </a:path>
              </a:pathLst>
            </a:custGeom>
            <a:noFill/>
            <a:ln w="15875" cap="rnd">
              <a:solidFill>
                <a:schemeClr val="accent1"/>
              </a:solidFill>
              <a:prstDash val="solid"/>
              <a:round/>
            </a:ln>
          </p:spPr>
          <p:txBody>
            <a:bodyPr/>
            <a:lstStyle/>
            <a:p>
              <a:endParaRPr lang="en-GB"/>
            </a:p>
          </p:txBody>
        </p:sp>
        <p:sp>
          <p:nvSpPr>
            <p:cNvPr id="85" name="Freeform: Shape 84">
              <a:extLst>
                <a:ext uri="{FF2B5EF4-FFF2-40B4-BE49-F238E27FC236}">
                  <a16:creationId xmlns:a16="http://schemas.microsoft.com/office/drawing/2014/main" id="{D40CA1FF-7646-05C7-C5E5-68F4D1B1CD59}"/>
                </a:ext>
              </a:extLst>
            </p:cNvPr>
            <p:cNvSpPr/>
            <p:nvPr/>
          </p:nvSpPr>
          <p:spPr>
            <a:xfrm flipV="1">
              <a:off x="7237411" y="2678112"/>
              <a:ext cx="9525" cy="761999"/>
            </a:xfrm>
            <a:custGeom>
              <a:avLst/>
              <a:gdLst>
                <a:gd name="csX0" fmla="*/ 461 w 9525"/>
                <a:gd name="csY0" fmla="*/ 273 h 761999"/>
                <a:gd name="csX1" fmla="*/ 461 w 9525"/>
                <a:gd name="csY1" fmla="*/ 762273 h 761999"/>
              </a:gdLst>
              <a:ahLst/>
              <a:cxnLst>
                <a:cxn ang="0">
                  <a:pos x="csX0" y="csY0"/>
                </a:cxn>
                <a:cxn ang="0">
                  <a:pos x="csX1" y="csY1"/>
                </a:cxn>
              </a:cxnLst>
              <a:rect l="l" t="t" r="r" b="b"/>
              <a:pathLst>
                <a:path w="9525" h="761999">
                  <a:moveTo>
                    <a:pt x="461" y="273"/>
                  </a:moveTo>
                  <a:lnTo>
                    <a:pt x="461" y="762273"/>
                  </a:lnTo>
                </a:path>
              </a:pathLst>
            </a:custGeom>
            <a:noFill/>
            <a:ln w="15875" cap="rnd">
              <a:solidFill>
                <a:schemeClr val="accent1"/>
              </a:solidFill>
              <a:prstDash val="solid"/>
              <a:round/>
            </a:ln>
          </p:spPr>
          <p:txBody>
            <a:bodyPr/>
            <a:lstStyle/>
            <a:p>
              <a:endParaRPr lang="en-GB"/>
            </a:p>
          </p:txBody>
        </p:sp>
        <p:sp>
          <p:nvSpPr>
            <p:cNvPr id="86" name="Freeform: Shape 85">
              <a:extLst>
                <a:ext uri="{FF2B5EF4-FFF2-40B4-BE49-F238E27FC236}">
                  <a16:creationId xmlns:a16="http://schemas.microsoft.com/office/drawing/2014/main" id="{6A84F5CD-DB43-D17A-F199-C850CD19F23D}"/>
                </a:ext>
              </a:extLst>
            </p:cNvPr>
            <p:cNvSpPr/>
            <p:nvPr/>
          </p:nvSpPr>
          <p:spPr>
            <a:xfrm flipV="1">
              <a:off x="7999411" y="2678112"/>
              <a:ext cx="9525" cy="761999"/>
            </a:xfrm>
            <a:custGeom>
              <a:avLst/>
              <a:gdLst>
                <a:gd name="csX0" fmla="*/ 541 w 9525"/>
                <a:gd name="csY0" fmla="*/ 273 h 761999"/>
                <a:gd name="csX1" fmla="*/ 541 w 9525"/>
                <a:gd name="csY1" fmla="*/ 762273 h 761999"/>
              </a:gdLst>
              <a:ahLst/>
              <a:cxnLst>
                <a:cxn ang="0">
                  <a:pos x="csX0" y="csY0"/>
                </a:cxn>
                <a:cxn ang="0">
                  <a:pos x="csX1" y="csY1"/>
                </a:cxn>
              </a:cxnLst>
              <a:rect l="l" t="t" r="r" b="b"/>
              <a:pathLst>
                <a:path w="9525" h="761999">
                  <a:moveTo>
                    <a:pt x="541" y="273"/>
                  </a:moveTo>
                  <a:lnTo>
                    <a:pt x="541" y="762273"/>
                  </a:lnTo>
                </a:path>
              </a:pathLst>
            </a:custGeom>
            <a:noFill/>
            <a:ln w="15875" cap="rnd">
              <a:solidFill>
                <a:schemeClr val="accent1"/>
              </a:solidFill>
              <a:prstDash val="solid"/>
              <a:round/>
            </a:ln>
          </p:spPr>
          <p:txBody>
            <a:bodyPr/>
            <a:lstStyle/>
            <a:p>
              <a:endParaRPr lang="en-GB"/>
            </a:p>
          </p:txBody>
        </p:sp>
        <p:sp>
          <p:nvSpPr>
            <p:cNvPr id="87" name="Freeform: Shape 86">
              <a:extLst>
                <a:ext uri="{FF2B5EF4-FFF2-40B4-BE49-F238E27FC236}">
                  <a16:creationId xmlns:a16="http://schemas.microsoft.com/office/drawing/2014/main" id="{4C5D0A7A-FDDB-230F-9AB4-7A8E9F1A9E2D}"/>
                </a:ext>
              </a:extLst>
            </p:cNvPr>
            <p:cNvSpPr/>
            <p:nvPr/>
          </p:nvSpPr>
          <p:spPr>
            <a:xfrm flipV="1">
              <a:off x="7618411" y="1154112"/>
              <a:ext cx="9525" cy="761999"/>
            </a:xfrm>
            <a:custGeom>
              <a:avLst/>
              <a:gdLst>
                <a:gd name="csX0" fmla="*/ 501 w 9525"/>
                <a:gd name="csY0" fmla="*/ 762173 h 761999"/>
                <a:gd name="csX1" fmla="*/ 501 w 9525"/>
                <a:gd name="csY1" fmla="*/ 173 h 761999"/>
              </a:gdLst>
              <a:ahLst/>
              <a:cxnLst>
                <a:cxn ang="0">
                  <a:pos x="csX0" y="csY0"/>
                </a:cxn>
                <a:cxn ang="0">
                  <a:pos x="csX1" y="csY1"/>
                </a:cxn>
              </a:cxnLst>
              <a:rect l="l" t="t" r="r" b="b"/>
              <a:pathLst>
                <a:path w="9525" h="761999">
                  <a:moveTo>
                    <a:pt x="501" y="762173"/>
                  </a:moveTo>
                  <a:lnTo>
                    <a:pt x="501" y="173"/>
                  </a:lnTo>
                </a:path>
              </a:pathLst>
            </a:custGeom>
            <a:noFill/>
            <a:ln w="15875" cap="rnd">
              <a:solidFill>
                <a:schemeClr val="accent1"/>
              </a:solidFill>
              <a:prstDash val="solid"/>
              <a:round/>
            </a:ln>
          </p:spPr>
          <p:txBody>
            <a:bodyPr/>
            <a:lstStyle/>
            <a:p>
              <a:endParaRPr lang="en-GB"/>
            </a:p>
          </p:txBody>
        </p:sp>
        <p:sp>
          <p:nvSpPr>
            <p:cNvPr id="88" name="Freeform: Shape 87">
              <a:extLst>
                <a:ext uri="{FF2B5EF4-FFF2-40B4-BE49-F238E27FC236}">
                  <a16:creationId xmlns:a16="http://schemas.microsoft.com/office/drawing/2014/main" id="{6357C2E9-8D26-1458-AC2D-A1F23B541600}"/>
                </a:ext>
              </a:extLst>
            </p:cNvPr>
            <p:cNvSpPr/>
            <p:nvPr/>
          </p:nvSpPr>
          <p:spPr>
            <a:xfrm flipV="1">
              <a:off x="7237411" y="1535112"/>
              <a:ext cx="761999" cy="9525"/>
            </a:xfrm>
            <a:custGeom>
              <a:avLst/>
              <a:gdLst>
                <a:gd name="csX0" fmla="*/ 471 w 761999"/>
                <a:gd name="csY0" fmla="*/ 143 h 9525"/>
                <a:gd name="csX1" fmla="*/ 762471 w 761999"/>
                <a:gd name="csY1" fmla="*/ 143 h 9525"/>
              </a:gdLst>
              <a:ahLst/>
              <a:cxnLst>
                <a:cxn ang="0">
                  <a:pos x="csX0" y="csY0"/>
                </a:cxn>
                <a:cxn ang="0">
                  <a:pos x="csX1" y="csY1"/>
                </a:cxn>
              </a:cxnLst>
              <a:rect l="l" t="t" r="r" b="b"/>
              <a:pathLst>
                <a:path w="761999" h="9525">
                  <a:moveTo>
                    <a:pt x="471" y="143"/>
                  </a:moveTo>
                  <a:lnTo>
                    <a:pt x="762471" y="143"/>
                  </a:lnTo>
                </a:path>
              </a:pathLst>
            </a:custGeom>
            <a:noFill/>
            <a:ln w="15875" cap="rnd">
              <a:solidFill>
                <a:schemeClr val="accent1"/>
              </a:solidFill>
              <a:prstDash val="solid"/>
              <a:round/>
            </a:ln>
          </p:spPr>
          <p:txBody>
            <a:bodyPr/>
            <a:lstStyle/>
            <a:p>
              <a:endParaRPr lang="en-GB"/>
            </a:p>
          </p:txBody>
        </p:sp>
        <p:sp>
          <p:nvSpPr>
            <p:cNvPr id="89" name="Freeform: Shape 88">
              <a:extLst>
                <a:ext uri="{FF2B5EF4-FFF2-40B4-BE49-F238E27FC236}">
                  <a16:creationId xmlns:a16="http://schemas.microsoft.com/office/drawing/2014/main" id="{11C99E19-B5E4-75B7-2ECE-D845621B0B96}"/>
                </a:ext>
              </a:extLst>
            </p:cNvPr>
            <p:cNvSpPr/>
            <p:nvPr/>
          </p:nvSpPr>
          <p:spPr>
            <a:xfrm flipV="1">
              <a:off x="4760911" y="5345112"/>
              <a:ext cx="9525" cy="761999"/>
            </a:xfrm>
            <a:custGeom>
              <a:avLst/>
              <a:gdLst>
                <a:gd name="csX0" fmla="*/ 201 w 9525"/>
                <a:gd name="csY0" fmla="*/ 762613 h 761999"/>
                <a:gd name="csX1" fmla="*/ 201 w 9525"/>
                <a:gd name="csY1" fmla="*/ 613 h 761999"/>
              </a:gdLst>
              <a:ahLst/>
              <a:cxnLst>
                <a:cxn ang="0">
                  <a:pos x="csX0" y="csY0"/>
                </a:cxn>
                <a:cxn ang="0">
                  <a:pos x="csX1" y="csY1"/>
                </a:cxn>
              </a:cxnLst>
              <a:rect l="l" t="t" r="r" b="b"/>
              <a:pathLst>
                <a:path w="9525" h="761999">
                  <a:moveTo>
                    <a:pt x="201" y="762613"/>
                  </a:moveTo>
                  <a:lnTo>
                    <a:pt x="201" y="613"/>
                  </a:lnTo>
                </a:path>
              </a:pathLst>
            </a:custGeom>
            <a:noFill/>
            <a:ln w="15875" cap="rnd">
              <a:solidFill>
                <a:schemeClr val="accent1"/>
              </a:solidFill>
              <a:prstDash val="solid"/>
              <a:round/>
            </a:ln>
          </p:spPr>
          <p:txBody>
            <a:bodyPr/>
            <a:lstStyle/>
            <a:p>
              <a:endParaRPr lang="en-GB"/>
            </a:p>
          </p:txBody>
        </p:sp>
        <p:sp>
          <p:nvSpPr>
            <p:cNvPr id="90" name="Freeform: Shape 89">
              <a:extLst>
                <a:ext uri="{FF2B5EF4-FFF2-40B4-BE49-F238E27FC236}">
                  <a16:creationId xmlns:a16="http://schemas.microsoft.com/office/drawing/2014/main" id="{0E482FFE-0C27-308E-2140-9E034E2BD7B2}"/>
                </a:ext>
              </a:extLst>
            </p:cNvPr>
            <p:cNvSpPr/>
            <p:nvPr/>
          </p:nvSpPr>
          <p:spPr>
            <a:xfrm flipV="1">
              <a:off x="4379911" y="5726112"/>
              <a:ext cx="761999" cy="9525"/>
            </a:xfrm>
            <a:custGeom>
              <a:avLst/>
              <a:gdLst>
                <a:gd name="csX0" fmla="*/ 171 w 761999"/>
                <a:gd name="csY0" fmla="*/ 583 h 9525"/>
                <a:gd name="csX1" fmla="*/ 762171 w 761999"/>
                <a:gd name="csY1" fmla="*/ 583 h 9525"/>
              </a:gdLst>
              <a:ahLst/>
              <a:cxnLst>
                <a:cxn ang="0">
                  <a:pos x="csX0" y="csY0"/>
                </a:cxn>
                <a:cxn ang="0">
                  <a:pos x="csX1" y="csY1"/>
                </a:cxn>
              </a:cxnLst>
              <a:rect l="l" t="t" r="r" b="b"/>
              <a:pathLst>
                <a:path w="761999" h="9525">
                  <a:moveTo>
                    <a:pt x="171" y="583"/>
                  </a:moveTo>
                  <a:lnTo>
                    <a:pt x="762171" y="583"/>
                  </a:lnTo>
                </a:path>
              </a:pathLst>
            </a:custGeom>
            <a:noFill/>
            <a:ln w="15875" cap="rnd">
              <a:solidFill>
                <a:schemeClr val="accent1"/>
              </a:solidFill>
              <a:prstDash val="solid"/>
              <a:round/>
            </a:ln>
          </p:spPr>
          <p:txBody>
            <a:bodyPr/>
            <a:lstStyle/>
            <a:p>
              <a:endParaRPr lang="en-GB"/>
            </a:p>
          </p:txBody>
        </p:sp>
      </p:grpSp>
      <p:sp>
        <p:nvSpPr>
          <p:cNvPr id="11" name="Slide Number Placeholder 10">
            <a:extLst>
              <a:ext uri="{FF2B5EF4-FFF2-40B4-BE49-F238E27FC236}">
                <a16:creationId xmlns:a16="http://schemas.microsoft.com/office/drawing/2014/main" id="{4D2AE63A-F865-649A-A9F6-E13AD3E5BF44}"/>
              </a:ext>
            </a:extLst>
          </p:cNvPr>
          <p:cNvSpPr>
            <a:spLocks noGrp="1"/>
          </p:cNvSpPr>
          <p:nvPr>
            <p:ph type="sldNum" sz="quarter" idx="12"/>
          </p:nvPr>
        </p:nvSpPr>
        <p:spPr/>
        <p:txBody>
          <a:bodyPr/>
          <a:lstStyle/>
          <a:p>
            <a:fld id="{0BE4EC83-A869-464E-AE9F-881796FB085E}" type="slidenum">
              <a:rPr lang="en-US" smtClean="0"/>
              <a:t>79</a:t>
            </a:fld>
            <a:endParaRPr lang="en-US"/>
          </a:p>
        </p:txBody>
      </p:sp>
    </p:spTree>
    <p:extLst>
      <p:ext uri="{BB962C8B-B14F-4D97-AF65-F5344CB8AC3E}">
        <p14:creationId xmlns:p14="http://schemas.microsoft.com/office/powerpoint/2010/main" val="351476943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5B596-6447-CAAC-994D-CD304C521A93}"/>
            </a:ext>
          </a:extLst>
        </p:cNvPr>
        <p:cNvGrpSpPr/>
        <p:nvPr/>
      </p:nvGrpSpPr>
      <p:grpSpPr>
        <a:xfrm>
          <a:off x="0" y="0"/>
          <a:ext cx="0" cy="0"/>
          <a:chOff x="0" y="0"/>
          <a:chExt cx="0" cy="0"/>
        </a:xfrm>
      </p:grpSpPr>
      <p:sp>
        <p:nvSpPr>
          <p:cNvPr id="4" name="Round Same Side Corner Rectangle 3">
            <a:extLst>
              <a:ext uri="{FF2B5EF4-FFF2-40B4-BE49-F238E27FC236}">
                <a16:creationId xmlns:a16="http://schemas.microsoft.com/office/drawing/2014/main" id="{82A3606E-6A56-9B43-9E95-B3D504D05EBC}"/>
              </a:ext>
            </a:extLst>
          </p:cNvPr>
          <p:cNvSpPr/>
          <p:nvPr/>
        </p:nvSpPr>
        <p:spPr>
          <a:xfrm>
            <a:off x="838200" y="1748300"/>
            <a:ext cx="10515601" cy="3975167"/>
          </a:xfrm>
          <a:prstGeom prst="round2SameRect">
            <a:avLst>
              <a:gd name="adj1" fmla="val 0"/>
              <a:gd name="adj2" fmla="val 872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Rectangle 95">
            <a:extLst>
              <a:ext uri="{FF2B5EF4-FFF2-40B4-BE49-F238E27FC236}">
                <a16:creationId xmlns:a16="http://schemas.microsoft.com/office/drawing/2014/main" id="{14A0DC56-2778-CD2D-96C3-07B6A918869B}"/>
              </a:ext>
            </a:extLst>
          </p:cNvPr>
          <p:cNvSpPr/>
          <p:nvPr/>
        </p:nvSpPr>
        <p:spPr>
          <a:xfrm>
            <a:off x="1872988" y="3167309"/>
            <a:ext cx="8067780" cy="451821"/>
          </a:xfrm>
          <a:prstGeom prst="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5CC53EF-5F8F-DD16-474A-DB15CD9C71E9}"/>
              </a:ext>
            </a:extLst>
          </p:cNvPr>
          <p:cNvSpPr>
            <a:spLocks noGrp="1"/>
          </p:cNvSpPr>
          <p:nvPr>
            <p:ph type="title"/>
          </p:nvPr>
        </p:nvSpPr>
        <p:spPr>
          <a:xfrm>
            <a:off x="609601" y="561078"/>
            <a:ext cx="10972800" cy="666261"/>
          </a:xfrm>
        </p:spPr>
        <p:txBody>
          <a:bodyPr/>
          <a:lstStyle/>
          <a:p>
            <a:r>
              <a:rPr lang="ar-EG" dirty="0"/>
              <a:t>مؤشرات الأداء الاستراتيجية للبنية المؤسسية</a:t>
            </a:r>
            <a:endParaRPr lang="en-US" dirty="0"/>
          </a:p>
        </p:txBody>
      </p:sp>
      <p:sp>
        <p:nvSpPr>
          <p:cNvPr id="5" name="Freeform 4">
            <a:extLst>
              <a:ext uri="{FF2B5EF4-FFF2-40B4-BE49-F238E27FC236}">
                <a16:creationId xmlns:a16="http://schemas.microsoft.com/office/drawing/2014/main" id="{BBBEC00B-8501-5CEC-4245-A06BDA1F96CA}"/>
              </a:ext>
            </a:extLst>
          </p:cNvPr>
          <p:cNvSpPr/>
          <p:nvPr/>
        </p:nvSpPr>
        <p:spPr>
          <a:xfrm>
            <a:off x="3433482" y="1618981"/>
            <a:ext cx="3313986" cy="170329"/>
          </a:xfrm>
          <a:custGeom>
            <a:avLst/>
            <a:gdLst>
              <a:gd name="connsiteX0" fmla="*/ 0 w 3313986"/>
              <a:gd name="connsiteY0" fmla="*/ 0 h 170329"/>
              <a:gd name="connsiteX1" fmla="*/ 3313986 w 3313986"/>
              <a:gd name="connsiteY1" fmla="*/ 0 h 170329"/>
              <a:gd name="connsiteX2" fmla="*/ 3313986 w 3313986"/>
              <a:gd name="connsiteY2" fmla="*/ 170329 h 170329"/>
              <a:gd name="connsiteX3" fmla="*/ 149041 w 3313986"/>
              <a:gd name="connsiteY3" fmla="*/ 170329 h 170329"/>
              <a:gd name="connsiteX4" fmla="*/ 0 w 3313986"/>
              <a:gd name="connsiteY4" fmla="*/ 21288 h 170329"/>
              <a:gd name="connsiteX0" fmla="*/ 0 w 3313986"/>
              <a:gd name="connsiteY0" fmla="*/ 12216 h 182545"/>
              <a:gd name="connsiteX1" fmla="*/ 1771564 w 3313986"/>
              <a:gd name="connsiteY1" fmla="*/ 0 h 182545"/>
              <a:gd name="connsiteX2" fmla="*/ 3313986 w 3313986"/>
              <a:gd name="connsiteY2" fmla="*/ 12216 h 182545"/>
              <a:gd name="connsiteX3" fmla="*/ 3313986 w 3313986"/>
              <a:gd name="connsiteY3" fmla="*/ 182545 h 182545"/>
              <a:gd name="connsiteX4" fmla="*/ 149041 w 3313986"/>
              <a:gd name="connsiteY4" fmla="*/ 182545 h 182545"/>
              <a:gd name="connsiteX5" fmla="*/ 0 w 3313986"/>
              <a:gd name="connsiteY5" fmla="*/ 33504 h 182545"/>
              <a:gd name="connsiteX6" fmla="*/ 0 w 3313986"/>
              <a:gd name="connsiteY6" fmla="*/ 12216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6" fmla="*/ 1863004 w 3313986"/>
              <a:gd name="connsiteY6" fmla="*/ 91440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0" fmla="*/ 3313986 w 3313986"/>
              <a:gd name="connsiteY0" fmla="*/ 0 h 170329"/>
              <a:gd name="connsiteX1" fmla="*/ 3313986 w 3313986"/>
              <a:gd name="connsiteY1" fmla="*/ 170329 h 170329"/>
              <a:gd name="connsiteX2" fmla="*/ 149041 w 3313986"/>
              <a:gd name="connsiteY2" fmla="*/ 170329 h 170329"/>
              <a:gd name="connsiteX3" fmla="*/ 0 w 3313986"/>
              <a:gd name="connsiteY3" fmla="*/ 21288 h 170329"/>
              <a:gd name="connsiteX4" fmla="*/ 0 w 3313986"/>
              <a:gd name="connsiteY4" fmla="*/ 0 h 170329"/>
              <a:gd name="connsiteX0" fmla="*/ 3313986 w 3313986"/>
              <a:gd name="connsiteY0" fmla="*/ 170329 h 170329"/>
              <a:gd name="connsiteX1" fmla="*/ 149041 w 3313986"/>
              <a:gd name="connsiteY1" fmla="*/ 170329 h 170329"/>
              <a:gd name="connsiteX2" fmla="*/ 0 w 3313986"/>
              <a:gd name="connsiteY2" fmla="*/ 21288 h 170329"/>
              <a:gd name="connsiteX3" fmla="*/ 0 w 3313986"/>
              <a:gd name="connsiteY3" fmla="*/ 0 h 170329"/>
            </a:gdLst>
            <a:ahLst/>
            <a:cxnLst>
              <a:cxn ang="0">
                <a:pos x="connsiteX0" y="connsiteY0"/>
              </a:cxn>
              <a:cxn ang="0">
                <a:pos x="connsiteX1" y="connsiteY1"/>
              </a:cxn>
              <a:cxn ang="0">
                <a:pos x="connsiteX2" y="connsiteY2"/>
              </a:cxn>
              <a:cxn ang="0">
                <a:pos x="connsiteX3" y="connsiteY3"/>
              </a:cxn>
            </a:cxnLst>
            <a:rect l="l" t="t" r="r" b="b"/>
            <a:pathLst>
              <a:path w="3313986" h="170329">
                <a:moveTo>
                  <a:pt x="3313986" y="170329"/>
                </a:moveTo>
                <a:lnTo>
                  <a:pt x="149041" y="170329"/>
                </a:lnTo>
                <a:cubicBezTo>
                  <a:pt x="66728" y="170329"/>
                  <a:pt x="0" y="103601"/>
                  <a:pt x="0" y="21288"/>
                </a:cubicBezTo>
                <a:lnTo>
                  <a:pt x="0" y="0"/>
                </a:lnTo>
              </a:path>
            </a:pathLst>
          </a:custGeom>
          <a:noFill/>
          <a:ln>
            <a:solidFill>
              <a:schemeClr val="bg1">
                <a:lumMod val="85000"/>
              </a:schemeClr>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eeform 5">
            <a:extLst>
              <a:ext uri="{FF2B5EF4-FFF2-40B4-BE49-F238E27FC236}">
                <a16:creationId xmlns:a16="http://schemas.microsoft.com/office/drawing/2014/main" id="{E307C215-6A49-5D33-3198-B22147E7E5CA}"/>
              </a:ext>
            </a:extLst>
          </p:cNvPr>
          <p:cNvSpPr/>
          <p:nvPr/>
        </p:nvSpPr>
        <p:spPr>
          <a:xfrm flipH="1">
            <a:off x="5596932" y="1737221"/>
            <a:ext cx="3313986" cy="170329"/>
          </a:xfrm>
          <a:custGeom>
            <a:avLst/>
            <a:gdLst>
              <a:gd name="connsiteX0" fmla="*/ 0 w 3313986"/>
              <a:gd name="connsiteY0" fmla="*/ 0 h 170329"/>
              <a:gd name="connsiteX1" fmla="*/ 3313986 w 3313986"/>
              <a:gd name="connsiteY1" fmla="*/ 0 h 170329"/>
              <a:gd name="connsiteX2" fmla="*/ 3313986 w 3313986"/>
              <a:gd name="connsiteY2" fmla="*/ 170329 h 170329"/>
              <a:gd name="connsiteX3" fmla="*/ 149041 w 3313986"/>
              <a:gd name="connsiteY3" fmla="*/ 170329 h 170329"/>
              <a:gd name="connsiteX4" fmla="*/ 0 w 3313986"/>
              <a:gd name="connsiteY4" fmla="*/ 21288 h 170329"/>
              <a:gd name="connsiteX0" fmla="*/ 0 w 3313986"/>
              <a:gd name="connsiteY0" fmla="*/ 12216 h 182545"/>
              <a:gd name="connsiteX1" fmla="*/ 1771564 w 3313986"/>
              <a:gd name="connsiteY1" fmla="*/ 0 h 182545"/>
              <a:gd name="connsiteX2" fmla="*/ 3313986 w 3313986"/>
              <a:gd name="connsiteY2" fmla="*/ 12216 h 182545"/>
              <a:gd name="connsiteX3" fmla="*/ 3313986 w 3313986"/>
              <a:gd name="connsiteY3" fmla="*/ 182545 h 182545"/>
              <a:gd name="connsiteX4" fmla="*/ 149041 w 3313986"/>
              <a:gd name="connsiteY4" fmla="*/ 182545 h 182545"/>
              <a:gd name="connsiteX5" fmla="*/ 0 w 3313986"/>
              <a:gd name="connsiteY5" fmla="*/ 33504 h 182545"/>
              <a:gd name="connsiteX6" fmla="*/ 0 w 3313986"/>
              <a:gd name="connsiteY6" fmla="*/ 12216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6" fmla="*/ 1863004 w 3313986"/>
              <a:gd name="connsiteY6" fmla="*/ 91440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0" fmla="*/ 3313986 w 3313986"/>
              <a:gd name="connsiteY0" fmla="*/ 0 h 170329"/>
              <a:gd name="connsiteX1" fmla="*/ 3313986 w 3313986"/>
              <a:gd name="connsiteY1" fmla="*/ 170329 h 170329"/>
              <a:gd name="connsiteX2" fmla="*/ 149041 w 3313986"/>
              <a:gd name="connsiteY2" fmla="*/ 170329 h 170329"/>
              <a:gd name="connsiteX3" fmla="*/ 0 w 3313986"/>
              <a:gd name="connsiteY3" fmla="*/ 21288 h 170329"/>
              <a:gd name="connsiteX4" fmla="*/ 0 w 3313986"/>
              <a:gd name="connsiteY4" fmla="*/ 0 h 170329"/>
              <a:gd name="connsiteX0" fmla="*/ 3313986 w 3313986"/>
              <a:gd name="connsiteY0" fmla="*/ 170329 h 170329"/>
              <a:gd name="connsiteX1" fmla="*/ 149041 w 3313986"/>
              <a:gd name="connsiteY1" fmla="*/ 170329 h 170329"/>
              <a:gd name="connsiteX2" fmla="*/ 0 w 3313986"/>
              <a:gd name="connsiteY2" fmla="*/ 21288 h 170329"/>
              <a:gd name="connsiteX3" fmla="*/ 0 w 3313986"/>
              <a:gd name="connsiteY3" fmla="*/ 0 h 170329"/>
            </a:gdLst>
            <a:ahLst/>
            <a:cxnLst>
              <a:cxn ang="0">
                <a:pos x="connsiteX0" y="connsiteY0"/>
              </a:cxn>
              <a:cxn ang="0">
                <a:pos x="connsiteX1" y="connsiteY1"/>
              </a:cxn>
              <a:cxn ang="0">
                <a:pos x="connsiteX2" y="connsiteY2"/>
              </a:cxn>
              <a:cxn ang="0">
                <a:pos x="connsiteX3" y="connsiteY3"/>
              </a:cxn>
            </a:cxnLst>
            <a:rect l="l" t="t" r="r" b="b"/>
            <a:pathLst>
              <a:path w="3313986" h="170329">
                <a:moveTo>
                  <a:pt x="3313986" y="170329"/>
                </a:moveTo>
                <a:lnTo>
                  <a:pt x="149041" y="170329"/>
                </a:lnTo>
                <a:cubicBezTo>
                  <a:pt x="66728" y="170329"/>
                  <a:pt x="0" y="103601"/>
                  <a:pt x="0" y="21288"/>
                </a:cubicBezTo>
                <a:lnTo>
                  <a:pt x="0" y="0"/>
                </a:lnTo>
              </a:path>
            </a:pathLst>
          </a:custGeom>
          <a:noFill/>
          <a:ln>
            <a:solidFill>
              <a:schemeClr val="bg1">
                <a:lumMod val="85000"/>
              </a:schemeClr>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ounded Rectangle 6">
            <a:extLst>
              <a:ext uri="{FF2B5EF4-FFF2-40B4-BE49-F238E27FC236}">
                <a16:creationId xmlns:a16="http://schemas.microsoft.com/office/drawing/2014/main" id="{2892FD21-F32D-70F7-174C-DB7F69CE5DD1}"/>
              </a:ext>
            </a:extLst>
          </p:cNvPr>
          <p:cNvSpPr/>
          <p:nvPr/>
        </p:nvSpPr>
        <p:spPr>
          <a:xfrm>
            <a:off x="2981661" y="1475899"/>
            <a:ext cx="6228678" cy="688914"/>
          </a:xfrm>
          <a:prstGeom prst="round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ounded Rectangle 7">
            <a:extLst>
              <a:ext uri="{FF2B5EF4-FFF2-40B4-BE49-F238E27FC236}">
                <a16:creationId xmlns:a16="http://schemas.microsoft.com/office/drawing/2014/main" id="{726B48A1-68BB-FD03-8595-33C11C7C8E0B}"/>
              </a:ext>
            </a:extLst>
          </p:cNvPr>
          <p:cNvSpPr/>
          <p:nvPr/>
        </p:nvSpPr>
        <p:spPr>
          <a:xfrm>
            <a:off x="2981661" y="1287436"/>
            <a:ext cx="6228678" cy="92532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b="1" dirty="0"/>
              <a:t>نسبة الامتثال لمعايير ومبادئ البنية المؤسسية المعتمدة</a:t>
            </a:r>
            <a:endParaRPr lang="en-US" b="1" dirty="0"/>
          </a:p>
        </p:txBody>
      </p:sp>
      <p:sp>
        <p:nvSpPr>
          <p:cNvPr id="9" name="Title 11">
            <a:extLst>
              <a:ext uri="{FF2B5EF4-FFF2-40B4-BE49-F238E27FC236}">
                <a16:creationId xmlns:a16="http://schemas.microsoft.com/office/drawing/2014/main" id="{3896E617-F042-2E48-3C86-5CE1386DCBFB}"/>
              </a:ext>
            </a:extLst>
          </p:cNvPr>
          <p:cNvSpPr txBox="1">
            <a:spLocks/>
          </p:cNvSpPr>
          <p:nvPr/>
        </p:nvSpPr>
        <p:spPr>
          <a:xfrm>
            <a:off x="2949387" y="1565225"/>
            <a:ext cx="6293226" cy="647533"/>
          </a:xfrm>
          <a:prstGeom prst="rect">
            <a:avLst/>
          </a:prstGeom>
        </p:spPr>
        <p:txBody>
          <a:bodyPr anchor="ctr" anchorCtr="0">
            <a:noAutofit/>
          </a:bodyPr>
          <a:lstStyle>
            <a:lvl1pPr algn="r" defTabSz="914400" rtl="1" eaLnBrk="1" latinLnBrk="0" hangingPunct="1">
              <a:lnSpc>
                <a:spcPct val="100000"/>
              </a:lnSpc>
              <a:spcBef>
                <a:spcPct val="0"/>
              </a:spcBef>
              <a:buNone/>
              <a:defRPr sz="3200" b="1" kern="1200">
                <a:solidFill>
                  <a:schemeClr val="accent1">
                    <a:lumMod val="75000"/>
                  </a:schemeClr>
                </a:solidFill>
                <a:latin typeface="+mj-lt"/>
                <a:ea typeface="+mj-ea"/>
                <a:cs typeface="+mj-cs"/>
              </a:defRPr>
            </a:lvl1pPr>
          </a:lstStyle>
          <a:p>
            <a:pPr algn="ctr"/>
            <a:endParaRPr lang="ar-SA" sz="2000" dirty="0">
              <a:solidFill>
                <a:schemeClr val="bg1"/>
              </a:solidFill>
            </a:endParaRPr>
          </a:p>
        </p:txBody>
      </p:sp>
      <p:sp>
        <p:nvSpPr>
          <p:cNvPr id="10" name="Round Same Side Corner Rectangle 9">
            <a:extLst>
              <a:ext uri="{FF2B5EF4-FFF2-40B4-BE49-F238E27FC236}">
                <a16:creationId xmlns:a16="http://schemas.microsoft.com/office/drawing/2014/main" id="{23C4BB08-FF95-9B01-5996-72B3E9869512}"/>
              </a:ext>
            </a:extLst>
          </p:cNvPr>
          <p:cNvSpPr/>
          <p:nvPr/>
        </p:nvSpPr>
        <p:spPr>
          <a:xfrm>
            <a:off x="5385860" y="1287437"/>
            <a:ext cx="1420280" cy="281048"/>
          </a:xfrm>
          <a:prstGeom prst="round2SameRect">
            <a:avLst>
              <a:gd name="adj1" fmla="val 0"/>
              <a:gd name="adj2" fmla="val 50000"/>
            </a:avLst>
          </a:prstGeom>
          <a:solidFill>
            <a:schemeClr val="bg1"/>
          </a:solidFill>
          <a:effectLst>
            <a:outerShdw blurRad="50800" dist="25400" dir="5400000" sx="97000" sy="97000" algn="t" rotWithShape="0">
              <a:prstClr val="black">
                <a:alpha val="20000"/>
              </a:prstClr>
            </a:outerShdw>
          </a:effectLst>
        </p:spPr>
        <p:txBody>
          <a:bodyPr wrap="none" tIns="0" bIns="45720">
            <a:noAutofit/>
          </a:bodyPr>
          <a:lstStyle/>
          <a:p>
            <a:pPr lvl="0" algn="ctr" rtl="1"/>
            <a:r>
              <a:rPr lang="en-US" b="1" dirty="0">
                <a:solidFill>
                  <a:schemeClr val="accent1"/>
                </a:solidFill>
              </a:rPr>
              <a:t>EASKPI08</a:t>
            </a:r>
            <a:endParaRPr lang="ar-EG" b="1" dirty="0">
              <a:solidFill>
                <a:schemeClr val="accent1"/>
              </a:solidFill>
            </a:endParaRPr>
          </a:p>
        </p:txBody>
      </p:sp>
      <p:sp>
        <p:nvSpPr>
          <p:cNvPr id="79" name="Rectangle 78">
            <a:extLst>
              <a:ext uri="{FF2B5EF4-FFF2-40B4-BE49-F238E27FC236}">
                <a16:creationId xmlns:a16="http://schemas.microsoft.com/office/drawing/2014/main" id="{DBC5E29D-80F6-ABB3-EB27-D4389EF48397}"/>
              </a:ext>
            </a:extLst>
          </p:cNvPr>
          <p:cNvSpPr/>
          <p:nvPr/>
        </p:nvSpPr>
        <p:spPr>
          <a:xfrm>
            <a:off x="1872988" y="2510775"/>
            <a:ext cx="8067780" cy="451821"/>
          </a:xfrm>
          <a:prstGeom prst="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92" name="Table 91">
            <a:extLst>
              <a:ext uri="{FF2B5EF4-FFF2-40B4-BE49-F238E27FC236}">
                <a16:creationId xmlns:a16="http://schemas.microsoft.com/office/drawing/2014/main" id="{0ED9EE23-61BD-076B-DF68-6F151676DA4C}"/>
              </a:ext>
            </a:extLst>
          </p:cNvPr>
          <p:cNvGraphicFramePr>
            <a:graphicFrameLocks noGrp="1"/>
          </p:cNvGraphicFramePr>
          <p:nvPr/>
        </p:nvGraphicFramePr>
        <p:xfrm>
          <a:off x="1113853" y="2293250"/>
          <a:ext cx="9964294" cy="1827936"/>
        </p:xfrm>
        <a:graphic>
          <a:graphicData uri="http://schemas.openxmlformats.org/drawingml/2006/table">
            <a:tbl>
              <a:tblPr firstRow="1" bandRow="1">
                <a:tableStyleId>{5C22544A-7EE6-4342-B048-85BDC9FD1C3A}</a:tableStyleId>
              </a:tblPr>
              <a:tblGrid>
                <a:gridCol w="8543322">
                  <a:extLst>
                    <a:ext uri="{9D8B030D-6E8A-4147-A177-3AD203B41FA5}">
                      <a16:colId xmlns:a16="http://schemas.microsoft.com/office/drawing/2014/main" val="1922650772"/>
                    </a:ext>
                  </a:extLst>
                </a:gridCol>
                <a:gridCol w="1420972">
                  <a:extLst>
                    <a:ext uri="{9D8B030D-6E8A-4147-A177-3AD203B41FA5}">
                      <a16:colId xmlns:a16="http://schemas.microsoft.com/office/drawing/2014/main" val="831415739"/>
                    </a:ext>
                  </a:extLst>
                </a:gridCol>
              </a:tblGrid>
              <a:tr h="456984">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baseline="0" dirty="0">
                          <a:solidFill>
                            <a:schemeClr val="accent1"/>
                          </a:solidFill>
                          <a:latin typeface="Sakkal Majalla" panose="02000000000000000000" pitchFamily="2" charset="-78"/>
                          <a:ea typeface="+mn-ea"/>
                          <a:cs typeface="Sakkal Majalla" panose="02000000000000000000" pitchFamily="2" charset="-78"/>
                        </a:rPr>
                        <a:t>تعزيز الحوكمة المؤسسية</a:t>
                      </a:r>
                      <a:endParaRPr lang="ar-EG" sz="1400" b="1" kern="1200" baseline="0" dirty="0">
                        <a:solidFill>
                          <a:schemeClr val="accent1"/>
                        </a:solidFill>
                        <a:latin typeface="Sakkal Majalla" panose="02000000000000000000" pitchFamily="2" charset="-78"/>
                        <a:ea typeface="+mn-ea"/>
                        <a:cs typeface="Sakkal Majalla" panose="02000000000000000000" pitchFamily="2" charset="-7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الهدف الاستراتيجي</a:t>
                      </a:r>
                      <a:endParaRPr lang="en-US"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4060515"/>
                  </a:ext>
                </a:extLst>
              </a:tr>
              <a:tr h="456984">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يقيس مستوى امتثال المبادرات والمشاريع لمعايير ومبادئ البنية المؤسسية عبر نتائج تقييم الامتثال المعماري قبل/أثناء التنفيذ.</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وصف المؤشر</a:t>
                      </a:r>
                      <a:endParaRPr lang="en-US"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577636"/>
                  </a:ext>
                </a:extLst>
              </a:tr>
              <a:tr h="456984">
                <a:tc>
                  <a:txBody>
                    <a:bodyPr/>
                    <a:lstStyle/>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(عدد المبادرات/المشاريع الممتثلة ÷ إجمالي المبادرات/المشاريع ضمن خارطة الطريق) × 100</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معادلة الاحتساب</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6671549"/>
                  </a:ext>
                </a:extLst>
              </a:tr>
              <a:tr h="456984">
                <a:tc>
                  <a:txBody>
                    <a:bodyPr/>
                    <a:lstStyle/>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مكتب البنية المؤسسية </a:t>
                      </a:r>
                      <a:r>
                        <a:rPr lang="en-US" sz="1400" b="1" kern="1200" baseline="0" dirty="0">
                          <a:solidFill>
                            <a:schemeClr val="accent1"/>
                          </a:solidFill>
                          <a:latin typeface="Sakkal Majalla" panose="02000000000000000000" pitchFamily="2" charset="-78"/>
                          <a:ea typeface="+mn-ea"/>
                          <a:cs typeface="Sakkal Majalla" panose="02000000000000000000" pitchFamily="2" charset="-78"/>
                        </a:rPr>
                        <a:t>)</a:t>
                      </a: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نتائج تقييم الامتثال + تقارير مراجعة المشاريع</a:t>
                      </a:r>
                      <a:r>
                        <a:rPr lang="en-US" sz="1400" b="1" kern="1200" baseline="0" dirty="0">
                          <a:solidFill>
                            <a:schemeClr val="accent1"/>
                          </a:solidFill>
                          <a:latin typeface="Sakkal Majalla" panose="02000000000000000000" pitchFamily="2" charset="-78"/>
                          <a:ea typeface="+mn-ea"/>
                          <a:cs typeface="Sakkal Majalla" panose="02000000000000000000" pitchFamily="2" charset="-78"/>
                        </a:rPr>
                        <a:t>(</a:t>
                      </a:r>
                      <a:endParaRPr lang="ar-EG" sz="1400" b="1" kern="1200" baseline="0" dirty="0">
                        <a:solidFill>
                          <a:schemeClr val="accent1"/>
                        </a:solidFill>
                        <a:latin typeface="Sakkal Majalla" panose="02000000000000000000" pitchFamily="2" charset="-78"/>
                        <a:ea typeface="+mn-ea"/>
                        <a:cs typeface="Sakkal Majalla" panose="02000000000000000000" pitchFamily="2" charset="-7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مصدر البيانات</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578273"/>
                  </a:ext>
                </a:extLst>
              </a:tr>
            </a:tbl>
          </a:graphicData>
        </a:graphic>
      </p:graphicFrame>
      <p:sp>
        <p:nvSpPr>
          <p:cNvPr id="37" name="Rounded Rectangle 40">
            <a:extLst>
              <a:ext uri="{FF2B5EF4-FFF2-40B4-BE49-F238E27FC236}">
                <a16:creationId xmlns:a16="http://schemas.microsoft.com/office/drawing/2014/main" id="{8F2C10AC-44CD-6DF3-02E6-88C59FC2260B}"/>
              </a:ext>
            </a:extLst>
          </p:cNvPr>
          <p:cNvSpPr/>
          <p:nvPr/>
        </p:nvSpPr>
        <p:spPr>
          <a:xfrm>
            <a:off x="2166134"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Box 37">
            <a:extLst>
              <a:ext uri="{FF2B5EF4-FFF2-40B4-BE49-F238E27FC236}">
                <a16:creationId xmlns:a16="http://schemas.microsoft.com/office/drawing/2014/main" id="{1511BB44-E5A4-989A-59CA-B694B25A40FC}"/>
              </a:ext>
            </a:extLst>
          </p:cNvPr>
          <p:cNvSpPr txBox="1"/>
          <p:nvPr/>
        </p:nvSpPr>
        <p:spPr>
          <a:xfrm>
            <a:off x="1962748"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المستهدف</a:t>
            </a:r>
          </a:p>
        </p:txBody>
      </p:sp>
      <p:grpSp>
        <p:nvGrpSpPr>
          <p:cNvPr id="39" name="Group 38">
            <a:extLst>
              <a:ext uri="{FF2B5EF4-FFF2-40B4-BE49-F238E27FC236}">
                <a16:creationId xmlns:a16="http://schemas.microsoft.com/office/drawing/2014/main" id="{0E0AF535-7656-DE99-8900-8EF349120B82}"/>
              </a:ext>
            </a:extLst>
          </p:cNvPr>
          <p:cNvGrpSpPr>
            <a:grpSpLocks noChangeAspect="1"/>
          </p:cNvGrpSpPr>
          <p:nvPr/>
        </p:nvGrpSpPr>
        <p:grpSpPr>
          <a:xfrm>
            <a:off x="8926404" y="4690821"/>
            <a:ext cx="243890" cy="242732"/>
            <a:chOff x="2501900" y="457201"/>
            <a:chExt cx="1674813" cy="1666876"/>
          </a:xfrm>
          <a:solidFill>
            <a:schemeClr val="accent1"/>
          </a:solidFill>
        </p:grpSpPr>
        <p:sp>
          <p:nvSpPr>
            <p:cNvPr id="40" name="Freeform 5">
              <a:extLst>
                <a:ext uri="{FF2B5EF4-FFF2-40B4-BE49-F238E27FC236}">
                  <a16:creationId xmlns:a16="http://schemas.microsoft.com/office/drawing/2014/main" id="{78E921AF-0FF7-A258-612A-22735B9AD807}"/>
                </a:ext>
              </a:extLst>
            </p:cNvPr>
            <p:cNvSpPr>
              <a:spLocks/>
            </p:cNvSpPr>
            <p:nvPr/>
          </p:nvSpPr>
          <p:spPr bwMode="auto">
            <a:xfrm>
              <a:off x="2857500" y="457201"/>
              <a:ext cx="130175" cy="273050"/>
            </a:xfrm>
            <a:custGeom>
              <a:avLst/>
              <a:gdLst>
                <a:gd name="T0" fmla="*/ 0 w 350"/>
                <a:gd name="T1" fmla="*/ 367 h 734"/>
                <a:gd name="T2" fmla="*/ 0 w 350"/>
                <a:gd name="T3" fmla="*/ 734 h 734"/>
                <a:gd name="T4" fmla="*/ 175 w 350"/>
                <a:gd name="T5" fmla="*/ 734 h 734"/>
                <a:gd name="T6" fmla="*/ 350 w 350"/>
                <a:gd name="T7" fmla="*/ 734 h 734"/>
                <a:gd name="T8" fmla="*/ 350 w 350"/>
                <a:gd name="T9" fmla="*/ 367 h 734"/>
                <a:gd name="T10" fmla="*/ 350 w 350"/>
                <a:gd name="T11" fmla="*/ 0 h 734"/>
                <a:gd name="T12" fmla="*/ 175 w 350"/>
                <a:gd name="T13" fmla="*/ 0 h 734"/>
                <a:gd name="T14" fmla="*/ 0 w 350"/>
                <a:gd name="T15" fmla="*/ 0 h 734"/>
                <a:gd name="T16" fmla="*/ 0 w 350"/>
                <a:gd name="T17" fmla="*/ 367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734">
                  <a:moveTo>
                    <a:pt x="0" y="367"/>
                  </a:moveTo>
                  <a:lnTo>
                    <a:pt x="0" y="734"/>
                  </a:lnTo>
                  <a:lnTo>
                    <a:pt x="175" y="734"/>
                  </a:lnTo>
                  <a:lnTo>
                    <a:pt x="350" y="734"/>
                  </a:lnTo>
                  <a:lnTo>
                    <a:pt x="350" y="367"/>
                  </a:lnTo>
                  <a:lnTo>
                    <a:pt x="350" y="0"/>
                  </a:lnTo>
                  <a:lnTo>
                    <a:pt x="175" y="0"/>
                  </a:lnTo>
                  <a:lnTo>
                    <a:pt x="0" y="0"/>
                  </a:lnTo>
                  <a:lnTo>
                    <a:pt x="0" y="3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3" name="Freeform 6">
              <a:extLst>
                <a:ext uri="{FF2B5EF4-FFF2-40B4-BE49-F238E27FC236}">
                  <a16:creationId xmlns:a16="http://schemas.microsoft.com/office/drawing/2014/main" id="{8B850149-0937-2326-55F1-B225D003B596}"/>
                </a:ext>
              </a:extLst>
            </p:cNvPr>
            <p:cNvSpPr>
              <a:spLocks/>
            </p:cNvSpPr>
            <p:nvPr/>
          </p:nvSpPr>
          <p:spPr bwMode="auto">
            <a:xfrm>
              <a:off x="3690938" y="457201"/>
              <a:ext cx="136525" cy="273050"/>
            </a:xfrm>
            <a:custGeom>
              <a:avLst/>
              <a:gdLst>
                <a:gd name="T0" fmla="*/ 0 w 367"/>
                <a:gd name="T1" fmla="*/ 367 h 734"/>
                <a:gd name="T2" fmla="*/ 0 w 367"/>
                <a:gd name="T3" fmla="*/ 734 h 734"/>
                <a:gd name="T4" fmla="*/ 184 w 367"/>
                <a:gd name="T5" fmla="*/ 734 h 734"/>
                <a:gd name="T6" fmla="*/ 367 w 367"/>
                <a:gd name="T7" fmla="*/ 734 h 734"/>
                <a:gd name="T8" fmla="*/ 367 w 367"/>
                <a:gd name="T9" fmla="*/ 367 h 734"/>
                <a:gd name="T10" fmla="*/ 367 w 367"/>
                <a:gd name="T11" fmla="*/ 0 h 734"/>
                <a:gd name="T12" fmla="*/ 184 w 367"/>
                <a:gd name="T13" fmla="*/ 0 h 734"/>
                <a:gd name="T14" fmla="*/ 0 w 367"/>
                <a:gd name="T15" fmla="*/ 0 h 734"/>
                <a:gd name="T16" fmla="*/ 0 w 367"/>
                <a:gd name="T17" fmla="*/ 367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734">
                  <a:moveTo>
                    <a:pt x="0" y="367"/>
                  </a:moveTo>
                  <a:lnTo>
                    <a:pt x="0" y="734"/>
                  </a:lnTo>
                  <a:lnTo>
                    <a:pt x="184" y="734"/>
                  </a:lnTo>
                  <a:lnTo>
                    <a:pt x="367" y="734"/>
                  </a:lnTo>
                  <a:lnTo>
                    <a:pt x="367" y="367"/>
                  </a:lnTo>
                  <a:lnTo>
                    <a:pt x="367" y="0"/>
                  </a:lnTo>
                  <a:lnTo>
                    <a:pt x="184" y="0"/>
                  </a:lnTo>
                  <a:lnTo>
                    <a:pt x="0" y="0"/>
                  </a:lnTo>
                  <a:lnTo>
                    <a:pt x="0" y="3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4" name="Freeform 24">
              <a:extLst>
                <a:ext uri="{FF2B5EF4-FFF2-40B4-BE49-F238E27FC236}">
                  <a16:creationId xmlns:a16="http://schemas.microsoft.com/office/drawing/2014/main" id="{C1B01AF0-A46D-0D2B-CEE8-26D0A4178BB9}"/>
                </a:ext>
              </a:extLst>
            </p:cNvPr>
            <p:cNvSpPr>
              <a:spLocks noEditPoints="1"/>
            </p:cNvSpPr>
            <p:nvPr/>
          </p:nvSpPr>
          <p:spPr bwMode="auto">
            <a:xfrm>
              <a:off x="2501900" y="661989"/>
              <a:ext cx="1674813" cy="1462088"/>
            </a:xfrm>
            <a:custGeom>
              <a:avLst/>
              <a:gdLst>
                <a:gd name="T0" fmla="*/ 0 w 4483"/>
                <a:gd name="T1" fmla="*/ 475 h 3917"/>
                <a:gd name="T2" fmla="*/ 0 w 4483"/>
                <a:gd name="T3" fmla="*/ 950 h 3917"/>
                <a:gd name="T4" fmla="*/ 92 w 4483"/>
                <a:gd name="T5" fmla="*/ 950 h 3917"/>
                <a:gd name="T6" fmla="*/ 183 w 4483"/>
                <a:gd name="T7" fmla="*/ 950 h 3917"/>
                <a:gd name="T8" fmla="*/ 183 w 4483"/>
                <a:gd name="T9" fmla="*/ 2434 h 3917"/>
                <a:gd name="T10" fmla="*/ 183 w 4483"/>
                <a:gd name="T11" fmla="*/ 3917 h 3917"/>
                <a:gd name="T12" fmla="*/ 2242 w 4483"/>
                <a:gd name="T13" fmla="*/ 3917 h 3917"/>
                <a:gd name="T14" fmla="*/ 4300 w 4483"/>
                <a:gd name="T15" fmla="*/ 3917 h 3917"/>
                <a:gd name="T16" fmla="*/ 4300 w 4483"/>
                <a:gd name="T17" fmla="*/ 2434 h 3917"/>
                <a:gd name="T18" fmla="*/ 4300 w 4483"/>
                <a:gd name="T19" fmla="*/ 950 h 3917"/>
                <a:gd name="T20" fmla="*/ 4392 w 4483"/>
                <a:gd name="T21" fmla="*/ 950 h 3917"/>
                <a:gd name="T22" fmla="*/ 4483 w 4483"/>
                <a:gd name="T23" fmla="*/ 950 h 3917"/>
                <a:gd name="T24" fmla="*/ 4483 w 4483"/>
                <a:gd name="T25" fmla="*/ 475 h 3917"/>
                <a:gd name="T26" fmla="*/ 4483 w 4483"/>
                <a:gd name="T27" fmla="*/ 0 h 3917"/>
                <a:gd name="T28" fmla="*/ 4117 w 4483"/>
                <a:gd name="T29" fmla="*/ 0 h 3917"/>
                <a:gd name="T30" fmla="*/ 3752 w 4483"/>
                <a:gd name="T31" fmla="*/ 0 h 3917"/>
                <a:gd name="T32" fmla="*/ 3747 w 4483"/>
                <a:gd name="T33" fmla="*/ 187 h 3917"/>
                <a:gd name="T34" fmla="*/ 3742 w 4483"/>
                <a:gd name="T35" fmla="*/ 375 h 3917"/>
                <a:gd name="T36" fmla="*/ 3363 w 4483"/>
                <a:gd name="T37" fmla="*/ 380 h 3917"/>
                <a:gd name="T38" fmla="*/ 2983 w 4483"/>
                <a:gd name="T39" fmla="*/ 384 h 3917"/>
                <a:gd name="T40" fmla="*/ 2983 w 4483"/>
                <a:gd name="T41" fmla="*/ 192 h 3917"/>
                <a:gd name="T42" fmla="*/ 2983 w 4483"/>
                <a:gd name="T43" fmla="*/ 0 h 3917"/>
                <a:gd name="T44" fmla="*/ 2242 w 4483"/>
                <a:gd name="T45" fmla="*/ 0 h 3917"/>
                <a:gd name="T46" fmla="*/ 1502 w 4483"/>
                <a:gd name="T47" fmla="*/ 0 h 3917"/>
                <a:gd name="T48" fmla="*/ 1497 w 4483"/>
                <a:gd name="T49" fmla="*/ 187 h 3917"/>
                <a:gd name="T50" fmla="*/ 1492 w 4483"/>
                <a:gd name="T51" fmla="*/ 375 h 3917"/>
                <a:gd name="T52" fmla="*/ 1117 w 4483"/>
                <a:gd name="T53" fmla="*/ 375 h 3917"/>
                <a:gd name="T54" fmla="*/ 742 w 4483"/>
                <a:gd name="T55" fmla="*/ 375 h 3917"/>
                <a:gd name="T56" fmla="*/ 737 w 4483"/>
                <a:gd name="T57" fmla="*/ 187 h 3917"/>
                <a:gd name="T58" fmla="*/ 732 w 4483"/>
                <a:gd name="T59" fmla="*/ 0 h 3917"/>
                <a:gd name="T60" fmla="*/ 367 w 4483"/>
                <a:gd name="T61" fmla="*/ 0 h 3917"/>
                <a:gd name="T62" fmla="*/ 0 w 4483"/>
                <a:gd name="T63" fmla="*/ 0 h 3917"/>
                <a:gd name="T64" fmla="*/ 0 w 4483"/>
                <a:gd name="T65" fmla="*/ 475 h 3917"/>
                <a:gd name="T66" fmla="*/ 3917 w 4483"/>
                <a:gd name="T67" fmla="*/ 2250 h 3917"/>
                <a:gd name="T68" fmla="*/ 3917 w 4483"/>
                <a:gd name="T69" fmla="*/ 3567 h 3917"/>
                <a:gd name="T70" fmla="*/ 2238 w 4483"/>
                <a:gd name="T71" fmla="*/ 3564 h 3917"/>
                <a:gd name="T72" fmla="*/ 558 w 4483"/>
                <a:gd name="T73" fmla="*/ 3559 h 3917"/>
                <a:gd name="T74" fmla="*/ 553 w 4483"/>
                <a:gd name="T75" fmla="*/ 2245 h 3917"/>
                <a:gd name="T76" fmla="*/ 550 w 4483"/>
                <a:gd name="T77" fmla="*/ 934 h 3917"/>
                <a:gd name="T78" fmla="*/ 2233 w 4483"/>
                <a:gd name="T79" fmla="*/ 934 h 3917"/>
                <a:gd name="T80" fmla="*/ 3917 w 4483"/>
                <a:gd name="T81" fmla="*/ 934 h 3917"/>
                <a:gd name="T82" fmla="*/ 3917 w 4483"/>
                <a:gd name="T83" fmla="*/ 2250 h 3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483" h="3917">
                  <a:moveTo>
                    <a:pt x="0" y="475"/>
                  </a:moveTo>
                  <a:lnTo>
                    <a:pt x="0" y="950"/>
                  </a:lnTo>
                  <a:lnTo>
                    <a:pt x="92" y="950"/>
                  </a:lnTo>
                  <a:lnTo>
                    <a:pt x="183" y="950"/>
                  </a:lnTo>
                  <a:lnTo>
                    <a:pt x="183" y="2434"/>
                  </a:lnTo>
                  <a:lnTo>
                    <a:pt x="183" y="3917"/>
                  </a:lnTo>
                  <a:lnTo>
                    <a:pt x="2242" y="3917"/>
                  </a:lnTo>
                  <a:lnTo>
                    <a:pt x="4300" y="3917"/>
                  </a:lnTo>
                  <a:lnTo>
                    <a:pt x="4300" y="2434"/>
                  </a:lnTo>
                  <a:lnTo>
                    <a:pt x="4300" y="950"/>
                  </a:lnTo>
                  <a:lnTo>
                    <a:pt x="4392" y="950"/>
                  </a:lnTo>
                  <a:lnTo>
                    <a:pt x="4483" y="950"/>
                  </a:lnTo>
                  <a:lnTo>
                    <a:pt x="4483" y="475"/>
                  </a:lnTo>
                  <a:lnTo>
                    <a:pt x="4483" y="0"/>
                  </a:lnTo>
                  <a:lnTo>
                    <a:pt x="4117" y="0"/>
                  </a:lnTo>
                  <a:lnTo>
                    <a:pt x="3752" y="0"/>
                  </a:lnTo>
                  <a:lnTo>
                    <a:pt x="3747" y="187"/>
                  </a:lnTo>
                  <a:lnTo>
                    <a:pt x="3742" y="375"/>
                  </a:lnTo>
                  <a:lnTo>
                    <a:pt x="3363" y="380"/>
                  </a:lnTo>
                  <a:lnTo>
                    <a:pt x="2983" y="384"/>
                  </a:lnTo>
                  <a:lnTo>
                    <a:pt x="2983" y="192"/>
                  </a:lnTo>
                  <a:lnTo>
                    <a:pt x="2983" y="0"/>
                  </a:lnTo>
                  <a:lnTo>
                    <a:pt x="2242" y="0"/>
                  </a:lnTo>
                  <a:lnTo>
                    <a:pt x="1502" y="0"/>
                  </a:lnTo>
                  <a:lnTo>
                    <a:pt x="1497" y="187"/>
                  </a:lnTo>
                  <a:lnTo>
                    <a:pt x="1492" y="375"/>
                  </a:lnTo>
                  <a:lnTo>
                    <a:pt x="1117" y="375"/>
                  </a:lnTo>
                  <a:lnTo>
                    <a:pt x="742" y="375"/>
                  </a:lnTo>
                  <a:lnTo>
                    <a:pt x="737" y="187"/>
                  </a:lnTo>
                  <a:lnTo>
                    <a:pt x="732" y="0"/>
                  </a:lnTo>
                  <a:lnTo>
                    <a:pt x="367" y="0"/>
                  </a:lnTo>
                  <a:lnTo>
                    <a:pt x="0" y="0"/>
                  </a:lnTo>
                  <a:lnTo>
                    <a:pt x="0" y="475"/>
                  </a:lnTo>
                  <a:close/>
                  <a:moveTo>
                    <a:pt x="3917" y="2250"/>
                  </a:moveTo>
                  <a:lnTo>
                    <a:pt x="3917" y="3567"/>
                  </a:lnTo>
                  <a:lnTo>
                    <a:pt x="2238" y="3564"/>
                  </a:lnTo>
                  <a:lnTo>
                    <a:pt x="558" y="3559"/>
                  </a:lnTo>
                  <a:lnTo>
                    <a:pt x="553" y="2245"/>
                  </a:lnTo>
                  <a:lnTo>
                    <a:pt x="550" y="934"/>
                  </a:lnTo>
                  <a:lnTo>
                    <a:pt x="2233" y="934"/>
                  </a:lnTo>
                  <a:lnTo>
                    <a:pt x="3917" y="934"/>
                  </a:lnTo>
                  <a:lnTo>
                    <a:pt x="3917" y="22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5" name="Freeform 25">
              <a:extLst>
                <a:ext uri="{FF2B5EF4-FFF2-40B4-BE49-F238E27FC236}">
                  <a16:creationId xmlns:a16="http://schemas.microsoft.com/office/drawing/2014/main" id="{59C23256-7835-4339-5421-FCC4DA8FB41B}"/>
                </a:ext>
              </a:extLst>
            </p:cNvPr>
            <p:cNvSpPr>
              <a:spLocks/>
            </p:cNvSpPr>
            <p:nvPr/>
          </p:nvSpPr>
          <p:spPr bwMode="auto">
            <a:xfrm>
              <a:off x="2857500" y="1154114"/>
              <a:ext cx="130175" cy="136525"/>
            </a:xfrm>
            <a:custGeom>
              <a:avLst/>
              <a:gdLst>
                <a:gd name="T0" fmla="*/ 0 w 350"/>
                <a:gd name="T1" fmla="*/ 183 h 367"/>
                <a:gd name="T2" fmla="*/ 0 w 350"/>
                <a:gd name="T3" fmla="*/ 367 h 367"/>
                <a:gd name="T4" fmla="*/ 175 w 350"/>
                <a:gd name="T5" fmla="*/ 367 h 367"/>
                <a:gd name="T6" fmla="*/ 350 w 350"/>
                <a:gd name="T7" fmla="*/ 367 h 367"/>
                <a:gd name="T8" fmla="*/ 350 w 350"/>
                <a:gd name="T9" fmla="*/ 183 h 367"/>
                <a:gd name="T10" fmla="*/ 350 w 350"/>
                <a:gd name="T11" fmla="*/ 0 h 367"/>
                <a:gd name="T12" fmla="*/ 175 w 350"/>
                <a:gd name="T13" fmla="*/ 0 h 367"/>
                <a:gd name="T14" fmla="*/ 0 w 350"/>
                <a:gd name="T15" fmla="*/ 0 h 367"/>
                <a:gd name="T16" fmla="*/ 0 w 350"/>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67">
                  <a:moveTo>
                    <a:pt x="0" y="183"/>
                  </a:moveTo>
                  <a:lnTo>
                    <a:pt x="0" y="367"/>
                  </a:lnTo>
                  <a:lnTo>
                    <a:pt x="175" y="367"/>
                  </a:lnTo>
                  <a:lnTo>
                    <a:pt x="350" y="367"/>
                  </a:lnTo>
                  <a:lnTo>
                    <a:pt x="350" y="183"/>
                  </a:lnTo>
                  <a:lnTo>
                    <a:pt x="350" y="0"/>
                  </a:lnTo>
                  <a:lnTo>
                    <a:pt x="175"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6" name="Freeform 26">
              <a:extLst>
                <a:ext uri="{FF2B5EF4-FFF2-40B4-BE49-F238E27FC236}">
                  <a16:creationId xmlns:a16="http://schemas.microsoft.com/office/drawing/2014/main" id="{1A78135B-15F8-E5F1-838A-377101942CDB}"/>
                </a:ext>
              </a:extLst>
            </p:cNvPr>
            <p:cNvSpPr>
              <a:spLocks/>
            </p:cNvSpPr>
            <p:nvPr/>
          </p:nvSpPr>
          <p:spPr bwMode="auto">
            <a:xfrm>
              <a:off x="3130550"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7" name="Freeform 27">
              <a:extLst>
                <a:ext uri="{FF2B5EF4-FFF2-40B4-BE49-F238E27FC236}">
                  <a16:creationId xmlns:a16="http://schemas.microsoft.com/office/drawing/2014/main" id="{45D6B25B-9BF0-0D36-DDF0-79E514365CF4}"/>
                </a:ext>
              </a:extLst>
            </p:cNvPr>
            <p:cNvSpPr>
              <a:spLocks/>
            </p:cNvSpPr>
            <p:nvPr/>
          </p:nvSpPr>
          <p:spPr bwMode="auto">
            <a:xfrm>
              <a:off x="3411538"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8" name="Freeform 28">
              <a:extLst>
                <a:ext uri="{FF2B5EF4-FFF2-40B4-BE49-F238E27FC236}">
                  <a16:creationId xmlns:a16="http://schemas.microsoft.com/office/drawing/2014/main" id="{173E9656-1A8A-BC68-E4EC-67178117E76E}"/>
                </a:ext>
              </a:extLst>
            </p:cNvPr>
            <p:cNvSpPr>
              <a:spLocks/>
            </p:cNvSpPr>
            <p:nvPr/>
          </p:nvSpPr>
          <p:spPr bwMode="auto">
            <a:xfrm>
              <a:off x="3690938"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9" name="Freeform 29">
              <a:extLst>
                <a:ext uri="{FF2B5EF4-FFF2-40B4-BE49-F238E27FC236}">
                  <a16:creationId xmlns:a16="http://schemas.microsoft.com/office/drawing/2014/main" id="{BB66B514-140B-AE58-1B59-DF2291C02E0A}"/>
                </a:ext>
              </a:extLst>
            </p:cNvPr>
            <p:cNvSpPr>
              <a:spLocks/>
            </p:cNvSpPr>
            <p:nvPr/>
          </p:nvSpPr>
          <p:spPr bwMode="auto">
            <a:xfrm>
              <a:off x="2857500" y="1427164"/>
              <a:ext cx="130175" cy="142875"/>
            </a:xfrm>
            <a:custGeom>
              <a:avLst/>
              <a:gdLst>
                <a:gd name="T0" fmla="*/ 0 w 350"/>
                <a:gd name="T1" fmla="*/ 192 h 384"/>
                <a:gd name="T2" fmla="*/ 0 w 350"/>
                <a:gd name="T3" fmla="*/ 384 h 384"/>
                <a:gd name="T4" fmla="*/ 175 w 350"/>
                <a:gd name="T5" fmla="*/ 384 h 384"/>
                <a:gd name="T6" fmla="*/ 350 w 350"/>
                <a:gd name="T7" fmla="*/ 384 h 384"/>
                <a:gd name="T8" fmla="*/ 350 w 350"/>
                <a:gd name="T9" fmla="*/ 192 h 384"/>
                <a:gd name="T10" fmla="*/ 350 w 350"/>
                <a:gd name="T11" fmla="*/ 0 h 384"/>
                <a:gd name="T12" fmla="*/ 175 w 350"/>
                <a:gd name="T13" fmla="*/ 0 h 384"/>
                <a:gd name="T14" fmla="*/ 0 w 350"/>
                <a:gd name="T15" fmla="*/ 0 h 384"/>
                <a:gd name="T16" fmla="*/ 0 w 350"/>
                <a:gd name="T17"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84">
                  <a:moveTo>
                    <a:pt x="0" y="192"/>
                  </a:moveTo>
                  <a:lnTo>
                    <a:pt x="0" y="384"/>
                  </a:lnTo>
                  <a:lnTo>
                    <a:pt x="175" y="384"/>
                  </a:lnTo>
                  <a:lnTo>
                    <a:pt x="350" y="384"/>
                  </a:lnTo>
                  <a:lnTo>
                    <a:pt x="350" y="192"/>
                  </a:lnTo>
                  <a:lnTo>
                    <a:pt x="350" y="0"/>
                  </a:lnTo>
                  <a:lnTo>
                    <a:pt x="175" y="0"/>
                  </a:lnTo>
                  <a:lnTo>
                    <a:pt x="0" y="0"/>
                  </a:lnTo>
                  <a:lnTo>
                    <a:pt x="0"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0" name="Freeform 30">
              <a:extLst>
                <a:ext uri="{FF2B5EF4-FFF2-40B4-BE49-F238E27FC236}">
                  <a16:creationId xmlns:a16="http://schemas.microsoft.com/office/drawing/2014/main" id="{E2FD3DFF-E6BA-2939-57C0-64236DFFFA9F}"/>
                </a:ext>
              </a:extLst>
            </p:cNvPr>
            <p:cNvSpPr>
              <a:spLocks/>
            </p:cNvSpPr>
            <p:nvPr/>
          </p:nvSpPr>
          <p:spPr bwMode="auto">
            <a:xfrm>
              <a:off x="3132138" y="1427164"/>
              <a:ext cx="134938" cy="142875"/>
            </a:xfrm>
            <a:custGeom>
              <a:avLst/>
              <a:gdLst>
                <a:gd name="T0" fmla="*/ 4 w 364"/>
                <a:gd name="T1" fmla="*/ 22 h 385"/>
                <a:gd name="T2" fmla="*/ 2 w 364"/>
                <a:gd name="T3" fmla="*/ 40 h 385"/>
                <a:gd name="T4" fmla="*/ 0 w 364"/>
                <a:gd name="T5" fmla="*/ 142 h 385"/>
                <a:gd name="T6" fmla="*/ 1 w 364"/>
                <a:gd name="T7" fmla="*/ 210 h 385"/>
                <a:gd name="T8" fmla="*/ 6 w 364"/>
                <a:gd name="T9" fmla="*/ 375 h 385"/>
                <a:gd name="T10" fmla="*/ 186 w 364"/>
                <a:gd name="T11" fmla="*/ 380 h 385"/>
                <a:gd name="T12" fmla="*/ 364 w 364"/>
                <a:gd name="T13" fmla="*/ 385 h 385"/>
                <a:gd name="T14" fmla="*/ 364 w 364"/>
                <a:gd name="T15" fmla="*/ 192 h 385"/>
                <a:gd name="T16" fmla="*/ 364 w 364"/>
                <a:gd name="T17" fmla="*/ 0 h 385"/>
                <a:gd name="T18" fmla="*/ 189 w 364"/>
                <a:gd name="T19" fmla="*/ 0 h 385"/>
                <a:gd name="T20" fmla="*/ 102 w 364"/>
                <a:gd name="T21" fmla="*/ 1 h 385"/>
                <a:gd name="T22" fmla="*/ 30 w 364"/>
                <a:gd name="T23" fmla="*/ 8 h 385"/>
                <a:gd name="T24" fmla="*/ 8 w 364"/>
                <a:gd name="T25" fmla="*/ 16 h 385"/>
                <a:gd name="T26" fmla="*/ 4 w 364"/>
                <a:gd name="T27" fmla="*/ 22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385">
                  <a:moveTo>
                    <a:pt x="4" y="22"/>
                  </a:moveTo>
                  <a:lnTo>
                    <a:pt x="2" y="40"/>
                  </a:lnTo>
                  <a:lnTo>
                    <a:pt x="0" y="142"/>
                  </a:lnTo>
                  <a:lnTo>
                    <a:pt x="1" y="210"/>
                  </a:lnTo>
                  <a:lnTo>
                    <a:pt x="6" y="375"/>
                  </a:lnTo>
                  <a:lnTo>
                    <a:pt x="186" y="380"/>
                  </a:lnTo>
                  <a:lnTo>
                    <a:pt x="364" y="385"/>
                  </a:lnTo>
                  <a:lnTo>
                    <a:pt x="364" y="192"/>
                  </a:lnTo>
                  <a:lnTo>
                    <a:pt x="364" y="0"/>
                  </a:lnTo>
                  <a:lnTo>
                    <a:pt x="189" y="0"/>
                  </a:lnTo>
                  <a:lnTo>
                    <a:pt x="102" y="1"/>
                  </a:lnTo>
                  <a:lnTo>
                    <a:pt x="30" y="8"/>
                  </a:lnTo>
                  <a:lnTo>
                    <a:pt x="8" y="16"/>
                  </a:lnTo>
                  <a:lnTo>
                    <a:pt x="4"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1" name="Freeform 31">
              <a:extLst>
                <a:ext uri="{FF2B5EF4-FFF2-40B4-BE49-F238E27FC236}">
                  <a16:creationId xmlns:a16="http://schemas.microsoft.com/office/drawing/2014/main" id="{A72700CB-D1D7-EDFF-3718-0FE39724ECC3}"/>
                </a:ext>
              </a:extLst>
            </p:cNvPr>
            <p:cNvSpPr>
              <a:spLocks/>
            </p:cNvSpPr>
            <p:nvPr/>
          </p:nvSpPr>
          <p:spPr bwMode="auto">
            <a:xfrm>
              <a:off x="3411538" y="1428751"/>
              <a:ext cx="136525" cy="141288"/>
            </a:xfrm>
            <a:custGeom>
              <a:avLst/>
              <a:gdLst>
                <a:gd name="T0" fmla="*/ 12 w 369"/>
                <a:gd name="T1" fmla="*/ 7 h 381"/>
                <a:gd name="T2" fmla="*/ 7 w 369"/>
                <a:gd name="T3" fmla="*/ 22 h 381"/>
                <a:gd name="T4" fmla="*/ 1 w 369"/>
                <a:gd name="T5" fmla="*/ 127 h 381"/>
                <a:gd name="T6" fmla="*/ 0 w 369"/>
                <a:gd name="T7" fmla="*/ 201 h 381"/>
                <a:gd name="T8" fmla="*/ 0 w 369"/>
                <a:gd name="T9" fmla="*/ 381 h 381"/>
                <a:gd name="T10" fmla="*/ 184 w 369"/>
                <a:gd name="T11" fmla="*/ 381 h 381"/>
                <a:gd name="T12" fmla="*/ 369 w 369"/>
                <a:gd name="T13" fmla="*/ 381 h 381"/>
                <a:gd name="T14" fmla="*/ 364 w 369"/>
                <a:gd name="T15" fmla="*/ 192 h 381"/>
                <a:gd name="T16" fmla="*/ 359 w 369"/>
                <a:gd name="T17" fmla="*/ 6 h 381"/>
                <a:gd name="T18" fmla="*/ 190 w 369"/>
                <a:gd name="T19" fmla="*/ 1 h 381"/>
                <a:gd name="T20" fmla="*/ 123 w 369"/>
                <a:gd name="T21" fmla="*/ 0 h 381"/>
                <a:gd name="T22" fmla="*/ 26 w 369"/>
                <a:gd name="T23" fmla="*/ 3 h 381"/>
                <a:gd name="T24" fmla="*/ 12 w 369"/>
                <a:gd name="T25" fmla="*/ 7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381">
                  <a:moveTo>
                    <a:pt x="12" y="7"/>
                  </a:moveTo>
                  <a:lnTo>
                    <a:pt x="7" y="22"/>
                  </a:lnTo>
                  <a:lnTo>
                    <a:pt x="1" y="127"/>
                  </a:lnTo>
                  <a:lnTo>
                    <a:pt x="0" y="201"/>
                  </a:lnTo>
                  <a:lnTo>
                    <a:pt x="0" y="381"/>
                  </a:lnTo>
                  <a:lnTo>
                    <a:pt x="184" y="381"/>
                  </a:lnTo>
                  <a:lnTo>
                    <a:pt x="369" y="381"/>
                  </a:lnTo>
                  <a:lnTo>
                    <a:pt x="364" y="192"/>
                  </a:lnTo>
                  <a:lnTo>
                    <a:pt x="359" y="6"/>
                  </a:lnTo>
                  <a:lnTo>
                    <a:pt x="190" y="1"/>
                  </a:lnTo>
                  <a:lnTo>
                    <a:pt x="123" y="0"/>
                  </a:lnTo>
                  <a:lnTo>
                    <a:pt x="26" y="3"/>
                  </a:lnTo>
                  <a:lnTo>
                    <a:pt x="1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2" name="Freeform 32">
              <a:extLst>
                <a:ext uri="{FF2B5EF4-FFF2-40B4-BE49-F238E27FC236}">
                  <a16:creationId xmlns:a16="http://schemas.microsoft.com/office/drawing/2014/main" id="{8CCC87AA-B00A-C8C3-D5B3-06533343F12C}"/>
                </a:ext>
              </a:extLst>
            </p:cNvPr>
            <p:cNvSpPr>
              <a:spLocks/>
            </p:cNvSpPr>
            <p:nvPr/>
          </p:nvSpPr>
          <p:spPr bwMode="auto">
            <a:xfrm>
              <a:off x="3690938" y="1427164"/>
              <a:ext cx="133350" cy="142875"/>
            </a:xfrm>
            <a:custGeom>
              <a:avLst/>
              <a:gdLst>
                <a:gd name="T0" fmla="*/ 0 w 359"/>
                <a:gd name="T1" fmla="*/ 193 h 386"/>
                <a:gd name="T2" fmla="*/ 0 w 359"/>
                <a:gd name="T3" fmla="*/ 386 h 386"/>
                <a:gd name="T4" fmla="*/ 180 w 359"/>
                <a:gd name="T5" fmla="*/ 381 h 386"/>
                <a:gd name="T6" fmla="*/ 359 w 359"/>
                <a:gd name="T7" fmla="*/ 376 h 386"/>
                <a:gd name="T8" fmla="*/ 359 w 359"/>
                <a:gd name="T9" fmla="*/ 193 h 386"/>
                <a:gd name="T10" fmla="*/ 359 w 359"/>
                <a:gd name="T11" fmla="*/ 10 h 386"/>
                <a:gd name="T12" fmla="*/ 180 w 359"/>
                <a:gd name="T13" fmla="*/ 5 h 386"/>
                <a:gd name="T14" fmla="*/ 0 w 359"/>
                <a:gd name="T15" fmla="*/ 0 h 386"/>
                <a:gd name="T16" fmla="*/ 0 w 359"/>
                <a:gd name="T17" fmla="*/ 193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9" h="386">
                  <a:moveTo>
                    <a:pt x="0" y="193"/>
                  </a:moveTo>
                  <a:lnTo>
                    <a:pt x="0" y="386"/>
                  </a:lnTo>
                  <a:lnTo>
                    <a:pt x="180" y="381"/>
                  </a:lnTo>
                  <a:lnTo>
                    <a:pt x="359" y="376"/>
                  </a:lnTo>
                  <a:lnTo>
                    <a:pt x="359" y="193"/>
                  </a:lnTo>
                  <a:lnTo>
                    <a:pt x="359" y="10"/>
                  </a:lnTo>
                  <a:lnTo>
                    <a:pt x="180" y="5"/>
                  </a:lnTo>
                  <a:lnTo>
                    <a:pt x="0" y="0"/>
                  </a:lnTo>
                  <a:lnTo>
                    <a:pt x="0"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6" name="Freeform 33">
              <a:extLst>
                <a:ext uri="{FF2B5EF4-FFF2-40B4-BE49-F238E27FC236}">
                  <a16:creationId xmlns:a16="http://schemas.microsoft.com/office/drawing/2014/main" id="{5FAE9CB4-A124-FFEA-1513-5E93D01D72BB}"/>
                </a:ext>
              </a:extLst>
            </p:cNvPr>
            <p:cNvSpPr>
              <a:spLocks/>
            </p:cNvSpPr>
            <p:nvPr/>
          </p:nvSpPr>
          <p:spPr bwMode="auto">
            <a:xfrm>
              <a:off x="2857500" y="1706564"/>
              <a:ext cx="130175" cy="142875"/>
            </a:xfrm>
            <a:custGeom>
              <a:avLst/>
              <a:gdLst>
                <a:gd name="T0" fmla="*/ 0 w 350"/>
                <a:gd name="T1" fmla="*/ 192 h 384"/>
                <a:gd name="T2" fmla="*/ 0 w 350"/>
                <a:gd name="T3" fmla="*/ 384 h 384"/>
                <a:gd name="T4" fmla="*/ 175 w 350"/>
                <a:gd name="T5" fmla="*/ 384 h 384"/>
                <a:gd name="T6" fmla="*/ 350 w 350"/>
                <a:gd name="T7" fmla="*/ 384 h 384"/>
                <a:gd name="T8" fmla="*/ 350 w 350"/>
                <a:gd name="T9" fmla="*/ 192 h 384"/>
                <a:gd name="T10" fmla="*/ 350 w 350"/>
                <a:gd name="T11" fmla="*/ 0 h 384"/>
                <a:gd name="T12" fmla="*/ 175 w 350"/>
                <a:gd name="T13" fmla="*/ 0 h 384"/>
                <a:gd name="T14" fmla="*/ 0 w 350"/>
                <a:gd name="T15" fmla="*/ 0 h 384"/>
                <a:gd name="T16" fmla="*/ 0 w 350"/>
                <a:gd name="T17"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84">
                  <a:moveTo>
                    <a:pt x="0" y="192"/>
                  </a:moveTo>
                  <a:lnTo>
                    <a:pt x="0" y="384"/>
                  </a:lnTo>
                  <a:lnTo>
                    <a:pt x="175" y="384"/>
                  </a:lnTo>
                  <a:lnTo>
                    <a:pt x="350" y="384"/>
                  </a:lnTo>
                  <a:lnTo>
                    <a:pt x="350" y="192"/>
                  </a:lnTo>
                  <a:lnTo>
                    <a:pt x="350" y="0"/>
                  </a:lnTo>
                  <a:lnTo>
                    <a:pt x="175" y="0"/>
                  </a:lnTo>
                  <a:lnTo>
                    <a:pt x="0" y="0"/>
                  </a:lnTo>
                  <a:lnTo>
                    <a:pt x="0"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7" name="Freeform 34">
              <a:extLst>
                <a:ext uri="{FF2B5EF4-FFF2-40B4-BE49-F238E27FC236}">
                  <a16:creationId xmlns:a16="http://schemas.microsoft.com/office/drawing/2014/main" id="{26B38841-FB9E-3B66-1BC9-4BCD6FD19AB4}"/>
                </a:ext>
              </a:extLst>
            </p:cNvPr>
            <p:cNvSpPr>
              <a:spLocks/>
            </p:cNvSpPr>
            <p:nvPr/>
          </p:nvSpPr>
          <p:spPr bwMode="auto">
            <a:xfrm>
              <a:off x="3132138" y="1706564"/>
              <a:ext cx="134938" cy="144463"/>
            </a:xfrm>
            <a:custGeom>
              <a:avLst/>
              <a:gdLst>
                <a:gd name="T0" fmla="*/ 4 w 364"/>
                <a:gd name="T1" fmla="*/ 22 h 385"/>
                <a:gd name="T2" fmla="*/ 2 w 364"/>
                <a:gd name="T3" fmla="*/ 40 h 385"/>
                <a:gd name="T4" fmla="*/ 0 w 364"/>
                <a:gd name="T5" fmla="*/ 142 h 385"/>
                <a:gd name="T6" fmla="*/ 1 w 364"/>
                <a:gd name="T7" fmla="*/ 210 h 385"/>
                <a:gd name="T8" fmla="*/ 6 w 364"/>
                <a:gd name="T9" fmla="*/ 375 h 385"/>
                <a:gd name="T10" fmla="*/ 186 w 364"/>
                <a:gd name="T11" fmla="*/ 380 h 385"/>
                <a:gd name="T12" fmla="*/ 364 w 364"/>
                <a:gd name="T13" fmla="*/ 385 h 385"/>
                <a:gd name="T14" fmla="*/ 364 w 364"/>
                <a:gd name="T15" fmla="*/ 192 h 385"/>
                <a:gd name="T16" fmla="*/ 364 w 364"/>
                <a:gd name="T17" fmla="*/ 0 h 385"/>
                <a:gd name="T18" fmla="*/ 189 w 364"/>
                <a:gd name="T19" fmla="*/ 0 h 385"/>
                <a:gd name="T20" fmla="*/ 102 w 364"/>
                <a:gd name="T21" fmla="*/ 1 h 385"/>
                <a:gd name="T22" fmla="*/ 30 w 364"/>
                <a:gd name="T23" fmla="*/ 8 h 385"/>
                <a:gd name="T24" fmla="*/ 8 w 364"/>
                <a:gd name="T25" fmla="*/ 16 h 385"/>
                <a:gd name="T26" fmla="*/ 4 w 364"/>
                <a:gd name="T27" fmla="*/ 22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385">
                  <a:moveTo>
                    <a:pt x="4" y="22"/>
                  </a:moveTo>
                  <a:lnTo>
                    <a:pt x="2" y="40"/>
                  </a:lnTo>
                  <a:lnTo>
                    <a:pt x="0" y="142"/>
                  </a:lnTo>
                  <a:lnTo>
                    <a:pt x="1" y="210"/>
                  </a:lnTo>
                  <a:lnTo>
                    <a:pt x="6" y="375"/>
                  </a:lnTo>
                  <a:lnTo>
                    <a:pt x="186" y="380"/>
                  </a:lnTo>
                  <a:lnTo>
                    <a:pt x="364" y="385"/>
                  </a:lnTo>
                  <a:lnTo>
                    <a:pt x="364" y="192"/>
                  </a:lnTo>
                  <a:lnTo>
                    <a:pt x="364" y="0"/>
                  </a:lnTo>
                  <a:lnTo>
                    <a:pt x="189" y="0"/>
                  </a:lnTo>
                  <a:lnTo>
                    <a:pt x="102" y="1"/>
                  </a:lnTo>
                  <a:lnTo>
                    <a:pt x="30" y="8"/>
                  </a:lnTo>
                  <a:lnTo>
                    <a:pt x="8" y="16"/>
                  </a:lnTo>
                  <a:lnTo>
                    <a:pt x="4"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8" name="Freeform 35">
              <a:extLst>
                <a:ext uri="{FF2B5EF4-FFF2-40B4-BE49-F238E27FC236}">
                  <a16:creationId xmlns:a16="http://schemas.microsoft.com/office/drawing/2014/main" id="{86CA7A03-298B-ED25-BAEB-C01DE90131A9}"/>
                </a:ext>
              </a:extLst>
            </p:cNvPr>
            <p:cNvSpPr>
              <a:spLocks/>
            </p:cNvSpPr>
            <p:nvPr/>
          </p:nvSpPr>
          <p:spPr bwMode="auto">
            <a:xfrm>
              <a:off x="3409950" y="1706564"/>
              <a:ext cx="138113" cy="139700"/>
            </a:xfrm>
            <a:custGeom>
              <a:avLst/>
              <a:gdLst>
                <a:gd name="T0" fmla="*/ 5 w 370"/>
                <a:gd name="T1" fmla="*/ 187 h 375"/>
                <a:gd name="T2" fmla="*/ 10 w 370"/>
                <a:gd name="T3" fmla="*/ 375 h 375"/>
                <a:gd name="T4" fmla="*/ 185 w 370"/>
                <a:gd name="T5" fmla="*/ 375 h 375"/>
                <a:gd name="T6" fmla="*/ 360 w 370"/>
                <a:gd name="T7" fmla="*/ 375 h 375"/>
                <a:gd name="T8" fmla="*/ 365 w 370"/>
                <a:gd name="T9" fmla="*/ 187 h 375"/>
                <a:gd name="T10" fmla="*/ 370 w 370"/>
                <a:gd name="T11" fmla="*/ 0 h 375"/>
                <a:gd name="T12" fmla="*/ 185 w 370"/>
                <a:gd name="T13" fmla="*/ 0 h 375"/>
                <a:gd name="T14" fmla="*/ 0 w 370"/>
                <a:gd name="T15" fmla="*/ 0 h 375"/>
                <a:gd name="T16" fmla="*/ 5 w 370"/>
                <a:gd name="T17" fmla="*/ 187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0" h="375">
                  <a:moveTo>
                    <a:pt x="5" y="187"/>
                  </a:moveTo>
                  <a:lnTo>
                    <a:pt x="10" y="375"/>
                  </a:lnTo>
                  <a:lnTo>
                    <a:pt x="185" y="375"/>
                  </a:lnTo>
                  <a:lnTo>
                    <a:pt x="360" y="375"/>
                  </a:lnTo>
                  <a:lnTo>
                    <a:pt x="365" y="187"/>
                  </a:lnTo>
                  <a:lnTo>
                    <a:pt x="370" y="0"/>
                  </a:lnTo>
                  <a:lnTo>
                    <a:pt x="185" y="0"/>
                  </a:lnTo>
                  <a:lnTo>
                    <a:pt x="0" y="0"/>
                  </a:lnTo>
                  <a:lnTo>
                    <a:pt x="5" y="1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9" name="Freeform 36">
              <a:extLst>
                <a:ext uri="{FF2B5EF4-FFF2-40B4-BE49-F238E27FC236}">
                  <a16:creationId xmlns:a16="http://schemas.microsoft.com/office/drawing/2014/main" id="{066BCBC1-3FF8-3AFA-F2E1-432665C286D1}"/>
                </a:ext>
              </a:extLst>
            </p:cNvPr>
            <p:cNvSpPr>
              <a:spLocks/>
            </p:cNvSpPr>
            <p:nvPr/>
          </p:nvSpPr>
          <p:spPr bwMode="auto">
            <a:xfrm>
              <a:off x="3690938" y="1706564"/>
              <a:ext cx="133350" cy="144463"/>
            </a:xfrm>
            <a:custGeom>
              <a:avLst/>
              <a:gdLst>
                <a:gd name="T0" fmla="*/ 0 w 359"/>
                <a:gd name="T1" fmla="*/ 193 h 386"/>
                <a:gd name="T2" fmla="*/ 0 w 359"/>
                <a:gd name="T3" fmla="*/ 386 h 386"/>
                <a:gd name="T4" fmla="*/ 180 w 359"/>
                <a:gd name="T5" fmla="*/ 381 h 386"/>
                <a:gd name="T6" fmla="*/ 359 w 359"/>
                <a:gd name="T7" fmla="*/ 376 h 386"/>
                <a:gd name="T8" fmla="*/ 359 w 359"/>
                <a:gd name="T9" fmla="*/ 193 h 386"/>
                <a:gd name="T10" fmla="*/ 359 w 359"/>
                <a:gd name="T11" fmla="*/ 10 h 386"/>
                <a:gd name="T12" fmla="*/ 180 w 359"/>
                <a:gd name="T13" fmla="*/ 5 h 386"/>
                <a:gd name="T14" fmla="*/ 0 w 359"/>
                <a:gd name="T15" fmla="*/ 0 h 386"/>
                <a:gd name="T16" fmla="*/ 0 w 359"/>
                <a:gd name="T17" fmla="*/ 193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9" h="386">
                  <a:moveTo>
                    <a:pt x="0" y="193"/>
                  </a:moveTo>
                  <a:lnTo>
                    <a:pt x="0" y="386"/>
                  </a:lnTo>
                  <a:lnTo>
                    <a:pt x="180" y="381"/>
                  </a:lnTo>
                  <a:lnTo>
                    <a:pt x="359" y="376"/>
                  </a:lnTo>
                  <a:lnTo>
                    <a:pt x="359" y="193"/>
                  </a:lnTo>
                  <a:lnTo>
                    <a:pt x="359" y="10"/>
                  </a:lnTo>
                  <a:lnTo>
                    <a:pt x="180" y="5"/>
                  </a:lnTo>
                  <a:lnTo>
                    <a:pt x="0" y="0"/>
                  </a:lnTo>
                  <a:lnTo>
                    <a:pt x="0"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60" name="Rounded Rectangle 52">
            <a:extLst>
              <a:ext uri="{FF2B5EF4-FFF2-40B4-BE49-F238E27FC236}">
                <a16:creationId xmlns:a16="http://schemas.microsoft.com/office/drawing/2014/main" id="{7BF793A0-710B-73CB-BEB9-54E582E3F98D}"/>
              </a:ext>
            </a:extLst>
          </p:cNvPr>
          <p:cNvSpPr/>
          <p:nvPr/>
        </p:nvSpPr>
        <p:spPr>
          <a:xfrm>
            <a:off x="8687103"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TextBox 60">
            <a:extLst>
              <a:ext uri="{FF2B5EF4-FFF2-40B4-BE49-F238E27FC236}">
                <a16:creationId xmlns:a16="http://schemas.microsoft.com/office/drawing/2014/main" id="{802A8FF5-CB19-0F11-3689-41560883510E}"/>
              </a:ext>
            </a:extLst>
          </p:cNvPr>
          <p:cNvSpPr txBox="1"/>
          <p:nvPr/>
        </p:nvSpPr>
        <p:spPr>
          <a:xfrm>
            <a:off x="8483717"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دورية القياس</a:t>
            </a:r>
          </a:p>
        </p:txBody>
      </p:sp>
      <p:sp>
        <p:nvSpPr>
          <p:cNvPr id="62" name="TextBox 61">
            <a:extLst>
              <a:ext uri="{FF2B5EF4-FFF2-40B4-BE49-F238E27FC236}">
                <a16:creationId xmlns:a16="http://schemas.microsoft.com/office/drawing/2014/main" id="{171B74A1-081B-8391-C50B-60F80D4A636C}"/>
              </a:ext>
            </a:extLst>
          </p:cNvPr>
          <p:cNvSpPr txBox="1"/>
          <p:nvPr/>
        </p:nvSpPr>
        <p:spPr>
          <a:xfrm>
            <a:off x="8565694" y="4947797"/>
            <a:ext cx="965308" cy="338554"/>
          </a:xfrm>
          <a:prstGeom prst="rect">
            <a:avLst/>
          </a:prstGeom>
          <a:noFill/>
        </p:spPr>
        <p:txBody>
          <a:bodyPr wrap="square" rtlCol="0">
            <a:spAutoFit/>
          </a:bodyPr>
          <a:lstStyle/>
          <a:p>
            <a:pPr algn="ctr"/>
            <a:r>
              <a:rPr lang="ar-EG" sz="1600" b="1" dirty="0">
                <a:solidFill>
                  <a:schemeClr val="accent1"/>
                </a:solidFill>
              </a:rPr>
              <a:t>ربع سنوي</a:t>
            </a:r>
          </a:p>
        </p:txBody>
      </p:sp>
      <p:sp>
        <p:nvSpPr>
          <p:cNvPr id="63" name="Rounded Rectangle 29">
            <a:extLst>
              <a:ext uri="{FF2B5EF4-FFF2-40B4-BE49-F238E27FC236}">
                <a16:creationId xmlns:a16="http://schemas.microsoft.com/office/drawing/2014/main" id="{CDD71F6F-5934-2EB7-8073-3BE51AC7C003}"/>
              </a:ext>
            </a:extLst>
          </p:cNvPr>
          <p:cNvSpPr/>
          <p:nvPr/>
        </p:nvSpPr>
        <p:spPr>
          <a:xfrm>
            <a:off x="4908728"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TextBox 63">
            <a:extLst>
              <a:ext uri="{FF2B5EF4-FFF2-40B4-BE49-F238E27FC236}">
                <a16:creationId xmlns:a16="http://schemas.microsoft.com/office/drawing/2014/main" id="{6174A809-3F83-1296-C684-4D7C64F05E03}"/>
              </a:ext>
            </a:extLst>
          </p:cNvPr>
          <p:cNvSpPr txBox="1"/>
          <p:nvPr/>
        </p:nvSpPr>
        <p:spPr>
          <a:xfrm>
            <a:off x="4705342"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وحدة القياس</a:t>
            </a:r>
          </a:p>
        </p:txBody>
      </p:sp>
      <p:sp>
        <p:nvSpPr>
          <p:cNvPr id="65" name="TextBox 64">
            <a:extLst>
              <a:ext uri="{FF2B5EF4-FFF2-40B4-BE49-F238E27FC236}">
                <a16:creationId xmlns:a16="http://schemas.microsoft.com/office/drawing/2014/main" id="{9CBDEBD9-6F09-8C8B-9F1E-36157A51BF9D}"/>
              </a:ext>
            </a:extLst>
          </p:cNvPr>
          <p:cNvSpPr txBox="1"/>
          <p:nvPr/>
        </p:nvSpPr>
        <p:spPr>
          <a:xfrm>
            <a:off x="4787319" y="4947797"/>
            <a:ext cx="965308" cy="338554"/>
          </a:xfrm>
          <a:prstGeom prst="rect">
            <a:avLst/>
          </a:prstGeom>
          <a:noFill/>
        </p:spPr>
        <p:txBody>
          <a:bodyPr wrap="square" rtlCol="0">
            <a:spAutoFit/>
          </a:bodyPr>
          <a:lstStyle/>
          <a:p>
            <a:pPr algn="ctr"/>
            <a:r>
              <a:rPr lang="ar-EG" sz="1600" b="1" dirty="0">
                <a:solidFill>
                  <a:schemeClr val="accent1"/>
                </a:solidFill>
              </a:rPr>
              <a:t>نسبة</a:t>
            </a:r>
          </a:p>
        </p:txBody>
      </p:sp>
      <p:sp>
        <p:nvSpPr>
          <p:cNvPr id="66" name="Rounded Rectangle 10">
            <a:extLst>
              <a:ext uri="{FF2B5EF4-FFF2-40B4-BE49-F238E27FC236}">
                <a16:creationId xmlns:a16="http://schemas.microsoft.com/office/drawing/2014/main" id="{6A788445-F4C7-AFBC-36C9-DAD1CDDBC42E}"/>
              </a:ext>
            </a:extLst>
          </p:cNvPr>
          <p:cNvSpPr/>
          <p:nvPr/>
        </p:nvSpPr>
        <p:spPr>
          <a:xfrm>
            <a:off x="6797916"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TextBox 66">
            <a:extLst>
              <a:ext uri="{FF2B5EF4-FFF2-40B4-BE49-F238E27FC236}">
                <a16:creationId xmlns:a16="http://schemas.microsoft.com/office/drawing/2014/main" id="{E1ECFF6E-68F5-CDA9-AFE0-B97425F0CF3E}"/>
              </a:ext>
            </a:extLst>
          </p:cNvPr>
          <p:cNvSpPr txBox="1"/>
          <p:nvPr/>
        </p:nvSpPr>
        <p:spPr>
          <a:xfrm>
            <a:off x="6594530"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قطبية القياس</a:t>
            </a:r>
          </a:p>
        </p:txBody>
      </p:sp>
      <p:sp>
        <p:nvSpPr>
          <p:cNvPr id="68" name="TextBox 67">
            <a:extLst>
              <a:ext uri="{FF2B5EF4-FFF2-40B4-BE49-F238E27FC236}">
                <a16:creationId xmlns:a16="http://schemas.microsoft.com/office/drawing/2014/main" id="{35C2CB3B-6DBF-DDFE-1391-16B8B85D64C2}"/>
              </a:ext>
            </a:extLst>
          </p:cNvPr>
          <p:cNvSpPr txBox="1"/>
          <p:nvPr/>
        </p:nvSpPr>
        <p:spPr>
          <a:xfrm>
            <a:off x="6676507" y="4947797"/>
            <a:ext cx="965308" cy="338554"/>
          </a:xfrm>
          <a:prstGeom prst="rect">
            <a:avLst/>
          </a:prstGeom>
          <a:noFill/>
        </p:spPr>
        <p:txBody>
          <a:bodyPr wrap="square" rtlCol="0">
            <a:spAutoFit/>
          </a:bodyPr>
          <a:lstStyle/>
          <a:p>
            <a:pPr algn="ctr"/>
            <a:r>
              <a:rPr lang="ar-EG" sz="1600" b="1" dirty="0">
                <a:solidFill>
                  <a:schemeClr val="accent1"/>
                </a:solidFill>
              </a:rPr>
              <a:t>تصاعدي</a:t>
            </a:r>
            <a:endParaRPr lang="en-US" sz="1600" b="1" dirty="0">
              <a:solidFill>
                <a:schemeClr val="accent1"/>
              </a:solidFill>
            </a:endParaRPr>
          </a:p>
        </p:txBody>
      </p:sp>
      <p:graphicFrame>
        <p:nvGraphicFramePr>
          <p:cNvPr id="69" name="Table 68">
            <a:extLst>
              <a:ext uri="{FF2B5EF4-FFF2-40B4-BE49-F238E27FC236}">
                <a16:creationId xmlns:a16="http://schemas.microsoft.com/office/drawing/2014/main" id="{893F12D4-6A60-C8E0-A8B2-1D6D7563660B}"/>
              </a:ext>
            </a:extLst>
          </p:cNvPr>
          <p:cNvGraphicFramePr>
            <a:graphicFrameLocks noGrp="1"/>
          </p:cNvGraphicFramePr>
          <p:nvPr/>
        </p:nvGraphicFramePr>
        <p:xfrm>
          <a:off x="1109342" y="4676797"/>
          <a:ext cx="2836074" cy="487680"/>
        </p:xfrm>
        <a:graphic>
          <a:graphicData uri="http://schemas.openxmlformats.org/drawingml/2006/table">
            <a:tbl>
              <a:tblPr firstRow="1" bandRow="1">
                <a:tableStyleId>{5C22544A-7EE6-4342-B048-85BDC9FD1C3A}</a:tableStyleId>
              </a:tblPr>
              <a:tblGrid>
                <a:gridCol w="945358">
                  <a:extLst>
                    <a:ext uri="{9D8B030D-6E8A-4147-A177-3AD203B41FA5}">
                      <a16:colId xmlns:a16="http://schemas.microsoft.com/office/drawing/2014/main" val="3314942607"/>
                    </a:ext>
                  </a:extLst>
                </a:gridCol>
                <a:gridCol w="945358">
                  <a:extLst>
                    <a:ext uri="{9D8B030D-6E8A-4147-A177-3AD203B41FA5}">
                      <a16:colId xmlns:a16="http://schemas.microsoft.com/office/drawing/2014/main" val="2694643210"/>
                    </a:ext>
                  </a:extLst>
                </a:gridCol>
                <a:gridCol w="945358">
                  <a:extLst>
                    <a:ext uri="{9D8B030D-6E8A-4147-A177-3AD203B41FA5}">
                      <a16:colId xmlns:a16="http://schemas.microsoft.com/office/drawing/2014/main" val="1867350649"/>
                    </a:ext>
                  </a:extLst>
                </a:gridCol>
              </a:tblGrid>
              <a:tr h="0">
                <a:tc>
                  <a:txBody>
                    <a:bodyPr/>
                    <a:lstStyle/>
                    <a:p>
                      <a:pPr algn="ctr" rtl="1"/>
                      <a:r>
                        <a:rPr lang="en-US" sz="1600" b="1" baseline="0" dirty="0">
                          <a:solidFill>
                            <a:schemeClr val="accent1">
                              <a:lumMod val="50000"/>
                            </a:schemeClr>
                          </a:solidFill>
                          <a:latin typeface="Sakkal Majalla" panose="02000000000000000000" pitchFamily="2" charset="-78"/>
                          <a:cs typeface="Sakkal Majalla" panose="02000000000000000000" pitchFamily="2" charset="-78"/>
                        </a:rPr>
                        <a:t>2028</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rtl="1"/>
                      <a:r>
                        <a:rPr lang="ar-EG" sz="1600" b="1" baseline="0" dirty="0">
                          <a:solidFill>
                            <a:schemeClr val="accent1">
                              <a:lumMod val="50000"/>
                            </a:schemeClr>
                          </a:solidFill>
                          <a:latin typeface="Sakkal Majalla" panose="02000000000000000000" pitchFamily="2" charset="-78"/>
                          <a:cs typeface="Sakkal Majalla" panose="02000000000000000000" pitchFamily="2" charset="-78"/>
                        </a:rPr>
                        <a:t>2027</a:t>
                      </a:r>
                      <a:endParaRPr lang="en-US" sz="1600" b="1" baseline="0" dirty="0">
                        <a:solidFill>
                          <a:schemeClr val="accent1">
                            <a:lumMod val="50000"/>
                          </a:schemeClr>
                        </a:solidFill>
                        <a:latin typeface="Sakkal Majalla" panose="02000000000000000000" pitchFamily="2" charset="-78"/>
                        <a:cs typeface="Sakkal Majalla" panose="02000000000000000000" pitchFamily="2" charset="-78"/>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rtl="1"/>
                      <a:r>
                        <a:rPr lang="ar-EG" sz="1600" b="1" baseline="0" dirty="0">
                          <a:solidFill>
                            <a:schemeClr val="accent1">
                              <a:lumMod val="50000"/>
                            </a:schemeClr>
                          </a:solidFill>
                          <a:latin typeface="Sakkal Majalla" panose="02000000000000000000" pitchFamily="2" charset="-78"/>
                          <a:cs typeface="Sakkal Majalla" panose="02000000000000000000" pitchFamily="2" charset="-78"/>
                        </a:rPr>
                        <a:t>2026</a:t>
                      </a:r>
                      <a:endParaRPr lang="en-US" sz="1600" b="1" baseline="0" dirty="0">
                        <a:solidFill>
                          <a:schemeClr val="accent1">
                            <a:lumMod val="50000"/>
                          </a:schemeClr>
                        </a:solidFill>
                        <a:latin typeface="Sakkal Majalla" panose="02000000000000000000" pitchFamily="2" charset="-78"/>
                        <a:cs typeface="Sakkal Majalla" panose="02000000000000000000" pitchFamily="2" charset="-78"/>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95495611"/>
                  </a:ext>
                </a:extLst>
              </a:tr>
              <a:tr h="0">
                <a:tc>
                  <a:txBody>
                    <a:bodyPr/>
                    <a:lstStyle/>
                    <a:p>
                      <a:pPr algn="ctr"/>
                      <a:r>
                        <a:rPr lang="en-US" sz="1600" b="1" baseline="0" dirty="0">
                          <a:solidFill>
                            <a:schemeClr val="accent1"/>
                          </a:solidFill>
                          <a:latin typeface="Sakkal Majalla" panose="02000000000000000000" pitchFamily="2" charset="-78"/>
                          <a:cs typeface="Sakkal Majalla" panose="02000000000000000000" pitchFamily="2" charset="-78"/>
                        </a:rPr>
                        <a:t>60%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lang="en-US" sz="1600" b="1" baseline="0" dirty="0">
                          <a:solidFill>
                            <a:schemeClr val="accent1"/>
                          </a:solidFill>
                          <a:latin typeface="Sakkal Majalla" panose="02000000000000000000" pitchFamily="2" charset="-78"/>
                          <a:cs typeface="Sakkal Majalla" panose="02000000000000000000" pitchFamily="2" charset="-78"/>
                        </a:rPr>
                        <a:t>50%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algn="ctr" defTabSz="914400" rtl="1" eaLnBrk="1" latinLnBrk="0" hangingPunct="1"/>
                      <a:r>
                        <a:rPr lang="en-US" sz="1600" b="1" kern="1200" baseline="0" dirty="0">
                          <a:solidFill>
                            <a:schemeClr val="accent1"/>
                          </a:solidFill>
                          <a:latin typeface="Sakkal Majalla" panose="02000000000000000000" pitchFamily="2" charset="-78"/>
                          <a:ea typeface="+mn-ea"/>
                          <a:cs typeface="Sakkal Majalla" panose="02000000000000000000" pitchFamily="2" charset="-78"/>
                        </a:rPr>
                        <a:t>40%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08398491"/>
                  </a:ext>
                </a:extLst>
              </a:tr>
            </a:tbl>
          </a:graphicData>
        </a:graphic>
      </p:graphicFrame>
      <p:sp>
        <p:nvSpPr>
          <p:cNvPr id="70" name="Rounded Rectangle 7">
            <a:extLst>
              <a:ext uri="{FF2B5EF4-FFF2-40B4-BE49-F238E27FC236}">
                <a16:creationId xmlns:a16="http://schemas.microsoft.com/office/drawing/2014/main" id="{B388D395-AC58-0AFE-B569-4FC839174F04}"/>
              </a:ext>
            </a:extLst>
          </p:cNvPr>
          <p:cNvSpPr/>
          <p:nvPr/>
        </p:nvSpPr>
        <p:spPr>
          <a:xfrm>
            <a:off x="5041960" y="1930177"/>
            <a:ext cx="2108081" cy="31893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EG" sz="1200" dirty="0"/>
              <a:t>مالك المؤشر : البنية المؤسسية</a:t>
            </a:r>
            <a:endParaRPr lang="en-US" sz="1200" dirty="0"/>
          </a:p>
        </p:txBody>
      </p:sp>
      <p:grpSp>
        <p:nvGrpSpPr>
          <p:cNvPr id="71" name="Group 70">
            <a:extLst>
              <a:ext uri="{FF2B5EF4-FFF2-40B4-BE49-F238E27FC236}">
                <a16:creationId xmlns:a16="http://schemas.microsoft.com/office/drawing/2014/main" id="{44B22CAF-995B-98DD-D058-EF41DB9F7389}"/>
              </a:ext>
            </a:extLst>
          </p:cNvPr>
          <p:cNvGrpSpPr>
            <a:grpSpLocks noChangeAspect="1"/>
          </p:cNvGrpSpPr>
          <p:nvPr/>
        </p:nvGrpSpPr>
        <p:grpSpPr>
          <a:xfrm>
            <a:off x="5130225" y="4686665"/>
            <a:ext cx="279496" cy="246888"/>
            <a:chOff x="5810250" y="3176587"/>
            <a:chExt cx="571500" cy="504825"/>
          </a:xfrm>
          <a:solidFill>
            <a:schemeClr val="accent1"/>
          </a:solidFill>
        </p:grpSpPr>
        <p:sp>
          <p:nvSpPr>
            <p:cNvPr id="72" name="Freeform: Shape 71">
              <a:extLst>
                <a:ext uri="{FF2B5EF4-FFF2-40B4-BE49-F238E27FC236}">
                  <a16:creationId xmlns:a16="http://schemas.microsoft.com/office/drawing/2014/main" id="{B362E892-E40A-7D4D-A931-B99D36750C5E}"/>
                </a:ext>
              </a:extLst>
            </p:cNvPr>
            <p:cNvSpPr/>
            <p:nvPr/>
          </p:nvSpPr>
          <p:spPr>
            <a:xfrm>
              <a:off x="5810250" y="3376612"/>
              <a:ext cx="571500" cy="304800"/>
            </a:xfrm>
            <a:custGeom>
              <a:avLst/>
              <a:gdLst>
                <a:gd name="csX0" fmla="*/ 514350 w 571500"/>
                <a:gd name="csY0" fmla="*/ 0 h 304800"/>
                <a:gd name="csX1" fmla="*/ 495300 w 571500"/>
                <a:gd name="csY1" fmla="*/ 0 h 304800"/>
                <a:gd name="csX2" fmla="*/ 495300 w 571500"/>
                <a:gd name="csY2" fmla="*/ 19050 h 304800"/>
                <a:gd name="csX3" fmla="*/ 514350 w 571500"/>
                <a:gd name="csY3" fmla="*/ 19050 h 304800"/>
                <a:gd name="csX4" fmla="*/ 552450 w 571500"/>
                <a:gd name="csY4" fmla="*/ 57150 h 304800"/>
                <a:gd name="csX5" fmla="*/ 552450 w 571500"/>
                <a:gd name="csY5" fmla="*/ 247650 h 304800"/>
                <a:gd name="csX6" fmla="*/ 514350 w 571500"/>
                <a:gd name="csY6" fmla="*/ 285750 h 304800"/>
                <a:gd name="csX7" fmla="*/ 495300 w 571500"/>
                <a:gd name="csY7" fmla="*/ 285750 h 304800"/>
                <a:gd name="csX8" fmla="*/ 495300 w 571500"/>
                <a:gd name="csY8" fmla="*/ 257175 h 304800"/>
                <a:gd name="csX9" fmla="*/ 485775 w 571500"/>
                <a:gd name="csY9" fmla="*/ 247650 h 304800"/>
                <a:gd name="csX10" fmla="*/ 476250 w 571500"/>
                <a:gd name="csY10" fmla="*/ 257175 h 304800"/>
                <a:gd name="csX11" fmla="*/ 476250 w 571500"/>
                <a:gd name="csY11" fmla="*/ 285750 h 304800"/>
                <a:gd name="csX12" fmla="*/ 457200 w 571500"/>
                <a:gd name="csY12" fmla="*/ 285750 h 304800"/>
                <a:gd name="csX13" fmla="*/ 457200 w 571500"/>
                <a:gd name="csY13" fmla="*/ 257175 h 304800"/>
                <a:gd name="csX14" fmla="*/ 447675 w 571500"/>
                <a:gd name="csY14" fmla="*/ 247650 h 304800"/>
                <a:gd name="csX15" fmla="*/ 438150 w 571500"/>
                <a:gd name="csY15" fmla="*/ 257175 h 304800"/>
                <a:gd name="csX16" fmla="*/ 438150 w 571500"/>
                <a:gd name="csY16" fmla="*/ 285750 h 304800"/>
                <a:gd name="csX17" fmla="*/ 419100 w 571500"/>
                <a:gd name="csY17" fmla="*/ 285750 h 304800"/>
                <a:gd name="csX18" fmla="*/ 419100 w 571500"/>
                <a:gd name="csY18" fmla="*/ 257175 h 304800"/>
                <a:gd name="csX19" fmla="*/ 409575 w 571500"/>
                <a:gd name="csY19" fmla="*/ 247650 h 304800"/>
                <a:gd name="csX20" fmla="*/ 400050 w 571500"/>
                <a:gd name="csY20" fmla="*/ 257175 h 304800"/>
                <a:gd name="csX21" fmla="*/ 400050 w 571500"/>
                <a:gd name="csY21" fmla="*/ 285750 h 304800"/>
                <a:gd name="csX22" fmla="*/ 381000 w 571500"/>
                <a:gd name="csY22" fmla="*/ 285750 h 304800"/>
                <a:gd name="csX23" fmla="*/ 381000 w 571500"/>
                <a:gd name="csY23" fmla="*/ 257175 h 304800"/>
                <a:gd name="csX24" fmla="*/ 371475 w 571500"/>
                <a:gd name="csY24" fmla="*/ 247650 h 304800"/>
                <a:gd name="csX25" fmla="*/ 361950 w 571500"/>
                <a:gd name="csY25" fmla="*/ 257175 h 304800"/>
                <a:gd name="csX26" fmla="*/ 361950 w 571500"/>
                <a:gd name="csY26" fmla="*/ 285750 h 304800"/>
                <a:gd name="csX27" fmla="*/ 342900 w 571500"/>
                <a:gd name="csY27" fmla="*/ 285750 h 304800"/>
                <a:gd name="csX28" fmla="*/ 342900 w 571500"/>
                <a:gd name="csY28" fmla="*/ 257175 h 304800"/>
                <a:gd name="csX29" fmla="*/ 333375 w 571500"/>
                <a:gd name="csY29" fmla="*/ 247650 h 304800"/>
                <a:gd name="csX30" fmla="*/ 323850 w 571500"/>
                <a:gd name="csY30" fmla="*/ 257175 h 304800"/>
                <a:gd name="csX31" fmla="*/ 323850 w 571500"/>
                <a:gd name="csY31" fmla="*/ 285750 h 304800"/>
                <a:gd name="csX32" fmla="*/ 304800 w 571500"/>
                <a:gd name="csY32" fmla="*/ 285750 h 304800"/>
                <a:gd name="csX33" fmla="*/ 304800 w 571500"/>
                <a:gd name="csY33" fmla="*/ 257175 h 304800"/>
                <a:gd name="csX34" fmla="*/ 295275 w 571500"/>
                <a:gd name="csY34" fmla="*/ 247650 h 304800"/>
                <a:gd name="csX35" fmla="*/ 285750 w 571500"/>
                <a:gd name="csY35" fmla="*/ 257175 h 304800"/>
                <a:gd name="csX36" fmla="*/ 285750 w 571500"/>
                <a:gd name="csY36" fmla="*/ 285750 h 304800"/>
                <a:gd name="csX37" fmla="*/ 266700 w 571500"/>
                <a:gd name="csY37" fmla="*/ 285750 h 304800"/>
                <a:gd name="csX38" fmla="*/ 266700 w 571500"/>
                <a:gd name="csY38" fmla="*/ 257175 h 304800"/>
                <a:gd name="csX39" fmla="*/ 257175 w 571500"/>
                <a:gd name="csY39" fmla="*/ 247650 h 304800"/>
                <a:gd name="csX40" fmla="*/ 247650 w 571500"/>
                <a:gd name="csY40" fmla="*/ 257175 h 304800"/>
                <a:gd name="csX41" fmla="*/ 247650 w 571500"/>
                <a:gd name="csY41" fmla="*/ 285750 h 304800"/>
                <a:gd name="csX42" fmla="*/ 228600 w 571500"/>
                <a:gd name="csY42" fmla="*/ 285750 h 304800"/>
                <a:gd name="csX43" fmla="*/ 228600 w 571500"/>
                <a:gd name="csY43" fmla="*/ 257175 h 304800"/>
                <a:gd name="csX44" fmla="*/ 219075 w 571500"/>
                <a:gd name="csY44" fmla="*/ 247650 h 304800"/>
                <a:gd name="csX45" fmla="*/ 209550 w 571500"/>
                <a:gd name="csY45" fmla="*/ 257175 h 304800"/>
                <a:gd name="csX46" fmla="*/ 209550 w 571500"/>
                <a:gd name="csY46" fmla="*/ 285750 h 304800"/>
                <a:gd name="csX47" fmla="*/ 190500 w 571500"/>
                <a:gd name="csY47" fmla="*/ 285750 h 304800"/>
                <a:gd name="csX48" fmla="*/ 190500 w 571500"/>
                <a:gd name="csY48" fmla="*/ 261938 h 304800"/>
                <a:gd name="csX49" fmla="*/ 157163 w 571500"/>
                <a:gd name="csY49" fmla="*/ 228600 h 304800"/>
                <a:gd name="csX50" fmla="*/ 123825 w 571500"/>
                <a:gd name="csY50" fmla="*/ 261938 h 304800"/>
                <a:gd name="csX51" fmla="*/ 123825 w 571500"/>
                <a:gd name="csY51" fmla="*/ 285750 h 304800"/>
                <a:gd name="csX52" fmla="*/ 104775 w 571500"/>
                <a:gd name="csY52" fmla="*/ 285750 h 304800"/>
                <a:gd name="csX53" fmla="*/ 104775 w 571500"/>
                <a:gd name="csY53" fmla="*/ 257175 h 304800"/>
                <a:gd name="csX54" fmla="*/ 95250 w 571500"/>
                <a:gd name="csY54" fmla="*/ 247650 h 304800"/>
                <a:gd name="csX55" fmla="*/ 85725 w 571500"/>
                <a:gd name="csY55" fmla="*/ 257175 h 304800"/>
                <a:gd name="csX56" fmla="*/ 85725 w 571500"/>
                <a:gd name="csY56" fmla="*/ 285750 h 304800"/>
                <a:gd name="csX57" fmla="*/ 66675 w 571500"/>
                <a:gd name="csY57" fmla="*/ 285750 h 304800"/>
                <a:gd name="csX58" fmla="*/ 66675 w 571500"/>
                <a:gd name="csY58" fmla="*/ 257175 h 304800"/>
                <a:gd name="csX59" fmla="*/ 57150 w 571500"/>
                <a:gd name="csY59" fmla="*/ 247650 h 304800"/>
                <a:gd name="csX60" fmla="*/ 47625 w 571500"/>
                <a:gd name="csY60" fmla="*/ 257175 h 304800"/>
                <a:gd name="csX61" fmla="*/ 47625 w 571500"/>
                <a:gd name="csY61" fmla="*/ 284404 h 304800"/>
                <a:gd name="csX62" fmla="*/ 19050 w 571500"/>
                <a:gd name="csY62" fmla="*/ 247650 h 304800"/>
                <a:gd name="csX63" fmla="*/ 19050 w 571500"/>
                <a:gd name="csY63" fmla="*/ 57150 h 304800"/>
                <a:gd name="csX64" fmla="*/ 57150 w 571500"/>
                <a:gd name="csY64" fmla="*/ 19050 h 304800"/>
                <a:gd name="csX65" fmla="*/ 76200 w 571500"/>
                <a:gd name="csY65" fmla="*/ 19050 h 304800"/>
                <a:gd name="csX66" fmla="*/ 76200 w 571500"/>
                <a:gd name="csY66" fmla="*/ 0 h 304800"/>
                <a:gd name="csX67" fmla="*/ 57150 w 571500"/>
                <a:gd name="csY67" fmla="*/ 0 h 304800"/>
                <a:gd name="csX68" fmla="*/ 0 w 571500"/>
                <a:gd name="csY68" fmla="*/ 57150 h 304800"/>
                <a:gd name="csX69" fmla="*/ 0 w 571500"/>
                <a:gd name="csY69" fmla="*/ 247650 h 304800"/>
                <a:gd name="csX70" fmla="*/ 57150 w 571500"/>
                <a:gd name="csY70" fmla="*/ 304800 h 304800"/>
                <a:gd name="csX71" fmla="*/ 133350 w 571500"/>
                <a:gd name="csY71" fmla="*/ 304800 h 304800"/>
                <a:gd name="csX72" fmla="*/ 142875 w 571500"/>
                <a:gd name="csY72" fmla="*/ 295275 h 304800"/>
                <a:gd name="csX73" fmla="*/ 142875 w 571500"/>
                <a:gd name="csY73" fmla="*/ 261938 h 304800"/>
                <a:gd name="csX74" fmla="*/ 171450 w 571500"/>
                <a:gd name="csY74" fmla="*/ 261938 h 304800"/>
                <a:gd name="csX75" fmla="*/ 171450 w 571500"/>
                <a:gd name="csY75" fmla="*/ 295275 h 304800"/>
                <a:gd name="csX76" fmla="*/ 180975 w 571500"/>
                <a:gd name="csY76" fmla="*/ 304800 h 304800"/>
                <a:gd name="csX77" fmla="*/ 514350 w 571500"/>
                <a:gd name="csY77" fmla="*/ 304800 h 304800"/>
                <a:gd name="csX78" fmla="*/ 571500 w 571500"/>
                <a:gd name="csY78" fmla="*/ 247650 h 304800"/>
                <a:gd name="csX79" fmla="*/ 571500 w 571500"/>
                <a:gd name="csY79" fmla="*/ 57150 h 304800"/>
                <a:gd name="csX80" fmla="*/ 514350 w 571500"/>
                <a:gd name="csY80" fmla="*/ 0 h 304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Lst>
              <a:rect l="l" t="t" r="r" b="b"/>
              <a:pathLst>
                <a:path w="571500" h="304800">
                  <a:moveTo>
                    <a:pt x="514350" y="0"/>
                  </a:moveTo>
                  <a:lnTo>
                    <a:pt x="495300" y="0"/>
                  </a:lnTo>
                  <a:lnTo>
                    <a:pt x="495300" y="19050"/>
                  </a:lnTo>
                  <a:lnTo>
                    <a:pt x="514350" y="19050"/>
                  </a:lnTo>
                  <a:cubicBezTo>
                    <a:pt x="535400" y="19050"/>
                    <a:pt x="552450" y="36100"/>
                    <a:pt x="552450" y="57150"/>
                  </a:cubicBezTo>
                  <a:lnTo>
                    <a:pt x="552450" y="247650"/>
                  </a:lnTo>
                  <a:cubicBezTo>
                    <a:pt x="552450" y="268700"/>
                    <a:pt x="535400" y="285750"/>
                    <a:pt x="514350" y="285750"/>
                  </a:cubicBezTo>
                  <a:lnTo>
                    <a:pt x="495300" y="285750"/>
                  </a:lnTo>
                  <a:lnTo>
                    <a:pt x="495300" y="257175"/>
                  </a:lnTo>
                  <a:cubicBezTo>
                    <a:pt x="495300" y="251910"/>
                    <a:pt x="491040" y="247650"/>
                    <a:pt x="485775" y="247650"/>
                  </a:cubicBezTo>
                  <a:cubicBezTo>
                    <a:pt x="480510" y="247650"/>
                    <a:pt x="476250" y="251910"/>
                    <a:pt x="476250" y="257175"/>
                  </a:cubicBezTo>
                  <a:lnTo>
                    <a:pt x="476250" y="285750"/>
                  </a:lnTo>
                  <a:lnTo>
                    <a:pt x="457200" y="285750"/>
                  </a:lnTo>
                  <a:lnTo>
                    <a:pt x="457200" y="257175"/>
                  </a:lnTo>
                  <a:cubicBezTo>
                    <a:pt x="457200" y="251910"/>
                    <a:pt x="452940" y="247650"/>
                    <a:pt x="447675" y="247650"/>
                  </a:cubicBezTo>
                  <a:cubicBezTo>
                    <a:pt x="442410" y="247650"/>
                    <a:pt x="438150" y="251910"/>
                    <a:pt x="438150" y="257175"/>
                  </a:cubicBezTo>
                  <a:lnTo>
                    <a:pt x="438150" y="285750"/>
                  </a:lnTo>
                  <a:lnTo>
                    <a:pt x="419100" y="285750"/>
                  </a:lnTo>
                  <a:lnTo>
                    <a:pt x="419100" y="257175"/>
                  </a:lnTo>
                  <a:cubicBezTo>
                    <a:pt x="419100" y="251910"/>
                    <a:pt x="414840" y="247650"/>
                    <a:pt x="409575" y="247650"/>
                  </a:cubicBezTo>
                  <a:cubicBezTo>
                    <a:pt x="404310" y="247650"/>
                    <a:pt x="400050" y="251910"/>
                    <a:pt x="400050" y="257175"/>
                  </a:cubicBezTo>
                  <a:lnTo>
                    <a:pt x="400050" y="285750"/>
                  </a:lnTo>
                  <a:lnTo>
                    <a:pt x="381000" y="285750"/>
                  </a:lnTo>
                  <a:lnTo>
                    <a:pt x="381000" y="257175"/>
                  </a:lnTo>
                  <a:cubicBezTo>
                    <a:pt x="381000" y="251910"/>
                    <a:pt x="376740" y="247650"/>
                    <a:pt x="371475" y="247650"/>
                  </a:cubicBezTo>
                  <a:cubicBezTo>
                    <a:pt x="366210" y="247650"/>
                    <a:pt x="361950" y="251910"/>
                    <a:pt x="361950" y="257175"/>
                  </a:cubicBezTo>
                  <a:lnTo>
                    <a:pt x="361950" y="285750"/>
                  </a:lnTo>
                  <a:lnTo>
                    <a:pt x="342900" y="285750"/>
                  </a:lnTo>
                  <a:lnTo>
                    <a:pt x="342900" y="257175"/>
                  </a:lnTo>
                  <a:cubicBezTo>
                    <a:pt x="342900" y="251910"/>
                    <a:pt x="338640" y="247650"/>
                    <a:pt x="333375" y="247650"/>
                  </a:cubicBezTo>
                  <a:cubicBezTo>
                    <a:pt x="328110" y="247650"/>
                    <a:pt x="323850" y="251910"/>
                    <a:pt x="323850" y="257175"/>
                  </a:cubicBezTo>
                  <a:lnTo>
                    <a:pt x="323850" y="285750"/>
                  </a:lnTo>
                  <a:lnTo>
                    <a:pt x="304800" y="285750"/>
                  </a:lnTo>
                  <a:lnTo>
                    <a:pt x="304800" y="257175"/>
                  </a:lnTo>
                  <a:cubicBezTo>
                    <a:pt x="304800" y="251910"/>
                    <a:pt x="300540" y="247650"/>
                    <a:pt x="295275" y="247650"/>
                  </a:cubicBezTo>
                  <a:cubicBezTo>
                    <a:pt x="290010" y="247650"/>
                    <a:pt x="285750" y="251910"/>
                    <a:pt x="285750" y="257175"/>
                  </a:cubicBezTo>
                  <a:lnTo>
                    <a:pt x="285750" y="285750"/>
                  </a:lnTo>
                  <a:lnTo>
                    <a:pt x="266700" y="285750"/>
                  </a:lnTo>
                  <a:lnTo>
                    <a:pt x="266700" y="257175"/>
                  </a:lnTo>
                  <a:cubicBezTo>
                    <a:pt x="266700" y="251910"/>
                    <a:pt x="262440" y="247650"/>
                    <a:pt x="257175" y="247650"/>
                  </a:cubicBezTo>
                  <a:cubicBezTo>
                    <a:pt x="251910" y="247650"/>
                    <a:pt x="247650" y="251910"/>
                    <a:pt x="247650" y="257175"/>
                  </a:cubicBezTo>
                  <a:lnTo>
                    <a:pt x="247650" y="285750"/>
                  </a:lnTo>
                  <a:lnTo>
                    <a:pt x="228600" y="285750"/>
                  </a:lnTo>
                  <a:lnTo>
                    <a:pt x="228600" y="257175"/>
                  </a:lnTo>
                  <a:cubicBezTo>
                    <a:pt x="228600" y="251910"/>
                    <a:pt x="224340" y="247650"/>
                    <a:pt x="219075" y="247650"/>
                  </a:cubicBezTo>
                  <a:cubicBezTo>
                    <a:pt x="213810" y="247650"/>
                    <a:pt x="209550" y="251910"/>
                    <a:pt x="209550" y="257175"/>
                  </a:cubicBezTo>
                  <a:lnTo>
                    <a:pt x="209550" y="285750"/>
                  </a:lnTo>
                  <a:lnTo>
                    <a:pt x="190500" y="285750"/>
                  </a:lnTo>
                  <a:lnTo>
                    <a:pt x="190500" y="261938"/>
                  </a:lnTo>
                  <a:cubicBezTo>
                    <a:pt x="190500" y="243554"/>
                    <a:pt x="175546" y="228600"/>
                    <a:pt x="157163" y="228600"/>
                  </a:cubicBezTo>
                  <a:cubicBezTo>
                    <a:pt x="138779" y="228600"/>
                    <a:pt x="123825" y="243554"/>
                    <a:pt x="123825" y="261938"/>
                  </a:cubicBezTo>
                  <a:lnTo>
                    <a:pt x="123825" y="285750"/>
                  </a:lnTo>
                  <a:lnTo>
                    <a:pt x="104775" y="285750"/>
                  </a:lnTo>
                  <a:lnTo>
                    <a:pt x="104775" y="257175"/>
                  </a:lnTo>
                  <a:cubicBezTo>
                    <a:pt x="104775" y="251910"/>
                    <a:pt x="100515" y="247650"/>
                    <a:pt x="95250" y="247650"/>
                  </a:cubicBezTo>
                  <a:cubicBezTo>
                    <a:pt x="89985" y="247650"/>
                    <a:pt x="85725" y="251910"/>
                    <a:pt x="85725" y="257175"/>
                  </a:cubicBezTo>
                  <a:lnTo>
                    <a:pt x="85725" y="285750"/>
                  </a:lnTo>
                  <a:lnTo>
                    <a:pt x="66675" y="285750"/>
                  </a:lnTo>
                  <a:lnTo>
                    <a:pt x="66675" y="257175"/>
                  </a:lnTo>
                  <a:cubicBezTo>
                    <a:pt x="66675" y="251910"/>
                    <a:pt x="62415" y="247650"/>
                    <a:pt x="57150" y="247650"/>
                  </a:cubicBezTo>
                  <a:cubicBezTo>
                    <a:pt x="51885" y="247650"/>
                    <a:pt x="47625" y="251910"/>
                    <a:pt x="47625" y="257175"/>
                  </a:cubicBezTo>
                  <a:lnTo>
                    <a:pt x="47625" y="284404"/>
                  </a:lnTo>
                  <a:cubicBezTo>
                    <a:pt x="31216" y="280158"/>
                    <a:pt x="19050" y="265390"/>
                    <a:pt x="19050" y="247650"/>
                  </a:cubicBezTo>
                  <a:lnTo>
                    <a:pt x="19050" y="57150"/>
                  </a:lnTo>
                  <a:cubicBezTo>
                    <a:pt x="19050" y="36100"/>
                    <a:pt x="36100" y="19050"/>
                    <a:pt x="57150" y="19050"/>
                  </a:cubicBezTo>
                  <a:lnTo>
                    <a:pt x="76200" y="19050"/>
                  </a:lnTo>
                  <a:lnTo>
                    <a:pt x="76200" y="0"/>
                  </a:lnTo>
                  <a:lnTo>
                    <a:pt x="57150" y="0"/>
                  </a:lnTo>
                  <a:cubicBezTo>
                    <a:pt x="25622" y="0"/>
                    <a:pt x="0" y="25622"/>
                    <a:pt x="0" y="57150"/>
                  </a:cubicBezTo>
                  <a:lnTo>
                    <a:pt x="0" y="247650"/>
                  </a:lnTo>
                  <a:cubicBezTo>
                    <a:pt x="0" y="279178"/>
                    <a:pt x="25622" y="304800"/>
                    <a:pt x="57150" y="304800"/>
                  </a:cubicBezTo>
                  <a:lnTo>
                    <a:pt x="133350" y="304800"/>
                  </a:lnTo>
                  <a:cubicBezTo>
                    <a:pt x="138589" y="304800"/>
                    <a:pt x="142875" y="300514"/>
                    <a:pt x="142875" y="295275"/>
                  </a:cubicBezTo>
                  <a:lnTo>
                    <a:pt x="142875" y="261938"/>
                  </a:lnTo>
                  <a:cubicBezTo>
                    <a:pt x="143207" y="243115"/>
                    <a:pt x="171142" y="243179"/>
                    <a:pt x="171450" y="261938"/>
                  </a:cubicBezTo>
                  <a:cubicBezTo>
                    <a:pt x="171450" y="261938"/>
                    <a:pt x="171450" y="295275"/>
                    <a:pt x="171450" y="295275"/>
                  </a:cubicBezTo>
                  <a:cubicBezTo>
                    <a:pt x="171450" y="300514"/>
                    <a:pt x="175736" y="304800"/>
                    <a:pt x="180975" y="304800"/>
                  </a:cubicBezTo>
                  <a:lnTo>
                    <a:pt x="514350" y="304800"/>
                  </a:lnTo>
                  <a:cubicBezTo>
                    <a:pt x="545878" y="304800"/>
                    <a:pt x="571500" y="279178"/>
                    <a:pt x="571500" y="247650"/>
                  </a:cubicBezTo>
                  <a:lnTo>
                    <a:pt x="571500" y="57150"/>
                  </a:lnTo>
                  <a:cubicBezTo>
                    <a:pt x="571500" y="25622"/>
                    <a:pt x="545878" y="0"/>
                    <a:pt x="514350" y="0"/>
                  </a:cubicBezTo>
                  <a:close/>
                </a:path>
              </a:pathLst>
            </a:custGeom>
            <a:grpFill/>
            <a:ln w="9525" cap="flat">
              <a:noFill/>
              <a:prstDash val="solid"/>
              <a:miter/>
            </a:ln>
          </p:spPr>
          <p:txBody>
            <a:bodyPr/>
            <a:lstStyle/>
            <a:p>
              <a:endParaRPr lang="en-GB"/>
            </a:p>
          </p:txBody>
        </p:sp>
        <p:sp>
          <p:nvSpPr>
            <p:cNvPr id="73" name="Freeform: Shape 72">
              <a:extLst>
                <a:ext uri="{FF2B5EF4-FFF2-40B4-BE49-F238E27FC236}">
                  <a16:creationId xmlns:a16="http://schemas.microsoft.com/office/drawing/2014/main" id="{31BC46C5-4BF1-4BBC-756C-735A608ABB7A}"/>
                </a:ext>
              </a:extLst>
            </p:cNvPr>
            <p:cNvSpPr/>
            <p:nvPr/>
          </p:nvSpPr>
          <p:spPr>
            <a:xfrm>
              <a:off x="6020466" y="3500437"/>
              <a:ext cx="151066" cy="85725"/>
            </a:xfrm>
            <a:custGeom>
              <a:avLst/>
              <a:gdLst>
                <a:gd name="csX0" fmla="*/ 75533 w 151066"/>
                <a:gd name="csY0" fmla="*/ 35814 h 85725"/>
                <a:gd name="csX1" fmla="*/ 49149 w 151066"/>
                <a:gd name="csY1" fmla="*/ 20288 h 85725"/>
                <a:gd name="csX2" fmla="*/ 37909 w 151066"/>
                <a:gd name="csY2" fmla="*/ 0 h 85725"/>
                <a:gd name="csX3" fmla="*/ 0 w 151066"/>
                <a:gd name="csY3" fmla="*/ 0 h 85725"/>
                <a:gd name="csX4" fmla="*/ 0 w 151066"/>
                <a:gd name="csY4" fmla="*/ 47625 h 85725"/>
                <a:gd name="csX5" fmla="*/ 38100 w 151066"/>
                <a:gd name="csY5" fmla="*/ 85725 h 85725"/>
                <a:gd name="csX6" fmla="*/ 112966 w 151066"/>
                <a:gd name="csY6" fmla="*/ 85725 h 85725"/>
                <a:gd name="csX7" fmla="*/ 151066 w 151066"/>
                <a:gd name="csY7" fmla="*/ 47625 h 85725"/>
                <a:gd name="csX8" fmla="*/ 151066 w 151066"/>
                <a:gd name="csY8" fmla="*/ 0 h 85725"/>
                <a:gd name="csX9" fmla="*/ 113157 w 151066"/>
                <a:gd name="csY9" fmla="*/ 0 h 85725"/>
                <a:gd name="csX10" fmla="*/ 101918 w 151066"/>
                <a:gd name="csY10" fmla="*/ 20288 h 85725"/>
                <a:gd name="csX11" fmla="*/ 75533 w 151066"/>
                <a:gd name="csY11" fmla="*/ 35814 h 85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51066" h="85725">
                  <a:moveTo>
                    <a:pt x="75533" y="35814"/>
                  </a:moveTo>
                  <a:cubicBezTo>
                    <a:pt x="64579" y="35814"/>
                    <a:pt x="54483" y="29908"/>
                    <a:pt x="49149" y="20288"/>
                  </a:cubicBezTo>
                  <a:lnTo>
                    <a:pt x="37909" y="0"/>
                  </a:lnTo>
                  <a:lnTo>
                    <a:pt x="0" y="0"/>
                  </a:lnTo>
                  <a:lnTo>
                    <a:pt x="0" y="47625"/>
                  </a:lnTo>
                  <a:cubicBezTo>
                    <a:pt x="0" y="68675"/>
                    <a:pt x="17050" y="85725"/>
                    <a:pt x="38100" y="85725"/>
                  </a:cubicBezTo>
                  <a:lnTo>
                    <a:pt x="112966" y="85725"/>
                  </a:lnTo>
                  <a:cubicBezTo>
                    <a:pt x="134017" y="85725"/>
                    <a:pt x="151066" y="68675"/>
                    <a:pt x="151066" y="47625"/>
                  </a:cubicBezTo>
                  <a:lnTo>
                    <a:pt x="151066" y="0"/>
                  </a:lnTo>
                  <a:lnTo>
                    <a:pt x="113157" y="0"/>
                  </a:lnTo>
                  <a:lnTo>
                    <a:pt x="101918" y="20288"/>
                  </a:lnTo>
                  <a:cubicBezTo>
                    <a:pt x="96584" y="29909"/>
                    <a:pt x="86487" y="35814"/>
                    <a:pt x="75533" y="35814"/>
                  </a:cubicBezTo>
                  <a:close/>
                </a:path>
              </a:pathLst>
            </a:custGeom>
            <a:grpFill/>
            <a:ln w="9525" cap="flat">
              <a:noFill/>
              <a:prstDash val="solid"/>
              <a:miter/>
            </a:ln>
          </p:spPr>
          <p:txBody>
            <a:bodyPr/>
            <a:lstStyle/>
            <a:p>
              <a:endParaRPr lang="en-GB"/>
            </a:p>
          </p:txBody>
        </p:sp>
        <p:sp>
          <p:nvSpPr>
            <p:cNvPr id="74" name="Freeform: Shape 73">
              <a:extLst>
                <a:ext uri="{FF2B5EF4-FFF2-40B4-BE49-F238E27FC236}">
                  <a16:creationId xmlns:a16="http://schemas.microsoft.com/office/drawing/2014/main" id="{D4322612-3037-4C23-2BA1-8FCE1A6B49B0}"/>
                </a:ext>
              </a:extLst>
            </p:cNvPr>
            <p:cNvSpPr/>
            <p:nvPr/>
          </p:nvSpPr>
          <p:spPr>
            <a:xfrm>
              <a:off x="5848349" y="3443279"/>
              <a:ext cx="151161" cy="142882"/>
            </a:xfrm>
            <a:custGeom>
              <a:avLst/>
              <a:gdLst>
                <a:gd name="csX0" fmla="*/ 38862 w 151161"/>
                <a:gd name="csY0" fmla="*/ 8 h 142882"/>
                <a:gd name="csX1" fmla="*/ 0 w 151161"/>
                <a:gd name="csY1" fmla="*/ 38108 h 142882"/>
                <a:gd name="csX2" fmla="*/ 0 w 151161"/>
                <a:gd name="csY2" fmla="*/ 104783 h 142882"/>
                <a:gd name="csX3" fmla="*/ 38100 w 151161"/>
                <a:gd name="csY3" fmla="*/ 142883 h 142882"/>
                <a:gd name="csX4" fmla="*/ 113062 w 151161"/>
                <a:gd name="csY4" fmla="*/ 142883 h 142882"/>
                <a:gd name="csX5" fmla="*/ 151162 w 151161"/>
                <a:gd name="csY5" fmla="*/ 104783 h 142882"/>
                <a:gd name="csX6" fmla="*/ 151162 w 151161"/>
                <a:gd name="csY6" fmla="*/ 57158 h 142882"/>
                <a:gd name="csX7" fmla="*/ 104775 w 151161"/>
                <a:gd name="csY7" fmla="*/ 57158 h 142882"/>
                <a:gd name="csX8" fmla="*/ 38862 w 151161"/>
                <a:gd name="csY8" fmla="*/ 8 h 1428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1161" h="142882">
                  <a:moveTo>
                    <a:pt x="38862" y="8"/>
                  </a:moveTo>
                  <a:cubicBezTo>
                    <a:pt x="17553" y="-414"/>
                    <a:pt x="-26" y="16780"/>
                    <a:pt x="0" y="38108"/>
                  </a:cubicBezTo>
                  <a:lnTo>
                    <a:pt x="0" y="104783"/>
                  </a:lnTo>
                  <a:cubicBezTo>
                    <a:pt x="0" y="125832"/>
                    <a:pt x="17050" y="142883"/>
                    <a:pt x="38100" y="142883"/>
                  </a:cubicBezTo>
                  <a:lnTo>
                    <a:pt x="113062" y="142883"/>
                  </a:lnTo>
                  <a:cubicBezTo>
                    <a:pt x="134017" y="142883"/>
                    <a:pt x="151162" y="125832"/>
                    <a:pt x="151162" y="104783"/>
                  </a:cubicBezTo>
                  <a:lnTo>
                    <a:pt x="151162" y="57158"/>
                  </a:lnTo>
                  <a:lnTo>
                    <a:pt x="104775" y="57158"/>
                  </a:lnTo>
                  <a:cubicBezTo>
                    <a:pt x="71247" y="57158"/>
                    <a:pt x="43434" y="32297"/>
                    <a:pt x="38862" y="8"/>
                  </a:cubicBezTo>
                  <a:close/>
                </a:path>
              </a:pathLst>
            </a:custGeom>
            <a:grpFill/>
            <a:ln w="9525" cap="flat">
              <a:noFill/>
              <a:prstDash val="solid"/>
              <a:miter/>
            </a:ln>
          </p:spPr>
          <p:txBody>
            <a:bodyPr/>
            <a:lstStyle/>
            <a:p>
              <a:endParaRPr lang="en-GB"/>
            </a:p>
          </p:txBody>
        </p:sp>
        <p:sp>
          <p:nvSpPr>
            <p:cNvPr id="75" name="Freeform: Shape 74">
              <a:extLst>
                <a:ext uri="{FF2B5EF4-FFF2-40B4-BE49-F238E27FC236}">
                  <a16:creationId xmlns:a16="http://schemas.microsoft.com/office/drawing/2014/main" id="{2C1674B2-583C-576A-25BE-36A1F087DBAE}"/>
                </a:ext>
              </a:extLst>
            </p:cNvPr>
            <p:cNvSpPr/>
            <p:nvPr/>
          </p:nvSpPr>
          <p:spPr>
            <a:xfrm>
              <a:off x="6191250" y="3443287"/>
              <a:ext cx="151161" cy="142875"/>
            </a:xfrm>
            <a:custGeom>
              <a:avLst/>
              <a:gdLst>
                <a:gd name="csX0" fmla="*/ 0 w 151161"/>
                <a:gd name="csY0" fmla="*/ 57150 h 142875"/>
                <a:gd name="csX1" fmla="*/ 0 w 151161"/>
                <a:gd name="csY1" fmla="*/ 104775 h 142875"/>
                <a:gd name="csX2" fmla="*/ 38100 w 151161"/>
                <a:gd name="csY2" fmla="*/ 142875 h 142875"/>
                <a:gd name="csX3" fmla="*/ 113062 w 151161"/>
                <a:gd name="csY3" fmla="*/ 142875 h 142875"/>
                <a:gd name="csX4" fmla="*/ 151162 w 151161"/>
                <a:gd name="csY4" fmla="*/ 104775 h 142875"/>
                <a:gd name="csX5" fmla="*/ 151162 w 151161"/>
                <a:gd name="csY5" fmla="*/ 38100 h 142875"/>
                <a:gd name="csX6" fmla="*/ 113538 w 151161"/>
                <a:gd name="csY6" fmla="*/ 0 h 142875"/>
                <a:gd name="csX7" fmla="*/ 47625 w 151161"/>
                <a:gd name="csY7" fmla="*/ 57150 h 142875"/>
                <a:gd name="csX8" fmla="*/ 0 w 151161"/>
                <a:gd name="csY8" fmla="*/ 57150 h 142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1161" h="142875">
                  <a:moveTo>
                    <a:pt x="0" y="57150"/>
                  </a:moveTo>
                  <a:lnTo>
                    <a:pt x="0" y="104775"/>
                  </a:lnTo>
                  <a:cubicBezTo>
                    <a:pt x="0" y="125825"/>
                    <a:pt x="17050" y="142875"/>
                    <a:pt x="38100" y="142875"/>
                  </a:cubicBezTo>
                  <a:lnTo>
                    <a:pt x="113062" y="142875"/>
                  </a:lnTo>
                  <a:cubicBezTo>
                    <a:pt x="134017" y="142875"/>
                    <a:pt x="151162" y="125825"/>
                    <a:pt x="151162" y="104775"/>
                  </a:cubicBezTo>
                  <a:lnTo>
                    <a:pt x="151162" y="38100"/>
                  </a:lnTo>
                  <a:cubicBezTo>
                    <a:pt x="151162" y="17240"/>
                    <a:pt x="134302" y="285"/>
                    <a:pt x="113538" y="0"/>
                  </a:cubicBezTo>
                  <a:cubicBezTo>
                    <a:pt x="108966" y="32290"/>
                    <a:pt x="81153" y="57150"/>
                    <a:pt x="47625" y="57150"/>
                  </a:cubicBezTo>
                  <a:lnTo>
                    <a:pt x="0" y="57150"/>
                  </a:lnTo>
                  <a:close/>
                </a:path>
              </a:pathLst>
            </a:custGeom>
            <a:grpFill/>
            <a:ln w="9525" cap="flat">
              <a:noFill/>
              <a:prstDash val="solid"/>
              <a:miter/>
            </a:ln>
          </p:spPr>
          <p:txBody>
            <a:bodyPr/>
            <a:lstStyle/>
            <a:p>
              <a:endParaRPr lang="en-GB"/>
            </a:p>
          </p:txBody>
        </p:sp>
        <p:sp>
          <p:nvSpPr>
            <p:cNvPr id="76" name="Freeform: Shape 75">
              <a:extLst>
                <a:ext uri="{FF2B5EF4-FFF2-40B4-BE49-F238E27FC236}">
                  <a16:creationId xmlns:a16="http://schemas.microsoft.com/office/drawing/2014/main" id="{6DBC7C0F-F078-3806-D4BD-6B32D47F24AB}"/>
                </a:ext>
              </a:extLst>
            </p:cNvPr>
            <p:cNvSpPr/>
            <p:nvPr/>
          </p:nvSpPr>
          <p:spPr>
            <a:xfrm>
              <a:off x="5905500" y="3176587"/>
              <a:ext cx="381000" cy="340645"/>
            </a:xfrm>
            <a:custGeom>
              <a:avLst/>
              <a:gdLst>
                <a:gd name="csX0" fmla="*/ 333375 w 381000"/>
                <a:gd name="csY0" fmla="*/ 0 h 340645"/>
                <a:gd name="csX1" fmla="*/ 47625 w 381000"/>
                <a:gd name="csY1" fmla="*/ 0 h 340645"/>
                <a:gd name="csX2" fmla="*/ 0 w 381000"/>
                <a:gd name="csY2" fmla="*/ 47625 h 340645"/>
                <a:gd name="csX3" fmla="*/ 0 w 381000"/>
                <a:gd name="csY3" fmla="*/ 257175 h 340645"/>
                <a:gd name="csX4" fmla="*/ 47625 w 381000"/>
                <a:gd name="csY4" fmla="*/ 304800 h 340645"/>
                <a:gd name="csX5" fmla="*/ 164042 w 381000"/>
                <a:gd name="csY5" fmla="*/ 304800 h 340645"/>
                <a:gd name="csX6" fmla="*/ 180778 w 381000"/>
                <a:gd name="csY6" fmla="*/ 334926 h 340645"/>
                <a:gd name="csX7" fmla="*/ 200222 w 381000"/>
                <a:gd name="csY7" fmla="*/ 334926 h 340645"/>
                <a:gd name="csX8" fmla="*/ 216958 w 381000"/>
                <a:gd name="csY8" fmla="*/ 304800 h 340645"/>
                <a:gd name="csX9" fmla="*/ 333375 w 381000"/>
                <a:gd name="csY9" fmla="*/ 304800 h 340645"/>
                <a:gd name="csX10" fmla="*/ 381000 w 381000"/>
                <a:gd name="csY10" fmla="*/ 257175 h 340645"/>
                <a:gd name="csX11" fmla="*/ 381000 w 381000"/>
                <a:gd name="csY11" fmla="*/ 47625 h 340645"/>
                <a:gd name="csX12" fmla="*/ 333375 w 381000"/>
                <a:gd name="csY12" fmla="*/ 0 h 340645"/>
                <a:gd name="csX13" fmla="*/ 100013 w 381000"/>
                <a:gd name="csY13" fmla="*/ 195263 h 340645"/>
                <a:gd name="csX14" fmla="*/ 80963 w 381000"/>
                <a:gd name="csY14" fmla="*/ 195262 h 340645"/>
                <a:gd name="csX15" fmla="*/ 281332 w 381000"/>
                <a:gd name="csY15" fmla="*/ 134017 h 340645"/>
                <a:gd name="csX16" fmla="*/ 265537 w 381000"/>
                <a:gd name="csY16" fmla="*/ 144674 h 340645"/>
                <a:gd name="csX17" fmla="*/ 100012 w 381000"/>
                <a:gd name="csY17" fmla="*/ 195263 h 340645"/>
                <a:gd name="csX18" fmla="*/ 291210 w 381000"/>
                <a:gd name="csY18" fmla="*/ 169729 h 340645"/>
                <a:gd name="csX19" fmla="*/ 234153 w 381000"/>
                <a:gd name="csY19" fmla="*/ 209669 h 340645"/>
                <a:gd name="csX20" fmla="*/ 190499 w 381000"/>
                <a:gd name="csY20" fmla="*/ 276225 h 340645"/>
                <a:gd name="csX21" fmla="*/ 142875 w 381000"/>
                <a:gd name="csY21" fmla="*/ 228600 h 340645"/>
                <a:gd name="csX22" fmla="*/ 223158 w 381000"/>
                <a:gd name="csY22" fmla="*/ 194113 h 340645"/>
                <a:gd name="csX23" fmla="*/ 280290 w 381000"/>
                <a:gd name="csY23" fmla="*/ 154121 h 340645"/>
                <a:gd name="csX24" fmla="*/ 291210 w 381000"/>
                <a:gd name="csY24" fmla="*/ 169729 h 340645"/>
                <a:gd name="csX25" fmla="*/ 319450 w 381000"/>
                <a:gd name="csY25" fmla="*/ 242218 h 340645"/>
                <a:gd name="csX26" fmla="*/ 302242 w 381000"/>
                <a:gd name="csY26" fmla="*/ 234032 h 340645"/>
                <a:gd name="csX27" fmla="*/ 314325 w 381000"/>
                <a:gd name="csY27" fmla="*/ 180975 h 340645"/>
                <a:gd name="csX28" fmla="*/ 78759 w 381000"/>
                <a:gd name="csY28" fmla="*/ 234034 h 340645"/>
                <a:gd name="csX29" fmla="*/ 74247 w 381000"/>
                <a:gd name="csY29" fmla="*/ 246725 h 340645"/>
                <a:gd name="csX30" fmla="*/ 47624 w 381000"/>
                <a:gd name="csY30" fmla="*/ 180976 h 340645"/>
                <a:gd name="csX31" fmla="*/ 190500 w 381000"/>
                <a:gd name="csY31" fmla="*/ 38100 h 340645"/>
                <a:gd name="csX32" fmla="*/ 319450 w 381000"/>
                <a:gd name="csY32" fmla="*/ 242218 h 3406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381000" h="340645">
                  <a:moveTo>
                    <a:pt x="333375" y="0"/>
                  </a:moveTo>
                  <a:lnTo>
                    <a:pt x="47625" y="0"/>
                  </a:lnTo>
                  <a:cubicBezTo>
                    <a:pt x="21323" y="0"/>
                    <a:pt x="0" y="21323"/>
                    <a:pt x="0" y="47625"/>
                  </a:cubicBezTo>
                  <a:lnTo>
                    <a:pt x="0" y="257175"/>
                  </a:lnTo>
                  <a:cubicBezTo>
                    <a:pt x="0" y="283477"/>
                    <a:pt x="21323" y="304800"/>
                    <a:pt x="47625" y="304800"/>
                  </a:cubicBezTo>
                  <a:lnTo>
                    <a:pt x="164042" y="304800"/>
                  </a:lnTo>
                  <a:lnTo>
                    <a:pt x="180778" y="334926"/>
                  </a:lnTo>
                  <a:cubicBezTo>
                    <a:pt x="185016" y="342552"/>
                    <a:pt x="195985" y="342552"/>
                    <a:pt x="200222" y="334926"/>
                  </a:cubicBezTo>
                  <a:lnTo>
                    <a:pt x="216958" y="304800"/>
                  </a:lnTo>
                  <a:lnTo>
                    <a:pt x="333375" y="304800"/>
                  </a:lnTo>
                  <a:cubicBezTo>
                    <a:pt x="359677" y="304800"/>
                    <a:pt x="381000" y="283477"/>
                    <a:pt x="381000" y="257175"/>
                  </a:cubicBezTo>
                  <a:lnTo>
                    <a:pt x="381000" y="47625"/>
                  </a:lnTo>
                  <a:cubicBezTo>
                    <a:pt x="381000" y="21323"/>
                    <a:pt x="359677" y="0"/>
                    <a:pt x="333375" y="0"/>
                  </a:cubicBezTo>
                  <a:close/>
                  <a:moveTo>
                    <a:pt x="100013" y="195263"/>
                  </a:moveTo>
                  <a:cubicBezTo>
                    <a:pt x="99856" y="207736"/>
                    <a:pt x="81149" y="207808"/>
                    <a:pt x="80963" y="195262"/>
                  </a:cubicBezTo>
                  <a:cubicBezTo>
                    <a:pt x="81338" y="87761"/>
                    <a:pt x="221070" y="45147"/>
                    <a:pt x="281332" y="134017"/>
                  </a:cubicBezTo>
                  <a:cubicBezTo>
                    <a:pt x="288214" y="144375"/>
                    <a:pt x="272582" y="154971"/>
                    <a:pt x="265537" y="144674"/>
                  </a:cubicBezTo>
                  <a:cubicBezTo>
                    <a:pt x="215737" y="71229"/>
                    <a:pt x="100311" y="106487"/>
                    <a:pt x="100012" y="195263"/>
                  </a:cubicBezTo>
                  <a:close/>
                  <a:moveTo>
                    <a:pt x="291210" y="169729"/>
                  </a:moveTo>
                  <a:lnTo>
                    <a:pt x="234153" y="209669"/>
                  </a:lnTo>
                  <a:cubicBezTo>
                    <a:pt x="248148" y="239948"/>
                    <a:pt x="224034" y="276984"/>
                    <a:pt x="190499" y="276225"/>
                  </a:cubicBezTo>
                  <a:cubicBezTo>
                    <a:pt x="164241" y="276225"/>
                    <a:pt x="142875" y="254859"/>
                    <a:pt x="142875" y="228600"/>
                  </a:cubicBezTo>
                  <a:cubicBezTo>
                    <a:pt x="142318" y="187304"/>
                    <a:pt x="194039" y="165349"/>
                    <a:pt x="223158" y="194113"/>
                  </a:cubicBezTo>
                  <a:lnTo>
                    <a:pt x="280290" y="154121"/>
                  </a:lnTo>
                  <a:cubicBezTo>
                    <a:pt x="290500" y="147017"/>
                    <a:pt x="301400" y="162540"/>
                    <a:pt x="291210" y="169729"/>
                  </a:cubicBezTo>
                  <a:close/>
                  <a:moveTo>
                    <a:pt x="319450" y="242218"/>
                  </a:moveTo>
                  <a:cubicBezTo>
                    <a:pt x="313920" y="253458"/>
                    <a:pt x="296986" y="245279"/>
                    <a:pt x="302242" y="234032"/>
                  </a:cubicBezTo>
                  <a:cubicBezTo>
                    <a:pt x="310260" y="217187"/>
                    <a:pt x="314325" y="199337"/>
                    <a:pt x="314325" y="180975"/>
                  </a:cubicBezTo>
                  <a:cubicBezTo>
                    <a:pt x="299222" y="-21188"/>
                    <a:pt x="5074" y="46995"/>
                    <a:pt x="78759" y="234034"/>
                  </a:cubicBezTo>
                  <a:cubicBezTo>
                    <a:pt x="81018" y="238781"/>
                    <a:pt x="79000" y="244464"/>
                    <a:pt x="74247" y="246725"/>
                  </a:cubicBezTo>
                  <a:cubicBezTo>
                    <a:pt x="54940" y="256316"/>
                    <a:pt x="46986" y="193031"/>
                    <a:pt x="47624" y="180976"/>
                  </a:cubicBezTo>
                  <a:cubicBezTo>
                    <a:pt x="47625" y="102194"/>
                    <a:pt x="111714" y="38100"/>
                    <a:pt x="190500" y="38100"/>
                  </a:cubicBezTo>
                  <a:cubicBezTo>
                    <a:pt x="293073" y="35899"/>
                    <a:pt x="365511" y="150610"/>
                    <a:pt x="319450" y="242218"/>
                  </a:cubicBezTo>
                  <a:close/>
                </a:path>
              </a:pathLst>
            </a:custGeom>
            <a:grpFill/>
            <a:ln w="9525" cap="flat">
              <a:noFill/>
              <a:prstDash val="solid"/>
              <a:miter/>
            </a:ln>
          </p:spPr>
          <p:txBody>
            <a:bodyPr/>
            <a:lstStyle/>
            <a:p>
              <a:endParaRPr lang="en-GB"/>
            </a:p>
          </p:txBody>
        </p:sp>
      </p:grpSp>
      <p:grpSp>
        <p:nvGrpSpPr>
          <p:cNvPr id="77" name="Graphic 44">
            <a:extLst>
              <a:ext uri="{FF2B5EF4-FFF2-40B4-BE49-F238E27FC236}">
                <a16:creationId xmlns:a16="http://schemas.microsoft.com/office/drawing/2014/main" id="{17332DD6-2244-96A9-6B10-8D0616F6ECE4}"/>
              </a:ext>
            </a:extLst>
          </p:cNvPr>
          <p:cNvGrpSpPr>
            <a:grpSpLocks noChangeAspect="1"/>
          </p:cNvGrpSpPr>
          <p:nvPr/>
        </p:nvGrpSpPr>
        <p:grpSpPr>
          <a:xfrm>
            <a:off x="7051595" y="4686665"/>
            <a:ext cx="215131" cy="246888"/>
            <a:chOff x="3427411" y="366712"/>
            <a:chExt cx="5333999" cy="6121399"/>
          </a:xfrm>
          <a:noFill/>
        </p:grpSpPr>
        <p:sp>
          <p:nvSpPr>
            <p:cNvPr id="78" name="Freeform: Shape 77">
              <a:extLst>
                <a:ext uri="{FF2B5EF4-FFF2-40B4-BE49-F238E27FC236}">
                  <a16:creationId xmlns:a16="http://schemas.microsoft.com/office/drawing/2014/main" id="{ADFE8B5F-125B-347C-82D9-96606DB195B0}"/>
                </a:ext>
              </a:extLst>
            </p:cNvPr>
            <p:cNvSpPr/>
            <p:nvPr/>
          </p:nvSpPr>
          <p:spPr>
            <a:xfrm flipV="1">
              <a:off x="3427411" y="1916112"/>
              <a:ext cx="2666999" cy="2666999"/>
            </a:xfrm>
            <a:custGeom>
              <a:avLst/>
              <a:gdLst>
                <a:gd name="csX0" fmla="*/ 2667306 w 2666999"/>
                <a:gd name="csY0" fmla="*/ 1333823 h 2666999"/>
                <a:gd name="csX1" fmla="*/ 1333806 w 2666999"/>
                <a:gd name="csY1" fmla="*/ 323 h 2666999"/>
                <a:gd name="csX2" fmla="*/ 306 w 2666999"/>
                <a:gd name="csY2" fmla="*/ 1333823 h 2666999"/>
                <a:gd name="csX3" fmla="*/ 1333806 w 2666999"/>
                <a:gd name="csY3" fmla="*/ 2667323 h 2666999"/>
                <a:gd name="csX4" fmla="*/ 2667306 w 2666999"/>
                <a:gd name="csY4" fmla="*/ 1333823 h 2666999"/>
              </a:gdLst>
              <a:ahLst/>
              <a:cxnLst>
                <a:cxn ang="0">
                  <a:pos x="csX0" y="csY0"/>
                </a:cxn>
                <a:cxn ang="0">
                  <a:pos x="csX1" y="csY1"/>
                </a:cxn>
                <a:cxn ang="0">
                  <a:pos x="csX2" y="csY2"/>
                </a:cxn>
                <a:cxn ang="0">
                  <a:pos x="csX3" y="csY3"/>
                </a:cxn>
                <a:cxn ang="0">
                  <a:pos x="csX4" y="csY4"/>
                </a:cxn>
              </a:cxnLst>
              <a:rect l="l" t="t" r="r" b="b"/>
              <a:pathLst>
                <a:path w="2666999" h="2666999">
                  <a:moveTo>
                    <a:pt x="2667306" y="1333823"/>
                  </a:moveTo>
                  <a:cubicBezTo>
                    <a:pt x="2667306" y="597350"/>
                    <a:pt x="2070279" y="323"/>
                    <a:pt x="1333806" y="323"/>
                  </a:cubicBezTo>
                  <a:cubicBezTo>
                    <a:pt x="597333" y="323"/>
                    <a:pt x="306" y="597350"/>
                    <a:pt x="306" y="1333823"/>
                  </a:cubicBezTo>
                  <a:cubicBezTo>
                    <a:pt x="306" y="2070296"/>
                    <a:pt x="597333" y="2667323"/>
                    <a:pt x="1333806" y="2667323"/>
                  </a:cubicBezTo>
                  <a:cubicBezTo>
                    <a:pt x="2070279" y="2667323"/>
                    <a:pt x="2667306" y="2070296"/>
                    <a:pt x="2667306" y="1333823"/>
                  </a:cubicBezTo>
                  <a:close/>
                </a:path>
              </a:pathLst>
            </a:custGeom>
            <a:noFill/>
            <a:ln w="15875" cap="rnd">
              <a:solidFill>
                <a:schemeClr val="accent1"/>
              </a:solidFill>
              <a:prstDash val="solid"/>
              <a:round/>
            </a:ln>
          </p:spPr>
          <p:txBody>
            <a:bodyPr/>
            <a:lstStyle/>
            <a:p>
              <a:endParaRPr lang="en-GB"/>
            </a:p>
          </p:txBody>
        </p:sp>
        <p:sp>
          <p:nvSpPr>
            <p:cNvPr id="80" name="Freeform: Shape 79">
              <a:extLst>
                <a:ext uri="{FF2B5EF4-FFF2-40B4-BE49-F238E27FC236}">
                  <a16:creationId xmlns:a16="http://schemas.microsoft.com/office/drawing/2014/main" id="{B4AB1214-55F9-8E7D-D473-81A23E50C23F}"/>
                </a:ext>
              </a:extLst>
            </p:cNvPr>
            <p:cNvSpPr/>
            <p:nvPr/>
          </p:nvSpPr>
          <p:spPr>
            <a:xfrm flipV="1">
              <a:off x="4189411" y="2678112"/>
              <a:ext cx="1142999" cy="1142999"/>
            </a:xfrm>
            <a:custGeom>
              <a:avLst/>
              <a:gdLst>
                <a:gd name="csX0" fmla="*/ 571701 w 1142999"/>
                <a:gd name="csY0" fmla="*/ 278 h 1142999"/>
                <a:gd name="csX1" fmla="*/ 201 w 1142999"/>
                <a:gd name="csY1" fmla="*/ 571778 h 1142999"/>
                <a:gd name="csX2" fmla="*/ 571701 w 1142999"/>
                <a:gd name="csY2" fmla="*/ 1143278 h 1142999"/>
                <a:gd name="csX3" fmla="*/ 1143201 w 1142999"/>
                <a:gd name="csY3" fmla="*/ 571778 h 1142999"/>
                <a:gd name="csX4" fmla="*/ 571701 w 1142999"/>
                <a:gd name="csY4" fmla="*/ 278 h 1142999"/>
              </a:gdLst>
              <a:ahLst/>
              <a:cxnLst>
                <a:cxn ang="0">
                  <a:pos x="csX0" y="csY0"/>
                </a:cxn>
                <a:cxn ang="0">
                  <a:pos x="csX1" y="csY1"/>
                </a:cxn>
                <a:cxn ang="0">
                  <a:pos x="csX2" y="csY2"/>
                </a:cxn>
                <a:cxn ang="0">
                  <a:pos x="csX3" y="csY3"/>
                </a:cxn>
                <a:cxn ang="0">
                  <a:pos x="csX4" y="csY4"/>
                </a:cxn>
              </a:cxnLst>
              <a:rect l="l" t="t" r="r" b="b"/>
              <a:pathLst>
                <a:path w="1142999" h="1142999">
                  <a:moveTo>
                    <a:pt x="571701" y="278"/>
                  </a:moveTo>
                  <a:cubicBezTo>
                    <a:pt x="256564" y="278"/>
                    <a:pt x="201" y="256640"/>
                    <a:pt x="201" y="571778"/>
                  </a:cubicBezTo>
                  <a:cubicBezTo>
                    <a:pt x="201" y="886916"/>
                    <a:pt x="256564" y="1143278"/>
                    <a:pt x="571701" y="1143278"/>
                  </a:cubicBezTo>
                  <a:cubicBezTo>
                    <a:pt x="886839" y="1143278"/>
                    <a:pt x="1143201" y="886916"/>
                    <a:pt x="1143201" y="571778"/>
                  </a:cubicBezTo>
                  <a:cubicBezTo>
                    <a:pt x="1143201" y="256640"/>
                    <a:pt x="886839" y="278"/>
                    <a:pt x="571701" y="278"/>
                  </a:cubicBezTo>
                  <a:close/>
                </a:path>
              </a:pathLst>
            </a:custGeom>
            <a:noFill/>
            <a:ln w="15875" cap="rnd">
              <a:solidFill>
                <a:schemeClr val="accent1"/>
              </a:solidFill>
              <a:prstDash val="solid"/>
              <a:round/>
            </a:ln>
          </p:spPr>
          <p:txBody>
            <a:bodyPr/>
            <a:lstStyle/>
            <a:p>
              <a:endParaRPr lang="en-GB"/>
            </a:p>
          </p:txBody>
        </p:sp>
        <p:sp>
          <p:nvSpPr>
            <p:cNvPr id="81" name="Freeform: Shape 80">
              <a:extLst>
                <a:ext uri="{FF2B5EF4-FFF2-40B4-BE49-F238E27FC236}">
                  <a16:creationId xmlns:a16="http://schemas.microsoft.com/office/drawing/2014/main" id="{F2D8EA0A-A551-E88B-DE61-8F290D32C142}"/>
                </a:ext>
              </a:extLst>
            </p:cNvPr>
            <p:cNvSpPr/>
            <p:nvPr/>
          </p:nvSpPr>
          <p:spPr>
            <a:xfrm flipV="1">
              <a:off x="6475411" y="4202112"/>
              <a:ext cx="2285999" cy="2285999"/>
            </a:xfrm>
            <a:custGeom>
              <a:avLst/>
              <a:gdLst>
                <a:gd name="csX0" fmla="*/ 2286591 w 2285999"/>
                <a:gd name="csY0" fmla="*/ 1143543 h 2285999"/>
                <a:gd name="csX1" fmla="*/ 1143591 w 2285999"/>
                <a:gd name="csY1" fmla="*/ 543 h 2285999"/>
                <a:gd name="csX2" fmla="*/ 591 w 2285999"/>
                <a:gd name="csY2" fmla="*/ 1143543 h 2285999"/>
                <a:gd name="csX3" fmla="*/ 1143591 w 2285999"/>
                <a:gd name="csY3" fmla="*/ 2286543 h 2285999"/>
                <a:gd name="csX4" fmla="*/ 2286591 w 2285999"/>
                <a:gd name="csY4" fmla="*/ 1143543 h 2285999"/>
              </a:gdLst>
              <a:ahLst/>
              <a:cxnLst>
                <a:cxn ang="0">
                  <a:pos x="csX0" y="csY0"/>
                </a:cxn>
                <a:cxn ang="0">
                  <a:pos x="csX1" y="csY1"/>
                </a:cxn>
                <a:cxn ang="0">
                  <a:pos x="csX2" y="csY2"/>
                </a:cxn>
                <a:cxn ang="0">
                  <a:pos x="csX3" y="csY3"/>
                </a:cxn>
                <a:cxn ang="0">
                  <a:pos x="csX4" y="csY4"/>
                </a:cxn>
              </a:cxnLst>
              <a:rect l="l" t="t" r="r" b="b"/>
              <a:pathLst>
                <a:path w="2285999" h="2285999">
                  <a:moveTo>
                    <a:pt x="2286591" y="1143543"/>
                  </a:moveTo>
                  <a:cubicBezTo>
                    <a:pt x="2286591" y="512276"/>
                    <a:pt x="1774858" y="543"/>
                    <a:pt x="1143591" y="543"/>
                  </a:cubicBezTo>
                  <a:cubicBezTo>
                    <a:pt x="512325" y="543"/>
                    <a:pt x="591" y="512276"/>
                    <a:pt x="591" y="1143543"/>
                  </a:cubicBezTo>
                  <a:cubicBezTo>
                    <a:pt x="591" y="1774809"/>
                    <a:pt x="512325" y="2286543"/>
                    <a:pt x="1143591" y="2286543"/>
                  </a:cubicBezTo>
                  <a:cubicBezTo>
                    <a:pt x="1774858" y="2286543"/>
                    <a:pt x="2286591" y="1774809"/>
                    <a:pt x="2286591" y="1143543"/>
                  </a:cubicBezTo>
                  <a:close/>
                </a:path>
              </a:pathLst>
            </a:custGeom>
            <a:noFill/>
            <a:ln w="15875" cap="rnd">
              <a:solidFill>
                <a:schemeClr val="accent1"/>
              </a:solidFill>
              <a:prstDash val="solid"/>
              <a:round/>
            </a:ln>
          </p:spPr>
          <p:txBody>
            <a:bodyPr/>
            <a:lstStyle/>
            <a:p>
              <a:endParaRPr lang="en-GB"/>
            </a:p>
          </p:txBody>
        </p:sp>
        <p:sp>
          <p:nvSpPr>
            <p:cNvPr id="82" name="Freeform: Shape 81">
              <a:extLst>
                <a:ext uri="{FF2B5EF4-FFF2-40B4-BE49-F238E27FC236}">
                  <a16:creationId xmlns:a16="http://schemas.microsoft.com/office/drawing/2014/main" id="{8AEA4C77-C51F-2616-47E1-08A229858348}"/>
                </a:ext>
              </a:extLst>
            </p:cNvPr>
            <p:cNvSpPr/>
            <p:nvPr/>
          </p:nvSpPr>
          <p:spPr>
            <a:xfrm flipV="1">
              <a:off x="7237411" y="4964112"/>
              <a:ext cx="761999" cy="761999"/>
            </a:xfrm>
            <a:custGeom>
              <a:avLst/>
              <a:gdLst>
                <a:gd name="csX0" fmla="*/ 381501 w 761999"/>
                <a:gd name="csY0" fmla="*/ 513 h 761999"/>
                <a:gd name="csX1" fmla="*/ 501 w 761999"/>
                <a:gd name="csY1" fmla="*/ 381513 h 761999"/>
                <a:gd name="csX2" fmla="*/ 381501 w 761999"/>
                <a:gd name="csY2" fmla="*/ 762513 h 761999"/>
                <a:gd name="csX3" fmla="*/ 762501 w 761999"/>
                <a:gd name="csY3" fmla="*/ 381513 h 761999"/>
                <a:gd name="csX4" fmla="*/ 381501 w 761999"/>
                <a:gd name="csY4" fmla="*/ 513 h 761999"/>
              </a:gdLst>
              <a:ahLst/>
              <a:cxnLst>
                <a:cxn ang="0">
                  <a:pos x="csX0" y="csY0"/>
                </a:cxn>
                <a:cxn ang="0">
                  <a:pos x="csX1" y="csY1"/>
                </a:cxn>
                <a:cxn ang="0">
                  <a:pos x="csX2" y="csY2"/>
                </a:cxn>
                <a:cxn ang="0">
                  <a:pos x="csX3" y="csY3"/>
                </a:cxn>
                <a:cxn ang="0">
                  <a:pos x="csX4" y="csY4"/>
                </a:cxn>
              </a:cxnLst>
              <a:rect l="l" t="t" r="r" b="b"/>
              <a:pathLst>
                <a:path w="761999" h="761999">
                  <a:moveTo>
                    <a:pt x="381501" y="513"/>
                  </a:moveTo>
                  <a:cubicBezTo>
                    <a:pt x="171469" y="513"/>
                    <a:pt x="501" y="171480"/>
                    <a:pt x="501" y="381513"/>
                  </a:cubicBezTo>
                  <a:cubicBezTo>
                    <a:pt x="501" y="591545"/>
                    <a:pt x="171469" y="762513"/>
                    <a:pt x="381501" y="762513"/>
                  </a:cubicBezTo>
                  <a:cubicBezTo>
                    <a:pt x="591534" y="762513"/>
                    <a:pt x="762501" y="591545"/>
                    <a:pt x="762501" y="381513"/>
                  </a:cubicBezTo>
                  <a:cubicBezTo>
                    <a:pt x="762501" y="171480"/>
                    <a:pt x="591534" y="513"/>
                    <a:pt x="381501" y="513"/>
                  </a:cubicBezTo>
                  <a:close/>
                </a:path>
              </a:pathLst>
            </a:custGeom>
            <a:noFill/>
            <a:ln w="15875" cap="rnd">
              <a:solidFill>
                <a:schemeClr val="accent1"/>
              </a:solidFill>
              <a:prstDash val="solid"/>
              <a:round/>
            </a:ln>
          </p:spPr>
          <p:txBody>
            <a:bodyPr/>
            <a:lstStyle/>
            <a:p>
              <a:endParaRPr lang="en-GB"/>
            </a:p>
          </p:txBody>
        </p:sp>
        <p:sp>
          <p:nvSpPr>
            <p:cNvPr id="83" name="Freeform: Shape 82">
              <a:extLst>
                <a:ext uri="{FF2B5EF4-FFF2-40B4-BE49-F238E27FC236}">
                  <a16:creationId xmlns:a16="http://schemas.microsoft.com/office/drawing/2014/main" id="{83BED251-1691-BBE5-A4E4-9B405AD082E7}"/>
                </a:ext>
              </a:extLst>
            </p:cNvPr>
            <p:cNvSpPr/>
            <p:nvPr/>
          </p:nvSpPr>
          <p:spPr>
            <a:xfrm flipV="1">
              <a:off x="4379911" y="366712"/>
              <a:ext cx="9525" cy="787399"/>
            </a:xfrm>
            <a:custGeom>
              <a:avLst/>
              <a:gdLst>
                <a:gd name="csX0" fmla="*/ 161 w 9525"/>
                <a:gd name="csY0" fmla="*/ 30 h 787399"/>
                <a:gd name="csX1" fmla="*/ 161 w 9525"/>
                <a:gd name="csY1" fmla="*/ 787430 h 787399"/>
              </a:gdLst>
              <a:ahLst/>
              <a:cxnLst>
                <a:cxn ang="0">
                  <a:pos x="csX0" y="csY0"/>
                </a:cxn>
                <a:cxn ang="0">
                  <a:pos x="csX1" y="csY1"/>
                </a:cxn>
              </a:cxnLst>
              <a:rect l="l" t="t" r="r" b="b"/>
              <a:pathLst>
                <a:path w="9525" h="787399">
                  <a:moveTo>
                    <a:pt x="161" y="30"/>
                  </a:moveTo>
                  <a:lnTo>
                    <a:pt x="161" y="787430"/>
                  </a:lnTo>
                </a:path>
              </a:pathLst>
            </a:custGeom>
            <a:noFill/>
            <a:ln w="15875" cap="rnd">
              <a:solidFill>
                <a:schemeClr val="accent1"/>
              </a:solidFill>
              <a:prstDash val="solid"/>
              <a:round/>
            </a:ln>
          </p:spPr>
          <p:txBody>
            <a:bodyPr/>
            <a:lstStyle/>
            <a:p>
              <a:endParaRPr lang="en-GB"/>
            </a:p>
          </p:txBody>
        </p:sp>
        <p:sp>
          <p:nvSpPr>
            <p:cNvPr id="84" name="Freeform: Shape 83">
              <a:extLst>
                <a:ext uri="{FF2B5EF4-FFF2-40B4-BE49-F238E27FC236}">
                  <a16:creationId xmlns:a16="http://schemas.microsoft.com/office/drawing/2014/main" id="{33502ADD-E672-57C3-49E1-E2A057DB088E}"/>
                </a:ext>
              </a:extLst>
            </p:cNvPr>
            <p:cNvSpPr/>
            <p:nvPr/>
          </p:nvSpPr>
          <p:spPr>
            <a:xfrm flipV="1">
              <a:off x="5141911" y="366712"/>
              <a:ext cx="9525" cy="787399"/>
            </a:xfrm>
            <a:custGeom>
              <a:avLst/>
              <a:gdLst>
                <a:gd name="csX0" fmla="*/ 241 w 9525"/>
                <a:gd name="csY0" fmla="*/ 30 h 787399"/>
                <a:gd name="csX1" fmla="*/ 241 w 9525"/>
                <a:gd name="csY1" fmla="*/ 787430 h 787399"/>
              </a:gdLst>
              <a:ahLst/>
              <a:cxnLst>
                <a:cxn ang="0">
                  <a:pos x="csX0" y="csY0"/>
                </a:cxn>
                <a:cxn ang="0">
                  <a:pos x="csX1" y="csY1"/>
                </a:cxn>
              </a:cxnLst>
              <a:rect l="l" t="t" r="r" b="b"/>
              <a:pathLst>
                <a:path w="9525" h="787399">
                  <a:moveTo>
                    <a:pt x="241" y="30"/>
                  </a:moveTo>
                  <a:lnTo>
                    <a:pt x="241" y="787430"/>
                  </a:lnTo>
                </a:path>
              </a:pathLst>
            </a:custGeom>
            <a:noFill/>
            <a:ln w="15875" cap="rnd">
              <a:solidFill>
                <a:schemeClr val="accent1"/>
              </a:solidFill>
              <a:prstDash val="solid"/>
              <a:round/>
            </a:ln>
          </p:spPr>
          <p:txBody>
            <a:bodyPr/>
            <a:lstStyle/>
            <a:p>
              <a:endParaRPr lang="en-GB"/>
            </a:p>
          </p:txBody>
        </p:sp>
        <p:sp>
          <p:nvSpPr>
            <p:cNvPr id="85" name="Freeform: Shape 84">
              <a:extLst>
                <a:ext uri="{FF2B5EF4-FFF2-40B4-BE49-F238E27FC236}">
                  <a16:creationId xmlns:a16="http://schemas.microsoft.com/office/drawing/2014/main" id="{EEB8A362-1826-D7BE-86A7-749C63DE4C11}"/>
                </a:ext>
              </a:extLst>
            </p:cNvPr>
            <p:cNvSpPr/>
            <p:nvPr/>
          </p:nvSpPr>
          <p:spPr>
            <a:xfrm flipV="1">
              <a:off x="7237411" y="2678112"/>
              <a:ext cx="9525" cy="761999"/>
            </a:xfrm>
            <a:custGeom>
              <a:avLst/>
              <a:gdLst>
                <a:gd name="csX0" fmla="*/ 461 w 9525"/>
                <a:gd name="csY0" fmla="*/ 273 h 761999"/>
                <a:gd name="csX1" fmla="*/ 461 w 9525"/>
                <a:gd name="csY1" fmla="*/ 762273 h 761999"/>
              </a:gdLst>
              <a:ahLst/>
              <a:cxnLst>
                <a:cxn ang="0">
                  <a:pos x="csX0" y="csY0"/>
                </a:cxn>
                <a:cxn ang="0">
                  <a:pos x="csX1" y="csY1"/>
                </a:cxn>
              </a:cxnLst>
              <a:rect l="l" t="t" r="r" b="b"/>
              <a:pathLst>
                <a:path w="9525" h="761999">
                  <a:moveTo>
                    <a:pt x="461" y="273"/>
                  </a:moveTo>
                  <a:lnTo>
                    <a:pt x="461" y="762273"/>
                  </a:lnTo>
                </a:path>
              </a:pathLst>
            </a:custGeom>
            <a:noFill/>
            <a:ln w="15875" cap="rnd">
              <a:solidFill>
                <a:schemeClr val="accent1"/>
              </a:solidFill>
              <a:prstDash val="solid"/>
              <a:round/>
            </a:ln>
          </p:spPr>
          <p:txBody>
            <a:bodyPr/>
            <a:lstStyle/>
            <a:p>
              <a:endParaRPr lang="en-GB"/>
            </a:p>
          </p:txBody>
        </p:sp>
        <p:sp>
          <p:nvSpPr>
            <p:cNvPr id="86" name="Freeform: Shape 85">
              <a:extLst>
                <a:ext uri="{FF2B5EF4-FFF2-40B4-BE49-F238E27FC236}">
                  <a16:creationId xmlns:a16="http://schemas.microsoft.com/office/drawing/2014/main" id="{BBF94625-E617-CCC7-C2E9-DEACF377A9BF}"/>
                </a:ext>
              </a:extLst>
            </p:cNvPr>
            <p:cNvSpPr/>
            <p:nvPr/>
          </p:nvSpPr>
          <p:spPr>
            <a:xfrm flipV="1">
              <a:off x="7999411" y="2678112"/>
              <a:ext cx="9525" cy="761999"/>
            </a:xfrm>
            <a:custGeom>
              <a:avLst/>
              <a:gdLst>
                <a:gd name="csX0" fmla="*/ 541 w 9525"/>
                <a:gd name="csY0" fmla="*/ 273 h 761999"/>
                <a:gd name="csX1" fmla="*/ 541 w 9525"/>
                <a:gd name="csY1" fmla="*/ 762273 h 761999"/>
              </a:gdLst>
              <a:ahLst/>
              <a:cxnLst>
                <a:cxn ang="0">
                  <a:pos x="csX0" y="csY0"/>
                </a:cxn>
                <a:cxn ang="0">
                  <a:pos x="csX1" y="csY1"/>
                </a:cxn>
              </a:cxnLst>
              <a:rect l="l" t="t" r="r" b="b"/>
              <a:pathLst>
                <a:path w="9525" h="761999">
                  <a:moveTo>
                    <a:pt x="541" y="273"/>
                  </a:moveTo>
                  <a:lnTo>
                    <a:pt x="541" y="762273"/>
                  </a:lnTo>
                </a:path>
              </a:pathLst>
            </a:custGeom>
            <a:noFill/>
            <a:ln w="15875" cap="rnd">
              <a:solidFill>
                <a:schemeClr val="accent1"/>
              </a:solidFill>
              <a:prstDash val="solid"/>
              <a:round/>
            </a:ln>
          </p:spPr>
          <p:txBody>
            <a:bodyPr/>
            <a:lstStyle/>
            <a:p>
              <a:endParaRPr lang="en-GB"/>
            </a:p>
          </p:txBody>
        </p:sp>
        <p:sp>
          <p:nvSpPr>
            <p:cNvPr id="87" name="Freeform: Shape 86">
              <a:extLst>
                <a:ext uri="{FF2B5EF4-FFF2-40B4-BE49-F238E27FC236}">
                  <a16:creationId xmlns:a16="http://schemas.microsoft.com/office/drawing/2014/main" id="{31C2DF94-CAD5-1021-7C5E-39E7A13D1FA8}"/>
                </a:ext>
              </a:extLst>
            </p:cNvPr>
            <p:cNvSpPr/>
            <p:nvPr/>
          </p:nvSpPr>
          <p:spPr>
            <a:xfrm flipV="1">
              <a:off x="7618411" y="1154112"/>
              <a:ext cx="9525" cy="761999"/>
            </a:xfrm>
            <a:custGeom>
              <a:avLst/>
              <a:gdLst>
                <a:gd name="csX0" fmla="*/ 501 w 9525"/>
                <a:gd name="csY0" fmla="*/ 762173 h 761999"/>
                <a:gd name="csX1" fmla="*/ 501 w 9525"/>
                <a:gd name="csY1" fmla="*/ 173 h 761999"/>
              </a:gdLst>
              <a:ahLst/>
              <a:cxnLst>
                <a:cxn ang="0">
                  <a:pos x="csX0" y="csY0"/>
                </a:cxn>
                <a:cxn ang="0">
                  <a:pos x="csX1" y="csY1"/>
                </a:cxn>
              </a:cxnLst>
              <a:rect l="l" t="t" r="r" b="b"/>
              <a:pathLst>
                <a:path w="9525" h="761999">
                  <a:moveTo>
                    <a:pt x="501" y="762173"/>
                  </a:moveTo>
                  <a:lnTo>
                    <a:pt x="501" y="173"/>
                  </a:lnTo>
                </a:path>
              </a:pathLst>
            </a:custGeom>
            <a:noFill/>
            <a:ln w="15875" cap="rnd">
              <a:solidFill>
                <a:schemeClr val="accent1"/>
              </a:solidFill>
              <a:prstDash val="solid"/>
              <a:round/>
            </a:ln>
          </p:spPr>
          <p:txBody>
            <a:bodyPr/>
            <a:lstStyle/>
            <a:p>
              <a:endParaRPr lang="en-GB"/>
            </a:p>
          </p:txBody>
        </p:sp>
        <p:sp>
          <p:nvSpPr>
            <p:cNvPr id="88" name="Freeform: Shape 87">
              <a:extLst>
                <a:ext uri="{FF2B5EF4-FFF2-40B4-BE49-F238E27FC236}">
                  <a16:creationId xmlns:a16="http://schemas.microsoft.com/office/drawing/2014/main" id="{A597F44C-E46B-852A-C8D4-4DB0AF0EC903}"/>
                </a:ext>
              </a:extLst>
            </p:cNvPr>
            <p:cNvSpPr/>
            <p:nvPr/>
          </p:nvSpPr>
          <p:spPr>
            <a:xfrm flipV="1">
              <a:off x="7237411" y="1535112"/>
              <a:ext cx="761999" cy="9525"/>
            </a:xfrm>
            <a:custGeom>
              <a:avLst/>
              <a:gdLst>
                <a:gd name="csX0" fmla="*/ 471 w 761999"/>
                <a:gd name="csY0" fmla="*/ 143 h 9525"/>
                <a:gd name="csX1" fmla="*/ 762471 w 761999"/>
                <a:gd name="csY1" fmla="*/ 143 h 9525"/>
              </a:gdLst>
              <a:ahLst/>
              <a:cxnLst>
                <a:cxn ang="0">
                  <a:pos x="csX0" y="csY0"/>
                </a:cxn>
                <a:cxn ang="0">
                  <a:pos x="csX1" y="csY1"/>
                </a:cxn>
              </a:cxnLst>
              <a:rect l="l" t="t" r="r" b="b"/>
              <a:pathLst>
                <a:path w="761999" h="9525">
                  <a:moveTo>
                    <a:pt x="471" y="143"/>
                  </a:moveTo>
                  <a:lnTo>
                    <a:pt x="762471" y="143"/>
                  </a:lnTo>
                </a:path>
              </a:pathLst>
            </a:custGeom>
            <a:noFill/>
            <a:ln w="15875" cap="rnd">
              <a:solidFill>
                <a:schemeClr val="accent1"/>
              </a:solidFill>
              <a:prstDash val="solid"/>
              <a:round/>
            </a:ln>
          </p:spPr>
          <p:txBody>
            <a:bodyPr/>
            <a:lstStyle/>
            <a:p>
              <a:endParaRPr lang="en-GB"/>
            </a:p>
          </p:txBody>
        </p:sp>
        <p:sp>
          <p:nvSpPr>
            <p:cNvPr id="89" name="Freeform: Shape 88">
              <a:extLst>
                <a:ext uri="{FF2B5EF4-FFF2-40B4-BE49-F238E27FC236}">
                  <a16:creationId xmlns:a16="http://schemas.microsoft.com/office/drawing/2014/main" id="{83F34E33-9A8E-D61D-C206-CFDF557DE640}"/>
                </a:ext>
              </a:extLst>
            </p:cNvPr>
            <p:cNvSpPr/>
            <p:nvPr/>
          </p:nvSpPr>
          <p:spPr>
            <a:xfrm flipV="1">
              <a:off x="4760911" y="5345112"/>
              <a:ext cx="9525" cy="761999"/>
            </a:xfrm>
            <a:custGeom>
              <a:avLst/>
              <a:gdLst>
                <a:gd name="csX0" fmla="*/ 201 w 9525"/>
                <a:gd name="csY0" fmla="*/ 762613 h 761999"/>
                <a:gd name="csX1" fmla="*/ 201 w 9525"/>
                <a:gd name="csY1" fmla="*/ 613 h 761999"/>
              </a:gdLst>
              <a:ahLst/>
              <a:cxnLst>
                <a:cxn ang="0">
                  <a:pos x="csX0" y="csY0"/>
                </a:cxn>
                <a:cxn ang="0">
                  <a:pos x="csX1" y="csY1"/>
                </a:cxn>
              </a:cxnLst>
              <a:rect l="l" t="t" r="r" b="b"/>
              <a:pathLst>
                <a:path w="9525" h="761999">
                  <a:moveTo>
                    <a:pt x="201" y="762613"/>
                  </a:moveTo>
                  <a:lnTo>
                    <a:pt x="201" y="613"/>
                  </a:lnTo>
                </a:path>
              </a:pathLst>
            </a:custGeom>
            <a:noFill/>
            <a:ln w="15875" cap="rnd">
              <a:solidFill>
                <a:schemeClr val="accent1"/>
              </a:solidFill>
              <a:prstDash val="solid"/>
              <a:round/>
            </a:ln>
          </p:spPr>
          <p:txBody>
            <a:bodyPr/>
            <a:lstStyle/>
            <a:p>
              <a:endParaRPr lang="en-GB"/>
            </a:p>
          </p:txBody>
        </p:sp>
        <p:sp>
          <p:nvSpPr>
            <p:cNvPr id="90" name="Freeform: Shape 89">
              <a:extLst>
                <a:ext uri="{FF2B5EF4-FFF2-40B4-BE49-F238E27FC236}">
                  <a16:creationId xmlns:a16="http://schemas.microsoft.com/office/drawing/2014/main" id="{8D50BD0B-CDCE-38B2-13AF-14D4E34EF4D4}"/>
                </a:ext>
              </a:extLst>
            </p:cNvPr>
            <p:cNvSpPr/>
            <p:nvPr/>
          </p:nvSpPr>
          <p:spPr>
            <a:xfrm flipV="1">
              <a:off x="4379911" y="5726112"/>
              <a:ext cx="761999" cy="9525"/>
            </a:xfrm>
            <a:custGeom>
              <a:avLst/>
              <a:gdLst>
                <a:gd name="csX0" fmla="*/ 171 w 761999"/>
                <a:gd name="csY0" fmla="*/ 583 h 9525"/>
                <a:gd name="csX1" fmla="*/ 762171 w 761999"/>
                <a:gd name="csY1" fmla="*/ 583 h 9525"/>
              </a:gdLst>
              <a:ahLst/>
              <a:cxnLst>
                <a:cxn ang="0">
                  <a:pos x="csX0" y="csY0"/>
                </a:cxn>
                <a:cxn ang="0">
                  <a:pos x="csX1" y="csY1"/>
                </a:cxn>
              </a:cxnLst>
              <a:rect l="l" t="t" r="r" b="b"/>
              <a:pathLst>
                <a:path w="761999" h="9525">
                  <a:moveTo>
                    <a:pt x="171" y="583"/>
                  </a:moveTo>
                  <a:lnTo>
                    <a:pt x="762171" y="583"/>
                  </a:lnTo>
                </a:path>
              </a:pathLst>
            </a:custGeom>
            <a:noFill/>
            <a:ln w="15875" cap="rnd">
              <a:solidFill>
                <a:schemeClr val="accent1"/>
              </a:solidFill>
              <a:prstDash val="solid"/>
              <a:round/>
            </a:ln>
          </p:spPr>
          <p:txBody>
            <a:bodyPr/>
            <a:lstStyle/>
            <a:p>
              <a:endParaRPr lang="en-GB"/>
            </a:p>
          </p:txBody>
        </p:sp>
      </p:grpSp>
      <p:sp>
        <p:nvSpPr>
          <p:cNvPr id="11" name="Slide Number Placeholder 10">
            <a:extLst>
              <a:ext uri="{FF2B5EF4-FFF2-40B4-BE49-F238E27FC236}">
                <a16:creationId xmlns:a16="http://schemas.microsoft.com/office/drawing/2014/main" id="{FD2B3948-A8FD-E878-FE43-9EF716A3C525}"/>
              </a:ext>
            </a:extLst>
          </p:cNvPr>
          <p:cNvSpPr>
            <a:spLocks noGrp="1"/>
          </p:cNvSpPr>
          <p:nvPr>
            <p:ph type="sldNum" sz="quarter" idx="12"/>
          </p:nvPr>
        </p:nvSpPr>
        <p:spPr/>
        <p:txBody>
          <a:bodyPr/>
          <a:lstStyle/>
          <a:p>
            <a:fld id="{0BE4EC83-A869-464E-AE9F-881796FB085E}" type="slidenum">
              <a:rPr lang="en-US" smtClean="0"/>
              <a:t>80</a:t>
            </a:fld>
            <a:endParaRPr lang="en-US"/>
          </a:p>
        </p:txBody>
      </p:sp>
    </p:spTree>
    <p:extLst>
      <p:ext uri="{BB962C8B-B14F-4D97-AF65-F5344CB8AC3E}">
        <p14:creationId xmlns:p14="http://schemas.microsoft.com/office/powerpoint/2010/main" val="2386038273"/>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34945-BDF9-389F-57F4-06B50A487A06}"/>
            </a:ext>
          </a:extLst>
        </p:cNvPr>
        <p:cNvGrpSpPr/>
        <p:nvPr/>
      </p:nvGrpSpPr>
      <p:grpSpPr>
        <a:xfrm>
          <a:off x="0" y="0"/>
          <a:ext cx="0" cy="0"/>
          <a:chOff x="0" y="0"/>
          <a:chExt cx="0" cy="0"/>
        </a:xfrm>
      </p:grpSpPr>
      <p:sp>
        <p:nvSpPr>
          <p:cNvPr id="4" name="Round Same Side Corner Rectangle 3">
            <a:extLst>
              <a:ext uri="{FF2B5EF4-FFF2-40B4-BE49-F238E27FC236}">
                <a16:creationId xmlns:a16="http://schemas.microsoft.com/office/drawing/2014/main" id="{A66A1AD2-9981-969D-3D6A-B288DA139AA9}"/>
              </a:ext>
            </a:extLst>
          </p:cNvPr>
          <p:cNvSpPr/>
          <p:nvPr/>
        </p:nvSpPr>
        <p:spPr>
          <a:xfrm>
            <a:off x="838200" y="1748300"/>
            <a:ext cx="10515601" cy="3975167"/>
          </a:xfrm>
          <a:prstGeom prst="round2SameRect">
            <a:avLst>
              <a:gd name="adj1" fmla="val 0"/>
              <a:gd name="adj2" fmla="val 872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Rectangle 95">
            <a:extLst>
              <a:ext uri="{FF2B5EF4-FFF2-40B4-BE49-F238E27FC236}">
                <a16:creationId xmlns:a16="http://schemas.microsoft.com/office/drawing/2014/main" id="{04795FB1-C0B0-BFEE-ED55-1148FACEDDE3}"/>
              </a:ext>
            </a:extLst>
          </p:cNvPr>
          <p:cNvSpPr/>
          <p:nvPr/>
        </p:nvSpPr>
        <p:spPr>
          <a:xfrm>
            <a:off x="1872988" y="3167309"/>
            <a:ext cx="8067780" cy="451821"/>
          </a:xfrm>
          <a:prstGeom prst="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F2102D3-E13E-AD2D-FE71-EF841E882112}"/>
              </a:ext>
            </a:extLst>
          </p:cNvPr>
          <p:cNvSpPr>
            <a:spLocks noGrp="1"/>
          </p:cNvSpPr>
          <p:nvPr>
            <p:ph type="title"/>
          </p:nvPr>
        </p:nvSpPr>
        <p:spPr>
          <a:xfrm>
            <a:off x="609601" y="561078"/>
            <a:ext cx="10972800" cy="666261"/>
          </a:xfrm>
        </p:spPr>
        <p:txBody>
          <a:bodyPr/>
          <a:lstStyle/>
          <a:p>
            <a:r>
              <a:rPr lang="ar-EG" dirty="0"/>
              <a:t>مؤشرات الأداء الاستراتيجية للبنية المؤسسية</a:t>
            </a:r>
            <a:endParaRPr lang="en-US" dirty="0"/>
          </a:p>
        </p:txBody>
      </p:sp>
      <p:sp>
        <p:nvSpPr>
          <p:cNvPr id="5" name="Freeform 4">
            <a:extLst>
              <a:ext uri="{FF2B5EF4-FFF2-40B4-BE49-F238E27FC236}">
                <a16:creationId xmlns:a16="http://schemas.microsoft.com/office/drawing/2014/main" id="{B36A15B0-8A62-48E9-B91D-15E84B4F620F}"/>
              </a:ext>
            </a:extLst>
          </p:cNvPr>
          <p:cNvSpPr/>
          <p:nvPr/>
        </p:nvSpPr>
        <p:spPr>
          <a:xfrm>
            <a:off x="3433482" y="1618981"/>
            <a:ext cx="3313986" cy="170329"/>
          </a:xfrm>
          <a:custGeom>
            <a:avLst/>
            <a:gdLst>
              <a:gd name="connsiteX0" fmla="*/ 0 w 3313986"/>
              <a:gd name="connsiteY0" fmla="*/ 0 h 170329"/>
              <a:gd name="connsiteX1" fmla="*/ 3313986 w 3313986"/>
              <a:gd name="connsiteY1" fmla="*/ 0 h 170329"/>
              <a:gd name="connsiteX2" fmla="*/ 3313986 w 3313986"/>
              <a:gd name="connsiteY2" fmla="*/ 170329 h 170329"/>
              <a:gd name="connsiteX3" fmla="*/ 149041 w 3313986"/>
              <a:gd name="connsiteY3" fmla="*/ 170329 h 170329"/>
              <a:gd name="connsiteX4" fmla="*/ 0 w 3313986"/>
              <a:gd name="connsiteY4" fmla="*/ 21288 h 170329"/>
              <a:gd name="connsiteX0" fmla="*/ 0 w 3313986"/>
              <a:gd name="connsiteY0" fmla="*/ 12216 h 182545"/>
              <a:gd name="connsiteX1" fmla="*/ 1771564 w 3313986"/>
              <a:gd name="connsiteY1" fmla="*/ 0 h 182545"/>
              <a:gd name="connsiteX2" fmla="*/ 3313986 w 3313986"/>
              <a:gd name="connsiteY2" fmla="*/ 12216 h 182545"/>
              <a:gd name="connsiteX3" fmla="*/ 3313986 w 3313986"/>
              <a:gd name="connsiteY3" fmla="*/ 182545 h 182545"/>
              <a:gd name="connsiteX4" fmla="*/ 149041 w 3313986"/>
              <a:gd name="connsiteY4" fmla="*/ 182545 h 182545"/>
              <a:gd name="connsiteX5" fmla="*/ 0 w 3313986"/>
              <a:gd name="connsiteY5" fmla="*/ 33504 h 182545"/>
              <a:gd name="connsiteX6" fmla="*/ 0 w 3313986"/>
              <a:gd name="connsiteY6" fmla="*/ 12216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6" fmla="*/ 1863004 w 3313986"/>
              <a:gd name="connsiteY6" fmla="*/ 91440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0" fmla="*/ 3313986 w 3313986"/>
              <a:gd name="connsiteY0" fmla="*/ 0 h 170329"/>
              <a:gd name="connsiteX1" fmla="*/ 3313986 w 3313986"/>
              <a:gd name="connsiteY1" fmla="*/ 170329 h 170329"/>
              <a:gd name="connsiteX2" fmla="*/ 149041 w 3313986"/>
              <a:gd name="connsiteY2" fmla="*/ 170329 h 170329"/>
              <a:gd name="connsiteX3" fmla="*/ 0 w 3313986"/>
              <a:gd name="connsiteY3" fmla="*/ 21288 h 170329"/>
              <a:gd name="connsiteX4" fmla="*/ 0 w 3313986"/>
              <a:gd name="connsiteY4" fmla="*/ 0 h 170329"/>
              <a:gd name="connsiteX0" fmla="*/ 3313986 w 3313986"/>
              <a:gd name="connsiteY0" fmla="*/ 170329 h 170329"/>
              <a:gd name="connsiteX1" fmla="*/ 149041 w 3313986"/>
              <a:gd name="connsiteY1" fmla="*/ 170329 h 170329"/>
              <a:gd name="connsiteX2" fmla="*/ 0 w 3313986"/>
              <a:gd name="connsiteY2" fmla="*/ 21288 h 170329"/>
              <a:gd name="connsiteX3" fmla="*/ 0 w 3313986"/>
              <a:gd name="connsiteY3" fmla="*/ 0 h 170329"/>
            </a:gdLst>
            <a:ahLst/>
            <a:cxnLst>
              <a:cxn ang="0">
                <a:pos x="connsiteX0" y="connsiteY0"/>
              </a:cxn>
              <a:cxn ang="0">
                <a:pos x="connsiteX1" y="connsiteY1"/>
              </a:cxn>
              <a:cxn ang="0">
                <a:pos x="connsiteX2" y="connsiteY2"/>
              </a:cxn>
              <a:cxn ang="0">
                <a:pos x="connsiteX3" y="connsiteY3"/>
              </a:cxn>
            </a:cxnLst>
            <a:rect l="l" t="t" r="r" b="b"/>
            <a:pathLst>
              <a:path w="3313986" h="170329">
                <a:moveTo>
                  <a:pt x="3313986" y="170329"/>
                </a:moveTo>
                <a:lnTo>
                  <a:pt x="149041" y="170329"/>
                </a:lnTo>
                <a:cubicBezTo>
                  <a:pt x="66728" y="170329"/>
                  <a:pt x="0" y="103601"/>
                  <a:pt x="0" y="21288"/>
                </a:cubicBezTo>
                <a:lnTo>
                  <a:pt x="0" y="0"/>
                </a:lnTo>
              </a:path>
            </a:pathLst>
          </a:custGeom>
          <a:noFill/>
          <a:ln>
            <a:solidFill>
              <a:schemeClr val="bg1">
                <a:lumMod val="85000"/>
              </a:schemeClr>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eeform 5">
            <a:extLst>
              <a:ext uri="{FF2B5EF4-FFF2-40B4-BE49-F238E27FC236}">
                <a16:creationId xmlns:a16="http://schemas.microsoft.com/office/drawing/2014/main" id="{C843CD84-6FA6-01D5-13FB-F3E48580BFB9}"/>
              </a:ext>
            </a:extLst>
          </p:cNvPr>
          <p:cNvSpPr/>
          <p:nvPr/>
        </p:nvSpPr>
        <p:spPr>
          <a:xfrm flipH="1">
            <a:off x="5596932" y="1737221"/>
            <a:ext cx="3313986" cy="170329"/>
          </a:xfrm>
          <a:custGeom>
            <a:avLst/>
            <a:gdLst>
              <a:gd name="connsiteX0" fmla="*/ 0 w 3313986"/>
              <a:gd name="connsiteY0" fmla="*/ 0 h 170329"/>
              <a:gd name="connsiteX1" fmla="*/ 3313986 w 3313986"/>
              <a:gd name="connsiteY1" fmla="*/ 0 h 170329"/>
              <a:gd name="connsiteX2" fmla="*/ 3313986 w 3313986"/>
              <a:gd name="connsiteY2" fmla="*/ 170329 h 170329"/>
              <a:gd name="connsiteX3" fmla="*/ 149041 w 3313986"/>
              <a:gd name="connsiteY3" fmla="*/ 170329 h 170329"/>
              <a:gd name="connsiteX4" fmla="*/ 0 w 3313986"/>
              <a:gd name="connsiteY4" fmla="*/ 21288 h 170329"/>
              <a:gd name="connsiteX0" fmla="*/ 0 w 3313986"/>
              <a:gd name="connsiteY0" fmla="*/ 12216 h 182545"/>
              <a:gd name="connsiteX1" fmla="*/ 1771564 w 3313986"/>
              <a:gd name="connsiteY1" fmla="*/ 0 h 182545"/>
              <a:gd name="connsiteX2" fmla="*/ 3313986 w 3313986"/>
              <a:gd name="connsiteY2" fmla="*/ 12216 h 182545"/>
              <a:gd name="connsiteX3" fmla="*/ 3313986 w 3313986"/>
              <a:gd name="connsiteY3" fmla="*/ 182545 h 182545"/>
              <a:gd name="connsiteX4" fmla="*/ 149041 w 3313986"/>
              <a:gd name="connsiteY4" fmla="*/ 182545 h 182545"/>
              <a:gd name="connsiteX5" fmla="*/ 0 w 3313986"/>
              <a:gd name="connsiteY5" fmla="*/ 33504 h 182545"/>
              <a:gd name="connsiteX6" fmla="*/ 0 w 3313986"/>
              <a:gd name="connsiteY6" fmla="*/ 12216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6" fmla="*/ 1863004 w 3313986"/>
              <a:gd name="connsiteY6" fmla="*/ 91440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0" fmla="*/ 3313986 w 3313986"/>
              <a:gd name="connsiteY0" fmla="*/ 0 h 170329"/>
              <a:gd name="connsiteX1" fmla="*/ 3313986 w 3313986"/>
              <a:gd name="connsiteY1" fmla="*/ 170329 h 170329"/>
              <a:gd name="connsiteX2" fmla="*/ 149041 w 3313986"/>
              <a:gd name="connsiteY2" fmla="*/ 170329 h 170329"/>
              <a:gd name="connsiteX3" fmla="*/ 0 w 3313986"/>
              <a:gd name="connsiteY3" fmla="*/ 21288 h 170329"/>
              <a:gd name="connsiteX4" fmla="*/ 0 w 3313986"/>
              <a:gd name="connsiteY4" fmla="*/ 0 h 170329"/>
              <a:gd name="connsiteX0" fmla="*/ 3313986 w 3313986"/>
              <a:gd name="connsiteY0" fmla="*/ 170329 h 170329"/>
              <a:gd name="connsiteX1" fmla="*/ 149041 w 3313986"/>
              <a:gd name="connsiteY1" fmla="*/ 170329 h 170329"/>
              <a:gd name="connsiteX2" fmla="*/ 0 w 3313986"/>
              <a:gd name="connsiteY2" fmla="*/ 21288 h 170329"/>
              <a:gd name="connsiteX3" fmla="*/ 0 w 3313986"/>
              <a:gd name="connsiteY3" fmla="*/ 0 h 170329"/>
            </a:gdLst>
            <a:ahLst/>
            <a:cxnLst>
              <a:cxn ang="0">
                <a:pos x="connsiteX0" y="connsiteY0"/>
              </a:cxn>
              <a:cxn ang="0">
                <a:pos x="connsiteX1" y="connsiteY1"/>
              </a:cxn>
              <a:cxn ang="0">
                <a:pos x="connsiteX2" y="connsiteY2"/>
              </a:cxn>
              <a:cxn ang="0">
                <a:pos x="connsiteX3" y="connsiteY3"/>
              </a:cxn>
            </a:cxnLst>
            <a:rect l="l" t="t" r="r" b="b"/>
            <a:pathLst>
              <a:path w="3313986" h="170329">
                <a:moveTo>
                  <a:pt x="3313986" y="170329"/>
                </a:moveTo>
                <a:lnTo>
                  <a:pt x="149041" y="170329"/>
                </a:lnTo>
                <a:cubicBezTo>
                  <a:pt x="66728" y="170329"/>
                  <a:pt x="0" y="103601"/>
                  <a:pt x="0" y="21288"/>
                </a:cubicBezTo>
                <a:lnTo>
                  <a:pt x="0" y="0"/>
                </a:lnTo>
              </a:path>
            </a:pathLst>
          </a:custGeom>
          <a:noFill/>
          <a:ln>
            <a:solidFill>
              <a:schemeClr val="bg1">
                <a:lumMod val="85000"/>
              </a:schemeClr>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ounded Rectangle 6">
            <a:extLst>
              <a:ext uri="{FF2B5EF4-FFF2-40B4-BE49-F238E27FC236}">
                <a16:creationId xmlns:a16="http://schemas.microsoft.com/office/drawing/2014/main" id="{3E82B4BE-48D1-BE86-781E-B018B2427C70}"/>
              </a:ext>
            </a:extLst>
          </p:cNvPr>
          <p:cNvSpPr/>
          <p:nvPr/>
        </p:nvSpPr>
        <p:spPr>
          <a:xfrm>
            <a:off x="2981661" y="1475899"/>
            <a:ext cx="6228678" cy="688914"/>
          </a:xfrm>
          <a:prstGeom prst="round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ounded Rectangle 7">
            <a:extLst>
              <a:ext uri="{FF2B5EF4-FFF2-40B4-BE49-F238E27FC236}">
                <a16:creationId xmlns:a16="http://schemas.microsoft.com/office/drawing/2014/main" id="{114F7CFA-EF03-F9D3-A61B-F731C9093733}"/>
              </a:ext>
            </a:extLst>
          </p:cNvPr>
          <p:cNvSpPr/>
          <p:nvPr/>
        </p:nvSpPr>
        <p:spPr>
          <a:xfrm>
            <a:off x="2981661" y="1287436"/>
            <a:ext cx="6228678" cy="92532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b="1" dirty="0"/>
              <a:t>نسبة الإعفاءات المعتمدة مقارنة بإجمالي طلبات عدم الامتثال</a:t>
            </a:r>
            <a:endParaRPr lang="en-US" b="1" dirty="0"/>
          </a:p>
        </p:txBody>
      </p:sp>
      <p:sp>
        <p:nvSpPr>
          <p:cNvPr id="9" name="Title 11">
            <a:extLst>
              <a:ext uri="{FF2B5EF4-FFF2-40B4-BE49-F238E27FC236}">
                <a16:creationId xmlns:a16="http://schemas.microsoft.com/office/drawing/2014/main" id="{C55E5286-9BC0-B4F0-8002-434CBFFEF9F4}"/>
              </a:ext>
            </a:extLst>
          </p:cNvPr>
          <p:cNvSpPr txBox="1">
            <a:spLocks/>
          </p:cNvSpPr>
          <p:nvPr/>
        </p:nvSpPr>
        <p:spPr>
          <a:xfrm>
            <a:off x="2949387" y="1565225"/>
            <a:ext cx="6293226" cy="647533"/>
          </a:xfrm>
          <a:prstGeom prst="rect">
            <a:avLst/>
          </a:prstGeom>
        </p:spPr>
        <p:txBody>
          <a:bodyPr anchor="ctr" anchorCtr="0">
            <a:noAutofit/>
          </a:bodyPr>
          <a:lstStyle>
            <a:lvl1pPr algn="r" defTabSz="914400" rtl="1" eaLnBrk="1" latinLnBrk="0" hangingPunct="1">
              <a:lnSpc>
                <a:spcPct val="100000"/>
              </a:lnSpc>
              <a:spcBef>
                <a:spcPct val="0"/>
              </a:spcBef>
              <a:buNone/>
              <a:defRPr sz="3200" b="1" kern="1200">
                <a:solidFill>
                  <a:schemeClr val="accent1">
                    <a:lumMod val="75000"/>
                  </a:schemeClr>
                </a:solidFill>
                <a:latin typeface="+mj-lt"/>
                <a:ea typeface="+mj-ea"/>
                <a:cs typeface="+mj-cs"/>
              </a:defRPr>
            </a:lvl1pPr>
          </a:lstStyle>
          <a:p>
            <a:pPr algn="ctr"/>
            <a:endParaRPr lang="ar-SA" sz="2000" dirty="0">
              <a:solidFill>
                <a:schemeClr val="bg1"/>
              </a:solidFill>
            </a:endParaRPr>
          </a:p>
        </p:txBody>
      </p:sp>
      <p:sp>
        <p:nvSpPr>
          <p:cNvPr id="10" name="Round Same Side Corner Rectangle 9">
            <a:extLst>
              <a:ext uri="{FF2B5EF4-FFF2-40B4-BE49-F238E27FC236}">
                <a16:creationId xmlns:a16="http://schemas.microsoft.com/office/drawing/2014/main" id="{F372C59B-4456-6B60-A478-933426389EFA}"/>
              </a:ext>
            </a:extLst>
          </p:cNvPr>
          <p:cNvSpPr/>
          <p:nvPr/>
        </p:nvSpPr>
        <p:spPr>
          <a:xfrm>
            <a:off x="5385860" y="1287437"/>
            <a:ext cx="1420280" cy="281048"/>
          </a:xfrm>
          <a:prstGeom prst="round2SameRect">
            <a:avLst>
              <a:gd name="adj1" fmla="val 0"/>
              <a:gd name="adj2" fmla="val 50000"/>
            </a:avLst>
          </a:prstGeom>
          <a:solidFill>
            <a:schemeClr val="bg1"/>
          </a:solidFill>
          <a:effectLst>
            <a:outerShdw blurRad="50800" dist="25400" dir="5400000" sx="97000" sy="97000" algn="t" rotWithShape="0">
              <a:prstClr val="black">
                <a:alpha val="20000"/>
              </a:prstClr>
            </a:outerShdw>
          </a:effectLst>
        </p:spPr>
        <p:txBody>
          <a:bodyPr wrap="none" tIns="0" bIns="45720">
            <a:noAutofit/>
          </a:bodyPr>
          <a:lstStyle/>
          <a:p>
            <a:pPr lvl="0" algn="ctr" rtl="1"/>
            <a:r>
              <a:rPr lang="en-US" b="1" dirty="0">
                <a:solidFill>
                  <a:schemeClr val="accent1"/>
                </a:solidFill>
              </a:rPr>
              <a:t>EASKPI09</a:t>
            </a:r>
            <a:endParaRPr lang="ar-EG" b="1" dirty="0">
              <a:solidFill>
                <a:schemeClr val="accent1"/>
              </a:solidFill>
            </a:endParaRPr>
          </a:p>
        </p:txBody>
      </p:sp>
      <p:sp>
        <p:nvSpPr>
          <p:cNvPr id="79" name="Rectangle 78">
            <a:extLst>
              <a:ext uri="{FF2B5EF4-FFF2-40B4-BE49-F238E27FC236}">
                <a16:creationId xmlns:a16="http://schemas.microsoft.com/office/drawing/2014/main" id="{5E933B0D-3391-7E36-524C-726B33DA54B0}"/>
              </a:ext>
            </a:extLst>
          </p:cNvPr>
          <p:cNvSpPr/>
          <p:nvPr/>
        </p:nvSpPr>
        <p:spPr>
          <a:xfrm>
            <a:off x="1872988" y="2510775"/>
            <a:ext cx="8067780" cy="451821"/>
          </a:xfrm>
          <a:prstGeom prst="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92" name="Table 91">
            <a:extLst>
              <a:ext uri="{FF2B5EF4-FFF2-40B4-BE49-F238E27FC236}">
                <a16:creationId xmlns:a16="http://schemas.microsoft.com/office/drawing/2014/main" id="{268EA8FC-2765-F3F5-8FCC-85378BA58B4F}"/>
              </a:ext>
            </a:extLst>
          </p:cNvPr>
          <p:cNvGraphicFramePr>
            <a:graphicFrameLocks noGrp="1"/>
          </p:cNvGraphicFramePr>
          <p:nvPr/>
        </p:nvGraphicFramePr>
        <p:xfrm>
          <a:off x="1113853" y="2293250"/>
          <a:ext cx="9964294" cy="1827936"/>
        </p:xfrm>
        <a:graphic>
          <a:graphicData uri="http://schemas.openxmlformats.org/drawingml/2006/table">
            <a:tbl>
              <a:tblPr firstRow="1" bandRow="1">
                <a:tableStyleId>{5C22544A-7EE6-4342-B048-85BDC9FD1C3A}</a:tableStyleId>
              </a:tblPr>
              <a:tblGrid>
                <a:gridCol w="8543322">
                  <a:extLst>
                    <a:ext uri="{9D8B030D-6E8A-4147-A177-3AD203B41FA5}">
                      <a16:colId xmlns:a16="http://schemas.microsoft.com/office/drawing/2014/main" val="1922650772"/>
                    </a:ext>
                  </a:extLst>
                </a:gridCol>
                <a:gridCol w="1420972">
                  <a:extLst>
                    <a:ext uri="{9D8B030D-6E8A-4147-A177-3AD203B41FA5}">
                      <a16:colId xmlns:a16="http://schemas.microsoft.com/office/drawing/2014/main" val="831415739"/>
                    </a:ext>
                  </a:extLst>
                </a:gridCol>
              </a:tblGrid>
              <a:tr h="456984">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baseline="0" dirty="0">
                          <a:solidFill>
                            <a:schemeClr val="accent1"/>
                          </a:solidFill>
                          <a:latin typeface="Sakkal Majalla" panose="02000000000000000000" pitchFamily="2" charset="-78"/>
                          <a:ea typeface="+mn-ea"/>
                          <a:cs typeface="Sakkal Majalla" panose="02000000000000000000" pitchFamily="2" charset="-78"/>
                        </a:rPr>
                        <a:t>تعزيز الحوكمة المؤسسية</a:t>
                      </a:r>
                      <a:endParaRPr lang="ar-EG" sz="1400" b="1" kern="1200" baseline="0" dirty="0">
                        <a:solidFill>
                          <a:schemeClr val="accent1"/>
                        </a:solidFill>
                        <a:latin typeface="Sakkal Majalla" panose="02000000000000000000" pitchFamily="2" charset="-78"/>
                        <a:ea typeface="+mn-ea"/>
                        <a:cs typeface="Sakkal Majalla" panose="02000000000000000000" pitchFamily="2" charset="-7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الهدف الاستراتيجي</a:t>
                      </a:r>
                      <a:endParaRPr lang="en-US"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4060515"/>
                  </a:ext>
                </a:extLst>
              </a:tr>
              <a:tr h="456984">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يقيس معدل منح الإعفاءات من عدم الامتثال مقارنة بحجم الطلبات، بما يعكس مستوى الانضباط والالتزام بالمعايير، مع اعتبار أن “الأقل أفضل”.</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وصف المؤشر</a:t>
                      </a:r>
                      <a:endParaRPr lang="en-US"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577636"/>
                  </a:ext>
                </a:extLst>
              </a:tr>
              <a:tr h="456984">
                <a:tc>
                  <a:txBody>
                    <a:bodyPr/>
                    <a:lstStyle/>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(عدد الإعفاءات المعتمدة ÷ إجمالي طلبات عدم الامتثال) × 100</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معادلة الاحتساب</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6671549"/>
                  </a:ext>
                </a:extLst>
              </a:tr>
              <a:tr h="456984">
                <a:tc>
                  <a:txBody>
                    <a:bodyPr/>
                    <a:lstStyle/>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مكتب البنية المؤسسية </a:t>
                      </a:r>
                      <a:r>
                        <a:rPr lang="en-US" sz="1400" b="1" kern="1200" baseline="0" dirty="0">
                          <a:solidFill>
                            <a:schemeClr val="accent1"/>
                          </a:solidFill>
                          <a:latin typeface="Sakkal Majalla" panose="02000000000000000000" pitchFamily="2" charset="-78"/>
                          <a:ea typeface="+mn-ea"/>
                          <a:cs typeface="Sakkal Majalla" panose="02000000000000000000" pitchFamily="2" charset="-78"/>
                        </a:rPr>
                        <a:t>)</a:t>
                      </a: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 سجل طلبات الاستثناء/الإعفاء + قرارات الاعتماد</a:t>
                      </a:r>
                      <a:r>
                        <a:rPr lang="en-US" sz="1400" b="1" kern="1200" baseline="0" dirty="0">
                          <a:solidFill>
                            <a:schemeClr val="accent1"/>
                          </a:solidFill>
                          <a:latin typeface="Sakkal Majalla" panose="02000000000000000000" pitchFamily="2" charset="-78"/>
                          <a:ea typeface="+mn-ea"/>
                          <a:cs typeface="Sakkal Majalla" panose="02000000000000000000" pitchFamily="2" charset="-78"/>
                        </a:rPr>
                        <a:t>(</a:t>
                      </a:r>
                      <a:endParaRPr lang="ar-EG" sz="1400" b="1" kern="1200" baseline="0" dirty="0">
                        <a:solidFill>
                          <a:schemeClr val="accent1"/>
                        </a:solidFill>
                        <a:latin typeface="Sakkal Majalla" panose="02000000000000000000" pitchFamily="2" charset="-78"/>
                        <a:ea typeface="+mn-ea"/>
                        <a:cs typeface="Sakkal Majalla" panose="02000000000000000000" pitchFamily="2" charset="-7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مصدر البيانات</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578273"/>
                  </a:ext>
                </a:extLst>
              </a:tr>
            </a:tbl>
          </a:graphicData>
        </a:graphic>
      </p:graphicFrame>
      <p:sp>
        <p:nvSpPr>
          <p:cNvPr id="37" name="Rounded Rectangle 40">
            <a:extLst>
              <a:ext uri="{FF2B5EF4-FFF2-40B4-BE49-F238E27FC236}">
                <a16:creationId xmlns:a16="http://schemas.microsoft.com/office/drawing/2014/main" id="{A8BA543D-E099-B2D6-D53D-21338AB6AF72}"/>
              </a:ext>
            </a:extLst>
          </p:cNvPr>
          <p:cNvSpPr/>
          <p:nvPr/>
        </p:nvSpPr>
        <p:spPr>
          <a:xfrm>
            <a:off x="2166134"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Box 37">
            <a:extLst>
              <a:ext uri="{FF2B5EF4-FFF2-40B4-BE49-F238E27FC236}">
                <a16:creationId xmlns:a16="http://schemas.microsoft.com/office/drawing/2014/main" id="{3E4DC1DD-DFA0-8615-97A8-864841C58B54}"/>
              </a:ext>
            </a:extLst>
          </p:cNvPr>
          <p:cNvSpPr txBox="1"/>
          <p:nvPr/>
        </p:nvSpPr>
        <p:spPr>
          <a:xfrm>
            <a:off x="1962748"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المستهدف</a:t>
            </a:r>
          </a:p>
        </p:txBody>
      </p:sp>
      <p:grpSp>
        <p:nvGrpSpPr>
          <p:cNvPr id="39" name="Group 38">
            <a:extLst>
              <a:ext uri="{FF2B5EF4-FFF2-40B4-BE49-F238E27FC236}">
                <a16:creationId xmlns:a16="http://schemas.microsoft.com/office/drawing/2014/main" id="{4D75F30E-A3EB-62B0-D55E-620105D754EC}"/>
              </a:ext>
            </a:extLst>
          </p:cNvPr>
          <p:cNvGrpSpPr>
            <a:grpSpLocks noChangeAspect="1"/>
          </p:cNvGrpSpPr>
          <p:nvPr/>
        </p:nvGrpSpPr>
        <p:grpSpPr>
          <a:xfrm>
            <a:off x="8926404" y="4690821"/>
            <a:ext cx="243890" cy="242732"/>
            <a:chOff x="2501900" y="457201"/>
            <a:chExt cx="1674813" cy="1666876"/>
          </a:xfrm>
          <a:solidFill>
            <a:schemeClr val="accent1"/>
          </a:solidFill>
        </p:grpSpPr>
        <p:sp>
          <p:nvSpPr>
            <p:cNvPr id="40" name="Freeform 5">
              <a:extLst>
                <a:ext uri="{FF2B5EF4-FFF2-40B4-BE49-F238E27FC236}">
                  <a16:creationId xmlns:a16="http://schemas.microsoft.com/office/drawing/2014/main" id="{C1427875-C455-B8AA-60BC-2E0B65464E18}"/>
                </a:ext>
              </a:extLst>
            </p:cNvPr>
            <p:cNvSpPr>
              <a:spLocks/>
            </p:cNvSpPr>
            <p:nvPr/>
          </p:nvSpPr>
          <p:spPr bwMode="auto">
            <a:xfrm>
              <a:off x="2857500" y="457201"/>
              <a:ext cx="130175" cy="273050"/>
            </a:xfrm>
            <a:custGeom>
              <a:avLst/>
              <a:gdLst>
                <a:gd name="T0" fmla="*/ 0 w 350"/>
                <a:gd name="T1" fmla="*/ 367 h 734"/>
                <a:gd name="T2" fmla="*/ 0 w 350"/>
                <a:gd name="T3" fmla="*/ 734 h 734"/>
                <a:gd name="T4" fmla="*/ 175 w 350"/>
                <a:gd name="T5" fmla="*/ 734 h 734"/>
                <a:gd name="T6" fmla="*/ 350 w 350"/>
                <a:gd name="T7" fmla="*/ 734 h 734"/>
                <a:gd name="T8" fmla="*/ 350 w 350"/>
                <a:gd name="T9" fmla="*/ 367 h 734"/>
                <a:gd name="T10" fmla="*/ 350 w 350"/>
                <a:gd name="T11" fmla="*/ 0 h 734"/>
                <a:gd name="T12" fmla="*/ 175 w 350"/>
                <a:gd name="T13" fmla="*/ 0 h 734"/>
                <a:gd name="T14" fmla="*/ 0 w 350"/>
                <a:gd name="T15" fmla="*/ 0 h 734"/>
                <a:gd name="T16" fmla="*/ 0 w 350"/>
                <a:gd name="T17" fmla="*/ 367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734">
                  <a:moveTo>
                    <a:pt x="0" y="367"/>
                  </a:moveTo>
                  <a:lnTo>
                    <a:pt x="0" y="734"/>
                  </a:lnTo>
                  <a:lnTo>
                    <a:pt x="175" y="734"/>
                  </a:lnTo>
                  <a:lnTo>
                    <a:pt x="350" y="734"/>
                  </a:lnTo>
                  <a:lnTo>
                    <a:pt x="350" y="367"/>
                  </a:lnTo>
                  <a:lnTo>
                    <a:pt x="350" y="0"/>
                  </a:lnTo>
                  <a:lnTo>
                    <a:pt x="175" y="0"/>
                  </a:lnTo>
                  <a:lnTo>
                    <a:pt x="0" y="0"/>
                  </a:lnTo>
                  <a:lnTo>
                    <a:pt x="0" y="3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3" name="Freeform 6">
              <a:extLst>
                <a:ext uri="{FF2B5EF4-FFF2-40B4-BE49-F238E27FC236}">
                  <a16:creationId xmlns:a16="http://schemas.microsoft.com/office/drawing/2014/main" id="{73A5569F-2F29-9F92-CBA2-354295B6130C}"/>
                </a:ext>
              </a:extLst>
            </p:cNvPr>
            <p:cNvSpPr>
              <a:spLocks/>
            </p:cNvSpPr>
            <p:nvPr/>
          </p:nvSpPr>
          <p:spPr bwMode="auto">
            <a:xfrm>
              <a:off x="3690938" y="457201"/>
              <a:ext cx="136525" cy="273050"/>
            </a:xfrm>
            <a:custGeom>
              <a:avLst/>
              <a:gdLst>
                <a:gd name="T0" fmla="*/ 0 w 367"/>
                <a:gd name="T1" fmla="*/ 367 h 734"/>
                <a:gd name="T2" fmla="*/ 0 w 367"/>
                <a:gd name="T3" fmla="*/ 734 h 734"/>
                <a:gd name="T4" fmla="*/ 184 w 367"/>
                <a:gd name="T5" fmla="*/ 734 h 734"/>
                <a:gd name="T6" fmla="*/ 367 w 367"/>
                <a:gd name="T7" fmla="*/ 734 h 734"/>
                <a:gd name="T8" fmla="*/ 367 w 367"/>
                <a:gd name="T9" fmla="*/ 367 h 734"/>
                <a:gd name="T10" fmla="*/ 367 w 367"/>
                <a:gd name="T11" fmla="*/ 0 h 734"/>
                <a:gd name="T12" fmla="*/ 184 w 367"/>
                <a:gd name="T13" fmla="*/ 0 h 734"/>
                <a:gd name="T14" fmla="*/ 0 w 367"/>
                <a:gd name="T15" fmla="*/ 0 h 734"/>
                <a:gd name="T16" fmla="*/ 0 w 367"/>
                <a:gd name="T17" fmla="*/ 367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734">
                  <a:moveTo>
                    <a:pt x="0" y="367"/>
                  </a:moveTo>
                  <a:lnTo>
                    <a:pt x="0" y="734"/>
                  </a:lnTo>
                  <a:lnTo>
                    <a:pt x="184" y="734"/>
                  </a:lnTo>
                  <a:lnTo>
                    <a:pt x="367" y="734"/>
                  </a:lnTo>
                  <a:lnTo>
                    <a:pt x="367" y="367"/>
                  </a:lnTo>
                  <a:lnTo>
                    <a:pt x="367" y="0"/>
                  </a:lnTo>
                  <a:lnTo>
                    <a:pt x="184" y="0"/>
                  </a:lnTo>
                  <a:lnTo>
                    <a:pt x="0" y="0"/>
                  </a:lnTo>
                  <a:lnTo>
                    <a:pt x="0" y="3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4" name="Freeform 24">
              <a:extLst>
                <a:ext uri="{FF2B5EF4-FFF2-40B4-BE49-F238E27FC236}">
                  <a16:creationId xmlns:a16="http://schemas.microsoft.com/office/drawing/2014/main" id="{14003749-6515-85D0-E4D2-9367FD46AB79}"/>
                </a:ext>
              </a:extLst>
            </p:cNvPr>
            <p:cNvSpPr>
              <a:spLocks noEditPoints="1"/>
            </p:cNvSpPr>
            <p:nvPr/>
          </p:nvSpPr>
          <p:spPr bwMode="auto">
            <a:xfrm>
              <a:off x="2501900" y="661989"/>
              <a:ext cx="1674813" cy="1462088"/>
            </a:xfrm>
            <a:custGeom>
              <a:avLst/>
              <a:gdLst>
                <a:gd name="T0" fmla="*/ 0 w 4483"/>
                <a:gd name="T1" fmla="*/ 475 h 3917"/>
                <a:gd name="T2" fmla="*/ 0 w 4483"/>
                <a:gd name="T3" fmla="*/ 950 h 3917"/>
                <a:gd name="T4" fmla="*/ 92 w 4483"/>
                <a:gd name="T5" fmla="*/ 950 h 3917"/>
                <a:gd name="T6" fmla="*/ 183 w 4483"/>
                <a:gd name="T7" fmla="*/ 950 h 3917"/>
                <a:gd name="T8" fmla="*/ 183 w 4483"/>
                <a:gd name="T9" fmla="*/ 2434 h 3917"/>
                <a:gd name="T10" fmla="*/ 183 w 4483"/>
                <a:gd name="T11" fmla="*/ 3917 h 3917"/>
                <a:gd name="T12" fmla="*/ 2242 w 4483"/>
                <a:gd name="T13" fmla="*/ 3917 h 3917"/>
                <a:gd name="T14" fmla="*/ 4300 w 4483"/>
                <a:gd name="T15" fmla="*/ 3917 h 3917"/>
                <a:gd name="T16" fmla="*/ 4300 w 4483"/>
                <a:gd name="T17" fmla="*/ 2434 h 3917"/>
                <a:gd name="T18" fmla="*/ 4300 w 4483"/>
                <a:gd name="T19" fmla="*/ 950 h 3917"/>
                <a:gd name="T20" fmla="*/ 4392 w 4483"/>
                <a:gd name="T21" fmla="*/ 950 h 3917"/>
                <a:gd name="T22" fmla="*/ 4483 w 4483"/>
                <a:gd name="T23" fmla="*/ 950 h 3917"/>
                <a:gd name="T24" fmla="*/ 4483 w 4483"/>
                <a:gd name="T25" fmla="*/ 475 h 3917"/>
                <a:gd name="T26" fmla="*/ 4483 w 4483"/>
                <a:gd name="T27" fmla="*/ 0 h 3917"/>
                <a:gd name="T28" fmla="*/ 4117 w 4483"/>
                <a:gd name="T29" fmla="*/ 0 h 3917"/>
                <a:gd name="T30" fmla="*/ 3752 w 4483"/>
                <a:gd name="T31" fmla="*/ 0 h 3917"/>
                <a:gd name="T32" fmla="*/ 3747 w 4483"/>
                <a:gd name="T33" fmla="*/ 187 h 3917"/>
                <a:gd name="T34" fmla="*/ 3742 w 4483"/>
                <a:gd name="T35" fmla="*/ 375 h 3917"/>
                <a:gd name="T36" fmla="*/ 3363 w 4483"/>
                <a:gd name="T37" fmla="*/ 380 h 3917"/>
                <a:gd name="T38" fmla="*/ 2983 w 4483"/>
                <a:gd name="T39" fmla="*/ 384 h 3917"/>
                <a:gd name="T40" fmla="*/ 2983 w 4483"/>
                <a:gd name="T41" fmla="*/ 192 h 3917"/>
                <a:gd name="T42" fmla="*/ 2983 w 4483"/>
                <a:gd name="T43" fmla="*/ 0 h 3917"/>
                <a:gd name="T44" fmla="*/ 2242 w 4483"/>
                <a:gd name="T45" fmla="*/ 0 h 3917"/>
                <a:gd name="T46" fmla="*/ 1502 w 4483"/>
                <a:gd name="T47" fmla="*/ 0 h 3917"/>
                <a:gd name="T48" fmla="*/ 1497 w 4483"/>
                <a:gd name="T49" fmla="*/ 187 h 3917"/>
                <a:gd name="T50" fmla="*/ 1492 w 4483"/>
                <a:gd name="T51" fmla="*/ 375 h 3917"/>
                <a:gd name="T52" fmla="*/ 1117 w 4483"/>
                <a:gd name="T53" fmla="*/ 375 h 3917"/>
                <a:gd name="T54" fmla="*/ 742 w 4483"/>
                <a:gd name="T55" fmla="*/ 375 h 3917"/>
                <a:gd name="T56" fmla="*/ 737 w 4483"/>
                <a:gd name="T57" fmla="*/ 187 h 3917"/>
                <a:gd name="T58" fmla="*/ 732 w 4483"/>
                <a:gd name="T59" fmla="*/ 0 h 3917"/>
                <a:gd name="T60" fmla="*/ 367 w 4483"/>
                <a:gd name="T61" fmla="*/ 0 h 3917"/>
                <a:gd name="T62" fmla="*/ 0 w 4483"/>
                <a:gd name="T63" fmla="*/ 0 h 3917"/>
                <a:gd name="T64" fmla="*/ 0 w 4483"/>
                <a:gd name="T65" fmla="*/ 475 h 3917"/>
                <a:gd name="T66" fmla="*/ 3917 w 4483"/>
                <a:gd name="T67" fmla="*/ 2250 h 3917"/>
                <a:gd name="T68" fmla="*/ 3917 w 4483"/>
                <a:gd name="T69" fmla="*/ 3567 h 3917"/>
                <a:gd name="T70" fmla="*/ 2238 w 4483"/>
                <a:gd name="T71" fmla="*/ 3564 h 3917"/>
                <a:gd name="T72" fmla="*/ 558 w 4483"/>
                <a:gd name="T73" fmla="*/ 3559 h 3917"/>
                <a:gd name="T74" fmla="*/ 553 w 4483"/>
                <a:gd name="T75" fmla="*/ 2245 h 3917"/>
                <a:gd name="T76" fmla="*/ 550 w 4483"/>
                <a:gd name="T77" fmla="*/ 934 h 3917"/>
                <a:gd name="T78" fmla="*/ 2233 w 4483"/>
                <a:gd name="T79" fmla="*/ 934 h 3917"/>
                <a:gd name="T80" fmla="*/ 3917 w 4483"/>
                <a:gd name="T81" fmla="*/ 934 h 3917"/>
                <a:gd name="T82" fmla="*/ 3917 w 4483"/>
                <a:gd name="T83" fmla="*/ 2250 h 3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483" h="3917">
                  <a:moveTo>
                    <a:pt x="0" y="475"/>
                  </a:moveTo>
                  <a:lnTo>
                    <a:pt x="0" y="950"/>
                  </a:lnTo>
                  <a:lnTo>
                    <a:pt x="92" y="950"/>
                  </a:lnTo>
                  <a:lnTo>
                    <a:pt x="183" y="950"/>
                  </a:lnTo>
                  <a:lnTo>
                    <a:pt x="183" y="2434"/>
                  </a:lnTo>
                  <a:lnTo>
                    <a:pt x="183" y="3917"/>
                  </a:lnTo>
                  <a:lnTo>
                    <a:pt x="2242" y="3917"/>
                  </a:lnTo>
                  <a:lnTo>
                    <a:pt x="4300" y="3917"/>
                  </a:lnTo>
                  <a:lnTo>
                    <a:pt x="4300" y="2434"/>
                  </a:lnTo>
                  <a:lnTo>
                    <a:pt x="4300" y="950"/>
                  </a:lnTo>
                  <a:lnTo>
                    <a:pt x="4392" y="950"/>
                  </a:lnTo>
                  <a:lnTo>
                    <a:pt x="4483" y="950"/>
                  </a:lnTo>
                  <a:lnTo>
                    <a:pt x="4483" y="475"/>
                  </a:lnTo>
                  <a:lnTo>
                    <a:pt x="4483" y="0"/>
                  </a:lnTo>
                  <a:lnTo>
                    <a:pt x="4117" y="0"/>
                  </a:lnTo>
                  <a:lnTo>
                    <a:pt x="3752" y="0"/>
                  </a:lnTo>
                  <a:lnTo>
                    <a:pt x="3747" y="187"/>
                  </a:lnTo>
                  <a:lnTo>
                    <a:pt x="3742" y="375"/>
                  </a:lnTo>
                  <a:lnTo>
                    <a:pt x="3363" y="380"/>
                  </a:lnTo>
                  <a:lnTo>
                    <a:pt x="2983" y="384"/>
                  </a:lnTo>
                  <a:lnTo>
                    <a:pt x="2983" y="192"/>
                  </a:lnTo>
                  <a:lnTo>
                    <a:pt x="2983" y="0"/>
                  </a:lnTo>
                  <a:lnTo>
                    <a:pt x="2242" y="0"/>
                  </a:lnTo>
                  <a:lnTo>
                    <a:pt x="1502" y="0"/>
                  </a:lnTo>
                  <a:lnTo>
                    <a:pt x="1497" y="187"/>
                  </a:lnTo>
                  <a:lnTo>
                    <a:pt x="1492" y="375"/>
                  </a:lnTo>
                  <a:lnTo>
                    <a:pt x="1117" y="375"/>
                  </a:lnTo>
                  <a:lnTo>
                    <a:pt x="742" y="375"/>
                  </a:lnTo>
                  <a:lnTo>
                    <a:pt x="737" y="187"/>
                  </a:lnTo>
                  <a:lnTo>
                    <a:pt x="732" y="0"/>
                  </a:lnTo>
                  <a:lnTo>
                    <a:pt x="367" y="0"/>
                  </a:lnTo>
                  <a:lnTo>
                    <a:pt x="0" y="0"/>
                  </a:lnTo>
                  <a:lnTo>
                    <a:pt x="0" y="475"/>
                  </a:lnTo>
                  <a:close/>
                  <a:moveTo>
                    <a:pt x="3917" y="2250"/>
                  </a:moveTo>
                  <a:lnTo>
                    <a:pt x="3917" y="3567"/>
                  </a:lnTo>
                  <a:lnTo>
                    <a:pt x="2238" y="3564"/>
                  </a:lnTo>
                  <a:lnTo>
                    <a:pt x="558" y="3559"/>
                  </a:lnTo>
                  <a:lnTo>
                    <a:pt x="553" y="2245"/>
                  </a:lnTo>
                  <a:lnTo>
                    <a:pt x="550" y="934"/>
                  </a:lnTo>
                  <a:lnTo>
                    <a:pt x="2233" y="934"/>
                  </a:lnTo>
                  <a:lnTo>
                    <a:pt x="3917" y="934"/>
                  </a:lnTo>
                  <a:lnTo>
                    <a:pt x="3917" y="22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5" name="Freeform 25">
              <a:extLst>
                <a:ext uri="{FF2B5EF4-FFF2-40B4-BE49-F238E27FC236}">
                  <a16:creationId xmlns:a16="http://schemas.microsoft.com/office/drawing/2014/main" id="{9527B05C-40D6-EFAB-C94B-8F0ECE880232}"/>
                </a:ext>
              </a:extLst>
            </p:cNvPr>
            <p:cNvSpPr>
              <a:spLocks/>
            </p:cNvSpPr>
            <p:nvPr/>
          </p:nvSpPr>
          <p:spPr bwMode="auto">
            <a:xfrm>
              <a:off x="2857500" y="1154114"/>
              <a:ext cx="130175" cy="136525"/>
            </a:xfrm>
            <a:custGeom>
              <a:avLst/>
              <a:gdLst>
                <a:gd name="T0" fmla="*/ 0 w 350"/>
                <a:gd name="T1" fmla="*/ 183 h 367"/>
                <a:gd name="T2" fmla="*/ 0 w 350"/>
                <a:gd name="T3" fmla="*/ 367 h 367"/>
                <a:gd name="T4" fmla="*/ 175 w 350"/>
                <a:gd name="T5" fmla="*/ 367 h 367"/>
                <a:gd name="T6" fmla="*/ 350 w 350"/>
                <a:gd name="T7" fmla="*/ 367 h 367"/>
                <a:gd name="T8" fmla="*/ 350 w 350"/>
                <a:gd name="T9" fmla="*/ 183 h 367"/>
                <a:gd name="T10" fmla="*/ 350 w 350"/>
                <a:gd name="T11" fmla="*/ 0 h 367"/>
                <a:gd name="T12" fmla="*/ 175 w 350"/>
                <a:gd name="T13" fmla="*/ 0 h 367"/>
                <a:gd name="T14" fmla="*/ 0 w 350"/>
                <a:gd name="T15" fmla="*/ 0 h 367"/>
                <a:gd name="T16" fmla="*/ 0 w 350"/>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67">
                  <a:moveTo>
                    <a:pt x="0" y="183"/>
                  </a:moveTo>
                  <a:lnTo>
                    <a:pt x="0" y="367"/>
                  </a:lnTo>
                  <a:lnTo>
                    <a:pt x="175" y="367"/>
                  </a:lnTo>
                  <a:lnTo>
                    <a:pt x="350" y="367"/>
                  </a:lnTo>
                  <a:lnTo>
                    <a:pt x="350" y="183"/>
                  </a:lnTo>
                  <a:lnTo>
                    <a:pt x="350" y="0"/>
                  </a:lnTo>
                  <a:lnTo>
                    <a:pt x="175"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6" name="Freeform 26">
              <a:extLst>
                <a:ext uri="{FF2B5EF4-FFF2-40B4-BE49-F238E27FC236}">
                  <a16:creationId xmlns:a16="http://schemas.microsoft.com/office/drawing/2014/main" id="{C7C0909C-772D-6632-A408-2A988FF52FC4}"/>
                </a:ext>
              </a:extLst>
            </p:cNvPr>
            <p:cNvSpPr>
              <a:spLocks/>
            </p:cNvSpPr>
            <p:nvPr/>
          </p:nvSpPr>
          <p:spPr bwMode="auto">
            <a:xfrm>
              <a:off x="3130550"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7" name="Freeform 27">
              <a:extLst>
                <a:ext uri="{FF2B5EF4-FFF2-40B4-BE49-F238E27FC236}">
                  <a16:creationId xmlns:a16="http://schemas.microsoft.com/office/drawing/2014/main" id="{4126E427-C1FD-9DB2-A6A7-143471BBFB15}"/>
                </a:ext>
              </a:extLst>
            </p:cNvPr>
            <p:cNvSpPr>
              <a:spLocks/>
            </p:cNvSpPr>
            <p:nvPr/>
          </p:nvSpPr>
          <p:spPr bwMode="auto">
            <a:xfrm>
              <a:off x="3411538"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8" name="Freeform 28">
              <a:extLst>
                <a:ext uri="{FF2B5EF4-FFF2-40B4-BE49-F238E27FC236}">
                  <a16:creationId xmlns:a16="http://schemas.microsoft.com/office/drawing/2014/main" id="{4DCB8109-15A1-D4AC-3C95-25EF648C2A4A}"/>
                </a:ext>
              </a:extLst>
            </p:cNvPr>
            <p:cNvSpPr>
              <a:spLocks/>
            </p:cNvSpPr>
            <p:nvPr/>
          </p:nvSpPr>
          <p:spPr bwMode="auto">
            <a:xfrm>
              <a:off x="3690938"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9" name="Freeform 29">
              <a:extLst>
                <a:ext uri="{FF2B5EF4-FFF2-40B4-BE49-F238E27FC236}">
                  <a16:creationId xmlns:a16="http://schemas.microsoft.com/office/drawing/2014/main" id="{B6EB085A-1E11-FE27-F3E3-9FC4597E20F9}"/>
                </a:ext>
              </a:extLst>
            </p:cNvPr>
            <p:cNvSpPr>
              <a:spLocks/>
            </p:cNvSpPr>
            <p:nvPr/>
          </p:nvSpPr>
          <p:spPr bwMode="auto">
            <a:xfrm>
              <a:off x="2857500" y="1427164"/>
              <a:ext cx="130175" cy="142875"/>
            </a:xfrm>
            <a:custGeom>
              <a:avLst/>
              <a:gdLst>
                <a:gd name="T0" fmla="*/ 0 w 350"/>
                <a:gd name="T1" fmla="*/ 192 h 384"/>
                <a:gd name="T2" fmla="*/ 0 w 350"/>
                <a:gd name="T3" fmla="*/ 384 h 384"/>
                <a:gd name="T4" fmla="*/ 175 w 350"/>
                <a:gd name="T5" fmla="*/ 384 h 384"/>
                <a:gd name="T6" fmla="*/ 350 w 350"/>
                <a:gd name="T7" fmla="*/ 384 h 384"/>
                <a:gd name="T8" fmla="*/ 350 w 350"/>
                <a:gd name="T9" fmla="*/ 192 h 384"/>
                <a:gd name="T10" fmla="*/ 350 w 350"/>
                <a:gd name="T11" fmla="*/ 0 h 384"/>
                <a:gd name="T12" fmla="*/ 175 w 350"/>
                <a:gd name="T13" fmla="*/ 0 h 384"/>
                <a:gd name="T14" fmla="*/ 0 w 350"/>
                <a:gd name="T15" fmla="*/ 0 h 384"/>
                <a:gd name="T16" fmla="*/ 0 w 350"/>
                <a:gd name="T17"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84">
                  <a:moveTo>
                    <a:pt x="0" y="192"/>
                  </a:moveTo>
                  <a:lnTo>
                    <a:pt x="0" y="384"/>
                  </a:lnTo>
                  <a:lnTo>
                    <a:pt x="175" y="384"/>
                  </a:lnTo>
                  <a:lnTo>
                    <a:pt x="350" y="384"/>
                  </a:lnTo>
                  <a:lnTo>
                    <a:pt x="350" y="192"/>
                  </a:lnTo>
                  <a:lnTo>
                    <a:pt x="350" y="0"/>
                  </a:lnTo>
                  <a:lnTo>
                    <a:pt x="175" y="0"/>
                  </a:lnTo>
                  <a:lnTo>
                    <a:pt x="0" y="0"/>
                  </a:lnTo>
                  <a:lnTo>
                    <a:pt x="0"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0" name="Freeform 30">
              <a:extLst>
                <a:ext uri="{FF2B5EF4-FFF2-40B4-BE49-F238E27FC236}">
                  <a16:creationId xmlns:a16="http://schemas.microsoft.com/office/drawing/2014/main" id="{824F141D-CFB9-4C42-ABE4-96E207070CB7}"/>
                </a:ext>
              </a:extLst>
            </p:cNvPr>
            <p:cNvSpPr>
              <a:spLocks/>
            </p:cNvSpPr>
            <p:nvPr/>
          </p:nvSpPr>
          <p:spPr bwMode="auto">
            <a:xfrm>
              <a:off x="3132138" y="1427164"/>
              <a:ext cx="134938" cy="142875"/>
            </a:xfrm>
            <a:custGeom>
              <a:avLst/>
              <a:gdLst>
                <a:gd name="T0" fmla="*/ 4 w 364"/>
                <a:gd name="T1" fmla="*/ 22 h 385"/>
                <a:gd name="T2" fmla="*/ 2 w 364"/>
                <a:gd name="T3" fmla="*/ 40 h 385"/>
                <a:gd name="T4" fmla="*/ 0 w 364"/>
                <a:gd name="T5" fmla="*/ 142 h 385"/>
                <a:gd name="T6" fmla="*/ 1 w 364"/>
                <a:gd name="T7" fmla="*/ 210 h 385"/>
                <a:gd name="T8" fmla="*/ 6 w 364"/>
                <a:gd name="T9" fmla="*/ 375 h 385"/>
                <a:gd name="T10" fmla="*/ 186 w 364"/>
                <a:gd name="T11" fmla="*/ 380 h 385"/>
                <a:gd name="T12" fmla="*/ 364 w 364"/>
                <a:gd name="T13" fmla="*/ 385 h 385"/>
                <a:gd name="T14" fmla="*/ 364 w 364"/>
                <a:gd name="T15" fmla="*/ 192 h 385"/>
                <a:gd name="T16" fmla="*/ 364 w 364"/>
                <a:gd name="T17" fmla="*/ 0 h 385"/>
                <a:gd name="T18" fmla="*/ 189 w 364"/>
                <a:gd name="T19" fmla="*/ 0 h 385"/>
                <a:gd name="T20" fmla="*/ 102 w 364"/>
                <a:gd name="T21" fmla="*/ 1 h 385"/>
                <a:gd name="T22" fmla="*/ 30 w 364"/>
                <a:gd name="T23" fmla="*/ 8 h 385"/>
                <a:gd name="T24" fmla="*/ 8 w 364"/>
                <a:gd name="T25" fmla="*/ 16 h 385"/>
                <a:gd name="T26" fmla="*/ 4 w 364"/>
                <a:gd name="T27" fmla="*/ 22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385">
                  <a:moveTo>
                    <a:pt x="4" y="22"/>
                  </a:moveTo>
                  <a:lnTo>
                    <a:pt x="2" y="40"/>
                  </a:lnTo>
                  <a:lnTo>
                    <a:pt x="0" y="142"/>
                  </a:lnTo>
                  <a:lnTo>
                    <a:pt x="1" y="210"/>
                  </a:lnTo>
                  <a:lnTo>
                    <a:pt x="6" y="375"/>
                  </a:lnTo>
                  <a:lnTo>
                    <a:pt x="186" y="380"/>
                  </a:lnTo>
                  <a:lnTo>
                    <a:pt x="364" y="385"/>
                  </a:lnTo>
                  <a:lnTo>
                    <a:pt x="364" y="192"/>
                  </a:lnTo>
                  <a:lnTo>
                    <a:pt x="364" y="0"/>
                  </a:lnTo>
                  <a:lnTo>
                    <a:pt x="189" y="0"/>
                  </a:lnTo>
                  <a:lnTo>
                    <a:pt x="102" y="1"/>
                  </a:lnTo>
                  <a:lnTo>
                    <a:pt x="30" y="8"/>
                  </a:lnTo>
                  <a:lnTo>
                    <a:pt x="8" y="16"/>
                  </a:lnTo>
                  <a:lnTo>
                    <a:pt x="4"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1" name="Freeform 31">
              <a:extLst>
                <a:ext uri="{FF2B5EF4-FFF2-40B4-BE49-F238E27FC236}">
                  <a16:creationId xmlns:a16="http://schemas.microsoft.com/office/drawing/2014/main" id="{C2348E72-B773-E992-5862-3B8791B7817F}"/>
                </a:ext>
              </a:extLst>
            </p:cNvPr>
            <p:cNvSpPr>
              <a:spLocks/>
            </p:cNvSpPr>
            <p:nvPr/>
          </p:nvSpPr>
          <p:spPr bwMode="auto">
            <a:xfrm>
              <a:off x="3411538" y="1428751"/>
              <a:ext cx="136525" cy="141288"/>
            </a:xfrm>
            <a:custGeom>
              <a:avLst/>
              <a:gdLst>
                <a:gd name="T0" fmla="*/ 12 w 369"/>
                <a:gd name="T1" fmla="*/ 7 h 381"/>
                <a:gd name="T2" fmla="*/ 7 w 369"/>
                <a:gd name="T3" fmla="*/ 22 h 381"/>
                <a:gd name="T4" fmla="*/ 1 w 369"/>
                <a:gd name="T5" fmla="*/ 127 h 381"/>
                <a:gd name="T6" fmla="*/ 0 w 369"/>
                <a:gd name="T7" fmla="*/ 201 h 381"/>
                <a:gd name="T8" fmla="*/ 0 w 369"/>
                <a:gd name="T9" fmla="*/ 381 h 381"/>
                <a:gd name="T10" fmla="*/ 184 w 369"/>
                <a:gd name="T11" fmla="*/ 381 h 381"/>
                <a:gd name="T12" fmla="*/ 369 w 369"/>
                <a:gd name="T13" fmla="*/ 381 h 381"/>
                <a:gd name="T14" fmla="*/ 364 w 369"/>
                <a:gd name="T15" fmla="*/ 192 h 381"/>
                <a:gd name="T16" fmla="*/ 359 w 369"/>
                <a:gd name="T17" fmla="*/ 6 h 381"/>
                <a:gd name="T18" fmla="*/ 190 w 369"/>
                <a:gd name="T19" fmla="*/ 1 h 381"/>
                <a:gd name="T20" fmla="*/ 123 w 369"/>
                <a:gd name="T21" fmla="*/ 0 h 381"/>
                <a:gd name="T22" fmla="*/ 26 w 369"/>
                <a:gd name="T23" fmla="*/ 3 h 381"/>
                <a:gd name="T24" fmla="*/ 12 w 369"/>
                <a:gd name="T25" fmla="*/ 7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381">
                  <a:moveTo>
                    <a:pt x="12" y="7"/>
                  </a:moveTo>
                  <a:lnTo>
                    <a:pt x="7" y="22"/>
                  </a:lnTo>
                  <a:lnTo>
                    <a:pt x="1" y="127"/>
                  </a:lnTo>
                  <a:lnTo>
                    <a:pt x="0" y="201"/>
                  </a:lnTo>
                  <a:lnTo>
                    <a:pt x="0" y="381"/>
                  </a:lnTo>
                  <a:lnTo>
                    <a:pt x="184" y="381"/>
                  </a:lnTo>
                  <a:lnTo>
                    <a:pt x="369" y="381"/>
                  </a:lnTo>
                  <a:lnTo>
                    <a:pt x="364" y="192"/>
                  </a:lnTo>
                  <a:lnTo>
                    <a:pt x="359" y="6"/>
                  </a:lnTo>
                  <a:lnTo>
                    <a:pt x="190" y="1"/>
                  </a:lnTo>
                  <a:lnTo>
                    <a:pt x="123" y="0"/>
                  </a:lnTo>
                  <a:lnTo>
                    <a:pt x="26" y="3"/>
                  </a:lnTo>
                  <a:lnTo>
                    <a:pt x="1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2" name="Freeform 32">
              <a:extLst>
                <a:ext uri="{FF2B5EF4-FFF2-40B4-BE49-F238E27FC236}">
                  <a16:creationId xmlns:a16="http://schemas.microsoft.com/office/drawing/2014/main" id="{F5EDD42B-C9D3-46BA-7C99-0E31B74A6ED3}"/>
                </a:ext>
              </a:extLst>
            </p:cNvPr>
            <p:cNvSpPr>
              <a:spLocks/>
            </p:cNvSpPr>
            <p:nvPr/>
          </p:nvSpPr>
          <p:spPr bwMode="auto">
            <a:xfrm>
              <a:off x="3690938" y="1427164"/>
              <a:ext cx="133350" cy="142875"/>
            </a:xfrm>
            <a:custGeom>
              <a:avLst/>
              <a:gdLst>
                <a:gd name="T0" fmla="*/ 0 w 359"/>
                <a:gd name="T1" fmla="*/ 193 h 386"/>
                <a:gd name="T2" fmla="*/ 0 w 359"/>
                <a:gd name="T3" fmla="*/ 386 h 386"/>
                <a:gd name="T4" fmla="*/ 180 w 359"/>
                <a:gd name="T5" fmla="*/ 381 h 386"/>
                <a:gd name="T6" fmla="*/ 359 w 359"/>
                <a:gd name="T7" fmla="*/ 376 h 386"/>
                <a:gd name="T8" fmla="*/ 359 w 359"/>
                <a:gd name="T9" fmla="*/ 193 h 386"/>
                <a:gd name="T10" fmla="*/ 359 w 359"/>
                <a:gd name="T11" fmla="*/ 10 h 386"/>
                <a:gd name="T12" fmla="*/ 180 w 359"/>
                <a:gd name="T13" fmla="*/ 5 h 386"/>
                <a:gd name="T14" fmla="*/ 0 w 359"/>
                <a:gd name="T15" fmla="*/ 0 h 386"/>
                <a:gd name="T16" fmla="*/ 0 w 359"/>
                <a:gd name="T17" fmla="*/ 193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9" h="386">
                  <a:moveTo>
                    <a:pt x="0" y="193"/>
                  </a:moveTo>
                  <a:lnTo>
                    <a:pt x="0" y="386"/>
                  </a:lnTo>
                  <a:lnTo>
                    <a:pt x="180" y="381"/>
                  </a:lnTo>
                  <a:lnTo>
                    <a:pt x="359" y="376"/>
                  </a:lnTo>
                  <a:lnTo>
                    <a:pt x="359" y="193"/>
                  </a:lnTo>
                  <a:lnTo>
                    <a:pt x="359" y="10"/>
                  </a:lnTo>
                  <a:lnTo>
                    <a:pt x="180" y="5"/>
                  </a:lnTo>
                  <a:lnTo>
                    <a:pt x="0" y="0"/>
                  </a:lnTo>
                  <a:lnTo>
                    <a:pt x="0"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6" name="Freeform 33">
              <a:extLst>
                <a:ext uri="{FF2B5EF4-FFF2-40B4-BE49-F238E27FC236}">
                  <a16:creationId xmlns:a16="http://schemas.microsoft.com/office/drawing/2014/main" id="{83E4B6C9-549C-32AB-4787-ABC7A8D2A2C5}"/>
                </a:ext>
              </a:extLst>
            </p:cNvPr>
            <p:cNvSpPr>
              <a:spLocks/>
            </p:cNvSpPr>
            <p:nvPr/>
          </p:nvSpPr>
          <p:spPr bwMode="auto">
            <a:xfrm>
              <a:off x="2857500" y="1706564"/>
              <a:ext cx="130175" cy="142875"/>
            </a:xfrm>
            <a:custGeom>
              <a:avLst/>
              <a:gdLst>
                <a:gd name="T0" fmla="*/ 0 w 350"/>
                <a:gd name="T1" fmla="*/ 192 h 384"/>
                <a:gd name="T2" fmla="*/ 0 w 350"/>
                <a:gd name="T3" fmla="*/ 384 h 384"/>
                <a:gd name="T4" fmla="*/ 175 w 350"/>
                <a:gd name="T5" fmla="*/ 384 h 384"/>
                <a:gd name="T6" fmla="*/ 350 w 350"/>
                <a:gd name="T7" fmla="*/ 384 h 384"/>
                <a:gd name="T8" fmla="*/ 350 w 350"/>
                <a:gd name="T9" fmla="*/ 192 h 384"/>
                <a:gd name="T10" fmla="*/ 350 w 350"/>
                <a:gd name="T11" fmla="*/ 0 h 384"/>
                <a:gd name="T12" fmla="*/ 175 w 350"/>
                <a:gd name="T13" fmla="*/ 0 h 384"/>
                <a:gd name="T14" fmla="*/ 0 w 350"/>
                <a:gd name="T15" fmla="*/ 0 h 384"/>
                <a:gd name="T16" fmla="*/ 0 w 350"/>
                <a:gd name="T17"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84">
                  <a:moveTo>
                    <a:pt x="0" y="192"/>
                  </a:moveTo>
                  <a:lnTo>
                    <a:pt x="0" y="384"/>
                  </a:lnTo>
                  <a:lnTo>
                    <a:pt x="175" y="384"/>
                  </a:lnTo>
                  <a:lnTo>
                    <a:pt x="350" y="384"/>
                  </a:lnTo>
                  <a:lnTo>
                    <a:pt x="350" y="192"/>
                  </a:lnTo>
                  <a:lnTo>
                    <a:pt x="350" y="0"/>
                  </a:lnTo>
                  <a:lnTo>
                    <a:pt x="175" y="0"/>
                  </a:lnTo>
                  <a:lnTo>
                    <a:pt x="0" y="0"/>
                  </a:lnTo>
                  <a:lnTo>
                    <a:pt x="0"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7" name="Freeform 34">
              <a:extLst>
                <a:ext uri="{FF2B5EF4-FFF2-40B4-BE49-F238E27FC236}">
                  <a16:creationId xmlns:a16="http://schemas.microsoft.com/office/drawing/2014/main" id="{FAB836A6-FE9F-85E3-124B-F9642D260F37}"/>
                </a:ext>
              </a:extLst>
            </p:cNvPr>
            <p:cNvSpPr>
              <a:spLocks/>
            </p:cNvSpPr>
            <p:nvPr/>
          </p:nvSpPr>
          <p:spPr bwMode="auto">
            <a:xfrm>
              <a:off x="3132138" y="1706564"/>
              <a:ext cx="134938" cy="144463"/>
            </a:xfrm>
            <a:custGeom>
              <a:avLst/>
              <a:gdLst>
                <a:gd name="T0" fmla="*/ 4 w 364"/>
                <a:gd name="T1" fmla="*/ 22 h 385"/>
                <a:gd name="T2" fmla="*/ 2 w 364"/>
                <a:gd name="T3" fmla="*/ 40 h 385"/>
                <a:gd name="T4" fmla="*/ 0 w 364"/>
                <a:gd name="T5" fmla="*/ 142 h 385"/>
                <a:gd name="T6" fmla="*/ 1 w 364"/>
                <a:gd name="T7" fmla="*/ 210 h 385"/>
                <a:gd name="T8" fmla="*/ 6 w 364"/>
                <a:gd name="T9" fmla="*/ 375 h 385"/>
                <a:gd name="T10" fmla="*/ 186 w 364"/>
                <a:gd name="T11" fmla="*/ 380 h 385"/>
                <a:gd name="T12" fmla="*/ 364 w 364"/>
                <a:gd name="T13" fmla="*/ 385 h 385"/>
                <a:gd name="T14" fmla="*/ 364 w 364"/>
                <a:gd name="T15" fmla="*/ 192 h 385"/>
                <a:gd name="T16" fmla="*/ 364 w 364"/>
                <a:gd name="T17" fmla="*/ 0 h 385"/>
                <a:gd name="T18" fmla="*/ 189 w 364"/>
                <a:gd name="T19" fmla="*/ 0 h 385"/>
                <a:gd name="T20" fmla="*/ 102 w 364"/>
                <a:gd name="T21" fmla="*/ 1 h 385"/>
                <a:gd name="T22" fmla="*/ 30 w 364"/>
                <a:gd name="T23" fmla="*/ 8 h 385"/>
                <a:gd name="T24" fmla="*/ 8 w 364"/>
                <a:gd name="T25" fmla="*/ 16 h 385"/>
                <a:gd name="T26" fmla="*/ 4 w 364"/>
                <a:gd name="T27" fmla="*/ 22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385">
                  <a:moveTo>
                    <a:pt x="4" y="22"/>
                  </a:moveTo>
                  <a:lnTo>
                    <a:pt x="2" y="40"/>
                  </a:lnTo>
                  <a:lnTo>
                    <a:pt x="0" y="142"/>
                  </a:lnTo>
                  <a:lnTo>
                    <a:pt x="1" y="210"/>
                  </a:lnTo>
                  <a:lnTo>
                    <a:pt x="6" y="375"/>
                  </a:lnTo>
                  <a:lnTo>
                    <a:pt x="186" y="380"/>
                  </a:lnTo>
                  <a:lnTo>
                    <a:pt x="364" y="385"/>
                  </a:lnTo>
                  <a:lnTo>
                    <a:pt x="364" y="192"/>
                  </a:lnTo>
                  <a:lnTo>
                    <a:pt x="364" y="0"/>
                  </a:lnTo>
                  <a:lnTo>
                    <a:pt x="189" y="0"/>
                  </a:lnTo>
                  <a:lnTo>
                    <a:pt x="102" y="1"/>
                  </a:lnTo>
                  <a:lnTo>
                    <a:pt x="30" y="8"/>
                  </a:lnTo>
                  <a:lnTo>
                    <a:pt x="8" y="16"/>
                  </a:lnTo>
                  <a:lnTo>
                    <a:pt x="4"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8" name="Freeform 35">
              <a:extLst>
                <a:ext uri="{FF2B5EF4-FFF2-40B4-BE49-F238E27FC236}">
                  <a16:creationId xmlns:a16="http://schemas.microsoft.com/office/drawing/2014/main" id="{D8D6E0B8-B88C-2B98-1764-A57AE9E7CC28}"/>
                </a:ext>
              </a:extLst>
            </p:cNvPr>
            <p:cNvSpPr>
              <a:spLocks/>
            </p:cNvSpPr>
            <p:nvPr/>
          </p:nvSpPr>
          <p:spPr bwMode="auto">
            <a:xfrm>
              <a:off x="3409950" y="1706564"/>
              <a:ext cx="138113" cy="139700"/>
            </a:xfrm>
            <a:custGeom>
              <a:avLst/>
              <a:gdLst>
                <a:gd name="T0" fmla="*/ 5 w 370"/>
                <a:gd name="T1" fmla="*/ 187 h 375"/>
                <a:gd name="T2" fmla="*/ 10 w 370"/>
                <a:gd name="T3" fmla="*/ 375 h 375"/>
                <a:gd name="T4" fmla="*/ 185 w 370"/>
                <a:gd name="T5" fmla="*/ 375 h 375"/>
                <a:gd name="T6" fmla="*/ 360 w 370"/>
                <a:gd name="T7" fmla="*/ 375 h 375"/>
                <a:gd name="T8" fmla="*/ 365 w 370"/>
                <a:gd name="T9" fmla="*/ 187 h 375"/>
                <a:gd name="T10" fmla="*/ 370 w 370"/>
                <a:gd name="T11" fmla="*/ 0 h 375"/>
                <a:gd name="T12" fmla="*/ 185 w 370"/>
                <a:gd name="T13" fmla="*/ 0 h 375"/>
                <a:gd name="T14" fmla="*/ 0 w 370"/>
                <a:gd name="T15" fmla="*/ 0 h 375"/>
                <a:gd name="T16" fmla="*/ 5 w 370"/>
                <a:gd name="T17" fmla="*/ 187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0" h="375">
                  <a:moveTo>
                    <a:pt x="5" y="187"/>
                  </a:moveTo>
                  <a:lnTo>
                    <a:pt x="10" y="375"/>
                  </a:lnTo>
                  <a:lnTo>
                    <a:pt x="185" y="375"/>
                  </a:lnTo>
                  <a:lnTo>
                    <a:pt x="360" y="375"/>
                  </a:lnTo>
                  <a:lnTo>
                    <a:pt x="365" y="187"/>
                  </a:lnTo>
                  <a:lnTo>
                    <a:pt x="370" y="0"/>
                  </a:lnTo>
                  <a:lnTo>
                    <a:pt x="185" y="0"/>
                  </a:lnTo>
                  <a:lnTo>
                    <a:pt x="0" y="0"/>
                  </a:lnTo>
                  <a:lnTo>
                    <a:pt x="5" y="1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9" name="Freeform 36">
              <a:extLst>
                <a:ext uri="{FF2B5EF4-FFF2-40B4-BE49-F238E27FC236}">
                  <a16:creationId xmlns:a16="http://schemas.microsoft.com/office/drawing/2014/main" id="{25AE59E7-B54A-EF7A-CBB8-7F2FC21520F9}"/>
                </a:ext>
              </a:extLst>
            </p:cNvPr>
            <p:cNvSpPr>
              <a:spLocks/>
            </p:cNvSpPr>
            <p:nvPr/>
          </p:nvSpPr>
          <p:spPr bwMode="auto">
            <a:xfrm>
              <a:off x="3690938" y="1706564"/>
              <a:ext cx="133350" cy="144463"/>
            </a:xfrm>
            <a:custGeom>
              <a:avLst/>
              <a:gdLst>
                <a:gd name="T0" fmla="*/ 0 w 359"/>
                <a:gd name="T1" fmla="*/ 193 h 386"/>
                <a:gd name="T2" fmla="*/ 0 w 359"/>
                <a:gd name="T3" fmla="*/ 386 h 386"/>
                <a:gd name="T4" fmla="*/ 180 w 359"/>
                <a:gd name="T5" fmla="*/ 381 h 386"/>
                <a:gd name="T6" fmla="*/ 359 w 359"/>
                <a:gd name="T7" fmla="*/ 376 h 386"/>
                <a:gd name="T8" fmla="*/ 359 w 359"/>
                <a:gd name="T9" fmla="*/ 193 h 386"/>
                <a:gd name="T10" fmla="*/ 359 w 359"/>
                <a:gd name="T11" fmla="*/ 10 h 386"/>
                <a:gd name="T12" fmla="*/ 180 w 359"/>
                <a:gd name="T13" fmla="*/ 5 h 386"/>
                <a:gd name="T14" fmla="*/ 0 w 359"/>
                <a:gd name="T15" fmla="*/ 0 h 386"/>
                <a:gd name="T16" fmla="*/ 0 w 359"/>
                <a:gd name="T17" fmla="*/ 193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9" h="386">
                  <a:moveTo>
                    <a:pt x="0" y="193"/>
                  </a:moveTo>
                  <a:lnTo>
                    <a:pt x="0" y="386"/>
                  </a:lnTo>
                  <a:lnTo>
                    <a:pt x="180" y="381"/>
                  </a:lnTo>
                  <a:lnTo>
                    <a:pt x="359" y="376"/>
                  </a:lnTo>
                  <a:lnTo>
                    <a:pt x="359" y="193"/>
                  </a:lnTo>
                  <a:lnTo>
                    <a:pt x="359" y="10"/>
                  </a:lnTo>
                  <a:lnTo>
                    <a:pt x="180" y="5"/>
                  </a:lnTo>
                  <a:lnTo>
                    <a:pt x="0" y="0"/>
                  </a:lnTo>
                  <a:lnTo>
                    <a:pt x="0"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60" name="Rounded Rectangle 52">
            <a:extLst>
              <a:ext uri="{FF2B5EF4-FFF2-40B4-BE49-F238E27FC236}">
                <a16:creationId xmlns:a16="http://schemas.microsoft.com/office/drawing/2014/main" id="{C7574331-DF59-AC2D-82AA-6CD6473E47B6}"/>
              </a:ext>
            </a:extLst>
          </p:cNvPr>
          <p:cNvSpPr/>
          <p:nvPr/>
        </p:nvSpPr>
        <p:spPr>
          <a:xfrm>
            <a:off x="8687103"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TextBox 60">
            <a:extLst>
              <a:ext uri="{FF2B5EF4-FFF2-40B4-BE49-F238E27FC236}">
                <a16:creationId xmlns:a16="http://schemas.microsoft.com/office/drawing/2014/main" id="{3EB94AB4-8C70-608E-5B05-43C50F9DA5A2}"/>
              </a:ext>
            </a:extLst>
          </p:cNvPr>
          <p:cNvSpPr txBox="1"/>
          <p:nvPr/>
        </p:nvSpPr>
        <p:spPr>
          <a:xfrm>
            <a:off x="8483717"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دورية القياس</a:t>
            </a:r>
          </a:p>
        </p:txBody>
      </p:sp>
      <p:sp>
        <p:nvSpPr>
          <p:cNvPr id="62" name="TextBox 61">
            <a:extLst>
              <a:ext uri="{FF2B5EF4-FFF2-40B4-BE49-F238E27FC236}">
                <a16:creationId xmlns:a16="http://schemas.microsoft.com/office/drawing/2014/main" id="{844EB23D-933F-8426-9944-5959C2A85C2E}"/>
              </a:ext>
            </a:extLst>
          </p:cNvPr>
          <p:cNvSpPr txBox="1"/>
          <p:nvPr/>
        </p:nvSpPr>
        <p:spPr>
          <a:xfrm>
            <a:off x="8565694" y="4947797"/>
            <a:ext cx="965308" cy="338554"/>
          </a:xfrm>
          <a:prstGeom prst="rect">
            <a:avLst/>
          </a:prstGeom>
          <a:noFill/>
        </p:spPr>
        <p:txBody>
          <a:bodyPr wrap="square" rtlCol="0">
            <a:spAutoFit/>
          </a:bodyPr>
          <a:lstStyle/>
          <a:p>
            <a:pPr algn="ctr"/>
            <a:r>
              <a:rPr lang="ar-EG" sz="1600" b="1" dirty="0">
                <a:solidFill>
                  <a:schemeClr val="accent1"/>
                </a:solidFill>
              </a:rPr>
              <a:t>ربع سنوي</a:t>
            </a:r>
          </a:p>
        </p:txBody>
      </p:sp>
      <p:sp>
        <p:nvSpPr>
          <p:cNvPr id="63" name="Rounded Rectangle 29">
            <a:extLst>
              <a:ext uri="{FF2B5EF4-FFF2-40B4-BE49-F238E27FC236}">
                <a16:creationId xmlns:a16="http://schemas.microsoft.com/office/drawing/2014/main" id="{82AE8B02-8BB8-1B84-0745-C4332FEBD701}"/>
              </a:ext>
            </a:extLst>
          </p:cNvPr>
          <p:cNvSpPr/>
          <p:nvPr/>
        </p:nvSpPr>
        <p:spPr>
          <a:xfrm>
            <a:off x="4908728"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TextBox 63">
            <a:extLst>
              <a:ext uri="{FF2B5EF4-FFF2-40B4-BE49-F238E27FC236}">
                <a16:creationId xmlns:a16="http://schemas.microsoft.com/office/drawing/2014/main" id="{08C43BD3-8F37-B0E2-B5C1-FEFE8A7FB9EC}"/>
              </a:ext>
            </a:extLst>
          </p:cNvPr>
          <p:cNvSpPr txBox="1"/>
          <p:nvPr/>
        </p:nvSpPr>
        <p:spPr>
          <a:xfrm>
            <a:off x="4705342"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وحدة القياس</a:t>
            </a:r>
          </a:p>
        </p:txBody>
      </p:sp>
      <p:sp>
        <p:nvSpPr>
          <p:cNvPr id="65" name="TextBox 64">
            <a:extLst>
              <a:ext uri="{FF2B5EF4-FFF2-40B4-BE49-F238E27FC236}">
                <a16:creationId xmlns:a16="http://schemas.microsoft.com/office/drawing/2014/main" id="{9849DC7D-606A-923F-D417-FCE67C2A803E}"/>
              </a:ext>
            </a:extLst>
          </p:cNvPr>
          <p:cNvSpPr txBox="1"/>
          <p:nvPr/>
        </p:nvSpPr>
        <p:spPr>
          <a:xfrm>
            <a:off x="4787319" y="4947797"/>
            <a:ext cx="965308" cy="338554"/>
          </a:xfrm>
          <a:prstGeom prst="rect">
            <a:avLst/>
          </a:prstGeom>
          <a:noFill/>
        </p:spPr>
        <p:txBody>
          <a:bodyPr wrap="square" rtlCol="0">
            <a:spAutoFit/>
          </a:bodyPr>
          <a:lstStyle/>
          <a:p>
            <a:pPr algn="ctr"/>
            <a:r>
              <a:rPr lang="ar-EG" sz="1600" b="1" dirty="0">
                <a:solidFill>
                  <a:schemeClr val="accent1"/>
                </a:solidFill>
              </a:rPr>
              <a:t>نسبة</a:t>
            </a:r>
          </a:p>
        </p:txBody>
      </p:sp>
      <p:sp>
        <p:nvSpPr>
          <p:cNvPr id="66" name="Rounded Rectangle 10">
            <a:extLst>
              <a:ext uri="{FF2B5EF4-FFF2-40B4-BE49-F238E27FC236}">
                <a16:creationId xmlns:a16="http://schemas.microsoft.com/office/drawing/2014/main" id="{9305B0DB-A3BA-F869-6B7E-3B229E5578CE}"/>
              </a:ext>
            </a:extLst>
          </p:cNvPr>
          <p:cNvSpPr/>
          <p:nvPr/>
        </p:nvSpPr>
        <p:spPr>
          <a:xfrm>
            <a:off x="6797916"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TextBox 66">
            <a:extLst>
              <a:ext uri="{FF2B5EF4-FFF2-40B4-BE49-F238E27FC236}">
                <a16:creationId xmlns:a16="http://schemas.microsoft.com/office/drawing/2014/main" id="{7E2026F4-CCC7-9FF8-2BF5-7B20DC6E7A37}"/>
              </a:ext>
            </a:extLst>
          </p:cNvPr>
          <p:cNvSpPr txBox="1"/>
          <p:nvPr/>
        </p:nvSpPr>
        <p:spPr>
          <a:xfrm>
            <a:off x="6594530"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قطبية القياس</a:t>
            </a:r>
          </a:p>
        </p:txBody>
      </p:sp>
      <p:sp>
        <p:nvSpPr>
          <p:cNvPr id="68" name="TextBox 67">
            <a:extLst>
              <a:ext uri="{FF2B5EF4-FFF2-40B4-BE49-F238E27FC236}">
                <a16:creationId xmlns:a16="http://schemas.microsoft.com/office/drawing/2014/main" id="{53CD06A2-7D86-7A2B-E91F-93F2F2B71E66}"/>
              </a:ext>
            </a:extLst>
          </p:cNvPr>
          <p:cNvSpPr txBox="1"/>
          <p:nvPr/>
        </p:nvSpPr>
        <p:spPr>
          <a:xfrm>
            <a:off x="6676507" y="4947797"/>
            <a:ext cx="965308" cy="338554"/>
          </a:xfrm>
          <a:prstGeom prst="rect">
            <a:avLst/>
          </a:prstGeom>
          <a:noFill/>
        </p:spPr>
        <p:txBody>
          <a:bodyPr wrap="square" rtlCol="0">
            <a:spAutoFit/>
          </a:bodyPr>
          <a:lstStyle/>
          <a:p>
            <a:pPr algn="ctr"/>
            <a:r>
              <a:rPr lang="ar-EG" sz="1600" b="1" dirty="0">
                <a:solidFill>
                  <a:schemeClr val="accent1"/>
                </a:solidFill>
              </a:rPr>
              <a:t>تنازلي</a:t>
            </a:r>
            <a:endParaRPr lang="en-US" sz="1600" b="1" dirty="0">
              <a:solidFill>
                <a:schemeClr val="accent1"/>
              </a:solidFill>
            </a:endParaRPr>
          </a:p>
        </p:txBody>
      </p:sp>
      <p:graphicFrame>
        <p:nvGraphicFramePr>
          <p:cNvPr id="69" name="Table 68">
            <a:extLst>
              <a:ext uri="{FF2B5EF4-FFF2-40B4-BE49-F238E27FC236}">
                <a16:creationId xmlns:a16="http://schemas.microsoft.com/office/drawing/2014/main" id="{566068A2-0E56-431A-362B-5A9ECC4F9B6A}"/>
              </a:ext>
            </a:extLst>
          </p:cNvPr>
          <p:cNvGraphicFramePr>
            <a:graphicFrameLocks noGrp="1"/>
          </p:cNvGraphicFramePr>
          <p:nvPr/>
        </p:nvGraphicFramePr>
        <p:xfrm>
          <a:off x="1109342" y="4676797"/>
          <a:ext cx="2836074" cy="487680"/>
        </p:xfrm>
        <a:graphic>
          <a:graphicData uri="http://schemas.openxmlformats.org/drawingml/2006/table">
            <a:tbl>
              <a:tblPr firstRow="1" bandRow="1">
                <a:tableStyleId>{5C22544A-7EE6-4342-B048-85BDC9FD1C3A}</a:tableStyleId>
              </a:tblPr>
              <a:tblGrid>
                <a:gridCol w="945358">
                  <a:extLst>
                    <a:ext uri="{9D8B030D-6E8A-4147-A177-3AD203B41FA5}">
                      <a16:colId xmlns:a16="http://schemas.microsoft.com/office/drawing/2014/main" val="3314942607"/>
                    </a:ext>
                  </a:extLst>
                </a:gridCol>
                <a:gridCol w="945358">
                  <a:extLst>
                    <a:ext uri="{9D8B030D-6E8A-4147-A177-3AD203B41FA5}">
                      <a16:colId xmlns:a16="http://schemas.microsoft.com/office/drawing/2014/main" val="2694643210"/>
                    </a:ext>
                  </a:extLst>
                </a:gridCol>
                <a:gridCol w="945358">
                  <a:extLst>
                    <a:ext uri="{9D8B030D-6E8A-4147-A177-3AD203B41FA5}">
                      <a16:colId xmlns:a16="http://schemas.microsoft.com/office/drawing/2014/main" val="1867350649"/>
                    </a:ext>
                  </a:extLst>
                </a:gridCol>
              </a:tblGrid>
              <a:tr h="0">
                <a:tc>
                  <a:txBody>
                    <a:bodyPr/>
                    <a:lstStyle/>
                    <a:p>
                      <a:pPr algn="ctr" rtl="1"/>
                      <a:r>
                        <a:rPr lang="en-US" sz="1600" b="1" baseline="0" dirty="0">
                          <a:solidFill>
                            <a:schemeClr val="accent1">
                              <a:lumMod val="50000"/>
                            </a:schemeClr>
                          </a:solidFill>
                          <a:latin typeface="Sakkal Majalla" panose="02000000000000000000" pitchFamily="2" charset="-78"/>
                          <a:cs typeface="Sakkal Majalla" panose="02000000000000000000" pitchFamily="2" charset="-78"/>
                        </a:rPr>
                        <a:t>2028</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rtl="1"/>
                      <a:r>
                        <a:rPr lang="ar-EG" sz="1600" b="1" baseline="0" dirty="0">
                          <a:solidFill>
                            <a:schemeClr val="accent1">
                              <a:lumMod val="50000"/>
                            </a:schemeClr>
                          </a:solidFill>
                          <a:latin typeface="Sakkal Majalla" panose="02000000000000000000" pitchFamily="2" charset="-78"/>
                          <a:cs typeface="Sakkal Majalla" panose="02000000000000000000" pitchFamily="2" charset="-78"/>
                        </a:rPr>
                        <a:t>2027</a:t>
                      </a:r>
                      <a:endParaRPr lang="en-US" sz="1600" b="1" baseline="0" dirty="0">
                        <a:solidFill>
                          <a:schemeClr val="accent1">
                            <a:lumMod val="50000"/>
                          </a:schemeClr>
                        </a:solidFill>
                        <a:latin typeface="Sakkal Majalla" panose="02000000000000000000" pitchFamily="2" charset="-78"/>
                        <a:cs typeface="Sakkal Majalla" panose="02000000000000000000" pitchFamily="2" charset="-78"/>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rtl="1"/>
                      <a:r>
                        <a:rPr lang="ar-EG" sz="1600" b="1" baseline="0" dirty="0">
                          <a:solidFill>
                            <a:schemeClr val="accent1">
                              <a:lumMod val="50000"/>
                            </a:schemeClr>
                          </a:solidFill>
                          <a:latin typeface="Sakkal Majalla" panose="02000000000000000000" pitchFamily="2" charset="-78"/>
                          <a:cs typeface="Sakkal Majalla" panose="02000000000000000000" pitchFamily="2" charset="-78"/>
                        </a:rPr>
                        <a:t>2026</a:t>
                      </a:r>
                      <a:endParaRPr lang="en-US" sz="1600" b="1" baseline="0" dirty="0">
                        <a:solidFill>
                          <a:schemeClr val="accent1">
                            <a:lumMod val="50000"/>
                          </a:schemeClr>
                        </a:solidFill>
                        <a:latin typeface="Sakkal Majalla" panose="02000000000000000000" pitchFamily="2" charset="-78"/>
                        <a:cs typeface="Sakkal Majalla" panose="02000000000000000000" pitchFamily="2" charset="-78"/>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95495611"/>
                  </a:ext>
                </a:extLst>
              </a:tr>
              <a:tr h="0">
                <a:tc>
                  <a:txBody>
                    <a:bodyPr/>
                    <a:lstStyle/>
                    <a:p>
                      <a:pPr algn="ctr"/>
                      <a:r>
                        <a:rPr lang="en-US" sz="1600" b="1" baseline="0" dirty="0">
                          <a:solidFill>
                            <a:schemeClr val="accent1"/>
                          </a:solidFill>
                          <a:latin typeface="Sakkal Majalla" panose="02000000000000000000" pitchFamily="2" charset="-78"/>
                          <a:cs typeface="Sakkal Majalla" panose="02000000000000000000" pitchFamily="2" charset="-78"/>
                        </a:rPr>
                        <a:t>5%</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lang="en-US" sz="1600" b="1" baseline="0" dirty="0">
                          <a:solidFill>
                            <a:schemeClr val="accent1"/>
                          </a:solidFill>
                          <a:latin typeface="Sakkal Majalla" panose="02000000000000000000" pitchFamily="2" charset="-78"/>
                          <a:cs typeface="Sakkal Majalla" panose="02000000000000000000" pitchFamily="2" charset="-78"/>
                        </a:rPr>
                        <a:t>10%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algn="ctr" defTabSz="914400" rtl="1" eaLnBrk="1" latinLnBrk="0" hangingPunct="1"/>
                      <a:r>
                        <a:rPr lang="en-US" sz="1600" b="1" kern="1200" baseline="0" dirty="0">
                          <a:solidFill>
                            <a:schemeClr val="accent1"/>
                          </a:solidFill>
                          <a:latin typeface="Sakkal Majalla" panose="02000000000000000000" pitchFamily="2" charset="-78"/>
                          <a:ea typeface="+mn-ea"/>
                          <a:cs typeface="Sakkal Majalla" panose="02000000000000000000" pitchFamily="2" charset="-78"/>
                        </a:rPr>
                        <a:t>15%</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08398491"/>
                  </a:ext>
                </a:extLst>
              </a:tr>
            </a:tbl>
          </a:graphicData>
        </a:graphic>
      </p:graphicFrame>
      <p:sp>
        <p:nvSpPr>
          <p:cNvPr id="70" name="Rounded Rectangle 7">
            <a:extLst>
              <a:ext uri="{FF2B5EF4-FFF2-40B4-BE49-F238E27FC236}">
                <a16:creationId xmlns:a16="http://schemas.microsoft.com/office/drawing/2014/main" id="{606A762B-4C5A-3F37-FF68-7572297226BA}"/>
              </a:ext>
            </a:extLst>
          </p:cNvPr>
          <p:cNvSpPr/>
          <p:nvPr/>
        </p:nvSpPr>
        <p:spPr>
          <a:xfrm>
            <a:off x="5041960" y="1930177"/>
            <a:ext cx="2108081" cy="31893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EG" sz="1200" dirty="0"/>
              <a:t>مالك المؤشر : البنية المؤسسية</a:t>
            </a:r>
            <a:endParaRPr lang="en-US" sz="1200" dirty="0"/>
          </a:p>
        </p:txBody>
      </p:sp>
      <p:grpSp>
        <p:nvGrpSpPr>
          <p:cNvPr id="71" name="Group 70">
            <a:extLst>
              <a:ext uri="{FF2B5EF4-FFF2-40B4-BE49-F238E27FC236}">
                <a16:creationId xmlns:a16="http://schemas.microsoft.com/office/drawing/2014/main" id="{717DDBB3-AF31-040D-4DB1-C4E14CD50FFD}"/>
              </a:ext>
            </a:extLst>
          </p:cNvPr>
          <p:cNvGrpSpPr>
            <a:grpSpLocks noChangeAspect="1"/>
          </p:cNvGrpSpPr>
          <p:nvPr/>
        </p:nvGrpSpPr>
        <p:grpSpPr>
          <a:xfrm>
            <a:off x="5130225" y="4686665"/>
            <a:ext cx="279496" cy="246888"/>
            <a:chOff x="5810250" y="3176587"/>
            <a:chExt cx="571500" cy="504825"/>
          </a:xfrm>
          <a:solidFill>
            <a:schemeClr val="accent1"/>
          </a:solidFill>
        </p:grpSpPr>
        <p:sp>
          <p:nvSpPr>
            <p:cNvPr id="72" name="Freeform: Shape 71">
              <a:extLst>
                <a:ext uri="{FF2B5EF4-FFF2-40B4-BE49-F238E27FC236}">
                  <a16:creationId xmlns:a16="http://schemas.microsoft.com/office/drawing/2014/main" id="{CCC73F7E-139F-57EB-ECAF-0600250D8DC6}"/>
                </a:ext>
              </a:extLst>
            </p:cNvPr>
            <p:cNvSpPr/>
            <p:nvPr/>
          </p:nvSpPr>
          <p:spPr>
            <a:xfrm>
              <a:off x="5810250" y="3376612"/>
              <a:ext cx="571500" cy="304800"/>
            </a:xfrm>
            <a:custGeom>
              <a:avLst/>
              <a:gdLst>
                <a:gd name="csX0" fmla="*/ 514350 w 571500"/>
                <a:gd name="csY0" fmla="*/ 0 h 304800"/>
                <a:gd name="csX1" fmla="*/ 495300 w 571500"/>
                <a:gd name="csY1" fmla="*/ 0 h 304800"/>
                <a:gd name="csX2" fmla="*/ 495300 w 571500"/>
                <a:gd name="csY2" fmla="*/ 19050 h 304800"/>
                <a:gd name="csX3" fmla="*/ 514350 w 571500"/>
                <a:gd name="csY3" fmla="*/ 19050 h 304800"/>
                <a:gd name="csX4" fmla="*/ 552450 w 571500"/>
                <a:gd name="csY4" fmla="*/ 57150 h 304800"/>
                <a:gd name="csX5" fmla="*/ 552450 w 571500"/>
                <a:gd name="csY5" fmla="*/ 247650 h 304800"/>
                <a:gd name="csX6" fmla="*/ 514350 w 571500"/>
                <a:gd name="csY6" fmla="*/ 285750 h 304800"/>
                <a:gd name="csX7" fmla="*/ 495300 w 571500"/>
                <a:gd name="csY7" fmla="*/ 285750 h 304800"/>
                <a:gd name="csX8" fmla="*/ 495300 w 571500"/>
                <a:gd name="csY8" fmla="*/ 257175 h 304800"/>
                <a:gd name="csX9" fmla="*/ 485775 w 571500"/>
                <a:gd name="csY9" fmla="*/ 247650 h 304800"/>
                <a:gd name="csX10" fmla="*/ 476250 w 571500"/>
                <a:gd name="csY10" fmla="*/ 257175 h 304800"/>
                <a:gd name="csX11" fmla="*/ 476250 w 571500"/>
                <a:gd name="csY11" fmla="*/ 285750 h 304800"/>
                <a:gd name="csX12" fmla="*/ 457200 w 571500"/>
                <a:gd name="csY12" fmla="*/ 285750 h 304800"/>
                <a:gd name="csX13" fmla="*/ 457200 w 571500"/>
                <a:gd name="csY13" fmla="*/ 257175 h 304800"/>
                <a:gd name="csX14" fmla="*/ 447675 w 571500"/>
                <a:gd name="csY14" fmla="*/ 247650 h 304800"/>
                <a:gd name="csX15" fmla="*/ 438150 w 571500"/>
                <a:gd name="csY15" fmla="*/ 257175 h 304800"/>
                <a:gd name="csX16" fmla="*/ 438150 w 571500"/>
                <a:gd name="csY16" fmla="*/ 285750 h 304800"/>
                <a:gd name="csX17" fmla="*/ 419100 w 571500"/>
                <a:gd name="csY17" fmla="*/ 285750 h 304800"/>
                <a:gd name="csX18" fmla="*/ 419100 w 571500"/>
                <a:gd name="csY18" fmla="*/ 257175 h 304800"/>
                <a:gd name="csX19" fmla="*/ 409575 w 571500"/>
                <a:gd name="csY19" fmla="*/ 247650 h 304800"/>
                <a:gd name="csX20" fmla="*/ 400050 w 571500"/>
                <a:gd name="csY20" fmla="*/ 257175 h 304800"/>
                <a:gd name="csX21" fmla="*/ 400050 w 571500"/>
                <a:gd name="csY21" fmla="*/ 285750 h 304800"/>
                <a:gd name="csX22" fmla="*/ 381000 w 571500"/>
                <a:gd name="csY22" fmla="*/ 285750 h 304800"/>
                <a:gd name="csX23" fmla="*/ 381000 w 571500"/>
                <a:gd name="csY23" fmla="*/ 257175 h 304800"/>
                <a:gd name="csX24" fmla="*/ 371475 w 571500"/>
                <a:gd name="csY24" fmla="*/ 247650 h 304800"/>
                <a:gd name="csX25" fmla="*/ 361950 w 571500"/>
                <a:gd name="csY25" fmla="*/ 257175 h 304800"/>
                <a:gd name="csX26" fmla="*/ 361950 w 571500"/>
                <a:gd name="csY26" fmla="*/ 285750 h 304800"/>
                <a:gd name="csX27" fmla="*/ 342900 w 571500"/>
                <a:gd name="csY27" fmla="*/ 285750 h 304800"/>
                <a:gd name="csX28" fmla="*/ 342900 w 571500"/>
                <a:gd name="csY28" fmla="*/ 257175 h 304800"/>
                <a:gd name="csX29" fmla="*/ 333375 w 571500"/>
                <a:gd name="csY29" fmla="*/ 247650 h 304800"/>
                <a:gd name="csX30" fmla="*/ 323850 w 571500"/>
                <a:gd name="csY30" fmla="*/ 257175 h 304800"/>
                <a:gd name="csX31" fmla="*/ 323850 w 571500"/>
                <a:gd name="csY31" fmla="*/ 285750 h 304800"/>
                <a:gd name="csX32" fmla="*/ 304800 w 571500"/>
                <a:gd name="csY32" fmla="*/ 285750 h 304800"/>
                <a:gd name="csX33" fmla="*/ 304800 w 571500"/>
                <a:gd name="csY33" fmla="*/ 257175 h 304800"/>
                <a:gd name="csX34" fmla="*/ 295275 w 571500"/>
                <a:gd name="csY34" fmla="*/ 247650 h 304800"/>
                <a:gd name="csX35" fmla="*/ 285750 w 571500"/>
                <a:gd name="csY35" fmla="*/ 257175 h 304800"/>
                <a:gd name="csX36" fmla="*/ 285750 w 571500"/>
                <a:gd name="csY36" fmla="*/ 285750 h 304800"/>
                <a:gd name="csX37" fmla="*/ 266700 w 571500"/>
                <a:gd name="csY37" fmla="*/ 285750 h 304800"/>
                <a:gd name="csX38" fmla="*/ 266700 w 571500"/>
                <a:gd name="csY38" fmla="*/ 257175 h 304800"/>
                <a:gd name="csX39" fmla="*/ 257175 w 571500"/>
                <a:gd name="csY39" fmla="*/ 247650 h 304800"/>
                <a:gd name="csX40" fmla="*/ 247650 w 571500"/>
                <a:gd name="csY40" fmla="*/ 257175 h 304800"/>
                <a:gd name="csX41" fmla="*/ 247650 w 571500"/>
                <a:gd name="csY41" fmla="*/ 285750 h 304800"/>
                <a:gd name="csX42" fmla="*/ 228600 w 571500"/>
                <a:gd name="csY42" fmla="*/ 285750 h 304800"/>
                <a:gd name="csX43" fmla="*/ 228600 w 571500"/>
                <a:gd name="csY43" fmla="*/ 257175 h 304800"/>
                <a:gd name="csX44" fmla="*/ 219075 w 571500"/>
                <a:gd name="csY44" fmla="*/ 247650 h 304800"/>
                <a:gd name="csX45" fmla="*/ 209550 w 571500"/>
                <a:gd name="csY45" fmla="*/ 257175 h 304800"/>
                <a:gd name="csX46" fmla="*/ 209550 w 571500"/>
                <a:gd name="csY46" fmla="*/ 285750 h 304800"/>
                <a:gd name="csX47" fmla="*/ 190500 w 571500"/>
                <a:gd name="csY47" fmla="*/ 285750 h 304800"/>
                <a:gd name="csX48" fmla="*/ 190500 w 571500"/>
                <a:gd name="csY48" fmla="*/ 261938 h 304800"/>
                <a:gd name="csX49" fmla="*/ 157163 w 571500"/>
                <a:gd name="csY49" fmla="*/ 228600 h 304800"/>
                <a:gd name="csX50" fmla="*/ 123825 w 571500"/>
                <a:gd name="csY50" fmla="*/ 261938 h 304800"/>
                <a:gd name="csX51" fmla="*/ 123825 w 571500"/>
                <a:gd name="csY51" fmla="*/ 285750 h 304800"/>
                <a:gd name="csX52" fmla="*/ 104775 w 571500"/>
                <a:gd name="csY52" fmla="*/ 285750 h 304800"/>
                <a:gd name="csX53" fmla="*/ 104775 w 571500"/>
                <a:gd name="csY53" fmla="*/ 257175 h 304800"/>
                <a:gd name="csX54" fmla="*/ 95250 w 571500"/>
                <a:gd name="csY54" fmla="*/ 247650 h 304800"/>
                <a:gd name="csX55" fmla="*/ 85725 w 571500"/>
                <a:gd name="csY55" fmla="*/ 257175 h 304800"/>
                <a:gd name="csX56" fmla="*/ 85725 w 571500"/>
                <a:gd name="csY56" fmla="*/ 285750 h 304800"/>
                <a:gd name="csX57" fmla="*/ 66675 w 571500"/>
                <a:gd name="csY57" fmla="*/ 285750 h 304800"/>
                <a:gd name="csX58" fmla="*/ 66675 w 571500"/>
                <a:gd name="csY58" fmla="*/ 257175 h 304800"/>
                <a:gd name="csX59" fmla="*/ 57150 w 571500"/>
                <a:gd name="csY59" fmla="*/ 247650 h 304800"/>
                <a:gd name="csX60" fmla="*/ 47625 w 571500"/>
                <a:gd name="csY60" fmla="*/ 257175 h 304800"/>
                <a:gd name="csX61" fmla="*/ 47625 w 571500"/>
                <a:gd name="csY61" fmla="*/ 284404 h 304800"/>
                <a:gd name="csX62" fmla="*/ 19050 w 571500"/>
                <a:gd name="csY62" fmla="*/ 247650 h 304800"/>
                <a:gd name="csX63" fmla="*/ 19050 w 571500"/>
                <a:gd name="csY63" fmla="*/ 57150 h 304800"/>
                <a:gd name="csX64" fmla="*/ 57150 w 571500"/>
                <a:gd name="csY64" fmla="*/ 19050 h 304800"/>
                <a:gd name="csX65" fmla="*/ 76200 w 571500"/>
                <a:gd name="csY65" fmla="*/ 19050 h 304800"/>
                <a:gd name="csX66" fmla="*/ 76200 w 571500"/>
                <a:gd name="csY66" fmla="*/ 0 h 304800"/>
                <a:gd name="csX67" fmla="*/ 57150 w 571500"/>
                <a:gd name="csY67" fmla="*/ 0 h 304800"/>
                <a:gd name="csX68" fmla="*/ 0 w 571500"/>
                <a:gd name="csY68" fmla="*/ 57150 h 304800"/>
                <a:gd name="csX69" fmla="*/ 0 w 571500"/>
                <a:gd name="csY69" fmla="*/ 247650 h 304800"/>
                <a:gd name="csX70" fmla="*/ 57150 w 571500"/>
                <a:gd name="csY70" fmla="*/ 304800 h 304800"/>
                <a:gd name="csX71" fmla="*/ 133350 w 571500"/>
                <a:gd name="csY71" fmla="*/ 304800 h 304800"/>
                <a:gd name="csX72" fmla="*/ 142875 w 571500"/>
                <a:gd name="csY72" fmla="*/ 295275 h 304800"/>
                <a:gd name="csX73" fmla="*/ 142875 w 571500"/>
                <a:gd name="csY73" fmla="*/ 261938 h 304800"/>
                <a:gd name="csX74" fmla="*/ 171450 w 571500"/>
                <a:gd name="csY74" fmla="*/ 261938 h 304800"/>
                <a:gd name="csX75" fmla="*/ 171450 w 571500"/>
                <a:gd name="csY75" fmla="*/ 295275 h 304800"/>
                <a:gd name="csX76" fmla="*/ 180975 w 571500"/>
                <a:gd name="csY76" fmla="*/ 304800 h 304800"/>
                <a:gd name="csX77" fmla="*/ 514350 w 571500"/>
                <a:gd name="csY77" fmla="*/ 304800 h 304800"/>
                <a:gd name="csX78" fmla="*/ 571500 w 571500"/>
                <a:gd name="csY78" fmla="*/ 247650 h 304800"/>
                <a:gd name="csX79" fmla="*/ 571500 w 571500"/>
                <a:gd name="csY79" fmla="*/ 57150 h 304800"/>
                <a:gd name="csX80" fmla="*/ 514350 w 571500"/>
                <a:gd name="csY80" fmla="*/ 0 h 304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Lst>
              <a:rect l="l" t="t" r="r" b="b"/>
              <a:pathLst>
                <a:path w="571500" h="304800">
                  <a:moveTo>
                    <a:pt x="514350" y="0"/>
                  </a:moveTo>
                  <a:lnTo>
                    <a:pt x="495300" y="0"/>
                  </a:lnTo>
                  <a:lnTo>
                    <a:pt x="495300" y="19050"/>
                  </a:lnTo>
                  <a:lnTo>
                    <a:pt x="514350" y="19050"/>
                  </a:lnTo>
                  <a:cubicBezTo>
                    <a:pt x="535400" y="19050"/>
                    <a:pt x="552450" y="36100"/>
                    <a:pt x="552450" y="57150"/>
                  </a:cubicBezTo>
                  <a:lnTo>
                    <a:pt x="552450" y="247650"/>
                  </a:lnTo>
                  <a:cubicBezTo>
                    <a:pt x="552450" y="268700"/>
                    <a:pt x="535400" y="285750"/>
                    <a:pt x="514350" y="285750"/>
                  </a:cubicBezTo>
                  <a:lnTo>
                    <a:pt x="495300" y="285750"/>
                  </a:lnTo>
                  <a:lnTo>
                    <a:pt x="495300" y="257175"/>
                  </a:lnTo>
                  <a:cubicBezTo>
                    <a:pt x="495300" y="251910"/>
                    <a:pt x="491040" y="247650"/>
                    <a:pt x="485775" y="247650"/>
                  </a:cubicBezTo>
                  <a:cubicBezTo>
                    <a:pt x="480510" y="247650"/>
                    <a:pt x="476250" y="251910"/>
                    <a:pt x="476250" y="257175"/>
                  </a:cubicBezTo>
                  <a:lnTo>
                    <a:pt x="476250" y="285750"/>
                  </a:lnTo>
                  <a:lnTo>
                    <a:pt x="457200" y="285750"/>
                  </a:lnTo>
                  <a:lnTo>
                    <a:pt x="457200" y="257175"/>
                  </a:lnTo>
                  <a:cubicBezTo>
                    <a:pt x="457200" y="251910"/>
                    <a:pt x="452940" y="247650"/>
                    <a:pt x="447675" y="247650"/>
                  </a:cubicBezTo>
                  <a:cubicBezTo>
                    <a:pt x="442410" y="247650"/>
                    <a:pt x="438150" y="251910"/>
                    <a:pt x="438150" y="257175"/>
                  </a:cubicBezTo>
                  <a:lnTo>
                    <a:pt x="438150" y="285750"/>
                  </a:lnTo>
                  <a:lnTo>
                    <a:pt x="419100" y="285750"/>
                  </a:lnTo>
                  <a:lnTo>
                    <a:pt x="419100" y="257175"/>
                  </a:lnTo>
                  <a:cubicBezTo>
                    <a:pt x="419100" y="251910"/>
                    <a:pt x="414840" y="247650"/>
                    <a:pt x="409575" y="247650"/>
                  </a:cubicBezTo>
                  <a:cubicBezTo>
                    <a:pt x="404310" y="247650"/>
                    <a:pt x="400050" y="251910"/>
                    <a:pt x="400050" y="257175"/>
                  </a:cubicBezTo>
                  <a:lnTo>
                    <a:pt x="400050" y="285750"/>
                  </a:lnTo>
                  <a:lnTo>
                    <a:pt x="381000" y="285750"/>
                  </a:lnTo>
                  <a:lnTo>
                    <a:pt x="381000" y="257175"/>
                  </a:lnTo>
                  <a:cubicBezTo>
                    <a:pt x="381000" y="251910"/>
                    <a:pt x="376740" y="247650"/>
                    <a:pt x="371475" y="247650"/>
                  </a:cubicBezTo>
                  <a:cubicBezTo>
                    <a:pt x="366210" y="247650"/>
                    <a:pt x="361950" y="251910"/>
                    <a:pt x="361950" y="257175"/>
                  </a:cubicBezTo>
                  <a:lnTo>
                    <a:pt x="361950" y="285750"/>
                  </a:lnTo>
                  <a:lnTo>
                    <a:pt x="342900" y="285750"/>
                  </a:lnTo>
                  <a:lnTo>
                    <a:pt x="342900" y="257175"/>
                  </a:lnTo>
                  <a:cubicBezTo>
                    <a:pt x="342900" y="251910"/>
                    <a:pt x="338640" y="247650"/>
                    <a:pt x="333375" y="247650"/>
                  </a:cubicBezTo>
                  <a:cubicBezTo>
                    <a:pt x="328110" y="247650"/>
                    <a:pt x="323850" y="251910"/>
                    <a:pt x="323850" y="257175"/>
                  </a:cubicBezTo>
                  <a:lnTo>
                    <a:pt x="323850" y="285750"/>
                  </a:lnTo>
                  <a:lnTo>
                    <a:pt x="304800" y="285750"/>
                  </a:lnTo>
                  <a:lnTo>
                    <a:pt x="304800" y="257175"/>
                  </a:lnTo>
                  <a:cubicBezTo>
                    <a:pt x="304800" y="251910"/>
                    <a:pt x="300540" y="247650"/>
                    <a:pt x="295275" y="247650"/>
                  </a:cubicBezTo>
                  <a:cubicBezTo>
                    <a:pt x="290010" y="247650"/>
                    <a:pt x="285750" y="251910"/>
                    <a:pt x="285750" y="257175"/>
                  </a:cubicBezTo>
                  <a:lnTo>
                    <a:pt x="285750" y="285750"/>
                  </a:lnTo>
                  <a:lnTo>
                    <a:pt x="266700" y="285750"/>
                  </a:lnTo>
                  <a:lnTo>
                    <a:pt x="266700" y="257175"/>
                  </a:lnTo>
                  <a:cubicBezTo>
                    <a:pt x="266700" y="251910"/>
                    <a:pt x="262440" y="247650"/>
                    <a:pt x="257175" y="247650"/>
                  </a:cubicBezTo>
                  <a:cubicBezTo>
                    <a:pt x="251910" y="247650"/>
                    <a:pt x="247650" y="251910"/>
                    <a:pt x="247650" y="257175"/>
                  </a:cubicBezTo>
                  <a:lnTo>
                    <a:pt x="247650" y="285750"/>
                  </a:lnTo>
                  <a:lnTo>
                    <a:pt x="228600" y="285750"/>
                  </a:lnTo>
                  <a:lnTo>
                    <a:pt x="228600" y="257175"/>
                  </a:lnTo>
                  <a:cubicBezTo>
                    <a:pt x="228600" y="251910"/>
                    <a:pt x="224340" y="247650"/>
                    <a:pt x="219075" y="247650"/>
                  </a:cubicBezTo>
                  <a:cubicBezTo>
                    <a:pt x="213810" y="247650"/>
                    <a:pt x="209550" y="251910"/>
                    <a:pt x="209550" y="257175"/>
                  </a:cubicBezTo>
                  <a:lnTo>
                    <a:pt x="209550" y="285750"/>
                  </a:lnTo>
                  <a:lnTo>
                    <a:pt x="190500" y="285750"/>
                  </a:lnTo>
                  <a:lnTo>
                    <a:pt x="190500" y="261938"/>
                  </a:lnTo>
                  <a:cubicBezTo>
                    <a:pt x="190500" y="243554"/>
                    <a:pt x="175546" y="228600"/>
                    <a:pt x="157163" y="228600"/>
                  </a:cubicBezTo>
                  <a:cubicBezTo>
                    <a:pt x="138779" y="228600"/>
                    <a:pt x="123825" y="243554"/>
                    <a:pt x="123825" y="261938"/>
                  </a:cubicBezTo>
                  <a:lnTo>
                    <a:pt x="123825" y="285750"/>
                  </a:lnTo>
                  <a:lnTo>
                    <a:pt x="104775" y="285750"/>
                  </a:lnTo>
                  <a:lnTo>
                    <a:pt x="104775" y="257175"/>
                  </a:lnTo>
                  <a:cubicBezTo>
                    <a:pt x="104775" y="251910"/>
                    <a:pt x="100515" y="247650"/>
                    <a:pt x="95250" y="247650"/>
                  </a:cubicBezTo>
                  <a:cubicBezTo>
                    <a:pt x="89985" y="247650"/>
                    <a:pt x="85725" y="251910"/>
                    <a:pt x="85725" y="257175"/>
                  </a:cubicBezTo>
                  <a:lnTo>
                    <a:pt x="85725" y="285750"/>
                  </a:lnTo>
                  <a:lnTo>
                    <a:pt x="66675" y="285750"/>
                  </a:lnTo>
                  <a:lnTo>
                    <a:pt x="66675" y="257175"/>
                  </a:lnTo>
                  <a:cubicBezTo>
                    <a:pt x="66675" y="251910"/>
                    <a:pt x="62415" y="247650"/>
                    <a:pt x="57150" y="247650"/>
                  </a:cubicBezTo>
                  <a:cubicBezTo>
                    <a:pt x="51885" y="247650"/>
                    <a:pt x="47625" y="251910"/>
                    <a:pt x="47625" y="257175"/>
                  </a:cubicBezTo>
                  <a:lnTo>
                    <a:pt x="47625" y="284404"/>
                  </a:lnTo>
                  <a:cubicBezTo>
                    <a:pt x="31216" y="280158"/>
                    <a:pt x="19050" y="265390"/>
                    <a:pt x="19050" y="247650"/>
                  </a:cubicBezTo>
                  <a:lnTo>
                    <a:pt x="19050" y="57150"/>
                  </a:lnTo>
                  <a:cubicBezTo>
                    <a:pt x="19050" y="36100"/>
                    <a:pt x="36100" y="19050"/>
                    <a:pt x="57150" y="19050"/>
                  </a:cubicBezTo>
                  <a:lnTo>
                    <a:pt x="76200" y="19050"/>
                  </a:lnTo>
                  <a:lnTo>
                    <a:pt x="76200" y="0"/>
                  </a:lnTo>
                  <a:lnTo>
                    <a:pt x="57150" y="0"/>
                  </a:lnTo>
                  <a:cubicBezTo>
                    <a:pt x="25622" y="0"/>
                    <a:pt x="0" y="25622"/>
                    <a:pt x="0" y="57150"/>
                  </a:cubicBezTo>
                  <a:lnTo>
                    <a:pt x="0" y="247650"/>
                  </a:lnTo>
                  <a:cubicBezTo>
                    <a:pt x="0" y="279178"/>
                    <a:pt x="25622" y="304800"/>
                    <a:pt x="57150" y="304800"/>
                  </a:cubicBezTo>
                  <a:lnTo>
                    <a:pt x="133350" y="304800"/>
                  </a:lnTo>
                  <a:cubicBezTo>
                    <a:pt x="138589" y="304800"/>
                    <a:pt x="142875" y="300514"/>
                    <a:pt x="142875" y="295275"/>
                  </a:cubicBezTo>
                  <a:lnTo>
                    <a:pt x="142875" y="261938"/>
                  </a:lnTo>
                  <a:cubicBezTo>
                    <a:pt x="143207" y="243115"/>
                    <a:pt x="171142" y="243179"/>
                    <a:pt x="171450" y="261938"/>
                  </a:cubicBezTo>
                  <a:cubicBezTo>
                    <a:pt x="171450" y="261938"/>
                    <a:pt x="171450" y="295275"/>
                    <a:pt x="171450" y="295275"/>
                  </a:cubicBezTo>
                  <a:cubicBezTo>
                    <a:pt x="171450" y="300514"/>
                    <a:pt x="175736" y="304800"/>
                    <a:pt x="180975" y="304800"/>
                  </a:cubicBezTo>
                  <a:lnTo>
                    <a:pt x="514350" y="304800"/>
                  </a:lnTo>
                  <a:cubicBezTo>
                    <a:pt x="545878" y="304800"/>
                    <a:pt x="571500" y="279178"/>
                    <a:pt x="571500" y="247650"/>
                  </a:cubicBezTo>
                  <a:lnTo>
                    <a:pt x="571500" y="57150"/>
                  </a:lnTo>
                  <a:cubicBezTo>
                    <a:pt x="571500" y="25622"/>
                    <a:pt x="545878" y="0"/>
                    <a:pt x="514350" y="0"/>
                  </a:cubicBezTo>
                  <a:close/>
                </a:path>
              </a:pathLst>
            </a:custGeom>
            <a:grpFill/>
            <a:ln w="9525" cap="flat">
              <a:noFill/>
              <a:prstDash val="solid"/>
              <a:miter/>
            </a:ln>
          </p:spPr>
          <p:txBody>
            <a:bodyPr/>
            <a:lstStyle/>
            <a:p>
              <a:endParaRPr lang="en-GB"/>
            </a:p>
          </p:txBody>
        </p:sp>
        <p:sp>
          <p:nvSpPr>
            <p:cNvPr id="73" name="Freeform: Shape 72">
              <a:extLst>
                <a:ext uri="{FF2B5EF4-FFF2-40B4-BE49-F238E27FC236}">
                  <a16:creationId xmlns:a16="http://schemas.microsoft.com/office/drawing/2014/main" id="{EEEDAB40-5B45-6D58-0C21-B4771259C412}"/>
                </a:ext>
              </a:extLst>
            </p:cNvPr>
            <p:cNvSpPr/>
            <p:nvPr/>
          </p:nvSpPr>
          <p:spPr>
            <a:xfrm>
              <a:off x="6020466" y="3500437"/>
              <a:ext cx="151066" cy="85725"/>
            </a:xfrm>
            <a:custGeom>
              <a:avLst/>
              <a:gdLst>
                <a:gd name="csX0" fmla="*/ 75533 w 151066"/>
                <a:gd name="csY0" fmla="*/ 35814 h 85725"/>
                <a:gd name="csX1" fmla="*/ 49149 w 151066"/>
                <a:gd name="csY1" fmla="*/ 20288 h 85725"/>
                <a:gd name="csX2" fmla="*/ 37909 w 151066"/>
                <a:gd name="csY2" fmla="*/ 0 h 85725"/>
                <a:gd name="csX3" fmla="*/ 0 w 151066"/>
                <a:gd name="csY3" fmla="*/ 0 h 85725"/>
                <a:gd name="csX4" fmla="*/ 0 w 151066"/>
                <a:gd name="csY4" fmla="*/ 47625 h 85725"/>
                <a:gd name="csX5" fmla="*/ 38100 w 151066"/>
                <a:gd name="csY5" fmla="*/ 85725 h 85725"/>
                <a:gd name="csX6" fmla="*/ 112966 w 151066"/>
                <a:gd name="csY6" fmla="*/ 85725 h 85725"/>
                <a:gd name="csX7" fmla="*/ 151066 w 151066"/>
                <a:gd name="csY7" fmla="*/ 47625 h 85725"/>
                <a:gd name="csX8" fmla="*/ 151066 w 151066"/>
                <a:gd name="csY8" fmla="*/ 0 h 85725"/>
                <a:gd name="csX9" fmla="*/ 113157 w 151066"/>
                <a:gd name="csY9" fmla="*/ 0 h 85725"/>
                <a:gd name="csX10" fmla="*/ 101918 w 151066"/>
                <a:gd name="csY10" fmla="*/ 20288 h 85725"/>
                <a:gd name="csX11" fmla="*/ 75533 w 151066"/>
                <a:gd name="csY11" fmla="*/ 35814 h 85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51066" h="85725">
                  <a:moveTo>
                    <a:pt x="75533" y="35814"/>
                  </a:moveTo>
                  <a:cubicBezTo>
                    <a:pt x="64579" y="35814"/>
                    <a:pt x="54483" y="29908"/>
                    <a:pt x="49149" y="20288"/>
                  </a:cubicBezTo>
                  <a:lnTo>
                    <a:pt x="37909" y="0"/>
                  </a:lnTo>
                  <a:lnTo>
                    <a:pt x="0" y="0"/>
                  </a:lnTo>
                  <a:lnTo>
                    <a:pt x="0" y="47625"/>
                  </a:lnTo>
                  <a:cubicBezTo>
                    <a:pt x="0" y="68675"/>
                    <a:pt x="17050" y="85725"/>
                    <a:pt x="38100" y="85725"/>
                  </a:cubicBezTo>
                  <a:lnTo>
                    <a:pt x="112966" y="85725"/>
                  </a:lnTo>
                  <a:cubicBezTo>
                    <a:pt x="134017" y="85725"/>
                    <a:pt x="151066" y="68675"/>
                    <a:pt x="151066" y="47625"/>
                  </a:cubicBezTo>
                  <a:lnTo>
                    <a:pt x="151066" y="0"/>
                  </a:lnTo>
                  <a:lnTo>
                    <a:pt x="113157" y="0"/>
                  </a:lnTo>
                  <a:lnTo>
                    <a:pt x="101918" y="20288"/>
                  </a:lnTo>
                  <a:cubicBezTo>
                    <a:pt x="96584" y="29909"/>
                    <a:pt x="86487" y="35814"/>
                    <a:pt x="75533" y="35814"/>
                  </a:cubicBezTo>
                  <a:close/>
                </a:path>
              </a:pathLst>
            </a:custGeom>
            <a:grpFill/>
            <a:ln w="9525" cap="flat">
              <a:noFill/>
              <a:prstDash val="solid"/>
              <a:miter/>
            </a:ln>
          </p:spPr>
          <p:txBody>
            <a:bodyPr/>
            <a:lstStyle/>
            <a:p>
              <a:endParaRPr lang="en-GB"/>
            </a:p>
          </p:txBody>
        </p:sp>
        <p:sp>
          <p:nvSpPr>
            <p:cNvPr id="74" name="Freeform: Shape 73">
              <a:extLst>
                <a:ext uri="{FF2B5EF4-FFF2-40B4-BE49-F238E27FC236}">
                  <a16:creationId xmlns:a16="http://schemas.microsoft.com/office/drawing/2014/main" id="{E05B079A-5AC5-3316-A4A7-7D546A3B9B99}"/>
                </a:ext>
              </a:extLst>
            </p:cNvPr>
            <p:cNvSpPr/>
            <p:nvPr/>
          </p:nvSpPr>
          <p:spPr>
            <a:xfrm>
              <a:off x="5848349" y="3443279"/>
              <a:ext cx="151161" cy="142882"/>
            </a:xfrm>
            <a:custGeom>
              <a:avLst/>
              <a:gdLst>
                <a:gd name="csX0" fmla="*/ 38862 w 151161"/>
                <a:gd name="csY0" fmla="*/ 8 h 142882"/>
                <a:gd name="csX1" fmla="*/ 0 w 151161"/>
                <a:gd name="csY1" fmla="*/ 38108 h 142882"/>
                <a:gd name="csX2" fmla="*/ 0 w 151161"/>
                <a:gd name="csY2" fmla="*/ 104783 h 142882"/>
                <a:gd name="csX3" fmla="*/ 38100 w 151161"/>
                <a:gd name="csY3" fmla="*/ 142883 h 142882"/>
                <a:gd name="csX4" fmla="*/ 113062 w 151161"/>
                <a:gd name="csY4" fmla="*/ 142883 h 142882"/>
                <a:gd name="csX5" fmla="*/ 151162 w 151161"/>
                <a:gd name="csY5" fmla="*/ 104783 h 142882"/>
                <a:gd name="csX6" fmla="*/ 151162 w 151161"/>
                <a:gd name="csY6" fmla="*/ 57158 h 142882"/>
                <a:gd name="csX7" fmla="*/ 104775 w 151161"/>
                <a:gd name="csY7" fmla="*/ 57158 h 142882"/>
                <a:gd name="csX8" fmla="*/ 38862 w 151161"/>
                <a:gd name="csY8" fmla="*/ 8 h 1428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1161" h="142882">
                  <a:moveTo>
                    <a:pt x="38862" y="8"/>
                  </a:moveTo>
                  <a:cubicBezTo>
                    <a:pt x="17553" y="-414"/>
                    <a:pt x="-26" y="16780"/>
                    <a:pt x="0" y="38108"/>
                  </a:cubicBezTo>
                  <a:lnTo>
                    <a:pt x="0" y="104783"/>
                  </a:lnTo>
                  <a:cubicBezTo>
                    <a:pt x="0" y="125832"/>
                    <a:pt x="17050" y="142883"/>
                    <a:pt x="38100" y="142883"/>
                  </a:cubicBezTo>
                  <a:lnTo>
                    <a:pt x="113062" y="142883"/>
                  </a:lnTo>
                  <a:cubicBezTo>
                    <a:pt x="134017" y="142883"/>
                    <a:pt x="151162" y="125832"/>
                    <a:pt x="151162" y="104783"/>
                  </a:cubicBezTo>
                  <a:lnTo>
                    <a:pt x="151162" y="57158"/>
                  </a:lnTo>
                  <a:lnTo>
                    <a:pt x="104775" y="57158"/>
                  </a:lnTo>
                  <a:cubicBezTo>
                    <a:pt x="71247" y="57158"/>
                    <a:pt x="43434" y="32297"/>
                    <a:pt x="38862" y="8"/>
                  </a:cubicBezTo>
                  <a:close/>
                </a:path>
              </a:pathLst>
            </a:custGeom>
            <a:grpFill/>
            <a:ln w="9525" cap="flat">
              <a:noFill/>
              <a:prstDash val="solid"/>
              <a:miter/>
            </a:ln>
          </p:spPr>
          <p:txBody>
            <a:bodyPr/>
            <a:lstStyle/>
            <a:p>
              <a:endParaRPr lang="en-GB"/>
            </a:p>
          </p:txBody>
        </p:sp>
        <p:sp>
          <p:nvSpPr>
            <p:cNvPr id="75" name="Freeform: Shape 74">
              <a:extLst>
                <a:ext uri="{FF2B5EF4-FFF2-40B4-BE49-F238E27FC236}">
                  <a16:creationId xmlns:a16="http://schemas.microsoft.com/office/drawing/2014/main" id="{14752186-84F7-13B2-448D-489450D76AF4}"/>
                </a:ext>
              </a:extLst>
            </p:cNvPr>
            <p:cNvSpPr/>
            <p:nvPr/>
          </p:nvSpPr>
          <p:spPr>
            <a:xfrm>
              <a:off x="6191250" y="3443287"/>
              <a:ext cx="151161" cy="142875"/>
            </a:xfrm>
            <a:custGeom>
              <a:avLst/>
              <a:gdLst>
                <a:gd name="csX0" fmla="*/ 0 w 151161"/>
                <a:gd name="csY0" fmla="*/ 57150 h 142875"/>
                <a:gd name="csX1" fmla="*/ 0 w 151161"/>
                <a:gd name="csY1" fmla="*/ 104775 h 142875"/>
                <a:gd name="csX2" fmla="*/ 38100 w 151161"/>
                <a:gd name="csY2" fmla="*/ 142875 h 142875"/>
                <a:gd name="csX3" fmla="*/ 113062 w 151161"/>
                <a:gd name="csY3" fmla="*/ 142875 h 142875"/>
                <a:gd name="csX4" fmla="*/ 151162 w 151161"/>
                <a:gd name="csY4" fmla="*/ 104775 h 142875"/>
                <a:gd name="csX5" fmla="*/ 151162 w 151161"/>
                <a:gd name="csY5" fmla="*/ 38100 h 142875"/>
                <a:gd name="csX6" fmla="*/ 113538 w 151161"/>
                <a:gd name="csY6" fmla="*/ 0 h 142875"/>
                <a:gd name="csX7" fmla="*/ 47625 w 151161"/>
                <a:gd name="csY7" fmla="*/ 57150 h 142875"/>
                <a:gd name="csX8" fmla="*/ 0 w 151161"/>
                <a:gd name="csY8" fmla="*/ 57150 h 142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1161" h="142875">
                  <a:moveTo>
                    <a:pt x="0" y="57150"/>
                  </a:moveTo>
                  <a:lnTo>
                    <a:pt x="0" y="104775"/>
                  </a:lnTo>
                  <a:cubicBezTo>
                    <a:pt x="0" y="125825"/>
                    <a:pt x="17050" y="142875"/>
                    <a:pt x="38100" y="142875"/>
                  </a:cubicBezTo>
                  <a:lnTo>
                    <a:pt x="113062" y="142875"/>
                  </a:lnTo>
                  <a:cubicBezTo>
                    <a:pt x="134017" y="142875"/>
                    <a:pt x="151162" y="125825"/>
                    <a:pt x="151162" y="104775"/>
                  </a:cubicBezTo>
                  <a:lnTo>
                    <a:pt x="151162" y="38100"/>
                  </a:lnTo>
                  <a:cubicBezTo>
                    <a:pt x="151162" y="17240"/>
                    <a:pt x="134302" y="285"/>
                    <a:pt x="113538" y="0"/>
                  </a:cubicBezTo>
                  <a:cubicBezTo>
                    <a:pt x="108966" y="32290"/>
                    <a:pt x="81153" y="57150"/>
                    <a:pt x="47625" y="57150"/>
                  </a:cubicBezTo>
                  <a:lnTo>
                    <a:pt x="0" y="57150"/>
                  </a:lnTo>
                  <a:close/>
                </a:path>
              </a:pathLst>
            </a:custGeom>
            <a:grpFill/>
            <a:ln w="9525" cap="flat">
              <a:noFill/>
              <a:prstDash val="solid"/>
              <a:miter/>
            </a:ln>
          </p:spPr>
          <p:txBody>
            <a:bodyPr/>
            <a:lstStyle/>
            <a:p>
              <a:endParaRPr lang="en-GB"/>
            </a:p>
          </p:txBody>
        </p:sp>
        <p:sp>
          <p:nvSpPr>
            <p:cNvPr id="76" name="Freeform: Shape 75">
              <a:extLst>
                <a:ext uri="{FF2B5EF4-FFF2-40B4-BE49-F238E27FC236}">
                  <a16:creationId xmlns:a16="http://schemas.microsoft.com/office/drawing/2014/main" id="{EE57A6DC-2AC0-FE25-0967-25C51FE3B641}"/>
                </a:ext>
              </a:extLst>
            </p:cNvPr>
            <p:cNvSpPr/>
            <p:nvPr/>
          </p:nvSpPr>
          <p:spPr>
            <a:xfrm>
              <a:off x="5905500" y="3176587"/>
              <a:ext cx="381000" cy="340645"/>
            </a:xfrm>
            <a:custGeom>
              <a:avLst/>
              <a:gdLst>
                <a:gd name="csX0" fmla="*/ 333375 w 381000"/>
                <a:gd name="csY0" fmla="*/ 0 h 340645"/>
                <a:gd name="csX1" fmla="*/ 47625 w 381000"/>
                <a:gd name="csY1" fmla="*/ 0 h 340645"/>
                <a:gd name="csX2" fmla="*/ 0 w 381000"/>
                <a:gd name="csY2" fmla="*/ 47625 h 340645"/>
                <a:gd name="csX3" fmla="*/ 0 w 381000"/>
                <a:gd name="csY3" fmla="*/ 257175 h 340645"/>
                <a:gd name="csX4" fmla="*/ 47625 w 381000"/>
                <a:gd name="csY4" fmla="*/ 304800 h 340645"/>
                <a:gd name="csX5" fmla="*/ 164042 w 381000"/>
                <a:gd name="csY5" fmla="*/ 304800 h 340645"/>
                <a:gd name="csX6" fmla="*/ 180778 w 381000"/>
                <a:gd name="csY6" fmla="*/ 334926 h 340645"/>
                <a:gd name="csX7" fmla="*/ 200222 w 381000"/>
                <a:gd name="csY7" fmla="*/ 334926 h 340645"/>
                <a:gd name="csX8" fmla="*/ 216958 w 381000"/>
                <a:gd name="csY8" fmla="*/ 304800 h 340645"/>
                <a:gd name="csX9" fmla="*/ 333375 w 381000"/>
                <a:gd name="csY9" fmla="*/ 304800 h 340645"/>
                <a:gd name="csX10" fmla="*/ 381000 w 381000"/>
                <a:gd name="csY10" fmla="*/ 257175 h 340645"/>
                <a:gd name="csX11" fmla="*/ 381000 w 381000"/>
                <a:gd name="csY11" fmla="*/ 47625 h 340645"/>
                <a:gd name="csX12" fmla="*/ 333375 w 381000"/>
                <a:gd name="csY12" fmla="*/ 0 h 340645"/>
                <a:gd name="csX13" fmla="*/ 100013 w 381000"/>
                <a:gd name="csY13" fmla="*/ 195263 h 340645"/>
                <a:gd name="csX14" fmla="*/ 80963 w 381000"/>
                <a:gd name="csY14" fmla="*/ 195262 h 340645"/>
                <a:gd name="csX15" fmla="*/ 281332 w 381000"/>
                <a:gd name="csY15" fmla="*/ 134017 h 340645"/>
                <a:gd name="csX16" fmla="*/ 265537 w 381000"/>
                <a:gd name="csY16" fmla="*/ 144674 h 340645"/>
                <a:gd name="csX17" fmla="*/ 100012 w 381000"/>
                <a:gd name="csY17" fmla="*/ 195263 h 340645"/>
                <a:gd name="csX18" fmla="*/ 291210 w 381000"/>
                <a:gd name="csY18" fmla="*/ 169729 h 340645"/>
                <a:gd name="csX19" fmla="*/ 234153 w 381000"/>
                <a:gd name="csY19" fmla="*/ 209669 h 340645"/>
                <a:gd name="csX20" fmla="*/ 190499 w 381000"/>
                <a:gd name="csY20" fmla="*/ 276225 h 340645"/>
                <a:gd name="csX21" fmla="*/ 142875 w 381000"/>
                <a:gd name="csY21" fmla="*/ 228600 h 340645"/>
                <a:gd name="csX22" fmla="*/ 223158 w 381000"/>
                <a:gd name="csY22" fmla="*/ 194113 h 340645"/>
                <a:gd name="csX23" fmla="*/ 280290 w 381000"/>
                <a:gd name="csY23" fmla="*/ 154121 h 340645"/>
                <a:gd name="csX24" fmla="*/ 291210 w 381000"/>
                <a:gd name="csY24" fmla="*/ 169729 h 340645"/>
                <a:gd name="csX25" fmla="*/ 319450 w 381000"/>
                <a:gd name="csY25" fmla="*/ 242218 h 340645"/>
                <a:gd name="csX26" fmla="*/ 302242 w 381000"/>
                <a:gd name="csY26" fmla="*/ 234032 h 340645"/>
                <a:gd name="csX27" fmla="*/ 314325 w 381000"/>
                <a:gd name="csY27" fmla="*/ 180975 h 340645"/>
                <a:gd name="csX28" fmla="*/ 78759 w 381000"/>
                <a:gd name="csY28" fmla="*/ 234034 h 340645"/>
                <a:gd name="csX29" fmla="*/ 74247 w 381000"/>
                <a:gd name="csY29" fmla="*/ 246725 h 340645"/>
                <a:gd name="csX30" fmla="*/ 47624 w 381000"/>
                <a:gd name="csY30" fmla="*/ 180976 h 340645"/>
                <a:gd name="csX31" fmla="*/ 190500 w 381000"/>
                <a:gd name="csY31" fmla="*/ 38100 h 340645"/>
                <a:gd name="csX32" fmla="*/ 319450 w 381000"/>
                <a:gd name="csY32" fmla="*/ 242218 h 3406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381000" h="340645">
                  <a:moveTo>
                    <a:pt x="333375" y="0"/>
                  </a:moveTo>
                  <a:lnTo>
                    <a:pt x="47625" y="0"/>
                  </a:lnTo>
                  <a:cubicBezTo>
                    <a:pt x="21323" y="0"/>
                    <a:pt x="0" y="21323"/>
                    <a:pt x="0" y="47625"/>
                  </a:cubicBezTo>
                  <a:lnTo>
                    <a:pt x="0" y="257175"/>
                  </a:lnTo>
                  <a:cubicBezTo>
                    <a:pt x="0" y="283477"/>
                    <a:pt x="21323" y="304800"/>
                    <a:pt x="47625" y="304800"/>
                  </a:cubicBezTo>
                  <a:lnTo>
                    <a:pt x="164042" y="304800"/>
                  </a:lnTo>
                  <a:lnTo>
                    <a:pt x="180778" y="334926"/>
                  </a:lnTo>
                  <a:cubicBezTo>
                    <a:pt x="185016" y="342552"/>
                    <a:pt x="195985" y="342552"/>
                    <a:pt x="200222" y="334926"/>
                  </a:cubicBezTo>
                  <a:lnTo>
                    <a:pt x="216958" y="304800"/>
                  </a:lnTo>
                  <a:lnTo>
                    <a:pt x="333375" y="304800"/>
                  </a:lnTo>
                  <a:cubicBezTo>
                    <a:pt x="359677" y="304800"/>
                    <a:pt x="381000" y="283477"/>
                    <a:pt x="381000" y="257175"/>
                  </a:cubicBezTo>
                  <a:lnTo>
                    <a:pt x="381000" y="47625"/>
                  </a:lnTo>
                  <a:cubicBezTo>
                    <a:pt x="381000" y="21323"/>
                    <a:pt x="359677" y="0"/>
                    <a:pt x="333375" y="0"/>
                  </a:cubicBezTo>
                  <a:close/>
                  <a:moveTo>
                    <a:pt x="100013" y="195263"/>
                  </a:moveTo>
                  <a:cubicBezTo>
                    <a:pt x="99856" y="207736"/>
                    <a:pt x="81149" y="207808"/>
                    <a:pt x="80963" y="195262"/>
                  </a:cubicBezTo>
                  <a:cubicBezTo>
                    <a:pt x="81338" y="87761"/>
                    <a:pt x="221070" y="45147"/>
                    <a:pt x="281332" y="134017"/>
                  </a:cubicBezTo>
                  <a:cubicBezTo>
                    <a:pt x="288214" y="144375"/>
                    <a:pt x="272582" y="154971"/>
                    <a:pt x="265537" y="144674"/>
                  </a:cubicBezTo>
                  <a:cubicBezTo>
                    <a:pt x="215737" y="71229"/>
                    <a:pt x="100311" y="106487"/>
                    <a:pt x="100012" y="195263"/>
                  </a:cubicBezTo>
                  <a:close/>
                  <a:moveTo>
                    <a:pt x="291210" y="169729"/>
                  </a:moveTo>
                  <a:lnTo>
                    <a:pt x="234153" y="209669"/>
                  </a:lnTo>
                  <a:cubicBezTo>
                    <a:pt x="248148" y="239948"/>
                    <a:pt x="224034" y="276984"/>
                    <a:pt x="190499" y="276225"/>
                  </a:cubicBezTo>
                  <a:cubicBezTo>
                    <a:pt x="164241" y="276225"/>
                    <a:pt x="142875" y="254859"/>
                    <a:pt x="142875" y="228600"/>
                  </a:cubicBezTo>
                  <a:cubicBezTo>
                    <a:pt x="142318" y="187304"/>
                    <a:pt x="194039" y="165349"/>
                    <a:pt x="223158" y="194113"/>
                  </a:cubicBezTo>
                  <a:lnTo>
                    <a:pt x="280290" y="154121"/>
                  </a:lnTo>
                  <a:cubicBezTo>
                    <a:pt x="290500" y="147017"/>
                    <a:pt x="301400" y="162540"/>
                    <a:pt x="291210" y="169729"/>
                  </a:cubicBezTo>
                  <a:close/>
                  <a:moveTo>
                    <a:pt x="319450" y="242218"/>
                  </a:moveTo>
                  <a:cubicBezTo>
                    <a:pt x="313920" y="253458"/>
                    <a:pt x="296986" y="245279"/>
                    <a:pt x="302242" y="234032"/>
                  </a:cubicBezTo>
                  <a:cubicBezTo>
                    <a:pt x="310260" y="217187"/>
                    <a:pt x="314325" y="199337"/>
                    <a:pt x="314325" y="180975"/>
                  </a:cubicBezTo>
                  <a:cubicBezTo>
                    <a:pt x="299222" y="-21188"/>
                    <a:pt x="5074" y="46995"/>
                    <a:pt x="78759" y="234034"/>
                  </a:cubicBezTo>
                  <a:cubicBezTo>
                    <a:pt x="81018" y="238781"/>
                    <a:pt x="79000" y="244464"/>
                    <a:pt x="74247" y="246725"/>
                  </a:cubicBezTo>
                  <a:cubicBezTo>
                    <a:pt x="54940" y="256316"/>
                    <a:pt x="46986" y="193031"/>
                    <a:pt x="47624" y="180976"/>
                  </a:cubicBezTo>
                  <a:cubicBezTo>
                    <a:pt x="47625" y="102194"/>
                    <a:pt x="111714" y="38100"/>
                    <a:pt x="190500" y="38100"/>
                  </a:cubicBezTo>
                  <a:cubicBezTo>
                    <a:pt x="293073" y="35899"/>
                    <a:pt x="365511" y="150610"/>
                    <a:pt x="319450" y="242218"/>
                  </a:cubicBezTo>
                  <a:close/>
                </a:path>
              </a:pathLst>
            </a:custGeom>
            <a:grpFill/>
            <a:ln w="9525" cap="flat">
              <a:noFill/>
              <a:prstDash val="solid"/>
              <a:miter/>
            </a:ln>
          </p:spPr>
          <p:txBody>
            <a:bodyPr/>
            <a:lstStyle/>
            <a:p>
              <a:endParaRPr lang="en-GB"/>
            </a:p>
          </p:txBody>
        </p:sp>
      </p:grpSp>
      <p:grpSp>
        <p:nvGrpSpPr>
          <p:cNvPr id="77" name="Graphic 44">
            <a:extLst>
              <a:ext uri="{FF2B5EF4-FFF2-40B4-BE49-F238E27FC236}">
                <a16:creationId xmlns:a16="http://schemas.microsoft.com/office/drawing/2014/main" id="{55035AF8-B4D5-62ED-CBAC-A1E996D00B1B}"/>
              </a:ext>
            </a:extLst>
          </p:cNvPr>
          <p:cNvGrpSpPr>
            <a:grpSpLocks noChangeAspect="1"/>
          </p:cNvGrpSpPr>
          <p:nvPr/>
        </p:nvGrpSpPr>
        <p:grpSpPr>
          <a:xfrm>
            <a:off x="7051595" y="4686665"/>
            <a:ext cx="215131" cy="246888"/>
            <a:chOff x="3427411" y="366712"/>
            <a:chExt cx="5333999" cy="6121399"/>
          </a:xfrm>
          <a:noFill/>
        </p:grpSpPr>
        <p:sp>
          <p:nvSpPr>
            <p:cNvPr id="78" name="Freeform: Shape 77">
              <a:extLst>
                <a:ext uri="{FF2B5EF4-FFF2-40B4-BE49-F238E27FC236}">
                  <a16:creationId xmlns:a16="http://schemas.microsoft.com/office/drawing/2014/main" id="{FFCCDC66-8D2D-DC7B-7913-D73614221814}"/>
                </a:ext>
              </a:extLst>
            </p:cNvPr>
            <p:cNvSpPr/>
            <p:nvPr/>
          </p:nvSpPr>
          <p:spPr>
            <a:xfrm flipV="1">
              <a:off x="3427411" y="1916112"/>
              <a:ext cx="2666999" cy="2666999"/>
            </a:xfrm>
            <a:custGeom>
              <a:avLst/>
              <a:gdLst>
                <a:gd name="csX0" fmla="*/ 2667306 w 2666999"/>
                <a:gd name="csY0" fmla="*/ 1333823 h 2666999"/>
                <a:gd name="csX1" fmla="*/ 1333806 w 2666999"/>
                <a:gd name="csY1" fmla="*/ 323 h 2666999"/>
                <a:gd name="csX2" fmla="*/ 306 w 2666999"/>
                <a:gd name="csY2" fmla="*/ 1333823 h 2666999"/>
                <a:gd name="csX3" fmla="*/ 1333806 w 2666999"/>
                <a:gd name="csY3" fmla="*/ 2667323 h 2666999"/>
                <a:gd name="csX4" fmla="*/ 2667306 w 2666999"/>
                <a:gd name="csY4" fmla="*/ 1333823 h 2666999"/>
              </a:gdLst>
              <a:ahLst/>
              <a:cxnLst>
                <a:cxn ang="0">
                  <a:pos x="csX0" y="csY0"/>
                </a:cxn>
                <a:cxn ang="0">
                  <a:pos x="csX1" y="csY1"/>
                </a:cxn>
                <a:cxn ang="0">
                  <a:pos x="csX2" y="csY2"/>
                </a:cxn>
                <a:cxn ang="0">
                  <a:pos x="csX3" y="csY3"/>
                </a:cxn>
                <a:cxn ang="0">
                  <a:pos x="csX4" y="csY4"/>
                </a:cxn>
              </a:cxnLst>
              <a:rect l="l" t="t" r="r" b="b"/>
              <a:pathLst>
                <a:path w="2666999" h="2666999">
                  <a:moveTo>
                    <a:pt x="2667306" y="1333823"/>
                  </a:moveTo>
                  <a:cubicBezTo>
                    <a:pt x="2667306" y="597350"/>
                    <a:pt x="2070279" y="323"/>
                    <a:pt x="1333806" y="323"/>
                  </a:cubicBezTo>
                  <a:cubicBezTo>
                    <a:pt x="597333" y="323"/>
                    <a:pt x="306" y="597350"/>
                    <a:pt x="306" y="1333823"/>
                  </a:cubicBezTo>
                  <a:cubicBezTo>
                    <a:pt x="306" y="2070296"/>
                    <a:pt x="597333" y="2667323"/>
                    <a:pt x="1333806" y="2667323"/>
                  </a:cubicBezTo>
                  <a:cubicBezTo>
                    <a:pt x="2070279" y="2667323"/>
                    <a:pt x="2667306" y="2070296"/>
                    <a:pt x="2667306" y="1333823"/>
                  </a:cubicBezTo>
                  <a:close/>
                </a:path>
              </a:pathLst>
            </a:custGeom>
            <a:noFill/>
            <a:ln w="15875" cap="rnd">
              <a:solidFill>
                <a:schemeClr val="accent1"/>
              </a:solidFill>
              <a:prstDash val="solid"/>
              <a:round/>
            </a:ln>
          </p:spPr>
          <p:txBody>
            <a:bodyPr/>
            <a:lstStyle/>
            <a:p>
              <a:endParaRPr lang="en-GB"/>
            </a:p>
          </p:txBody>
        </p:sp>
        <p:sp>
          <p:nvSpPr>
            <p:cNvPr id="80" name="Freeform: Shape 79">
              <a:extLst>
                <a:ext uri="{FF2B5EF4-FFF2-40B4-BE49-F238E27FC236}">
                  <a16:creationId xmlns:a16="http://schemas.microsoft.com/office/drawing/2014/main" id="{5BEA43BF-E334-0EAB-2592-78A6DBFDA80D}"/>
                </a:ext>
              </a:extLst>
            </p:cNvPr>
            <p:cNvSpPr/>
            <p:nvPr/>
          </p:nvSpPr>
          <p:spPr>
            <a:xfrm flipV="1">
              <a:off x="4189411" y="2678112"/>
              <a:ext cx="1142999" cy="1142999"/>
            </a:xfrm>
            <a:custGeom>
              <a:avLst/>
              <a:gdLst>
                <a:gd name="csX0" fmla="*/ 571701 w 1142999"/>
                <a:gd name="csY0" fmla="*/ 278 h 1142999"/>
                <a:gd name="csX1" fmla="*/ 201 w 1142999"/>
                <a:gd name="csY1" fmla="*/ 571778 h 1142999"/>
                <a:gd name="csX2" fmla="*/ 571701 w 1142999"/>
                <a:gd name="csY2" fmla="*/ 1143278 h 1142999"/>
                <a:gd name="csX3" fmla="*/ 1143201 w 1142999"/>
                <a:gd name="csY3" fmla="*/ 571778 h 1142999"/>
                <a:gd name="csX4" fmla="*/ 571701 w 1142999"/>
                <a:gd name="csY4" fmla="*/ 278 h 1142999"/>
              </a:gdLst>
              <a:ahLst/>
              <a:cxnLst>
                <a:cxn ang="0">
                  <a:pos x="csX0" y="csY0"/>
                </a:cxn>
                <a:cxn ang="0">
                  <a:pos x="csX1" y="csY1"/>
                </a:cxn>
                <a:cxn ang="0">
                  <a:pos x="csX2" y="csY2"/>
                </a:cxn>
                <a:cxn ang="0">
                  <a:pos x="csX3" y="csY3"/>
                </a:cxn>
                <a:cxn ang="0">
                  <a:pos x="csX4" y="csY4"/>
                </a:cxn>
              </a:cxnLst>
              <a:rect l="l" t="t" r="r" b="b"/>
              <a:pathLst>
                <a:path w="1142999" h="1142999">
                  <a:moveTo>
                    <a:pt x="571701" y="278"/>
                  </a:moveTo>
                  <a:cubicBezTo>
                    <a:pt x="256564" y="278"/>
                    <a:pt x="201" y="256640"/>
                    <a:pt x="201" y="571778"/>
                  </a:cubicBezTo>
                  <a:cubicBezTo>
                    <a:pt x="201" y="886916"/>
                    <a:pt x="256564" y="1143278"/>
                    <a:pt x="571701" y="1143278"/>
                  </a:cubicBezTo>
                  <a:cubicBezTo>
                    <a:pt x="886839" y="1143278"/>
                    <a:pt x="1143201" y="886916"/>
                    <a:pt x="1143201" y="571778"/>
                  </a:cubicBezTo>
                  <a:cubicBezTo>
                    <a:pt x="1143201" y="256640"/>
                    <a:pt x="886839" y="278"/>
                    <a:pt x="571701" y="278"/>
                  </a:cubicBezTo>
                  <a:close/>
                </a:path>
              </a:pathLst>
            </a:custGeom>
            <a:noFill/>
            <a:ln w="15875" cap="rnd">
              <a:solidFill>
                <a:schemeClr val="accent1"/>
              </a:solidFill>
              <a:prstDash val="solid"/>
              <a:round/>
            </a:ln>
          </p:spPr>
          <p:txBody>
            <a:bodyPr/>
            <a:lstStyle/>
            <a:p>
              <a:endParaRPr lang="en-GB"/>
            </a:p>
          </p:txBody>
        </p:sp>
        <p:sp>
          <p:nvSpPr>
            <p:cNvPr id="81" name="Freeform: Shape 80">
              <a:extLst>
                <a:ext uri="{FF2B5EF4-FFF2-40B4-BE49-F238E27FC236}">
                  <a16:creationId xmlns:a16="http://schemas.microsoft.com/office/drawing/2014/main" id="{031E3DD8-E77B-1203-6092-314D2592C317}"/>
                </a:ext>
              </a:extLst>
            </p:cNvPr>
            <p:cNvSpPr/>
            <p:nvPr/>
          </p:nvSpPr>
          <p:spPr>
            <a:xfrm flipV="1">
              <a:off x="6475411" y="4202112"/>
              <a:ext cx="2285999" cy="2285999"/>
            </a:xfrm>
            <a:custGeom>
              <a:avLst/>
              <a:gdLst>
                <a:gd name="csX0" fmla="*/ 2286591 w 2285999"/>
                <a:gd name="csY0" fmla="*/ 1143543 h 2285999"/>
                <a:gd name="csX1" fmla="*/ 1143591 w 2285999"/>
                <a:gd name="csY1" fmla="*/ 543 h 2285999"/>
                <a:gd name="csX2" fmla="*/ 591 w 2285999"/>
                <a:gd name="csY2" fmla="*/ 1143543 h 2285999"/>
                <a:gd name="csX3" fmla="*/ 1143591 w 2285999"/>
                <a:gd name="csY3" fmla="*/ 2286543 h 2285999"/>
                <a:gd name="csX4" fmla="*/ 2286591 w 2285999"/>
                <a:gd name="csY4" fmla="*/ 1143543 h 2285999"/>
              </a:gdLst>
              <a:ahLst/>
              <a:cxnLst>
                <a:cxn ang="0">
                  <a:pos x="csX0" y="csY0"/>
                </a:cxn>
                <a:cxn ang="0">
                  <a:pos x="csX1" y="csY1"/>
                </a:cxn>
                <a:cxn ang="0">
                  <a:pos x="csX2" y="csY2"/>
                </a:cxn>
                <a:cxn ang="0">
                  <a:pos x="csX3" y="csY3"/>
                </a:cxn>
                <a:cxn ang="0">
                  <a:pos x="csX4" y="csY4"/>
                </a:cxn>
              </a:cxnLst>
              <a:rect l="l" t="t" r="r" b="b"/>
              <a:pathLst>
                <a:path w="2285999" h="2285999">
                  <a:moveTo>
                    <a:pt x="2286591" y="1143543"/>
                  </a:moveTo>
                  <a:cubicBezTo>
                    <a:pt x="2286591" y="512276"/>
                    <a:pt x="1774858" y="543"/>
                    <a:pt x="1143591" y="543"/>
                  </a:cubicBezTo>
                  <a:cubicBezTo>
                    <a:pt x="512325" y="543"/>
                    <a:pt x="591" y="512276"/>
                    <a:pt x="591" y="1143543"/>
                  </a:cubicBezTo>
                  <a:cubicBezTo>
                    <a:pt x="591" y="1774809"/>
                    <a:pt x="512325" y="2286543"/>
                    <a:pt x="1143591" y="2286543"/>
                  </a:cubicBezTo>
                  <a:cubicBezTo>
                    <a:pt x="1774858" y="2286543"/>
                    <a:pt x="2286591" y="1774809"/>
                    <a:pt x="2286591" y="1143543"/>
                  </a:cubicBezTo>
                  <a:close/>
                </a:path>
              </a:pathLst>
            </a:custGeom>
            <a:noFill/>
            <a:ln w="15875" cap="rnd">
              <a:solidFill>
                <a:schemeClr val="accent1"/>
              </a:solidFill>
              <a:prstDash val="solid"/>
              <a:round/>
            </a:ln>
          </p:spPr>
          <p:txBody>
            <a:bodyPr/>
            <a:lstStyle/>
            <a:p>
              <a:endParaRPr lang="en-GB"/>
            </a:p>
          </p:txBody>
        </p:sp>
        <p:sp>
          <p:nvSpPr>
            <p:cNvPr id="82" name="Freeform: Shape 81">
              <a:extLst>
                <a:ext uri="{FF2B5EF4-FFF2-40B4-BE49-F238E27FC236}">
                  <a16:creationId xmlns:a16="http://schemas.microsoft.com/office/drawing/2014/main" id="{CC24B345-B61A-84E3-FD50-ED75D8D9703E}"/>
                </a:ext>
              </a:extLst>
            </p:cNvPr>
            <p:cNvSpPr/>
            <p:nvPr/>
          </p:nvSpPr>
          <p:spPr>
            <a:xfrm flipV="1">
              <a:off x="7237411" y="4964112"/>
              <a:ext cx="761999" cy="761999"/>
            </a:xfrm>
            <a:custGeom>
              <a:avLst/>
              <a:gdLst>
                <a:gd name="csX0" fmla="*/ 381501 w 761999"/>
                <a:gd name="csY0" fmla="*/ 513 h 761999"/>
                <a:gd name="csX1" fmla="*/ 501 w 761999"/>
                <a:gd name="csY1" fmla="*/ 381513 h 761999"/>
                <a:gd name="csX2" fmla="*/ 381501 w 761999"/>
                <a:gd name="csY2" fmla="*/ 762513 h 761999"/>
                <a:gd name="csX3" fmla="*/ 762501 w 761999"/>
                <a:gd name="csY3" fmla="*/ 381513 h 761999"/>
                <a:gd name="csX4" fmla="*/ 381501 w 761999"/>
                <a:gd name="csY4" fmla="*/ 513 h 761999"/>
              </a:gdLst>
              <a:ahLst/>
              <a:cxnLst>
                <a:cxn ang="0">
                  <a:pos x="csX0" y="csY0"/>
                </a:cxn>
                <a:cxn ang="0">
                  <a:pos x="csX1" y="csY1"/>
                </a:cxn>
                <a:cxn ang="0">
                  <a:pos x="csX2" y="csY2"/>
                </a:cxn>
                <a:cxn ang="0">
                  <a:pos x="csX3" y="csY3"/>
                </a:cxn>
                <a:cxn ang="0">
                  <a:pos x="csX4" y="csY4"/>
                </a:cxn>
              </a:cxnLst>
              <a:rect l="l" t="t" r="r" b="b"/>
              <a:pathLst>
                <a:path w="761999" h="761999">
                  <a:moveTo>
                    <a:pt x="381501" y="513"/>
                  </a:moveTo>
                  <a:cubicBezTo>
                    <a:pt x="171469" y="513"/>
                    <a:pt x="501" y="171480"/>
                    <a:pt x="501" y="381513"/>
                  </a:cubicBezTo>
                  <a:cubicBezTo>
                    <a:pt x="501" y="591545"/>
                    <a:pt x="171469" y="762513"/>
                    <a:pt x="381501" y="762513"/>
                  </a:cubicBezTo>
                  <a:cubicBezTo>
                    <a:pt x="591534" y="762513"/>
                    <a:pt x="762501" y="591545"/>
                    <a:pt x="762501" y="381513"/>
                  </a:cubicBezTo>
                  <a:cubicBezTo>
                    <a:pt x="762501" y="171480"/>
                    <a:pt x="591534" y="513"/>
                    <a:pt x="381501" y="513"/>
                  </a:cubicBezTo>
                  <a:close/>
                </a:path>
              </a:pathLst>
            </a:custGeom>
            <a:noFill/>
            <a:ln w="15875" cap="rnd">
              <a:solidFill>
                <a:schemeClr val="accent1"/>
              </a:solidFill>
              <a:prstDash val="solid"/>
              <a:round/>
            </a:ln>
          </p:spPr>
          <p:txBody>
            <a:bodyPr/>
            <a:lstStyle/>
            <a:p>
              <a:endParaRPr lang="en-GB"/>
            </a:p>
          </p:txBody>
        </p:sp>
        <p:sp>
          <p:nvSpPr>
            <p:cNvPr id="83" name="Freeform: Shape 82">
              <a:extLst>
                <a:ext uri="{FF2B5EF4-FFF2-40B4-BE49-F238E27FC236}">
                  <a16:creationId xmlns:a16="http://schemas.microsoft.com/office/drawing/2014/main" id="{6D545D3A-B365-BC12-F304-EAA6C0FF6832}"/>
                </a:ext>
              </a:extLst>
            </p:cNvPr>
            <p:cNvSpPr/>
            <p:nvPr/>
          </p:nvSpPr>
          <p:spPr>
            <a:xfrm flipV="1">
              <a:off x="4379911" y="366712"/>
              <a:ext cx="9525" cy="787399"/>
            </a:xfrm>
            <a:custGeom>
              <a:avLst/>
              <a:gdLst>
                <a:gd name="csX0" fmla="*/ 161 w 9525"/>
                <a:gd name="csY0" fmla="*/ 30 h 787399"/>
                <a:gd name="csX1" fmla="*/ 161 w 9525"/>
                <a:gd name="csY1" fmla="*/ 787430 h 787399"/>
              </a:gdLst>
              <a:ahLst/>
              <a:cxnLst>
                <a:cxn ang="0">
                  <a:pos x="csX0" y="csY0"/>
                </a:cxn>
                <a:cxn ang="0">
                  <a:pos x="csX1" y="csY1"/>
                </a:cxn>
              </a:cxnLst>
              <a:rect l="l" t="t" r="r" b="b"/>
              <a:pathLst>
                <a:path w="9525" h="787399">
                  <a:moveTo>
                    <a:pt x="161" y="30"/>
                  </a:moveTo>
                  <a:lnTo>
                    <a:pt x="161" y="787430"/>
                  </a:lnTo>
                </a:path>
              </a:pathLst>
            </a:custGeom>
            <a:noFill/>
            <a:ln w="15875" cap="rnd">
              <a:solidFill>
                <a:schemeClr val="accent1"/>
              </a:solidFill>
              <a:prstDash val="solid"/>
              <a:round/>
            </a:ln>
          </p:spPr>
          <p:txBody>
            <a:bodyPr/>
            <a:lstStyle/>
            <a:p>
              <a:endParaRPr lang="en-GB"/>
            </a:p>
          </p:txBody>
        </p:sp>
        <p:sp>
          <p:nvSpPr>
            <p:cNvPr id="84" name="Freeform: Shape 83">
              <a:extLst>
                <a:ext uri="{FF2B5EF4-FFF2-40B4-BE49-F238E27FC236}">
                  <a16:creationId xmlns:a16="http://schemas.microsoft.com/office/drawing/2014/main" id="{84794FA1-FEB9-4DCB-8900-BBE353FED2F8}"/>
                </a:ext>
              </a:extLst>
            </p:cNvPr>
            <p:cNvSpPr/>
            <p:nvPr/>
          </p:nvSpPr>
          <p:spPr>
            <a:xfrm flipV="1">
              <a:off x="5141911" y="366712"/>
              <a:ext cx="9525" cy="787399"/>
            </a:xfrm>
            <a:custGeom>
              <a:avLst/>
              <a:gdLst>
                <a:gd name="csX0" fmla="*/ 241 w 9525"/>
                <a:gd name="csY0" fmla="*/ 30 h 787399"/>
                <a:gd name="csX1" fmla="*/ 241 w 9525"/>
                <a:gd name="csY1" fmla="*/ 787430 h 787399"/>
              </a:gdLst>
              <a:ahLst/>
              <a:cxnLst>
                <a:cxn ang="0">
                  <a:pos x="csX0" y="csY0"/>
                </a:cxn>
                <a:cxn ang="0">
                  <a:pos x="csX1" y="csY1"/>
                </a:cxn>
              </a:cxnLst>
              <a:rect l="l" t="t" r="r" b="b"/>
              <a:pathLst>
                <a:path w="9525" h="787399">
                  <a:moveTo>
                    <a:pt x="241" y="30"/>
                  </a:moveTo>
                  <a:lnTo>
                    <a:pt x="241" y="787430"/>
                  </a:lnTo>
                </a:path>
              </a:pathLst>
            </a:custGeom>
            <a:noFill/>
            <a:ln w="15875" cap="rnd">
              <a:solidFill>
                <a:schemeClr val="accent1"/>
              </a:solidFill>
              <a:prstDash val="solid"/>
              <a:round/>
            </a:ln>
          </p:spPr>
          <p:txBody>
            <a:bodyPr/>
            <a:lstStyle/>
            <a:p>
              <a:endParaRPr lang="en-GB"/>
            </a:p>
          </p:txBody>
        </p:sp>
        <p:sp>
          <p:nvSpPr>
            <p:cNvPr id="85" name="Freeform: Shape 84">
              <a:extLst>
                <a:ext uri="{FF2B5EF4-FFF2-40B4-BE49-F238E27FC236}">
                  <a16:creationId xmlns:a16="http://schemas.microsoft.com/office/drawing/2014/main" id="{3441DB82-9F89-67E7-D47B-A62F7B56F37A}"/>
                </a:ext>
              </a:extLst>
            </p:cNvPr>
            <p:cNvSpPr/>
            <p:nvPr/>
          </p:nvSpPr>
          <p:spPr>
            <a:xfrm flipV="1">
              <a:off x="7237411" y="2678112"/>
              <a:ext cx="9525" cy="761999"/>
            </a:xfrm>
            <a:custGeom>
              <a:avLst/>
              <a:gdLst>
                <a:gd name="csX0" fmla="*/ 461 w 9525"/>
                <a:gd name="csY0" fmla="*/ 273 h 761999"/>
                <a:gd name="csX1" fmla="*/ 461 w 9525"/>
                <a:gd name="csY1" fmla="*/ 762273 h 761999"/>
              </a:gdLst>
              <a:ahLst/>
              <a:cxnLst>
                <a:cxn ang="0">
                  <a:pos x="csX0" y="csY0"/>
                </a:cxn>
                <a:cxn ang="0">
                  <a:pos x="csX1" y="csY1"/>
                </a:cxn>
              </a:cxnLst>
              <a:rect l="l" t="t" r="r" b="b"/>
              <a:pathLst>
                <a:path w="9525" h="761999">
                  <a:moveTo>
                    <a:pt x="461" y="273"/>
                  </a:moveTo>
                  <a:lnTo>
                    <a:pt x="461" y="762273"/>
                  </a:lnTo>
                </a:path>
              </a:pathLst>
            </a:custGeom>
            <a:noFill/>
            <a:ln w="15875" cap="rnd">
              <a:solidFill>
                <a:schemeClr val="accent1"/>
              </a:solidFill>
              <a:prstDash val="solid"/>
              <a:round/>
            </a:ln>
          </p:spPr>
          <p:txBody>
            <a:bodyPr/>
            <a:lstStyle/>
            <a:p>
              <a:endParaRPr lang="en-GB"/>
            </a:p>
          </p:txBody>
        </p:sp>
        <p:sp>
          <p:nvSpPr>
            <p:cNvPr id="86" name="Freeform: Shape 85">
              <a:extLst>
                <a:ext uri="{FF2B5EF4-FFF2-40B4-BE49-F238E27FC236}">
                  <a16:creationId xmlns:a16="http://schemas.microsoft.com/office/drawing/2014/main" id="{53210ECC-66DA-8639-CAAB-F41C8FAAB42D}"/>
                </a:ext>
              </a:extLst>
            </p:cNvPr>
            <p:cNvSpPr/>
            <p:nvPr/>
          </p:nvSpPr>
          <p:spPr>
            <a:xfrm flipV="1">
              <a:off x="7999411" y="2678112"/>
              <a:ext cx="9525" cy="761999"/>
            </a:xfrm>
            <a:custGeom>
              <a:avLst/>
              <a:gdLst>
                <a:gd name="csX0" fmla="*/ 541 w 9525"/>
                <a:gd name="csY0" fmla="*/ 273 h 761999"/>
                <a:gd name="csX1" fmla="*/ 541 w 9525"/>
                <a:gd name="csY1" fmla="*/ 762273 h 761999"/>
              </a:gdLst>
              <a:ahLst/>
              <a:cxnLst>
                <a:cxn ang="0">
                  <a:pos x="csX0" y="csY0"/>
                </a:cxn>
                <a:cxn ang="0">
                  <a:pos x="csX1" y="csY1"/>
                </a:cxn>
              </a:cxnLst>
              <a:rect l="l" t="t" r="r" b="b"/>
              <a:pathLst>
                <a:path w="9525" h="761999">
                  <a:moveTo>
                    <a:pt x="541" y="273"/>
                  </a:moveTo>
                  <a:lnTo>
                    <a:pt x="541" y="762273"/>
                  </a:lnTo>
                </a:path>
              </a:pathLst>
            </a:custGeom>
            <a:noFill/>
            <a:ln w="15875" cap="rnd">
              <a:solidFill>
                <a:schemeClr val="accent1"/>
              </a:solidFill>
              <a:prstDash val="solid"/>
              <a:round/>
            </a:ln>
          </p:spPr>
          <p:txBody>
            <a:bodyPr/>
            <a:lstStyle/>
            <a:p>
              <a:endParaRPr lang="en-GB"/>
            </a:p>
          </p:txBody>
        </p:sp>
        <p:sp>
          <p:nvSpPr>
            <p:cNvPr id="87" name="Freeform: Shape 86">
              <a:extLst>
                <a:ext uri="{FF2B5EF4-FFF2-40B4-BE49-F238E27FC236}">
                  <a16:creationId xmlns:a16="http://schemas.microsoft.com/office/drawing/2014/main" id="{D902D7D0-5948-59F0-34D1-CA6DFC7592EE}"/>
                </a:ext>
              </a:extLst>
            </p:cNvPr>
            <p:cNvSpPr/>
            <p:nvPr/>
          </p:nvSpPr>
          <p:spPr>
            <a:xfrm flipV="1">
              <a:off x="7618411" y="1154112"/>
              <a:ext cx="9525" cy="761999"/>
            </a:xfrm>
            <a:custGeom>
              <a:avLst/>
              <a:gdLst>
                <a:gd name="csX0" fmla="*/ 501 w 9525"/>
                <a:gd name="csY0" fmla="*/ 762173 h 761999"/>
                <a:gd name="csX1" fmla="*/ 501 w 9525"/>
                <a:gd name="csY1" fmla="*/ 173 h 761999"/>
              </a:gdLst>
              <a:ahLst/>
              <a:cxnLst>
                <a:cxn ang="0">
                  <a:pos x="csX0" y="csY0"/>
                </a:cxn>
                <a:cxn ang="0">
                  <a:pos x="csX1" y="csY1"/>
                </a:cxn>
              </a:cxnLst>
              <a:rect l="l" t="t" r="r" b="b"/>
              <a:pathLst>
                <a:path w="9525" h="761999">
                  <a:moveTo>
                    <a:pt x="501" y="762173"/>
                  </a:moveTo>
                  <a:lnTo>
                    <a:pt x="501" y="173"/>
                  </a:lnTo>
                </a:path>
              </a:pathLst>
            </a:custGeom>
            <a:noFill/>
            <a:ln w="15875" cap="rnd">
              <a:solidFill>
                <a:schemeClr val="accent1"/>
              </a:solidFill>
              <a:prstDash val="solid"/>
              <a:round/>
            </a:ln>
          </p:spPr>
          <p:txBody>
            <a:bodyPr/>
            <a:lstStyle/>
            <a:p>
              <a:endParaRPr lang="en-GB"/>
            </a:p>
          </p:txBody>
        </p:sp>
        <p:sp>
          <p:nvSpPr>
            <p:cNvPr id="88" name="Freeform: Shape 87">
              <a:extLst>
                <a:ext uri="{FF2B5EF4-FFF2-40B4-BE49-F238E27FC236}">
                  <a16:creationId xmlns:a16="http://schemas.microsoft.com/office/drawing/2014/main" id="{5C77379B-3486-8ECF-A6DD-5938CB715369}"/>
                </a:ext>
              </a:extLst>
            </p:cNvPr>
            <p:cNvSpPr/>
            <p:nvPr/>
          </p:nvSpPr>
          <p:spPr>
            <a:xfrm flipV="1">
              <a:off x="7237411" y="1535112"/>
              <a:ext cx="761999" cy="9525"/>
            </a:xfrm>
            <a:custGeom>
              <a:avLst/>
              <a:gdLst>
                <a:gd name="csX0" fmla="*/ 471 w 761999"/>
                <a:gd name="csY0" fmla="*/ 143 h 9525"/>
                <a:gd name="csX1" fmla="*/ 762471 w 761999"/>
                <a:gd name="csY1" fmla="*/ 143 h 9525"/>
              </a:gdLst>
              <a:ahLst/>
              <a:cxnLst>
                <a:cxn ang="0">
                  <a:pos x="csX0" y="csY0"/>
                </a:cxn>
                <a:cxn ang="0">
                  <a:pos x="csX1" y="csY1"/>
                </a:cxn>
              </a:cxnLst>
              <a:rect l="l" t="t" r="r" b="b"/>
              <a:pathLst>
                <a:path w="761999" h="9525">
                  <a:moveTo>
                    <a:pt x="471" y="143"/>
                  </a:moveTo>
                  <a:lnTo>
                    <a:pt x="762471" y="143"/>
                  </a:lnTo>
                </a:path>
              </a:pathLst>
            </a:custGeom>
            <a:noFill/>
            <a:ln w="15875" cap="rnd">
              <a:solidFill>
                <a:schemeClr val="accent1"/>
              </a:solidFill>
              <a:prstDash val="solid"/>
              <a:round/>
            </a:ln>
          </p:spPr>
          <p:txBody>
            <a:bodyPr/>
            <a:lstStyle/>
            <a:p>
              <a:endParaRPr lang="en-GB"/>
            </a:p>
          </p:txBody>
        </p:sp>
        <p:sp>
          <p:nvSpPr>
            <p:cNvPr id="89" name="Freeform: Shape 88">
              <a:extLst>
                <a:ext uri="{FF2B5EF4-FFF2-40B4-BE49-F238E27FC236}">
                  <a16:creationId xmlns:a16="http://schemas.microsoft.com/office/drawing/2014/main" id="{75059154-6F46-1307-E2FA-4132851FCF89}"/>
                </a:ext>
              </a:extLst>
            </p:cNvPr>
            <p:cNvSpPr/>
            <p:nvPr/>
          </p:nvSpPr>
          <p:spPr>
            <a:xfrm flipV="1">
              <a:off x="4760911" y="5345112"/>
              <a:ext cx="9525" cy="761999"/>
            </a:xfrm>
            <a:custGeom>
              <a:avLst/>
              <a:gdLst>
                <a:gd name="csX0" fmla="*/ 201 w 9525"/>
                <a:gd name="csY0" fmla="*/ 762613 h 761999"/>
                <a:gd name="csX1" fmla="*/ 201 w 9525"/>
                <a:gd name="csY1" fmla="*/ 613 h 761999"/>
              </a:gdLst>
              <a:ahLst/>
              <a:cxnLst>
                <a:cxn ang="0">
                  <a:pos x="csX0" y="csY0"/>
                </a:cxn>
                <a:cxn ang="0">
                  <a:pos x="csX1" y="csY1"/>
                </a:cxn>
              </a:cxnLst>
              <a:rect l="l" t="t" r="r" b="b"/>
              <a:pathLst>
                <a:path w="9525" h="761999">
                  <a:moveTo>
                    <a:pt x="201" y="762613"/>
                  </a:moveTo>
                  <a:lnTo>
                    <a:pt x="201" y="613"/>
                  </a:lnTo>
                </a:path>
              </a:pathLst>
            </a:custGeom>
            <a:noFill/>
            <a:ln w="15875" cap="rnd">
              <a:solidFill>
                <a:schemeClr val="accent1"/>
              </a:solidFill>
              <a:prstDash val="solid"/>
              <a:round/>
            </a:ln>
          </p:spPr>
          <p:txBody>
            <a:bodyPr/>
            <a:lstStyle/>
            <a:p>
              <a:endParaRPr lang="en-GB"/>
            </a:p>
          </p:txBody>
        </p:sp>
        <p:sp>
          <p:nvSpPr>
            <p:cNvPr id="90" name="Freeform: Shape 89">
              <a:extLst>
                <a:ext uri="{FF2B5EF4-FFF2-40B4-BE49-F238E27FC236}">
                  <a16:creationId xmlns:a16="http://schemas.microsoft.com/office/drawing/2014/main" id="{003DADAB-2AB8-EF79-456C-8A3F4749E9B5}"/>
                </a:ext>
              </a:extLst>
            </p:cNvPr>
            <p:cNvSpPr/>
            <p:nvPr/>
          </p:nvSpPr>
          <p:spPr>
            <a:xfrm flipV="1">
              <a:off x="4379911" y="5726112"/>
              <a:ext cx="761999" cy="9525"/>
            </a:xfrm>
            <a:custGeom>
              <a:avLst/>
              <a:gdLst>
                <a:gd name="csX0" fmla="*/ 171 w 761999"/>
                <a:gd name="csY0" fmla="*/ 583 h 9525"/>
                <a:gd name="csX1" fmla="*/ 762171 w 761999"/>
                <a:gd name="csY1" fmla="*/ 583 h 9525"/>
              </a:gdLst>
              <a:ahLst/>
              <a:cxnLst>
                <a:cxn ang="0">
                  <a:pos x="csX0" y="csY0"/>
                </a:cxn>
                <a:cxn ang="0">
                  <a:pos x="csX1" y="csY1"/>
                </a:cxn>
              </a:cxnLst>
              <a:rect l="l" t="t" r="r" b="b"/>
              <a:pathLst>
                <a:path w="761999" h="9525">
                  <a:moveTo>
                    <a:pt x="171" y="583"/>
                  </a:moveTo>
                  <a:lnTo>
                    <a:pt x="762171" y="583"/>
                  </a:lnTo>
                </a:path>
              </a:pathLst>
            </a:custGeom>
            <a:noFill/>
            <a:ln w="15875" cap="rnd">
              <a:solidFill>
                <a:schemeClr val="accent1"/>
              </a:solidFill>
              <a:prstDash val="solid"/>
              <a:round/>
            </a:ln>
          </p:spPr>
          <p:txBody>
            <a:bodyPr/>
            <a:lstStyle/>
            <a:p>
              <a:endParaRPr lang="en-GB"/>
            </a:p>
          </p:txBody>
        </p:sp>
      </p:grpSp>
      <p:sp>
        <p:nvSpPr>
          <p:cNvPr id="11" name="Slide Number Placeholder 10">
            <a:extLst>
              <a:ext uri="{FF2B5EF4-FFF2-40B4-BE49-F238E27FC236}">
                <a16:creationId xmlns:a16="http://schemas.microsoft.com/office/drawing/2014/main" id="{42E999D7-AC7A-F04C-8CF9-40D204D4F9EE}"/>
              </a:ext>
            </a:extLst>
          </p:cNvPr>
          <p:cNvSpPr>
            <a:spLocks noGrp="1"/>
          </p:cNvSpPr>
          <p:nvPr>
            <p:ph type="sldNum" sz="quarter" idx="12"/>
          </p:nvPr>
        </p:nvSpPr>
        <p:spPr/>
        <p:txBody>
          <a:bodyPr/>
          <a:lstStyle/>
          <a:p>
            <a:fld id="{0BE4EC83-A869-464E-AE9F-881796FB085E}" type="slidenum">
              <a:rPr lang="en-US" smtClean="0"/>
              <a:t>81</a:t>
            </a:fld>
            <a:endParaRPr lang="en-US"/>
          </a:p>
        </p:txBody>
      </p:sp>
    </p:spTree>
    <p:extLst>
      <p:ext uri="{BB962C8B-B14F-4D97-AF65-F5344CB8AC3E}">
        <p14:creationId xmlns:p14="http://schemas.microsoft.com/office/powerpoint/2010/main" val="572267343"/>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3347E-2CB4-B3A3-FA7C-34B2B98EDD91}"/>
            </a:ext>
          </a:extLst>
        </p:cNvPr>
        <p:cNvGrpSpPr/>
        <p:nvPr/>
      </p:nvGrpSpPr>
      <p:grpSpPr>
        <a:xfrm>
          <a:off x="0" y="0"/>
          <a:ext cx="0" cy="0"/>
          <a:chOff x="0" y="0"/>
          <a:chExt cx="0" cy="0"/>
        </a:xfrm>
      </p:grpSpPr>
      <p:sp>
        <p:nvSpPr>
          <p:cNvPr id="4" name="Round Same Side Corner Rectangle 3">
            <a:extLst>
              <a:ext uri="{FF2B5EF4-FFF2-40B4-BE49-F238E27FC236}">
                <a16:creationId xmlns:a16="http://schemas.microsoft.com/office/drawing/2014/main" id="{31702BF6-BB77-C00C-391D-1756A5E1B85D}"/>
              </a:ext>
            </a:extLst>
          </p:cNvPr>
          <p:cNvSpPr/>
          <p:nvPr/>
        </p:nvSpPr>
        <p:spPr>
          <a:xfrm>
            <a:off x="838200" y="1748300"/>
            <a:ext cx="10515601" cy="3975167"/>
          </a:xfrm>
          <a:prstGeom prst="round2SameRect">
            <a:avLst>
              <a:gd name="adj1" fmla="val 0"/>
              <a:gd name="adj2" fmla="val 872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Rectangle 95">
            <a:extLst>
              <a:ext uri="{FF2B5EF4-FFF2-40B4-BE49-F238E27FC236}">
                <a16:creationId xmlns:a16="http://schemas.microsoft.com/office/drawing/2014/main" id="{AD327ABE-868F-69DD-1CF5-665EF945AD67}"/>
              </a:ext>
            </a:extLst>
          </p:cNvPr>
          <p:cNvSpPr/>
          <p:nvPr/>
        </p:nvSpPr>
        <p:spPr>
          <a:xfrm>
            <a:off x="1872988" y="3167309"/>
            <a:ext cx="8067780" cy="451821"/>
          </a:xfrm>
          <a:prstGeom prst="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86F223B-5B5C-05C8-30C3-583642E1742F}"/>
              </a:ext>
            </a:extLst>
          </p:cNvPr>
          <p:cNvSpPr>
            <a:spLocks noGrp="1"/>
          </p:cNvSpPr>
          <p:nvPr>
            <p:ph type="title"/>
          </p:nvPr>
        </p:nvSpPr>
        <p:spPr>
          <a:xfrm>
            <a:off x="609601" y="561078"/>
            <a:ext cx="10972800" cy="666261"/>
          </a:xfrm>
        </p:spPr>
        <p:txBody>
          <a:bodyPr/>
          <a:lstStyle/>
          <a:p>
            <a:r>
              <a:rPr lang="ar-EG" dirty="0"/>
              <a:t>مؤشرات الأداء الاستراتيجية للبنية المؤسسية</a:t>
            </a:r>
            <a:endParaRPr lang="en-US" dirty="0"/>
          </a:p>
        </p:txBody>
      </p:sp>
      <p:sp>
        <p:nvSpPr>
          <p:cNvPr id="5" name="Freeform 4">
            <a:extLst>
              <a:ext uri="{FF2B5EF4-FFF2-40B4-BE49-F238E27FC236}">
                <a16:creationId xmlns:a16="http://schemas.microsoft.com/office/drawing/2014/main" id="{2FC083BF-7359-AC83-E6B2-0B7067220A42}"/>
              </a:ext>
            </a:extLst>
          </p:cNvPr>
          <p:cNvSpPr/>
          <p:nvPr/>
        </p:nvSpPr>
        <p:spPr>
          <a:xfrm>
            <a:off x="3433482" y="1618981"/>
            <a:ext cx="3313986" cy="170329"/>
          </a:xfrm>
          <a:custGeom>
            <a:avLst/>
            <a:gdLst>
              <a:gd name="connsiteX0" fmla="*/ 0 w 3313986"/>
              <a:gd name="connsiteY0" fmla="*/ 0 h 170329"/>
              <a:gd name="connsiteX1" fmla="*/ 3313986 w 3313986"/>
              <a:gd name="connsiteY1" fmla="*/ 0 h 170329"/>
              <a:gd name="connsiteX2" fmla="*/ 3313986 w 3313986"/>
              <a:gd name="connsiteY2" fmla="*/ 170329 h 170329"/>
              <a:gd name="connsiteX3" fmla="*/ 149041 w 3313986"/>
              <a:gd name="connsiteY3" fmla="*/ 170329 h 170329"/>
              <a:gd name="connsiteX4" fmla="*/ 0 w 3313986"/>
              <a:gd name="connsiteY4" fmla="*/ 21288 h 170329"/>
              <a:gd name="connsiteX0" fmla="*/ 0 w 3313986"/>
              <a:gd name="connsiteY0" fmla="*/ 12216 h 182545"/>
              <a:gd name="connsiteX1" fmla="*/ 1771564 w 3313986"/>
              <a:gd name="connsiteY1" fmla="*/ 0 h 182545"/>
              <a:gd name="connsiteX2" fmla="*/ 3313986 w 3313986"/>
              <a:gd name="connsiteY2" fmla="*/ 12216 h 182545"/>
              <a:gd name="connsiteX3" fmla="*/ 3313986 w 3313986"/>
              <a:gd name="connsiteY3" fmla="*/ 182545 h 182545"/>
              <a:gd name="connsiteX4" fmla="*/ 149041 w 3313986"/>
              <a:gd name="connsiteY4" fmla="*/ 182545 h 182545"/>
              <a:gd name="connsiteX5" fmla="*/ 0 w 3313986"/>
              <a:gd name="connsiteY5" fmla="*/ 33504 h 182545"/>
              <a:gd name="connsiteX6" fmla="*/ 0 w 3313986"/>
              <a:gd name="connsiteY6" fmla="*/ 12216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6" fmla="*/ 1863004 w 3313986"/>
              <a:gd name="connsiteY6" fmla="*/ 91440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0" fmla="*/ 3313986 w 3313986"/>
              <a:gd name="connsiteY0" fmla="*/ 0 h 170329"/>
              <a:gd name="connsiteX1" fmla="*/ 3313986 w 3313986"/>
              <a:gd name="connsiteY1" fmla="*/ 170329 h 170329"/>
              <a:gd name="connsiteX2" fmla="*/ 149041 w 3313986"/>
              <a:gd name="connsiteY2" fmla="*/ 170329 h 170329"/>
              <a:gd name="connsiteX3" fmla="*/ 0 w 3313986"/>
              <a:gd name="connsiteY3" fmla="*/ 21288 h 170329"/>
              <a:gd name="connsiteX4" fmla="*/ 0 w 3313986"/>
              <a:gd name="connsiteY4" fmla="*/ 0 h 170329"/>
              <a:gd name="connsiteX0" fmla="*/ 3313986 w 3313986"/>
              <a:gd name="connsiteY0" fmla="*/ 170329 h 170329"/>
              <a:gd name="connsiteX1" fmla="*/ 149041 w 3313986"/>
              <a:gd name="connsiteY1" fmla="*/ 170329 h 170329"/>
              <a:gd name="connsiteX2" fmla="*/ 0 w 3313986"/>
              <a:gd name="connsiteY2" fmla="*/ 21288 h 170329"/>
              <a:gd name="connsiteX3" fmla="*/ 0 w 3313986"/>
              <a:gd name="connsiteY3" fmla="*/ 0 h 170329"/>
            </a:gdLst>
            <a:ahLst/>
            <a:cxnLst>
              <a:cxn ang="0">
                <a:pos x="connsiteX0" y="connsiteY0"/>
              </a:cxn>
              <a:cxn ang="0">
                <a:pos x="connsiteX1" y="connsiteY1"/>
              </a:cxn>
              <a:cxn ang="0">
                <a:pos x="connsiteX2" y="connsiteY2"/>
              </a:cxn>
              <a:cxn ang="0">
                <a:pos x="connsiteX3" y="connsiteY3"/>
              </a:cxn>
            </a:cxnLst>
            <a:rect l="l" t="t" r="r" b="b"/>
            <a:pathLst>
              <a:path w="3313986" h="170329">
                <a:moveTo>
                  <a:pt x="3313986" y="170329"/>
                </a:moveTo>
                <a:lnTo>
                  <a:pt x="149041" y="170329"/>
                </a:lnTo>
                <a:cubicBezTo>
                  <a:pt x="66728" y="170329"/>
                  <a:pt x="0" y="103601"/>
                  <a:pt x="0" y="21288"/>
                </a:cubicBezTo>
                <a:lnTo>
                  <a:pt x="0" y="0"/>
                </a:lnTo>
              </a:path>
            </a:pathLst>
          </a:custGeom>
          <a:noFill/>
          <a:ln>
            <a:solidFill>
              <a:schemeClr val="bg1">
                <a:lumMod val="85000"/>
              </a:schemeClr>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eeform 5">
            <a:extLst>
              <a:ext uri="{FF2B5EF4-FFF2-40B4-BE49-F238E27FC236}">
                <a16:creationId xmlns:a16="http://schemas.microsoft.com/office/drawing/2014/main" id="{686A1C76-1CAD-79DB-267B-BCC5C008E0E1}"/>
              </a:ext>
            </a:extLst>
          </p:cNvPr>
          <p:cNvSpPr/>
          <p:nvPr/>
        </p:nvSpPr>
        <p:spPr>
          <a:xfrm flipH="1">
            <a:off x="5596932" y="1737221"/>
            <a:ext cx="3313986" cy="170329"/>
          </a:xfrm>
          <a:custGeom>
            <a:avLst/>
            <a:gdLst>
              <a:gd name="connsiteX0" fmla="*/ 0 w 3313986"/>
              <a:gd name="connsiteY0" fmla="*/ 0 h 170329"/>
              <a:gd name="connsiteX1" fmla="*/ 3313986 w 3313986"/>
              <a:gd name="connsiteY1" fmla="*/ 0 h 170329"/>
              <a:gd name="connsiteX2" fmla="*/ 3313986 w 3313986"/>
              <a:gd name="connsiteY2" fmla="*/ 170329 h 170329"/>
              <a:gd name="connsiteX3" fmla="*/ 149041 w 3313986"/>
              <a:gd name="connsiteY3" fmla="*/ 170329 h 170329"/>
              <a:gd name="connsiteX4" fmla="*/ 0 w 3313986"/>
              <a:gd name="connsiteY4" fmla="*/ 21288 h 170329"/>
              <a:gd name="connsiteX0" fmla="*/ 0 w 3313986"/>
              <a:gd name="connsiteY0" fmla="*/ 12216 h 182545"/>
              <a:gd name="connsiteX1" fmla="*/ 1771564 w 3313986"/>
              <a:gd name="connsiteY1" fmla="*/ 0 h 182545"/>
              <a:gd name="connsiteX2" fmla="*/ 3313986 w 3313986"/>
              <a:gd name="connsiteY2" fmla="*/ 12216 h 182545"/>
              <a:gd name="connsiteX3" fmla="*/ 3313986 w 3313986"/>
              <a:gd name="connsiteY3" fmla="*/ 182545 h 182545"/>
              <a:gd name="connsiteX4" fmla="*/ 149041 w 3313986"/>
              <a:gd name="connsiteY4" fmla="*/ 182545 h 182545"/>
              <a:gd name="connsiteX5" fmla="*/ 0 w 3313986"/>
              <a:gd name="connsiteY5" fmla="*/ 33504 h 182545"/>
              <a:gd name="connsiteX6" fmla="*/ 0 w 3313986"/>
              <a:gd name="connsiteY6" fmla="*/ 12216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6" fmla="*/ 1863004 w 3313986"/>
              <a:gd name="connsiteY6" fmla="*/ 91440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0" fmla="*/ 3313986 w 3313986"/>
              <a:gd name="connsiteY0" fmla="*/ 0 h 170329"/>
              <a:gd name="connsiteX1" fmla="*/ 3313986 w 3313986"/>
              <a:gd name="connsiteY1" fmla="*/ 170329 h 170329"/>
              <a:gd name="connsiteX2" fmla="*/ 149041 w 3313986"/>
              <a:gd name="connsiteY2" fmla="*/ 170329 h 170329"/>
              <a:gd name="connsiteX3" fmla="*/ 0 w 3313986"/>
              <a:gd name="connsiteY3" fmla="*/ 21288 h 170329"/>
              <a:gd name="connsiteX4" fmla="*/ 0 w 3313986"/>
              <a:gd name="connsiteY4" fmla="*/ 0 h 170329"/>
              <a:gd name="connsiteX0" fmla="*/ 3313986 w 3313986"/>
              <a:gd name="connsiteY0" fmla="*/ 170329 h 170329"/>
              <a:gd name="connsiteX1" fmla="*/ 149041 w 3313986"/>
              <a:gd name="connsiteY1" fmla="*/ 170329 h 170329"/>
              <a:gd name="connsiteX2" fmla="*/ 0 w 3313986"/>
              <a:gd name="connsiteY2" fmla="*/ 21288 h 170329"/>
              <a:gd name="connsiteX3" fmla="*/ 0 w 3313986"/>
              <a:gd name="connsiteY3" fmla="*/ 0 h 170329"/>
            </a:gdLst>
            <a:ahLst/>
            <a:cxnLst>
              <a:cxn ang="0">
                <a:pos x="connsiteX0" y="connsiteY0"/>
              </a:cxn>
              <a:cxn ang="0">
                <a:pos x="connsiteX1" y="connsiteY1"/>
              </a:cxn>
              <a:cxn ang="0">
                <a:pos x="connsiteX2" y="connsiteY2"/>
              </a:cxn>
              <a:cxn ang="0">
                <a:pos x="connsiteX3" y="connsiteY3"/>
              </a:cxn>
            </a:cxnLst>
            <a:rect l="l" t="t" r="r" b="b"/>
            <a:pathLst>
              <a:path w="3313986" h="170329">
                <a:moveTo>
                  <a:pt x="3313986" y="170329"/>
                </a:moveTo>
                <a:lnTo>
                  <a:pt x="149041" y="170329"/>
                </a:lnTo>
                <a:cubicBezTo>
                  <a:pt x="66728" y="170329"/>
                  <a:pt x="0" y="103601"/>
                  <a:pt x="0" y="21288"/>
                </a:cubicBezTo>
                <a:lnTo>
                  <a:pt x="0" y="0"/>
                </a:lnTo>
              </a:path>
            </a:pathLst>
          </a:custGeom>
          <a:noFill/>
          <a:ln>
            <a:solidFill>
              <a:schemeClr val="bg1">
                <a:lumMod val="85000"/>
              </a:schemeClr>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ounded Rectangle 6">
            <a:extLst>
              <a:ext uri="{FF2B5EF4-FFF2-40B4-BE49-F238E27FC236}">
                <a16:creationId xmlns:a16="http://schemas.microsoft.com/office/drawing/2014/main" id="{D234A0D5-8870-F30C-7E07-5AC250C91BDD}"/>
              </a:ext>
            </a:extLst>
          </p:cNvPr>
          <p:cNvSpPr/>
          <p:nvPr/>
        </p:nvSpPr>
        <p:spPr>
          <a:xfrm>
            <a:off x="2981661" y="1475899"/>
            <a:ext cx="6228678" cy="688914"/>
          </a:xfrm>
          <a:prstGeom prst="round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ounded Rectangle 7">
            <a:extLst>
              <a:ext uri="{FF2B5EF4-FFF2-40B4-BE49-F238E27FC236}">
                <a16:creationId xmlns:a16="http://schemas.microsoft.com/office/drawing/2014/main" id="{CFB8F3DC-86A4-2618-1695-566E7596A106}"/>
              </a:ext>
            </a:extLst>
          </p:cNvPr>
          <p:cNvSpPr/>
          <p:nvPr/>
        </p:nvSpPr>
        <p:spPr>
          <a:xfrm>
            <a:off x="2981661" y="1287436"/>
            <a:ext cx="6228678" cy="92532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EG" b="1" dirty="0"/>
              <a:t>عدد طلبات المشاريع التي تم مراجعتها من مكتب البنية المؤسسية</a:t>
            </a:r>
            <a:endParaRPr lang="en-US" b="1" dirty="0"/>
          </a:p>
        </p:txBody>
      </p:sp>
      <p:sp>
        <p:nvSpPr>
          <p:cNvPr id="9" name="Title 11">
            <a:extLst>
              <a:ext uri="{FF2B5EF4-FFF2-40B4-BE49-F238E27FC236}">
                <a16:creationId xmlns:a16="http://schemas.microsoft.com/office/drawing/2014/main" id="{57F159BB-4B35-D477-8F3C-AB7E839C0EB7}"/>
              </a:ext>
            </a:extLst>
          </p:cNvPr>
          <p:cNvSpPr txBox="1">
            <a:spLocks/>
          </p:cNvSpPr>
          <p:nvPr/>
        </p:nvSpPr>
        <p:spPr>
          <a:xfrm>
            <a:off x="2949387" y="1565225"/>
            <a:ext cx="6293226" cy="647533"/>
          </a:xfrm>
          <a:prstGeom prst="rect">
            <a:avLst/>
          </a:prstGeom>
        </p:spPr>
        <p:txBody>
          <a:bodyPr anchor="ctr" anchorCtr="0">
            <a:noAutofit/>
          </a:bodyPr>
          <a:lstStyle>
            <a:lvl1pPr algn="r" defTabSz="914400" rtl="1" eaLnBrk="1" latinLnBrk="0" hangingPunct="1">
              <a:lnSpc>
                <a:spcPct val="100000"/>
              </a:lnSpc>
              <a:spcBef>
                <a:spcPct val="0"/>
              </a:spcBef>
              <a:buNone/>
              <a:defRPr sz="3200" b="1" kern="1200">
                <a:solidFill>
                  <a:schemeClr val="accent1">
                    <a:lumMod val="75000"/>
                  </a:schemeClr>
                </a:solidFill>
                <a:latin typeface="+mj-lt"/>
                <a:ea typeface="+mj-ea"/>
                <a:cs typeface="+mj-cs"/>
              </a:defRPr>
            </a:lvl1pPr>
          </a:lstStyle>
          <a:p>
            <a:pPr algn="ctr"/>
            <a:endParaRPr lang="ar-SA" sz="2000" dirty="0">
              <a:solidFill>
                <a:schemeClr val="bg1"/>
              </a:solidFill>
            </a:endParaRPr>
          </a:p>
        </p:txBody>
      </p:sp>
      <p:sp>
        <p:nvSpPr>
          <p:cNvPr id="10" name="Round Same Side Corner Rectangle 9">
            <a:extLst>
              <a:ext uri="{FF2B5EF4-FFF2-40B4-BE49-F238E27FC236}">
                <a16:creationId xmlns:a16="http://schemas.microsoft.com/office/drawing/2014/main" id="{4DCFF82D-A1B3-48F3-3690-AEA610EAD921}"/>
              </a:ext>
            </a:extLst>
          </p:cNvPr>
          <p:cNvSpPr/>
          <p:nvPr/>
        </p:nvSpPr>
        <p:spPr>
          <a:xfrm>
            <a:off x="5385860" y="1287437"/>
            <a:ext cx="1420280" cy="281048"/>
          </a:xfrm>
          <a:prstGeom prst="round2SameRect">
            <a:avLst>
              <a:gd name="adj1" fmla="val 0"/>
              <a:gd name="adj2" fmla="val 50000"/>
            </a:avLst>
          </a:prstGeom>
          <a:solidFill>
            <a:schemeClr val="bg1"/>
          </a:solidFill>
          <a:effectLst>
            <a:outerShdw blurRad="50800" dist="25400" dir="5400000" sx="97000" sy="97000" algn="t" rotWithShape="0">
              <a:prstClr val="black">
                <a:alpha val="20000"/>
              </a:prstClr>
            </a:outerShdw>
          </a:effectLst>
        </p:spPr>
        <p:txBody>
          <a:bodyPr wrap="none" tIns="0" bIns="45720">
            <a:noAutofit/>
          </a:bodyPr>
          <a:lstStyle/>
          <a:p>
            <a:pPr lvl="0" algn="ctr" rtl="1"/>
            <a:r>
              <a:rPr lang="en-US" b="1" dirty="0">
                <a:solidFill>
                  <a:schemeClr val="accent1"/>
                </a:solidFill>
              </a:rPr>
              <a:t>EASKPI10</a:t>
            </a:r>
            <a:endParaRPr lang="ar-EG" b="1" dirty="0">
              <a:solidFill>
                <a:schemeClr val="accent1"/>
              </a:solidFill>
            </a:endParaRPr>
          </a:p>
        </p:txBody>
      </p:sp>
      <p:sp>
        <p:nvSpPr>
          <p:cNvPr id="79" name="Rectangle 78">
            <a:extLst>
              <a:ext uri="{FF2B5EF4-FFF2-40B4-BE49-F238E27FC236}">
                <a16:creationId xmlns:a16="http://schemas.microsoft.com/office/drawing/2014/main" id="{C4BB97FC-B91D-18AF-57AA-39CF2C32AF48}"/>
              </a:ext>
            </a:extLst>
          </p:cNvPr>
          <p:cNvSpPr/>
          <p:nvPr/>
        </p:nvSpPr>
        <p:spPr>
          <a:xfrm>
            <a:off x="1872988" y="2510775"/>
            <a:ext cx="8067780" cy="451821"/>
          </a:xfrm>
          <a:prstGeom prst="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92" name="Table 91">
            <a:extLst>
              <a:ext uri="{FF2B5EF4-FFF2-40B4-BE49-F238E27FC236}">
                <a16:creationId xmlns:a16="http://schemas.microsoft.com/office/drawing/2014/main" id="{9208E423-51E2-4DE0-EF55-1271FCC9BA98}"/>
              </a:ext>
            </a:extLst>
          </p:cNvPr>
          <p:cNvGraphicFramePr>
            <a:graphicFrameLocks noGrp="1"/>
          </p:cNvGraphicFramePr>
          <p:nvPr/>
        </p:nvGraphicFramePr>
        <p:xfrm>
          <a:off x="1113853" y="2293250"/>
          <a:ext cx="9964294" cy="1827936"/>
        </p:xfrm>
        <a:graphic>
          <a:graphicData uri="http://schemas.openxmlformats.org/drawingml/2006/table">
            <a:tbl>
              <a:tblPr firstRow="1" bandRow="1">
                <a:tableStyleId>{5C22544A-7EE6-4342-B048-85BDC9FD1C3A}</a:tableStyleId>
              </a:tblPr>
              <a:tblGrid>
                <a:gridCol w="8543322">
                  <a:extLst>
                    <a:ext uri="{9D8B030D-6E8A-4147-A177-3AD203B41FA5}">
                      <a16:colId xmlns:a16="http://schemas.microsoft.com/office/drawing/2014/main" val="1922650772"/>
                    </a:ext>
                  </a:extLst>
                </a:gridCol>
                <a:gridCol w="1420972">
                  <a:extLst>
                    <a:ext uri="{9D8B030D-6E8A-4147-A177-3AD203B41FA5}">
                      <a16:colId xmlns:a16="http://schemas.microsoft.com/office/drawing/2014/main" val="831415739"/>
                    </a:ext>
                  </a:extLst>
                </a:gridCol>
              </a:tblGrid>
              <a:tr h="456984">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baseline="0" dirty="0">
                          <a:solidFill>
                            <a:schemeClr val="accent1"/>
                          </a:solidFill>
                          <a:latin typeface="Sakkal Majalla" panose="02000000000000000000" pitchFamily="2" charset="-78"/>
                          <a:ea typeface="+mn-ea"/>
                          <a:cs typeface="Sakkal Majalla" panose="02000000000000000000" pitchFamily="2" charset="-78"/>
                        </a:rPr>
                        <a:t>المواءمة الاستراتيجية</a:t>
                      </a:r>
                      <a:endParaRPr lang="ar-EG" sz="1400" b="1" kern="1200" baseline="0" dirty="0">
                        <a:solidFill>
                          <a:schemeClr val="accent1"/>
                        </a:solidFill>
                        <a:latin typeface="Sakkal Majalla" panose="02000000000000000000" pitchFamily="2" charset="-78"/>
                        <a:ea typeface="+mn-ea"/>
                        <a:cs typeface="Sakkal Majalla" panose="02000000000000000000" pitchFamily="2" charset="-7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الهدف الاستراتيجي</a:t>
                      </a:r>
                      <a:endParaRPr lang="en-US"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4060515"/>
                  </a:ext>
                </a:extLst>
              </a:tr>
              <a:tr h="456984">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يقيس مدى مواءمة طلبات المشاريع الرقمية مع الأهداف الاستراتيجية للهيئة قبل الاعتماد، بناءً على تقييم المواءمة ومعايير القبول.</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وصف المؤشر</a:t>
                      </a:r>
                      <a:endParaRPr lang="en-US"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577636"/>
                  </a:ext>
                </a:extLst>
              </a:tr>
              <a:tr h="456984">
                <a:tc>
                  <a:txBody>
                    <a:bodyPr/>
                    <a:lstStyle/>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عدد طلبات المشاريع التي تم مراجعتها من مكتب البنية المؤسسية</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معادلة الاحتساب</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6671549"/>
                  </a:ext>
                </a:extLst>
              </a:tr>
              <a:tr h="456984">
                <a:tc>
                  <a:txBody>
                    <a:bodyPr/>
                    <a:lstStyle/>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مكتب البنية المؤسسية </a:t>
                      </a:r>
                      <a:r>
                        <a:rPr lang="en-US" sz="1400" b="1" kern="1200" baseline="0" dirty="0">
                          <a:solidFill>
                            <a:schemeClr val="accent1"/>
                          </a:solidFill>
                          <a:latin typeface="Sakkal Majalla" panose="02000000000000000000" pitchFamily="2" charset="-78"/>
                          <a:ea typeface="+mn-ea"/>
                          <a:cs typeface="Sakkal Majalla" panose="02000000000000000000" pitchFamily="2" charset="-78"/>
                        </a:rPr>
                        <a:t>)</a:t>
                      </a:r>
                      <a:r>
                        <a:rPr lang="ar-SA" sz="1400" b="1" kern="1200" baseline="0" dirty="0">
                          <a:solidFill>
                            <a:schemeClr val="accent1"/>
                          </a:solidFill>
                          <a:latin typeface="Sakkal Majalla" panose="02000000000000000000" pitchFamily="2" charset="-78"/>
                          <a:ea typeface="+mn-ea"/>
                          <a:cs typeface="Sakkal Majalla" panose="02000000000000000000" pitchFamily="2" charset="-78"/>
                        </a:rPr>
                        <a:t>نماذج طلبات المشاريع + نتائج تقييم المواءمة</a:t>
                      </a:r>
                      <a:r>
                        <a:rPr lang="en-US" sz="1400" b="1" kern="1200" baseline="0" dirty="0">
                          <a:solidFill>
                            <a:schemeClr val="accent1"/>
                          </a:solidFill>
                          <a:latin typeface="Sakkal Majalla" panose="02000000000000000000" pitchFamily="2" charset="-78"/>
                          <a:ea typeface="+mn-ea"/>
                          <a:cs typeface="Sakkal Majalla" panose="02000000000000000000" pitchFamily="2" charset="-78"/>
                        </a:rPr>
                        <a:t>PMO+(</a:t>
                      </a:r>
                      <a:endParaRPr lang="ar-EG" sz="1400" b="1" kern="1200" baseline="0" dirty="0">
                        <a:solidFill>
                          <a:schemeClr val="accent1"/>
                        </a:solidFill>
                        <a:latin typeface="Sakkal Majalla" panose="02000000000000000000" pitchFamily="2" charset="-78"/>
                        <a:ea typeface="+mn-ea"/>
                        <a:cs typeface="Sakkal Majalla" panose="02000000000000000000" pitchFamily="2" charset="-7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مصدر البيانات</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578273"/>
                  </a:ext>
                </a:extLst>
              </a:tr>
            </a:tbl>
          </a:graphicData>
        </a:graphic>
      </p:graphicFrame>
      <p:sp>
        <p:nvSpPr>
          <p:cNvPr id="38" name="Rounded Rectangle 40">
            <a:extLst>
              <a:ext uri="{FF2B5EF4-FFF2-40B4-BE49-F238E27FC236}">
                <a16:creationId xmlns:a16="http://schemas.microsoft.com/office/drawing/2014/main" id="{DE4B57E5-8BA8-454A-DCF2-B897D455E8CD}"/>
              </a:ext>
            </a:extLst>
          </p:cNvPr>
          <p:cNvSpPr/>
          <p:nvPr/>
        </p:nvSpPr>
        <p:spPr>
          <a:xfrm>
            <a:off x="2166134"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Box 38">
            <a:extLst>
              <a:ext uri="{FF2B5EF4-FFF2-40B4-BE49-F238E27FC236}">
                <a16:creationId xmlns:a16="http://schemas.microsoft.com/office/drawing/2014/main" id="{0E2B8B00-FEFD-7790-AD64-639A88F2E8CA}"/>
              </a:ext>
            </a:extLst>
          </p:cNvPr>
          <p:cNvSpPr txBox="1"/>
          <p:nvPr/>
        </p:nvSpPr>
        <p:spPr>
          <a:xfrm>
            <a:off x="1962748"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المستهدف</a:t>
            </a:r>
          </a:p>
        </p:txBody>
      </p:sp>
      <p:grpSp>
        <p:nvGrpSpPr>
          <p:cNvPr id="40" name="Group 39">
            <a:extLst>
              <a:ext uri="{FF2B5EF4-FFF2-40B4-BE49-F238E27FC236}">
                <a16:creationId xmlns:a16="http://schemas.microsoft.com/office/drawing/2014/main" id="{80B09BD0-22FF-9228-CC3E-0EE705A82939}"/>
              </a:ext>
            </a:extLst>
          </p:cNvPr>
          <p:cNvGrpSpPr>
            <a:grpSpLocks noChangeAspect="1"/>
          </p:cNvGrpSpPr>
          <p:nvPr/>
        </p:nvGrpSpPr>
        <p:grpSpPr>
          <a:xfrm>
            <a:off x="8926404" y="4690821"/>
            <a:ext cx="243890" cy="242732"/>
            <a:chOff x="2501900" y="457201"/>
            <a:chExt cx="1674813" cy="1666876"/>
          </a:xfrm>
          <a:solidFill>
            <a:schemeClr val="accent1"/>
          </a:solidFill>
        </p:grpSpPr>
        <p:sp>
          <p:nvSpPr>
            <p:cNvPr id="43" name="Freeform 5">
              <a:extLst>
                <a:ext uri="{FF2B5EF4-FFF2-40B4-BE49-F238E27FC236}">
                  <a16:creationId xmlns:a16="http://schemas.microsoft.com/office/drawing/2014/main" id="{54EE0E07-4969-138D-53A3-945D4D8A7606}"/>
                </a:ext>
              </a:extLst>
            </p:cNvPr>
            <p:cNvSpPr>
              <a:spLocks/>
            </p:cNvSpPr>
            <p:nvPr/>
          </p:nvSpPr>
          <p:spPr bwMode="auto">
            <a:xfrm>
              <a:off x="2857500" y="457201"/>
              <a:ext cx="130175" cy="273050"/>
            </a:xfrm>
            <a:custGeom>
              <a:avLst/>
              <a:gdLst>
                <a:gd name="T0" fmla="*/ 0 w 350"/>
                <a:gd name="T1" fmla="*/ 367 h 734"/>
                <a:gd name="T2" fmla="*/ 0 w 350"/>
                <a:gd name="T3" fmla="*/ 734 h 734"/>
                <a:gd name="T4" fmla="*/ 175 w 350"/>
                <a:gd name="T5" fmla="*/ 734 h 734"/>
                <a:gd name="T6" fmla="*/ 350 w 350"/>
                <a:gd name="T7" fmla="*/ 734 h 734"/>
                <a:gd name="T8" fmla="*/ 350 w 350"/>
                <a:gd name="T9" fmla="*/ 367 h 734"/>
                <a:gd name="T10" fmla="*/ 350 w 350"/>
                <a:gd name="T11" fmla="*/ 0 h 734"/>
                <a:gd name="T12" fmla="*/ 175 w 350"/>
                <a:gd name="T13" fmla="*/ 0 h 734"/>
                <a:gd name="T14" fmla="*/ 0 w 350"/>
                <a:gd name="T15" fmla="*/ 0 h 734"/>
                <a:gd name="T16" fmla="*/ 0 w 350"/>
                <a:gd name="T17" fmla="*/ 367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734">
                  <a:moveTo>
                    <a:pt x="0" y="367"/>
                  </a:moveTo>
                  <a:lnTo>
                    <a:pt x="0" y="734"/>
                  </a:lnTo>
                  <a:lnTo>
                    <a:pt x="175" y="734"/>
                  </a:lnTo>
                  <a:lnTo>
                    <a:pt x="350" y="734"/>
                  </a:lnTo>
                  <a:lnTo>
                    <a:pt x="350" y="367"/>
                  </a:lnTo>
                  <a:lnTo>
                    <a:pt x="350" y="0"/>
                  </a:lnTo>
                  <a:lnTo>
                    <a:pt x="175" y="0"/>
                  </a:lnTo>
                  <a:lnTo>
                    <a:pt x="0" y="0"/>
                  </a:lnTo>
                  <a:lnTo>
                    <a:pt x="0" y="3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4" name="Freeform 6">
              <a:extLst>
                <a:ext uri="{FF2B5EF4-FFF2-40B4-BE49-F238E27FC236}">
                  <a16:creationId xmlns:a16="http://schemas.microsoft.com/office/drawing/2014/main" id="{7140BF71-FB19-49EB-287D-F2BEA1A55D53}"/>
                </a:ext>
              </a:extLst>
            </p:cNvPr>
            <p:cNvSpPr>
              <a:spLocks/>
            </p:cNvSpPr>
            <p:nvPr/>
          </p:nvSpPr>
          <p:spPr bwMode="auto">
            <a:xfrm>
              <a:off x="3690938" y="457201"/>
              <a:ext cx="136525" cy="273050"/>
            </a:xfrm>
            <a:custGeom>
              <a:avLst/>
              <a:gdLst>
                <a:gd name="T0" fmla="*/ 0 w 367"/>
                <a:gd name="T1" fmla="*/ 367 h 734"/>
                <a:gd name="T2" fmla="*/ 0 w 367"/>
                <a:gd name="T3" fmla="*/ 734 h 734"/>
                <a:gd name="T4" fmla="*/ 184 w 367"/>
                <a:gd name="T5" fmla="*/ 734 h 734"/>
                <a:gd name="T6" fmla="*/ 367 w 367"/>
                <a:gd name="T7" fmla="*/ 734 h 734"/>
                <a:gd name="T8" fmla="*/ 367 w 367"/>
                <a:gd name="T9" fmla="*/ 367 h 734"/>
                <a:gd name="T10" fmla="*/ 367 w 367"/>
                <a:gd name="T11" fmla="*/ 0 h 734"/>
                <a:gd name="T12" fmla="*/ 184 w 367"/>
                <a:gd name="T13" fmla="*/ 0 h 734"/>
                <a:gd name="T14" fmla="*/ 0 w 367"/>
                <a:gd name="T15" fmla="*/ 0 h 734"/>
                <a:gd name="T16" fmla="*/ 0 w 367"/>
                <a:gd name="T17" fmla="*/ 367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734">
                  <a:moveTo>
                    <a:pt x="0" y="367"/>
                  </a:moveTo>
                  <a:lnTo>
                    <a:pt x="0" y="734"/>
                  </a:lnTo>
                  <a:lnTo>
                    <a:pt x="184" y="734"/>
                  </a:lnTo>
                  <a:lnTo>
                    <a:pt x="367" y="734"/>
                  </a:lnTo>
                  <a:lnTo>
                    <a:pt x="367" y="367"/>
                  </a:lnTo>
                  <a:lnTo>
                    <a:pt x="367" y="0"/>
                  </a:lnTo>
                  <a:lnTo>
                    <a:pt x="184" y="0"/>
                  </a:lnTo>
                  <a:lnTo>
                    <a:pt x="0" y="0"/>
                  </a:lnTo>
                  <a:lnTo>
                    <a:pt x="0" y="3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5" name="Freeform 24">
              <a:extLst>
                <a:ext uri="{FF2B5EF4-FFF2-40B4-BE49-F238E27FC236}">
                  <a16:creationId xmlns:a16="http://schemas.microsoft.com/office/drawing/2014/main" id="{E4982A51-1D95-400E-E82E-A87D79D3A51F}"/>
                </a:ext>
              </a:extLst>
            </p:cNvPr>
            <p:cNvSpPr>
              <a:spLocks noEditPoints="1"/>
            </p:cNvSpPr>
            <p:nvPr/>
          </p:nvSpPr>
          <p:spPr bwMode="auto">
            <a:xfrm>
              <a:off x="2501900" y="661989"/>
              <a:ext cx="1674813" cy="1462088"/>
            </a:xfrm>
            <a:custGeom>
              <a:avLst/>
              <a:gdLst>
                <a:gd name="T0" fmla="*/ 0 w 4483"/>
                <a:gd name="T1" fmla="*/ 475 h 3917"/>
                <a:gd name="T2" fmla="*/ 0 w 4483"/>
                <a:gd name="T3" fmla="*/ 950 h 3917"/>
                <a:gd name="T4" fmla="*/ 92 w 4483"/>
                <a:gd name="T5" fmla="*/ 950 h 3917"/>
                <a:gd name="T6" fmla="*/ 183 w 4483"/>
                <a:gd name="T7" fmla="*/ 950 h 3917"/>
                <a:gd name="T8" fmla="*/ 183 w 4483"/>
                <a:gd name="T9" fmla="*/ 2434 h 3917"/>
                <a:gd name="T10" fmla="*/ 183 w 4483"/>
                <a:gd name="T11" fmla="*/ 3917 h 3917"/>
                <a:gd name="T12" fmla="*/ 2242 w 4483"/>
                <a:gd name="T13" fmla="*/ 3917 h 3917"/>
                <a:gd name="T14" fmla="*/ 4300 w 4483"/>
                <a:gd name="T15" fmla="*/ 3917 h 3917"/>
                <a:gd name="T16" fmla="*/ 4300 w 4483"/>
                <a:gd name="T17" fmla="*/ 2434 h 3917"/>
                <a:gd name="T18" fmla="*/ 4300 w 4483"/>
                <a:gd name="T19" fmla="*/ 950 h 3917"/>
                <a:gd name="T20" fmla="*/ 4392 w 4483"/>
                <a:gd name="T21" fmla="*/ 950 h 3917"/>
                <a:gd name="T22" fmla="*/ 4483 w 4483"/>
                <a:gd name="T23" fmla="*/ 950 h 3917"/>
                <a:gd name="T24" fmla="*/ 4483 w 4483"/>
                <a:gd name="T25" fmla="*/ 475 h 3917"/>
                <a:gd name="T26" fmla="*/ 4483 w 4483"/>
                <a:gd name="T27" fmla="*/ 0 h 3917"/>
                <a:gd name="T28" fmla="*/ 4117 w 4483"/>
                <a:gd name="T29" fmla="*/ 0 h 3917"/>
                <a:gd name="T30" fmla="*/ 3752 w 4483"/>
                <a:gd name="T31" fmla="*/ 0 h 3917"/>
                <a:gd name="T32" fmla="*/ 3747 w 4483"/>
                <a:gd name="T33" fmla="*/ 187 h 3917"/>
                <a:gd name="T34" fmla="*/ 3742 w 4483"/>
                <a:gd name="T35" fmla="*/ 375 h 3917"/>
                <a:gd name="T36" fmla="*/ 3363 w 4483"/>
                <a:gd name="T37" fmla="*/ 380 h 3917"/>
                <a:gd name="T38" fmla="*/ 2983 w 4483"/>
                <a:gd name="T39" fmla="*/ 384 h 3917"/>
                <a:gd name="T40" fmla="*/ 2983 w 4483"/>
                <a:gd name="T41" fmla="*/ 192 h 3917"/>
                <a:gd name="T42" fmla="*/ 2983 w 4483"/>
                <a:gd name="T43" fmla="*/ 0 h 3917"/>
                <a:gd name="T44" fmla="*/ 2242 w 4483"/>
                <a:gd name="T45" fmla="*/ 0 h 3917"/>
                <a:gd name="T46" fmla="*/ 1502 w 4483"/>
                <a:gd name="T47" fmla="*/ 0 h 3917"/>
                <a:gd name="T48" fmla="*/ 1497 w 4483"/>
                <a:gd name="T49" fmla="*/ 187 h 3917"/>
                <a:gd name="T50" fmla="*/ 1492 w 4483"/>
                <a:gd name="T51" fmla="*/ 375 h 3917"/>
                <a:gd name="T52" fmla="*/ 1117 w 4483"/>
                <a:gd name="T53" fmla="*/ 375 h 3917"/>
                <a:gd name="T54" fmla="*/ 742 w 4483"/>
                <a:gd name="T55" fmla="*/ 375 h 3917"/>
                <a:gd name="T56" fmla="*/ 737 w 4483"/>
                <a:gd name="T57" fmla="*/ 187 h 3917"/>
                <a:gd name="T58" fmla="*/ 732 w 4483"/>
                <a:gd name="T59" fmla="*/ 0 h 3917"/>
                <a:gd name="T60" fmla="*/ 367 w 4483"/>
                <a:gd name="T61" fmla="*/ 0 h 3917"/>
                <a:gd name="T62" fmla="*/ 0 w 4483"/>
                <a:gd name="T63" fmla="*/ 0 h 3917"/>
                <a:gd name="T64" fmla="*/ 0 w 4483"/>
                <a:gd name="T65" fmla="*/ 475 h 3917"/>
                <a:gd name="T66" fmla="*/ 3917 w 4483"/>
                <a:gd name="T67" fmla="*/ 2250 h 3917"/>
                <a:gd name="T68" fmla="*/ 3917 w 4483"/>
                <a:gd name="T69" fmla="*/ 3567 h 3917"/>
                <a:gd name="T70" fmla="*/ 2238 w 4483"/>
                <a:gd name="T71" fmla="*/ 3564 h 3917"/>
                <a:gd name="T72" fmla="*/ 558 w 4483"/>
                <a:gd name="T73" fmla="*/ 3559 h 3917"/>
                <a:gd name="T74" fmla="*/ 553 w 4483"/>
                <a:gd name="T75" fmla="*/ 2245 h 3917"/>
                <a:gd name="T76" fmla="*/ 550 w 4483"/>
                <a:gd name="T77" fmla="*/ 934 h 3917"/>
                <a:gd name="T78" fmla="*/ 2233 w 4483"/>
                <a:gd name="T79" fmla="*/ 934 h 3917"/>
                <a:gd name="T80" fmla="*/ 3917 w 4483"/>
                <a:gd name="T81" fmla="*/ 934 h 3917"/>
                <a:gd name="T82" fmla="*/ 3917 w 4483"/>
                <a:gd name="T83" fmla="*/ 2250 h 3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483" h="3917">
                  <a:moveTo>
                    <a:pt x="0" y="475"/>
                  </a:moveTo>
                  <a:lnTo>
                    <a:pt x="0" y="950"/>
                  </a:lnTo>
                  <a:lnTo>
                    <a:pt x="92" y="950"/>
                  </a:lnTo>
                  <a:lnTo>
                    <a:pt x="183" y="950"/>
                  </a:lnTo>
                  <a:lnTo>
                    <a:pt x="183" y="2434"/>
                  </a:lnTo>
                  <a:lnTo>
                    <a:pt x="183" y="3917"/>
                  </a:lnTo>
                  <a:lnTo>
                    <a:pt x="2242" y="3917"/>
                  </a:lnTo>
                  <a:lnTo>
                    <a:pt x="4300" y="3917"/>
                  </a:lnTo>
                  <a:lnTo>
                    <a:pt x="4300" y="2434"/>
                  </a:lnTo>
                  <a:lnTo>
                    <a:pt x="4300" y="950"/>
                  </a:lnTo>
                  <a:lnTo>
                    <a:pt x="4392" y="950"/>
                  </a:lnTo>
                  <a:lnTo>
                    <a:pt x="4483" y="950"/>
                  </a:lnTo>
                  <a:lnTo>
                    <a:pt x="4483" y="475"/>
                  </a:lnTo>
                  <a:lnTo>
                    <a:pt x="4483" y="0"/>
                  </a:lnTo>
                  <a:lnTo>
                    <a:pt x="4117" y="0"/>
                  </a:lnTo>
                  <a:lnTo>
                    <a:pt x="3752" y="0"/>
                  </a:lnTo>
                  <a:lnTo>
                    <a:pt x="3747" y="187"/>
                  </a:lnTo>
                  <a:lnTo>
                    <a:pt x="3742" y="375"/>
                  </a:lnTo>
                  <a:lnTo>
                    <a:pt x="3363" y="380"/>
                  </a:lnTo>
                  <a:lnTo>
                    <a:pt x="2983" y="384"/>
                  </a:lnTo>
                  <a:lnTo>
                    <a:pt x="2983" y="192"/>
                  </a:lnTo>
                  <a:lnTo>
                    <a:pt x="2983" y="0"/>
                  </a:lnTo>
                  <a:lnTo>
                    <a:pt x="2242" y="0"/>
                  </a:lnTo>
                  <a:lnTo>
                    <a:pt x="1502" y="0"/>
                  </a:lnTo>
                  <a:lnTo>
                    <a:pt x="1497" y="187"/>
                  </a:lnTo>
                  <a:lnTo>
                    <a:pt x="1492" y="375"/>
                  </a:lnTo>
                  <a:lnTo>
                    <a:pt x="1117" y="375"/>
                  </a:lnTo>
                  <a:lnTo>
                    <a:pt x="742" y="375"/>
                  </a:lnTo>
                  <a:lnTo>
                    <a:pt x="737" y="187"/>
                  </a:lnTo>
                  <a:lnTo>
                    <a:pt x="732" y="0"/>
                  </a:lnTo>
                  <a:lnTo>
                    <a:pt x="367" y="0"/>
                  </a:lnTo>
                  <a:lnTo>
                    <a:pt x="0" y="0"/>
                  </a:lnTo>
                  <a:lnTo>
                    <a:pt x="0" y="475"/>
                  </a:lnTo>
                  <a:close/>
                  <a:moveTo>
                    <a:pt x="3917" y="2250"/>
                  </a:moveTo>
                  <a:lnTo>
                    <a:pt x="3917" y="3567"/>
                  </a:lnTo>
                  <a:lnTo>
                    <a:pt x="2238" y="3564"/>
                  </a:lnTo>
                  <a:lnTo>
                    <a:pt x="558" y="3559"/>
                  </a:lnTo>
                  <a:lnTo>
                    <a:pt x="553" y="2245"/>
                  </a:lnTo>
                  <a:lnTo>
                    <a:pt x="550" y="934"/>
                  </a:lnTo>
                  <a:lnTo>
                    <a:pt x="2233" y="934"/>
                  </a:lnTo>
                  <a:lnTo>
                    <a:pt x="3917" y="934"/>
                  </a:lnTo>
                  <a:lnTo>
                    <a:pt x="3917" y="22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6" name="Freeform 25">
              <a:extLst>
                <a:ext uri="{FF2B5EF4-FFF2-40B4-BE49-F238E27FC236}">
                  <a16:creationId xmlns:a16="http://schemas.microsoft.com/office/drawing/2014/main" id="{54BD9839-F978-DDD6-297A-BB1CCC35C226}"/>
                </a:ext>
              </a:extLst>
            </p:cNvPr>
            <p:cNvSpPr>
              <a:spLocks/>
            </p:cNvSpPr>
            <p:nvPr/>
          </p:nvSpPr>
          <p:spPr bwMode="auto">
            <a:xfrm>
              <a:off x="2857500" y="1154114"/>
              <a:ext cx="130175" cy="136525"/>
            </a:xfrm>
            <a:custGeom>
              <a:avLst/>
              <a:gdLst>
                <a:gd name="T0" fmla="*/ 0 w 350"/>
                <a:gd name="T1" fmla="*/ 183 h 367"/>
                <a:gd name="T2" fmla="*/ 0 w 350"/>
                <a:gd name="T3" fmla="*/ 367 h 367"/>
                <a:gd name="T4" fmla="*/ 175 w 350"/>
                <a:gd name="T5" fmla="*/ 367 h 367"/>
                <a:gd name="T6" fmla="*/ 350 w 350"/>
                <a:gd name="T7" fmla="*/ 367 h 367"/>
                <a:gd name="T8" fmla="*/ 350 w 350"/>
                <a:gd name="T9" fmla="*/ 183 h 367"/>
                <a:gd name="T10" fmla="*/ 350 w 350"/>
                <a:gd name="T11" fmla="*/ 0 h 367"/>
                <a:gd name="T12" fmla="*/ 175 w 350"/>
                <a:gd name="T13" fmla="*/ 0 h 367"/>
                <a:gd name="T14" fmla="*/ 0 w 350"/>
                <a:gd name="T15" fmla="*/ 0 h 367"/>
                <a:gd name="T16" fmla="*/ 0 w 350"/>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67">
                  <a:moveTo>
                    <a:pt x="0" y="183"/>
                  </a:moveTo>
                  <a:lnTo>
                    <a:pt x="0" y="367"/>
                  </a:lnTo>
                  <a:lnTo>
                    <a:pt x="175" y="367"/>
                  </a:lnTo>
                  <a:lnTo>
                    <a:pt x="350" y="367"/>
                  </a:lnTo>
                  <a:lnTo>
                    <a:pt x="350" y="183"/>
                  </a:lnTo>
                  <a:lnTo>
                    <a:pt x="350" y="0"/>
                  </a:lnTo>
                  <a:lnTo>
                    <a:pt x="175"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7" name="Freeform 26">
              <a:extLst>
                <a:ext uri="{FF2B5EF4-FFF2-40B4-BE49-F238E27FC236}">
                  <a16:creationId xmlns:a16="http://schemas.microsoft.com/office/drawing/2014/main" id="{77997980-6417-8B4B-61E9-915C9030CA52}"/>
                </a:ext>
              </a:extLst>
            </p:cNvPr>
            <p:cNvSpPr>
              <a:spLocks/>
            </p:cNvSpPr>
            <p:nvPr/>
          </p:nvSpPr>
          <p:spPr bwMode="auto">
            <a:xfrm>
              <a:off x="3130550"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8" name="Freeform 27">
              <a:extLst>
                <a:ext uri="{FF2B5EF4-FFF2-40B4-BE49-F238E27FC236}">
                  <a16:creationId xmlns:a16="http://schemas.microsoft.com/office/drawing/2014/main" id="{723998EA-B723-9D53-2D76-F69569FAB33A}"/>
                </a:ext>
              </a:extLst>
            </p:cNvPr>
            <p:cNvSpPr>
              <a:spLocks/>
            </p:cNvSpPr>
            <p:nvPr/>
          </p:nvSpPr>
          <p:spPr bwMode="auto">
            <a:xfrm>
              <a:off x="3411538"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9" name="Freeform 28">
              <a:extLst>
                <a:ext uri="{FF2B5EF4-FFF2-40B4-BE49-F238E27FC236}">
                  <a16:creationId xmlns:a16="http://schemas.microsoft.com/office/drawing/2014/main" id="{407A0252-967A-76E6-AEF6-A78175C3BB8B}"/>
                </a:ext>
              </a:extLst>
            </p:cNvPr>
            <p:cNvSpPr>
              <a:spLocks/>
            </p:cNvSpPr>
            <p:nvPr/>
          </p:nvSpPr>
          <p:spPr bwMode="auto">
            <a:xfrm>
              <a:off x="3690938"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0" name="Freeform 29">
              <a:extLst>
                <a:ext uri="{FF2B5EF4-FFF2-40B4-BE49-F238E27FC236}">
                  <a16:creationId xmlns:a16="http://schemas.microsoft.com/office/drawing/2014/main" id="{EB656E3B-A962-3EF5-2854-BE29C03482A0}"/>
                </a:ext>
              </a:extLst>
            </p:cNvPr>
            <p:cNvSpPr>
              <a:spLocks/>
            </p:cNvSpPr>
            <p:nvPr/>
          </p:nvSpPr>
          <p:spPr bwMode="auto">
            <a:xfrm>
              <a:off x="2857500" y="1427164"/>
              <a:ext cx="130175" cy="142875"/>
            </a:xfrm>
            <a:custGeom>
              <a:avLst/>
              <a:gdLst>
                <a:gd name="T0" fmla="*/ 0 w 350"/>
                <a:gd name="T1" fmla="*/ 192 h 384"/>
                <a:gd name="T2" fmla="*/ 0 w 350"/>
                <a:gd name="T3" fmla="*/ 384 h 384"/>
                <a:gd name="T4" fmla="*/ 175 w 350"/>
                <a:gd name="T5" fmla="*/ 384 h 384"/>
                <a:gd name="T6" fmla="*/ 350 w 350"/>
                <a:gd name="T7" fmla="*/ 384 h 384"/>
                <a:gd name="T8" fmla="*/ 350 w 350"/>
                <a:gd name="T9" fmla="*/ 192 h 384"/>
                <a:gd name="T10" fmla="*/ 350 w 350"/>
                <a:gd name="T11" fmla="*/ 0 h 384"/>
                <a:gd name="T12" fmla="*/ 175 w 350"/>
                <a:gd name="T13" fmla="*/ 0 h 384"/>
                <a:gd name="T14" fmla="*/ 0 w 350"/>
                <a:gd name="T15" fmla="*/ 0 h 384"/>
                <a:gd name="T16" fmla="*/ 0 w 350"/>
                <a:gd name="T17"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84">
                  <a:moveTo>
                    <a:pt x="0" y="192"/>
                  </a:moveTo>
                  <a:lnTo>
                    <a:pt x="0" y="384"/>
                  </a:lnTo>
                  <a:lnTo>
                    <a:pt x="175" y="384"/>
                  </a:lnTo>
                  <a:lnTo>
                    <a:pt x="350" y="384"/>
                  </a:lnTo>
                  <a:lnTo>
                    <a:pt x="350" y="192"/>
                  </a:lnTo>
                  <a:lnTo>
                    <a:pt x="350" y="0"/>
                  </a:lnTo>
                  <a:lnTo>
                    <a:pt x="175" y="0"/>
                  </a:lnTo>
                  <a:lnTo>
                    <a:pt x="0" y="0"/>
                  </a:lnTo>
                  <a:lnTo>
                    <a:pt x="0"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1" name="Freeform 30">
              <a:extLst>
                <a:ext uri="{FF2B5EF4-FFF2-40B4-BE49-F238E27FC236}">
                  <a16:creationId xmlns:a16="http://schemas.microsoft.com/office/drawing/2014/main" id="{8AEA9251-E210-98ED-E557-CB55AC82C5CA}"/>
                </a:ext>
              </a:extLst>
            </p:cNvPr>
            <p:cNvSpPr>
              <a:spLocks/>
            </p:cNvSpPr>
            <p:nvPr/>
          </p:nvSpPr>
          <p:spPr bwMode="auto">
            <a:xfrm>
              <a:off x="3132138" y="1427164"/>
              <a:ext cx="134938" cy="142875"/>
            </a:xfrm>
            <a:custGeom>
              <a:avLst/>
              <a:gdLst>
                <a:gd name="T0" fmla="*/ 4 w 364"/>
                <a:gd name="T1" fmla="*/ 22 h 385"/>
                <a:gd name="T2" fmla="*/ 2 w 364"/>
                <a:gd name="T3" fmla="*/ 40 h 385"/>
                <a:gd name="T4" fmla="*/ 0 w 364"/>
                <a:gd name="T5" fmla="*/ 142 h 385"/>
                <a:gd name="T6" fmla="*/ 1 w 364"/>
                <a:gd name="T7" fmla="*/ 210 h 385"/>
                <a:gd name="T8" fmla="*/ 6 w 364"/>
                <a:gd name="T9" fmla="*/ 375 h 385"/>
                <a:gd name="T10" fmla="*/ 186 w 364"/>
                <a:gd name="T11" fmla="*/ 380 h 385"/>
                <a:gd name="T12" fmla="*/ 364 w 364"/>
                <a:gd name="T13" fmla="*/ 385 h 385"/>
                <a:gd name="T14" fmla="*/ 364 w 364"/>
                <a:gd name="T15" fmla="*/ 192 h 385"/>
                <a:gd name="T16" fmla="*/ 364 w 364"/>
                <a:gd name="T17" fmla="*/ 0 h 385"/>
                <a:gd name="T18" fmla="*/ 189 w 364"/>
                <a:gd name="T19" fmla="*/ 0 h 385"/>
                <a:gd name="T20" fmla="*/ 102 w 364"/>
                <a:gd name="T21" fmla="*/ 1 h 385"/>
                <a:gd name="T22" fmla="*/ 30 w 364"/>
                <a:gd name="T23" fmla="*/ 8 h 385"/>
                <a:gd name="T24" fmla="*/ 8 w 364"/>
                <a:gd name="T25" fmla="*/ 16 h 385"/>
                <a:gd name="T26" fmla="*/ 4 w 364"/>
                <a:gd name="T27" fmla="*/ 22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385">
                  <a:moveTo>
                    <a:pt x="4" y="22"/>
                  </a:moveTo>
                  <a:lnTo>
                    <a:pt x="2" y="40"/>
                  </a:lnTo>
                  <a:lnTo>
                    <a:pt x="0" y="142"/>
                  </a:lnTo>
                  <a:lnTo>
                    <a:pt x="1" y="210"/>
                  </a:lnTo>
                  <a:lnTo>
                    <a:pt x="6" y="375"/>
                  </a:lnTo>
                  <a:lnTo>
                    <a:pt x="186" y="380"/>
                  </a:lnTo>
                  <a:lnTo>
                    <a:pt x="364" y="385"/>
                  </a:lnTo>
                  <a:lnTo>
                    <a:pt x="364" y="192"/>
                  </a:lnTo>
                  <a:lnTo>
                    <a:pt x="364" y="0"/>
                  </a:lnTo>
                  <a:lnTo>
                    <a:pt x="189" y="0"/>
                  </a:lnTo>
                  <a:lnTo>
                    <a:pt x="102" y="1"/>
                  </a:lnTo>
                  <a:lnTo>
                    <a:pt x="30" y="8"/>
                  </a:lnTo>
                  <a:lnTo>
                    <a:pt x="8" y="16"/>
                  </a:lnTo>
                  <a:lnTo>
                    <a:pt x="4"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2" name="Freeform 31">
              <a:extLst>
                <a:ext uri="{FF2B5EF4-FFF2-40B4-BE49-F238E27FC236}">
                  <a16:creationId xmlns:a16="http://schemas.microsoft.com/office/drawing/2014/main" id="{F028B711-4876-2ADA-5611-AFEDE1756398}"/>
                </a:ext>
              </a:extLst>
            </p:cNvPr>
            <p:cNvSpPr>
              <a:spLocks/>
            </p:cNvSpPr>
            <p:nvPr/>
          </p:nvSpPr>
          <p:spPr bwMode="auto">
            <a:xfrm>
              <a:off x="3411538" y="1428751"/>
              <a:ext cx="136525" cy="141288"/>
            </a:xfrm>
            <a:custGeom>
              <a:avLst/>
              <a:gdLst>
                <a:gd name="T0" fmla="*/ 12 w 369"/>
                <a:gd name="T1" fmla="*/ 7 h 381"/>
                <a:gd name="T2" fmla="*/ 7 w 369"/>
                <a:gd name="T3" fmla="*/ 22 h 381"/>
                <a:gd name="T4" fmla="*/ 1 w 369"/>
                <a:gd name="T5" fmla="*/ 127 h 381"/>
                <a:gd name="T6" fmla="*/ 0 w 369"/>
                <a:gd name="T7" fmla="*/ 201 h 381"/>
                <a:gd name="T8" fmla="*/ 0 w 369"/>
                <a:gd name="T9" fmla="*/ 381 h 381"/>
                <a:gd name="T10" fmla="*/ 184 w 369"/>
                <a:gd name="T11" fmla="*/ 381 h 381"/>
                <a:gd name="T12" fmla="*/ 369 w 369"/>
                <a:gd name="T13" fmla="*/ 381 h 381"/>
                <a:gd name="T14" fmla="*/ 364 w 369"/>
                <a:gd name="T15" fmla="*/ 192 h 381"/>
                <a:gd name="T16" fmla="*/ 359 w 369"/>
                <a:gd name="T17" fmla="*/ 6 h 381"/>
                <a:gd name="T18" fmla="*/ 190 w 369"/>
                <a:gd name="T19" fmla="*/ 1 h 381"/>
                <a:gd name="T20" fmla="*/ 123 w 369"/>
                <a:gd name="T21" fmla="*/ 0 h 381"/>
                <a:gd name="T22" fmla="*/ 26 w 369"/>
                <a:gd name="T23" fmla="*/ 3 h 381"/>
                <a:gd name="T24" fmla="*/ 12 w 369"/>
                <a:gd name="T25" fmla="*/ 7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381">
                  <a:moveTo>
                    <a:pt x="12" y="7"/>
                  </a:moveTo>
                  <a:lnTo>
                    <a:pt x="7" y="22"/>
                  </a:lnTo>
                  <a:lnTo>
                    <a:pt x="1" y="127"/>
                  </a:lnTo>
                  <a:lnTo>
                    <a:pt x="0" y="201"/>
                  </a:lnTo>
                  <a:lnTo>
                    <a:pt x="0" y="381"/>
                  </a:lnTo>
                  <a:lnTo>
                    <a:pt x="184" y="381"/>
                  </a:lnTo>
                  <a:lnTo>
                    <a:pt x="369" y="381"/>
                  </a:lnTo>
                  <a:lnTo>
                    <a:pt x="364" y="192"/>
                  </a:lnTo>
                  <a:lnTo>
                    <a:pt x="359" y="6"/>
                  </a:lnTo>
                  <a:lnTo>
                    <a:pt x="190" y="1"/>
                  </a:lnTo>
                  <a:lnTo>
                    <a:pt x="123" y="0"/>
                  </a:lnTo>
                  <a:lnTo>
                    <a:pt x="26" y="3"/>
                  </a:lnTo>
                  <a:lnTo>
                    <a:pt x="1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6" name="Freeform 32">
              <a:extLst>
                <a:ext uri="{FF2B5EF4-FFF2-40B4-BE49-F238E27FC236}">
                  <a16:creationId xmlns:a16="http://schemas.microsoft.com/office/drawing/2014/main" id="{52C102AE-C6BD-D2CD-0A70-19D74ADDEF86}"/>
                </a:ext>
              </a:extLst>
            </p:cNvPr>
            <p:cNvSpPr>
              <a:spLocks/>
            </p:cNvSpPr>
            <p:nvPr/>
          </p:nvSpPr>
          <p:spPr bwMode="auto">
            <a:xfrm>
              <a:off x="3690938" y="1427164"/>
              <a:ext cx="133350" cy="142875"/>
            </a:xfrm>
            <a:custGeom>
              <a:avLst/>
              <a:gdLst>
                <a:gd name="T0" fmla="*/ 0 w 359"/>
                <a:gd name="T1" fmla="*/ 193 h 386"/>
                <a:gd name="T2" fmla="*/ 0 w 359"/>
                <a:gd name="T3" fmla="*/ 386 h 386"/>
                <a:gd name="T4" fmla="*/ 180 w 359"/>
                <a:gd name="T5" fmla="*/ 381 h 386"/>
                <a:gd name="T6" fmla="*/ 359 w 359"/>
                <a:gd name="T7" fmla="*/ 376 h 386"/>
                <a:gd name="T8" fmla="*/ 359 w 359"/>
                <a:gd name="T9" fmla="*/ 193 h 386"/>
                <a:gd name="T10" fmla="*/ 359 w 359"/>
                <a:gd name="T11" fmla="*/ 10 h 386"/>
                <a:gd name="T12" fmla="*/ 180 w 359"/>
                <a:gd name="T13" fmla="*/ 5 h 386"/>
                <a:gd name="T14" fmla="*/ 0 w 359"/>
                <a:gd name="T15" fmla="*/ 0 h 386"/>
                <a:gd name="T16" fmla="*/ 0 w 359"/>
                <a:gd name="T17" fmla="*/ 193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9" h="386">
                  <a:moveTo>
                    <a:pt x="0" y="193"/>
                  </a:moveTo>
                  <a:lnTo>
                    <a:pt x="0" y="386"/>
                  </a:lnTo>
                  <a:lnTo>
                    <a:pt x="180" y="381"/>
                  </a:lnTo>
                  <a:lnTo>
                    <a:pt x="359" y="376"/>
                  </a:lnTo>
                  <a:lnTo>
                    <a:pt x="359" y="193"/>
                  </a:lnTo>
                  <a:lnTo>
                    <a:pt x="359" y="10"/>
                  </a:lnTo>
                  <a:lnTo>
                    <a:pt x="180" y="5"/>
                  </a:lnTo>
                  <a:lnTo>
                    <a:pt x="0" y="0"/>
                  </a:lnTo>
                  <a:lnTo>
                    <a:pt x="0"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7" name="Freeform 33">
              <a:extLst>
                <a:ext uri="{FF2B5EF4-FFF2-40B4-BE49-F238E27FC236}">
                  <a16:creationId xmlns:a16="http://schemas.microsoft.com/office/drawing/2014/main" id="{6C3D7F20-8E0A-98B3-7612-821B88DFD05A}"/>
                </a:ext>
              </a:extLst>
            </p:cNvPr>
            <p:cNvSpPr>
              <a:spLocks/>
            </p:cNvSpPr>
            <p:nvPr/>
          </p:nvSpPr>
          <p:spPr bwMode="auto">
            <a:xfrm>
              <a:off x="2857500" y="1706564"/>
              <a:ext cx="130175" cy="142875"/>
            </a:xfrm>
            <a:custGeom>
              <a:avLst/>
              <a:gdLst>
                <a:gd name="T0" fmla="*/ 0 w 350"/>
                <a:gd name="T1" fmla="*/ 192 h 384"/>
                <a:gd name="T2" fmla="*/ 0 w 350"/>
                <a:gd name="T3" fmla="*/ 384 h 384"/>
                <a:gd name="T4" fmla="*/ 175 w 350"/>
                <a:gd name="T5" fmla="*/ 384 h 384"/>
                <a:gd name="T6" fmla="*/ 350 w 350"/>
                <a:gd name="T7" fmla="*/ 384 h 384"/>
                <a:gd name="T8" fmla="*/ 350 w 350"/>
                <a:gd name="T9" fmla="*/ 192 h 384"/>
                <a:gd name="T10" fmla="*/ 350 w 350"/>
                <a:gd name="T11" fmla="*/ 0 h 384"/>
                <a:gd name="T12" fmla="*/ 175 w 350"/>
                <a:gd name="T13" fmla="*/ 0 h 384"/>
                <a:gd name="T14" fmla="*/ 0 w 350"/>
                <a:gd name="T15" fmla="*/ 0 h 384"/>
                <a:gd name="T16" fmla="*/ 0 w 350"/>
                <a:gd name="T17"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84">
                  <a:moveTo>
                    <a:pt x="0" y="192"/>
                  </a:moveTo>
                  <a:lnTo>
                    <a:pt x="0" y="384"/>
                  </a:lnTo>
                  <a:lnTo>
                    <a:pt x="175" y="384"/>
                  </a:lnTo>
                  <a:lnTo>
                    <a:pt x="350" y="384"/>
                  </a:lnTo>
                  <a:lnTo>
                    <a:pt x="350" y="192"/>
                  </a:lnTo>
                  <a:lnTo>
                    <a:pt x="350" y="0"/>
                  </a:lnTo>
                  <a:lnTo>
                    <a:pt x="175" y="0"/>
                  </a:lnTo>
                  <a:lnTo>
                    <a:pt x="0" y="0"/>
                  </a:lnTo>
                  <a:lnTo>
                    <a:pt x="0"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8" name="Freeform 34">
              <a:extLst>
                <a:ext uri="{FF2B5EF4-FFF2-40B4-BE49-F238E27FC236}">
                  <a16:creationId xmlns:a16="http://schemas.microsoft.com/office/drawing/2014/main" id="{B789539E-1538-6475-5A83-3BD6C64835DB}"/>
                </a:ext>
              </a:extLst>
            </p:cNvPr>
            <p:cNvSpPr>
              <a:spLocks/>
            </p:cNvSpPr>
            <p:nvPr/>
          </p:nvSpPr>
          <p:spPr bwMode="auto">
            <a:xfrm>
              <a:off x="3132138" y="1706564"/>
              <a:ext cx="134938" cy="144463"/>
            </a:xfrm>
            <a:custGeom>
              <a:avLst/>
              <a:gdLst>
                <a:gd name="T0" fmla="*/ 4 w 364"/>
                <a:gd name="T1" fmla="*/ 22 h 385"/>
                <a:gd name="T2" fmla="*/ 2 w 364"/>
                <a:gd name="T3" fmla="*/ 40 h 385"/>
                <a:gd name="T4" fmla="*/ 0 w 364"/>
                <a:gd name="T5" fmla="*/ 142 h 385"/>
                <a:gd name="T6" fmla="*/ 1 w 364"/>
                <a:gd name="T7" fmla="*/ 210 h 385"/>
                <a:gd name="T8" fmla="*/ 6 w 364"/>
                <a:gd name="T9" fmla="*/ 375 h 385"/>
                <a:gd name="T10" fmla="*/ 186 w 364"/>
                <a:gd name="T11" fmla="*/ 380 h 385"/>
                <a:gd name="T12" fmla="*/ 364 w 364"/>
                <a:gd name="T13" fmla="*/ 385 h 385"/>
                <a:gd name="T14" fmla="*/ 364 w 364"/>
                <a:gd name="T15" fmla="*/ 192 h 385"/>
                <a:gd name="T16" fmla="*/ 364 w 364"/>
                <a:gd name="T17" fmla="*/ 0 h 385"/>
                <a:gd name="T18" fmla="*/ 189 w 364"/>
                <a:gd name="T19" fmla="*/ 0 h 385"/>
                <a:gd name="T20" fmla="*/ 102 w 364"/>
                <a:gd name="T21" fmla="*/ 1 h 385"/>
                <a:gd name="T22" fmla="*/ 30 w 364"/>
                <a:gd name="T23" fmla="*/ 8 h 385"/>
                <a:gd name="T24" fmla="*/ 8 w 364"/>
                <a:gd name="T25" fmla="*/ 16 h 385"/>
                <a:gd name="T26" fmla="*/ 4 w 364"/>
                <a:gd name="T27" fmla="*/ 22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385">
                  <a:moveTo>
                    <a:pt x="4" y="22"/>
                  </a:moveTo>
                  <a:lnTo>
                    <a:pt x="2" y="40"/>
                  </a:lnTo>
                  <a:lnTo>
                    <a:pt x="0" y="142"/>
                  </a:lnTo>
                  <a:lnTo>
                    <a:pt x="1" y="210"/>
                  </a:lnTo>
                  <a:lnTo>
                    <a:pt x="6" y="375"/>
                  </a:lnTo>
                  <a:lnTo>
                    <a:pt x="186" y="380"/>
                  </a:lnTo>
                  <a:lnTo>
                    <a:pt x="364" y="385"/>
                  </a:lnTo>
                  <a:lnTo>
                    <a:pt x="364" y="192"/>
                  </a:lnTo>
                  <a:lnTo>
                    <a:pt x="364" y="0"/>
                  </a:lnTo>
                  <a:lnTo>
                    <a:pt x="189" y="0"/>
                  </a:lnTo>
                  <a:lnTo>
                    <a:pt x="102" y="1"/>
                  </a:lnTo>
                  <a:lnTo>
                    <a:pt x="30" y="8"/>
                  </a:lnTo>
                  <a:lnTo>
                    <a:pt x="8" y="16"/>
                  </a:lnTo>
                  <a:lnTo>
                    <a:pt x="4"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9" name="Freeform 35">
              <a:extLst>
                <a:ext uri="{FF2B5EF4-FFF2-40B4-BE49-F238E27FC236}">
                  <a16:creationId xmlns:a16="http://schemas.microsoft.com/office/drawing/2014/main" id="{0EE9B64D-03D7-A609-65B4-E28791FDB163}"/>
                </a:ext>
              </a:extLst>
            </p:cNvPr>
            <p:cNvSpPr>
              <a:spLocks/>
            </p:cNvSpPr>
            <p:nvPr/>
          </p:nvSpPr>
          <p:spPr bwMode="auto">
            <a:xfrm>
              <a:off x="3409950" y="1706564"/>
              <a:ext cx="138113" cy="139700"/>
            </a:xfrm>
            <a:custGeom>
              <a:avLst/>
              <a:gdLst>
                <a:gd name="T0" fmla="*/ 5 w 370"/>
                <a:gd name="T1" fmla="*/ 187 h 375"/>
                <a:gd name="T2" fmla="*/ 10 w 370"/>
                <a:gd name="T3" fmla="*/ 375 h 375"/>
                <a:gd name="T4" fmla="*/ 185 w 370"/>
                <a:gd name="T5" fmla="*/ 375 h 375"/>
                <a:gd name="T6" fmla="*/ 360 w 370"/>
                <a:gd name="T7" fmla="*/ 375 h 375"/>
                <a:gd name="T8" fmla="*/ 365 w 370"/>
                <a:gd name="T9" fmla="*/ 187 h 375"/>
                <a:gd name="T10" fmla="*/ 370 w 370"/>
                <a:gd name="T11" fmla="*/ 0 h 375"/>
                <a:gd name="T12" fmla="*/ 185 w 370"/>
                <a:gd name="T13" fmla="*/ 0 h 375"/>
                <a:gd name="T14" fmla="*/ 0 w 370"/>
                <a:gd name="T15" fmla="*/ 0 h 375"/>
                <a:gd name="T16" fmla="*/ 5 w 370"/>
                <a:gd name="T17" fmla="*/ 187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0" h="375">
                  <a:moveTo>
                    <a:pt x="5" y="187"/>
                  </a:moveTo>
                  <a:lnTo>
                    <a:pt x="10" y="375"/>
                  </a:lnTo>
                  <a:lnTo>
                    <a:pt x="185" y="375"/>
                  </a:lnTo>
                  <a:lnTo>
                    <a:pt x="360" y="375"/>
                  </a:lnTo>
                  <a:lnTo>
                    <a:pt x="365" y="187"/>
                  </a:lnTo>
                  <a:lnTo>
                    <a:pt x="370" y="0"/>
                  </a:lnTo>
                  <a:lnTo>
                    <a:pt x="185" y="0"/>
                  </a:lnTo>
                  <a:lnTo>
                    <a:pt x="0" y="0"/>
                  </a:lnTo>
                  <a:lnTo>
                    <a:pt x="5" y="1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36">
              <a:extLst>
                <a:ext uri="{FF2B5EF4-FFF2-40B4-BE49-F238E27FC236}">
                  <a16:creationId xmlns:a16="http://schemas.microsoft.com/office/drawing/2014/main" id="{9A6D8244-F3F9-A65E-8475-895D224950E4}"/>
                </a:ext>
              </a:extLst>
            </p:cNvPr>
            <p:cNvSpPr>
              <a:spLocks/>
            </p:cNvSpPr>
            <p:nvPr/>
          </p:nvSpPr>
          <p:spPr bwMode="auto">
            <a:xfrm>
              <a:off x="3690938" y="1706564"/>
              <a:ext cx="133350" cy="144463"/>
            </a:xfrm>
            <a:custGeom>
              <a:avLst/>
              <a:gdLst>
                <a:gd name="T0" fmla="*/ 0 w 359"/>
                <a:gd name="T1" fmla="*/ 193 h 386"/>
                <a:gd name="T2" fmla="*/ 0 w 359"/>
                <a:gd name="T3" fmla="*/ 386 h 386"/>
                <a:gd name="T4" fmla="*/ 180 w 359"/>
                <a:gd name="T5" fmla="*/ 381 h 386"/>
                <a:gd name="T6" fmla="*/ 359 w 359"/>
                <a:gd name="T7" fmla="*/ 376 h 386"/>
                <a:gd name="T8" fmla="*/ 359 w 359"/>
                <a:gd name="T9" fmla="*/ 193 h 386"/>
                <a:gd name="T10" fmla="*/ 359 w 359"/>
                <a:gd name="T11" fmla="*/ 10 h 386"/>
                <a:gd name="T12" fmla="*/ 180 w 359"/>
                <a:gd name="T13" fmla="*/ 5 h 386"/>
                <a:gd name="T14" fmla="*/ 0 w 359"/>
                <a:gd name="T15" fmla="*/ 0 h 386"/>
                <a:gd name="T16" fmla="*/ 0 w 359"/>
                <a:gd name="T17" fmla="*/ 193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9" h="386">
                  <a:moveTo>
                    <a:pt x="0" y="193"/>
                  </a:moveTo>
                  <a:lnTo>
                    <a:pt x="0" y="386"/>
                  </a:lnTo>
                  <a:lnTo>
                    <a:pt x="180" y="381"/>
                  </a:lnTo>
                  <a:lnTo>
                    <a:pt x="359" y="376"/>
                  </a:lnTo>
                  <a:lnTo>
                    <a:pt x="359" y="193"/>
                  </a:lnTo>
                  <a:lnTo>
                    <a:pt x="359" y="10"/>
                  </a:lnTo>
                  <a:lnTo>
                    <a:pt x="180" y="5"/>
                  </a:lnTo>
                  <a:lnTo>
                    <a:pt x="0" y="0"/>
                  </a:lnTo>
                  <a:lnTo>
                    <a:pt x="0"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61" name="Rounded Rectangle 52">
            <a:extLst>
              <a:ext uri="{FF2B5EF4-FFF2-40B4-BE49-F238E27FC236}">
                <a16:creationId xmlns:a16="http://schemas.microsoft.com/office/drawing/2014/main" id="{97122E27-8C40-804A-BE3F-3846967CB60D}"/>
              </a:ext>
            </a:extLst>
          </p:cNvPr>
          <p:cNvSpPr/>
          <p:nvPr/>
        </p:nvSpPr>
        <p:spPr>
          <a:xfrm>
            <a:off x="8687103"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TextBox 61">
            <a:extLst>
              <a:ext uri="{FF2B5EF4-FFF2-40B4-BE49-F238E27FC236}">
                <a16:creationId xmlns:a16="http://schemas.microsoft.com/office/drawing/2014/main" id="{8D197F48-062A-6D7A-FE39-E359F579636E}"/>
              </a:ext>
            </a:extLst>
          </p:cNvPr>
          <p:cNvSpPr txBox="1"/>
          <p:nvPr/>
        </p:nvSpPr>
        <p:spPr>
          <a:xfrm>
            <a:off x="8483717"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دورية القياس</a:t>
            </a:r>
          </a:p>
        </p:txBody>
      </p:sp>
      <p:sp>
        <p:nvSpPr>
          <p:cNvPr id="63" name="TextBox 62">
            <a:extLst>
              <a:ext uri="{FF2B5EF4-FFF2-40B4-BE49-F238E27FC236}">
                <a16:creationId xmlns:a16="http://schemas.microsoft.com/office/drawing/2014/main" id="{2CF1C631-9A30-AD49-6C26-3AB466391A65}"/>
              </a:ext>
            </a:extLst>
          </p:cNvPr>
          <p:cNvSpPr txBox="1"/>
          <p:nvPr/>
        </p:nvSpPr>
        <p:spPr>
          <a:xfrm>
            <a:off x="8565694" y="4947797"/>
            <a:ext cx="965308" cy="338554"/>
          </a:xfrm>
          <a:prstGeom prst="rect">
            <a:avLst/>
          </a:prstGeom>
          <a:noFill/>
        </p:spPr>
        <p:txBody>
          <a:bodyPr wrap="square" rtlCol="0">
            <a:spAutoFit/>
          </a:bodyPr>
          <a:lstStyle/>
          <a:p>
            <a:pPr algn="ctr"/>
            <a:r>
              <a:rPr lang="ar-EG" sz="1600" b="1" dirty="0">
                <a:solidFill>
                  <a:schemeClr val="accent1"/>
                </a:solidFill>
              </a:rPr>
              <a:t>ربع سنوي</a:t>
            </a:r>
          </a:p>
        </p:txBody>
      </p:sp>
      <p:sp>
        <p:nvSpPr>
          <p:cNvPr id="64" name="Rounded Rectangle 29">
            <a:extLst>
              <a:ext uri="{FF2B5EF4-FFF2-40B4-BE49-F238E27FC236}">
                <a16:creationId xmlns:a16="http://schemas.microsoft.com/office/drawing/2014/main" id="{5D4772F1-37D5-7FAB-AF12-91014BE30775}"/>
              </a:ext>
            </a:extLst>
          </p:cNvPr>
          <p:cNvSpPr/>
          <p:nvPr/>
        </p:nvSpPr>
        <p:spPr>
          <a:xfrm>
            <a:off x="4908728"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TextBox 64">
            <a:extLst>
              <a:ext uri="{FF2B5EF4-FFF2-40B4-BE49-F238E27FC236}">
                <a16:creationId xmlns:a16="http://schemas.microsoft.com/office/drawing/2014/main" id="{54FE6F97-78E7-954F-9F0E-75C202C26F6B}"/>
              </a:ext>
            </a:extLst>
          </p:cNvPr>
          <p:cNvSpPr txBox="1"/>
          <p:nvPr/>
        </p:nvSpPr>
        <p:spPr>
          <a:xfrm>
            <a:off x="4705342"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وحدة القياس</a:t>
            </a:r>
          </a:p>
        </p:txBody>
      </p:sp>
      <p:sp>
        <p:nvSpPr>
          <p:cNvPr id="66" name="TextBox 65">
            <a:extLst>
              <a:ext uri="{FF2B5EF4-FFF2-40B4-BE49-F238E27FC236}">
                <a16:creationId xmlns:a16="http://schemas.microsoft.com/office/drawing/2014/main" id="{CC6E41B2-CB9B-5782-87AB-F4AAF7D64417}"/>
              </a:ext>
            </a:extLst>
          </p:cNvPr>
          <p:cNvSpPr txBox="1"/>
          <p:nvPr/>
        </p:nvSpPr>
        <p:spPr>
          <a:xfrm>
            <a:off x="4787319" y="4947797"/>
            <a:ext cx="965308" cy="338554"/>
          </a:xfrm>
          <a:prstGeom prst="rect">
            <a:avLst/>
          </a:prstGeom>
          <a:noFill/>
        </p:spPr>
        <p:txBody>
          <a:bodyPr wrap="square" rtlCol="0">
            <a:spAutoFit/>
          </a:bodyPr>
          <a:lstStyle/>
          <a:p>
            <a:pPr algn="ctr"/>
            <a:r>
              <a:rPr lang="ar-EG" sz="1600" b="1" dirty="0">
                <a:solidFill>
                  <a:schemeClr val="accent1"/>
                </a:solidFill>
              </a:rPr>
              <a:t>عدد</a:t>
            </a:r>
          </a:p>
        </p:txBody>
      </p:sp>
      <p:sp>
        <p:nvSpPr>
          <p:cNvPr id="67" name="Rounded Rectangle 10">
            <a:extLst>
              <a:ext uri="{FF2B5EF4-FFF2-40B4-BE49-F238E27FC236}">
                <a16:creationId xmlns:a16="http://schemas.microsoft.com/office/drawing/2014/main" id="{8C2321DA-68AB-0471-1904-5912FCD7D353}"/>
              </a:ext>
            </a:extLst>
          </p:cNvPr>
          <p:cNvSpPr/>
          <p:nvPr/>
        </p:nvSpPr>
        <p:spPr>
          <a:xfrm>
            <a:off x="6797916"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TextBox 67">
            <a:extLst>
              <a:ext uri="{FF2B5EF4-FFF2-40B4-BE49-F238E27FC236}">
                <a16:creationId xmlns:a16="http://schemas.microsoft.com/office/drawing/2014/main" id="{20CCCED7-E07A-C813-872B-02C8750CEF3D}"/>
              </a:ext>
            </a:extLst>
          </p:cNvPr>
          <p:cNvSpPr txBox="1"/>
          <p:nvPr/>
        </p:nvSpPr>
        <p:spPr>
          <a:xfrm>
            <a:off x="6594530"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قطبية القياس</a:t>
            </a:r>
          </a:p>
        </p:txBody>
      </p:sp>
      <p:sp>
        <p:nvSpPr>
          <p:cNvPr id="69" name="TextBox 68">
            <a:extLst>
              <a:ext uri="{FF2B5EF4-FFF2-40B4-BE49-F238E27FC236}">
                <a16:creationId xmlns:a16="http://schemas.microsoft.com/office/drawing/2014/main" id="{0BE2E0EE-F31C-DF4B-CBFF-D15E64AAB4AB}"/>
              </a:ext>
            </a:extLst>
          </p:cNvPr>
          <p:cNvSpPr txBox="1"/>
          <p:nvPr/>
        </p:nvSpPr>
        <p:spPr>
          <a:xfrm>
            <a:off x="6676507" y="4947797"/>
            <a:ext cx="965308" cy="338554"/>
          </a:xfrm>
          <a:prstGeom prst="rect">
            <a:avLst/>
          </a:prstGeom>
          <a:noFill/>
        </p:spPr>
        <p:txBody>
          <a:bodyPr wrap="square" rtlCol="0">
            <a:spAutoFit/>
          </a:bodyPr>
          <a:lstStyle/>
          <a:p>
            <a:pPr algn="ctr"/>
            <a:r>
              <a:rPr lang="ar-EG" sz="1600" b="1" dirty="0">
                <a:solidFill>
                  <a:schemeClr val="accent1"/>
                </a:solidFill>
              </a:rPr>
              <a:t>تصاعدي</a:t>
            </a:r>
            <a:endParaRPr lang="en-US" sz="1600" b="1" dirty="0">
              <a:solidFill>
                <a:schemeClr val="accent1"/>
              </a:solidFill>
            </a:endParaRPr>
          </a:p>
        </p:txBody>
      </p:sp>
      <p:graphicFrame>
        <p:nvGraphicFramePr>
          <p:cNvPr id="70" name="Table 69">
            <a:extLst>
              <a:ext uri="{FF2B5EF4-FFF2-40B4-BE49-F238E27FC236}">
                <a16:creationId xmlns:a16="http://schemas.microsoft.com/office/drawing/2014/main" id="{ED1D82CC-6B99-C6C5-CA44-55CF59EFB294}"/>
              </a:ext>
            </a:extLst>
          </p:cNvPr>
          <p:cNvGraphicFramePr>
            <a:graphicFrameLocks noGrp="1"/>
          </p:cNvGraphicFramePr>
          <p:nvPr/>
        </p:nvGraphicFramePr>
        <p:xfrm>
          <a:off x="1109342" y="4676797"/>
          <a:ext cx="2836074" cy="487680"/>
        </p:xfrm>
        <a:graphic>
          <a:graphicData uri="http://schemas.openxmlformats.org/drawingml/2006/table">
            <a:tbl>
              <a:tblPr firstRow="1" bandRow="1">
                <a:tableStyleId>{5C22544A-7EE6-4342-B048-85BDC9FD1C3A}</a:tableStyleId>
              </a:tblPr>
              <a:tblGrid>
                <a:gridCol w="945358">
                  <a:extLst>
                    <a:ext uri="{9D8B030D-6E8A-4147-A177-3AD203B41FA5}">
                      <a16:colId xmlns:a16="http://schemas.microsoft.com/office/drawing/2014/main" val="3314942607"/>
                    </a:ext>
                  </a:extLst>
                </a:gridCol>
                <a:gridCol w="945358">
                  <a:extLst>
                    <a:ext uri="{9D8B030D-6E8A-4147-A177-3AD203B41FA5}">
                      <a16:colId xmlns:a16="http://schemas.microsoft.com/office/drawing/2014/main" val="2694643210"/>
                    </a:ext>
                  </a:extLst>
                </a:gridCol>
                <a:gridCol w="945358">
                  <a:extLst>
                    <a:ext uri="{9D8B030D-6E8A-4147-A177-3AD203B41FA5}">
                      <a16:colId xmlns:a16="http://schemas.microsoft.com/office/drawing/2014/main" val="1867350649"/>
                    </a:ext>
                  </a:extLst>
                </a:gridCol>
              </a:tblGrid>
              <a:tr h="0">
                <a:tc>
                  <a:txBody>
                    <a:bodyPr/>
                    <a:lstStyle/>
                    <a:p>
                      <a:pPr algn="ctr" rtl="1"/>
                      <a:r>
                        <a:rPr lang="en-US" sz="1600" b="1" baseline="0" dirty="0">
                          <a:solidFill>
                            <a:schemeClr val="accent1">
                              <a:lumMod val="50000"/>
                            </a:schemeClr>
                          </a:solidFill>
                          <a:latin typeface="Sakkal Majalla" panose="02000000000000000000" pitchFamily="2" charset="-78"/>
                          <a:cs typeface="Sakkal Majalla" panose="02000000000000000000" pitchFamily="2" charset="-78"/>
                        </a:rPr>
                        <a:t>2028</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rtl="1"/>
                      <a:r>
                        <a:rPr lang="ar-EG" sz="1600" b="1" baseline="0" dirty="0">
                          <a:solidFill>
                            <a:schemeClr val="accent1">
                              <a:lumMod val="50000"/>
                            </a:schemeClr>
                          </a:solidFill>
                          <a:latin typeface="Sakkal Majalla" panose="02000000000000000000" pitchFamily="2" charset="-78"/>
                          <a:cs typeface="Sakkal Majalla" panose="02000000000000000000" pitchFamily="2" charset="-78"/>
                        </a:rPr>
                        <a:t>2027</a:t>
                      </a:r>
                      <a:endParaRPr lang="en-US" sz="1600" b="1" baseline="0" dirty="0">
                        <a:solidFill>
                          <a:schemeClr val="accent1">
                            <a:lumMod val="50000"/>
                          </a:schemeClr>
                        </a:solidFill>
                        <a:latin typeface="Sakkal Majalla" panose="02000000000000000000" pitchFamily="2" charset="-78"/>
                        <a:cs typeface="Sakkal Majalla" panose="02000000000000000000" pitchFamily="2" charset="-78"/>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rtl="1"/>
                      <a:r>
                        <a:rPr lang="ar-EG" sz="1600" b="1" baseline="0" dirty="0">
                          <a:solidFill>
                            <a:schemeClr val="accent1">
                              <a:lumMod val="50000"/>
                            </a:schemeClr>
                          </a:solidFill>
                          <a:latin typeface="Sakkal Majalla" panose="02000000000000000000" pitchFamily="2" charset="-78"/>
                          <a:cs typeface="Sakkal Majalla" panose="02000000000000000000" pitchFamily="2" charset="-78"/>
                        </a:rPr>
                        <a:t>2026</a:t>
                      </a:r>
                      <a:endParaRPr lang="en-US" sz="1600" b="1" baseline="0" dirty="0">
                        <a:solidFill>
                          <a:schemeClr val="accent1">
                            <a:lumMod val="50000"/>
                          </a:schemeClr>
                        </a:solidFill>
                        <a:latin typeface="Sakkal Majalla" panose="02000000000000000000" pitchFamily="2" charset="-78"/>
                        <a:cs typeface="Sakkal Majalla" panose="02000000000000000000" pitchFamily="2" charset="-78"/>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95495611"/>
                  </a:ext>
                </a:extLst>
              </a:tr>
              <a:tr h="0">
                <a:tc>
                  <a:txBody>
                    <a:bodyPr/>
                    <a:lstStyle/>
                    <a:p>
                      <a:pPr algn="ctr"/>
                      <a:r>
                        <a:rPr lang="en-US" sz="1600" b="1" baseline="0" dirty="0">
                          <a:solidFill>
                            <a:schemeClr val="accent1"/>
                          </a:solidFill>
                          <a:latin typeface="Sakkal Majalla" panose="02000000000000000000" pitchFamily="2" charset="-78"/>
                          <a:cs typeface="Sakkal Majalla" panose="02000000000000000000" pitchFamily="2" charset="-78"/>
                        </a:rPr>
                        <a:t>60%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lang="en-US" sz="1600" b="1" baseline="0" dirty="0">
                          <a:solidFill>
                            <a:schemeClr val="accent1"/>
                          </a:solidFill>
                          <a:latin typeface="Sakkal Majalla" panose="02000000000000000000" pitchFamily="2" charset="-78"/>
                          <a:cs typeface="Sakkal Majalla" panose="02000000000000000000" pitchFamily="2" charset="-78"/>
                        </a:rPr>
                        <a:t>50%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algn="ctr" defTabSz="914400" rtl="1" eaLnBrk="1" latinLnBrk="0" hangingPunct="1"/>
                      <a:r>
                        <a:rPr lang="en-US" sz="1600" b="1" kern="1200" baseline="0" dirty="0">
                          <a:solidFill>
                            <a:schemeClr val="accent1"/>
                          </a:solidFill>
                          <a:latin typeface="Sakkal Majalla" panose="02000000000000000000" pitchFamily="2" charset="-78"/>
                          <a:ea typeface="+mn-ea"/>
                          <a:cs typeface="Sakkal Majalla" panose="02000000000000000000" pitchFamily="2" charset="-78"/>
                        </a:rPr>
                        <a:t>40%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08398491"/>
                  </a:ext>
                </a:extLst>
              </a:tr>
            </a:tbl>
          </a:graphicData>
        </a:graphic>
      </p:graphicFrame>
      <p:sp>
        <p:nvSpPr>
          <p:cNvPr id="71" name="Rounded Rectangle 7">
            <a:extLst>
              <a:ext uri="{FF2B5EF4-FFF2-40B4-BE49-F238E27FC236}">
                <a16:creationId xmlns:a16="http://schemas.microsoft.com/office/drawing/2014/main" id="{4DBBF300-D2E9-5DD6-ED25-5B1BCF27CBB4}"/>
              </a:ext>
            </a:extLst>
          </p:cNvPr>
          <p:cNvSpPr/>
          <p:nvPr/>
        </p:nvSpPr>
        <p:spPr>
          <a:xfrm>
            <a:off x="5041960" y="1930177"/>
            <a:ext cx="2108081" cy="31893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EG" sz="1200" dirty="0"/>
              <a:t>مالك المؤشر : البنية المؤسسية</a:t>
            </a:r>
            <a:endParaRPr lang="en-US" sz="1200" dirty="0"/>
          </a:p>
        </p:txBody>
      </p:sp>
      <p:grpSp>
        <p:nvGrpSpPr>
          <p:cNvPr id="72" name="Group 71">
            <a:extLst>
              <a:ext uri="{FF2B5EF4-FFF2-40B4-BE49-F238E27FC236}">
                <a16:creationId xmlns:a16="http://schemas.microsoft.com/office/drawing/2014/main" id="{BA7D1BF1-734F-CA9A-84A7-576E31A236B9}"/>
              </a:ext>
            </a:extLst>
          </p:cNvPr>
          <p:cNvGrpSpPr>
            <a:grpSpLocks noChangeAspect="1"/>
          </p:cNvGrpSpPr>
          <p:nvPr/>
        </p:nvGrpSpPr>
        <p:grpSpPr>
          <a:xfrm>
            <a:off x="5130225" y="4686665"/>
            <a:ext cx="279496" cy="246888"/>
            <a:chOff x="5810250" y="3176587"/>
            <a:chExt cx="571500" cy="504825"/>
          </a:xfrm>
          <a:solidFill>
            <a:schemeClr val="accent1"/>
          </a:solidFill>
        </p:grpSpPr>
        <p:sp>
          <p:nvSpPr>
            <p:cNvPr id="73" name="Freeform: Shape 72">
              <a:extLst>
                <a:ext uri="{FF2B5EF4-FFF2-40B4-BE49-F238E27FC236}">
                  <a16:creationId xmlns:a16="http://schemas.microsoft.com/office/drawing/2014/main" id="{BF4712E9-F3DA-E4DC-9396-17C7C6F46636}"/>
                </a:ext>
              </a:extLst>
            </p:cNvPr>
            <p:cNvSpPr/>
            <p:nvPr/>
          </p:nvSpPr>
          <p:spPr>
            <a:xfrm>
              <a:off x="5810250" y="3376612"/>
              <a:ext cx="571500" cy="304800"/>
            </a:xfrm>
            <a:custGeom>
              <a:avLst/>
              <a:gdLst>
                <a:gd name="csX0" fmla="*/ 514350 w 571500"/>
                <a:gd name="csY0" fmla="*/ 0 h 304800"/>
                <a:gd name="csX1" fmla="*/ 495300 w 571500"/>
                <a:gd name="csY1" fmla="*/ 0 h 304800"/>
                <a:gd name="csX2" fmla="*/ 495300 w 571500"/>
                <a:gd name="csY2" fmla="*/ 19050 h 304800"/>
                <a:gd name="csX3" fmla="*/ 514350 w 571500"/>
                <a:gd name="csY3" fmla="*/ 19050 h 304800"/>
                <a:gd name="csX4" fmla="*/ 552450 w 571500"/>
                <a:gd name="csY4" fmla="*/ 57150 h 304800"/>
                <a:gd name="csX5" fmla="*/ 552450 w 571500"/>
                <a:gd name="csY5" fmla="*/ 247650 h 304800"/>
                <a:gd name="csX6" fmla="*/ 514350 w 571500"/>
                <a:gd name="csY6" fmla="*/ 285750 h 304800"/>
                <a:gd name="csX7" fmla="*/ 495300 w 571500"/>
                <a:gd name="csY7" fmla="*/ 285750 h 304800"/>
                <a:gd name="csX8" fmla="*/ 495300 w 571500"/>
                <a:gd name="csY8" fmla="*/ 257175 h 304800"/>
                <a:gd name="csX9" fmla="*/ 485775 w 571500"/>
                <a:gd name="csY9" fmla="*/ 247650 h 304800"/>
                <a:gd name="csX10" fmla="*/ 476250 w 571500"/>
                <a:gd name="csY10" fmla="*/ 257175 h 304800"/>
                <a:gd name="csX11" fmla="*/ 476250 w 571500"/>
                <a:gd name="csY11" fmla="*/ 285750 h 304800"/>
                <a:gd name="csX12" fmla="*/ 457200 w 571500"/>
                <a:gd name="csY12" fmla="*/ 285750 h 304800"/>
                <a:gd name="csX13" fmla="*/ 457200 w 571500"/>
                <a:gd name="csY13" fmla="*/ 257175 h 304800"/>
                <a:gd name="csX14" fmla="*/ 447675 w 571500"/>
                <a:gd name="csY14" fmla="*/ 247650 h 304800"/>
                <a:gd name="csX15" fmla="*/ 438150 w 571500"/>
                <a:gd name="csY15" fmla="*/ 257175 h 304800"/>
                <a:gd name="csX16" fmla="*/ 438150 w 571500"/>
                <a:gd name="csY16" fmla="*/ 285750 h 304800"/>
                <a:gd name="csX17" fmla="*/ 419100 w 571500"/>
                <a:gd name="csY17" fmla="*/ 285750 h 304800"/>
                <a:gd name="csX18" fmla="*/ 419100 w 571500"/>
                <a:gd name="csY18" fmla="*/ 257175 h 304800"/>
                <a:gd name="csX19" fmla="*/ 409575 w 571500"/>
                <a:gd name="csY19" fmla="*/ 247650 h 304800"/>
                <a:gd name="csX20" fmla="*/ 400050 w 571500"/>
                <a:gd name="csY20" fmla="*/ 257175 h 304800"/>
                <a:gd name="csX21" fmla="*/ 400050 w 571500"/>
                <a:gd name="csY21" fmla="*/ 285750 h 304800"/>
                <a:gd name="csX22" fmla="*/ 381000 w 571500"/>
                <a:gd name="csY22" fmla="*/ 285750 h 304800"/>
                <a:gd name="csX23" fmla="*/ 381000 w 571500"/>
                <a:gd name="csY23" fmla="*/ 257175 h 304800"/>
                <a:gd name="csX24" fmla="*/ 371475 w 571500"/>
                <a:gd name="csY24" fmla="*/ 247650 h 304800"/>
                <a:gd name="csX25" fmla="*/ 361950 w 571500"/>
                <a:gd name="csY25" fmla="*/ 257175 h 304800"/>
                <a:gd name="csX26" fmla="*/ 361950 w 571500"/>
                <a:gd name="csY26" fmla="*/ 285750 h 304800"/>
                <a:gd name="csX27" fmla="*/ 342900 w 571500"/>
                <a:gd name="csY27" fmla="*/ 285750 h 304800"/>
                <a:gd name="csX28" fmla="*/ 342900 w 571500"/>
                <a:gd name="csY28" fmla="*/ 257175 h 304800"/>
                <a:gd name="csX29" fmla="*/ 333375 w 571500"/>
                <a:gd name="csY29" fmla="*/ 247650 h 304800"/>
                <a:gd name="csX30" fmla="*/ 323850 w 571500"/>
                <a:gd name="csY30" fmla="*/ 257175 h 304800"/>
                <a:gd name="csX31" fmla="*/ 323850 w 571500"/>
                <a:gd name="csY31" fmla="*/ 285750 h 304800"/>
                <a:gd name="csX32" fmla="*/ 304800 w 571500"/>
                <a:gd name="csY32" fmla="*/ 285750 h 304800"/>
                <a:gd name="csX33" fmla="*/ 304800 w 571500"/>
                <a:gd name="csY33" fmla="*/ 257175 h 304800"/>
                <a:gd name="csX34" fmla="*/ 295275 w 571500"/>
                <a:gd name="csY34" fmla="*/ 247650 h 304800"/>
                <a:gd name="csX35" fmla="*/ 285750 w 571500"/>
                <a:gd name="csY35" fmla="*/ 257175 h 304800"/>
                <a:gd name="csX36" fmla="*/ 285750 w 571500"/>
                <a:gd name="csY36" fmla="*/ 285750 h 304800"/>
                <a:gd name="csX37" fmla="*/ 266700 w 571500"/>
                <a:gd name="csY37" fmla="*/ 285750 h 304800"/>
                <a:gd name="csX38" fmla="*/ 266700 w 571500"/>
                <a:gd name="csY38" fmla="*/ 257175 h 304800"/>
                <a:gd name="csX39" fmla="*/ 257175 w 571500"/>
                <a:gd name="csY39" fmla="*/ 247650 h 304800"/>
                <a:gd name="csX40" fmla="*/ 247650 w 571500"/>
                <a:gd name="csY40" fmla="*/ 257175 h 304800"/>
                <a:gd name="csX41" fmla="*/ 247650 w 571500"/>
                <a:gd name="csY41" fmla="*/ 285750 h 304800"/>
                <a:gd name="csX42" fmla="*/ 228600 w 571500"/>
                <a:gd name="csY42" fmla="*/ 285750 h 304800"/>
                <a:gd name="csX43" fmla="*/ 228600 w 571500"/>
                <a:gd name="csY43" fmla="*/ 257175 h 304800"/>
                <a:gd name="csX44" fmla="*/ 219075 w 571500"/>
                <a:gd name="csY44" fmla="*/ 247650 h 304800"/>
                <a:gd name="csX45" fmla="*/ 209550 w 571500"/>
                <a:gd name="csY45" fmla="*/ 257175 h 304800"/>
                <a:gd name="csX46" fmla="*/ 209550 w 571500"/>
                <a:gd name="csY46" fmla="*/ 285750 h 304800"/>
                <a:gd name="csX47" fmla="*/ 190500 w 571500"/>
                <a:gd name="csY47" fmla="*/ 285750 h 304800"/>
                <a:gd name="csX48" fmla="*/ 190500 w 571500"/>
                <a:gd name="csY48" fmla="*/ 261938 h 304800"/>
                <a:gd name="csX49" fmla="*/ 157163 w 571500"/>
                <a:gd name="csY49" fmla="*/ 228600 h 304800"/>
                <a:gd name="csX50" fmla="*/ 123825 w 571500"/>
                <a:gd name="csY50" fmla="*/ 261938 h 304800"/>
                <a:gd name="csX51" fmla="*/ 123825 w 571500"/>
                <a:gd name="csY51" fmla="*/ 285750 h 304800"/>
                <a:gd name="csX52" fmla="*/ 104775 w 571500"/>
                <a:gd name="csY52" fmla="*/ 285750 h 304800"/>
                <a:gd name="csX53" fmla="*/ 104775 w 571500"/>
                <a:gd name="csY53" fmla="*/ 257175 h 304800"/>
                <a:gd name="csX54" fmla="*/ 95250 w 571500"/>
                <a:gd name="csY54" fmla="*/ 247650 h 304800"/>
                <a:gd name="csX55" fmla="*/ 85725 w 571500"/>
                <a:gd name="csY55" fmla="*/ 257175 h 304800"/>
                <a:gd name="csX56" fmla="*/ 85725 w 571500"/>
                <a:gd name="csY56" fmla="*/ 285750 h 304800"/>
                <a:gd name="csX57" fmla="*/ 66675 w 571500"/>
                <a:gd name="csY57" fmla="*/ 285750 h 304800"/>
                <a:gd name="csX58" fmla="*/ 66675 w 571500"/>
                <a:gd name="csY58" fmla="*/ 257175 h 304800"/>
                <a:gd name="csX59" fmla="*/ 57150 w 571500"/>
                <a:gd name="csY59" fmla="*/ 247650 h 304800"/>
                <a:gd name="csX60" fmla="*/ 47625 w 571500"/>
                <a:gd name="csY60" fmla="*/ 257175 h 304800"/>
                <a:gd name="csX61" fmla="*/ 47625 w 571500"/>
                <a:gd name="csY61" fmla="*/ 284404 h 304800"/>
                <a:gd name="csX62" fmla="*/ 19050 w 571500"/>
                <a:gd name="csY62" fmla="*/ 247650 h 304800"/>
                <a:gd name="csX63" fmla="*/ 19050 w 571500"/>
                <a:gd name="csY63" fmla="*/ 57150 h 304800"/>
                <a:gd name="csX64" fmla="*/ 57150 w 571500"/>
                <a:gd name="csY64" fmla="*/ 19050 h 304800"/>
                <a:gd name="csX65" fmla="*/ 76200 w 571500"/>
                <a:gd name="csY65" fmla="*/ 19050 h 304800"/>
                <a:gd name="csX66" fmla="*/ 76200 w 571500"/>
                <a:gd name="csY66" fmla="*/ 0 h 304800"/>
                <a:gd name="csX67" fmla="*/ 57150 w 571500"/>
                <a:gd name="csY67" fmla="*/ 0 h 304800"/>
                <a:gd name="csX68" fmla="*/ 0 w 571500"/>
                <a:gd name="csY68" fmla="*/ 57150 h 304800"/>
                <a:gd name="csX69" fmla="*/ 0 w 571500"/>
                <a:gd name="csY69" fmla="*/ 247650 h 304800"/>
                <a:gd name="csX70" fmla="*/ 57150 w 571500"/>
                <a:gd name="csY70" fmla="*/ 304800 h 304800"/>
                <a:gd name="csX71" fmla="*/ 133350 w 571500"/>
                <a:gd name="csY71" fmla="*/ 304800 h 304800"/>
                <a:gd name="csX72" fmla="*/ 142875 w 571500"/>
                <a:gd name="csY72" fmla="*/ 295275 h 304800"/>
                <a:gd name="csX73" fmla="*/ 142875 w 571500"/>
                <a:gd name="csY73" fmla="*/ 261938 h 304800"/>
                <a:gd name="csX74" fmla="*/ 171450 w 571500"/>
                <a:gd name="csY74" fmla="*/ 261938 h 304800"/>
                <a:gd name="csX75" fmla="*/ 171450 w 571500"/>
                <a:gd name="csY75" fmla="*/ 295275 h 304800"/>
                <a:gd name="csX76" fmla="*/ 180975 w 571500"/>
                <a:gd name="csY76" fmla="*/ 304800 h 304800"/>
                <a:gd name="csX77" fmla="*/ 514350 w 571500"/>
                <a:gd name="csY77" fmla="*/ 304800 h 304800"/>
                <a:gd name="csX78" fmla="*/ 571500 w 571500"/>
                <a:gd name="csY78" fmla="*/ 247650 h 304800"/>
                <a:gd name="csX79" fmla="*/ 571500 w 571500"/>
                <a:gd name="csY79" fmla="*/ 57150 h 304800"/>
                <a:gd name="csX80" fmla="*/ 514350 w 571500"/>
                <a:gd name="csY80" fmla="*/ 0 h 304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Lst>
              <a:rect l="l" t="t" r="r" b="b"/>
              <a:pathLst>
                <a:path w="571500" h="304800">
                  <a:moveTo>
                    <a:pt x="514350" y="0"/>
                  </a:moveTo>
                  <a:lnTo>
                    <a:pt x="495300" y="0"/>
                  </a:lnTo>
                  <a:lnTo>
                    <a:pt x="495300" y="19050"/>
                  </a:lnTo>
                  <a:lnTo>
                    <a:pt x="514350" y="19050"/>
                  </a:lnTo>
                  <a:cubicBezTo>
                    <a:pt x="535400" y="19050"/>
                    <a:pt x="552450" y="36100"/>
                    <a:pt x="552450" y="57150"/>
                  </a:cubicBezTo>
                  <a:lnTo>
                    <a:pt x="552450" y="247650"/>
                  </a:lnTo>
                  <a:cubicBezTo>
                    <a:pt x="552450" y="268700"/>
                    <a:pt x="535400" y="285750"/>
                    <a:pt x="514350" y="285750"/>
                  </a:cubicBezTo>
                  <a:lnTo>
                    <a:pt x="495300" y="285750"/>
                  </a:lnTo>
                  <a:lnTo>
                    <a:pt x="495300" y="257175"/>
                  </a:lnTo>
                  <a:cubicBezTo>
                    <a:pt x="495300" y="251910"/>
                    <a:pt x="491040" y="247650"/>
                    <a:pt x="485775" y="247650"/>
                  </a:cubicBezTo>
                  <a:cubicBezTo>
                    <a:pt x="480510" y="247650"/>
                    <a:pt x="476250" y="251910"/>
                    <a:pt x="476250" y="257175"/>
                  </a:cubicBezTo>
                  <a:lnTo>
                    <a:pt x="476250" y="285750"/>
                  </a:lnTo>
                  <a:lnTo>
                    <a:pt x="457200" y="285750"/>
                  </a:lnTo>
                  <a:lnTo>
                    <a:pt x="457200" y="257175"/>
                  </a:lnTo>
                  <a:cubicBezTo>
                    <a:pt x="457200" y="251910"/>
                    <a:pt x="452940" y="247650"/>
                    <a:pt x="447675" y="247650"/>
                  </a:cubicBezTo>
                  <a:cubicBezTo>
                    <a:pt x="442410" y="247650"/>
                    <a:pt x="438150" y="251910"/>
                    <a:pt x="438150" y="257175"/>
                  </a:cubicBezTo>
                  <a:lnTo>
                    <a:pt x="438150" y="285750"/>
                  </a:lnTo>
                  <a:lnTo>
                    <a:pt x="419100" y="285750"/>
                  </a:lnTo>
                  <a:lnTo>
                    <a:pt x="419100" y="257175"/>
                  </a:lnTo>
                  <a:cubicBezTo>
                    <a:pt x="419100" y="251910"/>
                    <a:pt x="414840" y="247650"/>
                    <a:pt x="409575" y="247650"/>
                  </a:cubicBezTo>
                  <a:cubicBezTo>
                    <a:pt x="404310" y="247650"/>
                    <a:pt x="400050" y="251910"/>
                    <a:pt x="400050" y="257175"/>
                  </a:cubicBezTo>
                  <a:lnTo>
                    <a:pt x="400050" y="285750"/>
                  </a:lnTo>
                  <a:lnTo>
                    <a:pt x="381000" y="285750"/>
                  </a:lnTo>
                  <a:lnTo>
                    <a:pt x="381000" y="257175"/>
                  </a:lnTo>
                  <a:cubicBezTo>
                    <a:pt x="381000" y="251910"/>
                    <a:pt x="376740" y="247650"/>
                    <a:pt x="371475" y="247650"/>
                  </a:cubicBezTo>
                  <a:cubicBezTo>
                    <a:pt x="366210" y="247650"/>
                    <a:pt x="361950" y="251910"/>
                    <a:pt x="361950" y="257175"/>
                  </a:cubicBezTo>
                  <a:lnTo>
                    <a:pt x="361950" y="285750"/>
                  </a:lnTo>
                  <a:lnTo>
                    <a:pt x="342900" y="285750"/>
                  </a:lnTo>
                  <a:lnTo>
                    <a:pt x="342900" y="257175"/>
                  </a:lnTo>
                  <a:cubicBezTo>
                    <a:pt x="342900" y="251910"/>
                    <a:pt x="338640" y="247650"/>
                    <a:pt x="333375" y="247650"/>
                  </a:cubicBezTo>
                  <a:cubicBezTo>
                    <a:pt x="328110" y="247650"/>
                    <a:pt x="323850" y="251910"/>
                    <a:pt x="323850" y="257175"/>
                  </a:cubicBezTo>
                  <a:lnTo>
                    <a:pt x="323850" y="285750"/>
                  </a:lnTo>
                  <a:lnTo>
                    <a:pt x="304800" y="285750"/>
                  </a:lnTo>
                  <a:lnTo>
                    <a:pt x="304800" y="257175"/>
                  </a:lnTo>
                  <a:cubicBezTo>
                    <a:pt x="304800" y="251910"/>
                    <a:pt x="300540" y="247650"/>
                    <a:pt x="295275" y="247650"/>
                  </a:cubicBezTo>
                  <a:cubicBezTo>
                    <a:pt x="290010" y="247650"/>
                    <a:pt x="285750" y="251910"/>
                    <a:pt x="285750" y="257175"/>
                  </a:cubicBezTo>
                  <a:lnTo>
                    <a:pt x="285750" y="285750"/>
                  </a:lnTo>
                  <a:lnTo>
                    <a:pt x="266700" y="285750"/>
                  </a:lnTo>
                  <a:lnTo>
                    <a:pt x="266700" y="257175"/>
                  </a:lnTo>
                  <a:cubicBezTo>
                    <a:pt x="266700" y="251910"/>
                    <a:pt x="262440" y="247650"/>
                    <a:pt x="257175" y="247650"/>
                  </a:cubicBezTo>
                  <a:cubicBezTo>
                    <a:pt x="251910" y="247650"/>
                    <a:pt x="247650" y="251910"/>
                    <a:pt x="247650" y="257175"/>
                  </a:cubicBezTo>
                  <a:lnTo>
                    <a:pt x="247650" y="285750"/>
                  </a:lnTo>
                  <a:lnTo>
                    <a:pt x="228600" y="285750"/>
                  </a:lnTo>
                  <a:lnTo>
                    <a:pt x="228600" y="257175"/>
                  </a:lnTo>
                  <a:cubicBezTo>
                    <a:pt x="228600" y="251910"/>
                    <a:pt x="224340" y="247650"/>
                    <a:pt x="219075" y="247650"/>
                  </a:cubicBezTo>
                  <a:cubicBezTo>
                    <a:pt x="213810" y="247650"/>
                    <a:pt x="209550" y="251910"/>
                    <a:pt x="209550" y="257175"/>
                  </a:cubicBezTo>
                  <a:lnTo>
                    <a:pt x="209550" y="285750"/>
                  </a:lnTo>
                  <a:lnTo>
                    <a:pt x="190500" y="285750"/>
                  </a:lnTo>
                  <a:lnTo>
                    <a:pt x="190500" y="261938"/>
                  </a:lnTo>
                  <a:cubicBezTo>
                    <a:pt x="190500" y="243554"/>
                    <a:pt x="175546" y="228600"/>
                    <a:pt x="157163" y="228600"/>
                  </a:cubicBezTo>
                  <a:cubicBezTo>
                    <a:pt x="138779" y="228600"/>
                    <a:pt x="123825" y="243554"/>
                    <a:pt x="123825" y="261938"/>
                  </a:cubicBezTo>
                  <a:lnTo>
                    <a:pt x="123825" y="285750"/>
                  </a:lnTo>
                  <a:lnTo>
                    <a:pt x="104775" y="285750"/>
                  </a:lnTo>
                  <a:lnTo>
                    <a:pt x="104775" y="257175"/>
                  </a:lnTo>
                  <a:cubicBezTo>
                    <a:pt x="104775" y="251910"/>
                    <a:pt x="100515" y="247650"/>
                    <a:pt x="95250" y="247650"/>
                  </a:cubicBezTo>
                  <a:cubicBezTo>
                    <a:pt x="89985" y="247650"/>
                    <a:pt x="85725" y="251910"/>
                    <a:pt x="85725" y="257175"/>
                  </a:cubicBezTo>
                  <a:lnTo>
                    <a:pt x="85725" y="285750"/>
                  </a:lnTo>
                  <a:lnTo>
                    <a:pt x="66675" y="285750"/>
                  </a:lnTo>
                  <a:lnTo>
                    <a:pt x="66675" y="257175"/>
                  </a:lnTo>
                  <a:cubicBezTo>
                    <a:pt x="66675" y="251910"/>
                    <a:pt x="62415" y="247650"/>
                    <a:pt x="57150" y="247650"/>
                  </a:cubicBezTo>
                  <a:cubicBezTo>
                    <a:pt x="51885" y="247650"/>
                    <a:pt x="47625" y="251910"/>
                    <a:pt x="47625" y="257175"/>
                  </a:cubicBezTo>
                  <a:lnTo>
                    <a:pt x="47625" y="284404"/>
                  </a:lnTo>
                  <a:cubicBezTo>
                    <a:pt x="31216" y="280158"/>
                    <a:pt x="19050" y="265390"/>
                    <a:pt x="19050" y="247650"/>
                  </a:cubicBezTo>
                  <a:lnTo>
                    <a:pt x="19050" y="57150"/>
                  </a:lnTo>
                  <a:cubicBezTo>
                    <a:pt x="19050" y="36100"/>
                    <a:pt x="36100" y="19050"/>
                    <a:pt x="57150" y="19050"/>
                  </a:cubicBezTo>
                  <a:lnTo>
                    <a:pt x="76200" y="19050"/>
                  </a:lnTo>
                  <a:lnTo>
                    <a:pt x="76200" y="0"/>
                  </a:lnTo>
                  <a:lnTo>
                    <a:pt x="57150" y="0"/>
                  </a:lnTo>
                  <a:cubicBezTo>
                    <a:pt x="25622" y="0"/>
                    <a:pt x="0" y="25622"/>
                    <a:pt x="0" y="57150"/>
                  </a:cubicBezTo>
                  <a:lnTo>
                    <a:pt x="0" y="247650"/>
                  </a:lnTo>
                  <a:cubicBezTo>
                    <a:pt x="0" y="279178"/>
                    <a:pt x="25622" y="304800"/>
                    <a:pt x="57150" y="304800"/>
                  </a:cubicBezTo>
                  <a:lnTo>
                    <a:pt x="133350" y="304800"/>
                  </a:lnTo>
                  <a:cubicBezTo>
                    <a:pt x="138589" y="304800"/>
                    <a:pt x="142875" y="300514"/>
                    <a:pt x="142875" y="295275"/>
                  </a:cubicBezTo>
                  <a:lnTo>
                    <a:pt x="142875" y="261938"/>
                  </a:lnTo>
                  <a:cubicBezTo>
                    <a:pt x="143207" y="243115"/>
                    <a:pt x="171142" y="243179"/>
                    <a:pt x="171450" y="261938"/>
                  </a:cubicBezTo>
                  <a:cubicBezTo>
                    <a:pt x="171450" y="261938"/>
                    <a:pt x="171450" y="295275"/>
                    <a:pt x="171450" y="295275"/>
                  </a:cubicBezTo>
                  <a:cubicBezTo>
                    <a:pt x="171450" y="300514"/>
                    <a:pt x="175736" y="304800"/>
                    <a:pt x="180975" y="304800"/>
                  </a:cubicBezTo>
                  <a:lnTo>
                    <a:pt x="514350" y="304800"/>
                  </a:lnTo>
                  <a:cubicBezTo>
                    <a:pt x="545878" y="304800"/>
                    <a:pt x="571500" y="279178"/>
                    <a:pt x="571500" y="247650"/>
                  </a:cubicBezTo>
                  <a:lnTo>
                    <a:pt x="571500" y="57150"/>
                  </a:lnTo>
                  <a:cubicBezTo>
                    <a:pt x="571500" y="25622"/>
                    <a:pt x="545878" y="0"/>
                    <a:pt x="514350" y="0"/>
                  </a:cubicBezTo>
                  <a:close/>
                </a:path>
              </a:pathLst>
            </a:custGeom>
            <a:grpFill/>
            <a:ln w="9525" cap="flat">
              <a:noFill/>
              <a:prstDash val="solid"/>
              <a:miter/>
            </a:ln>
          </p:spPr>
          <p:txBody>
            <a:bodyPr/>
            <a:lstStyle/>
            <a:p>
              <a:endParaRPr lang="en-GB"/>
            </a:p>
          </p:txBody>
        </p:sp>
        <p:sp>
          <p:nvSpPr>
            <p:cNvPr id="74" name="Freeform: Shape 73">
              <a:extLst>
                <a:ext uri="{FF2B5EF4-FFF2-40B4-BE49-F238E27FC236}">
                  <a16:creationId xmlns:a16="http://schemas.microsoft.com/office/drawing/2014/main" id="{17BF8BE0-6945-6283-F53A-4ECFAB7988B7}"/>
                </a:ext>
              </a:extLst>
            </p:cNvPr>
            <p:cNvSpPr/>
            <p:nvPr/>
          </p:nvSpPr>
          <p:spPr>
            <a:xfrm>
              <a:off x="6020466" y="3500437"/>
              <a:ext cx="151066" cy="85725"/>
            </a:xfrm>
            <a:custGeom>
              <a:avLst/>
              <a:gdLst>
                <a:gd name="csX0" fmla="*/ 75533 w 151066"/>
                <a:gd name="csY0" fmla="*/ 35814 h 85725"/>
                <a:gd name="csX1" fmla="*/ 49149 w 151066"/>
                <a:gd name="csY1" fmla="*/ 20288 h 85725"/>
                <a:gd name="csX2" fmla="*/ 37909 w 151066"/>
                <a:gd name="csY2" fmla="*/ 0 h 85725"/>
                <a:gd name="csX3" fmla="*/ 0 w 151066"/>
                <a:gd name="csY3" fmla="*/ 0 h 85725"/>
                <a:gd name="csX4" fmla="*/ 0 w 151066"/>
                <a:gd name="csY4" fmla="*/ 47625 h 85725"/>
                <a:gd name="csX5" fmla="*/ 38100 w 151066"/>
                <a:gd name="csY5" fmla="*/ 85725 h 85725"/>
                <a:gd name="csX6" fmla="*/ 112966 w 151066"/>
                <a:gd name="csY6" fmla="*/ 85725 h 85725"/>
                <a:gd name="csX7" fmla="*/ 151066 w 151066"/>
                <a:gd name="csY7" fmla="*/ 47625 h 85725"/>
                <a:gd name="csX8" fmla="*/ 151066 w 151066"/>
                <a:gd name="csY8" fmla="*/ 0 h 85725"/>
                <a:gd name="csX9" fmla="*/ 113157 w 151066"/>
                <a:gd name="csY9" fmla="*/ 0 h 85725"/>
                <a:gd name="csX10" fmla="*/ 101918 w 151066"/>
                <a:gd name="csY10" fmla="*/ 20288 h 85725"/>
                <a:gd name="csX11" fmla="*/ 75533 w 151066"/>
                <a:gd name="csY11" fmla="*/ 35814 h 85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51066" h="85725">
                  <a:moveTo>
                    <a:pt x="75533" y="35814"/>
                  </a:moveTo>
                  <a:cubicBezTo>
                    <a:pt x="64579" y="35814"/>
                    <a:pt x="54483" y="29908"/>
                    <a:pt x="49149" y="20288"/>
                  </a:cubicBezTo>
                  <a:lnTo>
                    <a:pt x="37909" y="0"/>
                  </a:lnTo>
                  <a:lnTo>
                    <a:pt x="0" y="0"/>
                  </a:lnTo>
                  <a:lnTo>
                    <a:pt x="0" y="47625"/>
                  </a:lnTo>
                  <a:cubicBezTo>
                    <a:pt x="0" y="68675"/>
                    <a:pt x="17050" y="85725"/>
                    <a:pt x="38100" y="85725"/>
                  </a:cubicBezTo>
                  <a:lnTo>
                    <a:pt x="112966" y="85725"/>
                  </a:lnTo>
                  <a:cubicBezTo>
                    <a:pt x="134017" y="85725"/>
                    <a:pt x="151066" y="68675"/>
                    <a:pt x="151066" y="47625"/>
                  </a:cubicBezTo>
                  <a:lnTo>
                    <a:pt x="151066" y="0"/>
                  </a:lnTo>
                  <a:lnTo>
                    <a:pt x="113157" y="0"/>
                  </a:lnTo>
                  <a:lnTo>
                    <a:pt x="101918" y="20288"/>
                  </a:lnTo>
                  <a:cubicBezTo>
                    <a:pt x="96584" y="29909"/>
                    <a:pt x="86487" y="35814"/>
                    <a:pt x="75533" y="35814"/>
                  </a:cubicBezTo>
                  <a:close/>
                </a:path>
              </a:pathLst>
            </a:custGeom>
            <a:grpFill/>
            <a:ln w="9525" cap="flat">
              <a:noFill/>
              <a:prstDash val="solid"/>
              <a:miter/>
            </a:ln>
          </p:spPr>
          <p:txBody>
            <a:bodyPr/>
            <a:lstStyle/>
            <a:p>
              <a:endParaRPr lang="en-GB"/>
            </a:p>
          </p:txBody>
        </p:sp>
        <p:sp>
          <p:nvSpPr>
            <p:cNvPr id="75" name="Freeform: Shape 74">
              <a:extLst>
                <a:ext uri="{FF2B5EF4-FFF2-40B4-BE49-F238E27FC236}">
                  <a16:creationId xmlns:a16="http://schemas.microsoft.com/office/drawing/2014/main" id="{15AACC0D-7EFF-979F-F288-1E2856014589}"/>
                </a:ext>
              </a:extLst>
            </p:cNvPr>
            <p:cNvSpPr/>
            <p:nvPr/>
          </p:nvSpPr>
          <p:spPr>
            <a:xfrm>
              <a:off x="5848349" y="3443279"/>
              <a:ext cx="151161" cy="142882"/>
            </a:xfrm>
            <a:custGeom>
              <a:avLst/>
              <a:gdLst>
                <a:gd name="csX0" fmla="*/ 38862 w 151161"/>
                <a:gd name="csY0" fmla="*/ 8 h 142882"/>
                <a:gd name="csX1" fmla="*/ 0 w 151161"/>
                <a:gd name="csY1" fmla="*/ 38108 h 142882"/>
                <a:gd name="csX2" fmla="*/ 0 w 151161"/>
                <a:gd name="csY2" fmla="*/ 104783 h 142882"/>
                <a:gd name="csX3" fmla="*/ 38100 w 151161"/>
                <a:gd name="csY3" fmla="*/ 142883 h 142882"/>
                <a:gd name="csX4" fmla="*/ 113062 w 151161"/>
                <a:gd name="csY4" fmla="*/ 142883 h 142882"/>
                <a:gd name="csX5" fmla="*/ 151162 w 151161"/>
                <a:gd name="csY5" fmla="*/ 104783 h 142882"/>
                <a:gd name="csX6" fmla="*/ 151162 w 151161"/>
                <a:gd name="csY6" fmla="*/ 57158 h 142882"/>
                <a:gd name="csX7" fmla="*/ 104775 w 151161"/>
                <a:gd name="csY7" fmla="*/ 57158 h 142882"/>
                <a:gd name="csX8" fmla="*/ 38862 w 151161"/>
                <a:gd name="csY8" fmla="*/ 8 h 1428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1161" h="142882">
                  <a:moveTo>
                    <a:pt x="38862" y="8"/>
                  </a:moveTo>
                  <a:cubicBezTo>
                    <a:pt x="17553" y="-414"/>
                    <a:pt x="-26" y="16780"/>
                    <a:pt x="0" y="38108"/>
                  </a:cubicBezTo>
                  <a:lnTo>
                    <a:pt x="0" y="104783"/>
                  </a:lnTo>
                  <a:cubicBezTo>
                    <a:pt x="0" y="125832"/>
                    <a:pt x="17050" y="142883"/>
                    <a:pt x="38100" y="142883"/>
                  </a:cubicBezTo>
                  <a:lnTo>
                    <a:pt x="113062" y="142883"/>
                  </a:lnTo>
                  <a:cubicBezTo>
                    <a:pt x="134017" y="142883"/>
                    <a:pt x="151162" y="125832"/>
                    <a:pt x="151162" y="104783"/>
                  </a:cubicBezTo>
                  <a:lnTo>
                    <a:pt x="151162" y="57158"/>
                  </a:lnTo>
                  <a:lnTo>
                    <a:pt x="104775" y="57158"/>
                  </a:lnTo>
                  <a:cubicBezTo>
                    <a:pt x="71247" y="57158"/>
                    <a:pt x="43434" y="32297"/>
                    <a:pt x="38862" y="8"/>
                  </a:cubicBezTo>
                  <a:close/>
                </a:path>
              </a:pathLst>
            </a:custGeom>
            <a:grpFill/>
            <a:ln w="9525" cap="flat">
              <a:noFill/>
              <a:prstDash val="solid"/>
              <a:miter/>
            </a:ln>
          </p:spPr>
          <p:txBody>
            <a:bodyPr/>
            <a:lstStyle/>
            <a:p>
              <a:endParaRPr lang="en-GB"/>
            </a:p>
          </p:txBody>
        </p:sp>
        <p:sp>
          <p:nvSpPr>
            <p:cNvPr id="76" name="Freeform: Shape 75">
              <a:extLst>
                <a:ext uri="{FF2B5EF4-FFF2-40B4-BE49-F238E27FC236}">
                  <a16:creationId xmlns:a16="http://schemas.microsoft.com/office/drawing/2014/main" id="{91D7AE85-DC66-F381-E640-D7F6731D3408}"/>
                </a:ext>
              </a:extLst>
            </p:cNvPr>
            <p:cNvSpPr/>
            <p:nvPr/>
          </p:nvSpPr>
          <p:spPr>
            <a:xfrm>
              <a:off x="6191250" y="3443287"/>
              <a:ext cx="151161" cy="142875"/>
            </a:xfrm>
            <a:custGeom>
              <a:avLst/>
              <a:gdLst>
                <a:gd name="csX0" fmla="*/ 0 w 151161"/>
                <a:gd name="csY0" fmla="*/ 57150 h 142875"/>
                <a:gd name="csX1" fmla="*/ 0 w 151161"/>
                <a:gd name="csY1" fmla="*/ 104775 h 142875"/>
                <a:gd name="csX2" fmla="*/ 38100 w 151161"/>
                <a:gd name="csY2" fmla="*/ 142875 h 142875"/>
                <a:gd name="csX3" fmla="*/ 113062 w 151161"/>
                <a:gd name="csY3" fmla="*/ 142875 h 142875"/>
                <a:gd name="csX4" fmla="*/ 151162 w 151161"/>
                <a:gd name="csY4" fmla="*/ 104775 h 142875"/>
                <a:gd name="csX5" fmla="*/ 151162 w 151161"/>
                <a:gd name="csY5" fmla="*/ 38100 h 142875"/>
                <a:gd name="csX6" fmla="*/ 113538 w 151161"/>
                <a:gd name="csY6" fmla="*/ 0 h 142875"/>
                <a:gd name="csX7" fmla="*/ 47625 w 151161"/>
                <a:gd name="csY7" fmla="*/ 57150 h 142875"/>
                <a:gd name="csX8" fmla="*/ 0 w 151161"/>
                <a:gd name="csY8" fmla="*/ 57150 h 142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1161" h="142875">
                  <a:moveTo>
                    <a:pt x="0" y="57150"/>
                  </a:moveTo>
                  <a:lnTo>
                    <a:pt x="0" y="104775"/>
                  </a:lnTo>
                  <a:cubicBezTo>
                    <a:pt x="0" y="125825"/>
                    <a:pt x="17050" y="142875"/>
                    <a:pt x="38100" y="142875"/>
                  </a:cubicBezTo>
                  <a:lnTo>
                    <a:pt x="113062" y="142875"/>
                  </a:lnTo>
                  <a:cubicBezTo>
                    <a:pt x="134017" y="142875"/>
                    <a:pt x="151162" y="125825"/>
                    <a:pt x="151162" y="104775"/>
                  </a:cubicBezTo>
                  <a:lnTo>
                    <a:pt x="151162" y="38100"/>
                  </a:lnTo>
                  <a:cubicBezTo>
                    <a:pt x="151162" y="17240"/>
                    <a:pt x="134302" y="285"/>
                    <a:pt x="113538" y="0"/>
                  </a:cubicBezTo>
                  <a:cubicBezTo>
                    <a:pt x="108966" y="32290"/>
                    <a:pt x="81153" y="57150"/>
                    <a:pt x="47625" y="57150"/>
                  </a:cubicBezTo>
                  <a:lnTo>
                    <a:pt x="0" y="57150"/>
                  </a:lnTo>
                  <a:close/>
                </a:path>
              </a:pathLst>
            </a:custGeom>
            <a:grpFill/>
            <a:ln w="9525" cap="flat">
              <a:noFill/>
              <a:prstDash val="solid"/>
              <a:miter/>
            </a:ln>
          </p:spPr>
          <p:txBody>
            <a:bodyPr/>
            <a:lstStyle/>
            <a:p>
              <a:endParaRPr lang="en-GB"/>
            </a:p>
          </p:txBody>
        </p:sp>
        <p:sp>
          <p:nvSpPr>
            <p:cNvPr id="77" name="Freeform: Shape 76">
              <a:extLst>
                <a:ext uri="{FF2B5EF4-FFF2-40B4-BE49-F238E27FC236}">
                  <a16:creationId xmlns:a16="http://schemas.microsoft.com/office/drawing/2014/main" id="{99A1DAE7-C5D4-11EF-9A0B-C292D6FBE4AC}"/>
                </a:ext>
              </a:extLst>
            </p:cNvPr>
            <p:cNvSpPr/>
            <p:nvPr/>
          </p:nvSpPr>
          <p:spPr>
            <a:xfrm>
              <a:off x="5905500" y="3176587"/>
              <a:ext cx="381000" cy="340645"/>
            </a:xfrm>
            <a:custGeom>
              <a:avLst/>
              <a:gdLst>
                <a:gd name="csX0" fmla="*/ 333375 w 381000"/>
                <a:gd name="csY0" fmla="*/ 0 h 340645"/>
                <a:gd name="csX1" fmla="*/ 47625 w 381000"/>
                <a:gd name="csY1" fmla="*/ 0 h 340645"/>
                <a:gd name="csX2" fmla="*/ 0 w 381000"/>
                <a:gd name="csY2" fmla="*/ 47625 h 340645"/>
                <a:gd name="csX3" fmla="*/ 0 w 381000"/>
                <a:gd name="csY3" fmla="*/ 257175 h 340645"/>
                <a:gd name="csX4" fmla="*/ 47625 w 381000"/>
                <a:gd name="csY4" fmla="*/ 304800 h 340645"/>
                <a:gd name="csX5" fmla="*/ 164042 w 381000"/>
                <a:gd name="csY5" fmla="*/ 304800 h 340645"/>
                <a:gd name="csX6" fmla="*/ 180778 w 381000"/>
                <a:gd name="csY6" fmla="*/ 334926 h 340645"/>
                <a:gd name="csX7" fmla="*/ 200222 w 381000"/>
                <a:gd name="csY7" fmla="*/ 334926 h 340645"/>
                <a:gd name="csX8" fmla="*/ 216958 w 381000"/>
                <a:gd name="csY8" fmla="*/ 304800 h 340645"/>
                <a:gd name="csX9" fmla="*/ 333375 w 381000"/>
                <a:gd name="csY9" fmla="*/ 304800 h 340645"/>
                <a:gd name="csX10" fmla="*/ 381000 w 381000"/>
                <a:gd name="csY10" fmla="*/ 257175 h 340645"/>
                <a:gd name="csX11" fmla="*/ 381000 w 381000"/>
                <a:gd name="csY11" fmla="*/ 47625 h 340645"/>
                <a:gd name="csX12" fmla="*/ 333375 w 381000"/>
                <a:gd name="csY12" fmla="*/ 0 h 340645"/>
                <a:gd name="csX13" fmla="*/ 100013 w 381000"/>
                <a:gd name="csY13" fmla="*/ 195263 h 340645"/>
                <a:gd name="csX14" fmla="*/ 80963 w 381000"/>
                <a:gd name="csY14" fmla="*/ 195262 h 340645"/>
                <a:gd name="csX15" fmla="*/ 281332 w 381000"/>
                <a:gd name="csY15" fmla="*/ 134017 h 340645"/>
                <a:gd name="csX16" fmla="*/ 265537 w 381000"/>
                <a:gd name="csY16" fmla="*/ 144674 h 340645"/>
                <a:gd name="csX17" fmla="*/ 100012 w 381000"/>
                <a:gd name="csY17" fmla="*/ 195263 h 340645"/>
                <a:gd name="csX18" fmla="*/ 291210 w 381000"/>
                <a:gd name="csY18" fmla="*/ 169729 h 340645"/>
                <a:gd name="csX19" fmla="*/ 234153 w 381000"/>
                <a:gd name="csY19" fmla="*/ 209669 h 340645"/>
                <a:gd name="csX20" fmla="*/ 190499 w 381000"/>
                <a:gd name="csY20" fmla="*/ 276225 h 340645"/>
                <a:gd name="csX21" fmla="*/ 142875 w 381000"/>
                <a:gd name="csY21" fmla="*/ 228600 h 340645"/>
                <a:gd name="csX22" fmla="*/ 223158 w 381000"/>
                <a:gd name="csY22" fmla="*/ 194113 h 340645"/>
                <a:gd name="csX23" fmla="*/ 280290 w 381000"/>
                <a:gd name="csY23" fmla="*/ 154121 h 340645"/>
                <a:gd name="csX24" fmla="*/ 291210 w 381000"/>
                <a:gd name="csY24" fmla="*/ 169729 h 340645"/>
                <a:gd name="csX25" fmla="*/ 319450 w 381000"/>
                <a:gd name="csY25" fmla="*/ 242218 h 340645"/>
                <a:gd name="csX26" fmla="*/ 302242 w 381000"/>
                <a:gd name="csY26" fmla="*/ 234032 h 340645"/>
                <a:gd name="csX27" fmla="*/ 314325 w 381000"/>
                <a:gd name="csY27" fmla="*/ 180975 h 340645"/>
                <a:gd name="csX28" fmla="*/ 78759 w 381000"/>
                <a:gd name="csY28" fmla="*/ 234034 h 340645"/>
                <a:gd name="csX29" fmla="*/ 74247 w 381000"/>
                <a:gd name="csY29" fmla="*/ 246725 h 340645"/>
                <a:gd name="csX30" fmla="*/ 47624 w 381000"/>
                <a:gd name="csY30" fmla="*/ 180976 h 340645"/>
                <a:gd name="csX31" fmla="*/ 190500 w 381000"/>
                <a:gd name="csY31" fmla="*/ 38100 h 340645"/>
                <a:gd name="csX32" fmla="*/ 319450 w 381000"/>
                <a:gd name="csY32" fmla="*/ 242218 h 3406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381000" h="340645">
                  <a:moveTo>
                    <a:pt x="333375" y="0"/>
                  </a:moveTo>
                  <a:lnTo>
                    <a:pt x="47625" y="0"/>
                  </a:lnTo>
                  <a:cubicBezTo>
                    <a:pt x="21323" y="0"/>
                    <a:pt x="0" y="21323"/>
                    <a:pt x="0" y="47625"/>
                  </a:cubicBezTo>
                  <a:lnTo>
                    <a:pt x="0" y="257175"/>
                  </a:lnTo>
                  <a:cubicBezTo>
                    <a:pt x="0" y="283477"/>
                    <a:pt x="21323" y="304800"/>
                    <a:pt x="47625" y="304800"/>
                  </a:cubicBezTo>
                  <a:lnTo>
                    <a:pt x="164042" y="304800"/>
                  </a:lnTo>
                  <a:lnTo>
                    <a:pt x="180778" y="334926"/>
                  </a:lnTo>
                  <a:cubicBezTo>
                    <a:pt x="185016" y="342552"/>
                    <a:pt x="195985" y="342552"/>
                    <a:pt x="200222" y="334926"/>
                  </a:cubicBezTo>
                  <a:lnTo>
                    <a:pt x="216958" y="304800"/>
                  </a:lnTo>
                  <a:lnTo>
                    <a:pt x="333375" y="304800"/>
                  </a:lnTo>
                  <a:cubicBezTo>
                    <a:pt x="359677" y="304800"/>
                    <a:pt x="381000" y="283477"/>
                    <a:pt x="381000" y="257175"/>
                  </a:cubicBezTo>
                  <a:lnTo>
                    <a:pt x="381000" y="47625"/>
                  </a:lnTo>
                  <a:cubicBezTo>
                    <a:pt x="381000" y="21323"/>
                    <a:pt x="359677" y="0"/>
                    <a:pt x="333375" y="0"/>
                  </a:cubicBezTo>
                  <a:close/>
                  <a:moveTo>
                    <a:pt x="100013" y="195263"/>
                  </a:moveTo>
                  <a:cubicBezTo>
                    <a:pt x="99856" y="207736"/>
                    <a:pt x="81149" y="207808"/>
                    <a:pt x="80963" y="195262"/>
                  </a:cubicBezTo>
                  <a:cubicBezTo>
                    <a:pt x="81338" y="87761"/>
                    <a:pt x="221070" y="45147"/>
                    <a:pt x="281332" y="134017"/>
                  </a:cubicBezTo>
                  <a:cubicBezTo>
                    <a:pt x="288214" y="144375"/>
                    <a:pt x="272582" y="154971"/>
                    <a:pt x="265537" y="144674"/>
                  </a:cubicBezTo>
                  <a:cubicBezTo>
                    <a:pt x="215737" y="71229"/>
                    <a:pt x="100311" y="106487"/>
                    <a:pt x="100012" y="195263"/>
                  </a:cubicBezTo>
                  <a:close/>
                  <a:moveTo>
                    <a:pt x="291210" y="169729"/>
                  </a:moveTo>
                  <a:lnTo>
                    <a:pt x="234153" y="209669"/>
                  </a:lnTo>
                  <a:cubicBezTo>
                    <a:pt x="248148" y="239948"/>
                    <a:pt x="224034" y="276984"/>
                    <a:pt x="190499" y="276225"/>
                  </a:cubicBezTo>
                  <a:cubicBezTo>
                    <a:pt x="164241" y="276225"/>
                    <a:pt x="142875" y="254859"/>
                    <a:pt x="142875" y="228600"/>
                  </a:cubicBezTo>
                  <a:cubicBezTo>
                    <a:pt x="142318" y="187304"/>
                    <a:pt x="194039" y="165349"/>
                    <a:pt x="223158" y="194113"/>
                  </a:cubicBezTo>
                  <a:lnTo>
                    <a:pt x="280290" y="154121"/>
                  </a:lnTo>
                  <a:cubicBezTo>
                    <a:pt x="290500" y="147017"/>
                    <a:pt x="301400" y="162540"/>
                    <a:pt x="291210" y="169729"/>
                  </a:cubicBezTo>
                  <a:close/>
                  <a:moveTo>
                    <a:pt x="319450" y="242218"/>
                  </a:moveTo>
                  <a:cubicBezTo>
                    <a:pt x="313920" y="253458"/>
                    <a:pt x="296986" y="245279"/>
                    <a:pt x="302242" y="234032"/>
                  </a:cubicBezTo>
                  <a:cubicBezTo>
                    <a:pt x="310260" y="217187"/>
                    <a:pt x="314325" y="199337"/>
                    <a:pt x="314325" y="180975"/>
                  </a:cubicBezTo>
                  <a:cubicBezTo>
                    <a:pt x="299222" y="-21188"/>
                    <a:pt x="5074" y="46995"/>
                    <a:pt x="78759" y="234034"/>
                  </a:cubicBezTo>
                  <a:cubicBezTo>
                    <a:pt x="81018" y="238781"/>
                    <a:pt x="79000" y="244464"/>
                    <a:pt x="74247" y="246725"/>
                  </a:cubicBezTo>
                  <a:cubicBezTo>
                    <a:pt x="54940" y="256316"/>
                    <a:pt x="46986" y="193031"/>
                    <a:pt x="47624" y="180976"/>
                  </a:cubicBezTo>
                  <a:cubicBezTo>
                    <a:pt x="47625" y="102194"/>
                    <a:pt x="111714" y="38100"/>
                    <a:pt x="190500" y="38100"/>
                  </a:cubicBezTo>
                  <a:cubicBezTo>
                    <a:pt x="293073" y="35899"/>
                    <a:pt x="365511" y="150610"/>
                    <a:pt x="319450" y="242218"/>
                  </a:cubicBezTo>
                  <a:close/>
                </a:path>
              </a:pathLst>
            </a:custGeom>
            <a:grpFill/>
            <a:ln w="9525" cap="flat">
              <a:noFill/>
              <a:prstDash val="solid"/>
              <a:miter/>
            </a:ln>
          </p:spPr>
          <p:txBody>
            <a:bodyPr/>
            <a:lstStyle/>
            <a:p>
              <a:endParaRPr lang="en-GB"/>
            </a:p>
          </p:txBody>
        </p:sp>
      </p:grpSp>
      <p:grpSp>
        <p:nvGrpSpPr>
          <p:cNvPr id="78" name="Graphic 44">
            <a:extLst>
              <a:ext uri="{FF2B5EF4-FFF2-40B4-BE49-F238E27FC236}">
                <a16:creationId xmlns:a16="http://schemas.microsoft.com/office/drawing/2014/main" id="{28FD1DD3-54EA-0183-2653-C71F76756060}"/>
              </a:ext>
            </a:extLst>
          </p:cNvPr>
          <p:cNvGrpSpPr>
            <a:grpSpLocks noChangeAspect="1"/>
          </p:cNvGrpSpPr>
          <p:nvPr/>
        </p:nvGrpSpPr>
        <p:grpSpPr>
          <a:xfrm>
            <a:off x="7051595" y="4686665"/>
            <a:ext cx="215131" cy="246888"/>
            <a:chOff x="3427411" y="366712"/>
            <a:chExt cx="5333999" cy="6121399"/>
          </a:xfrm>
          <a:noFill/>
        </p:grpSpPr>
        <p:sp>
          <p:nvSpPr>
            <p:cNvPr id="80" name="Freeform: Shape 79">
              <a:extLst>
                <a:ext uri="{FF2B5EF4-FFF2-40B4-BE49-F238E27FC236}">
                  <a16:creationId xmlns:a16="http://schemas.microsoft.com/office/drawing/2014/main" id="{0F2633B2-99B3-4288-0FA4-6F540A73E182}"/>
                </a:ext>
              </a:extLst>
            </p:cNvPr>
            <p:cNvSpPr/>
            <p:nvPr/>
          </p:nvSpPr>
          <p:spPr>
            <a:xfrm flipV="1">
              <a:off x="3427411" y="1916112"/>
              <a:ext cx="2666999" cy="2666999"/>
            </a:xfrm>
            <a:custGeom>
              <a:avLst/>
              <a:gdLst>
                <a:gd name="csX0" fmla="*/ 2667306 w 2666999"/>
                <a:gd name="csY0" fmla="*/ 1333823 h 2666999"/>
                <a:gd name="csX1" fmla="*/ 1333806 w 2666999"/>
                <a:gd name="csY1" fmla="*/ 323 h 2666999"/>
                <a:gd name="csX2" fmla="*/ 306 w 2666999"/>
                <a:gd name="csY2" fmla="*/ 1333823 h 2666999"/>
                <a:gd name="csX3" fmla="*/ 1333806 w 2666999"/>
                <a:gd name="csY3" fmla="*/ 2667323 h 2666999"/>
                <a:gd name="csX4" fmla="*/ 2667306 w 2666999"/>
                <a:gd name="csY4" fmla="*/ 1333823 h 2666999"/>
              </a:gdLst>
              <a:ahLst/>
              <a:cxnLst>
                <a:cxn ang="0">
                  <a:pos x="csX0" y="csY0"/>
                </a:cxn>
                <a:cxn ang="0">
                  <a:pos x="csX1" y="csY1"/>
                </a:cxn>
                <a:cxn ang="0">
                  <a:pos x="csX2" y="csY2"/>
                </a:cxn>
                <a:cxn ang="0">
                  <a:pos x="csX3" y="csY3"/>
                </a:cxn>
                <a:cxn ang="0">
                  <a:pos x="csX4" y="csY4"/>
                </a:cxn>
              </a:cxnLst>
              <a:rect l="l" t="t" r="r" b="b"/>
              <a:pathLst>
                <a:path w="2666999" h="2666999">
                  <a:moveTo>
                    <a:pt x="2667306" y="1333823"/>
                  </a:moveTo>
                  <a:cubicBezTo>
                    <a:pt x="2667306" y="597350"/>
                    <a:pt x="2070279" y="323"/>
                    <a:pt x="1333806" y="323"/>
                  </a:cubicBezTo>
                  <a:cubicBezTo>
                    <a:pt x="597333" y="323"/>
                    <a:pt x="306" y="597350"/>
                    <a:pt x="306" y="1333823"/>
                  </a:cubicBezTo>
                  <a:cubicBezTo>
                    <a:pt x="306" y="2070296"/>
                    <a:pt x="597333" y="2667323"/>
                    <a:pt x="1333806" y="2667323"/>
                  </a:cubicBezTo>
                  <a:cubicBezTo>
                    <a:pt x="2070279" y="2667323"/>
                    <a:pt x="2667306" y="2070296"/>
                    <a:pt x="2667306" y="1333823"/>
                  </a:cubicBezTo>
                  <a:close/>
                </a:path>
              </a:pathLst>
            </a:custGeom>
            <a:noFill/>
            <a:ln w="15875" cap="rnd">
              <a:solidFill>
                <a:schemeClr val="accent1"/>
              </a:solidFill>
              <a:prstDash val="solid"/>
              <a:round/>
            </a:ln>
          </p:spPr>
          <p:txBody>
            <a:bodyPr/>
            <a:lstStyle/>
            <a:p>
              <a:endParaRPr lang="en-GB"/>
            </a:p>
          </p:txBody>
        </p:sp>
        <p:sp>
          <p:nvSpPr>
            <p:cNvPr id="81" name="Freeform: Shape 80">
              <a:extLst>
                <a:ext uri="{FF2B5EF4-FFF2-40B4-BE49-F238E27FC236}">
                  <a16:creationId xmlns:a16="http://schemas.microsoft.com/office/drawing/2014/main" id="{CD4B6432-3E9B-4689-5FB2-8E2650446151}"/>
                </a:ext>
              </a:extLst>
            </p:cNvPr>
            <p:cNvSpPr/>
            <p:nvPr/>
          </p:nvSpPr>
          <p:spPr>
            <a:xfrm flipV="1">
              <a:off x="4189411" y="2678112"/>
              <a:ext cx="1142999" cy="1142999"/>
            </a:xfrm>
            <a:custGeom>
              <a:avLst/>
              <a:gdLst>
                <a:gd name="csX0" fmla="*/ 571701 w 1142999"/>
                <a:gd name="csY0" fmla="*/ 278 h 1142999"/>
                <a:gd name="csX1" fmla="*/ 201 w 1142999"/>
                <a:gd name="csY1" fmla="*/ 571778 h 1142999"/>
                <a:gd name="csX2" fmla="*/ 571701 w 1142999"/>
                <a:gd name="csY2" fmla="*/ 1143278 h 1142999"/>
                <a:gd name="csX3" fmla="*/ 1143201 w 1142999"/>
                <a:gd name="csY3" fmla="*/ 571778 h 1142999"/>
                <a:gd name="csX4" fmla="*/ 571701 w 1142999"/>
                <a:gd name="csY4" fmla="*/ 278 h 1142999"/>
              </a:gdLst>
              <a:ahLst/>
              <a:cxnLst>
                <a:cxn ang="0">
                  <a:pos x="csX0" y="csY0"/>
                </a:cxn>
                <a:cxn ang="0">
                  <a:pos x="csX1" y="csY1"/>
                </a:cxn>
                <a:cxn ang="0">
                  <a:pos x="csX2" y="csY2"/>
                </a:cxn>
                <a:cxn ang="0">
                  <a:pos x="csX3" y="csY3"/>
                </a:cxn>
                <a:cxn ang="0">
                  <a:pos x="csX4" y="csY4"/>
                </a:cxn>
              </a:cxnLst>
              <a:rect l="l" t="t" r="r" b="b"/>
              <a:pathLst>
                <a:path w="1142999" h="1142999">
                  <a:moveTo>
                    <a:pt x="571701" y="278"/>
                  </a:moveTo>
                  <a:cubicBezTo>
                    <a:pt x="256564" y="278"/>
                    <a:pt x="201" y="256640"/>
                    <a:pt x="201" y="571778"/>
                  </a:cubicBezTo>
                  <a:cubicBezTo>
                    <a:pt x="201" y="886916"/>
                    <a:pt x="256564" y="1143278"/>
                    <a:pt x="571701" y="1143278"/>
                  </a:cubicBezTo>
                  <a:cubicBezTo>
                    <a:pt x="886839" y="1143278"/>
                    <a:pt x="1143201" y="886916"/>
                    <a:pt x="1143201" y="571778"/>
                  </a:cubicBezTo>
                  <a:cubicBezTo>
                    <a:pt x="1143201" y="256640"/>
                    <a:pt x="886839" y="278"/>
                    <a:pt x="571701" y="278"/>
                  </a:cubicBezTo>
                  <a:close/>
                </a:path>
              </a:pathLst>
            </a:custGeom>
            <a:noFill/>
            <a:ln w="15875" cap="rnd">
              <a:solidFill>
                <a:schemeClr val="accent1"/>
              </a:solidFill>
              <a:prstDash val="solid"/>
              <a:round/>
            </a:ln>
          </p:spPr>
          <p:txBody>
            <a:bodyPr/>
            <a:lstStyle/>
            <a:p>
              <a:endParaRPr lang="en-GB"/>
            </a:p>
          </p:txBody>
        </p:sp>
        <p:sp>
          <p:nvSpPr>
            <p:cNvPr id="82" name="Freeform: Shape 81">
              <a:extLst>
                <a:ext uri="{FF2B5EF4-FFF2-40B4-BE49-F238E27FC236}">
                  <a16:creationId xmlns:a16="http://schemas.microsoft.com/office/drawing/2014/main" id="{AE323C20-4A61-B31A-6C0C-3F89E70A5C13}"/>
                </a:ext>
              </a:extLst>
            </p:cNvPr>
            <p:cNvSpPr/>
            <p:nvPr/>
          </p:nvSpPr>
          <p:spPr>
            <a:xfrm flipV="1">
              <a:off x="6475411" y="4202112"/>
              <a:ext cx="2285999" cy="2285999"/>
            </a:xfrm>
            <a:custGeom>
              <a:avLst/>
              <a:gdLst>
                <a:gd name="csX0" fmla="*/ 2286591 w 2285999"/>
                <a:gd name="csY0" fmla="*/ 1143543 h 2285999"/>
                <a:gd name="csX1" fmla="*/ 1143591 w 2285999"/>
                <a:gd name="csY1" fmla="*/ 543 h 2285999"/>
                <a:gd name="csX2" fmla="*/ 591 w 2285999"/>
                <a:gd name="csY2" fmla="*/ 1143543 h 2285999"/>
                <a:gd name="csX3" fmla="*/ 1143591 w 2285999"/>
                <a:gd name="csY3" fmla="*/ 2286543 h 2285999"/>
                <a:gd name="csX4" fmla="*/ 2286591 w 2285999"/>
                <a:gd name="csY4" fmla="*/ 1143543 h 2285999"/>
              </a:gdLst>
              <a:ahLst/>
              <a:cxnLst>
                <a:cxn ang="0">
                  <a:pos x="csX0" y="csY0"/>
                </a:cxn>
                <a:cxn ang="0">
                  <a:pos x="csX1" y="csY1"/>
                </a:cxn>
                <a:cxn ang="0">
                  <a:pos x="csX2" y="csY2"/>
                </a:cxn>
                <a:cxn ang="0">
                  <a:pos x="csX3" y="csY3"/>
                </a:cxn>
                <a:cxn ang="0">
                  <a:pos x="csX4" y="csY4"/>
                </a:cxn>
              </a:cxnLst>
              <a:rect l="l" t="t" r="r" b="b"/>
              <a:pathLst>
                <a:path w="2285999" h="2285999">
                  <a:moveTo>
                    <a:pt x="2286591" y="1143543"/>
                  </a:moveTo>
                  <a:cubicBezTo>
                    <a:pt x="2286591" y="512276"/>
                    <a:pt x="1774858" y="543"/>
                    <a:pt x="1143591" y="543"/>
                  </a:cubicBezTo>
                  <a:cubicBezTo>
                    <a:pt x="512325" y="543"/>
                    <a:pt x="591" y="512276"/>
                    <a:pt x="591" y="1143543"/>
                  </a:cubicBezTo>
                  <a:cubicBezTo>
                    <a:pt x="591" y="1774809"/>
                    <a:pt x="512325" y="2286543"/>
                    <a:pt x="1143591" y="2286543"/>
                  </a:cubicBezTo>
                  <a:cubicBezTo>
                    <a:pt x="1774858" y="2286543"/>
                    <a:pt x="2286591" y="1774809"/>
                    <a:pt x="2286591" y="1143543"/>
                  </a:cubicBezTo>
                  <a:close/>
                </a:path>
              </a:pathLst>
            </a:custGeom>
            <a:noFill/>
            <a:ln w="15875" cap="rnd">
              <a:solidFill>
                <a:schemeClr val="accent1"/>
              </a:solidFill>
              <a:prstDash val="solid"/>
              <a:round/>
            </a:ln>
          </p:spPr>
          <p:txBody>
            <a:bodyPr/>
            <a:lstStyle/>
            <a:p>
              <a:endParaRPr lang="en-GB"/>
            </a:p>
          </p:txBody>
        </p:sp>
        <p:sp>
          <p:nvSpPr>
            <p:cNvPr id="83" name="Freeform: Shape 82">
              <a:extLst>
                <a:ext uri="{FF2B5EF4-FFF2-40B4-BE49-F238E27FC236}">
                  <a16:creationId xmlns:a16="http://schemas.microsoft.com/office/drawing/2014/main" id="{93DB930D-D6FC-9ECF-0B93-F7E8365EF216}"/>
                </a:ext>
              </a:extLst>
            </p:cNvPr>
            <p:cNvSpPr/>
            <p:nvPr/>
          </p:nvSpPr>
          <p:spPr>
            <a:xfrm flipV="1">
              <a:off x="7237411" y="4964112"/>
              <a:ext cx="761999" cy="761999"/>
            </a:xfrm>
            <a:custGeom>
              <a:avLst/>
              <a:gdLst>
                <a:gd name="csX0" fmla="*/ 381501 w 761999"/>
                <a:gd name="csY0" fmla="*/ 513 h 761999"/>
                <a:gd name="csX1" fmla="*/ 501 w 761999"/>
                <a:gd name="csY1" fmla="*/ 381513 h 761999"/>
                <a:gd name="csX2" fmla="*/ 381501 w 761999"/>
                <a:gd name="csY2" fmla="*/ 762513 h 761999"/>
                <a:gd name="csX3" fmla="*/ 762501 w 761999"/>
                <a:gd name="csY3" fmla="*/ 381513 h 761999"/>
                <a:gd name="csX4" fmla="*/ 381501 w 761999"/>
                <a:gd name="csY4" fmla="*/ 513 h 761999"/>
              </a:gdLst>
              <a:ahLst/>
              <a:cxnLst>
                <a:cxn ang="0">
                  <a:pos x="csX0" y="csY0"/>
                </a:cxn>
                <a:cxn ang="0">
                  <a:pos x="csX1" y="csY1"/>
                </a:cxn>
                <a:cxn ang="0">
                  <a:pos x="csX2" y="csY2"/>
                </a:cxn>
                <a:cxn ang="0">
                  <a:pos x="csX3" y="csY3"/>
                </a:cxn>
                <a:cxn ang="0">
                  <a:pos x="csX4" y="csY4"/>
                </a:cxn>
              </a:cxnLst>
              <a:rect l="l" t="t" r="r" b="b"/>
              <a:pathLst>
                <a:path w="761999" h="761999">
                  <a:moveTo>
                    <a:pt x="381501" y="513"/>
                  </a:moveTo>
                  <a:cubicBezTo>
                    <a:pt x="171469" y="513"/>
                    <a:pt x="501" y="171480"/>
                    <a:pt x="501" y="381513"/>
                  </a:cubicBezTo>
                  <a:cubicBezTo>
                    <a:pt x="501" y="591545"/>
                    <a:pt x="171469" y="762513"/>
                    <a:pt x="381501" y="762513"/>
                  </a:cubicBezTo>
                  <a:cubicBezTo>
                    <a:pt x="591534" y="762513"/>
                    <a:pt x="762501" y="591545"/>
                    <a:pt x="762501" y="381513"/>
                  </a:cubicBezTo>
                  <a:cubicBezTo>
                    <a:pt x="762501" y="171480"/>
                    <a:pt x="591534" y="513"/>
                    <a:pt x="381501" y="513"/>
                  </a:cubicBezTo>
                  <a:close/>
                </a:path>
              </a:pathLst>
            </a:custGeom>
            <a:noFill/>
            <a:ln w="15875" cap="rnd">
              <a:solidFill>
                <a:schemeClr val="accent1"/>
              </a:solidFill>
              <a:prstDash val="solid"/>
              <a:round/>
            </a:ln>
          </p:spPr>
          <p:txBody>
            <a:bodyPr/>
            <a:lstStyle/>
            <a:p>
              <a:endParaRPr lang="en-GB"/>
            </a:p>
          </p:txBody>
        </p:sp>
        <p:sp>
          <p:nvSpPr>
            <p:cNvPr id="84" name="Freeform: Shape 83">
              <a:extLst>
                <a:ext uri="{FF2B5EF4-FFF2-40B4-BE49-F238E27FC236}">
                  <a16:creationId xmlns:a16="http://schemas.microsoft.com/office/drawing/2014/main" id="{C9DE84FB-E03E-67D1-60E0-0084A021204B}"/>
                </a:ext>
              </a:extLst>
            </p:cNvPr>
            <p:cNvSpPr/>
            <p:nvPr/>
          </p:nvSpPr>
          <p:spPr>
            <a:xfrm flipV="1">
              <a:off x="4379911" y="366712"/>
              <a:ext cx="9525" cy="787399"/>
            </a:xfrm>
            <a:custGeom>
              <a:avLst/>
              <a:gdLst>
                <a:gd name="csX0" fmla="*/ 161 w 9525"/>
                <a:gd name="csY0" fmla="*/ 30 h 787399"/>
                <a:gd name="csX1" fmla="*/ 161 w 9525"/>
                <a:gd name="csY1" fmla="*/ 787430 h 787399"/>
              </a:gdLst>
              <a:ahLst/>
              <a:cxnLst>
                <a:cxn ang="0">
                  <a:pos x="csX0" y="csY0"/>
                </a:cxn>
                <a:cxn ang="0">
                  <a:pos x="csX1" y="csY1"/>
                </a:cxn>
              </a:cxnLst>
              <a:rect l="l" t="t" r="r" b="b"/>
              <a:pathLst>
                <a:path w="9525" h="787399">
                  <a:moveTo>
                    <a:pt x="161" y="30"/>
                  </a:moveTo>
                  <a:lnTo>
                    <a:pt x="161" y="787430"/>
                  </a:lnTo>
                </a:path>
              </a:pathLst>
            </a:custGeom>
            <a:noFill/>
            <a:ln w="15875" cap="rnd">
              <a:solidFill>
                <a:schemeClr val="accent1"/>
              </a:solidFill>
              <a:prstDash val="solid"/>
              <a:round/>
            </a:ln>
          </p:spPr>
          <p:txBody>
            <a:bodyPr/>
            <a:lstStyle/>
            <a:p>
              <a:endParaRPr lang="en-GB"/>
            </a:p>
          </p:txBody>
        </p:sp>
        <p:sp>
          <p:nvSpPr>
            <p:cNvPr id="85" name="Freeform: Shape 84">
              <a:extLst>
                <a:ext uri="{FF2B5EF4-FFF2-40B4-BE49-F238E27FC236}">
                  <a16:creationId xmlns:a16="http://schemas.microsoft.com/office/drawing/2014/main" id="{854AF392-0E10-D88A-C02C-DBE138E960B2}"/>
                </a:ext>
              </a:extLst>
            </p:cNvPr>
            <p:cNvSpPr/>
            <p:nvPr/>
          </p:nvSpPr>
          <p:spPr>
            <a:xfrm flipV="1">
              <a:off x="5141911" y="366712"/>
              <a:ext cx="9525" cy="787399"/>
            </a:xfrm>
            <a:custGeom>
              <a:avLst/>
              <a:gdLst>
                <a:gd name="csX0" fmla="*/ 241 w 9525"/>
                <a:gd name="csY0" fmla="*/ 30 h 787399"/>
                <a:gd name="csX1" fmla="*/ 241 w 9525"/>
                <a:gd name="csY1" fmla="*/ 787430 h 787399"/>
              </a:gdLst>
              <a:ahLst/>
              <a:cxnLst>
                <a:cxn ang="0">
                  <a:pos x="csX0" y="csY0"/>
                </a:cxn>
                <a:cxn ang="0">
                  <a:pos x="csX1" y="csY1"/>
                </a:cxn>
              </a:cxnLst>
              <a:rect l="l" t="t" r="r" b="b"/>
              <a:pathLst>
                <a:path w="9525" h="787399">
                  <a:moveTo>
                    <a:pt x="241" y="30"/>
                  </a:moveTo>
                  <a:lnTo>
                    <a:pt x="241" y="787430"/>
                  </a:lnTo>
                </a:path>
              </a:pathLst>
            </a:custGeom>
            <a:noFill/>
            <a:ln w="15875" cap="rnd">
              <a:solidFill>
                <a:schemeClr val="accent1"/>
              </a:solidFill>
              <a:prstDash val="solid"/>
              <a:round/>
            </a:ln>
          </p:spPr>
          <p:txBody>
            <a:bodyPr/>
            <a:lstStyle/>
            <a:p>
              <a:endParaRPr lang="en-GB"/>
            </a:p>
          </p:txBody>
        </p:sp>
        <p:sp>
          <p:nvSpPr>
            <p:cNvPr id="86" name="Freeform: Shape 85">
              <a:extLst>
                <a:ext uri="{FF2B5EF4-FFF2-40B4-BE49-F238E27FC236}">
                  <a16:creationId xmlns:a16="http://schemas.microsoft.com/office/drawing/2014/main" id="{BC38E31E-A34D-A37A-46BB-B7C58C431795}"/>
                </a:ext>
              </a:extLst>
            </p:cNvPr>
            <p:cNvSpPr/>
            <p:nvPr/>
          </p:nvSpPr>
          <p:spPr>
            <a:xfrm flipV="1">
              <a:off x="7237411" y="2678112"/>
              <a:ext cx="9525" cy="761999"/>
            </a:xfrm>
            <a:custGeom>
              <a:avLst/>
              <a:gdLst>
                <a:gd name="csX0" fmla="*/ 461 w 9525"/>
                <a:gd name="csY0" fmla="*/ 273 h 761999"/>
                <a:gd name="csX1" fmla="*/ 461 w 9525"/>
                <a:gd name="csY1" fmla="*/ 762273 h 761999"/>
              </a:gdLst>
              <a:ahLst/>
              <a:cxnLst>
                <a:cxn ang="0">
                  <a:pos x="csX0" y="csY0"/>
                </a:cxn>
                <a:cxn ang="0">
                  <a:pos x="csX1" y="csY1"/>
                </a:cxn>
              </a:cxnLst>
              <a:rect l="l" t="t" r="r" b="b"/>
              <a:pathLst>
                <a:path w="9525" h="761999">
                  <a:moveTo>
                    <a:pt x="461" y="273"/>
                  </a:moveTo>
                  <a:lnTo>
                    <a:pt x="461" y="762273"/>
                  </a:lnTo>
                </a:path>
              </a:pathLst>
            </a:custGeom>
            <a:noFill/>
            <a:ln w="15875" cap="rnd">
              <a:solidFill>
                <a:schemeClr val="accent1"/>
              </a:solidFill>
              <a:prstDash val="solid"/>
              <a:round/>
            </a:ln>
          </p:spPr>
          <p:txBody>
            <a:bodyPr/>
            <a:lstStyle/>
            <a:p>
              <a:endParaRPr lang="en-GB"/>
            </a:p>
          </p:txBody>
        </p:sp>
        <p:sp>
          <p:nvSpPr>
            <p:cNvPr id="87" name="Freeform: Shape 86">
              <a:extLst>
                <a:ext uri="{FF2B5EF4-FFF2-40B4-BE49-F238E27FC236}">
                  <a16:creationId xmlns:a16="http://schemas.microsoft.com/office/drawing/2014/main" id="{9C641432-E23D-5E0F-F941-041FB6DB2747}"/>
                </a:ext>
              </a:extLst>
            </p:cNvPr>
            <p:cNvSpPr/>
            <p:nvPr/>
          </p:nvSpPr>
          <p:spPr>
            <a:xfrm flipV="1">
              <a:off x="7999411" y="2678112"/>
              <a:ext cx="9525" cy="761999"/>
            </a:xfrm>
            <a:custGeom>
              <a:avLst/>
              <a:gdLst>
                <a:gd name="csX0" fmla="*/ 541 w 9525"/>
                <a:gd name="csY0" fmla="*/ 273 h 761999"/>
                <a:gd name="csX1" fmla="*/ 541 w 9525"/>
                <a:gd name="csY1" fmla="*/ 762273 h 761999"/>
              </a:gdLst>
              <a:ahLst/>
              <a:cxnLst>
                <a:cxn ang="0">
                  <a:pos x="csX0" y="csY0"/>
                </a:cxn>
                <a:cxn ang="0">
                  <a:pos x="csX1" y="csY1"/>
                </a:cxn>
              </a:cxnLst>
              <a:rect l="l" t="t" r="r" b="b"/>
              <a:pathLst>
                <a:path w="9525" h="761999">
                  <a:moveTo>
                    <a:pt x="541" y="273"/>
                  </a:moveTo>
                  <a:lnTo>
                    <a:pt x="541" y="762273"/>
                  </a:lnTo>
                </a:path>
              </a:pathLst>
            </a:custGeom>
            <a:noFill/>
            <a:ln w="15875" cap="rnd">
              <a:solidFill>
                <a:schemeClr val="accent1"/>
              </a:solidFill>
              <a:prstDash val="solid"/>
              <a:round/>
            </a:ln>
          </p:spPr>
          <p:txBody>
            <a:bodyPr/>
            <a:lstStyle/>
            <a:p>
              <a:endParaRPr lang="en-GB"/>
            </a:p>
          </p:txBody>
        </p:sp>
        <p:sp>
          <p:nvSpPr>
            <p:cNvPr id="88" name="Freeform: Shape 87">
              <a:extLst>
                <a:ext uri="{FF2B5EF4-FFF2-40B4-BE49-F238E27FC236}">
                  <a16:creationId xmlns:a16="http://schemas.microsoft.com/office/drawing/2014/main" id="{B538FBA6-EA3B-AF7E-653F-BCADD5251CD6}"/>
                </a:ext>
              </a:extLst>
            </p:cNvPr>
            <p:cNvSpPr/>
            <p:nvPr/>
          </p:nvSpPr>
          <p:spPr>
            <a:xfrm flipV="1">
              <a:off x="7618411" y="1154112"/>
              <a:ext cx="9525" cy="761999"/>
            </a:xfrm>
            <a:custGeom>
              <a:avLst/>
              <a:gdLst>
                <a:gd name="csX0" fmla="*/ 501 w 9525"/>
                <a:gd name="csY0" fmla="*/ 762173 h 761999"/>
                <a:gd name="csX1" fmla="*/ 501 w 9525"/>
                <a:gd name="csY1" fmla="*/ 173 h 761999"/>
              </a:gdLst>
              <a:ahLst/>
              <a:cxnLst>
                <a:cxn ang="0">
                  <a:pos x="csX0" y="csY0"/>
                </a:cxn>
                <a:cxn ang="0">
                  <a:pos x="csX1" y="csY1"/>
                </a:cxn>
              </a:cxnLst>
              <a:rect l="l" t="t" r="r" b="b"/>
              <a:pathLst>
                <a:path w="9525" h="761999">
                  <a:moveTo>
                    <a:pt x="501" y="762173"/>
                  </a:moveTo>
                  <a:lnTo>
                    <a:pt x="501" y="173"/>
                  </a:lnTo>
                </a:path>
              </a:pathLst>
            </a:custGeom>
            <a:noFill/>
            <a:ln w="15875" cap="rnd">
              <a:solidFill>
                <a:schemeClr val="accent1"/>
              </a:solidFill>
              <a:prstDash val="solid"/>
              <a:round/>
            </a:ln>
          </p:spPr>
          <p:txBody>
            <a:bodyPr/>
            <a:lstStyle/>
            <a:p>
              <a:endParaRPr lang="en-GB"/>
            </a:p>
          </p:txBody>
        </p:sp>
        <p:sp>
          <p:nvSpPr>
            <p:cNvPr id="89" name="Freeform: Shape 88">
              <a:extLst>
                <a:ext uri="{FF2B5EF4-FFF2-40B4-BE49-F238E27FC236}">
                  <a16:creationId xmlns:a16="http://schemas.microsoft.com/office/drawing/2014/main" id="{C0F5DFF5-1243-E907-736C-0339081EFA69}"/>
                </a:ext>
              </a:extLst>
            </p:cNvPr>
            <p:cNvSpPr/>
            <p:nvPr/>
          </p:nvSpPr>
          <p:spPr>
            <a:xfrm flipV="1">
              <a:off x="7237411" y="1535112"/>
              <a:ext cx="761999" cy="9525"/>
            </a:xfrm>
            <a:custGeom>
              <a:avLst/>
              <a:gdLst>
                <a:gd name="csX0" fmla="*/ 471 w 761999"/>
                <a:gd name="csY0" fmla="*/ 143 h 9525"/>
                <a:gd name="csX1" fmla="*/ 762471 w 761999"/>
                <a:gd name="csY1" fmla="*/ 143 h 9525"/>
              </a:gdLst>
              <a:ahLst/>
              <a:cxnLst>
                <a:cxn ang="0">
                  <a:pos x="csX0" y="csY0"/>
                </a:cxn>
                <a:cxn ang="0">
                  <a:pos x="csX1" y="csY1"/>
                </a:cxn>
              </a:cxnLst>
              <a:rect l="l" t="t" r="r" b="b"/>
              <a:pathLst>
                <a:path w="761999" h="9525">
                  <a:moveTo>
                    <a:pt x="471" y="143"/>
                  </a:moveTo>
                  <a:lnTo>
                    <a:pt x="762471" y="143"/>
                  </a:lnTo>
                </a:path>
              </a:pathLst>
            </a:custGeom>
            <a:noFill/>
            <a:ln w="15875" cap="rnd">
              <a:solidFill>
                <a:schemeClr val="accent1"/>
              </a:solidFill>
              <a:prstDash val="solid"/>
              <a:round/>
            </a:ln>
          </p:spPr>
          <p:txBody>
            <a:bodyPr/>
            <a:lstStyle/>
            <a:p>
              <a:endParaRPr lang="en-GB"/>
            </a:p>
          </p:txBody>
        </p:sp>
        <p:sp>
          <p:nvSpPr>
            <p:cNvPr id="90" name="Freeform: Shape 89">
              <a:extLst>
                <a:ext uri="{FF2B5EF4-FFF2-40B4-BE49-F238E27FC236}">
                  <a16:creationId xmlns:a16="http://schemas.microsoft.com/office/drawing/2014/main" id="{17E9122E-9203-B735-1B9A-B3A3A2A3D077}"/>
                </a:ext>
              </a:extLst>
            </p:cNvPr>
            <p:cNvSpPr/>
            <p:nvPr/>
          </p:nvSpPr>
          <p:spPr>
            <a:xfrm flipV="1">
              <a:off x="4760911" y="5345112"/>
              <a:ext cx="9525" cy="761999"/>
            </a:xfrm>
            <a:custGeom>
              <a:avLst/>
              <a:gdLst>
                <a:gd name="csX0" fmla="*/ 201 w 9525"/>
                <a:gd name="csY0" fmla="*/ 762613 h 761999"/>
                <a:gd name="csX1" fmla="*/ 201 w 9525"/>
                <a:gd name="csY1" fmla="*/ 613 h 761999"/>
              </a:gdLst>
              <a:ahLst/>
              <a:cxnLst>
                <a:cxn ang="0">
                  <a:pos x="csX0" y="csY0"/>
                </a:cxn>
                <a:cxn ang="0">
                  <a:pos x="csX1" y="csY1"/>
                </a:cxn>
              </a:cxnLst>
              <a:rect l="l" t="t" r="r" b="b"/>
              <a:pathLst>
                <a:path w="9525" h="761999">
                  <a:moveTo>
                    <a:pt x="201" y="762613"/>
                  </a:moveTo>
                  <a:lnTo>
                    <a:pt x="201" y="613"/>
                  </a:lnTo>
                </a:path>
              </a:pathLst>
            </a:custGeom>
            <a:noFill/>
            <a:ln w="15875" cap="rnd">
              <a:solidFill>
                <a:schemeClr val="accent1"/>
              </a:solidFill>
              <a:prstDash val="solid"/>
              <a:round/>
            </a:ln>
          </p:spPr>
          <p:txBody>
            <a:bodyPr/>
            <a:lstStyle/>
            <a:p>
              <a:endParaRPr lang="en-GB"/>
            </a:p>
          </p:txBody>
        </p:sp>
        <p:sp>
          <p:nvSpPr>
            <p:cNvPr id="91" name="Freeform: Shape 90">
              <a:extLst>
                <a:ext uri="{FF2B5EF4-FFF2-40B4-BE49-F238E27FC236}">
                  <a16:creationId xmlns:a16="http://schemas.microsoft.com/office/drawing/2014/main" id="{01E46928-A498-2FE8-4EAE-36BF7391D684}"/>
                </a:ext>
              </a:extLst>
            </p:cNvPr>
            <p:cNvSpPr/>
            <p:nvPr/>
          </p:nvSpPr>
          <p:spPr>
            <a:xfrm flipV="1">
              <a:off x="4379911" y="5726112"/>
              <a:ext cx="761999" cy="9525"/>
            </a:xfrm>
            <a:custGeom>
              <a:avLst/>
              <a:gdLst>
                <a:gd name="csX0" fmla="*/ 171 w 761999"/>
                <a:gd name="csY0" fmla="*/ 583 h 9525"/>
                <a:gd name="csX1" fmla="*/ 762171 w 761999"/>
                <a:gd name="csY1" fmla="*/ 583 h 9525"/>
              </a:gdLst>
              <a:ahLst/>
              <a:cxnLst>
                <a:cxn ang="0">
                  <a:pos x="csX0" y="csY0"/>
                </a:cxn>
                <a:cxn ang="0">
                  <a:pos x="csX1" y="csY1"/>
                </a:cxn>
              </a:cxnLst>
              <a:rect l="l" t="t" r="r" b="b"/>
              <a:pathLst>
                <a:path w="761999" h="9525">
                  <a:moveTo>
                    <a:pt x="171" y="583"/>
                  </a:moveTo>
                  <a:lnTo>
                    <a:pt x="762171" y="583"/>
                  </a:lnTo>
                </a:path>
              </a:pathLst>
            </a:custGeom>
            <a:noFill/>
            <a:ln w="15875" cap="rnd">
              <a:solidFill>
                <a:schemeClr val="accent1"/>
              </a:solidFill>
              <a:prstDash val="solid"/>
              <a:round/>
            </a:ln>
          </p:spPr>
          <p:txBody>
            <a:bodyPr/>
            <a:lstStyle/>
            <a:p>
              <a:endParaRPr lang="en-GB"/>
            </a:p>
          </p:txBody>
        </p:sp>
      </p:grpSp>
      <p:sp>
        <p:nvSpPr>
          <p:cNvPr id="93" name="TextBox 92">
            <a:extLst>
              <a:ext uri="{FF2B5EF4-FFF2-40B4-BE49-F238E27FC236}">
                <a16:creationId xmlns:a16="http://schemas.microsoft.com/office/drawing/2014/main" id="{E0D139AF-2984-AF73-1642-7E93A19A6CB7}"/>
              </a:ext>
            </a:extLst>
          </p:cNvPr>
          <p:cNvSpPr txBox="1"/>
          <p:nvPr/>
        </p:nvSpPr>
        <p:spPr>
          <a:xfrm>
            <a:off x="1844834" y="5206247"/>
            <a:ext cx="1365092" cy="246221"/>
          </a:xfrm>
          <a:prstGeom prst="rect">
            <a:avLst/>
          </a:prstGeom>
          <a:noFill/>
        </p:spPr>
        <p:txBody>
          <a:bodyPr wrap="square" rtlCol="0">
            <a:spAutoFit/>
          </a:bodyPr>
          <a:lstStyle/>
          <a:p>
            <a:pPr algn="ctr" rtl="1"/>
            <a:r>
              <a:rPr lang="ar-EG" sz="1000" dirty="0"/>
              <a:t>من إجمالي محفظة المشاريع</a:t>
            </a:r>
          </a:p>
        </p:txBody>
      </p:sp>
      <p:sp>
        <p:nvSpPr>
          <p:cNvPr id="11" name="Slide Number Placeholder 10">
            <a:extLst>
              <a:ext uri="{FF2B5EF4-FFF2-40B4-BE49-F238E27FC236}">
                <a16:creationId xmlns:a16="http://schemas.microsoft.com/office/drawing/2014/main" id="{E0FEAC55-E5B4-57EF-C397-62B838228824}"/>
              </a:ext>
            </a:extLst>
          </p:cNvPr>
          <p:cNvSpPr>
            <a:spLocks noGrp="1"/>
          </p:cNvSpPr>
          <p:nvPr>
            <p:ph type="sldNum" sz="quarter" idx="12"/>
          </p:nvPr>
        </p:nvSpPr>
        <p:spPr/>
        <p:txBody>
          <a:bodyPr/>
          <a:lstStyle/>
          <a:p>
            <a:fld id="{0BE4EC83-A869-464E-AE9F-881796FB085E}" type="slidenum">
              <a:rPr lang="en-US" smtClean="0"/>
              <a:t>82</a:t>
            </a:fld>
            <a:endParaRPr lang="en-US"/>
          </a:p>
        </p:txBody>
      </p:sp>
    </p:spTree>
    <p:extLst>
      <p:ext uri="{BB962C8B-B14F-4D97-AF65-F5344CB8AC3E}">
        <p14:creationId xmlns:p14="http://schemas.microsoft.com/office/powerpoint/2010/main" val="2351689603"/>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55D01-C638-4E17-328D-4C1BF927C319}"/>
            </a:ext>
          </a:extLst>
        </p:cNvPr>
        <p:cNvGrpSpPr/>
        <p:nvPr/>
      </p:nvGrpSpPr>
      <p:grpSpPr>
        <a:xfrm>
          <a:off x="0" y="0"/>
          <a:ext cx="0" cy="0"/>
          <a:chOff x="0" y="0"/>
          <a:chExt cx="0" cy="0"/>
        </a:xfrm>
      </p:grpSpPr>
      <p:sp>
        <p:nvSpPr>
          <p:cNvPr id="4" name="Round Same Side Corner Rectangle 3">
            <a:extLst>
              <a:ext uri="{FF2B5EF4-FFF2-40B4-BE49-F238E27FC236}">
                <a16:creationId xmlns:a16="http://schemas.microsoft.com/office/drawing/2014/main" id="{E3F1F33C-3726-56D7-462C-8BB8336D5C56}"/>
              </a:ext>
            </a:extLst>
          </p:cNvPr>
          <p:cNvSpPr/>
          <p:nvPr/>
        </p:nvSpPr>
        <p:spPr>
          <a:xfrm>
            <a:off x="838200" y="1748300"/>
            <a:ext cx="10515601" cy="3975167"/>
          </a:xfrm>
          <a:prstGeom prst="round2SameRect">
            <a:avLst>
              <a:gd name="adj1" fmla="val 0"/>
              <a:gd name="adj2" fmla="val 872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Rectangle 95">
            <a:extLst>
              <a:ext uri="{FF2B5EF4-FFF2-40B4-BE49-F238E27FC236}">
                <a16:creationId xmlns:a16="http://schemas.microsoft.com/office/drawing/2014/main" id="{8AA3A4D2-1AF7-EC54-33A3-6267DACF2CC4}"/>
              </a:ext>
            </a:extLst>
          </p:cNvPr>
          <p:cNvSpPr/>
          <p:nvPr/>
        </p:nvSpPr>
        <p:spPr>
          <a:xfrm>
            <a:off x="1872988" y="3167309"/>
            <a:ext cx="8067780" cy="451821"/>
          </a:xfrm>
          <a:prstGeom prst="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33E9362-F023-41CB-3981-93CD697D99D2}"/>
              </a:ext>
            </a:extLst>
          </p:cNvPr>
          <p:cNvSpPr>
            <a:spLocks noGrp="1"/>
          </p:cNvSpPr>
          <p:nvPr>
            <p:ph type="title"/>
          </p:nvPr>
        </p:nvSpPr>
        <p:spPr>
          <a:xfrm>
            <a:off x="609601" y="561078"/>
            <a:ext cx="10972800" cy="666261"/>
          </a:xfrm>
        </p:spPr>
        <p:txBody>
          <a:bodyPr/>
          <a:lstStyle/>
          <a:p>
            <a:r>
              <a:rPr lang="ar-EG" dirty="0"/>
              <a:t>مؤشرات الأداء الاستراتيجية للبنية المؤسسية</a:t>
            </a:r>
            <a:endParaRPr lang="en-US" dirty="0"/>
          </a:p>
        </p:txBody>
      </p:sp>
      <p:sp>
        <p:nvSpPr>
          <p:cNvPr id="5" name="Freeform 4">
            <a:extLst>
              <a:ext uri="{FF2B5EF4-FFF2-40B4-BE49-F238E27FC236}">
                <a16:creationId xmlns:a16="http://schemas.microsoft.com/office/drawing/2014/main" id="{A450D6F0-64CB-6FE1-4364-B54E9B356269}"/>
              </a:ext>
            </a:extLst>
          </p:cNvPr>
          <p:cNvSpPr/>
          <p:nvPr/>
        </p:nvSpPr>
        <p:spPr>
          <a:xfrm>
            <a:off x="3433482" y="1618981"/>
            <a:ext cx="3313986" cy="170329"/>
          </a:xfrm>
          <a:custGeom>
            <a:avLst/>
            <a:gdLst>
              <a:gd name="connsiteX0" fmla="*/ 0 w 3313986"/>
              <a:gd name="connsiteY0" fmla="*/ 0 h 170329"/>
              <a:gd name="connsiteX1" fmla="*/ 3313986 w 3313986"/>
              <a:gd name="connsiteY1" fmla="*/ 0 h 170329"/>
              <a:gd name="connsiteX2" fmla="*/ 3313986 w 3313986"/>
              <a:gd name="connsiteY2" fmla="*/ 170329 h 170329"/>
              <a:gd name="connsiteX3" fmla="*/ 149041 w 3313986"/>
              <a:gd name="connsiteY3" fmla="*/ 170329 h 170329"/>
              <a:gd name="connsiteX4" fmla="*/ 0 w 3313986"/>
              <a:gd name="connsiteY4" fmla="*/ 21288 h 170329"/>
              <a:gd name="connsiteX0" fmla="*/ 0 w 3313986"/>
              <a:gd name="connsiteY0" fmla="*/ 12216 h 182545"/>
              <a:gd name="connsiteX1" fmla="*/ 1771564 w 3313986"/>
              <a:gd name="connsiteY1" fmla="*/ 0 h 182545"/>
              <a:gd name="connsiteX2" fmla="*/ 3313986 w 3313986"/>
              <a:gd name="connsiteY2" fmla="*/ 12216 h 182545"/>
              <a:gd name="connsiteX3" fmla="*/ 3313986 w 3313986"/>
              <a:gd name="connsiteY3" fmla="*/ 182545 h 182545"/>
              <a:gd name="connsiteX4" fmla="*/ 149041 w 3313986"/>
              <a:gd name="connsiteY4" fmla="*/ 182545 h 182545"/>
              <a:gd name="connsiteX5" fmla="*/ 0 w 3313986"/>
              <a:gd name="connsiteY5" fmla="*/ 33504 h 182545"/>
              <a:gd name="connsiteX6" fmla="*/ 0 w 3313986"/>
              <a:gd name="connsiteY6" fmla="*/ 12216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6" fmla="*/ 1863004 w 3313986"/>
              <a:gd name="connsiteY6" fmla="*/ 91440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0" fmla="*/ 3313986 w 3313986"/>
              <a:gd name="connsiteY0" fmla="*/ 0 h 170329"/>
              <a:gd name="connsiteX1" fmla="*/ 3313986 w 3313986"/>
              <a:gd name="connsiteY1" fmla="*/ 170329 h 170329"/>
              <a:gd name="connsiteX2" fmla="*/ 149041 w 3313986"/>
              <a:gd name="connsiteY2" fmla="*/ 170329 h 170329"/>
              <a:gd name="connsiteX3" fmla="*/ 0 w 3313986"/>
              <a:gd name="connsiteY3" fmla="*/ 21288 h 170329"/>
              <a:gd name="connsiteX4" fmla="*/ 0 w 3313986"/>
              <a:gd name="connsiteY4" fmla="*/ 0 h 170329"/>
              <a:gd name="connsiteX0" fmla="*/ 3313986 w 3313986"/>
              <a:gd name="connsiteY0" fmla="*/ 170329 h 170329"/>
              <a:gd name="connsiteX1" fmla="*/ 149041 w 3313986"/>
              <a:gd name="connsiteY1" fmla="*/ 170329 h 170329"/>
              <a:gd name="connsiteX2" fmla="*/ 0 w 3313986"/>
              <a:gd name="connsiteY2" fmla="*/ 21288 h 170329"/>
              <a:gd name="connsiteX3" fmla="*/ 0 w 3313986"/>
              <a:gd name="connsiteY3" fmla="*/ 0 h 170329"/>
            </a:gdLst>
            <a:ahLst/>
            <a:cxnLst>
              <a:cxn ang="0">
                <a:pos x="connsiteX0" y="connsiteY0"/>
              </a:cxn>
              <a:cxn ang="0">
                <a:pos x="connsiteX1" y="connsiteY1"/>
              </a:cxn>
              <a:cxn ang="0">
                <a:pos x="connsiteX2" y="connsiteY2"/>
              </a:cxn>
              <a:cxn ang="0">
                <a:pos x="connsiteX3" y="connsiteY3"/>
              </a:cxn>
            </a:cxnLst>
            <a:rect l="l" t="t" r="r" b="b"/>
            <a:pathLst>
              <a:path w="3313986" h="170329">
                <a:moveTo>
                  <a:pt x="3313986" y="170329"/>
                </a:moveTo>
                <a:lnTo>
                  <a:pt x="149041" y="170329"/>
                </a:lnTo>
                <a:cubicBezTo>
                  <a:pt x="66728" y="170329"/>
                  <a:pt x="0" y="103601"/>
                  <a:pt x="0" y="21288"/>
                </a:cubicBezTo>
                <a:lnTo>
                  <a:pt x="0" y="0"/>
                </a:lnTo>
              </a:path>
            </a:pathLst>
          </a:custGeom>
          <a:noFill/>
          <a:ln>
            <a:solidFill>
              <a:schemeClr val="bg1">
                <a:lumMod val="85000"/>
              </a:schemeClr>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eeform 5">
            <a:extLst>
              <a:ext uri="{FF2B5EF4-FFF2-40B4-BE49-F238E27FC236}">
                <a16:creationId xmlns:a16="http://schemas.microsoft.com/office/drawing/2014/main" id="{DCA5DD32-F2D0-E642-9DFC-4F26A6FA4ADB}"/>
              </a:ext>
            </a:extLst>
          </p:cNvPr>
          <p:cNvSpPr/>
          <p:nvPr/>
        </p:nvSpPr>
        <p:spPr>
          <a:xfrm flipH="1">
            <a:off x="5596932" y="1737221"/>
            <a:ext cx="3313986" cy="170329"/>
          </a:xfrm>
          <a:custGeom>
            <a:avLst/>
            <a:gdLst>
              <a:gd name="connsiteX0" fmla="*/ 0 w 3313986"/>
              <a:gd name="connsiteY0" fmla="*/ 0 h 170329"/>
              <a:gd name="connsiteX1" fmla="*/ 3313986 w 3313986"/>
              <a:gd name="connsiteY1" fmla="*/ 0 h 170329"/>
              <a:gd name="connsiteX2" fmla="*/ 3313986 w 3313986"/>
              <a:gd name="connsiteY2" fmla="*/ 170329 h 170329"/>
              <a:gd name="connsiteX3" fmla="*/ 149041 w 3313986"/>
              <a:gd name="connsiteY3" fmla="*/ 170329 h 170329"/>
              <a:gd name="connsiteX4" fmla="*/ 0 w 3313986"/>
              <a:gd name="connsiteY4" fmla="*/ 21288 h 170329"/>
              <a:gd name="connsiteX0" fmla="*/ 0 w 3313986"/>
              <a:gd name="connsiteY0" fmla="*/ 12216 h 182545"/>
              <a:gd name="connsiteX1" fmla="*/ 1771564 w 3313986"/>
              <a:gd name="connsiteY1" fmla="*/ 0 h 182545"/>
              <a:gd name="connsiteX2" fmla="*/ 3313986 w 3313986"/>
              <a:gd name="connsiteY2" fmla="*/ 12216 h 182545"/>
              <a:gd name="connsiteX3" fmla="*/ 3313986 w 3313986"/>
              <a:gd name="connsiteY3" fmla="*/ 182545 h 182545"/>
              <a:gd name="connsiteX4" fmla="*/ 149041 w 3313986"/>
              <a:gd name="connsiteY4" fmla="*/ 182545 h 182545"/>
              <a:gd name="connsiteX5" fmla="*/ 0 w 3313986"/>
              <a:gd name="connsiteY5" fmla="*/ 33504 h 182545"/>
              <a:gd name="connsiteX6" fmla="*/ 0 w 3313986"/>
              <a:gd name="connsiteY6" fmla="*/ 12216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6" fmla="*/ 1863004 w 3313986"/>
              <a:gd name="connsiteY6" fmla="*/ 91440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0" fmla="*/ 3313986 w 3313986"/>
              <a:gd name="connsiteY0" fmla="*/ 0 h 170329"/>
              <a:gd name="connsiteX1" fmla="*/ 3313986 w 3313986"/>
              <a:gd name="connsiteY1" fmla="*/ 170329 h 170329"/>
              <a:gd name="connsiteX2" fmla="*/ 149041 w 3313986"/>
              <a:gd name="connsiteY2" fmla="*/ 170329 h 170329"/>
              <a:gd name="connsiteX3" fmla="*/ 0 w 3313986"/>
              <a:gd name="connsiteY3" fmla="*/ 21288 h 170329"/>
              <a:gd name="connsiteX4" fmla="*/ 0 w 3313986"/>
              <a:gd name="connsiteY4" fmla="*/ 0 h 170329"/>
              <a:gd name="connsiteX0" fmla="*/ 3313986 w 3313986"/>
              <a:gd name="connsiteY0" fmla="*/ 170329 h 170329"/>
              <a:gd name="connsiteX1" fmla="*/ 149041 w 3313986"/>
              <a:gd name="connsiteY1" fmla="*/ 170329 h 170329"/>
              <a:gd name="connsiteX2" fmla="*/ 0 w 3313986"/>
              <a:gd name="connsiteY2" fmla="*/ 21288 h 170329"/>
              <a:gd name="connsiteX3" fmla="*/ 0 w 3313986"/>
              <a:gd name="connsiteY3" fmla="*/ 0 h 170329"/>
            </a:gdLst>
            <a:ahLst/>
            <a:cxnLst>
              <a:cxn ang="0">
                <a:pos x="connsiteX0" y="connsiteY0"/>
              </a:cxn>
              <a:cxn ang="0">
                <a:pos x="connsiteX1" y="connsiteY1"/>
              </a:cxn>
              <a:cxn ang="0">
                <a:pos x="connsiteX2" y="connsiteY2"/>
              </a:cxn>
              <a:cxn ang="0">
                <a:pos x="connsiteX3" y="connsiteY3"/>
              </a:cxn>
            </a:cxnLst>
            <a:rect l="l" t="t" r="r" b="b"/>
            <a:pathLst>
              <a:path w="3313986" h="170329">
                <a:moveTo>
                  <a:pt x="3313986" y="170329"/>
                </a:moveTo>
                <a:lnTo>
                  <a:pt x="149041" y="170329"/>
                </a:lnTo>
                <a:cubicBezTo>
                  <a:pt x="66728" y="170329"/>
                  <a:pt x="0" y="103601"/>
                  <a:pt x="0" y="21288"/>
                </a:cubicBezTo>
                <a:lnTo>
                  <a:pt x="0" y="0"/>
                </a:lnTo>
              </a:path>
            </a:pathLst>
          </a:custGeom>
          <a:noFill/>
          <a:ln>
            <a:solidFill>
              <a:schemeClr val="bg1">
                <a:lumMod val="85000"/>
              </a:schemeClr>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ounded Rectangle 6">
            <a:extLst>
              <a:ext uri="{FF2B5EF4-FFF2-40B4-BE49-F238E27FC236}">
                <a16:creationId xmlns:a16="http://schemas.microsoft.com/office/drawing/2014/main" id="{80039833-BF6A-954F-7A49-EC464E3355DD}"/>
              </a:ext>
            </a:extLst>
          </p:cNvPr>
          <p:cNvSpPr/>
          <p:nvPr/>
        </p:nvSpPr>
        <p:spPr>
          <a:xfrm>
            <a:off x="2981661" y="1475899"/>
            <a:ext cx="6228678" cy="688914"/>
          </a:xfrm>
          <a:prstGeom prst="round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ounded Rectangle 7">
            <a:extLst>
              <a:ext uri="{FF2B5EF4-FFF2-40B4-BE49-F238E27FC236}">
                <a16:creationId xmlns:a16="http://schemas.microsoft.com/office/drawing/2014/main" id="{1B714CE1-3077-7551-7EDD-24E89EBD4CCE}"/>
              </a:ext>
            </a:extLst>
          </p:cNvPr>
          <p:cNvSpPr/>
          <p:nvPr/>
        </p:nvSpPr>
        <p:spPr>
          <a:xfrm>
            <a:off x="2756038" y="1287436"/>
            <a:ext cx="6679924" cy="92532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b="1" dirty="0"/>
              <a:t>نسبة الاستراتيجيات الرقمية المعتمدة داخل الهيئة التي </a:t>
            </a:r>
            <a:r>
              <a:rPr lang="ar-SA" b="1" dirty="0" err="1"/>
              <a:t>تواءمت</a:t>
            </a:r>
            <a:r>
              <a:rPr lang="ar-SA" b="1" dirty="0"/>
              <a:t> معها استراتيجية البنية المؤسسية</a:t>
            </a:r>
            <a:endParaRPr lang="en-US" b="1" dirty="0"/>
          </a:p>
        </p:txBody>
      </p:sp>
      <p:sp>
        <p:nvSpPr>
          <p:cNvPr id="9" name="Title 11">
            <a:extLst>
              <a:ext uri="{FF2B5EF4-FFF2-40B4-BE49-F238E27FC236}">
                <a16:creationId xmlns:a16="http://schemas.microsoft.com/office/drawing/2014/main" id="{F2E871E2-D1E7-D227-A807-2F2871D7815B}"/>
              </a:ext>
            </a:extLst>
          </p:cNvPr>
          <p:cNvSpPr txBox="1">
            <a:spLocks/>
          </p:cNvSpPr>
          <p:nvPr/>
        </p:nvSpPr>
        <p:spPr>
          <a:xfrm>
            <a:off x="2949387" y="1565225"/>
            <a:ext cx="6293226" cy="647533"/>
          </a:xfrm>
          <a:prstGeom prst="rect">
            <a:avLst/>
          </a:prstGeom>
        </p:spPr>
        <p:txBody>
          <a:bodyPr anchor="ctr" anchorCtr="0">
            <a:noAutofit/>
          </a:bodyPr>
          <a:lstStyle>
            <a:lvl1pPr algn="r" defTabSz="914400" rtl="1" eaLnBrk="1" latinLnBrk="0" hangingPunct="1">
              <a:lnSpc>
                <a:spcPct val="100000"/>
              </a:lnSpc>
              <a:spcBef>
                <a:spcPct val="0"/>
              </a:spcBef>
              <a:buNone/>
              <a:defRPr sz="3200" b="1" kern="1200">
                <a:solidFill>
                  <a:schemeClr val="accent1">
                    <a:lumMod val="75000"/>
                  </a:schemeClr>
                </a:solidFill>
                <a:latin typeface="+mj-lt"/>
                <a:ea typeface="+mj-ea"/>
                <a:cs typeface="+mj-cs"/>
              </a:defRPr>
            </a:lvl1pPr>
          </a:lstStyle>
          <a:p>
            <a:pPr algn="ctr"/>
            <a:endParaRPr lang="ar-SA" sz="2000" dirty="0">
              <a:solidFill>
                <a:schemeClr val="bg1"/>
              </a:solidFill>
            </a:endParaRPr>
          </a:p>
        </p:txBody>
      </p:sp>
      <p:sp>
        <p:nvSpPr>
          <p:cNvPr id="10" name="Round Same Side Corner Rectangle 9">
            <a:extLst>
              <a:ext uri="{FF2B5EF4-FFF2-40B4-BE49-F238E27FC236}">
                <a16:creationId xmlns:a16="http://schemas.microsoft.com/office/drawing/2014/main" id="{38782623-49DC-59CB-B8F0-4A4053F43929}"/>
              </a:ext>
            </a:extLst>
          </p:cNvPr>
          <p:cNvSpPr/>
          <p:nvPr/>
        </p:nvSpPr>
        <p:spPr>
          <a:xfrm>
            <a:off x="5385860" y="1287437"/>
            <a:ext cx="1420280" cy="281048"/>
          </a:xfrm>
          <a:prstGeom prst="round2SameRect">
            <a:avLst>
              <a:gd name="adj1" fmla="val 0"/>
              <a:gd name="adj2" fmla="val 50000"/>
            </a:avLst>
          </a:prstGeom>
          <a:solidFill>
            <a:schemeClr val="bg1"/>
          </a:solidFill>
          <a:effectLst>
            <a:outerShdw blurRad="50800" dist="25400" dir="5400000" sx="97000" sy="97000" algn="t" rotWithShape="0">
              <a:prstClr val="black">
                <a:alpha val="20000"/>
              </a:prstClr>
            </a:outerShdw>
          </a:effectLst>
        </p:spPr>
        <p:txBody>
          <a:bodyPr wrap="none" tIns="0" bIns="45720">
            <a:noAutofit/>
          </a:bodyPr>
          <a:lstStyle/>
          <a:p>
            <a:pPr lvl="0" algn="ctr" rtl="1"/>
            <a:r>
              <a:rPr lang="en-US" b="1" dirty="0">
                <a:solidFill>
                  <a:schemeClr val="accent1"/>
                </a:solidFill>
              </a:rPr>
              <a:t>EASKPI11</a:t>
            </a:r>
            <a:endParaRPr lang="ar-EG" b="1" dirty="0">
              <a:solidFill>
                <a:schemeClr val="accent1"/>
              </a:solidFill>
            </a:endParaRPr>
          </a:p>
        </p:txBody>
      </p:sp>
      <p:sp>
        <p:nvSpPr>
          <p:cNvPr id="79" name="Rectangle 78">
            <a:extLst>
              <a:ext uri="{FF2B5EF4-FFF2-40B4-BE49-F238E27FC236}">
                <a16:creationId xmlns:a16="http://schemas.microsoft.com/office/drawing/2014/main" id="{38385377-454E-D3D0-1BA4-876E3F4C8509}"/>
              </a:ext>
            </a:extLst>
          </p:cNvPr>
          <p:cNvSpPr/>
          <p:nvPr/>
        </p:nvSpPr>
        <p:spPr>
          <a:xfrm>
            <a:off x="1872988" y="2510775"/>
            <a:ext cx="8067780" cy="451821"/>
          </a:xfrm>
          <a:prstGeom prst="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92" name="Table 91">
            <a:extLst>
              <a:ext uri="{FF2B5EF4-FFF2-40B4-BE49-F238E27FC236}">
                <a16:creationId xmlns:a16="http://schemas.microsoft.com/office/drawing/2014/main" id="{1B8F62A8-274D-BED5-4720-FE5AF184086B}"/>
              </a:ext>
            </a:extLst>
          </p:cNvPr>
          <p:cNvGraphicFramePr>
            <a:graphicFrameLocks noGrp="1"/>
          </p:cNvGraphicFramePr>
          <p:nvPr/>
        </p:nvGraphicFramePr>
        <p:xfrm>
          <a:off x="1113853" y="2293250"/>
          <a:ext cx="9964294" cy="1827936"/>
        </p:xfrm>
        <a:graphic>
          <a:graphicData uri="http://schemas.openxmlformats.org/drawingml/2006/table">
            <a:tbl>
              <a:tblPr firstRow="1" bandRow="1">
                <a:tableStyleId>{5C22544A-7EE6-4342-B048-85BDC9FD1C3A}</a:tableStyleId>
              </a:tblPr>
              <a:tblGrid>
                <a:gridCol w="8543322">
                  <a:extLst>
                    <a:ext uri="{9D8B030D-6E8A-4147-A177-3AD203B41FA5}">
                      <a16:colId xmlns:a16="http://schemas.microsoft.com/office/drawing/2014/main" val="1922650772"/>
                    </a:ext>
                  </a:extLst>
                </a:gridCol>
                <a:gridCol w="1420972">
                  <a:extLst>
                    <a:ext uri="{9D8B030D-6E8A-4147-A177-3AD203B41FA5}">
                      <a16:colId xmlns:a16="http://schemas.microsoft.com/office/drawing/2014/main" val="831415739"/>
                    </a:ext>
                  </a:extLst>
                </a:gridCol>
              </a:tblGrid>
              <a:tr h="456984">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baseline="0" dirty="0">
                          <a:solidFill>
                            <a:schemeClr val="accent1"/>
                          </a:solidFill>
                          <a:latin typeface="Sakkal Majalla" panose="02000000000000000000" pitchFamily="2" charset="-78"/>
                          <a:ea typeface="+mn-ea"/>
                          <a:cs typeface="Sakkal Majalla" panose="02000000000000000000" pitchFamily="2" charset="-78"/>
                        </a:rPr>
                        <a:t>المواءمة الاستراتيجية</a:t>
                      </a:r>
                      <a:endParaRPr lang="ar-EG" sz="1400" b="1" kern="1200" baseline="0" dirty="0">
                        <a:solidFill>
                          <a:schemeClr val="accent1"/>
                        </a:solidFill>
                        <a:latin typeface="Sakkal Majalla" panose="02000000000000000000" pitchFamily="2" charset="-78"/>
                        <a:ea typeface="+mn-ea"/>
                        <a:cs typeface="Sakkal Majalla" panose="02000000000000000000" pitchFamily="2" charset="-7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الهدف الاستراتيجي</a:t>
                      </a:r>
                      <a:endParaRPr lang="en-US"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4060515"/>
                  </a:ext>
                </a:extLst>
              </a:tr>
              <a:tr h="456984">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يقيس مدى اتساق استراتيجية البنية المؤسسية مع الاستراتيجيات الرقمية المعتمدة داخل الهيئة عبر مواءمة رسمية موثقة.</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وصف المؤشر</a:t>
                      </a:r>
                      <a:endParaRPr lang="en-US"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577636"/>
                  </a:ext>
                </a:extLst>
              </a:tr>
              <a:tr h="456984">
                <a:tc>
                  <a:txBody>
                    <a:bodyPr/>
                    <a:lstStyle/>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(عدد الاستراتيجيات الرقمية التي </a:t>
                      </a:r>
                      <a:r>
                        <a:rPr lang="ar-EG" sz="1400" b="1" kern="1200" baseline="0" dirty="0" err="1">
                          <a:solidFill>
                            <a:schemeClr val="accent1"/>
                          </a:solidFill>
                          <a:latin typeface="Sakkal Majalla" panose="02000000000000000000" pitchFamily="2" charset="-78"/>
                          <a:ea typeface="+mn-ea"/>
                          <a:cs typeface="Sakkal Majalla" panose="02000000000000000000" pitchFamily="2" charset="-78"/>
                        </a:rPr>
                        <a:t>تواءمت</a:t>
                      </a: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 معها البنية المؤسسية ÷ عدد الاستراتيجيات الرقمية المعتمدة في الهيئة) × 100</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معادلة الاحتساب</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6671549"/>
                  </a:ext>
                </a:extLst>
              </a:tr>
              <a:tr h="456984">
                <a:tc>
                  <a:txBody>
                    <a:bodyPr/>
                    <a:lstStyle/>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مكتب البنية المؤسسية </a:t>
                      </a:r>
                      <a:r>
                        <a:rPr lang="en-US" sz="1400" b="1" kern="1200" baseline="0" dirty="0">
                          <a:solidFill>
                            <a:schemeClr val="accent1"/>
                          </a:solidFill>
                          <a:latin typeface="Sakkal Majalla" panose="02000000000000000000" pitchFamily="2" charset="-78"/>
                          <a:ea typeface="+mn-ea"/>
                          <a:cs typeface="Sakkal Majalla" panose="02000000000000000000" pitchFamily="2" charset="-78"/>
                        </a:rPr>
                        <a:t>)</a:t>
                      </a:r>
                      <a:r>
                        <a:rPr lang="ar-SA" sz="1400" b="1" kern="1200" baseline="0" dirty="0">
                          <a:solidFill>
                            <a:schemeClr val="accent1"/>
                          </a:solidFill>
                          <a:latin typeface="Sakkal Majalla" panose="02000000000000000000" pitchFamily="2" charset="-78"/>
                          <a:ea typeface="+mn-ea"/>
                          <a:cs typeface="Sakkal Majalla" panose="02000000000000000000" pitchFamily="2" charset="-78"/>
                        </a:rPr>
                        <a:t> الاستراتيجيات المعتمدة + تقارير المواءمة</a:t>
                      </a:r>
                      <a:r>
                        <a:rPr lang="en-US" sz="1400" b="1" kern="1200" baseline="0" dirty="0">
                          <a:solidFill>
                            <a:schemeClr val="accent1"/>
                          </a:solidFill>
                          <a:latin typeface="Sakkal Majalla" panose="02000000000000000000" pitchFamily="2" charset="-78"/>
                          <a:ea typeface="+mn-ea"/>
                          <a:cs typeface="Sakkal Majalla" panose="02000000000000000000" pitchFamily="2" charset="-78"/>
                        </a:rPr>
                        <a:t>(</a:t>
                      </a:r>
                      <a:endParaRPr lang="ar-EG" sz="1400" b="1" kern="1200" baseline="0" dirty="0">
                        <a:solidFill>
                          <a:schemeClr val="accent1"/>
                        </a:solidFill>
                        <a:latin typeface="Sakkal Majalla" panose="02000000000000000000" pitchFamily="2" charset="-78"/>
                        <a:ea typeface="+mn-ea"/>
                        <a:cs typeface="Sakkal Majalla" panose="02000000000000000000" pitchFamily="2" charset="-7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مصدر البيانات</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578273"/>
                  </a:ext>
                </a:extLst>
              </a:tr>
            </a:tbl>
          </a:graphicData>
        </a:graphic>
      </p:graphicFrame>
      <p:sp>
        <p:nvSpPr>
          <p:cNvPr id="37" name="Rounded Rectangle 40">
            <a:extLst>
              <a:ext uri="{FF2B5EF4-FFF2-40B4-BE49-F238E27FC236}">
                <a16:creationId xmlns:a16="http://schemas.microsoft.com/office/drawing/2014/main" id="{1D789981-23D4-AFA3-84DB-8B91DC27AFD2}"/>
              </a:ext>
            </a:extLst>
          </p:cNvPr>
          <p:cNvSpPr/>
          <p:nvPr/>
        </p:nvSpPr>
        <p:spPr>
          <a:xfrm>
            <a:off x="2166134"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Box 37">
            <a:extLst>
              <a:ext uri="{FF2B5EF4-FFF2-40B4-BE49-F238E27FC236}">
                <a16:creationId xmlns:a16="http://schemas.microsoft.com/office/drawing/2014/main" id="{CA375199-E0A4-0E3A-5E80-7AC8BB098276}"/>
              </a:ext>
            </a:extLst>
          </p:cNvPr>
          <p:cNvSpPr txBox="1"/>
          <p:nvPr/>
        </p:nvSpPr>
        <p:spPr>
          <a:xfrm>
            <a:off x="1962748"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المستهدف</a:t>
            </a:r>
          </a:p>
        </p:txBody>
      </p:sp>
      <p:grpSp>
        <p:nvGrpSpPr>
          <p:cNvPr id="39" name="Group 38">
            <a:extLst>
              <a:ext uri="{FF2B5EF4-FFF2-40B4-BE49-F238E27FC236}">
                <a16:creationId xmlns:a16="http://schemas.microsoft.com/office/drawing/2014/main" id="{4E77EB58-9C64-D904-9033-CD21CA8925CE}"/>
              </a:ext>
            </a:extLst>
          </p:cNvPr>
          <p:cNvGrpSpPr>
            <a:grpSpLocks noChangeAspect="1"/>
          </p:cNvGrpSpPr>
          <p:nvPr/>
        </p:nvGrpSpPr>
        <p:grpSpPr>
          <a:xfrm>
            <a:off x="8926404" y="4690821"/>
            <a:ext cx="243890" cy="242732"/>
            <a:chOff x="2501900" y="457201"/>
            <a:chExt cx="1674813" cy="1666876"/>
          </a:xfrm>
          <a:solidFill>
            <a:schemeClr val="accent1"/>
          </a:solidFill>
        </p:grpSpPr>
        <p:sp>
          <p:nvSpPr>
            <p:cNvPr id="40" name="Freeform 5">
              <a:extLst>
                <a:ext uri="{FF2B5EF4-FFF2-40B4-BE49-F238E27FC236}">
                  <a16:creationId xmlns:a16="http://schemas.microsoft.com/office/drawing/2014/main" id="{395140E6-2333-B67B-E1EC-C5FA48AC715B}"/>
                </a:ext>
              </a:extLst>
            </p:cNvPr>
            <p:cNvSpPr>
              <a:spLocks/>
            </p:cNvSpPr>
            <p:nvPr/>
          </p:nvSpPr>
          <p:spPr bwMode="auto">
            <a:xfrm>
              <a:off x="2857500" y="457201"/>
              <a:ext cx="130175" cy="273050"/>
            </a:xfrm>
            <a:custGeom>
              <a:avLst/>
              <a:gdLst>
                <a:gd name="T0" fmla="*/ 0 w 350"/>
                <a:gd name="T1" fmla="*/ 367 h 734"/>
                <a:gd name="T2" fmla="*/ 0 w 350"/>
                <a:gd name="T3" fmla="*/ 734 h 734"/>
                <a:gd name="T4" fmla="*/ 175 w 350"/>
                <a:gd name="T5" fmla="*/ 734 h 734"/>
                <a:gd name="T6" fmla="*/ 350 w 350"/>
                <a:gd name="T7" fmla="*/ 734 h 734"/>
                <a:gd name="T8" fmla="*/ 350 w 350"/>
                <a:gd name="T9" fmla="*/ 367 h 734"/>
                <a:gd name="T10" fmla="*/ 350 w 350"/>
                <a:gd name="T11" fmla="*/ 0 h 734"/>
                <a:gd name="T12" fmla="*/ 175 w 350"/>
                <a:gd name="T13" fmla="*/ 0 h 734"/>
                <a:gd name="T14" fmla="*/ 0 w 350"/>
                <a:gd name="T15" fmla="*/ 0 h 734"/>
                <a:gd name="T16" fmla="*/ 0 w 350"/>
                <a:gd name="T17" fmla="*/ 367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734">
                  <a:moveTo>
                    <a:pt x="0" y="367"/>
                  </a:moveTo>
                  <a:lnTo>
                    <a:pt x="0" y="734"/>
                  </a:lnTo>
                  <a:lnTo>
                    <a:pt x="175" y="734"/>
                  </a:lnTo>
                  <a:lnTo>
                    <a:pt x="350" y="734"/>
                  </a:lnTo>
                  <a:lnTo>
                    <a:pt x="350" y="367"/>
                  </a:lnTo>
                  <a:lnTo>
                    <a:pt x="350" y="0"/>
                  </a:lnTo>
                  <a:lnTo>
                    <a:pt x="175" y="0"/>
                  </a:lnTo>
                  <a:lnTo>
                    <a:pt x="0" y="0"/>
                  </a:lnTo>
                  <a:lnTo>
                    <a:pt x="0" y="3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3" name="Freeform 6">
              <a:extLst>
                <a:ext uri="{FF2B5EF4-FFF2-40B4-BE49-F238E27FC236}">
                  <a16:creationId xmlns:a16="http://schemas.microsoft.com/office/drawing/2014/main" id="{10556FD7-0B7F-3C3F-F205-F7FF2F892F74}"/>
                </a:ext>
              </a:extLst>
            </p:cNvPr>
            <p:cNvSpPr>
              <a:spLocks/>
            </p:cNvSpPr>
            <p:nvPr/>
          </p:nvSpPr>
          <p:spPr bwMode="auto">
            <a:xfrm>
              <a:off x="3690938" y="457201"/>
              <a:ext cx="136525" cy="273050"/>
            </a:xfrm>
            <a:custGeom>
              <a:avLst/>
              <a:gdLst>
                <a:gd name="T0" fmla="*/ 0 w 367"/>
                <a:gd name="T1" fmla="*/ 367 h 734"/>
                <a:gd name="T2" fmla="*/ 0 w 367"/>
                <a:gd name="T3" fmla="*/ 734 h 734"/>
                <a:gd name="T4" fmla="*/ 184 w 367"/>
                <a:gd name="T5" fmla="*/ 734 h 734"/>
                <a:gd name="T6" fmla="*/ 367 w 367"/>
                <a:gd name="T7" fmla="*/ 734 h 734"/>
                <a:gd name="T8" fmla="*/ 367 w 367"/>
                <a:gd name="T9" fmla="*/ 367 h 734"/>
                <a:gd name="T10" fmla="*/ 367 w 367"/>
                <a:gd name="T11" fmla="*/ 0 h 734"/>
                <a:gd name="T12" fmla="*/ 184 w 367"/>
                <a:gd name="T13" fmla="*/ 0 h 734"/>
                <a:gd name="T14" fmla="*/ 0 w 367"/>
                <a:gd name="T15" fmla="*/ 0 h 734"/>
                <a:gd name="T16" fmla="*/ 0 w 367"/>
                <a:gd name="T17" fmla="*/ 367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734">
                  <a:moveTo>
                    <a:pt x="0" y="367"/>
                  </a:moveTo>
                  <a:lnTo>
                    <a:pt x="0" y="734"/>
                  </a:lnTo>
                  <a:lnTo>
                    <a:pt x="184" y="734"/>
                  </a:lnTo>
                  <a:lnTo>
                    <a:pt x="367" y="734"/>
                  </a:lnTo>
                  <a:lnTo>
                    <a:pt x="367" y="367"/>
                  </a:lnTo>
                  <a:lnTo>
                    <a:pt x="367" y="0"/>
                  </a:lnTo>
                  <a:lnTo>
                    <a:pt x="184" y="0"/>
                  </a:lnTo>
                  <a:lnTo>
                    <a:pt x="0" y="0"/>
                  </a:lnTo>
                  <a:lnTo>
                    <a:pt x="0" y="3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4" name="Freeform 24">
              <a:extLst>
                <a:ext uri="{FF2B5EF4-FFF2-40B4-BE49-F238E27FC236}">
                  <a16:creationId xmlns:a16="http://schemas.microsoft.com/office/drawing/2014/main" id="{7B669A67-886E-AED7-5D99-D1D499F8499A}"/>
                </a:ext>
              </a:extLst>
            </p:cNvPr>
            <p:cNvSpPr>
              <a:spLocks noEditPoints="1"/>
            </p:cNvSpPr>
            <p:nvPr/>
          </p:nvSpPr>
          <p:spPr bwMode="auto">
            <a:xfrm>
              <a:off x="2501900" y="661989"/>
              <a:ext cx="1674813" cy="1462088"/>
            </a:xfrm>
            <a:custGeom>
              <a:avLst/>
              <a:gdLst>
                <a:gd name="T0" fmla="*/ 0 w 4483"/>
                <a:gd name="T1" fmla="*/ 475 h 3917"/>
                <a:gd name="T2" fmla="*/ 0 w 4483"/>
                <a:gd name="T3" fmla="*/ 950 h 3917"/>
                <a:gd name="T4" fmla="*/ 92 w 4483"/>
                <a:gd name="T5" fmla="*/ 950 h 3917"/>
                <a:gd name="T6" fmla="*/ 183 w 4483"/>
                <a:gd name="T7" fmla="*/ 950 h 3917"/>
                <a:gd name="T8" fmla="*/ 183 w 4483"/>
                <a:gd name="T9" fmla="*/ 2434 h 3917"/>
                <a:gd name="T10" fmla="*/ 183 w 4483"/>
                <a:gd name="T11" fmla="*/ 3917 h 3917"/>
                <a:gd name="T12" fmla="*/ 2242 w 4483"/>
                <a:gd name="T13" fmla="*/ 3917 h 3917"/>
                <a:gd name="T14" fmla="*/ 4300 w 4483"/>
                <a:gd name="T15" fmla="*/ 3917 h 3917"/>
                <a:gd name="T16" fmla="*/ 4300 w 4483"/>
                <a:gd name="T17" fmla="*/ 2434 h 3917"/>
                <a:gd name="T18" fmla="*/ 4300 w 4483"/>
                <a:gd name="T19" fmla="*/ 950 h 3917"/>
                <a:gd name="T20" fmla="*/ 4392 w 4483"/>
                <a:gd name="T21" fmla="*/ 950 h 3917"/>
                <a:gd name="T22" fmla="*/ 4483 w 4483"/>
                <a:gd name="T23" fmla="*/ 950 h 3917"/>
                <a:gd name="T24" fmla="*/ 4483 w 4483"/>
                <a:gd name="T25" fmla="*/ 475 h 3917"/>
                <a:gd name="T26" fmla="*/ 4483 w 4483"/>
                <a:gd name="T27" fmla="*/ 0 h 3917"/>
                <a:gd name="T28" fmla="*/ 4117 w 4483"/>
                <a:gd name="T29" fmla="*/ 0 h 3917"/>
                <a:gd name="T30" fmla="*/ 3752 w 4483"/>
                <a:gd name="T31" fmla="*/ 0 h 3917"/>
                <a:gd name="T32" fmla="*/ 3747 w 4483"/>
                <a:gd name="T33" fmla="*/ 187 h 3917"/>
                <a:gd name="T34" fmla="*/ 3742 w 4483"/>
                <a:gd name="T35" fmla="*/ 375 h 3917"/>
                <a:gd name="T36" fmla="*/ 3363 w 4483"/>
                <a:gd name="T37" fmla="*/ 380 h 3917"/>
                <a:gd name="T38" fmla="*/ 2983 w 4483"/>
                <a:gd name="T39" fmla="*/ 384 h 3917"/>
                <a:gd name="T40" fmla="*/ 2983 w 4483"/>
                <a:gd name="T41" fmla="*/ 192 h 3917"/>
                <a:gd name="T42" fmla="*/ 2983 w 4483"/>
                <a:gd name="T43" fmla="*/ 0 h 3917"/>
                <a:gd name="T44" fmla="*/ 2242 w 4483"/>
                <a:gd name="T45" fmla="*/ 0 h 3917"/>
                <a:gd name="T46" fmla="*/ 1502 w 4483"/>
                <a:gd name="T47" fmla="*/ 0 h 3917"/>
                <a:gd name="T48" fmla="*/ 1497 w 4483"/>
                <a:gd name="T49" fmla="*/ 187 h 3917"/>
                <a:gd name="T50" fmla="*/ 1492 w 4483"/>
                <a:gd name="T51" fmla="*/ 375 h 3917"/>
                <a:gd name="T52" fmla="*/ 1117 w 4483"/>
                <a:gd name="T53" fmla="*/ 375 h 3917"/>
                <a:gd name="T54" fmla="*/ 742 w 4483"/>
                <a:gd name="T55" fmla="*/ 375 h 3917"/>
                <a:gd name="T56" fmla="*/ 737 w 4483"/>
                <a:gd name="T57" fmla="*/ 187 h 3917"/>
                <a:gd name="T58" fmla="*/ 732 w 4483"/>
                <a:gd name="T59" fmla="*/ 0 h 3917"/>
                <a:gd name="T60" fmla="*/ 367 w 4483"/>
                <a:gd name="T61" fmla="*/ 0 h 3917"/>
                <a:gd name="T62" fmla="*/ 0 w 4483"/>
                <a:gd name="T63" fmla="*/ 0 h 3917"/>
                <a:gd name="T64" fmla="*/ 0 w 4483"/>
                <a:gd name="T65" fmla="*/ 475 h 3917"/>
                <a:gd name="T66" fmla="*/ 3917 w 4483"/>
                <a:gd name="T67" fmla="*/ 2250 h 3917"/>
                <a:gd name="T68" fmla="*/ 3917 w 4483"/>
                <a:gd name="T69" fmla="*/ 3567 h 3917"/>
                <a:gd name="T70" fmla="*/ 2238 w 4483"/>
                <a:gd name="T71" fmla="*/ 3564 h 3917"/>
                <a:gd name="T72" fmla="*/ 558 w 4483"/>
                <a:gd name="T73" fmla="*/ 3559 h 3917"/>
                <a:gd name="T74" fmla="*/ 553 w 4483"/>
                <a:gd name="T75" fmla="*/ 2245 h 3917"/>
                <a:gd name="T76" fmla="*/ 550 w 4483"/>
                <a:gd name="T77" fmla="*/ 934 h 3917"/>
                <a:gd name="T78" fmla="*/ 2233 w 4483"/>
                <a:gd name="T79" fmla="*/ 934 h 3917"/>
                <a:gd name="T80" fmla="*/ 3917 w 4483"/>
                <a:gd name="T81" fmla="*/ 934 h 3917"/>
                <a:gd name="T82" fmla="*/ 3917 w 4483"/>
                <a:gd name="T83" fmla="*/ 2250 h 3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483" h="3917">
                  <a:moveTo>
                    <a:pt x="0" y="475"/>
                  </a:moveTo>
                  <a:lnTo>
                    <a:pt x="0" y="950"/>
                  </a:lnTo>
                  <a:lnTo>
                    <a:pt x="92" y="950"/>
                  </a:lnTo>
                  <a:lnTo>
                    <a:pt x="183" y="950"/>
                  </a:lnTo>
                  <a:lnTo>
                    <a:pt x="183" y="2434"/>
                  </a:lnTo>
                  <a:lnTo>
                    <a:pt x="183" y="3917"/>
                  </a:lnTo>
                  <a:lnTo>
                    <a:pt x="2242" y="3917"/>
                  </a:lnTo>
                  <a:lnTo>
                    <a:pt x="4300" y="3917"/>
                  </a:lnTo>
                  <a:lnTo>
                    <a:pt x="4300" y="2434"/>
                  </a:lnTo>
                  <a:lnTo>
                    <a:pt x="4300" y="950"/>
                  </a:lnTo>
                  <a:lnTo>
                    <a:pt x="4392" y="950"/>
                  </a:lnTo>
                  <a:lnTo>
                    <a:pt x="4483" y="950"/>
                  </a:lnTo>
                  <a:lnTo>
                    <a:pt x="4483" y="475"/>
                  </a:lnTo>
                  <a:lnTo>
                    <a:pt x="4483" y="0"/>
                  </a:lnTo>
                  <a:lnTo>
                    <a:pt x="4117" y="0"/>
                  </a:lnTo>
                  <a:lnTo>
                    <a:pt x="3752" y="0"/>
                  </a:lnTo>
                  <a:lnTo>
                    <a:pt x="3747" y="187"/>
                  </a:lnTo>
                  <a:lnTo>
                    <a:pt x="3742" y="375"/>
                  </a:lnTo>
                  <a:lnTo>
                    <a:pt x="3363" y="380"/>
                  </a:lnTo>
                  <a:lnTo>
                    <a:pt x="2983" y="384"/>
                  </a:lnTo>
                  <a:lnTo>
                    <a:pt x="2983" y="192"/>
                  </a:lnTo>
                  <a:lnTo>
                    <a:pt x="2983" y="0"/>
                  </a:lnTo>
                  <a:lnTo>
                    <a:pt x="2242" y="0"/>
                  </a:lnTo>
                  <a:lnTo>
                    <a:pt x="1502" y="0"/>
                  </a:lnTo>
                  <a:lnTo>
                    <a:pt x="1497" y="187"/>
                  </a:lnTo>
                  <a:lnTo>
                    <a:pt x="1492" y="375"/>
                  </a:lnTo>
                  <a:lnTo>
                    <a:pt x="1117" y="375"/>
                  </a:lnTo>
                  <a:lnTo>
                    <a:pt x="742" y="375"/>
                  </a:lnTo>
                  <a:lnTo>
                    <a:pt x="737" y="187"/>
                  </a:lnTo>
                  <a:lnTo>
                    <a:pt x="732" y="0"/>
                  </a:lnTo>
                  <a:lnTo>
                    <a:pt x="367" y="0"/>
                  </a:lnTo>
                  <a:lnTo>
                    <a:pt x="0" y="0"/>
                  </a:lnTo>
                  <a:lnTo>
                    <a:pt x="0" y="475"/>
                  </a:lnTo>
                  <a:close/>
                  <a:moveTo>
                    <a:pt x="3917" y="2250"/>
                  </a:moveTo>
                  <a:lnTo>
                    <a:pt x="3917" y="3567"/>
                  </a:lnTo>
                  <a:lnTo>
                    <a:pt x="2238" y="3564"/>
                  </a:lnTo>
                  <a:lnTo>
                    <a:pt x="558" y="3559"/>
                  </a:lnTo>
                  <a:lnTo>
                    <a:pt x="553" y="2245"/>
                  </a:lnTo>
                  <a:lnTo>
                    <a:pt x="550" y="934"/>
                  </a:lnTo>
                  <a:lnTo>
                    <a:pt x="2233" y="934"/>
                  </a:lnTo>
                  <a:lnTo>
                    <a:pt x="3917" y="934"/>
                  </a:lnTo>
                  <a:lnTo>
                    <a:pt x="3917" y="22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5" name="Freeform 25">
              <a:extLst>
                <a:ext uri="{FF2B5EF4-FFF2-40B4-BE49-F238E27FC236}">
                  <a16:creationId xmlns:a16="http://schemas.microsoft.com/office/drawing/2014/main" id="{37A88BAD-CCF8-43B4-8DC6-639793F9D221}"/>
                </a:ext>
              </a:extLst>
            </p:cNvPr>
            <p:cNvSpPr>
              <a:spLocks/>
            </p:cNvSpPr>
            <p:nvPr/>
          </p:nvSpPr>
          <p:spPr bwMode="auto">
            <a:xfrm>
              <a:off x="2857500" y="1154114"/>
              <a:ext cx="130175" cy="136525"/>
            </a:xfrm>
            <a:custGeom>
              <a:avLst/>
              <a:gdLst>
                <a:gd name="T0" fmla="*/ 0 w 350"/>
                <a:gd name="T1" fmla="*/ 183 h 367"/>
                <a:gd name="T2" fmla="*/ 0 w 350"/>
                <a:gd name="T3" fmla="*/ 367 h 367"/>
                <a:gd name="T4" fmla="*/ 175 w 350"/>
                <a:gd name="T5" fmla="*/ 367 h 367"/>
                <a:gd name="T6" fmla="*/ 350 w 350"/>
                <a:gd name="T7" fmla="*/ 367 h 367"/>
                <a:gd name="T8" fmla="*/ 350 w 350"/>
                <a:gd name="T9" fmla="*/ 183 h 367"/>
                <a:gd name="T10" fmla="*/ 350 w 350"/>
                <a:gd name="T11" fmla="*/ 0 h 367"/>
                <a:gd name="T12" fmla="*/ 175 w 350"/>
                <a:gd name="T13" fmla="*/ 0 h 367"/>
                <a:gd name="T14" fmla="*/ 0 w 350"/>
                <a:gd name="T15" fmla="*/ 0 h 367"/>
                <a:gd name="T16" fmla="*/ 0 w 350"/>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67">
                  <a:moveTo>
                    <a:pt x="0" y="183"/>
                  </a:moveTo>
                  <a:lnTo>
                    <a:pt x="0" y="367"/>
                  </a:lnTo>
                  <a:lnTo>
                    <a:pt x="175" y="367"/>
                  </a:lnTo>
                  <a:lnTo>
                    <a:pt x="350" y="367"/>
                  </a:lnTo>
                  <a:lnTo>
                    <a:pt x="350" y="183"/>
                  </a:lnTo>
                  <a:lnTo>
                    <a:pt x="350" y="0"/>
                  </a:lnTo>
                  <a:lnTo>
                    <a:pt x="175"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6" name="Freeform 26">
              <a:extLst>
                <a:ext uri="{FF2B5EF4-FFF2-40B4-BE49-F238E27FC236}">
                  <a16:creationId xmlns:a16="http://schemas.microsoft.com/office/drawing/2014/main" id="{74458989-2842-EE29-2ECA-456BF495EC59}"/>
                </a:ext>
              </a:extLst>
            </p:cNvPr>
            <p:cNvSpPr>
              <a:spLocks/>
            </p:cNvSpPr>
            <p:nvPr/>
          </p:nvSpPr>
          <p:spPr bwMode="auto">
            <a:xfrm>
              <a:off x="3130550"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7" name="Freeform 27">
              <a:extLst>
                <a:ext uri="{FF2B5EF4-FFF2-40B4-BE49-F238E27FC236}">
                  <a16:creationId xmlns:a16="http://schemas.microsoft.com/office/drawing/2014/main" id="{7E264F09-470E-E88C-4A58-51E2EA794131}"/>
                </a:ext>
              </a:extLst>
            </p:cNvPr>
            <p:cNvSpPr>
              <a:spLocks/>
            </p:cNvSpPr>
            <p:nvPr/>
          </p:nvSpPr>
          <p:spPr bwMode="auto">
            <a:xfrm>
              <a:off x="3411538"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8" name="Freeform 28">
              <a:extLst>
                <a:ext uri="{FF2B5EF4-FFF2-40B4-BE49-F238E27FC236}">
                  <a16:creationId xmlns:a16="http://schemas.microsoft.com/office/drawing/2014/main" id="{67E3A011-588D-F2DA-36EE-7AE6AB3265AF}"/>
                </a:ext>
              </a:extLst>
            </p:cNvPr>
            <p:cNvSpPr>
              <a:spLocks/>
            </p:cNvSpPr>
            <p:nvPr/>
          </p:nvSpPr>
          <p:spPr bwMode="auto">
            <a:xfrm>
              <a:off x="3690938"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9" name="Freeform 29">
              <a:extLst>
                <a:ext uri="{FF2B5EF4-FFF2-40B4-BE49-F238E27FC236}">
                  <a16:creationId xmlns:a16="http://schemas.microsoft.com/office/drawing/2014/main" id="{EDE69505-4E25-53FD-A11F-84E295EE78E8}"/>
                </a:ext>
              </a:extLst>
            </p:cNvPr>
            <p:cNvSpPr>
              <a:spLocks/>
            </p:cNvSpPr>
            <p:nvPr/>
          </p:nvSpPr>
          <p:spPr bwMode="auto">
            <a:xfrm>
              <a:off x="2857500" y="1427164"/>
              <a:ext cx="130175" cy="142875"/>
            </a:xfrm>
            <a:custGeom>
              <a:avLst/>
              <a:gdLst>
                <a:gd name="T0" fmla="*/ 0 w 350"/>
                <a:gd name="T1" fmla="*/ 192 h 384"/>
                <a:gd name="T2" fmla="*/ 0 w 350"/>
                <a:gd name="T3" fmla="*/ 384 h 384"/>
                <a:gd name="T4" fmla="*/ 175 w 350"/>
                <a:gd name="T5" fmla="*/ 384 h 384"/>
                <a:gd name="T6" fmla="*/ 350 w 350"/>
                <a:gd name="T7" fmla="*/ 384 h 384"/>
                <a:gd name="T8" fmla="*/ 350 w 350"/>
                <a:gd name="T9" fmla="*/ 192 h 384"/>
                <a:gd name="T10" fmla="*/ 350 w 350"/>
                <a:gd name="T11" fmla="*/ 0 h 384"/>
                <a:gd name="T12" fmla="*/ 175 w 350"/>
                <a:gd name="T13" fmla="*/ 0 h 384"/>
                <a:gd name="T14" fmla="*/ 0 w 350"/>
                <a:gd name="T15" fmla="*/ 0 h 384"/>
                <a:gd name="T16" fmla="*/ 0 w 350"/>
                <a:gd name="T17"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84">
                  <a:moveTo>
                    <a:pt x="0" y="192"/>
                  </a:moveTo>
                  <a:lnTo>
                    <a:pt x="0" y="384"/>
                  </a:lnTo>
                  <a:lnTo>
                    <a:pt x="175" y="384"/>
                  </a:lnTo>
                  <a:lnTo>
                    <a:pt x="350" y="384"/>
                  </a:lnTo>
                  <a:lnTo>
                    <a:pt x="350" y="192"/>
                  </a:lnTo>
                  <a:lnTo>
                    <a:pt x="350" y="0"/>
                  </a:lnTo>
                  <a:lnTo>
                    <a:pt x="175" y="0"/>
                  </a:lnTo>
                  <a:lnTo>
                    <a:pt x="0" y="0"/>
                  </a:lnTo>
                  <a:lnTo>
                    <a:pt x="0"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0" name="Freeform 30">
              <a:extLst>
                <a:ext uri="{FF2B5EF4-FFF2-40B4-BE49-F238E27FC236}">
                  <a16:creationId xmlns:a16="http://schemas.microsoft.com/office/drawing/2014/main" id="{76D28C6B-221F-33C6-EFDC-4C8FEBDB3CAD}"/>
                </a:ext>
              </a:extLst>
            </p:cNvPr>
            <p:cNvSpPr>
              <a:spLocks/>
            </p:cNvSpPr>
            <p:nvPr/>
          </p:nvSpPr>
          <p:spPr bwMode="auto">
            <a:xfrm>
              <a:off x="3132138" y="1427164"/>
              <a:ext cx="134938" cy="142875"/>
            </a:xfrm>
            <a:custGeom>
              <a:avLst/>
              <a:gdLst>
                <a:gd name="T0" fmla="*/ 4 w 364"/>
                <a:gd name="T1" fmla="*/ 22 h 385"/>
                <a:gd name="T2" fmla="*/ 2 w 364"/>
                <a:gd name="T3" fmla="*/ 40 h 385"/>
                <a:gd name="T4" fmla="*/ 0 w 364"/>
                <a:gd name="T5" fmla="*/ 142 h 385"/>
                <a:gd name="T6" fmla="*/ 1 w 364"/>
                <a:gd name="T7" fmla="*/ 210 h 385"/>
                <a:gd name="T8" fmla="*/ 6 w 364"/>
                <a:gd name="T9" fmla="*/ 375 h 385"/>
                <a:gd name="T10" fmla="*/ 186 w 364"/>
                <a:gd name="T11" fmla="*/ 380 h 385"/>
                <a:gd name="T12" fmla="*/ 364 w 364"/>
                <a:gd name="T13" fmla="*/ 385 h 385"/>
                <a:gd name="T14" fmla="*/ 364 w 364"/>
                <a:gd name="T15" fmla="*/ 192 h 385"/>
                <a:gd name="T16" fmla="*/ 364 w 364"/>
                <a:gd name="T17" fmla="*/ 0 h 385"/>
                <a:gd name="T18" fmla="*/ 189 w 364"/>
                <a:gd name="T19" fmla="*/ 0 h 385"/>
                <a:gd name="T20" fmla="*/ 102 w 364"/>
                <a:gd name="T21" fmla="*/ 1 h 385"/>
                <a:gd name="T22" fmla="*/ 30 w 364"/>
                <a:gd name="T23" fmla="*/ 8 h 385"/>
                <a:gd name="T24" fmla="*/ 8 w 364"/>
                <a:gd name="T25" fmla="*/ 16 h 385"/>
                <a:gd name="T26" fmla="*/ 4 w 364"/>
                <a:gd name="T27" fmla="*/ 22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385">
                  <a:moveTo>
                    <a:pt x="4" y="22"/>
                  </a:moveTo>
                  <a:lnTo>
                    <a:pt x="2" y="40"/>
                  </a:lnTo>
                  <a:lnTo>
                    <a:pt x="0" y="142"/>
                  </a:lnTo>
                  <a:lnTo>
                    <a:pt x="1" y="210"/>
                  </a:lnTo>
                  <a:lnTo>
                    <a:pt x="6" y="375"/>
                  </a:lnTo>
                  <a:lnTo>
                    <a:pt x="186" y="380"/>
                  </a:lnTo>
                  <a:lnTo>
                    <a:pt x="364" y="385"/>
                  </a:lnTo>
                  <a:lnTo>
                    <a:pt x="364" y="192"/>
                  </a:lnTo>
                  <a:lnTo>
                    <a:pt x="364" y="0"/>
                  </a:lnTo>
                  <a:lnTo>
                    <a:pt x="189" y="0"/>
                  </a:lnTo>
                  <a:lnTo>
                    <a:pt x="102" y="1"/>
                  </a:lnTo>
                  <a:lnTo>
                    <a:pt x="30" y="8"/>
                  </a:lnTo>
                  <a:lnTo>
                    <a:pt x="8" y="16"/>
                  </a:lnTo>
                  <a:lnTo>
                    <a:pt x="4"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1" name="Freeform 31">
              <a:extLst>
                <a:ext uri="{FF2B5EF4-FFF2-40B4-BE49-F238E27FC236}">
                  <a16:creationId xmlns:a16="http://schemas.microsoft.com/office/drawing/2014/main" id="{E8A45958-12EB-CE19-8527-419CA08048B2}"/>
                </a:ext>
              </a:extLst>
            </p:cNvPr>
            <p:cNvSpPr>
              <a:spLocks/>
            </p:cNvSpPr>
            <p:nvPr/>
          </p:nvSpPr>
          <p:spPr bwMode="auto">
            <a:xfrm>
              <a:off x="3411538" y="1428751"/>
              <a:ext cx="136525" cy="141288"/>
            </a:xfrm>
            <a:custGeom>
              <a:avLst/>
              <a:gdLst>
                <a:gd name="T0" fmla="*/ 12 w 369"/>
                <a:gd name="T1" fmla="*/ 7 h 381"/>
                <a:gd name="T2" fmla="*/ 7 w 369"/>
                <a:gd name="T3" fmla="*/ 22 h 381"/>
                <a:gd name="T4" fmla="*/ 1 w 369"/>
                <a:gd name="T5" fmla="*/ 127 h 381"/>
                <a:gd name="T6" fmla="*/ 0 w 369"/>
                <a:gd name="T7" fmla="*/ 201 h 381"/>
                <a:gd name="T8" fmla="*/ 0 w 369"/>
                <a:gd name="T9" fmla="*/ 381 h 381"/>
                <a:gd name="T10" fmla="*/ 184 w 369"/>
                <a:gd name="T11" fmla="*/ 381 h 381"/>
                <a:gd name="T12" fmla="*/ 369 w 369"/>
                <a:gd name="T13" fmla="*/ 381 h 381"/>
                <a:gd name="T14" fmla="*/ 364 w 369"/>
                <a:gd name="T15" fmla="*/ 192 h 381"/>
                <a:gd name="T16" fmla="*/ 359 w 369"/>
                <a:gd name="T17" fmla="*/ 6 h 381"/>
                <a:gd name="T18" fmla="*/ 190 w 369"/>
                <a:gd name="T19" fmla="*/ 1 h 381"/>
                <a:gd name="T20" fmla="*/ 123 w 369"/>
                <a:gd name="T21" fmla="*/ 0 h 381"/>
                <a:gd name="T22" fmla="*/ 26 w 369"/>
                <a:gd name="T23" fmla="*/ 3 h 381"/>
                <a:gd name="T24" fmla="*/ 12 w 369"/>
                <a:gd name="T25" fmla="*/ 7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381">
                  <a:moveTo>
                    <a:pt x="12" y="7"/>
                  </a:moveTo>
                  <a:lnTo>
                    <a:pt x="7" y="22"/>
                  </a:lnTo>
                  <a:lnTo>
                    <a:pt x="1" y="127"/>
                  </a:lnTo>
                  <a:lnTo>
                    <a:pt x="0" y="201"/>
                  </a:lnTo>
                  <a:lnTo>
                    <a:pt x="0" y="381"/>
                  </a:lnTo>
                  <a:lnTo>
                    <a:pt x="184" y="381"/>
                  </a:lnTo>
                  <a:lnTo>
                    <a:pt x="369" y="381"/>
                  </a:lnTo>
                  <a:lnTo>
                    <a:pt x="364" y="192"/>
                  </a:lnTo>
                  <a:lnTo>
                    <a:pt x="359" y="6"/>
                  </a:lnTo>
                  <a:lnTo>
                    <a:pt x="190" y="1"/>
                  </a:lnTo>
                  <a:lnTo>
                    <a:pt x="123" y="0"/>
                  </a:lnTo>
                  <a:lnTo>
                    <a:pt x="26" y="3"/>
                  </a:lnTo>
                  <a:lnTo>
                    <a:pt x="1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2" name="Freeform 32">
              <a:extLst>
                <a:ext uri="{FF2B5EF4-FFF2-40B4-BE49-F238E27FC236}">
                  <a16:creationId xmlns:a16="http://schemas.microsoft.com/office/drawing/2014/main" id="{80F8B4B2-8089-A015-D692-D31B3363CEFB}"/>
                </a:ext>
              </a:extLst>
            </p:cNvPr>
            <p:cNvSpPr>
              <a:spLocks/>
            </p:cNvSpPr>
            <p:nvPr/>
          </p:nvSpPr>
          <p:spPr bwMode="auto">
            <a:xfrm>
              <a:off x="3690938" y="1427164"/>
              <a:ext cx="133350" cy="142875"/>
            </a:xfrm>
            <a:custGeom>
              <a:avLst/>
              <a:gdLst>
                <a:gd name="T0" fmla="*/ 0 w 359"/>
                <a:gd name="T1" fmla="*/ 193 h 386"/>
                <a:gd name="T2" fmla="*/ 0 w 359"/>
                <a:gd name="T3" fmla="*/ 386 h 386"/>
                <a:gd name="T4" fmla="*/ 180 w 359"/>
                <a:gd name="T5" fmla="*/ 381 h 386"/>
                <a:gd name="T6" fmla="*/ 359 w 359"/>
                <a:gd name="T7" fmla="*/ 376 h 386"/>
                <a:gd name="T8" fmla="*/ 359 w 359"/>
                <a:gd name="T9" fmla="*/ 193 h 386"/>
                <a:gd name="T10" fmla="*/ 359 w 359"/>
                <a:gd name="T11" fmla="*/ 10 h 386"/>
                <a:gd name="T12" fmla="*/ 180 w 359"/>
                <a:gd name="T13" fmla="*/ 5 h 386"/>
                <a:gd name="T14" fmla="*/ 0 w 359"/>
                <a:gd name="T15" fmla="*/ 0 h 386"/>
                <a:gd name="T16" fmla="*/ 0 w 359"/>
                <a:gd name="T17" fmla="*/ 193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9" h="386">
                  <a:moveTo>
                    <a:pt x="0" y="193"/>
                  </a:moveTo>
                  <a:lnTo>
                    <a:pt x="0" y="386"/>
                  </a:lnTo>
                  <a:lnTo>
                    <a:pt x="180" y="381"/>
                  </a:lnTo>
                  <a:lnTo>
                    <a:pt x="359" y="376"/>
                  </a:lnTo>
                  <a:lnTo>
                    <a:pt x="359" y="193"/>
                  </a:lnTo>
                  <a:lnTo>
                    <a:pt x="359" y="10"/>
                  </a:lnTo>
                  <a:lnTo>
                    <a:pt x="180" y="5"/>
                  </a:lnTo>
                  <a:lnTo>
                    <a:pt x="0" y="0"/>
                  </a:lnTo>
                  <a:lnTo>
                    <a:pt x="0"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6" name="Freeform 33">
              <a:extLst>
                <a:ext uri="{FF2B5EF4-FFF2-40B4-BE49-F238E27FC236}">
                  <a16:creationId xmlns:a16="http://schemas.microsoft.com/office/drawing/2014/main" id="{F93EF981-91B2-46D9-F2F1-6A172A637149}"/>
                </a:ext>
              </a:extLst>
            </p:cNvPr>
            <p:cNvSpPr>
              <a:spLocks/>
            </p:cNvSpPr>
            <p:nvPr/>
          </p:nvSpPr>
          <p:spPr bwMode="auto">
            <a:xfrm>
              <a:off x="2857500" y="1706564"/>
              <a:ext cx="130175" cy="142875"/>
            </a:xfrm>
            <a:custGeom>
              <a:avLst/>
              <a:gdLst>
                <a:gd name="T0" fmla="*/ 0 w 350"/>
                <a:gd name="T1" fmla="*/ 192 h 384"/>
                <a:gd name="T2" fmla="*/ 0 w 350"/>
                <a:gd name="T3" fmla="*/ 384 h 384"/>
                <a:gd name="T4" fmla="*/ 175 w 350"/>
                <a:gd name="T5" fmla="*/ 384 h 384"/>
                <a:gd name="T6" fmla="*/ 350 w 350"/>
                <a:gd name="T7" fmla="*/ 384 h 384"/>
                <a:gd name="T8" fmla="*/ 350 w 350"/>
                <a:gd name="T9" fmla="*/ 192 h 384"/>
                <a:gd name="T10" fmla="*/ 350 w 350"/>
                <a:gd name="T11" fmla="*/ 0 h 384"/>
                <a:gd name="T12" fmla="*/ 175 w 350"/>
                <a:gd name="T13" fmla="*/ 0 h 384"/>
                <a:gd name="T14" fmla="*/ 0 w 350"/>
                <a:gd name="T15" fmla="*/ 0 h 384"/>
                <a:gd name="T16" fmla="*/ 0 w 350"/>
                <a:gd name="T17"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84">
                  <a:moveTo>
                    <a:pt x="0" y="192"/>
                  </a:moveTo>
                  <a:lnTo>
                    <a:pt x="0" y="384"/>
                  </a:lnTo>
                  <a:lnTo>
                    <a:pt x="175" y="384"/>
                  </a:lnTo>
                  <a:lnTo>
                    <a:pt x="350" y="384"/>
                  </a:lnTo>
                  <a:lnTo>
                    <a:pt x="350" y="192"/>
                  </a:lnTo>
                  <a:lnTo>
                    <a:pt x="350" y="0"/>
                  </a:lnTo>
                  <a:lnTo>
                    <a:pt x="175" y="0"/>
                  </a:lnTo>
                  <a:lnTo>
                    <a:pt x="0" y="0"/>
                  </a:lnTo>
                  <a:lnTo>
                    <a:pt x="0"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7" name="Freeform 34">
              <a:extLst>
                <a:ext uri="{FF2B5EF4-FFF2-40B4-BE49-F238E27FC236}">
                  <a16:creationId xmlns:a16="http://schemas.microsoft.com/office/drawing/2014/main" id="{8BA05315-85A2-9969-46DF-267F7CFEFEA7}"/>
                </a:ext>
              </a:extLst>
            </p:cNvPr>
            <p:cNvSpPr>
              <a:spLocks/>
            </p:cNvSpPr>
            <p:nvPr/>
          </p:nvSpPr>
          <p:spPr bwMode="auto">
            <a:xfrm>
              <a:off x="3132138" y="1706564"/>
              <a:ext cx="134938" cy="144463"/>
            </a:xfrm>
            <a:custGeom>
              <a:avLst/>
              <a:gdLst>
                <a:gd name="T0" fmla="*/ 4 w 364"/>
                <a:gd name="T1" fmla="*/ 22 h 385"/>
                <a:gd name="T2" fmla="*/ 2 w 364"/>
                <a:gd name="T3" fmla="*/ 40 h 385"/>
                <a:gd name="T4" fmla="*/ 0 w 364"/>
                <a:gd name="T5" fmla="*/ 142 h 385"/>
                <a:gd name="T6" fmla="*/ 1 w 364"/>
                <a:gd name="T7" fmla="*/ 210 h 385"/>
                <a:gd name="T8" fmla="*/ 6 w 364"/>
                <a:gd name="T9" fmla="*/ 375 h 385"/>
                <a:gd name="T10" fmla="*/ 186 w 364"/>
                <a:gd name="T11" fmla="*/ 380 h 385"/>
                <a:gd name="T12" fmla="*/ 364 w 364"/>
                <a:gd name="T13" fmla="*/ 385 h 385"/>
                <a:gd name="T14" fmla="*/ 364 w 364"/>
                <a:gd name="T15" fmla="*/ 192 h 385"/>
                <a:gd name="T16" fmla="*/ 364 w 364"/>
                <a:gd name="T17" fmla="*/ 0 h 385"/>
                <a:gd name="T18" fmla="*/ 189 w 364"/>
                <a:gd name="T19" fmla="*/ 0 h 385"/>
                <a:gd name="T20" fmla="*/ 102 w 364"/>
                <a:gd name="T21" fmla="*/ 1 h 385"/>
                <a:gd name="T22" fmla="*/ 30 w 364"/>
                <a:gd name="T23" fmla="*/ 8 h 385"/>
                <a:gd name="T24" fmla="*/ 8 w 364"/>
                <a:gd name="T25" fmla="*/ 16 h 385"/>
                <a:gd name="T26" fmla="*/ 4 w 364"/>
                <a:gd name="T27" fmla="*/ 22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385">
                  <a:moveTo>
                    <a:pt x="4" y="22"/>
                  </a:moveTo>
                  <a:lnTo>
                    <a:pt x="2" y="40"/>
                  </a:lnTo>
                  <a:lnTo>
                    <a:pt x="0" y="142"/>
                  </a:lnTo>
                  <a:lnTo>
                    <a:pt x="1" y="210"/>
                  </a:lnTo>
                  <a:lnTo>
                    <a:pt x="6" y="375"/>
                  </a:lnTo>
                  <a:lnTo>
                    <a:pt x="186" y="380"/>
                  </a:lnTo>
                  <a:lnTo>
                    <a:pt x="364" y="385"/>
                  </a:lnTo>
                  <a:lnTo>
                    <a:pt x="364" y="192"/>
                  </a:lnTo>
                  <a:lnTo>
                    <a:pt x="364" y="0"/>
                  </a:lnTo>
                  <a:lnTo>
                    <a:pt x="189" y="0"/>
                  </a:lnTo>
                  <a:lnTo>
                    <a:pt x="102" y="1"/>
                  </a:lnTo>
                  <a:lnTo>
                    <a:pt x="30" y="8"/>
                  </a:lnTo>
                  <a:lnTo>
                    <a:pt x="8" y="16"/>
                  </a:lnTo>
                  <a:lnTo>
                    <a:pt x="4"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8" name="Freeform 35">
              <a:extLst>
                <a:ext uri="{FF2B5EF4-FFF2-40B4-BE49-F238E27FC236}">
                  <a16:creationId xmlns:a16="http://schemas.microsoft.com/office/drawing/2014/main" id="{3C326F60-A138-752D-4A3E-617021CF475D}"/>
                </a:ext>
              </a:extLst>
            </p:cNvPr>
            <p:cNvSpPr>
              <a:spLocks/>
            </p:cNvSpPr>
            <p:nvPr/>
          </p:nvSpPr>
          <p:spPr bwMode="auto">
            <a:xfrm>
              <a:off x="3409950" y="1706564"/>
              <a:ext cx="138113" cy="139700"/>
            </a:xfrm>
            <a:custGeom>
              <a:avLst/>
              <a:gdLst>
                <a:gd name="T0" fmla="*/ 5 w 370"/>
                <a:gd name="T1" fmla="*/ 187 h 375"/>
                <a:gd name="T2" fmla="*/ 10 w 370"/>
                <a:gd name="T3" fmla="*/ 375 h 375"/>
                <a:gd name="T4" fmla="*/ 185 w 370"/>
                <a:gd name="T5" fmla="*/ 375 h 375"/>
                <a:gd name="T6" fmla="*/ 360 w 370"/>
                <a:gd name="T7" fmla="*/ 375 h 375"/>
                <a:gd name="T8" fmla="*/ 365 w 370"/>
                <a:gd name="T9" fmla="*/ 187 h 375"/>
                <a:gd name="T10" fmla="*/ 370 w 370"/>
                <a:gd name="T11" fmla="*/ 0 h 375"/>
                <a:gd name="T12" fmla="*/ 185 w 370"/>
                <a:gd name="T13" fmla="*/ 0 h 375"/>
                <a:gd name="T14" fmla="*/ 0 w 370"/>
                <a:gd name="T15" fmla="*/ 0 h 375"/>
                <a:gd name="T16" fmla="*/ 5 w 370"/>
                <a:gd name="T17" fmla="*/ 187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0" h="375">
                  <a:moveTo>
                    <a:pt x="5" y="187"/>
                  </a:moveTo>
                  <a:lnTo>
                    <a:pt x="10" y="375"/>
                  </a:lnTo>
                  <a:lnTo>
                    <a:pt x="185" y="375"/>
                  </a:lnTo>
                  <a:lnTo>
                    <a:pt x="360" y="375"/>
                  </a:lnTo>
                  <a:lnTo>
                    <a:pt x="365" y="187"/>
                  </a:lnTo>
                  <a:lnTo>
                    <a:pt x="370" y="0"/>
                  </a:lnTo>
                  <a:lnTo>
                    <a:pt x="185" y="0"/>
                  </a:lnTo>
                  <a:lnTo>
                    <a:pt x="0" y="0"/>
                  </a:lnTo>
                  <a:lnTo>
                    <a:pt x="5" y="1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9" name="Freeform 36">
              <a:extLst>
                <a:ext uri="{FF2B5EF4-FFF2-40B4-BE49-F238E27FC236}">
                  <a16:creationId xmlns:a16="http://schemas.microsoft.com/office/drawing/2014/main" id="{064E98A0-02D1-953E-E07D-28C8A1A71139}"/>
                </a:ext>
              </a:extLst>
            </p:cNvPr>
            <p:cNvSpPr>
              <a:spLocks/>
            </p:cNvSpPr>
            <p:nvPr/>
          </p:nvSpPr>
          <p:spPr bwMode="auto">
            <a:xfrm>
              <a:off x="3690938" y="1706564"/>
              <a:ext cx="133350" cy="144463"/>
            </a:xfrm>
            <a:custGeom>
              <a:avLst/>
              <a:gdLst>
                <a:gd name="T0" fmla="*/ 0 w 359"/>
                <a:gd name="T1" fmla="*/ 193 h 386"/>
                <a:gd name="T2" fmla="*/ 0 w 359"/>
                <a:gd name="T3" fmla="*/ 386 h 386"/>
                <a:gd name="T4" fmla="*/ 180 w 359"/>
                <a:gd name="T5" fmla="*/ 381 h 386"/>
                <a:gd name="T6" fmla="*/ 359 w 359"/>
                <a:gd name="T7" fmla="*/ 376 h 386"/>
                <a:gd name="T8" fmla="*/ 359 w 359"/>
                <a:gd name="T9" fmla="*/ 193 h 386"/>
                <a:gd name="T10" fmla="*/ 359 w 359"/>
                <a:gd name="T11" fmla="*/ 10 h 386"/>
                <a:gd name="T12" fmla="*/ 180 w 359"/>
                <a:gd name="T13" fmla="*/ 5 h 386"/>
                <a:gd name="T14" fmla="*/ 0 w 359"/>
                <a:gd name="T15" fmla="*/ 0 h 386"/>
                <a:gd name="T16" fmla="*/ 0 w 359"/>
                <a:gd name="T17" fmla="*/ 193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9" h="386">
                  <a:moveTo>
                    <a:pt x="0" y="193"/>
                  </a:moveTo>
                  <a:lnTo>
                    <a:pt x="0" y="386"/>
                  </a:lnTo>
                  <a:lnTo>
                    <a:pt x="180" y="381"/>
                  </a:lnTo>
                  <a:lnTo>
                    <a:pt x="359" y="376"/>
                  </a:lnTo>
                  <a:lnTo>
                    <a:pt x="359" y="193"/>
                  </a:lnTo>
                  <a:lnTo>
                    <a:pt x="359" y="10"/>
                  </a:lnTo>
                  <a:lnTo>
                    <a:pt x="180" y="5"/>
                  </a:lnTo>
                  <a:lnTo>
                    <a:pt x="0" y="0"/>
                  </a:lnTo>
                  <a:lnTo>
                    <a:pt x="0"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60" name="Rounded Rectangle 52">
            <a:extLst>
              <a:ext uri="{FF2B5EF4-FFF2-40B4-BE49-F238E27FC236}">
                <a16:creationId xmlns:a16="http://schemas.microsoft.com/office/drawing/2014/main" id="{0208B84D-8203-920A-061E-40171AE934CA}"/>
              </a:ext>
            </a:extLst>
          </p:cNvPr>
          <p:cNvSpPr/>
          <p:nvPr/>
        </p:nvSpPr>
        <p:spPr>
          <a:xfrm>
            <a:off x="8687103"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TextBox 60">
            <a:extLst>
              <a:ext uri="{FF2B5EF4-FFF2-40B4-BE49-F238E27FC236}">
                <a16:creationId xmlns:a16="http://schemas.microsoft.com/office/drawing/2014/main" id="{AF1C478C-D628-FBD3-DF11-EAE1C90B66FF}"/>
              </a:ext>
            </a:extLst>
          </p:cNvPr>
          <p:cNvSpPr txBox="1"/>
          <p:nvPr/>
        </p:nvSpPr>
        <p:spPr>
          <a:xfrm>
            <a:off x="8483717"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دورية القياس</a:t>
            </a:r>
          </a:p>
        </p:txBody>
      </p:sp>
      <p:sp>
        <p:nvSpPr>
          <p:cNvPr id="62" name="TextBox 61">
            <a:extLst>
              <a:ext uri="{FF2B5EF4-FFF2-40B4-BE49-F238E27FC236}">
                <a16:creationId xmlns:a16="http://schemas.microsoft.com/office/drawing/2014/main" id="{27A7E070-1F9A-0721-2D8B-3C6BAE09E04F}"/>
              </a:ext>
            </a:extLst>
          </p:cNvPr>
          <p:cNvSpPr txBox="1"/>
          <p:nvPr/>
        </p:nvSpPr>
        <p:spPr>
          <a:xfrm>
            <a:off x="8565694" y="4947797"/>
            <a:ext cx="965308" cy="338554"/>
          </a:xfrm>
          <a:prstGeom prst="rect">
            <a:avLst/>
          </a:prstGeom>
          <a:noFill/>
        </p:spPr>
        <p:txBody>
          <a:bodyPr wrap="square" rtlCol="0">
            <a:spAutoFit/>
          </a:bodyPr>
          <a:lstStyle/>
          <a:p>
            <a:pPr algn="ctr"/>
            <a:r>
              <a:rPr lang="ar-EG" sz="1600" b="1" dirty="0">
                <a:solidFill>
                  <a:schemeClr val="accent1"/>
                </a:solidFill>
              </a:rPr>
              <a:t>ربع سنوي</a:t>
            </a:r>
          </a:p>
        </p:txBody>
      </p:sp>
      <p:sp>
        <p:nvSpPr>
          <p:cNvPr id="63" name="Rounded Rectangle 29">
            <a:extLst>
              <a:ext uri="{FF2B5EF4-FFF2-40B4-BE49-F238E27FC236}">
                <a16:creationId xmlns:a16="http://schemas.microsoft.com/office/drawing/2014/main" id="{7F2EBCA4-ACF7-50AC-8C02-CA09D061F99E}"/>
              </a:ext>
            </a:extLst>
          </p:cNvPr>
          <p:cNvSpPr/>
          <p:nvPr/>
        </p:nvSpPr>
        <p:spPr>
          <a:xfrm>
            <a:off x="4908728"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TextBox 63">
            <a:extLst>
              <a:ext uri="{FF2B5EF4-FFF2-40B4-BE49-F238E27FC236}">
                <a16:creationId xmlns:a16="http://schemas.microsoft.com/office/drawing/2014/main" id="{FACC23A1-C261-04D7-0BAD-D9BB91004379}"/>
              </a:ext>
            </a:extLst>
          </p:cNvPr>
          <p:cNvSpPr txBox="1"/>
          <p:nvPr/>
        </p:nvSpPr>
        <p:spPr>
          <a:xfrm>
            <a:off x="4705342"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وحدة القياس</a:t>
            </a:r>
          </a:p>
        </p:txBody>
      </p:sp>
      <p:sp>
        <p:nvSpPr>
          <p:cNvPr id="65" name="TextBox 64">
            <a:extLst>
              <a:ext uri="{FF2B5EF4-FFF2-40B4-BE49-F238E27FC236}">
                <a16:creationId xmlns:a16="http://schemas.microsoft.com/office/drawing/2014/main" id="{F92D9708-07DA-BA91-3792-98C520F327FD}"/>
              </a:ext>
            </a:extLst>
          </p:cNvPr>
          <p:cNvSpPr txBox="1"/>
          <p:nvPr/>
        </p:nvSpPr>
        <p:spPr>
          <a:xfrm>
            <a:off x="4787319" y="4947797"/>
            <a:ext cx="965308" cy="338554"/>
          </a:xfrm>
          <a:prstGeom prst="rect">
            <a:avLst/>
          </a:prstGeom>
          <a:noFill/>
        </p:spPr>
        <p:txBody>
          <a:bodyPr wrap="square" rtlCol="0">
            <a:spAutoFit/>
          </a:bodyPr>
          <a:lstStyle/>
          <a:p>
            <a:pPr algn="ctr"/>
            <a:r>
              <a:rPr lang="ar-EG" sz="1600" b="1" dirty="0">
                <a:solidFill>
                  <a:schemeClr val="accent1"/>
                </a:solidFill>
              </a:rPr>
              <a:t>نسبة</a:t>
            </a:r>
          </a:p>
        </p:txBody>
      </p:sp>
      <p:sp>
        <p:nvSpPr>
          <p:cNvPr id="66" name="Rounded Rectangle 10">
            <a:extLst>
              <a:ext uri="{FF2B5EF4-FFF2-40B4-BE49-F238E27FC236}">
                <a16:creationId xmlns:a16="http://schemas.microsoft.com/office/drawing/2014/main" id="{A572F1AD-4E42-AE45-E338-BD622D7A2569}"/>
              </a:ext>
            </a:extLst>
          </p:cNvPr>
          <p:cNvSpPr/>
          <p:nvPr/>
        </p:nvSpPr>
        <p:spPr>
          <a:xfrm>
            <a:off x="6797916"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TextBox 66">
            <a:extLst>
              <a:ext uri="{FF2B5EF4-FFF2-40B4-BE49-F238E27FC236}">
                <a16:creationId xmlns:a16="http://schemas.microsoft.com/office/drawing/2014/main" id="{66C4CE42-76F1-8318-A236-68ECECFFB2F3}"/>
              </a:ext>
            </a:extLst>
          </p:cNvPr>
          <p:cNvSpPr txBox="1"/>
          <p:nvPr/>
        </p:nvSpPr>
        <p:spPr>
          <a:xfrm>
            <a:off x="6594530"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قطبية القياس</a:t>
            </a:r>
          </a:p>
        </p:txBody>
      </p:sp>
      <p:sp>
        <p:nvSpPr>
          <p:cNvPr id="68" name="TextBox 67">
            <a:extLst>
              <a:ext uri="{FF2B5EF4-FFF2-40B4-BE49-F238E27FC236}">
                <a16:creationId xmlns:a16="http://schemas.microsoft.com/office/drawing/2014/main" id="{AA465994-B9C0-C96B-99EA-5A9D9035AC37}"/>
              </a:ext>
            </a:extLst>
          </p:cNvPr>
          <p:cNvSpPr txBox="1"/>
          <p:nvPr/>
        </p:nvSpPr>
        <p:spPr>
          <a:xfrm>
            <a:off x="6676507" y="4947797"/>
            <a:ext cx="965308" cy="338554"/>
          </a:xfrm>
          <a:prstGeom prst="rect">
            <a:avLst/>
          </a:prstGeom>
          <a:noFill/>
        </p:spPr>
        <p:txBody>
          <a:bodyPr wrap="square" rtlCol="0">
            <a:spAutoFit/>
          </a:bodyPr>
          <a:lstStyle/>
          <a:p>
            <a:pPr algn="ctr"/>
            <a:r>
              <a:rPr lang="ar-EG" sz="1600" b="1" dirty="0">
                <a:solidFill>
                  <a:schemeClr val="accent1"/>
                </a:solidFill>
              </a:rPr>
              <a:t>تصاعدي</a:t>
            </a:r>
            <a:endParaRPr lang="en-US" sz="1600" b="1" dirty="0">
              <a:solidFill>
                <a:schemeClr val="accent1"/>
              </a:solidFill>
            </a:endParaRPr>
          </a:p>
        </p:txBody>
      </p:sp>
      <p:graphicFrame>
        <p:nvGraphicFramePr>
          <p:cNvPr id="69" name="Table 68">
            <a:extLst>
              <a:ext uri="{FF2B5EF4-FFF2-40B4-BE49-F238E27FC236}">
                <a16:creationId xmlns:a16="http://schemas.microsoft.com/office/drawing/2014/main" id="{FFE9A9B1-129A-DBC6-05CF-118C947C6DF3}"/>
              </a:ext>
            </a:extLst>
          </p:cNvPr>
          <p:cNvGraphicFramePr>
            <a:graphicFrameLocks noGrp="1"/>
          </p:cNvGraphicFramePr>
          <p:nvPr/>
        </p:nvGraphicFramePr>
        <p:xfrm>
          <a:off x="1109342" y="4676797"/>
          <a:ext cx="2836074" cy="487680"/>
        </p:xfrm>
        <a:graphic>
          <a:graphicData uri="http://schemas.openxmlformats.org/drawingml/2006/table">
            <a:tbl>
              <a:tblPr firstRow="1" bandRow="1">
                <a:tableStyleId>{5C22544A-7EE6-4342-B048-85BDC9FD1C3A}</a:tableStyleId>
              </a:tblPr>
              <a:tblGrid>
                <a:gridCol w="945358">
                  <a:extLst>
                    <a:ext uri="{9D8B030D-6E8A-4147-A177-3AD203B41FA5}">
                      <a16:colId xmlns:a16="http://schemas.microsoft.com/office/drawing/2014/main" val="3314942607"/>
                    </a:ext>
                  </a:extLst>
                </a:gridCol>
                <a:gridCol w="945358">
                  <a:extLst>
                    <a:ext uri="{9D8B030D-6E8A-4147-A177-3AD203B41FA5}">
                      <a16:colId xmlns:a16="http://schemas.microsoft.com/office/drawing/2014/main" val="2694643210"/>
                    </a:ext>
                  </a:extLst>
                </a:gridCol>
                <a:gridCol w="945358">
                  <a:extLst>
                    <a:ext uri="{9D8B030D-6E8A-4147-A177-3AD203B41FA5}">
                      <a16:colId xmlns:a16="http://schemas.microsoft.com/office/drawing/2014/main" val="1867350649"/>
                    </a:ext>
                  </a:extLst>
                </a:gridCol>
              </a:tblGrid>
              <a:tr h="0">
                <a:tc>
                  <a:txBody>
                    <a:bodyPr/>
                    <a:lstStyle/>
                    <a:p>
                      <a:pPr algn="ctr" rtl="1"/>
                      <a:r>
                        <a:rPr lang="en-US" sz="1600" b="1" baseline="0" dirty="0">
                          <a:solidFill>
                            <a:schemeClr val="accent1">
                              <a:lumMod val="50000"/>
                            </a:schemeClr>
                          </a:solidFill>
                          <a:latin typeface="Sakkal Majalla" panose="02000000000000000000" pitchFamily="2" charset="-78"/>
                          <a:cs typeface="Sakkal Majalla" panose="02000000000000000000" pitchFamily="2" charset="-78"/>
                        </a:rPr>
                        <a:t>2028</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rtl="1"/>
                      <a:r>
                        <a:rPr lang="ar-EG" sz="1600" b="1" baseline="0" dirty="0">
                          <a:solidFill>
                            <a:schemeClr val="accent1">
                              <a:lumMod val="50000"/>
                            </a:schemeClr>
                          </a:solidFill>
                          <a:latin typeface="Sakkal Majalla" panose="02000000000000000000" pitchFamily="2" charset="-78"/>
                          <a:cs typeface="Sakkal Majalla" panose="02000000000000000000" pitchFamily="2" charset="-78"/>
                        </a:rPr>
                        <a:t>2027</a:t>
                      </a:r>
                      <a:endParaRPr lang="en-US" sz="1600" b="1" baseline="0" dirty="0">
                        <a:solidFill>
                          <a:schemeClr val="accent1">
                            <a:lumMod val="50000"/>
                          </a:schemeClr>
                        </a:solidFill>
                        <a:latin typeface="Sakkal Majalla" panose="02000000000000000000" pitchFamily="2" charset="-78"/>
                        <a:cs typeface="Sakkal Majalla" panose="02000000000000000000" pitchFamily="2" charset="-78"/>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rtl="1"/>
                      <a:r>
                        <a:rPr lang="ar-EG" sz="1600" b="1" baseline="0" dirty="0">
                          <a:solidFill>
                            <a:schemeClr val="accent1">
                              <a:lumMod val="50000"/>
                            </a:schemeClr>
                          </a:solidFill>
                          <a:latin typeface="Sakkal Majalla" panose="02000000000000000000" pitchFamily="2" charset="-78"/>
                          <a:cs typeface="Sakkal Majalla" panose="02000000000000000000" pitchFamily="2" charset="-78"/>
                        </a:rPr>
                        <a:t>2026</a:t>
                      </a:r>
                      <a:endParaRPr lang="en-US" sz="1600" b="1" baseline="0" dirty="0">
                        <a:solidFill>
                          <a:schemeClr val="accent1">
                            <a:lumMod val="50000"/>
                          </a:schemeClr>
                        </a:solidFill>
                        <a:latin typeface="Sakkal Majalla" panose="02000000000000000000" pitchFamily="2" charset="-78"/>
                        <a:cs typeface="Sakkal Majalla" panose="02000000000000000000" pitchFamily="2" charset="-78"/>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95495611"/>
                  </a:ext>
                </a:extLst>
              </a:tr>
              <a:tr h="0">
                <a:tc>
                  <a:txBody>
                    <a:bodyPr/>
                    <a:lstStyle/>
                    <a:p>
                      <a:pPr algn="ctr"/>
                      <a:r>
                        <a:rPr lang="en-US" sz="1600" b="1" baseline="0" dirty="0">
                          <a:solidFill>
                            <a:schemeClr val="accent1"/>
                          </a:solidFill>
                          <a:latin typeface="Sakkal Majalla" panose="02000000000000000000" pitchFamily="2" charset="-78"/>
                          <a:cs typeface="Sakkal Majalla" panose="02000000000000000000" pitchFamily="2" charset="-78"/>
                        </a:rPr>
                        <a:t>80%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lang="en-US" sz="1600" b="1" baseline="0" dirty="0">
                          <a:solidFill>
                            <a:schemeClr val="accent1"/>
                          </a:solidFill>
                          <a:latin typeface="Sakkal Majalla" panose="02000000000000000000" pitchFamily="2" charset="-78"/>
                          <a:cs typeface="Sakkal Majalla" panose="02000000000000000000" pitchFamily="2" charset="-78"/>
                        </a:rPr>
                        <a:t>60%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algn="ctr" defTabSz="914400" rtl="1" eaLnBrk="1" latinLnBrk="0" hangingPunct="1"/>
                      <a:r>
                        <a:rPr lang="en-US" sz="1600" b="1" kern="1200" baseline="0" dirty="0">
                          <a:solidFill>
                            <a:schemeClr val="accent1"/>
                          </a:solidFill>
                          <a:latin typeface="Sakkal Majalla" panose="02000000000000000000" pitchFamily="2" charset="-78"/>
                          <a:ea typeface="+mn-ea"/>
                          <a:cs typeface="Sakkal Majalla" panose="02000000000000000000" pitchFamily="2" charset="-78"/>
                        </a:rPr>
                        <a:t>40%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08398491"/>
                  </a:ext>
                </a:extLst>
              </a:tr>
            </a:tbl>
          </a:graphicData>
        </a:graphic>
      </p:graphicFrame>
      <p:sp>
        <p:nvSpPr>
          <p:cNvPr id="70" name="Rounded Rectangle 7">
            <a:extLst>
              <a:ext uri="{FF2B5EF4-FFF2-40B4-BE49-F238E27FC236}">
                <a16:creationId xmlns:a16="http://schemas.microsoft.com/office/drawing/2014/main" id="{C65891E8-A194-2F42-A92B-B6471854F214}"/>
              </a:ext>
            </a:extLst>
          </p:cNvPr>
          <p:cNvSpPr/>
          <p:nvPr/>
        </p:nvSpPr>
        <p:spPr>
          <a:xfrm>
            <a:off x="5041960" y="1930177"/>
            <a:ext cx="2108081" cy="31893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EG" sz="1200" dirty="0"/>
              <a:t>مالك المؤشر : البنية المؤسسية</a:t>
            </a:r>
            <a:endParaRPr lang="en-US" sz="1200" dirty="0"/>
          </a:p>
        </p:txBody>
      </p:sp>
      <p:grpSp>
        <p:nvGrpSpPr>
          <p:cNvPr id="71" name="Group 70">
            <a:extLst>
              <a:ext uri="{FF2B5EF4-FFF2-40B4-BE49-F238E27FC236}">
                <a16:creationId xmlns:a16="http://schemas.microsoft.com/office/drawing/2014/main" id="{88F4B7AF-7567-FCCA-13AF-2703161EDDFC}"/>
              </a:ext>
            </a:extLst>
          </p:cNvPr>
          <p:cNvGrpSpPr>
            <a:grpSpLocks noChangeAspect="1"/>
          </p:cNvGrpSpPr>
          <p:nvPr/>
        </p:nvGrpSpPr>
        <p:grpSpPr>
          <a:xfrm>
            <a:off x="5130225" y="4686665"/>
            <a:ext cx="279496" cy="246888"/>
            <a:chOff x="5810250" y="3176587"/>
            <a:chExt cx="571500" cy="504825"/>
          </a:xfrm>
          <a:solidFill>
            <a:schemeClr val="accent1"/>
          </a:solidFill>
        </p:grpSpPr>
        <p:sp>
          <p:nvSpPr>
            <p:cNvPr id="72" name="Freeform: Shape 71">
              <a:extLst>
                <a:ext uri="{FF2B5EF4-FFF2-40B4-BE49-F238E27FC236}">
                  <a16:creationId xmlns:a16="http://schemas.microsoft.com/office/drawing/2014/main" id="{E43D8B9E-811A-3D7D-E02B-A80FD127D396}"/>
                </a:ext>
              </a:extLst>
            </p:cNvPr>
            <p:cNvSpPr/>
            <p:nvPr/>
          </p:nvSpPr>
          <p:spPr>
            <a:xfrm>
              <a:off x="5810250" y="3376612"/>
              <a:ext cx="571500" cy="304800"/>
            </a:xfrm>
            <a:custGeom>
              <a:avLst/>
              <a:gdLst>
                <a:gd name="csX0" fmla="*/ 514350 w 571500"/>
                <a:gd name="csY0" fmla="*/ 0 h 304800"/>
                <a:gd name="csX1" fmla="*/ 495300 w 571500"/>
                <a:gd name="csY1" fmla="*/ 0 h 304800"/>
                <a:gd name="csX2" fmla="*/ 495300 w 571500"/>
                <a:gd name="csY2" fmla="*/ 19050 h 304800"/>
                <a:gd name="csX3" fmla="*/ 514350 w 571500"/>
                <a:gd name="csY3" fmla="*/ 19050 h 304800"/>
                <a:gd name="csX4" fmla="*/ 552450 w 571500"/>
                <a:gd name="csY4" fmla="*/ 57150 h 304800"/>
                <a:gd name="csX5" fmla="*/ 552450 w 571500"/>
                <a:gd name="csY5" fmla="*/ 247650 h 304800"/>
                <a:gd name="csX6" fmla="*/ 514350 w 571500"/>
                <a:gd name="csY6" fmla="*/ 285750 h 304800"/>
                <a:gd name="csX7" fmla="*/ 495300 w 571500"/>
                <a:gd name="csY7" fmla="*/ 285750 h 304800"/>
                <a:gd name="csX8" fmla="*/ 495300 w 571500"/>
                <a:gd name="csY8" fmla="*/ 257175 h 304800"/>
                <a:gd name="csX9" fmla="*/ 485775 w 571500"/>
                <a:gd name="csY9" fmla="*/ 247650 h 304800"/>
                <a:gd name="csX10" fmla="*/ 476250 w 571500"/>
                <a:gd name="csY10" fmla="*/ 257175 h 304800"/>
                <a:gd name="csX11" fmla="*/ 476250 w 571500"/>
                <a:gd name="csY11" fmla="*/ 285750 h 304800"/>
                <a:gd name="csX12" fmla="*/ 457200 w 571500"/>
                <a:gd name="csY12" fmla="*/ 285750 h 304800"/>
                <a:gd name="csX13" fmla="*/ 457200 w 571500"/>
                <a:gd name="csY13" fmla="*/ 257175 h 304800"/>
                <a:gd name="csX14" fmla="*/ 447675 w 571500"/>
                <a:gd name="csY14" fmla="*/ 247650 h 304800"/>
                <a:gd name="csX15" fmla="*/ 438150 w 571500"/>
                <a:gd name="csY15" fmla="*/ 257175 h 304800"/>
                <a:gd name="csX16" fmla="*/ 438150 w 571500"/>
                <a:gd name="csY16" fmla="*/ 285750 h 304800"/>
                <a:gd name="csX17" fmla="*/ 419100 w 571500"/>
                <a:gd name="csY17" fmla="*/ 285750 h 304800"/>
                <a:gd name="csX18" fmla="*/ 419100 w 571500"/>
                <a:gd name="csY18" fmla="*/ 257175 h 304800"/>
                <a:gd name="csX19" fmla="*/ 409575 w 571500"/>
                <a:gd name="csY19" fmla="*/ 247650 h 304800"/>
                <a:gd name="csX20" fmla="*/ 400050 w 571500"/>
                <a:gd name="csY20" fmla="*/ 257175 h 304800"/>
                <a:gd name="csX21" fmla="*/ 400050 w 571500"/>
                <a:gd name="csY21" fmla="*/ 285750 h 304800"/>
                <a:gd name="csX22" fmla="*/ 381000 w 571500"/>
                <a:gd name="csY22" fmla="*/ 285750 h 304800"/>
                <a:gd name="csX23" fmla="*/ 381000 w 571500"/>
                <a:gd name="csY23" fmla="*/ 257175 h 304800"/>
                <a:gd name="csX24" fmla="*/ 371475 w 571500"/>
                <a:gd name="csY24" fmla="*/ 247650 h 304800"/>
                <a:gd name="csX25" fmla="*/ 361950 w 571500"/>
                <a:gd name="csY25" fmla="*/ 257175 h 304800"/>
                <a:gd name="csX26" fmla="*/ 361950 w 571500"/>
                <a:gd name="csY26" fmla="*/ 285750 h 304800"/>
                <a:gd name="csX27" fmla="*/ 342900 w 571500"/>
                <a:gd name="csY27" fmla="*/ 285750 h 304800"/>
                <a:gd name="csX28" fmla="*/ 342900 w 571500"/>
                <a:gd name="csY28" fmla="*/ 257175 h 304800"/>
                <a:gd name="csX29" fmla="*/ 333375 w 571500"/>
                <a:gd name="csY29" fmla="*/ 247650 h 304800"/>
                <a:gd name="csX30" fmla="*/ 323850 w 571500"/>
                <a:gd name="csY30" fmla="*/ 257175 h 304800"/>
                <a:gd name="csX31" fmla="*/ 323850 w 571500"/>
                <a:gd name="csY31" fmla="*/ 285750 h 304800"/>
                <a:gd name="csX32" fmla="*/ 304800 w 571500"/>
                <a:gd name="csY32" fmla="*/ 285750 h 304800"/>
                <a:gd name="csX33" fmla="*/ 304800 w 571500"/>
                <a:gd name="csY33" fmla="*/ 257175 h 304800"/>
                <a:gd name="csX34" fmla="*/ 295275 w 571500"/>
                <a:gd name="csY34" fmla="*/ 247650 h 304800"/>
                <a:gd name="csX35" fmla="*/ 285750 w 571500"/>
                <a:gd name="csY35" fmla="*/ 257175 h 304800"/>
                <a:gd name="csX36" fmla="*/ 285750 w 571500"/>
                <a:gd name="csY36" fmla="*/ 285750 h 304800"/>
                <a:gd name="csX37" fmla="*/ 266700 w 571500"/>
                <a:gd name="csY37" fmla="*/ 285750 h 304800"/>
                <a:gd name="csX38" fmla="*/ 266700 w 571500"/>
                <a:gd name="csY38" fmla="*/ 257175 h 304800"/>
                <a:gd name="csX39" fmla="*/ 257175 w 571500"/>
                <a:gd name="csY39" fmla="*/ 247650 h 304800"/>
                <a:gd name="csX40" fmla="*/ 247650 w 571500"/>
                <a:gd name="csY40" fmla="*/ 257175 h 304800"/>
                <a:gd name="csX41" fmla="*/ 247650 w 571500"/>
                <a:gd name="csY41" fmla="*/ 285750 h 304800"/>
                <a:gd name="csX42" fmla="*/ 228600 w 571500"/>
                <a:gd name="csY42" fmla="*/ 285750 h 304800"/>
                <a:gd name="csX43" fmla="*/ 228600 w 571500"/>
                <a:gd name="csY43" fmla="*/ 257175 h 304800"/>
                <a:gd name="csX44" fmla="*/ 219075 w 571500"/>
                <a:gd name="csY44" fmla="*/ 247650 h 304800"/>
                <a:gd name="csX45" fmla="*/ 209550 w 571500"/>
                <a:gd name="csY45" fmla="*/ 257175 h 304800"/>
                <a:gd name="csX46" fmla="*/ 209550 w 571500"/>
                <a:gd name="csY46" fmla="*/ 285750 h 304800"/>
                <a:gd name="csX47" fmla="*/ 190500 w 571500"/>
                <a:gd name="csY47" fmla="*/ 285750 h 304800"/>
                <a:gd name="csX48" fmla="*/ 190500 w 571500"/>
                <a:gd name="csY48" fmla="*/ 261938 h 304800"/>
                <a:gd name="csX49" fmla="*/ 157163 w 571500"/>
                <a:gd name="csY49" fmla="*/ 228600 h 304800"/>
                <a:gd name="csX50" fmla="*/ 123825 w 571500"/>
                <a:gd name="csY50" fmla="*/ 261938 h 304800"/>
                <a:gd name="csX51" fmla="*/ 123825 w 571500"/>
                <a:gd name="csY51" fmla="*/ 285750 h 304800"/>
                <a:gd name="csX52" fmla="*/ 104775 w 571500"/>
                <a:gd name="csY52" fmla="*/ 285750 h 304800"/>
                <a:gd name="csX53" fmla="*/ 104775 w 571500"/>
                <a:gd name="csY53" fmla="*/ 257175 h 304800"/>
                <a:gd name="csX54" fmla="*/ 95250 w 571500"/>
                <a:gd name="csY54" fmla="*/ 247650 h 304800"/>
                <a:gd name="csX55" fmla="*/ 85725 w 571500"/>
                <a:gd name="csY55" fmla="*/ 257175 h 304800"/>
                <a:gd name="csX56" fmla="*/ 85725 w 571500"/>
                <a:gd name="csY56" fmla="*/ 285750 h 304800"/>
                <a:gd name="csX57" fmla="*/ 66675 w 571500"/>
                <a:gd name="csY57" fmla="*/ 285750 h 304800"/>
                <a:gd name="csX58" fmla="*/ 66675 w 571500"/>
                <a:gd name="csY58" fmla="*/ 257175 h 304800"/>
                <a:gd name="csX59" fmla="*/ 57150 w 571500"/>
                <a:gd name="csY59" fmla="*/ 247650 h 304800"/>
                <a:gd name="csX60" fmla="*/ 47625 w 571500"/>
                <a:gd name="csY60" fmla="*/ 257175 h 304800"/>
                <a:gd name="csX61" fmla="*/ 47625 w 571500"/>
                <a:gd name="csY61" fmla="*/ 284404 h 304800"/>
                <a:gd name="csX62" fmla="*/ 19050 w 571500"/>
                <a:gd name="csY62" fmla="*/ 247650 h 304800"/>
                <a:gd name="csX63" fmla="*/ 19050 w 571500"/>
                <a:gd name="csY63" fmla="*/ 57150 h 304800"/>
                <a:gd name="csX64" fmla="*/ 57150 w 571500"/>
                <a:gd name="csY64" fmla="*/ 19050 h 304800"/>
                <a:gd name="csX65" fmla="*/ 76200 w 571500"/>
                <a:gd name="csY65" fmla="*/ 19050 h 304800"/>
                <a:gd name="csX66" fmla="*/ 76200 w 571500"/>
                <a:gd name="csY66" fmla="*/ 0 h 304800"/>
                <a:gd name="csX67" fmla="*/ 57150 w 571500"/>
                <a:gd name="csY67" fmla="*/ 0 h 304800"/>
                <a:gd name="csX68" fmla="*/ 0 w 571500"/>
                <a:gd name="csY68" fmla="*/ 57150 h 304800"/>
                <a:gd name="csX69" fmla="*/ 0 w 571500"/>
                <a:gd name="csY69" fmla="*/ 247650 h 304800"/>
                <a:gd name="csX70" fmla="*/ 57150 w 571500"/>
                <a:gd name="csY70" fmla="*/ 304800 h 304800"/>
                <a:gd name="csX71" fmla="*/ 133350 w 571500"/>
                <a:gd name="csY71" fmla="*/ 304800 h 304800"/>
                <a:gd name="csX72" fmla="*/ 142875 w 571500"/>
                <a:gd name="csY72" fmla="*/ 295275 h 304800"/>
                <a:gd name="csX73" fmla="*/ 142875 w 571500"/>
                <a:gd name="csY73" fmla="*/ 261938 h 304800"/>
                <a:gd name="csX74" fmla="*/ 171450 w 571500"/>
                <a:gd name="csY74" fmla="*/ 261938 h 304800"/>
                <a:gd name="csX75" fmla="*/ 171450 w 571500"/>
                <a:gd name="csY75" fmla="*/ 295275 h 304800"/>
                <a:gd name="csX76" fmla="*/ 180975 w 571500"/>
                <a:gd name="csY76" fmla="*/ 304800 h 304800"/>
                <a:gd name="csX77" fmla="*/ 514350 w 571500"/>
                <a:gd name="csY77" fmla="*/ 304800 h 304800"/>
                <a:gd name="csX78" fmla="*/ 571500 w 571500"/>
                <a:gd name="csY78" fmla="*/ 247650 h 304800"/>
                <a:gd name="csX79" fmla="*/ 571500 w 571500"/>
                <a:gd name="csY79" fmla="*/ 57150 h 304800"/>
                <a:gd name="csX80" fmla="*/ 514350 w 571500"/>
                <a:gd name="csY80" fmla="*/ 0 h 304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Lst>
              <a:rect l="l" t="t" r="r" b="b"/>
              <a:pathLst>
                <a:path w="571500" h="304800">
                  <a:moveTo>
                    <a:pt x="514350" y="0"/>
                  </a:moveTo>
                  <a:lnTo>
                    <a:pt x="495300" y="0"/>
                  </a:lnTo>
                  <a:lnTo>
                    <a:pt x="495300" y="19050"/>
                  </a:lnTo>
                  <a:lnTo>
                    <a:pt x="514350" y="19050"/>
                  </a:lnTo>
                  <a:cubicBezTo>
                    <a:pt x="535400" y="19050"/>
                    <a:pt x="552450" y="36100"/>
                    <a:pt x="552450" y="57150"/>
                  </a:cubicBezTo>
                  <a:lnTo>
                    <a:pt x="552450" y="247650"/>
                  </a:lnTo>
                  <a:cubicBezTo>
                    <a:pt x="552450" y="268700"/>
                    <a:pt x="535400" y="285750"/>
                    <a:pt x="514350" y="285750"/>
                  </a:cubicBezTo>
                  <a:lnTo>
                    <a:pt x="495300" y="285750"/>
                  </a:lnTo>
                  <a:lnTo>
                    <a:pt x="495300" y="257175"/>
                  </a:lnTo>
                  <a:cubicBezTo>
                    <a:pt x="495300" y="251910"/>
                    <a:pt x="491040" y="247650"/>
                    <a:pt x="485775" y="247650"/>
                  </a:cubicBezTo>
                  <a:cubicBezTo>
                    <a:pt x="480510" y="247650"/>
                    <a:pt x="476250" y="251910"/>
                    <a:pt x="476250" y="257175"/>
                  </a:cubicBezTo>
                  <a:lnTo>
                    <a:pt x="476250" y="285750"/>
                  </a:lnTo>
                  <a:lnTo>
                    <a:pt x="457200" y="285750"/>
                  </a:lnTo>
                  <a:lnTo>
                    <a:pt x="457200" y="257175"/>
                  </a:lnTo>
                  <a:cubicBezTo>
                    <a:pt x="457200" y="251910"/>
                    <a:pt x="452940" y="247650"/>
                    <a:pt x="447675" y="247650"/>
                  </a:cubicBezTo>
                  <a:cubicBezTo>
                    <a:pt x="442410" y="247650"/>
                    <a:pt x="438150" y="251910"/>
                    <a:pt x="438150" y="257175"/>
                  </a:cubicBezTo>
                  <a:lnTo>
                    <a:pt x="438150" y="285750"/>
                  </a:lnTo>
                  <a:lnTo>
                    <a:pt x="419100" y="285750"/>
                  </a:lnTo>
                  <a:lnTo>
                    <a:pt x="419100" y="257175"/>
                  </a:lnTo>
                  <a:cubicBezTo>
                    <a:pt x="419100" y="251910"/>
                    <a:pt x="414840" y="247650"/>
                    <a:pt x="409575" y="247650"/>
                  </a:cubicBezTo>
                  <a:cubicBezTo>
                    <a:pt x="404310" y="247650"/>
                    <a:pt x="400050" y="251910"/>
                    <a:pt x="400050" y="257175"/>
                  </a:cubicBezTo>
                  <a:lnTo>
                    <a:pt x="400050" y="285750"/>
                  </a:lnTo>
                  <a:lnTo>
                    <a:pt x="381000" y="285750"/>
                  </a:lnTo>
                  <a:lnTo>
                    <a:pt x="381000" y="257175"/>
                  </a:lnTo>
                  <a:cubicBezTo>
                    <a:pt x="381000" y="251910"/>
                    <a:pt x="376740" y="247650"/>
                    <a:pt x="371475" y="247650"/>
                  </a:cubicBezTo>
                  <a:cubicBezTo>
                    <a:pt x="366210" y="247650"/>
                    <a:pt x="361950" y="251910"/>
                    <a:pt x="361950" y="257175"/>
                  </a:cubicBezTo>
                  <a:lnTo>
                    <a:pt x="361950" y="285750"/>
                  </a:lnTo>
                  <a:lnTo>
                    <a:pt x="342900" y="285750"/>
                  </a:lnTo>
                  <a:lnTo>
                    <a:pt x="342900" y="257175"/>
                  </a:lnTo>
                  <a:cubicBezTo>
                    <a:pt x="342900" y="251910"/>
                    <a:pt x="338640" y="247650"/>
                    <a:pt x="333375" y="247650"/>
                  </a:cubicBezTo>
                  <a:cubicBezTo>
                    <a:pt x="328110" y="247650"/>
                    <a:pt x="323850" y="251910"/>
                    <a:pt x="323850" y="257175"/>
                  </a:cubicBezTo>
                  <a:lnTo>
                    <a:pt x="323850" y="285750"/>
                  </a:lnTo>
                  <a:lnTo>
                    <a:pt x="304800" y="285750"/>
                  </a:lnTo>
                  <a:lnTo>
                    <a:pt x="304800" y="257175"/>
                  </a:lnTo>
                  <a:cubicBezTo>
                    <a:pt x="304800" y="251910"/>
                    <a:pt x="300540" y="247650"/>
                    <a:pt x="295275" y="247650"/>
                  </a:cubicBezTo>
                  <a:cubicBezTo>
                    <a:pt x="290010" y="247650"/>
                    <a:pt x="285750" y="251910"/>
                    <a:pt x="285750" y="257175"/>
                  </a:cubicBezTo>
                  <a:lnTo>
                    <a:pt x="285750" y="285750"/>
                  </a:lnTo>
                  <a:lnTo>
                    <a:pt x="266700" y="285750"/>
                  </a:lnTo>
                  <a:lnTo>
                    <a:pt x="266700" y="257175"/>
                  </a:lnTo>
                  <a:cubicBezTo>
                    <a:pt x="266700" y="251910"/>
                    <a:pt x="262440" y="247650"/>
                    <a:pt x="257175" y="247650"/>
                  </a:cubicBezTo>
                  <a:cubicBezTo>
                    <a:pt x="251910" y="247650"/>
                    <a:pt x="247650" y="251910"/>
                    <a:pt x="247650" y="257175"/>
                  </a:cubicBezTo>
                  <a:lnTo>
                    <a:pt x="247650" y="285750"/>
                  </a:lnTo>
                  <a:lnTo>
                    <a:pt x="228600" y="285750"/>
                  </a:lnTo>
                  <a:lnTo>
                    <a:pt x="228600" y="257175"/>
                  </a:lnTo>
                  <a:cubicBezTo>
                    <a:pt x="228600" y="251910"/>
                    <a:pt x="224340" y="247650"/>
                    <a:pt x="219075" y="247650"/>
                  </a:cubicBezTo>
                  <a:cubicBezTo>
                    <a:pt x="213810" y="247650"/>
                    <a:pt x="209550" y="251910"/>
                    <a:pt x="209550" y="257175"/>
                  </a:cubicBezTo>
                  <a:lnTo>
                    <a:pt x="209550" y="285750"/>
                  </a:lnTo>
                  <a:lnTo>
                    <a:pt x="190500" y="285750"/>
                  </a:lnTo>
                  <a:lnTo>
                    <a:pt x="190500" y="261938"/>
                  </a:lnTo>
                  <a:cubicBezTo>
                    <a:pt x="190500" y="243554"/>
                    <a:pt x="175546" y="228600"/>
                    <a:pt x="157163" y="228600"/>
                  </a:cubicBezTo>
                  <a:cubicBezTo>
                    <a:pt x="138779" y="228600"/>
                    <a:pt x="123825" y="243554"/>
                    <a:pt x="123825" y="261938"/>
                  </a:cubicBezTo>
                  <a:lnTo>
                    <a:pt x="123825" y="285750"/>
                  </a:lnTo>
                  <a:lnTo>
                    <a:pt x="104775" y="285750"/>
                  </a:lnTo>
                  <a:lnTo>
                    <a:pt x="104775" y="257175"/>
                  </a:lnTo>
                  <a:cubicBezTo>
                    <a:pt x="104775" y="251910"/>
                    <a:pt x="100515" y="247650"/>
                    <a:pt x="95250" y="247650"/>
                  </a:cubicBezTo>
                  <a:cubicBezTo>
                    <a:pt x="89985" y="247650"/>
                    <a:pt x="85725" y="251910"/>
                    <a:pt x="85725" y="257175"/>
                  </a:cubicBezTo>
                  <a:lnTo>
                    <a:pt x="85725" y="285750"/>
                  </a:lnTo>
                  <a:lnTo>
                    <a:pt x="66675" y="285750"/>
                  </a:lnTo>
                  <a:lnTo>
                    <a:pt x="66675" y="257175"/>
                  </a:lnTo>
                  <a:cubicBezTo>
                    <a:pt x="66675" y="251910"/>
                    <a:pt x="62415" y="247650"/>
                    <a:pt x="57150" y="247650"/>
                  </a:cubicBezTo>
                  <a:cubicBezTo>
                    <a:pt x="51885" y="247650"/>
                    <a:pt x="47625" y="251910"/>
                    <a:pt x="47625" y="257175"/>
                  </a:cubicBezTo>
                  <a:lnTo>
                    <a:pt x="47625" y="284404"/>
                  </a:lnTo>
                  <a:cubicBezTo>
                    <a:pt x="31216" y="280158"/>
                    <a:pt x="19050" y="265390"/>
                    <a:pt x="19050" y="247650"/>
                  </a:cubicBezTo>
                  <a:lnTo>
                    <a:pt x="19050" y="57150"/>
                  </a:lnTo>
                  <a:cubicBezTo>
                    <a:pt x="19050" y="36100"/>
                    <a:pt x="36100" y="19050"/>
                    <a:pt x="57150" y="19050"/>
                  </a:cubicBezTo>
                  <a:lnTo>
                    <a:pt x="76200" y="19050"/>
                  </a:lnTo>
                  <a:lnTo>
                    <a:pt x="76200" y="0"/>
                  </a:lnTo>
                  <a:lnTo>
                    <a:pt x="57150" y="0"/>
                  </a:lnTo>
                  <a:cubicBezTo>
                    <a:pt x="25622" y="0"/>
                    <a:pt x="0" y="25622"/>
                    <a:pt x="0" y="57150"/>
                  </a:cubicBezTo>
                  <a:lnTo>
                    <a:pt x="0" y="247650"/>
                  </a:lnTo>
                  <a:cubicBezTo>
                    <a:pt x="0" y="279178"/>
                    <a:pt x="25622" y="304800"/>
                    <a:pt x="57150" y="304800"/>
                  </a:cubicBezTo>
                  <a:lnTo>
                    <a:pt x="133350" y="304800"/>
                  </a:lnTo>
                  <a:cubicBezTo>
                    <a:pt x="138589" y="304800"/>
                    <a:pt x="142875" y="300514"/>
                    <a:pt x="142875" y="295275"/>
                  </a:cubicBezTo>
                  <a:lnTo>
                    <a:pt x="142875" y="261938"/>
                  </a:lnTo>
                  <a:cubicBezTo>
                    <a:pt x="143207" y="243115"/>
                    <a:pt x="171142" y="243179"/>
                    <a:pt x="171450" y="261938"/>
                  </a:cubicBezTo>
                  <a:cubicBezTo>
                    <a:pt x="171450" y="261938"/>
                    <a:pt x="171450" y="295275"/>
                    <a:pt x="171450" y="295275"/>
                  </a:cubicBezTo>
                  <a:cubicBezTo>
                    <a:pt x="171450" y="300514"/>
                    <a:pt x="175736" y="304800"/>
                    <a:pt x="180975" y="304800"/>
                  </a:cubicBezTo>
                  <a:lnTo>
                    <a:pt x="514350" y="304800"/>
                  </a:lnTo>
                  <a:cubicBezTo>
                    <a:pt x="545878" y="304800"/>
                    <a:pt x="571500" y="279178"/>
                    <a:pt x="571500" y="247650"/>
                  </a:cubicBezTo>
                  <a:lnTo>
                    <a:pt x="571500" y="57150"/>
                  </a:lnTo>
                  <a:cubicBezTo>
                    <a:pt x="571500" y="25622"/>
                    <a:pt x="545878" y="0"/>
                    <a:pt x="514350" y="0"/>
                  </a:cubicBezTo>
                  <a:close/>
                </a:path>
              </a:pathLst>
            </a:custGeom>
            <a:grpFill/>
            <a:ln w="9525" cap="flat">
              <a:noFill/>
              <a:prstDash val="solid"/>
              <a:miter/>
            </a:ln>
          </p:spPr>
          <p:txBody>
            <a:bodyPr/>
            <a:lstStyle/>
            <a:p>
              <a:endParaRPr lang="en-GB"/>
            </a:p>
          </p:txBody>
        </p:sp>
        <p:sp>
          <p:nvSpPr>
            <p:cNvPr id="73" name="Freeform: Shape 72">
              <a:extLst>
                <a:ext uri="{FF2B5EF4-FFF2-40B4-BE49-F238E27FC236}">
                  <a16:creationId xmlns:a16="http://schemas.microsoft.com/office/drawing/2014/main" id="{564D2FC9-6169-708B-0DE8-117C5EC2DDCF}"/>
                </a:ext>
              </a:extLst>
            </p:cNvPr>
            <p:cNvSpPr/>
            <p:nvPr/>
          </p:nvSpPr>
          <p:spPr>
            <a:xfrm>
              <a:off x="6020466" y="3500437"/>
              <a:ext cx="151066" cy="85725"/>
            </a:xfrm>
            <a:custGeom>
              <a:avLst/>
              <a:gdLst>
                <a:gd name="csX0" fmla="*/ 75533 w 151066"/>
                <a:gd name="csY0" fmla="*/ 35814 h 85725"/>
                <a:gd name="csX1" fmla="*/ 49149 w 151066"/>
                <a:gd name="csY1" fmla="*/ 20288 h 85725"/>
                <a:gd name="csX2" fmla="*/ 37909 w 151066"/>
                <a:gd name="csY2" fmla="*/ 0 h 85725"/>
                <a:gd name="csX3" fmla="*/ 0 w 151066"/>
                <a:gd name="csY3" fmla="*/ 0 h 85725"/>
                <a:gd name="csX4" fmla="*/ 0 w 151066"/>
                <a:gd name="csY4" fmla="*/ 47625 h 85725"/>
                <a:gd name="csX5" fmla="*/ 38100 w 151066"/>
                <a:gd name="csY5" fmla="*/ 85725 h 85725"/>
                <a:gd name="csX6" fmla="*/ 112966 w 151066"/>
                <a:gd name="csY6" fmla="*/ 85725 h 85725"/>
                <a:gd name="csX7" fmla="*/ 151066 w 151066"/>
                <a:gd name="csY7" fmla="*/ 47625 h 85725"/>
                <a:gd name="csX8" fmla="*/ 151066 w 151066"/>
                <a:gd name="csY8" fmla="*/ 0 h 85725"/>
                <a:gd name="csX9" fmla="*/ 113157 w 151066"/>
                <a:gd name="csY9" fmla="*/ 0 h 85725"/>
                <a:gd name="csX10" fmla="*/ 101918 w 151066"/>
                <a:gd name="csY10" fmla="*/ 20288 h 85725"/>
                <a:gd name="csX11" fmla="*/ 75533 w 151066"/>
                <a:gd name="csY11" fmla="*/ 35814 h 85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51066" h="85725">
                  <a:moveTo>
                    <a:pt x="75533" y="35814"/>
                  </a:moveTo>
                  <a:cubicBezTo>
                    <a:pt x="64579" y="35814"/>
                    <a:pt x="54483" y="29908"/>
                    <a:pt x="49149" y="20288"/>
                  </a:cubicBezTo>
                  <a:lnTo>
                    <a:pt x="37909" y="0"/>
                  </a:lnTo>
                  <a:lnTo>
                    <a:pt x="0" y="0"/>
                  </a:lnTo>
                  <a:lnTo>
                    <a:pt x="0" y="47625"/>
                  </a:lnTo>
                  <a:cubicBezTo>
                    <a:pt x="0" y="68675"/>
                    <a:pt x="17050" y="85725"/>
                    <a:pt x="38100" y="85725"/>
                  </a:cubicBezTo>
                  <a:lnTo>
                    <a:pt x="112966" y="85725"/>
                  </a:lnTo>
                  <a:cubicBezTo>
                    <a:pt x="134017" y="85725"/>
                    <a:pt x="151066" y="68675"/>
                    <a:pt x="151066" y="47625"/>
                  </a:cubicBezTo>
                  <a:lnTo>
                    <a:pt x="151066" y="0"/>
                  </a:lnTo>
                  <a:lnTo>
                    <a:pt x="113157" y="0"/>
                  </a:lnTo>
                  <a:lnTo>
                    <a:pt x="101918" y="20288"/>
                  </a:lnTo>
                  <a:cubicBezTo>
                    <a:pt x="96584" y="29909"/>
                    <a:pt x="86487" y="35814"/>
                    <a:pt x="75533" y="35814"/>
                  </a:cubicBezTo>
                  <a:close/>
                </a:path>
              </a:pathLst>
            </a:custGeom>
            <a:grpFill/>
            <a:ln w="9525" cap="flat">
              <a:noFill/>
              <a:prstDash val="solid"/>
              <a:miter/>
            </a:ln>
          </p:spPr>
          <p:txBody>
            <a:bodyPr/>
            <a:lstStyle/>
            <a:p>
              <a:endParaRPr lang="en-GB"/>
            </a:p>
          </p:txBody>
        </p:sp>
        <p:sp>
          <p:nvSpPr>
            <p:cNvPr id="74" name="Freeform: Shape 73">
              <a:extLst>
                <a:ext uri="{FF2B5EF4-FFF2-40B4-BE49-F238E27FC236}">
                  <a16:creationId xmlns:a16="http://schemas.microsoft.com/office/drawing/2014/main" id="{08F3A8EF-5B39-43E7-9BDA-917662AA5924}"/>
                </a:ext>
              </a:extLst>
            </p:cNvPr>
            <p:cNvSpPr/>
            <p:nvPr/>
          </p:nvSpPr>
          <p:spPr>
            <a:xfrm>
              <a:off x="5848349" y="3443279"/>
              <a:ext cx="151161" cy="142882"/>
            </a:xfrm>
            <a:custGeom>
              <a:avLst/>
              <a:gdLst>
                <a:gd name="csX0" fmla="*/ 38862 w 151161"/>
                <a:gd name="csY0" fmla="*/ 8 h 142882"/>
                <a:gd name="csX1" fmla="*/ 0 w 151161"/>
                <a:gd name="csY1" fmla="*/ 38108 h 142882"/>
                <a:gd name="csX2" fmla="*/ 0 w 151161"/>
                <a:gd name="csY2" fmla="*/ 104783 h 142882"/>
                <a:gd name="csX3" fmla="*/ 38100 w 151161"/>
                <a:gd name="csY3" fmla="*/ 142883 h 142882"/>
                <a:gd name="csX4" fmla="*/ 113062 w 151161"/>
                <a:gd name="csY4" fmla="*/ 142883 h 142882"/>
                <a:gd name="csX5" fmla="*/ 151162 w 151161"/>
                <a:gd name="csY5" fmla="*/ 104783 h 142882"/>
                <a:gd name="csX6" fmla="*/ 151162 w 151161"/>
                <a:gd name="csY6" fmla="*/ 57158 h 142882"/>
                <a:gd name="csX7" fmla="*/ 104775 w 151161"/>
                <a:gd name="csY7" fmla="*/ 57158 h 142882"/>
                <a:gd name="csX8" fmla="*/ 38862 w 151161"/>
                <a:gd name="csY8" fmla="*/ 8 h 1428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1161" h="142882">
                  <a:moveTo>
                    <a:pt x="38862" y="8"/>
                  </a:moveTo>
                  <a:cubicBezTo>
                    <a:pt x="17553" y="-414"/>
                    <a:pt x="-26" y="16780"/>
                    <a:pt x="0" y="38108"/>
                  </a:cubicBezTo>
                  <a:lnTo>
                    <a:pt x="0" y="104783"/>
                  </a:lnTo>
                  <a:cubicBezTo>
                    <a:pt x="0" y="125832"/>
                    <a:pt x="17050" y="142883"/>
                    <a:pt x="38100" y="142883"/>
                  </a:cubicBezTo>
                  <a:lnTo>
                    <a:pt x="113062" y="142883"/>
                  </a:lnTo>
                  <a:cubicBezTo>
                    <a:pt x="134017" y="142883"/>
                    <a:pt x="151162" y="125832"/>
                    <a:pt x="151162" y="104783"/>
                  </a:cubicBezTo>
                  <a:lnTo>
                    <a:pt x="151162" y="57158"/>
                  </a:lnTo>
                  <a:lnTo>
                    <a:pt x="104775" y="57158"/>
                  </a:lnTo>
                  <a:cubicBezTo>
                    <a:pt x="71247" y="57158"/>
                    <a:pt x="43434" y="32297"/>
                    <a:pt x="38862" y="8"/>
                  </a:cubicBezTo>
                  <a:close/>
                </a:path>
              </a:pathLst>
            </a:custGeom>
            <a:grpFill/>
            <a:ln w="9525" cap="flat">
              <a:noFill/>
              <a:prstDash val="solid"/>
              <a:miter/>
            </a:ln>
          </p:spPr>
          <p:txBody>
            <a:bodyPr/>
            <a:lstStyle/>
            <a:p>
              <a:endParaRPr lang="en-GB"/>
            </a:p>
          </p:txBody>
        </p:sp>
        <p:sp>
          <p:nvSpPr>
            <p:cNvPr id="75" name="Freeform: Shape 74">
              <a:extLst>
                <a:ext uri="{FF2B5EF4-FFF2-40B4-BE49-F238E27FC236}">
                  <a16:creationId xmlns:a16="http://schemas.microsoft.com/office/drawing/2014/main" id="{13F56675-2BDB-C911-872B-21A568A2CAB3}"/>
                </a:ext>
              </a:extLst>
            </p:cNvPr>
            <p:cNvSpPr/>
            <p:nvPr/>
          </p:nvSpPr>
          <p:spPr>
            <a:xfrm>
              <a:off x="6191250" y="3443287"/>
              <a:ext cx="151161" cy="142875"/>
            </a:xfrm>
            <a:custGeom>
              <a:avLst/>
              <a:gdLst>
                <a:gd name="csX0" fmla="*/ 0 w 151161"/>
                <a:gd name="csY0" fmla="*/ 57150 h 142875"/>
                <a:gd name="csX1" fmla="*/ 0 w 151161"/>
                <a:gd name="csY1" fmla="*/ 104775 h 142875"/>
                <a:gd name="csX2" fmla="*/ 38100 w 151161"/>
                <a:gd name="csY2" fmla="*/ 142875 h 142875"/>
                <a:gd name="csX3" fmla="*/ 113062 w 151161"/>
                <a:gd name="csY3" fmla="*/ 142875 h 142875"/>
                <a:gd name="csX4" fmla="*/ 151162 w 151161"/>
                <a:gd name="csY4" fmla="*/ 104775 h 142875"/>
                <a:gd name="csX5" fmla="*/ 151162 w 151161"/>
                <a:gd name="csY5" fmla="*/ 38100 h 142875"/>
                <a:gd name="csX6" fmla="*/ 113538 w 151161"/>
                <a:gd name="csY6" fmla="*/ 0 h 142875"/>
                <a:gd name="csX7" fmla="*/ 47625 w 151161"/>
                <a:gd name="csY7" fmla="*/ 57150 h 142875"/>
                <a:gd name="csX8" fmla="*/ 0 w 151161"/>
                <a:gd name="csY8" fmla="*/ 57150 h 142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1161" h="142875">
                  <a:moveTo>
                    <a:pt x="0" y="57150"/>
                  </a:moveTo>
                  <a:lnTo>
                    <a:pt x="0" y="104775"/>
                  </a:lnTo>
                  <a:cubicBezTo>
                    <a:pt x="0" y="125825"/>
                    <a:pt x="17050" y="142875"/>
                    <a:pt x="38100" y="142875"/>
                  </a:cubicBezTo>
                  <a:lnTo>
                    <a:pt x="113062" y="142875"/>
                  </a:lnTo>
                  <a:cubicBezTo>
                    <a:pt x="134017" y="142875"/>
                    <a:pt x="151162" y="125825"/>
                    <a:pt x="151162" y="104775"/>
                  </a:cubicBezTo>
                  <a:lnTo>
                    <a:pt x="151162" y="38100"/>
                  </a:lnTo>
                  <a:cubicBezTo>
                    <a:pt x="151162" y="17240"/>
                    <a:pt x="134302" y="285"/>
                    <a:pt x="113538" y="0"/>
                  </a:cubicBezTo>
                  <a:cubicBezTo>
                    <a:pt x="108966" y="32290"/>
                    <a:pt x="81153" y="57150"/>
                    <a:pt x="47625" y="57150"/>
                  </a:cubicBezTo>
                  <a:lnTo>
                    <a:pt x="0" y="57150"/>
                  </a:lnTo>
                  <a:close/>
                </a:path>
              </a:pathLst>
            </a:custGeom>
            <a:grpFill/>
            <a:ln w="9525" cap="flat">
              <a:noFill/>
              <a:prstDash val="solid"/>
              <a:miter/>
            </a:ln>
          </p:spPr>
          <p:txBody>
            <a:bodyPr/>
            <a:lstStyle/>
            <a:p>
              <a:endParaRPr lang="en-GB"/>
            </a:p>
          </p:txBody>
        </p:sp>
        <p:sp>
          <p:nvSpPr>
            <p:cNvPr id="76" name="Freeform: Shape 75">
              <a:extLst>
                <a:ext uri="{FF2B5EF4-FFF2-40B4-BE49-F238E27FC236}">
                  <a16:creationId xmlns:a16="http://schemas.microsoft.com/office/drawing/2014/main" id="{52F8E26B-CCF6-5E59-B0B4-91F1F19DA30F}"/>
                </a:ext>
              </a:extLst>
            </p:cNvPr>
            <p:cNvSpPr/>
            <p:nvPr/>
          </p:nvSpPr>
          <p:spPr>
            <a:xfrm>
              <a:off x="5905500" y="3176587"/>
              <a:ext cx="381000" cy="340645"/>
            </a:xfrm>
            <a:custGeom>
              <a:avLst/>
              <a:gdLst>
                <a:gd name="csX0" fmla="*/ 333375 w 381000"/>
                <a:gd name="csY0" fmla="*/ 0 h 340645"/>
                <a:gd name="csX1" fmla="*/ 47625 w 381000"/>
                <a:gd name="csY1" fmla="*/ 0 h 340645"/>
                <a:gd name="csX2" fmla="*/ 0 w 381000"/>
                <a:gd name="csY2" fmla="*/ 47625 h 340645"/>
                <a:gd name="csX3" fmla="*/ 0 w 381000"/>
                <a:gd name="csY3" fmla="*/ 257175 h 340645"/>
                <a:gd name="csX4" fmla="*/ 47625 w 381000"/>
                <a:gd name="csY4" fmla="*/ 304800 h 340645"/>
                <a:gd name="csX5" fmla="*/ 164042 w 381000"/>
                <a:gd name="csY5" fmla="*/ 304800 h 340645"/>
                <a:gd name="csX6" fmla="*/ 180778 w 381000"/>
                <a:gd name="csY6" fmla="*/ 334926 h 340645"/>
                <a:gd name="csX7" fmla="*/ 200222 w 381000"/>
                <a:gd name="csY7" fmla="*/ 334926 h 340645"/>
                <a:gd name="csX8" fmla="*/ 216958 w 381000"/>
                <a:gd name="csY8" fmla="*/ 304800 h 340645"/>
                <a:gd name="csX9" fmla="*/ 333375 w 381000"/>
                <a:gd name="csY9" fmla="*/ 304800 h 340645"/>
                <a:gd name="csX10" fmla="*/ 381000 w 381000"/>
                <a:gd name="csY10" fmla="*/ 257175 h 340645"/>
                <a:gd name="csX11" fmla="*/ 381000 w 381000"/>
                <a:gd name="csY11" fmla="*/ 47625 h 340645"/>
                <a:gd name="csX12" fmla="*/ 333375 w 381000"/>
                <a:gd name="csY12" fmla="*/ 0 h 340645"/>
                <a:gd name="csX13" fmla="*/ 100013 w 381000"/>
                <a:gd name="csY13" fmla="*/ 195263 h 340645"/>
                <a:gd name="csX14" fmla="*/ 80963 w 381000"/>
                <a:gd name="csY14" fmla="*/ 195262 h 340645"/>
                <a:gd name="csX15" fmla="*/ 281332 w 381000"/>
                <a:gd name="csY15" fmla="*/ 134017 h 340645"/>
                <a:gd name="csX16" fmla="*/ 265537 w 381000"/>
                <a:gd name="csY16" fmla="*/ 144674 h 340645"/>
                <a:gd name="csX17" fmla="*/ 100012 w 381000"/>
                <a:gd name="csY17" fmla="*/ 195263 h 340645"/>
                <a:gd name="csX18" fmla="*/ 291210 w 381000"/>
                <a:gd name="csY18" fmla="*/ 169729 h 340645"/>
                <a:gd name="csX19" fmla="*/ 234153 w 381000"/>
                <a:gd name="csY19" fmla="*/ 209669 h 340645"/>
                <a:gd name="csX20" fmla="*/ 190499 w 381000"/>
                <a:gd name="csY20" fmla="*/ 276225 h 340645"/>
                <a:gd name="csX21" fmla="*/ 142875 w 381000"/>
                <a:gd name="csY21" fmla="*/ 228600 h 340645"/>
                <a:gd name="csX22" fmla="*/ 223158 w 381000"/>
                <a:gd name="csY22" fmla="*/ 194113 h 340645"/>
                <a:gd name="csX23" fmla="*/ 280290 w 381000"/>
                <a:gd name="csY23" fmla="*/ 154121 h 340645"/>
                <a:gd name="csX24" fmla="*/ 291210 w 381000"/>
                <a:gd name="csY24" fmla="*/ 169729 h 340645"/>
                <a:gd name="csX25" fmla="*/ 319450 w 381000"/>
                <a:gd name="csY25" fmla="*/ 242218 h 340645"/>
                <a:gd name="csX26" fmla="*/ 302242 w 381000"/>
                <a:gd name="csY26" fmla="*/ 234032 h 340645"/>
                <a:gd name="csX27" fmla="*/ 314325 w 381000"/>
                <a:gd name="csY27" fmla="*/ 180975 h 340645"/>
                <a:gd name="csX28" fmla="*/ 78759 w 381000"/>
                <a:gd name="csY28" fmla="*/ 234034 h 340645"/>
                <a:gd name="csX29" fmla="*/ 74247 w 381000"/>
                <a:gd name="csY29" fmla="*/ 246725 h 340645"/>
                <a:gd name="csX30" fmla="*/ 47624 w 381000"/>
                <a:gd name="csY30" fmla="*/ 180976 h 340645"/>
                <a:gd name="csX31" fmla="*/ 190500 w 381000"/>
                <a:gd name="csY31" fmla="*/ 38100 h 340645"/>
                <a:gd name="csX32" fmla="*/ 319450 w 381000"/>
                <a:gd name="csY32" fmla="*/ 242218 h 3406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381000" h="340645">
                  <a:moveTo>
                    <a:pt x="333375" y="0"/>
                  </a:moveTo>
                  <a:lnTo>
                    <a:pt x="47625" y="0"/>
                  </a:lnTo>
                  <a:cubicBezTo>
                    <a:pt x="21323" y="0"/>
                    <a:pt x="0" y="21323"/>
                    <a:pt x="0" y="47625"/>
                  </a:cubicBezTo>
                  <a:lnTo>
                    <a:pt x="0" y="257175"/>
                  </a:lnTo>
                  <a:cubicBezTo>
                    <a:pt x="0" y="283477"/>
                    <a:pt x="21323" y="304800"/>
                    <a:pt x="47625" y="304800"/>
                  </a:cubicBezTo>
                  <a:lnTo>
                    <a:pt x="164042" y="304800"/>
                  </a:lnTo>
                  <a:lnTo>
                    <a:pt x="180778" y="334926"/>
                  </a:lnTo>
                  <a:cubicBezTo>
                    <a:pt x="185016" y="342552"/>
                    <a:pt x="195985" y="342552"/>
                    <a:pt x="200222" y="334926"/>
                  </a:cubicBezTo>
                  <a:lnTo>
                    <a:pt x="216958" y="304800"/>
                  </a:lnTo>
                  <a:lnTo>
                    <a:pt x="333375" y="304800"/>
                  </a:lnTo>
                  <a:cubicBezTo>
                    <a:pt x="359677" y="304800"/>
                    <a:pt x="381000" y="283477"/>
                    <a:pt x="381000" y="257175"/>
                  </a:cubicBezTo>
                  <a:lnTo>
                    <a:pt x="381000" y="47625"/>
                  </a:lnTo>
                  <a:cubicBezTo>
                    <a:pt x="381000" y="21323"/>
                    <a:pt x="359677" y="0"/>
                    <a:pt x="333375" y="0"/>
                  </a:cubicBezTo>
                  <a:close/>
                  <a:moveTo>
                    <a:pt x="100013" y="195263"/>
                  </a:moveTo>
                  <a:cubicBezTo>
                    <a:pt x="99856" y="207736"/>
                    <a:pt x="81149" y="207808"/>
                    <a:pt x="80963" y="195262"/>
                  </a:cubicBezTo>
                  <a:cubicBezTo>
                    <a:pt x="81338" y="87761"/>
                    <a:pt x="221070" y="45147"/>
                    <a:pt x="281332" y="134017"/>
                  </a:cubicBezTo>
                  <a:cubicBezTo>
                    <a:pt x="288214" y="144375"/>
                    <a:pt x="272582" y="154971"/>
                    <a:pt x="265537" y="144674"/>
                  </a:cubicBezTo>
                  <a:cubicBezTo>
                    <a:pt x="215737" y="71229"/>
                    <a:pt x="100311" y="106487"/>
                    <a:pt x="100012" y="195263"/>
                  </a:cubicBezTo>
                  <a:close/>
                  <a:moveTo>
                    <a:pt x="291210" y="169729"/>
                  </a:moveTo>
                  <a:lnTo>
                    <a:pt x="234153" y="209669"/>
                  </a:lnTo>
                  <a:cubicBezTo>
                    <a:pt x="248148" y="239948"/>
                    <a:pt x="224034" y="276984"/>
                    <a:pt x="190499" y="276225"/>
                  </a:cubicBezTo>
                  <a:cubicBezTo>
                    <a:pt x="164241" y="276225"/>
                    <a:pt x="142875" y="254859"/>
                    <a:pt x="142875" y="228600"/>
                  </a:cubicBezTo>
                  <a:cubicBezTo>
                    <a:pt x="142318" y="187304"/>
                    <a:pt x="194039" y="165349"/>
                    <a:pt x="223158" y="194113"/>
                  </a:cubicBezTo>
                  <a:lnTo>
                    <a:pt x="280290" y="154121"/>
                  </a:lnTo>
                  <a:cubicBezTo>
                    <a:pt x="290500" y="147017"/>
                    <a:pt x="301400" y="162540"/>
                    <a:pt x="291210" y="169729"/>
                  </a:cubicBezTo>
                  <a:close/>
                  <a:moveTo>
                    <a:pt x="319450" y="242218"/>
                  </a:moveTo>
                  <a:cubicBezTo>
                    <a:pt x="313920" y="253458"/>
                    <a:pt x="296986" y="245279"/>
                    <a:pt x="302242" y="234032"/>
                  </a:cubicBezTo>
                  <a:cubicBezTo>
                    <a:pt x="310260" y="217187"/>
                    <a:pt x="314325" y="199337"/>
                    <a:pt x="314325" y="180975"/>
                  </a:cubicBezTo>
                  <a:cubicBezTo>
                    <a:pt x="299222" y="-21188"/>
                    <a:pt x="5074" y="46995"/>
                    <a:pt x="78759" y="234034"/>
                  </a:cubicBezTo>
                  <a:cubicBezTo>
                    <a:pt x="81018" y="238781"/>
                    <a:pt x="79000" y="244464"/>
                    <a:pt x="74247" y="246725"/>
                  </a:cubicBezTo>
                  <a:cubicBezTo>
                    <a:pt x="54940" y="256316"/>
                    <a:pt x="46986" y="193031"/>
                    <a:pt x="47624" y="180976"/>
                  </a:cubicBezTo>
                  <a:cubicBezTo>
                    <a:pt x="47625" y="102194"/>
                    <a:pt x="111714" y="38100"/>
                    <a:pt x="190500" y="38100"/>
                  </a:cubicBezTo>
                  <a:cubicBezTo>
                    <a:pt x="293073" y="35899"/>
                    <a:pt x="365511" y="150610"/>
                    <a:pt x="319450" y="242218"/>
                  </a:cubicBezTo>
                  <a:close/>
                </a:path>
              </a:pathLst>
            </a:custGeom>
            <a:grpFill/>
            <a:ln w="9525" cap="flat">
              <a:noFill/>
              <a:prstDash val="solid"/>
              <a:miter/>
            </a:ln>
          </p:spPr>
          <p:txBody>
            <a:bodyPr/>
            <a:lstStyle/>
            <a:p>
              <a:endParaRPr lang="en-GB"/>
            </a:p>
          </p:txBody>
        </p:sp>
      </p:grpSp>
      <p:grpSp>
        <p:nvGrpSpPr>
          <p:cNvPr id="77" name="Graphic 44">
            <a:extLst>
              <a:ext uri="{FF2B5EF4-FFF2-40B4-BE49-F238E27FC236}">
                <a16:creationId xmlns:a16="http://schemas.microsoft.com/office/drawing/2014/main" id="{E46DB33F-960C-3193-E35A-BC112B4D6A3F}"/>
              </a:ext>
            </a:extLst>
          </p:cNvPr>
          <p:cNvGrpSpPr>
            <a:grpSpLocks noChangeAspect="1"/>
          </p:cNvGrpSpPr>
          <p:nvPr/>
        </p:nvGrpSpPr>
        <p:grpSpPr>
          <a:xfrm>
            <a:off x="7051595" y="4686665"/>
            <a:ext cx="215131" cy="246888"/>
            <a:chOff x="3427411" y="366712"/>
            <a:chExt cx="5333999" cy="6121399"/>
          </a:xfrm>
          <a:noFill/>
        </p:grpSpPr>
        <p:sp>
          <p:nvSpPr>
            <p:cNvPr id="78" name="Freeform: Shape 77">
              <a:extLst>
                <a:ext uri="{FF2B5EF4-FFF2-40B4-BE49-F238E27FC236}">
                  <a16:creationId xmlns:a16="http://schemas.microsoft.com/office/drawing/2014/main" id="{5BBF1F92-CA22-ED79-796A-1B07743AA7A6}"/>
                </a:ext>
              </a:extLst>
            </p:cNvPr>
            <p:cNvSpPr/>
            <p:nvPr/>
          </p:nvSpPr>
          <p:spPr>
            <a:xfrm flipV="1">
              <a:off x="3427411" y="1916112"/>
              <a:ext cx="2666999" cy="2666999"/>
            </a:xfrm>
            <a:custGeom>
              <a:avLst/>
              <a:gdLst>
                <a:gd name="csX0" fmla="*/ 2667306 w 2666999"/>
                <a:gd name="csY0" fmla="*/ 1333823 h 2666999"/>
                <a:gd name="csX1" fmla="*/ 1333806 w 2666999"/>
                <a:gd name="csY1" fmla="*/ 323 h 2666999"/>
                <a:gd name="csX2" fmla="*/ 306 w 2666999"/>
                <a:gd name="csY2" fmla="*/ 1333823 h 2666999"/>
                <a:gd name="csX3" fmla="*/ 1333806 w 2666999"/>
                <a:gd name="csY3" fmla="*/ 2667323 h 2666999"/>
                <a:gd name="csX4" fmla="*/ 2667306 w 2666999"/>
                <a:gd name="csY4" fmla="*/ 1333823 h 2666999"/>
              </a:gdLst>
              <a:ahLst/>
              <a:cxnLst>
                <a:cxn ang="0">
                  <a:pos x="csX0" y="csY0"/>
                </a:cxn>
                <a:cxn ang="0">
                  <a:pos x="csX1" y="csY1"/>
                </a:cxn>
                <a:cxn ang="0">
                  <a:pos x="csX2" y="csY2"/>
                </a:cxn>
                <a:cxn ang="0">
                  <a:pos x="csX3" y="csY3"/>
                </a:cxn>
                <a:cxn ang="0">
                  <a:pos x="csX4" y="csY4"/>
                </a:cxn>
              </a:cxnLst>
              <a:rect l="l" t="t" r="r" b="b"/>
              <a:pathLst>
                <a:path w="2666999" h="2666999">
                  <a:moveTo>
                    <a:pt x="2667306" y="1333823"/>
                  </a:moveTo>
                  <a:cubicBezTo>
                    <a:pt x="2667306" y="597350"/>
                    <a:pt x="2070279" y="323"/>
                    <a:pt x="1333806" y="323"/>
                  </a:cubicBezTo>
                  <a:cubicBezTo>
                    <a:pt x="597333" y="323"/>
                    <a:pt x="306" y="597350"/>
                    <a:pt x="306" y="1333823"/>
                  </a:cubicBezTo>
                  <a:cubicBezTo>
                    <a:pt x="306" y="2070296"/>
                    <a:pt x="597333" y="2667323"/>
                    <a:pt x="1333806" y="2667323"/>
                  </a:cubicBezTo>
                  <a:cubicBezTo>
                    <a:pt x="2070279" y="2667323"/>
                    <a:pt x="2667306" y="2070296"/>
                    <a:pt x="2667306" y="1333823"/>
                  </a:cubicBezTo>
                  <a:close/>
                </a:path>
              </a:pathLst>
            </a:custGeom>
            <a:noFill/>
            <a:ln w="15875" cap="rnd">
              <a:solidFill>
                <a:schemeClr val="accent1"/>
              </a:solidFill>
              <a:prstDash val="solid"/>
              <a:round/>
            </a:ln>
          </p:spPr>
          <p:txBody>
            <a:bodyPr/>
            <a:lstStyle/>
            <a:p>
              <a:endParaRPr lang="en-GB"/>
            </a:p>
          </p:txBody>
        </p:sp>
        <p:sp>
          <p:nvSpPr>
            <p:cNvPr id="80" name="Freeform: Shape 79">
              <a:extLst>
                <a:ext uri="{FF2B5EF4-FFF2-40B4-BE49-F238E27FC236}">
                  <a16:creationId xmlns:a16="http://schemas.microsoft.com/office/drawing/2014/main" id="{0504F092-CEC7-EB73-9BA0-6F8E2D1584B7}"/>
                </a:ext>
              </a:extLst>
            </p:cNvPr>
            <p:cNvSpPr/>
            <p:nvPr/>
          </p:nvSpPr>
          <p:spPr>
            <a:xfrm flipV="1">
              <a:off x="4189411" y="2678112"/>
              <a:ext cx="1142999" cy="1142999"/>
            </a:xfrm>
            <a:custGeom>
              <a:avLst/>
              <a:gdLst>
                <a:gd name="csX0" fmla="*/ 571701 w 1142999"/>
                <a:gd name="csY0" fmla="*/ 278 h 1142999"/>
                <a:gd name="csX1" fmla="*/ 201 w 1142999"/>
                <a:gd name="csY1" fmla="*/ 571778 h 1142999"/>
                <a:gd name="csX2" fmla="*/ 571701 w 1142999"/>
                <a:gd name="csY2" fmla="*/ 1143278 h 1142999"/>
                <a:gd name="csX3" fmla="*/ 1143201 w 1142999"/>
                <a:gd name="csY3" fmla="*/ 571778 h 1142999"/>
                <a:gd name="csX4" fmla="*/ 571701 w 1142999"/>
                <a:gd name="csY4" fmla="*/ 278 h 1142999"/>
              </a:gdLst>
              <a:ahLst/>
              <a:cxnLst>
                <a:cxn ang="0">
                  <a:pos x="csX0" y="csY0"/>
                </a:cxn>
                <a:cxn ang="0">
                  <a:pos x="csX1" y="csY1"/>
                </a:cxn>
                <a:cxn ang="0">
                  <a:pos x="csX2" y="csY2"/>
                </a:cxn>
                <a:cxn ang="0">
                  <a:pos x="csX3" y="csY3"/>
                </a:cxn>
                <a:cxn ang="0">
                  <a:pos x="csX4" y="csY4"/>
                </a:cxn>
              </a:cxnLst>
              <a:rect l="l" t="t" r="r" b="b"/>
              <a:pathLst>
                <a:path w="1142999" h="1142999">
                  <a:moveTo>
                    <a:pt x="571701" y="278"/>
                  </a:moveTo>
                  <a:cubicBezTo>
                    <a:pt x="256564" y="278"/>
                    <a:pt x="201" y="256640"/>
                    <a:pt x="201" y="571778"/>
                  </a:cubicBezTo>
                  <a:cubicBezTo>
                    <a:pt x="201" y="886916"/>
                    <a:pt x="256564" y="1143278"/>
                    <a:pt x="571701" y="1143278"/>
                  </a:cubicBezTo>
                  <a:cubicBezTo>
                    <a:pt x="886839" y="1143278"/>
                    <a:pt x="1143201" y="886916"/>
                    <a:pt x="1143201" y="571778"/>
                  </a:cubicBezTo>
                  <a:cubicBezTo>
                    <a:pt x="1143201" y="256640"/>
                    <a:pt x="886839" y="278"/>
                    <a:pt x="571701" y="278"/>
                  </a:cubicBezTo>
                  <a:close/>
                </a:path>
              </a:pathLst>
            </a:custGeom>
            <a:noFill/>
            <a:ln w="15875" cap="rnd">
              <a:solidFill>
                <a:schemeClr val="accent1"/>
              </a:solidFill>
              <a:prstDash val="solid"/>
              <a:round/>
            </a:ln>
          </p:spPr>
          <p:txBody>
            <a:bodyPr/>
            <a:lstStyle/>
            <a:p>
              <a:endParaRPr lang="en-GB"/>
            </a:p>
          </p:txBody>
        </p:sp>
        <p:sp>
          <p:nvSpPr>
            <p:cNvPr id="81" name="Freeform: Shape 80">
              <a:extLst>
                <a:ext uri="{FF2B5EF4-FFF2-40B4-BE49-F238E27FC236}">
                  <a16:creationId xmlns:a16="http://schemas.microsoft.com/office/drawing/2014/main" id="{2F6E4752-FC39-9BE0-9C21-1BD94DBB87A9}"/>
                </a:ext>
              </a:extLst>
            </p:cNvPr>
            <p:cNvSpPr/>
            <p:nvPr/>
          </p:nvSpPr>
          <p:spPr>
            <a:xfrm flipV="1">
              <a:off x="6475411" y="4202112"/>
              <a:ext cx="2285999" cy="2285999"/>
            </a:xfrm>
            <a:custGeom>
              <a:avLst/>
              <a:gdLst>
                <a:gd name="csX0" fmla="*/ 2286591 w 2285999"/>
                <a:gd name="csY0" fmla="*/ 1143543 h 2285999"/>
                <a:gd name="csX1" fmla="*/ 1143591 w 2285999"/>
                <a:gd name="csY1" fmla="*/ 543 h 2285999"/>
                <a:gd name="csX2" fmla="*/ 591 w 2285999"/>
                <a:gd name="csY2" fmla="*/ 1143543 h 2285999"/>
                <a:gd name="csX3" fmla="*/ 1143591 w 2285999"/>
                <a:gd name="csY3" fmla="*/ 2286543 h 2285999"/>
                <a:gd name="csX4" fmla="*/ 2286591 w 2285999"/>
                <a:gd name="csY4" fmla="*/ 1143543 h 2285999"/>
              </a:gdLst>
              <a:ahLst/>
              <a:cxnLst>
                <a:cxn ang="0">
                  <a:pos x="csX0" y="csY0"/>
                </a:cxn>
                <a:cxn ang="0">
                  <a:pos x="csX1" y="csY1"/>
                </a:cxn>
                <a:cxn ang="0">
                  <a:pos x="csX2" y="csY2"/>
                </a:cxn>
                <a:cxn ang="0">
                  <a:pos x="csX3" y="csY3"/>
                </a:cxn>
                <a:cxn ang="0">
                  <a:pos x="csX4" y="csY4"/>
                </a:cxn>
              </a:cxnLst>
              <a:rect l="l" t="t" r="r" b="b"/>
              <a:pathLst>
                <a:path w="2285999" h="2285999">
                  <a:moveTo>
                    <a:pt x="2286591" y="1143543"/>
                  </a:moveTo>
                  <a:cubicBezTo>
                    <a:pt x="2286591" y="512276"/>
                    <a:pt x="1774858" y="543"/>
                    <a:pt x="1143591" y="543"/>
                  </a:cubicBezTo>
                  <a:cubicBezTo>
                    <a:pt x="512325" y="543"/>
                    <a:pt x="591" y="512276"/>
                    <a:pt x="591" y="1143543"/>
                  </a:cubicBezTo>
                  <a:cubicBezTo>
                    <a:pt x="591" y="1774809"/>
                    <a:pt x="512325" y="2286543"/>
                    <a:pt x="1143591" y="2286543"/>
                  </a:cubicBezTo>
                  <a:cubicBezTo>
                    <a:pt x="1774858" y="2286543"/>
                    <a:pt x="2286591" y="1774809"/>
                    <a:pt x="2286591" y="1143543"/>
                  </a:cubicBezTo>
                  <a:close/>
                </a:path>
              </a:pathLst>
            </a:custGeom>
            <a:noFill/>
            <a:ln w="15875" cap="rnd">
              <a:solidFill>
                <a:schemeClr val="accent1"/>
              </a:solidFill>
              <a:prstDash val="solid"/>
              <a:round/>
            </a:ln>
          </p:spPr>
          <p:txBody>
            <a:bodyPr/>
            <a:lstStyle/>
            <a:p>
              <a:endParaRPr lang="en-GB"/>
            </a:p>
          </p:txBody>
        </p:sp>
        <p:sp>
          <p:nvSpPr>
            <p:cNvPr id="82" name="Freeform: Shape 81">
              <a:extLst>
                <a:ext uri="{FF2B5EF4-FFF2-40B4-BE49-F238E27FC236}">
                  <a16:creationId xmlns:a16="http://schemas.microsoft.com/office/drawing/2014/main" id="{A5653462-2DD7-AAA8-63C8-488513130BFA}"/>
                </a:ext>
              </a:extLst>
            </p:cNvPr>
            <p:cNvSpPr/>
            <p:nvPr/>
          </p:nvSpPr>
          <p:spPr>
            <a:xfrm flipV="1">
              <a:off x="7237411" y="4964112"/>
              <a:ext cx="761999" cy="761999"/>
            </a:xfrm>
            <a:custGeom>
              <a:avLst/>
              <a:gdLst>
                <a:gd name="csX0" fmla="*/ 381501 w 761999"/>
                <a:gd name="csY0" fmla="*/ 513 h 761999"/>
                <a:gd name="csX1" fmla="*/ 501 w 761999"/>
                <a:gd name="csY1" fmla="*/ 381513 h 761999"/>
                <a:gd name="csX2" fmla="*/ 381501 w 761999"/>
                <a:gd name="csY2" fmla="*/ 762513 h 761999"/>
                <a:gd name="csX3" fmla="*/ 762501 w 761999"/>
                <a:gd name="csY3" fmla="*/ 381513 h 761999"/>
                <a:gd name="csX4" fmla="*/ 381501 w 761999"/>
                <a:gd name="csY4" fmla="*/ 513 h 761999"/>
              </a:gdLst>
              <a:ahLst/>
              <a:cxnLst>
                <a:cxn ang="0">
                  <a:pos x="csX0" y="csY0"/>
                </a:cxn>
                <a:cxn ang="0">
                  <a:pos x="csX1" y="csY1"/>
                </a:cxn>
                <a:cxn ang="0">
                  <a:pos x="csX2" y="csY2"/>
                </a:cxn>
                <a:cxn ang="0">
                  <a:pos x="csX3" y="csY3"/>
                </a:cxn>
                <a:cxn ang="0">
                  <a:pos x="csX4" y="csY4"/>
                </a:cxn>
              </a:cxnLst>
              <a:rect l="l" t="t" r="r" b="b"/>
              <a:pathLst>
                <a:path w="761999" h="761999">
                  <a:moveTo>
                    <a:pt x="381501" y="513"/>
                  </a:moveTo>
                  <a:cubicBezTo>
                    <a:pt x="171469" y="513"/>
                    <a:pt x="501" y="171480"/>
                    <a:pt x="501" y="381513"/>
                  </a:cubicBezTo>
                  <a:cubicBezTo>
                    <a:pt x="501" y="591545"/>
                    <a:pt x="171469" y="762513"/>
                    <a:pt x="381501" y="762513"/>
                  </a:cubicBezTo>
                  <a:cubicBezTo>
                    <a:pt x="591534" y="762513"/>
                    <a:pt x="762501" y="591545"/>
                    <a:pt x="762501" y="381513"/>
                  </a:cubicBezTo>
                  <a:cubicBezTo>
                    <a:pt x="762501" y="171480"/>
                    <a:pt x="591534" y="513"/>
                    <a:pt x="381501" y="513"/>
                  </a:cubicBezTo>
                  <a:close/>
                </a:path>
              </a:pathLst>
            </a:custGeom>
            <a:noFill/>
            <a:ln w="15875" cap="rnd">
              <a:solidFill>
                <a:schemeClr val="accent1"/>
              </a:solidFill>
              <a:prstDash val="solid"/>
              <a:round/>
            </a:ln>
          </p:spPr>
          <p:txBody>
            <a:bodyPr/>
            <a:lstStyle/>
            <a:p>
              <a:endParaRPr lang="en-GB"/>
            </a:p>
          </p:txBody>
        </p:sp>
        <p:sp>
          <p:nvSpPr>
            <p:cNvPr id="83" name="Freeform: Shape 82">
              <a:extLst>
                <a:ext uri="{FF2B5EF4-FFF2-40B4-BE49-F238E27FC236}">
                  <a16:creationId xmlns:a16="http://schemas.microsoft.com/office/drawing/2014/main" id="{1C79664D-43C0-7CA1-824A-469A9FD45DD9}"/>
                </a:ext>
              </a:extLst>
            </p:cNvPr>
            <p:cNvSpPr/>
            <p:nvPr/>
          </p:nvSpPr>
          <p:spPr>
            <a:xfrm flipV="1">
              <a:off x="4379911" y="366712"/>
              <a:ext cx="9525" cy="787399"/>
            </a:xfrm>
            <a:custGeom>
              <a:avLst/>
              <a:gdLst>
                <a:gd name="csX0" fmla="*/ 161 w 9525"/>
                <a:gd name="csY0" fmla="*/ 30 h 787399"/>
                <a:gd name="csX1" fmla="*/ 161 w 9525"/>
                <a:gd name="csY1" fmla="*/ 787430 h 787399"/>
              </a:gdLst>
              <a:ahLst/>
              <a:cxnLst>
                <a:cxn ang="0">
                  <a:pos x="csX0" y="csY0"/>
                </a:cxn>
                <a:cxn ang="0">
                  <a:pos x="csX1" y="csY1"/>
                </a:cxn>
              </a:cxnLst>
              <a:rect l="l" t="t" r="r" b="b"/>
              <a:pathLst>
                <a:path w="9525" h="787399">
                  <a:moveTo>
                    <a:pt x="161" y="30"/>
                  </a:moveTo>
                  <a:lnTo>
                    <a:pt x="161" y="787430"/>
                  </a:lnTo>
                </a:path>
              </a:pathLst>
            </a:custGeom>
            <a:noFill/>
            <a:ln w="15875" cap="rnd">
              <a:solidFill>
                <a:schemeClr val="accent1"/>
              </a:solidFill>
              <a:prstDash val="solid"/>
              <a:round/>
            </a:ln>
          </p:spPr>
          <p:txBody>
            <a:bodyPr/>
            <a:lstStyle/>
            <a:p>
              <a:endParaRPr lang="en-GB"/>
            </a:p>
          </p:txBody>
        </p:sp>
        <p:sp>
          <p:nvSpPr>
            <p:cNvPr id="84" name="Freeform: Shape 83">
              <a:extLst>
                <a:ext uri="{FF2B5EF4-FFF2-40B4-BE49-F238E27FC236}">
                  <a16:creationId xmlns:a16="http://schemas.microsoft.com/office/drawing/2014/main" id="{4D0DBC7D-F04E-4CE2-D522-337E5ED0A08B}"/>
                </a:ext>
              </a:extLst>
            </p:cNvPr>
            <p:cNvSpPr/>
            <p:nvPr/>
          </p:nvSpPr>
          <p:spPr>
            <a:xfrm flipV="1">
              <a:off x="5141911" y="366712"/>
              <a:ext cx="9525" cy="787399"/>
            </a:xfrm>
            <a:custGeom>
              <a:avLst/>
              <a:gdLst>
                <a:gd name="csX0" fmla="*/ 241 w 9525"/>
                <a:gd name="csY0" fmla="*/ 30 h 787399"/>
                <a:gd name="csX1" fmla="*/ 241 w 9525"/>
                <a:gd name="csY1" fmla="*/ 787430 h 787399"/>
              </a:gdLst>
              <a:ahLst/>
              <a:cxnLst>
                <a:cxn ang="0">
                  <a:pos x="csX0" y="csY0"/>
                </a:cxn>
                <a:cxn ang="0">
                  <a:pos x="csX1" y="csY1"/>
                </a:cxn>
              </a:cxnLst>
              <a:rect l="l" t="t" r="r" b="b"/>
              <a:pathLst>
                <a:path w="9525" h="787399">
                  <a:moveTo>
                    <a:pt x="241" y="30"/>
                  </a:moveTo>
                  <a:lnTo>
                    <a:pt x="241" y="787430"/>
                  </a:lnTo>
                </a:path>
              </a:pathLst>
            </a:custGeom>
            <a:noFill/>
            <a:ln w="15875" cap="rnd">
              <a:solidFill>
                <a:schemeClr val="accent1"/>
              </a:solidFill>
              <a:prstDash val="solid"/>
              <a:round/>
            </a:ln>
          </p:spPr>
          <p:txBody>
            <a:bodyPr/>
            <a:lstStyle/>
            <a:p>
              <a:endParaRPr lang="en-GB"/>
            </a:p>
          </p:txBody>
        </p:sp>
        <p:sp>
          <p:nvSpPr>
            <p:cNvPr id="85" name="Freeform: Shape 84">
              <a:extLst>
                <a:ext uri="{FF2B5EF4-FFF2-40B4-BE49-F238E27FC236}">
                  <a16:creationId xmlns:a16="http://schemas.microsoft.com/office/drawing/2014/main" id="{08BC6813-23C7-ACF0-2824-34D5ACE52219}"/>
                </a:ext>
              </a:extLst>
            </p:cNvPr>
            <p:cNvSpPr/>
            <p:nvPr/>
          </p:nvSpPr>
          <p:spPr>
            <a:xfrm flipV="1">
              <a:off x="7237411" y="2678112"/>
              <a:ext cx="9525" cy="761999"/>
            </a:xfrm>
            <a:custGeom>
              <a:avLst/>
              <a:gdLst>
                <a:gd name="csX0" fmla="*/ 461 w 9525"/>
                <a:gd name="csY0" fmla="*/ 273 h 761999"/>
                <a:gd name="csX1" fmla="*/ 461 w 9525"/>
                <a:gd name="csY1" fmla="*/ 762273 h 761999"/>
              </a:gdLst>
              <a:ahLst/>
              <a:cxnLst>
                <a:cxn ang="0">
                  <a:pos x="csX0" y="csY0"/>
                </a:cxn>
                <a:cxn ang="0">
                  <a:pos x="csX1" y="csY1"/>
                </a:cxn>
              </a:cxnLst>
              <a:rect l="l" t="t" r="r" b="b"/>
              <a:pathLst>
                <a:path w="9525" h="761999">
                  <a:moveTo>
                    <a:pt x="461" y="273"/>
                  </a:moveTo>
                  <a:lnTo>
                    <a:pt x="461" y="762273"/>
                  </a:lnTo>
                </a:path>
              </a:pathLst>
            </a:custGeom>
            <a:noFill/>
            <a:ln w="15875" cap="rnd">
              <a:solidFill>
                <a:schemeClr val="accent1"/>
              </a:solidFill>
              <a:prstDash val="solid"/>
              <a:round/>
            </a:ln>
          </p:spPr>
          <p:txBody>
            <a:bodyPr/>
            <a:lstStyle/>
            <a:p>
              <a:endParaRPr lang="en-GB"/>
            </a:p>
          </p:txBody>
        </p:sp>
        <p:sp>
          <p:nvSpPr>
            <p:cNvPr id="86" name="Freeform: Shape 85">
              <a:extLst>
                <a:ext uri="{FF2B5EF4-FFF2-40B4-BE49-F238E27FC236}">
                  <a16:creationId xmlns:a16="http://schemas.microsoft.com/office/drawing/2014/main" id="{2BA63E39-BFA4-F3F2-7FB4-38F320EF4B9C}"/>
                </a:ext>
              </a:extLst>
            </p:cNvPr>
            <p:cNvSpPr/>
            <p:nvPr/>
          </p:nvSpPr>
          <p:spPr>
            <a:xfrm flipV="1">
              <a:off x="7999411" y="2678112"/>
              <a:ext cx="9525" cy="761999"/>
            </a:xfrm>
            <a:custGeom>
              <a:avLst/>
              <a:gdLst>
                <a:gd name="csX0" fmla="*/ 541 w 9525"/>
                <a:gd name="csY0" fmla="*/ 273 h 761999"/>
                <a:gd name="csX1" fmla="*/ 541 w 9525"/>
                <a:gd name="csY1" fmla="*/ 762273 h 761999"/>
              </a:gdLst>
              <a:ahLst/>
              <a:cxnLst>
                <a:cxn ang="0">
                  <a:pos x="csX0" y="csY0"/>
                </a:cxn>
                <a:cxn ang="0">
                  <a:pos x="csX1" y="csY1"/>
                </a:cxn>
              </a:cxnLst>
              <a:rect l="l" t="t" r="r" b="b"/>
              <a:pathLst>
                <a:path w="9525" h="761999">
                  <a:moveTo>
                    <a:pt x="541" y="273"/>
                  </a:moveTo>
                  <a:lnTo>
                    <a:pt x="541" y="762273"/>
                  </a:lnTo>
                </a:path>
              </a:pathLst>
            </a:custGeom>
            <a:noFill/>
            <a:ln w="15875" cap="rnd">
              <a:solidFill>
                <a:schemeClr val="accent1"/>
              </a:solidFill>
              <a:prstDash val="solid"/>
              <a:round/>
            </a:ln>
          </p:spPr>
          <p:txBody>
            <a:bodyPr/>
            <a:lstStyle/>
            <a:p>
              <a:endParaRPr lang="en-GB"/>
            </a:p>
          </p:txBody>
        </p:sp>
        <p:sp>
          <p:nvSpPr>
            <p:cNvPr id="87" name="Freeform: Shape 86">
              <a:extLst>
                <a:ext uri="{FF2B5EF4-FFF2-40B4-BE49-F238E27FC236}">
                  <a16:creationId xmlns:a16="http://schemas.microsoft.com/office/drawing/2014/main" id="{CB1E619E-3BC2-6C40-FEF5-DA372928E46E}"/>
                </a:ext>
              </a:extLst>
            </p:cNvPr>
            <p:cNvSpPr/>
            <p:nvPr/>
          </p:nvSpPr>
          <p:spPr>
            <a:xfrm flipV="1">
              <a:off x="7618411" y="1154112"/>
              <a:ext cx="9525" cy="761999"/>
            </a:xfrm>
            <a:custGeom>
              <a:avLst/>
              <a:gdLst>
                <a:gd name="csX0" fmla="*/ 501 w 9525"/>
                <a:gd name="csY0" fmla="*/ 762173 h 761999"/>
                <a:gd name="csX1" fmla="*/ 501 w 9525"/>
                <a:gd name="csY1" fmla="*/ 173 h 761999"/>
              </a:gdLst>
              <a:ahLst/>
              <a:cxnLst>
                <a:cxn ang="0">
                  <a:pos x="csX0" y="csY0"/>
                </a:cxn>
                <a:cxn ang="0">
                  <a:pos x="csX1" y="csY1"/>
                </a:cxn>
              </a:cxnLst>
              <a:rect l="l" t="t" r="r" b="b"/>
              <a:pathLst>
                <a:path w="9525" h="761999">
                  <a:moveTo>
                    <a:pt x="501" y="762173"/>
                  </a:moveTo>
                  <a:lnTo>
                    <a:pt x="501" y="173"/>
                  </a:lnTo>
                </a:path>
              </a:pathLst>
            </a:custGeom>
            <a:noFill/>
            <a:ln w="15875" cap="rnd">
              <a:solidFill>
                <a:schemeClr val="accent1"/>
              </a:solidFill>
              <a:prstDash val="solid"/>
              <a:round/>
            </a:ln>
          </p:spPr>
          <p:txBody>
            <a:bodyPr/>
            <a:lstStyle/>
            <a:p>
              <a:endParaRPr lang="en-GB"/>
            </a:p>
          </p:txBody>
        </p:sp>
        <p:sp>
          <p:nvSpPr>
            <p:cNvPr id="88" name="Freeform: Shape 87">
              <a:extLst>
                <a:ext uri="{FF2B5EF4-FFF2-40B4-BE49-F238E27FC236}">
                  <a16:creationId xmlns:a16="http://schemas.microsoft.com/office/drawing/2014/main" id="{B792EBC4-DDBD-E126-B442-F5E2E8AB3F21}"/>
                </a:ext>
              </a:extLst>
            </p:cNvPr>
            <p:cNvSpPr/>
            <p:nvPr/>
          </p:nvSpPr>
          <p:spPr>
            <a:xfrm flipV="1">
              <a:off x="7237411" y="1535112"/>
              <a:ext cx="761999" cy="9525"/>
            </a:xfrm>
            <a:custGeom>
              <a:avLst/>
              <a:gdLst>
                <a:gd name="csX0" fmla="*/ 471 w 761999"/>
                <a:gd name="csY0" fmla="*/ 143 h 9525"/>
                <a:gd name="csX1" fmla="*/ 762471 w 761999"/>
                <a:gd name="csY1" fmla="*/ 143 h 9525"/>
              </a:gdLst>
              <a:ahLst/>
              <a:cxnLst>
                <a:cxn ang="0">
                  <a:pos x="csX0" y="csY0"/>
                </a:cxn>
                <a:cxn ang="0">
                  <a:pos x="csX1" y="csY1"/>
                </a:cxn>
              </a:cxnLst>
              <a:rect l="l" t="t" r="r" b="b"/>
              <a:pathLst>
                <a:path w="761999" h="9525">
                  <a:moveTo>
                    <a:pt x="471" y="143"/>
                  </a:moveTo>
                  <a:lnTo>
                    <a:pt x="762471" y="143"/>
                  </a:lnTo>
                </a:path>
              </a:pathLst>
            </a:custGeom>
            <a:noFill/>
            <a:ln w="15875" cap="rnd">
              <a:solidFill>
                <a:schemeClr val="accent1"/>
              </a:solidFill>
              <a:prstDash val="solid"/>
              <a:round/>
            </a:ln>
          </p:spPr>
          <p:txBody>
            <a:bodyPr/>
            <a:lstStyle/>
            <a:p>
              <a:endParaRPr lang="en-GB"/>
            </a:p>
          </p:txBody>
        </p:sp>
        <p:sp>
          <p:nvSpPr>
            <p:cNvPr id="89" name="Freeform: Shape 88">
              <a:extLst>
                <a:ext uri="{FF2B5EF4-FFF2-40B4-BE49-F238E27FC236}">
                  <a16:creationId xmlns:a16="http://schemas.microsoft.com/office/drawing/2014/main" id="{C8D6B9BB-BB55-B9B9-10E1-9E939EA04752}"/>
                </a:ext>
              </a:extLst>
            </p:cNvPr>
            <p:cNvSpPr/>
            <p:nvPr/>
          </p:nvSpPr>
          <p:spPr>
            <a:xfrm flipV="1">
              <a:off x="4760911" y="5345112"/>
              <a:ext cx="9525" cy="761999"/>
            </a:xfrm>
            <a:custGeom>
              <a:avLst/>
              <a:gdLst>
                <a:gd name="csX0" fmla="*/ 201 w 9525"/>
                <a:gd name="csY0" fmla="*/ 762613 h 761999"/>
                <a:gd name="csX1" fmla="*/ 201 w 9525"/>
                <a:gd name="csY1" fmla="*/ 613 h 761999"/>
              </a:gdLst>
              <a:ahLst/>
              <a:cxnLst>
                <a:cxn ang="0">
                  <a:pos x="csX0" y="csY0"/>
                </a:cxn>
                <a:cxn ang="0">
                  <a:pos x="csX1" y="csY1"/>
                </a:cxn>
              </a:cxnLst>
              <a:rect l="l" t="t" r="r" b="b"/>
              <a:pathLst>
                <a:path w="9525" h="761999">
                  <a:moveTo>
                    <a:pt x="201" y="762613"/>
                  </a:moveTo>
                  <a:lnTo>
                    <a:pt x="201" y="613"/>
                  </a:lnTo>
                </a:path>
              </a:pathLst>
            </a:custGeom>
            <a:noFill/>
            <a:ln w="15875" cap="rnd">
              <a:solidFill>
                <a:schemeClr val="accent1"/>
              </a:solidFill>
              <a:prstDash val="solid"/>
              <a:round/>
            </a:ln>
          </p:spPr>
          <p:txBody>
            <a:bodyPr/>
            <a:lstStyle/>
            <a:p>
              <a:endParaRPr lang="en-GB"/>
            </a:p>
          </p:txBody>
        </p:sp>
        <p:sp>
          <p:nvSpPr>
            <p:cNvPr id="90" name="Freeform: Shape 89">
              <a:extLst>
                <a:ext uri="{FF2B5EF4-FFF2-40B4-BE49-F238E27FC236}">
                  <a16:creationId xmlns:a16="http://schemas.microsoft.com/office/drawing/2014/main" id="{1B630676-6DAB-C388-CCCB-F45A7D968615}"/>
                </a:ext>
              </a:extLst>
            </p:cNvPr>
            <p:cNvSpPr/>
            <p:nvPr/>
          </p:nvSpPr>
          <p:spPr>
            <a:xfrm flipV="1">
              <a:off x="4379911" y="5726112"/>
              <a:ext cx="761999" cy="9525"/>
            </a:xfrm>
            <a:custGeom>
              <a:avLst/>
              <a:gdLst>
                <a:gd name="csX0" fmla="*/ 171 w 761999"/>
                <a:gd name="csY0" fmla="*/ 583 h 9525"/>
                <a:gd name="csX1" fmla="*/ 762171 w 761999"/>
                <a:gd name="csY1" fmla="*/ 583 h 9525"/>
              </a:gdLst>
              <a:ahLst/>
              <a:cxnLst>
                <a:cxn ang="0">
                  <a:pos x="csX0" y="csY0"/>
                </a:cxn>
                <a:cxn ang="0">
                  <a:pos x="csX1" y="csY1"/>
                </a:cxn>
              </a:cxnLst>
              <a:rect l="l" t="t" r="r" b="b"/>
              <a:pathLst>
                <a:path w="761999" h="9525">
                  <a:moveTo>
                    <a:pt x="171" y="583"/>
                  </a:moveTo>
                  <a:lnTo>
                    <a:pt x="762171" y="583"/>
                  </a:lnTo>
                </a:path>
              </a:pathLst>
            </a:custGeom>
            <a:noFill/>
            <a:ln w="15875" cap="rnd">
              <a:solidFill>
                <a:schemeClr val="accent1"/>
              </a:solidFill>
              <a:prstDash val="solid"/>
              <a:round/>
            </a:ln>
          </p:spPr>
          <p:txBody>
            <a:bodyPr/>
            <a:lstStyle/>
            <a:p>
              <a:endParaRPr lang="en-GB"/>
            </a:p>
          </p:txBody>
        </p:sp>
      </p:grpSp>
      <p:sp>
        <p:nvSpPr>
          <p:cNvPr id="11" name="Slide Number Placeholder 10">
            <a:extLst>
              <a:ext uri="{FF2B5EF4-FFF2-40B4-BE49-F238E27FC236}">
                <a16:creationId xmlns:a16="http://schemas.microsoft.com/office/drawing/2014/main" id="{C5A5C24B-592D-D7CA-9731-DE4ABB73F0F2}"/>
              </a:ext>
            </a:extLst>
          </p:cNvPr>
          <p:cNvSpPr>
            <a:spLocks noGrp="1"/>
          </p:cNvSpPr>
          <p:nvPr>
            <p:ph type="sldNum" sz="quarter" idx="12"/>
          </p:nvPr>
        </p:nvSpPr>
        <p:spPr/>
        <p:txBody>
          <a:bodyPr/>
          <a:lstStyle/>
          <a:p>
            <a:fld id="{0BE4EC83-A869-464E-AE9F-881796FB085E}" type="slidenum">
              <a:rPr lang="en-US" smtClean="0"/>
              <a:t>83</a:t>
            </a:fld>
            <a:endParaRPr lang="en-US"/>
          </a:p>
        </p:txBody>
      </p:sp>
    </p:spTree>
    <p:extLst>
      <p:ext uri="{BB962C8B-B14F-4D97-AF65-F5344CB8AC3E}">
        <p14:creationId xmlns:p14="http://schemas.microsoft.com/office/powerpoint/2010/main" val="2214563086"/>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00632-98C2-A776-8B6C-7FB16C66ED5A}"/>
            </a:ext>
          </a:extLst>
        </p:cNvPr>
        <p:cNvGrpSpPr/>
        <p:nvPr/>
      </p:nvGrpSpPr>
      <p:grpSpPr>
        <a:xfrm>
          <a:off x="0" y="0"/>
          <a:ext cx="0" cy="0"/>
          <a:chOff x="0" y="0"/>
          <a:chExt cx="0" cy="0"/>
        </a:xfrm>
      </p:grpSpPr>
      <p:sp>
        <p:nvSpPr>
          <p:cNvPr id="4" name="Round Same Side Corner Rectangle 3">
            <a:extLst>
              <a:ext uri="{FF2B5EF4-FFF2-40B4-BE49-F238E27FC236}">
                <a16:creationId xmlns:a16="http://schemas.microsoft.com/office/drawing/2014/main" id="{FB2E9A26-EB41-FCD8-122C-AD38AB8134C6}"/>
              </a:ext>
            </a:extLst>
          </p:cNvPr>
          <p:cNvSpPr/>
          <p:nvPr/>
        </p:nvSpPr>
        <p:spPr>
          <a:xfrm>
            <a:off x="838200" y="1748300"/>
            <a:ext cx="10515601" cy="3975167"/>
          </a:xfrm>
          <a:prstGeom prst="round2SameRect">
            <a:avLst>
              <a:gd name="adj1" fmla="val 0"/>
              <a:gd name="adj2" fmla="val 872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Rectangle 95">
            <a:extLst>
              <a:ext uri="{FF2B5EF4-FFF2-40B4-BE49-F238E27FC236}">
                <a16:creationId xmlns:a16="http://schemas.microsoft.com/office/drawing/2014/main" id="{538962AD-866E-29D8-A1FD-189AA1EDC2CD}"/>
              </a:ext>
            </a:extLst>
          </p:cNvPr>
          <p:cNvSpPr/>
          <p:nvPr/>
        </p:nvSpPr>
        <p:spPr>
          <a:xfrm>
            <a:off x="1872988" y="3167309"/>
            <a:ext cx="8067780" cy="451821"/>
          </a:xfrm>
          <a:prstGeom prst="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A469158-56EA-F8AB-CFF9-F96881087C0D}"/>
              </a:ext>
            </a:extLst>
          </p:cNvPr>
          <p:cNvSpPr>
            <a:spLocks noGrp="1"/>
          </p:cNvSpPr>
          <p:nvPr>
            <p:ph type="title"/>
          </p:nvPr>
        </p:nvSpPr>
        <p:spPr>
          <a:xfrm>
            <a:off x="609601" y="561078"/>
            <a:ext cx="10972800" cy="666261"/>
          </a:xfrm>
        </p:spPr>
        <p:txBody>
          <a:bodyPr/>
          <a:lstStyle/>
          <a:p>
            <a:r>
              <a:rPr lang="ar-EG" dirty="0"/>
              <a:t>مؤشرات الأداء الاستراتيجية للبنية المؤسسية</a:t>
            </a:r>
            <a:endParaRPr lang="en-US" dirty="0"/>
          </a:p>
        </p:txBody>
      </p:sp>
      <p:sp>
        <p:nvSpPr>
          <p:cNvPr id="5" name="Freeform 4">
            <a:extLst>
              <a:ext uri="{FF2B5EF4-FFF2-40B4-BE49-F238E27FC236}">
                <a16:creationId xmlns:a16="http://schemas.microsoft.com/office/drawing/2014/main" id="{65AB820A-2146-6880-FE3B-19C59261B9D5}"/>
              </a:ext>
            </a:extLst>
          </p:cNvPr>
          <p:cNvSpPr/>
          <p:nvPr/>
        </p:nvSpPr>
        <p:spPr>
          <a:xfrm>
            <a:off x="3433482" y="1618981"/>
            <a:ext cx="3313986" cy="170329"/>
          </a:xfrm>
          <a:custGeom>
            <a:avLst/>
            <a:gdLst>
              <a:gd name="connsiteX0" fmla="*/ 0 w 3313986"/>
              <a:gd name="connsiteY0" fmla="*/ 0 h 170329"/>
              <a:gd name="connsiteX1" fmla="*/ 3313986 w 3313986"/>
              <a:gd name="connsiteY1" fmla="*/ 0 h 170329"/>
              <a:gd name="connsiteX2" fmla="*/ 3313986 w 3313986"/>
              <a:gd name="connsiteY2" fmla="*/ 170329 h 170329"/>
              <a:gd name="connsiteX3" fmla="*/ 149041 w 3313986"/>
              <a:gd name="connsiteY3" fmla="*/ 170329 h 170329"/>
              <a:gd name="connsiteX4" fmla="*/ 0 w 3313986"/>
              <a:gd name="connsiteY4" fmla="*/ 21288 h 170329"/>
              <a:gd name="connsiteX0" fmla="*/ 0 w 3313986"/>
              <a:gd name="connsiteY0" fmla="*/ 12216 h 182545"/>
              <a:gd name="connsiteX1" fmla="*/ 1771564 w 3313986"/>
              <a:gd name="connsiteY1" fmla="*/ 0 h 182545"/>
              <a:gd name="connsiteX2" fmla="*/ 3313986 w 3313986"/>
              <a:gd name="connsiteY2" fmla="*/ 12216 h 182545"/>
              <a:gd name="connsiteX3" fmla="*/ 3313986 w 3313986"/>
              <a:gd name="connsiteY3" fmla="*/ 182545 h 182545"/>
              <a:gd name="connsiteX4" fmla="*/ 149041 w 3313986"/>
              <a:gd name="connsiteY4" fmla="*/ 182545 h 182545"/>
              <a:gd name="connsiteX5" fmla="*/ 0 w 3313986"/>
              <a:gd name="connsiteY5" fmla="*/ 33504 h 182545"/>
              <a:gd name="connsiteX6" fmla="*/ 0 w 3313986"/>
              <a:gd name="connsiteY6" fmla="*/ 12216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6" fmla="*/ 1863004 w 3313986"/>
              <a:gd name="connsiteY6" fmla="*/ 91440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0" fmla="*/ 3313986 w 3313986"/>
              <a:gd name="connsiteY0" fmla="*/ 0 h 170329"/>
              <a:gd name="connsiteX1" fmla="*/ 3313986 w 3313986"/>
              <a:gd name="connsiteY1" fmla="*/ 170329 h 170329"/>
              <a:gd name="connsiteX2" fmla="*/ 149041 w 3313986"/>
              <a:gd name="connsiteY2" fmla="*/ 170329 h 170329"/>
              <a:gd name="connsiteX3" fmla="*/ 0 w 3313986"/>
              <a:gd name="connsiteY3" fmla="*/ 21288 h 170329"/>
              <a:gd name="connsiteX4" fmla="*/ 0 w 3313986"/>
              <a:gd name="connsiteY4" fmla="*/ 0 h 170329"/>
              <a:gd name="connsiteX0" fmla="*/ 3313986 w 3313986"/>
              <a:gd name="connsiteY0" fmla="*/ 170329 h 170329"/>
              <a:gd name="connsiteX1" fmla="*/ 149041 w 3313986"/>
              <a:gd name="connsiteY1" fmla="*/ 170329 h 170329"/>
              <a:gd name="connsiteX2" fmla="*/ 0 w 3313986"/>
              <a:gd name="connsiteY2" fmla="*/ 21288 h 170329"/>
              <a:gd name="connsiteX3" fmla="*/ 0 w 3313986"/>
              <a:gd name="connsiteY3" fmla="*/ 0 h 170329"/>
            </a:gdLst>
            <a:ahLst/>
            <a:cxnLst>
              <a:cxn ang="0">
                <a:pos x="connsiteX0" y="connsiteY0"/>
              </a:cxn>
              <a:cxn ang="0">
                <a:pos x="connsiteX1" y="connsiteY1"/>
              </a:cxn>
              <a:cxn ang="0">
                <a:pos x="connsiteX2" y="connsiteY2"/>
              </a:cxn>
              <a:cxn ang="0">
                <a:pos x="connsiteX3" y="connsiteY3"/>
              </a:cxn>
            </a:cxnLst>
            <a:rect l="l" t="t" r="r" b="b"/>
            <a:pathLst>
              <a:path w="3313986" h="170329">
                <a:moveTo>
                  <a:pt x="3313986" y="170329"/>
                </a:moveTo>
                <a:lnTo>
                  <a:pt x="149041" y="170329"/>
                </a:lnTo>
                <a:cubicBezTo>
                  <a:pt x="66728" y="170329"/>
                  <a:pt x="0" y="103601"/>
                  <a:pt x="0" y="21288"/>
                </a:cubicBezTo>
                <a:lnTo>
                  <a:pt x="0" y="0"/>
                </a:lnTo>
              </a:path>
            </a:pathLst>
          </a:custGeom>
          <a:noFill/>
          <a:ln>
            <a:solidFill>
              <a:schemeClr val="bg1">
                <a:lumMod val="85000"/>
              </a:schemeClr>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eeform 5">
            <a:extLst>
              <a:ext uri="{FF2B5EF4-FFF2-40B4-BE49-F238E27FC236}">
                <a16:creationId xmlns:a16="http://schemas.microsoft.com/office/drawing/2014/main" id="{3D5948DB-1BAB-5464-8FC2-1A8E9463D664}"/>
              </a:ext>
            </a:extLst>
          </p:cNvPr>
          <p:cNvSpPr/>
          <p:nvPr/>
        </p:nvSpPr>
        <p:spPr>
          <a:xfrm flipH="1">
            <a:off x="5596932" y="1737221"/>
            <a:ext cx="3313986" cy="170329"/>
          </a:xfrm>
          <a:custGeom>
            <a:avLst/>
            <a:gdLst>
              <a:gd name="connsiteX0" fmla="*/ 0 w 3313986"/>
              <a:gd name="connsiteY0" fmla="*/ 0 h 170329"/>
              <a:gd name="connsiteX1" fmla="*/ 3313986 w 3313986"/>
              <a:gd name="connsiteY1" fmla="*/ 0 h 170329"/>
              <a:gd name="connsiteX2" fmla="*/ 3313986 w 3313986"/>
              <a:gd name="connsiteY2" fmla="*/ 170329 h 170329"/>
              <a:gd name="connsiteX3" fmla="*/ 149041 w 3313986"/>
              <a:gd name="connsiteY3" fmla="*/ 170329 h 170329"/>
              <a:gd name="connsiteX4" fmla="*/ 0 w 3313986"/>
              <a:gd name="connsiteY4" fmla="*/ 21288 h 170329"/>
              <a:gd name="connsiteX0" fmla="*/ 0 w 3313986"/>
              <a:gd name="connsiteY0" fmla="*/ 12216 h 182545"/>
              <a:gd name="connsiteX1" fmla="*/ 1771564 w 3313986"/>
              <a:gd name="connsiteY1" fmla="*/ 0 h 182545"/>
              <a:gd name="connsiteX2" fmla="*/ 3313986 w 3313986"/>
              <a:gd name="connsiteY2" fmla="*/ 12216 h 182545"/>
              <a:gd name="connsiteX3" fmla="*/ 3313986 w 3313986"/>
              <a:gd name="connsiteY3" fmla="*/ 182545 h 182545"/>
              <a:gd name="connsiteX4" fmla="*/ 149041 w 3313986"/>
              <a:gd name="connsiteY4" fmla="*/ 182545 h 182545"/>
              <a:gd name="connsiteX5" fmla="*/ 0 w 3313986"/>
              <a:gd name="connsiteY5" fmla="*/ 33504 h 182545"/>
              <a:gd name="connsiteX6" fmla="*/ 0 w 3313986"/>
              <a:gd name="connsiteY6" fmla="*/ 12216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6" fmla="*/ 1863004 w 3313986"/>
              <a:gd name="connsiteY6" fmla="*/ 91440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0" fmla="*/ 3313986 w 3313986"/>
              <a:gd name="connsiteY0" fmla="*/ 0 h 170329"/>
              <a:gd name="connsiteX1" fmla="*/ 3313986 w 3313986"/>
              <a:gd name="connsiteY1" fmla="*/ 170329 h 170329"/>
              <a:gd name="connsiteX2" fmla="*/ 149041 w 3313986"/>
              <a:gd name="connsiteY2" fmla="*/ 170329 h 170329"/>
              <a:gd name="connsiteX3" fmla="*/ 0 w 3313986"/>
              <a:gd name="connsiteY3" fmla="*/ 21288 h 170329"/>
              <a:gd name="connsiteX4" fmla="*/ 0 w 3313986"/>
              <a:gd name="connsiteY4" fmla="*/ 0 h 170329"/>
              <a:gd name="connsiteX0" fmla="*/ 3313986 w 3313986"/>
              <a:gd name="connsiteY0" fmla="*/ 170329 h 170329"/>
              <a:gd name="connsiteX1" fmla="*/ 149041 w 3313986"/>
              <a:gd name="connsiteY1" fmla="*/ 170329 h 170329"/>
              <a:gd name="connsiteX2" fmla="*/ 0 w 3313986"/>
              <a:gd name="connsiteY2" fmla="*/ 21288 h 170329"/>
              <a:gd name="connsiteX3" fmla="*/ 0 w 3313986"/>
              <a:gd name="connsiteY3" fmla="*/ 0 h 170329"/>
            </a:gdLst>
            <a:ahLst/>
            <a:cxnLst>
              <a:cxn ang="0">
                <a:pos x="connsiteX0" y="connsiteY0"/>
              </a:cxn>
              <a:cxn ang="0">
                <a:pos x="connsiteX1" y="connsiteY1"/>
              </a:cxn>
              <a:cxn ang="0">
                <a:pos x="connsiteX2" y="connsiteY2"/>
              </a:cxn>
              <a:cxn ang="0">
                <a:pos x="connsiteX3" y="connsiteY3"/>
              </a:cxn>
            </a:cxnLst>
            <a:rect l="l" t="t" r="r" b="b"/>
            <a:pathLst>
              <a:path w="3313986" h="170329">
                <a:moveTo>
                  <a:pt x="3313986" y="170329"/>
                </a:moveTo>
                <a:lnTo>
                  <a:pt x="149041" y="170329"/>
                </a:lnTo>
                <a:cubicBezTo>
                  <a:pt x="66728" y="170329"/>
                  <a:pt x="0" y="103601"/>
                  <a:pt x="0" y="21288"/>
                </a:cubicBezTo>
                <a:lnTo>
                  <a:pt x="0" y="0"/>
                </a:lnTo>
              </a:path>
            </a:pathLst>
          </a:custGeom>
          <a:noFill/>
          <a:ln>
            <a:solidFill>
              <a:schemeClr val="bg1">
                <a:lumMod val="85000"/>
              </a:schemeClr>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ounded Rectangle 6">
            <a:extLst>
              <a:ext uri="{FF2B5EF4-FFF2-40B4-BE49-F238E27FC236}">
                <a16:creationId xmlns:a16="http://schemas.microsoft.com/office/drawing/2014/main" id="{EAFA2A6F-083D-06A9-9F36-13628A922FC7}"/>
              </a:ext>
            </a:extLst>
          </p:cNvPr>
          <p:cNvSpPr/>
          <p:nvPr/>
        </p:nvSpPr>
        <p:spPr>
          <a:xfrm>
            <a:off x="2981661" y="1475899"/>
            <a:ext cx="6228678" cy="688914"/>
          </a:xfrm>
          <a:prstGeom prst="round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ounded Rectangle 7">
            <a:extLst>
              <a:ext uri="{FF2B5EF4-FFF2-40B4-BE49-F238E27FC236}">
                <a16:creationId xmlns:a16="http://schemas.microsoft.com/office/drawing/2014/main" id="{58E993D9-FB01-DD62-E05E-03230EB147D0}"/>
              </a:ext>
            </a:extLst>
          </p:cNvPr>
          <p:cNvSpPr/>
          <p:nvPr/>
        </p:nvSpPr>
        <p:spPr>
          <a:xfrm>
            <a:off x="2982468" y="1287436"/>
            <a:ext cx="6227064" cy="92532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b="1" dirty="0"/>
              <a:t>نسبة المشاريع المعتمدة والمتوائمة استراتيجيًا</a:t>
            </a:r>
            <a:endParaRPr lang="en-US" b="1" dirty="0"/>
          </a:p>
        </p:txBody>
      </p:sp>
      <p:sp>
        <p:nvSpPr>
          <p:cNvPr id="9" name="Title 11">
            <a:extLst>
              <a:ext uri="{FF2B5EF4-FFF2-40B4-BE49-F238E27FC236}">
                <a16:creationId xmlns:a16="http://schemas.microsoft.com/office/drawing/2014/main" id="{8A50FFFF-29D7-6063-AB65-87B2BDAA20B7}"/>
              </a:ext>
            </a:extLst>
          </p:cNvPr>
          <p:cNvSpPr txBox="1">
            <a:spLocks/>
          </p:cNvSpPr>
          <p:nvPr/>
        </p:nvSpPr>
        <p:spPr>
          <a:xfrm>
            <a:off x="2949387" y="1565225"/>
            <a:ext cx="6293226" cy="647533"/>
          </a:xfrm>
          <a:prstGeom prst="rect">
            <a:avLst/>
          </a:prstGeom>
        </p:spPr>
        <p:txBody>
          <a:bodyPr anchor="ctr" anchorCtr="0">
            <a:noAutofit/>
          </a:bodyPr>
          <a:lstStyle>
            <a:lvl1pPr algn="r" defTabSz="914400" rtl="1" eaLnBrk="1" latinLnBrk="0" hangingPunct="1">
              <a:lnSpc>
                <a:spcPct val="100000"/>
              </a:lnSpc>
              <a:spcBef>
                <a:spcPct val="0"/>
              </a:spcBef>
              <a:buNone/>
              <a:defRPr sz="3200" b="1" kern="1200">
                <a:solidFill>
                  <a:schemeClr val="accent1">
                    <a:lumMod val="75000"/>
                  </a:schemeClr>
                </a:solidFill>
                <a:latin typeface="+mj-lt"/>
                <a:ea typeface="+mj-ea"/>
                <a:cs typeface="+mj-cs"/>
              </a:defRPr>
            </a:lvl1pPr>
          </a:lstStyle>
          <a:p>
            <a:pPr algn="ctr"/>
            <a:endParaRPr lang="ar-SA" sz="2000" dirty="0">
              <a:solidFill>
                <a:schemeClr val="bg1"/>
              </a:solidFill>
            </a:endParaRPr>
          </a:p>
        </p:txBody>
      </p:sp>
      <p:sp>
        <p:nvSpPr>
          <p:cNvPr id="10" name="Round Same Side Corner Rectangle 9">
            <a:extLst>
              <a:ext uri="{FF2B5EF4-FFF2-40B4-BE49-F238E27FC236}">
                <a16:creationId xmlns:a16="http://schemas.microsoft.com/office/drawing/2014/main" id="{B48FA551-8A57-30E1-1DC5-A700428FBD59}"/>
              </a:ext>
            </a:extLst>
          </p:cNvPr>
          <p:cNvSpPr/>
          <p:nvPr/>
        </p:nvSpPr>
        <p:spPr>
          <a:xfrm>
            <a:off x="5385860" y="1287437"/>
            <a:ext cx="1420280" cy="281048"/>
          </a:xfrm>
          <a:prstGeom prst="round2SameRect">
            <a:avLst>
              <a:gd name="adj1" fmla="val 0"/>
              <a:gd name="adj2" fmla="val 50000"/>
            </a:avLst>
          </a:prstGeom>
          <a:solidFill>
            <a:schemeClr val="bg1"/>
          </a:solidFill>
          <a:effectLst>
            <a:outerShdw blurRad="50800" dist="25400" dir="5400000" sx="97000" sy="97000" algn="t" rotWithShape="0">
              <a:prstClr val="black">
                <a:alpha val="20000"/>
              </a:prstClr>
            </a:outerShdw>
          </a:effectLst>
        </p:spPr>
        <p:txBody>
          <a:bodyPr wrap="none" tIns="0" bIns="45720">
            <a:noAutofit/>
          </a:bodyPr>
          <a:lstStyle/>
          <a:p>
            <a:pPr lvl="0" algn="ctr" rtl="1"/>
            <a:r>
              <a:rPr lang="en-US" b="1" dirty="0">
                <a:solidFill>
                  <a:schemeClr val="accent1"/>
                </a:solidFill>
              </a:rPr>
              <a:t>EASKPI12</a:t>
            </a:r>
            <a:endParaRPr lang="ar-EG" b="1" dirty="0">
              <a:solidFill>
                <a:schemeClr val="accent1"/>
              </a:solidFill>
            </a:endParaRPr>
          </a:p>
        </p:txBody>
      </p:sp>
      <p:sp>
        <p:nvSpPr>
          <p:cNvPr id="79" name="Rectangle 78">
            <a:extLst>
              <a:ext uri="{FF2B5EF4-FFF2-40B4-BE49-F238E27FC236}">
                <a16:creationId xmlns:a16="http://schemas.microsoft.com/office/drawing/2014/main" id="{77149E89-9C49-D495-9C2E-E19B9A362F81}"/>
              </a:ext>
            </a:extLst>
          </p:cNvPr>
          <p:cNvSpPr/>
          <p:nvPr/>
        </p:nvSpPr>
        <p:spPr>
          <a:xfrm>
            <a:off x="1872988" y="2510775"/>
            <a:ext cx="8067780" cy="451821"/>
          </a:xfrm>
          <a:prstGeom prst="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92" name="Table 91">
            <a:extLst>
              <a:ext uri="{FF2B5EF4-FFF2-40B4-BE49-F238E27FC236}">
                <a16:creationId xmlns:a16="http://schemas.microsoft.com/office/drawing/2014/main" id="{0F0B9956-0CEF-BC9B-86E1-3BB9EB83008D}"/>
              </a:ext>
            </a:extLst>
          </p:cNvPr>
          <p:cNvGraphicFramePr>
            <a:graphicFrameLocks noGrp="1"/>
          </p:cNvGraphicFramePr>
          <p:nvPr/>
        </p:nvGraphicFramePr>
        <p:xfrm>
          <a:off x="1113853" y="2293250"/>
          <a:ext cx="9964294" cy="1827936"/>
        </p:xfrm>
        <a:graphic>
          <a:graphicData uri="http://schemas.openxmlformats.org/drawingml/2006/table">
            <a:tbl>
              <a:tblPr firstRow="1" bandRow="1">
                <a:tableStyleId>{5C22544A-7EE6-4342-B048-85BDC9FD1C3A}</a:tableStyleId>
              </a:tblPr>
              <a:tblGrid>
                <a:gridCol w="8543322">
                  <a:extLst>
                    <a:ext uri="{9D8B030D-6E8A-4147-A177-3AD203B41FA5}">
                      <a16:colId xmlns:a16="http://schemas.microsoft.com/office/drawing/2014/main" val="1922650772"/>
                    </a:ext>
                  </a:extLst>
                </a:gridCol>
                <a:gridCol w="1420972">
                  <a:extLst>
                    <a:ext uri="{9D8B030D-6E8A-4147-A177-3AD203B41FA5}">
                      <a16:colId xmlns:a16="http://schemas.microsoft.com/office/drawing/2014/main" val="831415739"/>
                    </a:ext>
                  </a:extLst>
                </a:gridCol>
              </a:tblGrid>
              <a:tr h="456984">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baseline="0" dirty="0">
                          <a:solidFill>
                            <a:schemeClr val="accent1"/>
                          </a:solidFill>
                          <a:latin typeface="Sakkal Majalla" panose="02000000000000000000" pitchFamily="2" charset="-78"/>
                          <a:ea typeface="+mn-ea"/>
                          <a:cs typeface="Sakkal Majalla" panose="02000000000000000000" pitchFamily="2" charset="-78"/>
                        </a:rPr>
                        <a:t>المواءمة الاستراتيجية</a:t>
                      </a:r>
                      <a:endParaRPr lang="ar-EG" sz="1400" b="1" kern="1200" baseline="0" dirty="0">
                        <a:solidFill>
                          <a:schemeClr val="accent1"/>
                        </a:solidFill>
                        <a:latin typeface="Sakkal Majalla" panose="02000000000000000000" pitchFamily="2" charset="-78"/>
                        <a:ea typeface="+mn-ea"/>
                        <a:cs typeface="Sakkal Majalla" panose="02000000000000000000" pitchFamily="2" charset="-7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الهدف الاستراتيجي</a:t>
                      </a:r>
                      <a:endParaRPr lang="en-US"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4060515"/>
                  </a:ext>
                </a:extLst>
              </a:tr>
              <a:tr h="456984">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يقيس نسبة المشاريع التي تم اعتمادها بعد تحقق مواءمتها الاستراتيجية (وأُثبت ذلك) مقارنة بإجمالي المشاريع المعتمدة ضمن المحفظة.</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وصف المؤشر</a:t>
                      </a:r>
                      <a:endParaRPr lang="en-US"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577636"/>
                  </a:ext>
                </a:extLst>
              </a:tr>
              <a:tr h="456984">
                <a:tc>
                  <a:txBody>
                    <a:bodyPr/>
                    <a:lstStyle/>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(عدد المشاريع التي تم اعتمادها البنية المؤسسية والمتوائمة استراتيجيًا ÷ إجمالي المشاريع الكلية) × 100</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معادلة الاحتساب</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6671549"/>
                  </a:ext>
                </a:extLst>
              </a:tr>
              <a:tr h="456984">
                <a:tc>
                  <a:txBody>
                    <a:bodyPr/>
                    <a:lstStyle/>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مكتب البنية المؤسسية </a:t>
                      </a:r>
                      <a:r>
                        <a:rPr lang="en-US" sz="1400" b="1" kern="1200" baseline="0" dirty="0">
                          <a:solidFill>
                            <a:schemeClr val="accent1"/>
                          </a:solidFill>
                          <a:latin typeface="Sakkal Majalla" panose="02000000000000000000" pitchFamily="2" charset="-78"/>
                          <a:ea typeface="+mn-ea"/>
                          <a:cs typeface="Sakkal Majalla" panose="02000000000000000000" pitchFamily="2" charset="-78"/>
                        </a:rPr>
                        <a:t>)</a:t>
                      </a:r>
                      <a:r>
                        <a:rPr lang="ar-SA" sz="1400" b="1" kern="1200" baseline="0" dirty="0">
                          <a:solidFill>
                            <a:schemeClr val="accent1"/>
                          </a:solidFill>
                          <a:latin typeface="Sakkal Majalla" panose="02000000000000000000" pitchFamily="2" charset="-78"/>
                          <a:ea typeface="+mn-ea"/>
                          <a:cs typeface="Sakkal Majalla" panose="02000000000000000000" pitchFamily="2" charset="-78"/>
                        </a:rPr>
                        <a:t> محفظة المشاريع + نتائج تقييم المواءمة + قرارات الاعتماد</a:t>
                      </a:r>
                      <a:r>
                        <a:rPr lang="en-US" sz="1400" b="1" kern="1200" baseline="0" dirty="0">
                          <a:solidFill>
                            <a:schemeClr val="accent1"/>
                          </a:solidFill>
                          <a:latin typeface="Sakkal Majalla" panose="02000000000000000000" pitchFamily="2" charset="-78"/>
                          <a:ea typeface="+mn-ea"/>
                          <a:cs typeface="Sakkal Majalla" panose="02000000000000000000" pitchFamily="2" charset="-78"/>
                        </a:rPr>
                        <a:t>(</a:t>
                      </a:r>
                      <a:endParaRPr lang="ar-EG" sz="1400" b="1" kern="1200" baseline="0" dirty="0">
                        <a:solidFill>
                          <a:schemeClr val="accent1"/>
                        </a:solidFill>
                        <a:latin typeface="Sakkal Majalla" panose="02000000000000000000" pitchFamily="2" charset="-78"/>
                        <a:ea typeface="+mn-ea"/>
                        <a:cs typeface="Sakkal Majalla" panose="02000000000000000000" pitchFamily="2" charset="-7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مصدر البيانات</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578273"/>
                  </a:ext>
                </a:extLst>
              </a:tr>
            </a:tbl>
          </a:graphicData>
        </a:graphic>
      </p:graphicFrame>
      <p:sp>
        <p:nvSpPr>
          <p:cNvPr id="37" name="Rounded Rectangle 40">
            <a:extLst>
              <a:ext uri="{FF2B5EF4-FFF2-40B4-BE49-F238E27FC236}">
                <a16:creationId xmlns:a16="http://schemas.microsoft.com/office/drawing/2014/main" id="{1079777A-8872-1964-20BF-E57514B63951}"/>
              </a:ext>
            </a:extLst>
          </p:cNvPr>
          <p:cNvSpPr/>
          <p:nvPr/>
        </p:nvSpPr>
        <p:spPr>
          <a:xfrm>
            <a:off x="2166134"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Box 37">
            <a:extLst>
              <a:ext uri="{FF2B5EF4-FFF2-40B4-BE49-F238E27FC236}">
                <a16:creationId xmlns:a16="http://schemas.microsoft.com/office/drawing/2014/main" id="{D3F19A44-AF8B-C867-6936-D8869A8EAF85}"/>
              </a:ext>
            </a:extLst>
          </p:cNvPr>
          <p:cNvSpPr txBox="1"/>
          <p:nvPr/>
        </p:nvSpPr>
        <p:spPr>
          <a:xfrm>
            <a:off x="1962748"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المستهدف</a:t>
            </a:r>
          </a:p>
        </p:txBody>
      </p:sp>
      <p:grpSp>
        <p:nvGrpSpPr>
          <p:cNvPr id="39" name="Group 38">
            <a:extLst>
              <a:ext uri="{FF2B5EF4-FFF2-40B4-BE49-F238E27FC236}">
                <a16:creationId xmlns:a16="http://schemas.microsoft.com/office/drawing/2014/main" id="{A4F05840-C8AB-907F-01F1-C36ACF2AB6B1}"/>
              </a:ext>
            </a:extLst>
          </p:cNvPr>
          <p:cNvGrpSpPr>
            <a:grpSpLocks noChangeAspect="1"/>
          </p:cNvGrpSpPr>
          <p:nvPr/>
        </p:nvGrpSpPr>
        <p:grpSpPr>
          <a:xfrm>
            <a:off x="8926404" y="4690821"/>
            <a:ext cx="243890" cy="242732"/>
            <a:chOff x="2501900" y="457201"/>
            <a:chExt cx="1674813" cy="1666876"/>
          </a:xfrm>
          <a:solidFill>
            <a:schemeClr val="accent1"/>
          </a:solidFill>
        </p:grpSpPr>
        <p:sp>
          <p:nvSpPr>
            <p:cNvPr id="40" name="Freeform 5">
              <a:extLst>
                <a:ext uri="{FF2B5EF4-FFF2-40B4-BE49-F238E27FC236}">
                  <a16:creationId xmlns:a16="http://schemas.microsoft.com/office/drawing/2014/main" id="{DC58E4EA-FBFE-1B9E-8AA2-912A5B2B5B98}"/>
                </a:ext>
              </a:extLst>
            </p:cNvPr>
            <p:cNvSpPr>
              <a:spLocks/>
            </p:cNvSpPr>
            <p:nvPr/>
          </p:nvSpPr>
          <p:spPr bwMode="auto">
            <a:xfrm>
              <a:off x="2857500" y="457201"/>
              <a:ext cx="130175" cy="273050"/>
            </a:xfrm>
            <a:custGeom>
              <a:avLst/>
              <a:gdLst>
                <a:gd name="T0" fmla="*/ 0 w 350"/>
                <a:gd name="T1" fmla="*/ 367 h 734"/>
                <a:gd name="T2" fmla="*/ 0 w 350"/>
                <a:gd name="T3" fmla="*/ 734 h 734"/>
                <a:gd name="T4" fmla="*/ 175 w 350"/>
                <a:gd name="T5" fmla="*/ 734 h 734"/>
                <a:gd name="T6" fmla="*/ 350 w 350"/>
                <a:gd name="T7" fmla="*/ 734 h 734"/>
                <a:gd name="T8" fmla="*/ 350 w 350"/>
                <a:gd name="T9" fmla="*/ 367 h 734"/>
                <a:gd name="T10" fmla="*/ 350 w 350"/>
                <a:gd name="T11" fmla="*/ 0 h 734"/>
                <a:gd name="T12" fmla="*/ 175 w 350"/>
                <a:gd name="T13" fmla="*/ 0 h 734"/>
                <a:gd name="T14" fmla="*/ 0 w 350"/>
                <a:gd name="T15" fmla="*/ 0 h 734"/>
                <a:gd name="T16" fmla="*/ 0 w 350"/>
                <a:gd name="T17" fmla="*/ 367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734">
                  <a:moveTo>
                    <a:pt x="0" y="367"/>
                  </a:moveTo>
                  <a:lnTo>
                    <a:pt x="0" y="734"/>
                  </a:lnTo>
                  <a:lnTo>
                    <a:pt x="175" y="734"/>
                  </a:lnTo>
                  <a:lnTo>
                    <a:pt x="350" y="734"/>
                  </a:lnTo>
                  <a:lnTo>
                    <a:pt x="350" y="367"/>
                  </a:lnTo>
                  <a:lnTo>
                    <a:pt x="350" y="0"/>
                  </a:lnTo>
                  <a:lnTo>
                    <a:pt x="175" y="0"/>
                  </a:lnTo>
                  <a:lnTo>
                    <a:pt x="0" y="0"/>
                  </a:lnTo>
                  <a:lnTo>
                    <a:pt x="0" y="3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3" name="Freeform 6">
              <a:extLst>
                <a:ext uri="{FF2B5EF4-FFF2-40B4-BE49-F238E27FC236}">
                  <a16:creationId xmlns:a16="http://schemas.microsoft.com/office/drawing/2014/main" id="{9877A9D8-FF02-E1F2-B6E0-DB7A2C5C2501}"/>
                </a:ext>
              </a:extLst>
            </p:cNvPr>
            <p:cNvSpPr>
              <a:spLocks/>
            </p:cNvSpPr>
            <p:nvPr/>
          </p:nvSpPr>
          <p:spPr bwMode="auto">
            <a:xfrm>
              <a:off x="3690938" y="457201"/>
              <a:ext cx="136525" cy="273050"/>
            </a:xfrm>
            <a:custGeom>
              <a:avLst/>
              <a:gdLst>
                <a:gd name="T0" fmla="*/ 0 w 367"/>
                <a:gd name="T1" fmla="*/ 367 h 734"/>
                <a:gd name="T2" fmla="*/ 0 w 367"/>
                <a:gd name="T3" fmla="*/ 734 h 734"/>
                <a:gd name="T4" fmla="*/ 184 w 367"/>
                <a:gd name="T5" fmla="*/ 734 h 734"/>
                <a:gd name="T6" fmla="*/ 367 w 367"/>
                <a:gd name="T7" fmla="*/ 734 h 734"/>
                <a:gd name="T8" fmla="*/ 367 w 367"/>
                <a:gd name="T9" fmla="*/ 367 h 734"/>
                <a:gd name="T10" fmla="*/ 367 w 367"/>
                <a:gd name="T11" fmla="*/ 0 h 734"/>
                <a:gd name="T12" fmla="*/ 184 w 367"/>
                <a:gd name="T13" fmla="*/ 0 h 734"/>
                <a:gd name="T14" fmla="*/ 0 w 367"/>
                <a:gd name="T15" fmla="*/ 0 h 734"/>
                <a:gd name="T16" fmla="*/ 0 w 367"/>
                <a:gd name="T17" fmla="*/ 367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734">
                  <a:moveTo>
                    <a:pt x="0" y="367"/>
                  </a:moveTo>
                  <a:lnTo>
                    <a:pt x="0" y="734"/>
                  </a:lnTo>
                  <a:lnTo>
                    <a:pt x="184" y="734"/>
                  </a:lnTo>
                  <a:lnTo>
                    <a:pt x="367" y="734"/>
                  </a:lnTo>
                  <a:lnTo>
                    <a:pt x="367" y="367"/>
                  </a:lnTo>
                  <a:lnTo>
                    <a:pt x="367" y="0"/>
                  </a:lnTo>
                  <a:lnTo>
                    <a:pt x="184" y="0"/>
                  </a:lnTo>
                  <a:lnTo>
                    <a:pt x="0" y="0"/>
                  </a:lnTo>
                  <a:lnTo>
                    <a:pt x="0" y="3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4" name="Freeform 24">
              <a:extLst>
                <a:ext uri="{FF2B5EF4-FFF2-40B4-BE49-F238E27FC236}">
                  <a16:creationId xmlns:a16="http://schemas.microsoft.com/office/drawing/2014/main" id="{ED83830B-7307-2343-67BB-FCB94C1C04FD}"/>
                </a:ext>
              </a:extLst>
            </p:cNvPr>
            <p:cNvSpPr>
              <a:spLocks noEditPoints="1"/>
            </p:cNvSpPr>
            <p:nvPr/>
          </p:nvSpPr>
          <p:spPr bwMode="auto">
            <a:xfrm>
              <a:off x="2501900" y="661989"/>
              <a:ext cx="1674813" cy="1462088"/>
            </a:xfrm>
            <a:custGeom>
              <a:avLst/>
              <a:gdLst>
                <a:gd name="T0" fmla="*/ 0 w 4483"/>
                <a:gd name="T1" fmla="*/ 475 h 3917"/>
                <a:gd name="T2" fmla="*/ 0 w 4483"/>
                <a:gd name="T3" fmla="*/ 950 h 3917"/>
                <a:gd name="T4" fmla="*/ 92 w 4483"/>
                <a:gd name="T5" fmla="*/ 950 h 3917"/>
                <a:gd name="T6" fmla="*/ 183 w 4483"/>
                <a:gd name="T7" fmla="*/ 950 h 3917"/>
                <a:gd name="T8" fmla="*/ 183 w 4483"/>
                <a:gd name="T9" fmla="*/ 2434 h 3917"/>
                <a:gd name="T10" fmla="*/ 183 w 4483"/>
                <a:gd name="T11" fmla="*/ 3917 h 3917"/>
                <a:gd name="T12" fmla="*/ 2242 w 4483"/>
                <a:gd name="T13" fmla="*/ 3917 h 3917"/>
                <a:gd name="T14" fmla="*/ 4300 w 4483"/>
                <a:gd name="T15" fmla="*/ 3917 h 3917"/>
                <a:gd name="T16" fmla="*/ 4300 w 4483"/>
                <a:gd name="T17" fmla="*/ 2434 h 3917"/>
                <a:gd name="T18" fmla="*/ 4300 w 4483"/>
                <a:gd name="T19" fmla="*/ 950 h 3917"/>
                <a:gd name="T20" fmla="*/ 4392 w 4483"/>
                <a:gd name="T21" fmla="*/ 950 h 3917"/>
                <a:gd name="T22" fmla="*/ 4483 w 4483"/>
                <a:gd name="T23" fmla="*/ 950 h 3917"/>
                <a:gd name="T24" fmla="*/ 4483 w 4483"/>
                <a:gd name="T25" fmla="*/ 475 h 3917"/>
                <a:gd name="T26" fmla="*/ 4483 w 4483"/>
                <a:gd name="T27" fmla="*/ 0 h 3917"/>
                <a:gd name="T28" fmla="*/ 4117 w 4483"/>
                <a:gd name="T29" fmla="*/ 0 h 3917"/>
                <a:gd name="T30" fmla="*/ 3752 w 4483"/>
                <a:gd name="T31" fmla="*/ 0 h 3917"/>
                <a:gd name="T32" fmla="*/ 3747 w 4483"/>
                <a:gd name="T33" fmla="*/ 187 h 3917"/>
                <a:gd name="T34" fmla="*/ 3742 w 4483"/>
                <a:gd name="T35" fmla="*/ 375 h 3917"/>
                <a:gd name="T36" fmla="*/ 3363 w 4483"/>
                <a:gd name="T37" fmla="*/ 380 h 3917"/>
                <a:gd name="T38" fmla="*/ 2983 w 4483"/>
                <a:gd name="T39" fmla="*/ 384 h 3917"/>
                <a:gd name="T40" fmla="*/ 2983 w 4483"/>
                <a:gd name="T41" fmla="*/ 192 h 3917"/>
                <a:gd name="T42" fmla="*/ 2983 w 4483"/>
                <a:gd name="T43" fmla="*/ 0 h 3917"/>
                <a:gd name="T44" fmla="*/ 2242 w 4483"/>
                <a:gd name="T45" fmla="*/ 0 h 3917"/>
                <a:gd name="T46" fmla="*/ 1502 w 4483"/>
                <a:gd name="T47" fmla="*/ 0 h 3917"/>
                <a:gd name="T48" fmla="*/ 1497 w 4483"/>
                <a:gd name="T49" fmla="*/ 187 h 3917"/>
                <a:gd name="T50" fmla="*/ 1492 w 4483"/>
                <a:gd name="T51" fmla="*/ 375 h 3917"/>
                <a:gd name="T52" fmla="*/ 1117 w 4483"/>
                <a:gd name="T53" fmla="*/ 375 h 3917"/>
                <a:gd name="T54" fmla="*/ 742 w 4483"/>
                <a:gd name="T55" fmla="*/ 375 h 3917"/>
                <a:gd name="T56" fmla="*/ 737 w 4483"/>
                <a:gd name="T57" fmla="*/ 187 h 3917"/>
                <a:gd name="T58" fmla="*/ 732 w 4483"/>
                <a:gd name="T59" fmla="*/ 0 h 3917"/>
                <a:gd name="T60" fmla="*/ 367 w 4483"/>
                <a:gd name="T61" fmla="*/ 0 h 3917"/>
                <a:gd name="T62" fmla="*/ 0 w 4483"/>
                <a:gd name="T63" fmla="*/ 0 h 3917"/>
                <a:gd name="T64" fmla="*/ 0 w 4483"/>
                <a:gd name="T65" fmla="*/ 475 h 3917"/>
                <a:gd name="T66" fmla="*/ 3917 w 4483"/>
                <a:gd name="T67" fmla="*/ 2250 h 3917"/>
                <a:gd name="T68" fmla="*/ 3917 w 4483"/>
                <a:gd name="T69" fmla="*/ 3567 h 3917"/>
                <a:gd name="T70" fmla="*/ 2238 w 4483"/>
                <a:gd name="T71" fmla="*/ 3564 h 3917"/>
                <a:gd name="T72" fmla="*/ 558 w 4483"/>
                <a:gd name="T73" fmla="*/ 3559 h 3917"/>
                <a:gd name="T74" fmla="*/ 553 w 4483"/>
                <a:gd name="T75" fmla="*/ 2245 h 3917"/>
                <a:gd name="T76" fmla="*/ 550 w 4483"/>
                <a:gd name="T77" fmla="*/ 934 h 3917"/>
                <a:gd name="T78" fmla="*/ 2233 w 4483"/>
                <a:gd name="T79" fmla="*/ 934 h 3917"/>
                <a:gd name="T80" fmla="*/ 3917 w 4483"/>
                <a:gd name="T81" fmla="*/ 934 h 3917"/>
                <a:gd name="T82" fmla="*/ 3917 w 4483"/>
                <a:gd name="T83" fmla="*/ 2250 h 3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483" h="3917">
                  <a:moveTo>
                    <a:pt x="0" y="475"/>
                  </a:moveTo>
                  <a:lnTo>
                    <a:pt x="0" y="950"/>
                  </a:lnTo>
                  <a:lnTo>
                    <a:pt x="92" y="950"/>
                  </a:lnTo>
                  <a:lnTo>
                    <a:pt x="183" y="950"/>
                  </a:lnTo>
                  <a:lnTo>
                    <a:pt x="183" y="2434"/>
                  </a:lnTo>
                  <a:lnTo>
                    <a:pt x="183" y="3917"/>
                  </a:lnTo>
                  <a:lnTo>
                    <a:pt x="2242" y="3917"/>
                  </a:lnTo>
                  <a:lnTo>
                    <a:pt x="4300" y="3917"/>
                  </a:lnTo>
                  <a:lnTo>
                    <a:pt x="4300" y="2434"/>
                  </a:lnTo>
                  <a:lnTo>
                    <a:pt x="4300" y="950"/>
                  </a:lnTo>
                  <a:lnTo>
                    <a:pt x="4392" y="950"/>
                  </a:lnTo>
                  <a:lnTo>
                    <a:pt x="4483" y="950"/>
                  </a:lnTo>
                  <a:lnTo>
                    <a:pt x="4483" y="475"/>
                  </a:lnTo>
                  <a:lnTo>
                    <a:pt x="4483" y="0"/>
                  </a:lnTo>
                  <a:lnTo>
                    <a:pt x="4117" y="0"/>
                  </a:lnTo>
                  <a:lnTo>
                    <a:pt x="3752" y="0"/>
                  </a:lnTo>
                  <a:lnTo>
                    <a:pt x="3747" y="187"/>
                  </a:lnTo>
                  <a:lnTo>
                    <a:pt x="3742" y="375"/>
                  </a:lnTo>
                  <a:lnTo>
                    <a:pt x="3363" y="380"/>
                  </a:lnTo>
                  <a:lnTo>
                    <a:pt x="2983" y="384"/>
                  </a:lnTo>
                  <a:lnTo>
                    <a:pt x="2983" y="192"/>
                  </a:lnTo>
                  <a:lnTo>
                    <a:pt x="2983" y="0"/>
                  </a:lnTo>
                  <a:lnTo>
                    <a:pt x="2242" y="0"/>
                  </a:lnTo>
                  <a:lnTo>
                    <a:pt x="1502" y="0"/>
                  </a:lnTo>
                  <a:lnTo>
                    <a:pt x="1497" y="187"/>
                  </a:lnTo>
                  <a:lnTo>
                    <a:pt x="1492" y="375"/>
                  </a:lnTo>
                  <a:lnTo>
                    <a:pt x="1117" y="375"/>
                  </a:lnTo>
                  <a:lnTo>
                    <a:pt x="742" y="375"/>
                  </a:lnTo>
                  <a:lnTo>
                    <a:pt x="737" y="187"/>
                  </a:lnTo>
                  <a:lnTo>
                    <a:pt x="732" y="0"/>
                  </a:lnTo>
                  <a:lnTo>
                    <a:pt x="367" y="0"/>
                  </a:lnTo>
                  <a:lnTo>
                    <a:pt x="0" y="0"/>
                  </a:lnTo>
                  <a:lnTo>
                    <a:pt x="0" y="475"/>
                  </a:lnTo>
                  <a:close/>
                  <a:moveTo>
                    <a:pt x="3917" y="2250"/>
                  </a:moveTo>
                  <a:lnTo>
                    <a:pt x="3917" y="3567"/>
                  </a:lnTo>
                  <a:lnTo>
                    <a:pt x="2238" y="3564"/>
                  </a:lnTo>
                  <a:lnTo>
                    <a:pt x="558" y="3559"/>
                  </a:lnTo>
                  <a:lnTo>
                    <a:pt x="553" y="2245"/>
                  </a:lnTo>
                  <a:lnTo>
                    <a:pt x="550" y="934"/>
                  </a:lnTo>
                  <a:lnTo>
                    <a:pt x="2233" y="934"/>
                  </a:lnTo>
                  <a:lnTo>
                    <a:pt x="3917" y="934"/>
                  </a:lnTo>
                  <a:lnTo>
                    <a:pt x="3917" y="22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5" name="Freeform 25">
              <a:extLst>
                <a:ext uri="{FF2B5EF4-FFF2-40B4-BE49-F238E27FC236}">
                  <a16:creationId xmlns:a16="http://schemas.microsoft.com/office/drawing/2014/main" id="{53276812-AE21-4A81-23FA-834D420DB078}"/>
                </a:ext>
              </a:extLst>
            </p:cNvPr>
            <p:cNvSpPr>
              <a:spLocks/>
            </p:cNvSpPr>
            <p:nvPr/>
          </p:nvSpPr>
          <p:spPr bwMode="auto">
            <a:xfrm>
              <a:off x="2857500" y="1154114"/>
              <a:ext cx="130175" cy="136525"/>
            </a:xfrm>
            <a:custGeom>
              <a:avLst/>
              <a:gdLst>
                <a:gd name="T0" fmla="*/ 0 w 350"/>
                <a:gd name="T1" fmla="*/ 183 h 367"/>
                <a:gd name="T2" fmla="*/ 0 w 350"/>
                <a:gd name="T3" fmla="*/ 367 h 367"/>
                <a:gd name="T4" fmla="*/ 175 w 350"/>
                <a:gd name="T5" fmla="*/ 367 h 367"/>
                <a:gd name="T6" fmla="*/ 350 w 350"/>
                <a:gd name="T7" fmla="*/ 367 h 367"/>
                <a:gd name="T8" fmla="*/ 350 w 350"/>
                <a:gd name="T9" fmla="*/ 183 h 367"/>
                <a:gd name="T10" fmla="*/ 350 w 350"/>
                <a:gd name="T11" fmla="*/ 0 h 367"/>
                <a:gd name="T12" fmla="*/ 175 w 350"/>
                <a:gd name="T13" fmla="*/ 0 h 367"/>
                <a:gd name="T14" fmla="*/ 0 w 350"/>
                <a:gd name="T15" fmla="*/ 0 h 367"/>
                <a:gd name="T16" fmla="*/ 0 w 350"/>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67">
                  <a:moveTo>
                    <a:pt x="0" y="183"/>
                  </a:moveTo>
                  <a:lnTo>
                    <a:pt x="0" y="367"/>
                  </a:lnTo>
                  <a:lnTo>
                    <a:pt x="175" y="367"/>
                  </a:lnTo>
                  <a:lnTo>
                    <a:pt x="350" y="367"/>
                  </a:lnTo>
                  <a:lnTo>
                    <a:pt x="350" y="183"/>
                  </a:lnTo>
                  <a:lnTo>
                    <a:pt x="350" y="0"/>
                  </a:lnTo>
                  <a:lnTo>
                    <a:pt x="175"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6" name="Freeform 26">
              <a:extLst>
                <a:ext uri="{FF2B5EF4-FFF2-40B4-BE49-F238E27FC236}">
                  <a16:creationId xmlns:a16="http://schemas.microsoft.com/office/drawing/2014/main" id="{563BCE60-A71F-7F1E-7A7B-A80C5B860562}"/>
                </a:ext>
              </a:extLst>
            </p:cNvPr>
            <p:cNvSpPr>
              <a:spLocks/>
            </p:cNvSpPr>
            <p:nvPr/>
          </p:nvSpPr>
          <p:spPr bwMode="auto">
            <a:xfrm>
              <a:off x="3130550"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7" name="Freeform 27">
              <a:extLst>
                <a:ext uri="{FF2B5EF4-FFF2-40B4-BE49-F238E27FC236}">
                  <a16:creationId xmlns:a16="http://schemas.microsoft.com/office/drawing/2014/main" id="{C8086232-13BF-346F-B08D-6934CCE51FE5}"/>
                </a:ext>
              </a:extLst>
            </p:cNvPr>
            <p:cNvSpPr>
              <a:spLocks/>
            </p:cNvSpPr>
            <p:nvPr/>
          </p:nvSpPr>
          <p:spPr bwMode="auto">
            <a:xfrm>
              <a:off x="3411538"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8" name="Freeform 28">
              <a:extLst>
                <a:ext uri="{FF2B5EF4-FFF2-40B4-BE49-F238E27FC236}">
                  <a16:creationId xmlns:a16="http://schemas.microsoft.com/office/drawing/2014/main" id="{3E5DFEAA-D7CA-8A74-E82B-549C65E3AA03}"/>
                </a:ext>
              </a:extLst>
            </p:cNvPr>
            <p:cNvSpPr>
              <a:spLocks/>
            </p:cNvSpPr>
            <p:nvPr/>
          </p:nvSpPr>
          <p:spPr bwMode="auto">
            <a:xfrm>
              <a:off x="3690938"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9" name="Freeform 29">
              <a:extLst>
                <a:ext uri="{FF2B5EF4-FFF2-40B4-BE49-F238E27FC236}">
                  <a16:creationId xmlns:a16="http://schemas.microsoft.com/office/drawing/2014/main" id="{48533D40-04E4-E6D4-2991-F40B44F608F2}"/>
                </a:ext>
              </a:extLst>
            </p:cNvPr>
            <p:cNvSpPr>
              <a:spLocks/>
            </p:cNvSpPr>
            <p:nvPr/>
          </p:nvSpPr>
          <p:spPr bwMode="auto">
            <a:xfrm>
              <a:off x="2857500" y="1427164"/>
              <a:ext cx="130175" cy="142875"/>
            </a:xfrm>
            <a:custGeom>
              <a:avLst/>
              <a:gdLst>
                <a:gd name="T0" fmla="*/ 0 w 350"/>
                <a:gd name="T1" fmla="*/ 192 h 384"/>
                <a:gd name="T2" fmla="*/ 0 w 350"/>
                <a:gd name="T3" fmla="*/ 384 h 384"/>
                <a:gd name="T4" fmla="*/ 175 w 350"/>
                <a:gd name="T5" fmla="*/ 384 h 384"/>
                <a:gd name="T6" fmla="*/ 350 w 350"/>
                <a:gd name="T7" fmla="*/ 384 h 384"/>
                <a:gd name="T8" fmla="*/ 350 w 350"/>
                <a:gd name="T9" fmla="*/ 192 h 384"/>
                <a:gd name="T10" fmla="*/ 350 w 350"/>
                <a:gd name="T11" fmla="*/ 0 h 384"/>
                <a:gd name="T12" fmla="*/ 175 w 350"/>
                <a:gd name="T13" fmla="*/ 0 h 384"/>
                <a:gd name="T14" fmla="*/ 0 w 350"/>
                <a:gd name="T15" fmla="*/ 0 h 384"/>
                <a:gd name="T16" fmla="*/ 0 w 350"/>
                <a:gd name="T17"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84">
                  <a:moveTo>
                    <a:pt x="0" y="192"/>
                  </a:moveTo>
                  <a:lnTo>
                    <a:pt x="0" y="384"/>
                  </a:lnTo>
                  <a:lnTo>
                    <a:pt x="175" y="384"/>
                  </a:lnTo>
                  <a:lnTo>
                    <a:pt x="350" y="384"/>
                  </a:lnTo>
                  <a:lnTo>
                    <a:pt x="350" y="192"/>
                  </a:lnTo>
                  <a:lnTo>
                    <a:pt x="350" y="0"/>
                  </a:lnTo>
                  <a:lnTo>
                    <a:pt x="175" y="0"/>
                  </a:lnTo>
                  <a:lnTo>
                    <a:pt x="0" y="0"/>
                  </a:lnTo>
                  <a:lnTo>
                    <a:pt x="0"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0" name="Freeform 30">
              <a:extLst>
                <a:ext uri="{FF2B5EF4-FFF2-40B4-BE49-F238E27FC236}">
                  <a16:creationId xmlns:a16="http://schemas.microsoft.com/office/drawing/2014/main" id="{1E67A0FB-533E-5D0D-D31E-811A41B57976}"/>
                </a:ext>
              </a:extLst>
            </p:cNvPr>
            <p:cNvSpPr>
              <a:spLocks/>
            </p:cNvSpPr>
            <p:nvPr/>
          </p:nvSpPr>
          <p:spPr bwMode="auto">
            <a:xfrm>
              <a:off x="3132138" y="1427164"/>
              <a:ext cx="134938" cy="142875"/>
            </a:xfrm>
            <a:custGeom>
              <a:avLst/>
              <a:gdLst>
                <a:gd name="T0" fmla="*/ 4 w 364"/>
                <a:gd name="T1" fmla="*/ 22 h 385"/>
                <a:gd name="T2" fmla="*/ 2 w 364"/>
                <a:gd name="T3" fmla="*/ 40 h 385"/>
                <a:gd name="T4" fmla="*/ 0 w 364"/>
                <a:gd name="T5" fmla="*/ 142 h 385"/>
                <a:gd name="T6" fmla="*/ 1 w 364"/>
                <a:gd name="T7" fmla="*/ 210 h 385"/>
                <a:gd name="T8" fmla="*/ 6 w 364"/>
                <a:gd name="T9" fmla="*/ 375 h 385"/>
                <a:gd name="T10" fmla="*/ 186 w 364"/>
                <a:gd name="T11" fmla="*/ 380 h 385"/>
                <a:gd name="T12" fmla="*/ 364 w 364"/>
                <a:gd name="T13" fmla="*/ 385 h 385"/>
                <a:gd name="T14" fmla="*/ 364 w 364"/>
                <a:gd name="T15" fmla="*/ 192 h 385"/>
                <a:gd name="T16" fmla="*/ 364 w 364"/>
                <a:gd name="T17" fmla="*/ 0 h 385"/>
                <a:gd name="T18" fmla="*/ 189 w 364"/>
                <a:gd name="T19" fmla="*/ 0 h 385"/>
                <a:gd name="T20" fmla="*/ 102 w 364"/>
                <a:gd name="T21" fmla="*/ 1 h 385"/>
                <a:gd name="T22" fmla="*/ 30 w 364"/>
                <a:gd name="T23" fmla="*/ 8 h 385"/>
                <a:gd name="T24" fmla="*/ 8 w 364"/>
                <a:gd name="T25" fmla="*/ 16 h 385"/>
                <a:gd name="T26" fmla="*/ 4 w 364"/>
                <a:gd name="T27" fmla="*/ 22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385">
                  <a:moveTo>
                    <a:pt x="4" y="22"/>
                  </a:moveTo>
                  <a:lnTo>
                    <a:pt x="2" y="40"/>
                  </a:lnTo>
                  <a:lnTo>
                    <a:pt x="0" y="142"/>
                  </a:lnTo>
                  <a:lnTo>
                    <a:pt x="1" y="210"/>
                  </a:lnTo>
                  <a:lnTo>
                    <a:pt x="6" y="375"/>
                  </a:lnTo>
                  <a:lnTo>
                    <a:pt x="186" y="380"/>
                  </a:lnTo>
                  <a:lnTo>
                    <a:pt x="364" y="385"/>
                  </a:lnTo>
                  <a:lnTo>
                    <a:pt x="364" y="192"/>
                  </a:lnTo>
                  <a:lnTo>
                    <a:pt x="364" y="0"/>
                  </a:lnTo>
                  <a:lnTo>
                    <a:pt x="189" y="0"/>
                  </a:lnTo>
                  <a:lnTo>
                    <a:pt x="102" y="1"/>
                  </a:lnTo>
                  <a:lnTo>
                    <a:pt x="30" y="8"/>
                  </a:lnTo>
                  <a:lnTo>
                    <a:pt x="8" y="16"/>
                  </a:lnTo>
                  <a:lnTo>
                    <a:pt x="4"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1" name="Freeform 31">
              <a:extLst>
                <a:ext uri="{FF2B5EF4-FFF2-40B4-BE49-F238E27FC236}">
                  <a16:creationId xmlns:a16="http://schemas.microsoft.com/office/drawing/2014/main" id="{3F5F6919-1087-B743-BCB3-4C0C9F43B5F1}"/>
                </a:ext>
              </a:extLst>
            </p:cNvPr>
            <p:cNvSpPr>
              <a:spLocks/>
            </p:cNvSpPr>
            <p:nvPr/>
          </p:nvSpPr>
          <p:spPr bwMode="auto">
            <a:xfrm>
              <a:off x="3411538" y="1428751"/>
              <a:ext cx="136525" cy="141288"/>
            </a:xfrm>
            <a:custGeom>
              <a:avLst/>
              <a:gdLst>
                <a:gd name="T0" fmla="*/ 12 w 369"/>
                <a:gd name="T1" fmla="*/ 7 h 381"/>
                <a:gd name="T2" fmla="*/ 7 w 369"/>
                <a:gd name="T3" fmla="*/ 22 h 381"/>
                <a:gd name="T4" fmla="*/ 1 w 369"/>
                <a:gd name="T5" fmla="*/ 127 h 381"/>
                <a:gd name="T6" fmla="*/ 0 w 369"/>
                <a:gd name="T7" fmla="*/ 201 h 381"/>
                <a:gd name="T8" fmla="*/ 0 w 369"/>
                <a:gd name="T9" fmla="*/ 381 h 381"/>
                <a:gd name="T10" fmla="*/ 184 w 369"/>
                <a:gd name="T11" fmla="*/ 381 h 381"/>
                <a:gd name="T12" fmla="*/ 369 w 369"/>
                <a:gd name="T13" fmla="*/ 381 h 381"/>
                <a:gd name="T14" fmla="*/ 364 w 369"/>
                <a:gd name="T15" fmla="*/ 192 h 381"/>
                <a:gd name="T16" fmla="*/ 359 w 369"/>
                <a:gd name="T17" fmla="*/ 6 h 381"/>
                <a:gd name="T18" fmla="*/ 190 w 369"/>
                <a:gd name="T19" fmla="*/ 1 h 381"/>
                <a:gd name="T20" fmla="*/ 123 w 369"/>
                <a:gd name="T21" fmla="*/ 0 h 381"/>
                <a:gd name="T22" fmla="*/ 26 w 369"/>
                <a:gd name="T23" fmla="*/ 3 h 381"/>
                <a:gd name="T24" fmla="*/ 12 w 369"/>
                <a:gd name="T25" fmla="*/ 7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381">
                  <a:moveTo>
                    <a:pt x="12" y="7"/>
                  </a:moveTo>
                  <a:lnTo>
                    <a:pt x="7" y="22"/>
                  </a:lnTo>
                  <a:lnTo>
                    <a:pt x="1" y="127"/>
                  </a:lnTo>
                  <a:lnTo>
                    <a:pt x="0" y="201"/>
                  </a:lnTo>
                  <a:lnTo>
                    <a:pt x="0" y="381"/>
                  </a:lnTo>
                  <a:lnTo>
                    <a:pt x="184" y="381"/>
                  </a:lnTo>
                  <a:lnTo>
                    <a:pt x="369" y="381"/>
                  </a:lnTo>
                  <a:lnTo>
                    <a:pt x="364" y="192"/>
                  </a:lnTo>
                  <a:lnTo>
                    <a:pt x="359" y="6"/>
                  </a:lnTo>
                  <a:lnTo>
                    <a:pt x="190" y="1"/>
                  </a:lnTo>
                  <a:lnTo>
                    <a:pt x="123" y="0"/>
                  </a:lnTo>
                  <a:lnTo>
                    <a:pt x="26" y="3"/>
                  </a:lnTo>
                  <a:lnTo>
                    <a:pt x="1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2" name="Freeform 32">
              <a:extLst>
                <a:ext uri="{FF2B5EF4-FFF2-40B4-BE49-F238E27FC236}">
                  <a16:creationId xmlns:a16="http://schemas.microsoft.com/office/drawing/2014/main" id="{ADCD2AF5-1F02-5841-F7D0-EF656DFAB157}"/>
                </a:ext>
              </a:extLst>
            </p:cNvPr>
            <p:cNvSpPr>
              <a:spLocks/>
            </p:cNvSpPr>
            <p:nvPr/>
          </p:nvSpPr>
          <p:spPr bwMode="auto">
            <a:xfrm>
              <a:off x="3690938" y="1427164"/>
              <a:ext cx="133350" cy="142875"/>
            </a:xfrm>
            <a:custGeom>
              <a:avLst/>
              <a:gdLst>
                <a:gd name="T0" fmla="*/ 0 w 359"/>
                <a:gd name="T1" fmla="*/ 193 h 386"/>
                <a:gd name="T2" fmla="*/ 0 w 359"/>
                <a:gd name="T3" fmla="*/ 386 h 386"/>
                <a:gd name="T4" fmla="*/ 180 w 359"/>
                <a:gd name="T5" fmla="*/ 381 h 386"/>
                <a:gd name="T6" fmla="*/ 359 w 359"/>
                <a:gd name="T7" fmla="*/ 376 h 386"/>
                <a:gd name="T8" fmla="*/ 359 w 359"/>
                <a:gd name="T9" fmla="*/ 193 h 386"/>
                <a:gd name="T10" fmla="*/ 359 w 359"/>
                <a:gd name="T11" fmla="*/ 10 h 386"/>
                <a:gd name="T12" fmla="*/ 180 w 359"/>
                <a:gd name="T13" fmla="*/ 5 h 386"/>
                <a:gd name="T14" fmla="*/ 0 w 359"/>
                <a:gd name="T15" fmla="*/ 0 h 386"/>
                <a:gd name="T16" fmla="*/ 0 w 359"/>
                <a:gd name="T17" fmla="*/ 193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9" h="386">
                  <a:moveTo>
                    <a:pt x="0" y="193"/>
                  </a:moveTo>
                  <a:lnTo>
                    <a:pt x="0" y="386"/>
                  </a:lnTo>
                  <a:lnTo>
                    <a:pt x="180" y="381"/>
                  </a:lnTo>
                  <a:lnTo>
                    <a:pt x="359" y="376"/>
                  </a:lnTo>
                  <a:lnTo>
                    <a:pt x="359" y="193"/>
                  </a:lnTo>
                  <a:lnTo>
                    <a:pt x="359" y="10"/>
                  </a:lnTo>
                  <a:lnTo>
                    <a:pt x="180" y="5"/>
                  </a:lnTo>
                  <a:lnTo>
                    <a:pt x="0" y="0"/>
                  </a:lnTo>
                  <a:lnTo>
                    <a:pt x="0"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6" name="Freeform 33">
              <a:extLst>
                <a:ext uri="{FF2B5EF4-FFF2-40B4-BE49-F238E27FC236}">
                  <a16:creationId xmlns:a16="http://schemas.microsoft.com/office/drawing/2014/main" id="{3FC53F97-33BC-6387-62E0-36E59213735D}"/>
                </a:ext>
              </a:extLst>
            </p:cNvPr>
            <p:cNvSpPr>
              <a:spLocks/>
            </p:cNvSpPr>
            <p:nvPr/>
          </p:nvSpPr>
          <p:spPr bwMode="auto">
            <a:xfrm>
              <a:off x="2857500" y="1706564"/>
              <a:ext cx="130175" cy="142875"/>
            </a:xfrm>
            <a:custGeom>
              <a:avLst/>
              <a:gdLst>
                <a:gd name="T0" fmla="*/ 0 w 350"/>
                <a:gd name="T1" fmla="*/ 192 h 384"/>
                <a:gd name="T2" fmla="*/ 0 w 350"/>
                <a:gd name="T3" fmla="*/ 384 h 384"/>
                <a:gd name="T4" fmla="*/ 175 w 350"/>
                <a:gd name="T5" fmla="*/ 384 h 384"/>
                <a:gd name="T6" fmla="*/ 350 w 350"/>
                <a:gd name="T7" fmla="*/ 384 h 384"/>
                <a:gd name="T8" fmla="*/ 350 w 350"/>
                <a:gd name="T9" fmla="*/ 192 h 384"/>
                <a:gd name="T10" fmla="*/ 350 w 350"/>
                <a:gd name="T11" fmla="*/ 0 h 384"/>
                <a:gd name="T12" fmla="*/ 175 w 350"/>
                <a:gd name="T13" fmla="*/ 0 h 384"/>
                <a:gd name="T14" fmla="*/ 0 w 350"/>
                <a:gd name="T15" fmla="*/ 0 h 384"/>
                <a:gd name="T16" fmla="*/ 0 w 350"/>
                <a:gd name="T17"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84">
                  <a:moveTo>
                    <a:pt x="0" y="192"/>
                  </a:moveTo>
                  <a:lnTo>
                    <a:pt x="0" y="384"/>
                  </a:lnTo>
                  <a:lnTo>
                    <a:pt x="175" y="384"/>
                  </a:lnTo>
                  <a:lnTo>
                    <a:pt x="350" y="384"/>
                  </a:lnTo>
                  <a:lnTo>
                    <a:pt x="350" y="192"/>
                  </a:lnTo>
                  <a:lnTo>
                    <a:pt x="350" y="0"/>
                  </a:lnTo>
                  <a:lnTo>
                    <a:pt x="175" y="0"/>
                  </a:lnTo>
                  <a:lnTo>
                    <a:pt x="0" y="0"/>
                  </a:lnTo>
                  <a:lnTo>
                    <a:pt x="0"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7" name="Freeform 34">
              <a:extLst>
                <a:ext uri="{FF2B5EF4-FFF2-40B4-BE49-F238E27FC236}">
                  <a16:creationId xmlns:a16="http://schemas.microsoft.com/office/drawing/2014/main" id="{593B7DE5-001E-0AF2-1B30-7BD56D606F8C}"/>
                </a:ext>
              </a:extLst>
            </p:cNvPr>
            <p:cNvSpPr>
              <a:spLocks/>
            </p:cNvSpPr>
            <p:nvPr/>
          </p:nvSpPr>
          <p:spPr bwMode="auto">
            <a:xfrm>
              <a:off x="3132138" y="1706564"/>
              <a:ext cx="134938" cy="144463"/>
            </a:xfrm>
            <a:custGeom>
              <a:avLst/>
              <a:gdLst>
                <a:gd name="T0" fmla="*/ 4 w 364"/>
                <a:gd name="T1" fmla="*/ 22 h 385"/>
                <a:gd name="T2" fmla="*/ 2 w 364"/>
                <a:gd name="T3" fmla="*/ 40 h 385"/>
                <a:gd name="T4" fmla="*/ 0 w 364"/>
                <a:gd name="T5" fmla="*/ 142 h 385"/>
                <a:gd name="T6" fmla="*/ 1 w 364"/>
                <a:gd name="T7" fmla="*/ 210 h 385"/>
                <a:gd name="T8" fmla="*/ 6 w 364"/>
                <a:gd name="T9" fmla="*/ 375 h 385"/>
                <a:gd name="T10" fmla="*/ 186 w 364"/>
                <a:gd name="T11" fmla="*/ 380 h 385"/>
                <a:gd name="T12" fmla="*/ 364 w 364"/>
                <a:gd name="T13" fmla="*/ 385 h 385"/>
                <a:gd name="T14" fmla="*/ 364 w 364"/>
                <a:gd name="T15" fmla="*/ 192 h 385"/>
                <a:gd name="T16" fmla="*/ 364 w 364"/>
                <a:gd name="T17" fmla="*/ 0 h 385"/>
                <a:gd name="T18" fmla="*/ 189 w 364"/>
                <a:gd name="T19" fmla="*/ 0 h 385"/>
                <a:gd name="T20" fmla="*/ 102 w 364"/>
                <a:gd name="T21" fmla="*/ 1 h 385"/>
                <a:gd name="T22" fmla="*/ 30 w 364"/>
                <a:gd name="T23" fmla="*/ 8 h 385"/>
                <a:gd name="T24" fmla="*/ 8 w 364"/>
                <a:gd name="T25" fmla="*/ 16 h 385"/>
                <a:gd name="T26" fmla="*/ 4 w 364"/>
                <a:gd name="T27" fmla="*/ 22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385">
                  <a:moveTo>
                    <a:pt x="4" y="22"/>
                  </a:moveTo>
                  <a:lnTo>
                    <a:pt x="2" y="40"/>
                  </a:lnTo>
                  <a:lnTo>
                    <a:pt x="0" y="142"/>
                  </a:lnTo>
                  <a:lnTo>
                    <a:pt x="1" y="210"/>
                  </a:lnTo>
                  <a:lnTo>
                    <a:pt x="6" y="375"/>
                  </a:lnTo>
                  <a:lnTo>
                    <a:pt x="186" y="380"/>
                  </a:lnTo>
                  <a:lnTo>
                    <a:pt x="364" y="385"/>
                  </a:lnTo>
                  <a:lnTo>
                    <a:pt x="364" y="192"/>
                  </a:lnTo>
                  <a:lnTo>
                    <a:pt x="364" y="0"/>
                  </a:lnTo>
                  <a:lnTo>
                    <a:pt x="189" y="0"/>
                  </a:lnTo>
                  <a:lnTo>
                    <a:pt x="102" y="1"/>
                  </a:lnTo>
                  <a:lnTo>
                    <a:pt x="30" y="8"/>
                  </a:lnTo>
                  <a:lnTo>
                    <a:pt x="8" y="16"/>
                  </a:lnTo>
                  <a:lnTo>
                    <a:pt x="4"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8" name="Freeform 35">
              <a:extLst>
                <a:ext uri="{FF2B5EF4-FFF2-40B4-BE49-F238E27FC236}">
                  <a16:creationId xmlns:a16="http://schemas.microsoft.com/office/drawing/2014/main" id="{ED795079-F972-21A4-56E2-BD44514DADFE}"/>
                </a:ext>
              </a:extLst>
            </p:cNvPr>
            <p:cNvSpPr>
              <a:spLocks/>
            </p:cNvSpPr>
            <p:nvPr/>
          </p:nvSpPr>
          <p:spPr bwMode="auto">
            <a:xfrm>
              <a:off x="3409950" y="1706564"/>
              <a:ext cx="138113" cy="139700"/>
            </a:xfrm>
            <a:custGeom>
              <a:avLst/>
              <a:gdLst>
                <a:gd name="T0" fmla="*/ 5 w 370"/>
                <a:gd name="T1" fmla="*/ 187 h 375"/>
                <a:gd name="T2" fmla="*/ 10 w 370"/>
                <a:gd name="T3" fmla="*/ 375 h 375"/>
                <a:gd name="T4" fmla="*/ 185 w 370"/>
                <a:gd name="T5" fmla="*/ 375 h 375"/>
                <a:gd name="T6" fmla="*/ 360 w 370"/>
                <a:gd name="T7" fmla="*/ 375 h 375"/>
                <a:gd name="T8" fmla="*/ 365 w 370"/>
                <a:gd name="T9" fmla="*/ 187 h 375"/>
                <a:gd name="T10" fmla="*/ 370 w 370"/>
                <a:gd name="T11" fmla="*/ 0 h 375"/>
                <a:gd name="T12" fmla="*/ 185 w 370"/>
                <a:gd name="T13" fmla="*/ 0 h 375"/>
                <a:gd name="T14" fmla="*/ 0 w 370"/>
                <a:gd name="T15" fmla="*/ 0 h 375"/>
                <a:gd name="T16" fmla="*/ 5 w 370"/>
                <a:gd name="T17" fmla="*/ 187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0" h="375">
                  <a:moveTo>
                    <a:pt x="5" y="187"/>
                  </a:moveTo>
                  <a:lnTo>
                    <a:pt x="10" y="375"/>
                  </a:lnTo>
                  <a:lnTo>
                    <a:pt x="185" y="375"/>
                  </a:lnTo>
                  <a:lnTo>
                    <a:pt x="360" y="375"/>
                  </a:lnTo>
                  <a:lnTo>
                    <a:pt x="365" y="187"/>
                  </a:lnTo>
                  <a:lnTo>
                    <a:pt x="370" y="0"/>
                  </a:lnTo>
                  <a:lnTo>
                    <a:pt x="185" y="0"/>
                  </a:lnTo>
                  <a:lnTo>
                    <a:pt x="0" y="0"/>
                  </a:lnTo>
                  <a:lnTo>
                    <a:pt x="5" y="1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9" name="Freeform 36">
              <a:extLst>
                <a:ext uri="{FF2B5EF4-FFF2-40B4-BE49-F238E27FC236}">
                  <a16:creationId xmlns:a16="http://schemas.microsoft.com/office/drawing/2014/main" id="{840000FA-CD86-3696-BAD0-A661C7274070}"/>
                </a:ext>
              </a:extLst>
            </p:cNvPr>
            <p:cNvSpPr>
              <a:spLocks/>
            </p:cNvSpPr>
            <p:nvPr/>
          </p:nvSpPr>
          <p:spPr bwMode="auto">
            <a:xfrm>
              <a:off x="3690938" y="1706564"/>
              <a:ext cx="133350" cy="144463"/>
            </a:xfrm>
            <a:custGeom>
              <a:avLst/>
              <a:gdLst>
                <a:gd name="T0" fmla="*/ 0 w 359"/>
                <a:gd name="T1" fmla="*/ 193 h 386"/>
                <a:gd name="T2" fmla="*/ 0 w 359"/>
                <a:gd name="T3" fmla="*/ 386 h 386"/>
                <a:gd name="T4" fmla="*/ 180 w 359"/>
                <a:gd name="T5" fmla="*/ 381 h 386"/>
                <a:gd name="T6" fmla="*/ 359 w 359"/>
                <a:gd name="T7" fmla="*/ 376 h 386"/>
                <a:gd name="T8" fmla="*/ 359 w 359"/>
                <a:gd name="T9" fmla="*/ 193 h 386"/>
                <a:gd name="T10" fmla="*/ 359 w 359"/>
                <a:gd name="T11" fmla="*/ 10 h 386"/>
                <a:gd name="T12" fmla="*/ 180 w 359"/>
                <a:gd name="T13" fmla="*/ 5 h 386"/>
                <a:gd name="T14" fmla="*/ 0 w 359"/>
                <a:gd name="T15" fmla="*/ 0 h 386"/>
                <a:gd name="T16" fmla="*/ 0 w 359"/>
                <a:gd name="T17" fmla="*/ 193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9" h="386">
                  <a:moveTo>
                    <a:pt x="0" y="193"/>
                  </a:moveTo>
                  <a:lnTo>
                    <a:pt x="0" y="386"/>
                  </a:lnTo>
                  <a:lnTo>
                    <a:pt x="180" y="381"/>
                  </a:lnTo>
                  <a:lnTo>
                    <a:pt x="359" y="376"/>
                  </a:lnTo>
                  <a:lnTo>
                    <a:pt x="359" y="193"/>
                  </a:lnTo>
                  <a:lnTo>
                    <a:pt x="359" y="10"/>
                  </a:lnTo>
                  <a:lnTo>
                    <a:pt x="180" y="5"/>
                  </a:lnTo>
                  <a:lnTo>
                    <a:pt x="0" y="0"/>
                  </a:lnTo>
                  <a:lnTo>
                    <a:pt x="0"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60" name="Rounded Rectangle 52">
            <a:extLst>
              <a:ext uri="{FF2B5EF4-FFF2-40B4-BE49-F238E27FC236}">
                <a16:creationId xmlns:a16="http://schemas.microsoft.com/office/drawing/2014/main" id="{481D4504-8A24-6BDC-0744-582BDC5C5665}"/>
              </a:ext>
            </a:extLst>
          </p:cNvPr>
          <p:cNvSpPr/>
          <p:nvPr/>
        </p:nvSpPr>
        <p:spPr>
          <a:xfrm>
            <a:off x="8687103"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TextBox 60">
            <a:extLst>
              <a:ext uri="{FF2B5EF4-FFF2-40B4-BE49-F238E27FC236}">
                <a16:creationId xmlns:a16="http://schemas.microsoft.com/office/drawing/2014/main" id="{1DBACA41-B800-4930-E272-1082B19900F8}"/>
              </a:ext>
            </a:extLst>
          </p:cNvPr>
          <p:cNvSpPr txBox="1"/>
          <p:nvPr/>
        </p:nvSpPr>
        <p:spPr>
          <a:xfrm>
            <a:off x="8483717"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دورية القياس</a:t>
            </a:r>
          </a:p>
        </p:txBody>
      </p:sp>
      <p:sp>
        <p:nvSpPr>
          <p:cNvPr id="62" name="TextBox 61">
            <a:extLst>
              <a:ext uri="{FF2B5EF4-FFF2-40B4-BE49-F238E27FC236}">
                <a16:creationId xmlns:a16="http://schemas.microsoft.com/office/drawing/2014/main" id="{9AB32A35-48EB-153B-D9BC-8BCACCABFFCD}"/>
              </a:ext>
            </a:extLst>
          </p:cNvPr>
          <p:cNvSpPr txBox="1"/>
          <p:nvPr/>
        </p:nvSpPr>
        <p:spPr>
          <a:xfrm>
            <a:off x="8565694" y="4947797"/>
            <a:ext cx="965308" cy="338554"/>
          </a:xfrm>
          <a:prstGeom prst="rect">
            <a:avLst/>
          </a:prstGeom>
          <a:noFill/>
        </p:spPr>
        <p:txBody>
          <a:bodyPr wrap="square" rtlCol="0">
            <a:spAutoFit/>
          </a:bodyPr>
          <a:lstStyle/>
          <a:p>
            <a:pPr algn="ctr"/>
            <a:r>
              <a:rPr lang="ar-EG" sz="1600" b="1" dirty="0">
                <a:solidFill>
                  <a:schemeClr val="accent1"/>
                </a:solidFill>
              </a:rPr>
              <a:t>ربع سنوي</a:t>
            </a:r>
          </a:p>
        </p:txBody>
      </p:sp>
      <p:sp>
        <p:nvSpPr>
          <p:cNvPr id="63" name="Rounded Rectangle 29">
            <a:extLst>
              <a:ext uri="{FF2B5EF4-FFF2-40B4-BE49-F238E27FC236}">
                <a16:creationId xmlns:a16="http://schemas.microsoft.com/office/drawing/2014/main" id="{EFB1FAC5-BE3B-E126-1DEA-EDF32972EF09}"/>
              </a:ext>
            </a:extLst>
          </p:cNvPr>
          <p:cNvSpPr/>
          <p:nvPr/>
        </p:nvSpPr>
        <p:spPr>
          <a:xfrm>
            <a:off x="4908728"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TextBox 63">
            <a:extLst>
              <a:ext uri="{FF2B5EF4-FFF2-40B4-BE49-F238E27FC236}">
                <a16:creationId xmlns:a16="http://schemas.microsoft.com/office/drawing/2014/main" id="{420FF28D-3187-E7AA-8525-20946FAF1B6A}"/>
              </a:ext>
            </a:extLst>
          </p:cNvPr>
          <p:cNvSpPr txBox="1"/>
          <p:nvPr/>
        </p:nvSpPr>
        <p:spPr>
          <a:xfrm>
            <a:off x="4705342"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وحدة القياس</a:t>
            </a:r>
          </a:p>
        </p:txBody>
      </p:sp>
      <p:sp>
        <p:nvSpPr>
          <p:cNvPr id="65" name="TextBox 64">
            <a:extLst>
              <a:ext uri="{FF2B5EF4-FFF2-40B4-BE49-F238E27FC236}">
                <a16:creationId xmlns:a16="http://schemas.microsoft.com/office/drawing/2014/main" id="{22C97271-2FAE-24EE-4F9E-4382B48A2914}"/>
              </a:ext>
            </a:extLst>
          </p:cNvPr>
          <p:cNvSpPr txBox="1"/>
          <p:nvPr/>
        </p:nvSpPr>
        <p:spPr>
          <a:xfrm>
            <a:off x="4787319" y="4947797"/>
            <a:ext cx="965308" cy="338554"/>
          </a:xfrm>
          <a:prstGeom prst="rect">
            <a:avLst/>
          </a:prstGeom>
          <a:noFill/>
        </p:spPr>
        <p:txBody>
          <a:bodyPr wrap="square" rtlCol="0">
            <a:spAutoFit/>
          </a:bodyPr>
          <a:lstStyle/>
          <a:p>
            <a:pPr algn="ctr"/>
            <a:r>
              <a:rPr lang="ar-EG" sz="1600" b="1" dirty="0">
                <a:solidFill>
                  <a:schemeClr val="accent1"/>
                </a:solidFill>
              </a:rPr>
              <a:t>نسبة</a:t>
            </a:r>
          </a:p>
        </p:txBody>
      </p:sp>
      <p:sp>
        <p:nvSpPr>
          <p:cNvPr id="66" name="Rounded Rectangle 10">
            <a:extLst>
              <a:ext uri="{FF2B5EF4-FFF2-40B4-BE49-F238E27FC236}">
                <a16:creationId xmlns:a16="http://schemas.microsoft.com/office/drawing/2014/main" id="{74585F93-D37F-8016-E1DC-171AD8E06FC9}"/>
              </a:ext>
            </a:extLst>
          </p:cNvPr>
          <p:cNvSpPr/>
          <p:nvPr/>
        </p:nvSpPr>
        <p:spPr>
          <a:xfrm>
            <a:off x="6797916" y="435299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TextBox 66">
            <a:extLst>
              <a:ext uri="{FF2B5EF4-FFF2-40B4-BE49-F238E27FC236}">
                <a16:creationId xmlns:a16="http://schemas.microsoft.com/office/drawing/2014/main" id="{5E22318E-AB22-05F1-0D3C-A75A4ABB4D7B}"/>
              </a:ext>
            </a:extLst>
          </p:cNvPr>
          <p:cNvSpPr txBox="1"/>
          <p:nvPr/>
        </p:nvSpPr>
        <p:spPr>
          <a:xfrm>
            <a:off x="6594530" y="4298015"/>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قطبية القياس</a:t>
            </a:r>
          </a:p>
        </p:txBody>
      </p:sp>
      <p:sp>
        <p:nvSpPr>
          <p:cNvPr id="68" name="TextBox 67">
            <a:extLst>
              <a:ext uri="{FF2B5EF4-FFF2-40B4-BE49-F238E27FC236}">
                <a16:creationId xmlns:a16="http://schemas.microsoft.com/office/drawing/2014/main" id="{8B91C2A4-35C3-87B7-07D2-36E66AE38D72}"/>
              </a:ext>
            </a:extLst>
          </p:cNvPr>
          <p:cNvSpPr txBox="1"/>
          <p:nvPr/>
        </p:nvSpPr>
        <p:spPr>
          <a:xfrm>
            <a:off x="6676507" y="4947797"/>
            <a:ext cx="965308" cy="338554"/>
          </a:xfrm>
          <a:prstGeom prst="rect">
            <a:avLst/>
          </a:prstGeom>
          <a:noFill/>
        </p:spPr>
        <p:txBody>
          <a:bodyPr wrap="square" rtlCol="0">
            <a:spAutoFit/>
          </a:bodyPr>
          <a:lstStyle/>
          <a:p>
            <a:pPr algn="ctr"/>
            <a:r>
              <a:rPr lang="ar-EG" sz="1600" b="1" dirty="0">
                <a:solidFill>
                  <a:schemeClr val="accent1"/>
                </a:solidFill>
              </a:rPr>
              <a:t>تصاعدي</a:t>
            </a:r>
            <a:endParaRPr lang="en-US" sz="1600" b="1" dirty="0">
              <a:solidFill>
                <a:schemeClr val="accent1"/>
              </a:solidFill>
            </a:endParaRPr>
          </a:p>
        </p:txBody>
      </p:sp>
      <p:graphicFrame>
        <p:nvGraphicFramePr>
          <p:cNvPr id="69" name="Table 68">
            <a:extLst>
              <a:ext uri="{FF2B5EF4-FFF2-40B4-BE49-F238E27FC236}">
                <a16:creationId xmlns:a16="http://schemas.microsoft.com/office/drawing/2014/main" id="{492C10F9-3C65-FA87-6E88-BFA9B359A3C4}"/>
              </a:ext>
            </a:extLst>
          </p:cNvPr>
          <p:cNvGraphicFramePr>
            <a:graphicFrameLocks noGrp="1"/>
          </p:cNvGraphicFramePr>
          <p:nvPr/>
        </p:nvGraphicFramePr>
        <p:xfrm>
          <a:off x="1109342" y="4676797"/>
          <a:ext cx="2836074" cy="487680"/>
        </p:xfrm>
        <a:graphic>
          <a:graphicData uri="http://schemas.openxmlformats.org/drawingml/2006/table">
            <a:tbl>
              <a:tblPr firstRow="1" bandRow="1">
                <a:tableStyleId>{5C22544A-7EE6-4342-B048-85BDC9FD1C3A}</a:tableStyleId>
              </a:tblPr>
              <a:tblGrid>
                <a:gridCol w="945358">
                  <a:extLst>
                    <a:ext uri="{9D8B030D-6E8A-4147-A177-3AD203B41FA5}">
                      <a16:colId xmlns:a16="http://schemas.microsoft.com/office/drawing/2014/main" val="3314942607"/>
                    </a:ext>
                  </a:extLst>
                </a:gridCol>
                <a:gridCol w="945358">
                  <a:extLst>
                    <a:ext uri="{9D8B030D-6E8A-4147-A177-3AD203B41FA5}">
                      <a16:colId xmlns:a16="http://schemas.microsoft.com/office/drawing/2014/main" val="2694643210"/>
                    </a:ext>
                  </a:extLst>
                </a:gridCol>
                <a:gridCol w="945358">
                  <a:extLst>
                    <a:ext uri="{9D8B030D-6E8A-4147-A177-3AD203B41FA5}">
                      <a16:colId xmlns:a16="http://schemas.microsoft.com/office/drawing/2014/main" val="1867350649"/>
                    </a:ext>
                  </a:extLst>
                </a:gridCol>
              </a:tblGrid>
              <a:tr h="0">
                <a:tc>
                  <a:txBody>
                    <a:bodyPr/>
                    <a:lstStyle/>
                    <a:p>
                      <a:pPr algn="ctr" rtl="1"/>
                      <a:r>
                        <a:rPr lang="en-US" sz="1600" b="1" baseline="0" dirty="0">
                          <a:solidFill>
                            <a:schemeClr val="accent1">
                              <a:lumMod val="50000"/>
                            </a:schemeClr>
                          </a:solidFill>
                          <a:latin typeface="Sakkal Majalla" panose="02000000000000000000" pitchFamily="2" charset="-78"/>
                          <a:cs typeface="Sakkal Majalla" panose="02000000000000000000" pitchFamily="2" charset="-78"/>
                        </a:rPr>
                        <a:t>2028</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rtl="1"/>
                      <a:r>
                        <a:rPr lang="ar-EG" sz="1600" b="1" baseline="0" dirty="0">
                          <a:solidFill>
                            <a:schemeClr val="accent1">
                              <a:lumMod val="50000"/>
                            </a:schemeClr>
                          </a:solidFill>
                          <a:latin typeface="Sakkal Majalla" panose="02000000000000000000" pitchFamily="2" charset="-78"/>
                          <a:cs typeface="Sakkal Majalla" panose="02000000000000000000" pitchFamily="2" charset="-78"/>
                        </a:rPr>
                        <a:t>2027</a:t>
                      </a:r>
                      <a:endParaRPr lang="en-US" sz="1600" b="1" baseline="0" dirty="0">
                        <a:solidFill>
                          <a:schemeClr val="accent1">
                            <a:lumMod val="50000"/>
                          </a:schemeClr>
                        </a:solidFill>
                        <a:latin typeface="Sakkal Majalla" panose="02000000000000000000" pitchFamily="2" charset="-78"/>
                        <a:cs typeface="Sakkal Majalla" panose="02000000000000000000" pitchFamily="2" charset="-78"/>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rtl="1"/>
                      <a:r>
                        <a:rPr lang="ar-EG" sz="1600" b="1" baseline="0" dirty="0">
                          <a:solidFill>
                            <a:schemeClr val="accent1">
                              <a:lumMod val="50000"/>
                            </a:schemeClr>
                          </a:solidFill>
                          <a:latin typeface="Sakkal Majalla" panose="02000000000000000000" pitchFamily="2" charset="-78"/>
                          <a:cs typeface="Sakkal Majalla" panose="02000000000000000000" pitchFamily="2" charset="-78"/>
                        </a:rPr>
                        <a:t>2026</a:t>
                      </a:r>
                      <a:endParaRPr lang="en-US" sz="1600" b="1" baseline="0" dirty="0">
                        <a:solidFill>
                          <a:schemeClr val="accent1">
                            <a:lumMod val="50000"/>
                          </a:schemeClr>
                        </a:solidFill>
                        <a:latin typeface="Sakkal Majalla" panose="02000000000000000000" pitchFamily="2" charset="-78"/>
                        <a:cs typeface="Sakkal Majalla" panose="02000000000000000000" pitchFamily="2" charset="-78"/>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95495611"/>
                  </a:ext>
                </a:extLst>
              </a:tr>
              <a:tr h="0">
                <a:tc>
                  <a:txBody>
                    <a:bodyPr/>
                    <a:lstStyle/>
                    <a:p>
                      <a:pPr algn="ctr"/>
                      <a:r>
                        <a:rPr lang="en-US" sz="1600" b="1" baseline="0" dirty="0">
                          <a:solidFill>
                            <a:schemeClr val="accent1"/>
                          </a:solidFill>
                          <a:latin typeface="Sakkal Majalla" panose="02000000000000000000" pitchFamily="2" charset="-78"/>
                          <a:cs typeface="Sakkal Majalla" panose="02000000000000000000" pitchFamily="2" charset="-78"/>
                        </a:rPr>
                        <a:t>65%</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lang="en-US" sz="1600" b="1" baseline="0" dirty="0">
                          <a:solidFill>
                            <a:schemeClr val="accent1"/>
                          </a:solidFill>
                          <a:latin typeface="Sakkal Majalla" panose="02000000000000000000" pitchFamily="2" charset="-78"/>
                          <a:cs typeface="Sakkal Majalla" panose="02000000000000000000" pitchFamily="2" charset="-78"/>
                        </a:rPr>
                        <a:t>60%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algn="ctr" defTabSz="914400" rtl="1" eaLnBrk="1" latinLnBrk="0" hangingPunct="1"/>
                      <a:r>
                        <a:rPr lang="en-US" sz="1600" b="1" kern="1200" baseline="0" dirty="0">
                          <a:solidFill>
                            <a:schemeClr val="accent1"/>
                          </a:solidFill>
                          <a:latin typeface="Sakkal Majalla" panose="02000000000000000000" pitchFamily="2" charset="-78"/>
                          <a:ea typeface="+mn-ea"/>
                          <a:cs typeface="Sakkal Majalla" panose="02000000000000000000" pitchFamily="2" charset="-78"/>
                        </a:rPr>
                        <a:t>40%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08398491"/>
                  </a:ext>
                </a:extLst>
              </a:tr>
            </a:tbl>
          </a:graphicData>
        </a:graphic>
      </p:graphicFrame>
      <p:sp>
        <p:nvSpPr>
          <p:cNvPr id="70" name="Rounded Rectangle 7">
            <a:extLst>
              <a:ext uri="{FF2B5EF4-FFF2-40B4-BE49-F238E27FC236}">
                <a16:creationId xmlns:a16="http://schemas.microsoft.com/office/drawing/2014/main" id="{7BBC547C-393D-F8AB-68C3-3530F3F2AF9F}"/>
              </a:ext>
            </a:extLst>
          </p:cNvPr>
          <p:cNvSpPr/>
          <p:nvPr/>
        </p:nvSpPr>
        <p:spPr>
          <a:xfrm>
            <a:off x="5041960" y="1930177"/>
            <a:ext cx="2108081" cy="31893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EG" sz="1200" dirty="0"/>
              <a:t>مالك المؤشر : البنية المؤسسية</a:t>
            </a:r>
            <a:endParaRPr lang="en-US" sz="1200" dirty="0"/>
          </a:p>
        </p:txBody>
      </p:sp>
      <p:grpSp>
        <p:nvGrpSpPr>
          <p:cNvPr id="71" name="Group 70">
            <a:extLst>
              <a:ext uri="{FF2B5EF4-FFF2-40B4-BE49-F238E27FC236}">
                <a16:creationId xmlns:a16="http://schemas.microsoft.com/office/drawing/2014/main" id="{870A779A-F5D3-F1DD-B608-01E53B19AF18}"/>
              </a:ext>
            </a:extLst>
          </p:cNvPr>
          <p:cNvGrpSpPr>
            <a:grpSpLocks noChangeAspect="1"/>
          </p:cNvGrpSpPr>
          <p:nvPr/>
        </p:nvGrpSpPr>
        <p:grpSpPr>
          <a:xfrm>
            <a:off x="5130225" y="4686665"/>
            <a:ext cx="279496" cy="246888"/>
            <a:chOff x="5810250" y="3176587"/>
            <a:chExt cx="571500" cy="504825"/>
          </a:xfrm>
          <a:solidFill>
            <a:schemeClr val="accent1"/>
          </a:solidFill>
        </p:grpSpPr>
        <p:sp>
          <p:nvSpPr>
            <p:cNvPr id="72" name="Freeform: Shape 71">
              <a:extLst>
                <a:ext uri="{FF2B5EF4-FFF2-40B4-BE49-F238E27FC236}">
                  <a16:creationId xmlns:a16="http://schemas.microsoft.com/office/drawing/2014/main" id="{42E629F1-A16C-C8C2-4400-C08248930865}"/>
                </a:ext>
              </a:extLst>
            </p:cNvPr>
            <p:cNvSpPr/>
            <p:nvPr/>
          </p:nvSpPr>
          <p:spPr>
            <a:xfrm>
              <a:off x="5810250" y="3376612"/>
              <a:ext cx="571500" cy="304800"/>
            </a:xfrm>
            <a:custGeom>
              <a:avLst/>
              <a:gdLst>
                <a:gd name="csX0" fmla="*/ 514350 w 571500"/>
                <a:gd name="csY0" fmla="*/ 0 h 304800"/>
                <a:gd name="csX1" fmla="*/ 495300 w 571500"/>
                <a:gd name="csY1" fmla="*/ 0 h 304800"/>
                <a:gd name="csX2" fmla="*/ 495300 w 571500"/>
                <a:gd name="csY2" fmla="*/ 19050 h 304800"/>
                <a:gd name="csX3" fmla="*/ 514350 w 571500"/>
                <a:gd name="csY3" fmla="*/ 19050 h 304800"/>
                <a:gd name="csX4" fmla="*/ 552450 w 571500"/>
                <a:gd name="csY4" fmla="*/ 57150 h 304800"/>
                <a:gd name="csX5" fmla="*/ 552450 w 571500"/>
                <a:gd name="csY5" fmla="*/ 247650 h 304800"/>
                <a:gd name="csX6" fmla="*/ 514350 w 571500"/>
                <a:gd name="csY6" fmla="*/ 285750 h 304800"/>
                <a:gd name="csX7" fmla="*/ 495300 w 571500"/>
                <a:gd name="csY7" fmla="*/ 285750 h 304800"/>
                <a:gd name="csX8" fmla="*/ 495300 w 571500"/>
                <a:gd name="csY8" fmla="*/ 257175 h 304800"/>
                <a:gd name="csX9" fmla="*/ 485775 w 571500"/>
                <a:gd name="csY9" fmla="*/ 247650 h 304800"/>
                <a:gd name="csX10" fmla="*/ 476250 w 571500"/>
                <a:gd name="csY10" fmla="*/ 257175 h 304800"/>
                <a:gd name="csX11" fmla="*/ 476250 w 571500"/>
                <a:gd name="csY11" fmla="*/ 285750 h 304800"/>
                <a:gd name="csX12" fmla="*/ 457200 w 571500"/>
                <a:gd name="csY12" fmla="*/ 285750 h 304800"/>
                <a:gd name="csX13" fmla="*/ 457200 w 571500"/>
                <a:gd name="csY13" fmla="*/ 257175 h 304800"/>
                <a:gd name="csX14" fmla="*/ 447675 w 571500"/>
                <a:gd name="csY14" fmla="*/ 247650 h 304800"/>
                <a:gd name="csX15" fmla="*/ 438150 w 571500"/>
                <a:gd name="csY15" fmla="*/ 257175 h 304800"/>
                <a:gd name="csX16" fmla="*/ 438150 w 571500"/>
                <a:gd name="csY16" fmla="*/ 285750 h 304800"/>
                <a:gd name="csX17" fmla="*/ 419100 w 571500"/>
                <a:gd name="csY17" fmla="*/ 285750 h 304800"/>
                <a:gd name="csX18" fmla="*/ 419100 w 571500"/>
                <a:gd name="csY18" fmla="*/ 257175 h 304800"/>
                <a:gd name="csX19" fmla="*/ 409575 w 571500"/>
                <a:gd name="csY19" fmla="*/ 247650 h 304800"/>
                <a:gd name="csX20" fmla="*/ 400050 w 571500"/>
                <a:gd name="csY20" fmla="*/ 257175 h 304800"/>
                <a:gd name="csX21" fmla="*/ 400050 w 571500"/>
                <a:gd name="csY21" fmla="*/ 285750 h 304800"/>
                <a:gd name="csX22" fmla="*/ 381000 w 571500"/>
                <a:gd name="csY22" fmla="*/ 285750 h 304800"/>
                <a:gd name="csX23" fmla="*/ 381000 w 571500"/>
                <a:gd name="csY23" fmla="*/ 257175 h 304800"/>
                <a:gd name="csX24" fmla="*/ 371475 w 571500"/>
                <a:gd name="csY24" fmla="*/ 247650 h 304800"/>
                <a:gd name="csX25" fmla="*/ 361950 w 571500"/>
                <a:gd name="csY25" fmla="*/ 257175 h 304800"/>
                <a:gd name="csX26" fmla="*/ 361950 w 571500"/>
                <a:gd name="csY26" fmla="*/ 285750 h 304800"/>
                <a:gd name="csX27" fmla="*/ 342900 w 571500"/>
                <a:gd name="csY27" fmla="*/ 285750 h 304800"/>
                <a:gd name="csX28" fmla="*/ 342900 w 571500"/>
                <a:gd name="csY28" fmla="*/ 257175 h 304800"/>
                <a:gd name="csX29" fmla="*/ 333375 w 571500"/>
                <a:gd name="csY29" fmla="*/ 247650 h 304800"/>
                <a:gd name="csX30" fmla="*/ 323850 w 571500"/>
                <a:gd name="csY30" fmla="*/ 257175 h 304800"/>
                <a:gd name="csX31" fmla="*/ 323850 w 571500"/>
                <a:gd name="csY31" fmla="*/ 285750 h 304800"/>
                <a:gd name="csX32" fmla="*/ 304800 w 571500"/>
                <a:gd name="csY32" fmla="*/ 285750 h 304800"/>
                <a:gd name="csX33" fmla="*/ 304800 w 571500"/>
                <a:gd name="csY33" fmla="*/ 257175 h 304800"/>
                <a:gd name="csX34" fmla="*/ 295275 w 571500"/>
                <a:gd name="csY34" fmla="*/ 247650 h 304800"/>
                <a:gd name="csX35" fmla="*/ 285750 w 571500"/>
                <a:gd name="csY35" fmla="*/ 257175 h 304800"/>
                <a:gd name="csX36" fmla="*/ 285750 w 571500"/>
                <a:gd name="csY36" fmla="*/ 285750 h 304800"/>
                <a:gd name="csX37" fmla="*/ 266700 w 571500"/>
                <a:gd name="csY37" fmla="*/ 285750 h 304800"/>
                <a:gd name="csX38" fmla="*/ 266700 w 571500"/>
                <a:gd name="csY38" fmla="*/ 257175 h 304800"/>
                <a:gd name="csX39" fmla="*/ 257175 w 571500"/>
                <a:gd name="csY39" fmla="*/ 247650 h 304800"/>
                <a:gd name="csX40" fmla="*/ 247650 w 571500"/>
                <a:gd name="csY40" fmla="*/ 257175 h 304800"/>
                <a:gd name="csX41" fmla="*/ 247650 w 571500"/>
                <a:gd name="csY41" fmla="*/ 285750 h 304800"/>
                <a:gd name="csX42" fmla="*/ 228600 w 571500"/>
                <a:gd name="csY42" fmla="*/ 285750 h 304800"/>
                <a:gd name="csX43" fmla="*/ 228600 w 571500"/>
                <a:gd name="csY43" fmla="*/ 257175 h 304800"/>
                <a:gd name="csX44" fmla="*/ 219075 w 571500"/>
                <a:gd name="csY44" fmla="*/ 247650 h 304800"/>
                <a:gd name="csX45" fmla="*/ 209550 w 571500"/>
                <a:gd name="csY45" fmla="*/ 257175 h 304800"/>
                <a:gd name="csX46" fmla="*/ 209550 w 571500"/>
                <a:gd name="csY46" fmla="*/ 285750 h 304800"/>
                <a:gd name="csX47" fmla="*/ 190500 w 571500"/>
                <a:gd name="csY47" fmla="*/ 285750 h 304800"/>
                <a:gd name="csX48" fmla="*/ 190500 w 571500"/>
                <a:gd name="csY48" fmla="*/ 261938 h 304800"/>
                <a:gd name="csX49" fmla="*/ 157163 w 571500"/>
                <a:gd name="csY49" fmla="*/ 228600 h 304800"/>
                <a:gd name="csX50" fmla="*/ 123825 w 571500"/>
                <a:gd name="csY50" fmla="*/ 261938 h 304800"/>
                <a:gd name="csX51" fmla="*/ 123825 w 571500"/>
                <a:gd name="csY51" fmla="*/ 285750 h 304800"/>
                <a:gd name="csX52" fmla="*/ 104775 w 571500"/>
                <a:gd name="csY52" fmla="*/ 285750 h 304800"/>
                <a:gd name="csX53" fmla="*/ 104775 w 571500"/>
                <a:gd name="csY53" fmla="*/ 257175 h 304800"/>
                <a:gd name="csX54" fmla="*/ 95250 w 571500"/>
                <a:gd name="csY54" fmla="*/ 247650 h 304800"/>
                <a:gd name="csX55" fmla="*/ 85725 w 571500"/>
                <a:gd name="csY55" fmla="*/ 257175 h 304800"/>
                <a:gd name="csX56" fmla="*/ 85725 w 571500"/>
                <a:gd name="csY56" fmla="*/ 285750 h 304800"/>
                <a:gd name="csX57" fmla="*/ 66675 w 571500"/>
                <a:gd name="csY57" fmla="*/ 285750 h 304800"/>
                <a:gd name="csX58" fmla="*/ 66675 w 571500"/>
                <a:gd name="csY58" fmla="*/ 257175 h 304800"/>
                <a:gd name="csX59" fmla="*/ 57150 w 571500"/>
                <a:gd name="csY59" fmla="*/ 247650 h 304800"/>
                <a:gd name="csX60" fmla="*/ 47625 w 571500"/>
                <a:gd name="csY60" fmla="*/ 257175 h 304800"/>
                <a:gd name="csX61" fmla="*/ 47625 w 571500"/>
                <a:gd name="csY61" fmla="*/ 284404 h 304800"/>
                <a:gd name="csX62" fmla="*/ 19050 w 571500"/>
                <a:gd name="csY62" fmla="*/ 247650 h 304800"/>
                <a:gd name="csX63" fmla="*/ 19050 w 571500"/>
                <a:gd name="csY63" fmla="*/ 57150 h 304800"/>
                <a:gd name="csX64" fmla="*/ 57150 w 571500"/>
                <a:gd name="csY64" fmla="*/ 19050 h 304800"/>
                <a:gd name="csX65" fmla="*/ 76200 w 571500"/>
                <a:gd name="csY65" fmla="*/ 19050 h 304800"/>
                <a:gd name="csX66" fmla="*/ 76200 w 571500"/>
                <a:gd name="csY66" fmla="*/ 0 h 304800"/>
                <a:gd name="csX67" fmla="*/ 57150 w 571500"/>
                <a:gd name="csY67" fmla="*/ 0 h 304800"/>
                <a:gd name="csX68" fmla="*/ 0 w 571500"/>
                <a:gd name="csY68" fmla="*/ 57150 h 304800"/>
                <a:gd name="csX69" fmla="*/ 0 w 571500"/>
                <a:gd name="csY69" fmla="*/ 247650 h 304800"/>
                <a:gd name="csX70" fmla="*/ 57150 w 571500"/>
                <a:gd name="csY70" fmla="*/ 304800 h 304800"/>
                <a:gd name="csX71" fmla="*/ 133350 w 571500"/>
                <a:gd name="csY71" fmla="*/ 304800 h 304800"/>
                <a:gd name="csX72" fmla="*/ 142875 w 571500"/>
                <a:gd name="csY72" fmla="*/ 295275 h 304800"/>
                <a:gd name="csX73" fmla="*/ 142875 w 571500"/>
                <a:gd name="csY73" fmla="*/ 261938 h 304800"/>
                <a:gd name="csX74" fmla="*/ 171450 w 571500"/>
                <a:gd name="csY74" fmla="*/ 261938 h 304800"/>
                <a:gd name="csX75" fmla="*/ 171450 w 571500"/>
                <a:gd name="csY75" fmla="*/ 295275 h 304800"/>
                <a:gd name="csX76" fmla="*/ 180975 w 571500"/>
                <a:gd name="csY76" fmla="*/ 304800 h 304800"/>
                <a:gd name="csX77" fmla="*/ 514350 w 571500"/>
                <a:gd name="csY77" fmla="*/ 304800 h 304800"/>
                <a:gd name="csX78" fmla="*/ 571500 w 571500"/>
                <a:gd name="csY78" fmla="*/ 247650 h 304800"/>
                <a:gd name="csX79" fmla="*/ 571500 w 571500"/>
                <a:gd name="csY79" fmla="*/ 57150 h 304800"/>
                <a:gd name="csX80" fmla="*/ 514350 w 571500"/>
                <a:gd name="csY80" fmla="*/ 0 h 304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Lst>
              <a:rect l="l" t="t" r="r" b="b"/>
              <a:pathLst>
                <a:path w="571500" h="304800">
                  <a:moveTo>
                    <a:pt x="514350" y="0"/>
                  </a:moveTo>
                  <a:lnTo>
                    <a:pt x="495300" y="0"/>
                  </a:lnTo>
                  <a:lnTo>
                    <a:pt x="495300" y="19050"/>
                  </a:lnTo>
                  <a:lnTo>
                    <a:pt x="514350" y="19050"/>
                  </a:lnTo>
                  <a:cubicBezTo>
                    <a:pt x="535400" y="19050"/>
                    <a:pt x="552450" y="36100"/>
                    <a:pt x="552450" y="57150"/>
                  </a:cubicBezTo>
                  <a:lnTo>
                    <a:pt x="552450" y="247650"/>
                  </a:lnTo>
                  <a:cubicBezTo>
                    <a:pt x="552450" y="268700"/>
                    <a:pt x="535400" y="285750"/>
                    <a:pt x="514350" y="285750"/>
                  </a:cubicBezTo>
                  <a:lnTo>
                    <a:pt x="495300" y="285750"/>
                  </a:lnTo>
                  <a:lnTo>
                    <a:pt x="495300" y="257175"/>
                  </a:lnTo>
                  <a:cubicBezTo>
                    <a:pt x="495300" y="251910"/>
                    <a:pt x="491040" y="247650"/>
                    <a:pt x="485775" y="247650"/>
                  </a:cubicBezTo>
                  <a:cubicBezTo>
                    <a:pt x="480510" y="247650"/>
                    <a:pt x="476250" y="251910"/>
                    <a:pt x="476250" y="257175"/>
                  </a:cubicBezTo>
                  <a:lnTo>
                    <a:pt x="476250" y="285750"/>
                  </a:lnTo>
                  <a:lnTo>
                    <a:pt x="457200" y="285750"/>
                  </a:lnTo>
                  <a:lnTo>
                    <a:pt x="457200" y="257175"/>
                  </a:lnTo>
                  <a:cubicBezTo>
                    <a:pt x="457200" y="251910"/>
                    <a:pt x="452940" y="247650"/>
                    <a:pt x="447675" y="247650"/>
                  </a:cubicBezTo>
                  <a:cubicBezTo>
                    <a:pt x="442410" y="247650"/>
                    <a:pt x="438150" y="251910"/>
                    <a:pt x="438150" y="257175"/>
                  </a:cubicBezTo>
                  <a:lnTo>
                    <a:pt x="438150" y="285750"/>
                  </a:lnTo>
                  <a:lnTo>
                    <a:pt x="419100" y="285750"/>
                  </a:lnTo>
                  <a:lnTo>
                    <a:pt x="419100" y="257175"/>
                  </a:lnTo>
                  <a:cubicBezTo>
                    <a:pt x="419100" y="251910"/>
                    <a:pt x="414840" y="247650"/>
                    <a:pt x="409575" y="247650"/>
                  </a:cubicBezTo>
                  <a:cubicBezTo>
                    <a:pt x="404310" y="247650"/>
                    <a:pt x="400050" y="251910"/>
                    <a:pt x="400050" y="257175"/>
                  </a:cubicBezTo>
                  <a:lnTo>
                    <a:pt x="400050" y="285750"/>
                  </a:lnTo>
                  <a:lnTo>
                    <a:pt x="381000" y="285750"/>
                  </a:lnTo>
                  <a:lnTo>
                    <a:pt x="381000" y="257175"/>
                  </a:lnTo>
                  <a:cubicBezTo>
                    <a:pt x="381000" y="251910"/>
                    <a:pt x="376740" y="247650"/>
                    <a:pt x="371475" y="247650"/>
                  </a:cubicBezTo>
                  <a:cubicBezTo>
                    <a:pt x="366210" y="247650"/>
                    <a:pt x="361950" y="251910"/>
                    <a:pt x="361950" y="257175"/>
                  </a:cubicBezTo>
                  <a:lnTo>
                    <a:pt x="361950" y="285750"/>
                  </a:lnTo>
                  <a:lnTo>
                    <a:pt x="342900" y="285750"/>
                  </a:lnTo>
                  <a:lnTo>
                    <a:pt x="342900" y="257175"/>
                  </a:lnTo>
                  <a:cubicBezTo>
                    <a:pt x="342900" y="251910"/>
                    <a:pt x="338640" y="247650"/>
                    <a:pt x="333375" y="247650"/>
                  </a:cubicBezTo>
                  <a:cubicBezTo>
                    <a:pt x="328110" y="247650"/>
                    <a:pt x="323850" y="251910"/>
                    <a:pt x="323850" y="257175"/>
                  </a:cubicBezTo>
                  <a:lnTo>
                    <a:pt x="323850" y="285750"/>
                  </a:lnTo>
                  <a:lnTo>
                    <a:pt x="304800" y="285750"/>
                  </a:lnTo>
                  <a:lnTo>
                    <a:pt x="304800" y="257175"/>
                  </a:lnTo>
                  <a:cubicBezTo>
                    <a:pt x="304800" y="251910"/>
                    <a:pt x="300540" y="247650"/>
                    <a:pt x="295275" y="247650"/>
                  </a:cubicBezTo>
                  <a:cubicBezTo>
                    <a:pt x="290010" y="247650"/>
                    <a:pt x="285750" y="251910"/>
                    <a:pt x="285750" y="257175"/>
                  </a:cubicBezTo>
                  <a:lnTo>
                    <a:pt x="285750" y="285750"/>
                  </a:lnTo>
                  <a:lnTo>
                    <a:pt x="266700" y="285750"/>
                  </a:lnTo>
                  <a:lnTo>
                    <a:pt x="266700" y="257175"/>
                  </a:lnTo>
                  <a:cubicBezTo>
                    <a:pt x="266700" y="251910"/>
                    <a:pt x="262440" y="247650"/>
                    <a:pt x="257175" y="247650"/>
                  </a:cubicBezTo>
                  <a:cubicBezTo>
                    <a:pt x="251910" y="247650"/>
                    <a:pt x="247650" y="251910"/>
                    <a:pt x="247650" y="257175"/>
                  </a:cubicBezTo>
                  <a:lnTo>
                    <a:pt x="247650" y="285750"/>
                  </a:lnTo>
                  <a:lnTo>
                    <a:pt x="228600" y="285750"/>
                  </a:lnTo>
                  <a:lnTo>
                    <a:pt x="228600" y="257175"/>
                  </a:lnTo>
                  <a:cubicBezTo>
                    <a:pt x="228600" y="251910"/>
                    <a:pt x="224340" y="247650"/>
                    <a:pt x="219075" y="247650"/>
                  </a:cubicBezTo>
                  <a:cubicBezTo>
                    <a:pt x="213810" y="247650"/>
                    <a:pt x="209550" y="251910"/>
                    <a:pt x="209550" y="257175"/>
                  </a:cubicBezTo>
                  <a:lnTo>
                    <a:pt x="209550" y="285750"/>
                  </a:lnTo>
                  <a:lnTo>
                    <a:pt x="190500" y="285750"/>
                  </a:lnTo>
                  <a:lnTo>
                    <a:pt x="190500" y="261938"/>
                  </a:lnTo>
                  <a:cubicBezTo>
                    <a:pt x="190500" y="243554"/>
                    <a:pt x="175546" y="228600"/>
                    <a:pt x="157163" y="228600"/>
                  </a:cubicBezTo>
                  <a:cubicBezTo>
                    <a:pt x="138779" y="228600"/>
                    <a:pt x="123825" y="243554"/>
                    <a:pt x="123825" y="261938"/>
                  </a:cubicBezTo>
                  <a:lnTo>
                    <a:pt x="123825" y="285750"/>
                  </a:lnTo>
                  <a:lnTo>
                    <a:pt x="104775" y="285750"/>
                  </a:lnTo>
                  <a:lnTo>
                    <a:pt x="104775" y="257175"/>
                  </a:lnTo>
                  <a:cubicBezTo>
                    <a:pt x="104775" y="251910"/>
                    <a:pt x="100515" y="247650"/>
                    <a:pt x="95250" y="247650"/>
                  </a:cubicBezTo>
                  <a:cubicBezTo>
                    <a:pt x="89985" y="247650"/>
                    <a:pt x="85725" y="251910"/>
                    <a:pt x="85725" y="257175"/>
                  </a:cubicBezTo>
                  <a:lnTo>
                    <a:pt x="85725" y="285750"/>
                  </a:lnTo>
                  <a:lnTo>
                    <a:pt x="66675" y="285750"/>
                  </a:lnTo>
                  <a:lnTo>
                    <a:pt x="66675" y="257175"/>
                  </a:lnTo>
                  <a:cubicBezTo>
                    <a:pt x="66675" y="251910"/>
                    <a:pt x="62415" y="247650"/>
                    <a:pt x="57150" y="247650"/>
                  </a:cubicBezTo>
                  <a:cubicBezTo>
                    <a:pt x="51885" y="247650"/>
                    <a:pt x="47625" y="251910"/>
                    <a:pt x="47625" y="257175"/>
                  </a:cubicBezTo>
                  <a:lnTo>
                    <a:pt x="47625" y="284404"/>
                  </a:lnTo>
                  <a:cubicBezTo>
                    <a:pt x="31216" y="280158"/>
                    <a:pt x="19050" y="265390"/>
                    <a:pt x="19050" y="247650"/>
                  </a:cubicBezTo>
                  <a:lnTo>
                    <a:pt x="19050" y="57150"/>
                  </a:lnTo>
                  <a:cubicBezTo>
                    <a:pt x="19050" y="36100"/>
                    <a:pt x="36100" y="19050"/>
                    <a:pt x="57150" y="19050"/>
                  </a:cubicBezTo>
                  <a:lnTo>
                    <a:pt x="76200" y="19050"/>
                  </a:lnTo>
                  <a:lnTo>
                    <a:pt x="76200" y="0"/>
                  </a:lnTo>
                  <a:lnTo>
                    <a:pt x="57150" y="0"/>
                  </a:lnTo>
                  <a:cubicBezTo>
                    <a:pt x="25622" y="0"/>
                    <a:pt x="0" y="25622"/>
                    <a:pt x="0" y="57150"/>
                  </a:cubicBezTo>
                  <a:lnTo>
                    <a:pt x="0" y="247650"/>
                  </a:lnTo>
                  <a:cubicBezTo>
                    <a:pt x="0" y="279178"/>
                    <a:pt x="25622" y="304800"/>
                    <a:pt x="57150" y="304800"/>
                  </a:cubicBezTo>
                  <a:lnTo>
                    <a:pt x="133350" y="304800"/>
                  </a:lnTo>
                  <a:cubicBezTo>
                    <a:pt x="138589" y="304800"/>
                    <a:pt x="142875" y="300514"/>
                    <a:pt x="142875" y="295275"/>
                  </a:cubicBezTo>
                  <a:lnTo>
                    <a:pt x="142875" y="261938"/>
                  </a:lnTo>
                  <a:cubicBezTo>
                    <a:pt x="143207" y="243115"/>
                    <a:pt x="171142" y="243179"/>
                    <a:pt x="171450" y="261938"/>
                  </a:cubicBezTo>
                  <a:cubicBezTo>
                    <a:pt x="171450" y="261938"/>
                    <a:pt x="171450" y="295275"/>
                    <a:pt x="171450" y="295275"/>
                  </a:cubicBezTo>
                  <a:cubicBezTo>
                    <a:pt x="171450" y="300514"/>
                    <a:pt x="175736" y="304800"/>
                    <a:pt x="180975" y="304800"/>
                  </a:cubicBezTo>
                  <a:lnTo>
                    <a:pt x="514350" y="304800"/>
                  </a:lnTo>
                  <a:cubicBezTo>
                    <a:pt x="545878" y="304800"/>
                    <a:pt x="571500" y="279178"/>
                    <a:pt x="571500" y="247650"/>
                  </a:cubicBezTo>
                  <a:lnTo>
                    <a:pt x="571500" y="57150"/>
                  </a:lnTo>
                  <a:cubicBezTo>
                    <a:pt x="571500" y="25622"/>
                    <a:pt x="545878" y="0"/>
                    <a:pt x="514350" y="0"/>
                  </a:cubicBezTo>
                  <a:close/>
                </a:path>
              </a:pathLst>
            </a:custGeom>
            <a:grpFill/>
            <a:ln w="9525" cap="flat">
              <a:noFill/>
              <a:prstDash val="solid"/>
              <a:miter/>
            </a:ln>
          </p:spPr>
          <p:txBody>
            <a:bodyPr/>
            <a:lstStyle/>
            <a:p>
              <a:endParaRPr lang="en-GB"/>
            </a:p>
          </p:txBody>
        </p:sp>
        <p:sp>
          <p:nvSpPr>
            <p:cNvPr id="73" name="Freeform: Shape 72">
              <a:extLst>
                <a:ext uri="{FF2B5EF4-FFF2-40B4-BE49-F238E27FC236}">
                  <a16:creationId xmlns:a16="http://schemas.microsoft.com/office/drawing/2014/main" id="{77474248-9691-61D2-5E03-24DD454C6FE6}"/>
                </a:ext>
              </a:extLst>
            </p:cNvPr>
            <p:cNvSpPr/>
            <p:nvPr/>
          </p:nvSpPr>
          <p:spPr>
            <a:xfrm>
              <a:off x="6020466" y="3500437"/>
              <a:ext cx="151066" cy="85725"/>
            </a:xfrm>
            <a:custGeom>
              <a:avLst/>
              <a:gdLst>
                <a:gd name="csX0" fmla="*/ 75533 w 151066"/>
                <a:gd name="csY0" fmla="*/ 35814 h 85725"/>
                <a:gd name="csX1" fmla="*/ 49149 w 151066"/>
                <a:gd name="csY1" fmla="*/ 20288 h 85725"/>
                <a:gd name="csX2" fmla="*/ 37909 w 151066"/>
                <a:gd name="csY2" fmla="*/ 0 h 85725"/>
                <a:gd name="csX3" fmla="*/ 0 w 151066"/>
                <a:gd name="csY3" fmla="*/ 0 h 85725"/>
                <a:gd name="csX4" fmla="*/ 0 w 151066"/>
                <a:gd name="csY4" fmla="*/ 47625 h 85725"/>
                <a:gd name="csX5" fmla="*/ 38100 w 151066"/>
                <a:gd name="csY5" fmla="*/ 85725 h 85725"/>
                <a:gd name="csX6" fmla="*/ 112966 w 151066"/>
                <a:gd name="csY6" fmla="*/ 85725 h 85725"/>
                <a:gd name="csX7" fmla="*/ 151066 w 151066"/>
                <a:gd name="csY7" fmla="*/ 47625 h 85725"/>
                <a:gd name="csX8" fmla="*/ 151066 w 151066"/>
                <a:gd name="csY8" fmla="*/ 0 h 85725"/>
                <a:gd name="csX9" fmla="*/ 113157 w 151066"/>
                <a:gd name="csY9" fmla="*/ 0 h 85725"/>
                <a:gd name="csX10" fmla="*/ 101918 w 151066"/>
                <a:gd name="csY10" fmla="*/ 20288 h 85725"/>
                <a:gd name="csX11" fmla="*/ 75533 w 151066"/>
                <a:gd name="csY11" fmla="*/ 35814 h 85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51066" h="85725">
                  <a:moveTo>
                    <a:pt x="75533" y="35814"/>
                  </a:moveTo>
                  <a:cubicBezTo>
                    <a:pt x="64579" y="35814"/>
                    <a:pt x="54483" y="29908"/>
                    <a:pt x="49149" y="20288"/>
                  </a:cubicBezTo>
                  <a:lnTo>
                    <a:pt x="37909" y="0"/>
                  </a:lnTo>
                  <a:lnTo>
                    <a:pt x="0" y="0"/>
                  </a:lnTo>
                  <a:lnTo>
                    <a:pt x="0" y="47625"/>
                  </a:lnTo>
                  <a:cubicBezTo>
                    <a:pt x="0" y="68675"/>
                    <a:pt x="17050" y="85725"/>
                    <a:pt x="38100" y="85725"/>
                  </a:cubicBezTo>
                  <a:lnTo>
                    <a:pt x="112966" y="85725"/>
                  </a:lnTo>
                  <a:cubicBezTo>
                    <a:pt x="134017" y="85725"/>
                    <a:pt x="151066" y="68675"/>
                    <a:pt x="151066" y="47625"/>
                  </a:cubicBezTo>
                  <a:lnTo>
                    <a:pt x="151066" y="0"/>
                  </a:lnTo>
                  <a:lnTo>
                    <a:pt x="113157" y="0"/>
                  </a:lnTo>
                  <a:lnTo>
                    <a:pt x="101918" y="20288"/>
                  </a:lnTo>
                  <a:cubicBezTo>
                    <a:pt x="96584" y="29909"/>
                    <a:pt x="86487" y="35814"/>
                    <a:pt x="75533" y="35814"/>
                  </a:cubicBezTo>
                  <a:close/>
                </a:path>
              </a:pathLst>
            </a:custGeom>
            <a:grpFill/>
            <a:ln w="9525" cap="flat">
              <a:noFill/>
              <a:prstDash val="solid"/>
              <a:miter/>
            </a:ln>
          </p:spPr>
          <p:txBody>
            <a:bodyPr/>
            <a:lstStyle/>
            <a:p>
              <a:endParaRPr lang="en-GB"/>
            </a:p>
          </p:txBody>
        </p:sp>
        <p:sp>
          <p:nvSpPr>
            <p:cNvPr id="74" name="Freeform: Shape 73">
              <a:extLst>
                <a:ext uri="{FF2B5EF4-FFF2-40B4-BE49-F238E27FC236}">
                  <a16:creationId xmlns:a16="http://schemas.microsoft.com/office/drawing/2014/main" id="{B6672DF0-2A2F-BCD8-E69A-E9EDBAB50EA7}"/>
                </a:ext>
              </a:extLst>
            </p:cNvPr>
            <p:cNvSpPr/>
            <p:nvPr/>
          </p:nvSpPr>
          <p:spPr>
            <a:xfrm>
              <a:off x="5848349" y="3443279"/>
              <a:ext cx="151161" cy="142882"/>
            </a:xfrm>
            <a:custGeom>
              <a:avLst/>
              <a:gdLst>
                <a:gd name="csX0" fmla="*/ 38862 w 151161"/>
                <a:gd name="csY0" fmla="*/ 8 h 142882"/>
                <a:gd name="csX1" fmla="*/ 0 w 151161"/>
                <a:gd name="csY1" fmla="*/ 38108 h 142882"/>
                <a:gd name="csX2" fmla="*/ 0 w 151161"/>
                <a:gd name="csY2" fmla="*/ 104783 h 142882"/>
                <a:gd name="csX3" fmla="*/ 38100 w 151161"/>
                <a:gd name="csY3" fmla="*/ 142883 h 142882"/>
                <a:gd name="csX4" fmla="*/ 113062 w 151161"/>
                <a:gd name="csY4" fmla="*/ 142883 h 142882"/>
                <a:gd name="csX5" fmla="*/ 151162 w 151161"/>
                <a:gd name="csY5" fmla="*/ 104783 h 142882"/>
                <a:gd name="csX6" fmla="*/ 151162 w 151161"/>
                <a:gd name="csY6" fmla="*/ 57158 h 142882"/>
                <a:gd name="csX7" fmla="*/ 104775 w 151161"/>
                <a:gd name="csY7" fmla="*/ 57158 h 142882"/>
                <a:gd name="csX8" fmla="*/ 38862 w 151161"/>
                <a:gd name="csY8" fmla="*/ 8 h 1428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1161" h="142882">
                  <a:moveTo>
                    <a:pt x="38862" y="8"/>
                  </a:moveTo>
                  <a:cubicBezTo>
                    <a:pt x="17553" y="-414"/>
                    <a:pt x="-26" y="16780"/>
                    <a:pt x="0" y="38108"/>
                  </a:cubicBezTo>
                  <a:lnTo>
                    <a:pt x="0" y="104783"/>
                  </a:lnTo>
                  <a:cubicBezTo>
                    <a:pt x="0" y="125832"/>
                    <a:pt x="17050" y="142883"/>
                    <a:pt x="38100" y="142883"/>
                  </a:cubicBezTo>
                  <a:lnTo>
                    <a:pt x="113062" y="142883"/>
                  </a:lnTo>
                  <a:cubicBezTo>
                    <a:pt x="134017" y="142883"/>
                    <a:pt x="151162" y="125832"/>
                    <a:pt x="151162" y="104783"/>
                  </a:cubicBezTo>
                  <a:lnTo>
                    <a:pt x="151162" y="57158"/>
                  </a:lnTo>
                  <a:lnTo>
                    <a:pt x="104775" y="57158"/>
                  </a:lnTo>
                  <a:cubicBezTo>
                    <a:pt x="71247" y="57158"/>
                    <a:pt x="43434" y="32297"/>
                    <a:pt x="38862" y="8"/>
                  </a:cubicBezTo>
                  <a:close/>
                </a:path>
              </a:pathLst>
            </a:custGeom>
            <a:grpFill/>
            <a:ln w="9525" cap="flat">
              <a:noFill/>
              <a:prstDash val="solid"/>
              <a:miter/>
            </a:ln>
          </p:spPr>
          <p:txBody>
            <a:bodyPr/>
            <a:lstStyle/>
            <a:p>
              <a:endParaRPr lang="en-GB"/>
            </a:p>
          </p:txBody>
        </p:sp>
        <p:sp>
          <p:nvSpPr>
            <p:cNvPr id="75" name="Freeform: Shape 74">
              <a:extLst>
                <a:ext uri="{FF2B5EF4-FFF2-40B4-BE49-F238E27FC236}">
                  <a16:creationId xmlns:a16="http://schemas.microsoft.com/office/drawing/2014/main" id="{A1AF5A19-6762-8F6E-CAB1-124C9B8224D4}"/>
                </a:ext>
              </a:extLst>
            </p:cNvPr>
            <p:cNvSpPr/>
            <p:nvPr/>
          </p:nvSpPr>
          <p:spPr>
            <a:xfrm>
              <a:off x="6191250" y="3443287"/>
              <a:ext cx="151161" cy="142875"/>
            </a:xfrm>
            <a:custGeom>
              <a:avLst/>
              <a:gdLst>
                <a:gd name="csX0" fmla="*/ 0 w 151161"/>
                <a:gd name="csY0" fmla="*/ 57150 h 142875"/>
                <a:gd name="csX1" fmla="*/ 0 w 151161"/>
                <a:gd name="csY1" fmla="*/ 104775 h 142875"/>
                <a:gd name="csX2" fmla="*/ 38100 w 151161"/>
                <a:gd name="csY2" fmla="*/ 142875 h 142875"/>
                <a:gd name="csX3" fmla="*/ 113062 w 151161"/>
                <a:gd name="csY3" fmla="*/ 142875 h 142875"/>
                <a:gd name="csX4" fmla="*/ 151162 w 151161"/>
                <a:gd name="csY4" fmla="*/ 104775 h 142875"/>
                <a:gd name="csX5" fmla="*/ 151162 w 151161"/>
                <a:gd name="csY5" fmla="*/ 38100 h 142875"/>
                <a:gd name="csX6" fmla="*/ 113538 w 151161"/>
                <a:gd name="csY6" fmla="*/ 0 h 142875"/>
                <a:gd name="csX7" fmla="*/ 47625 w 151161"/>
                <a:gd name="csY7" fmla="*/ 57150 h 142875"/>
                <a:gd name="csX8" fmla="*/ 0 w 151161"/>
                <a:gd name="csY8" fmla="*/ 57150 h 142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1161" h="142875">
                  <a:moveTo>
                    <a:pt x="0" y="57150"/>
                  </a:moveTo>
                  <a:lnTo>
                    <a:pt x="0" y="104775"/>
                  </a:lnTo>
                  <a:cubicBezTo>
                    <a:pt x="0" y="125825"/>
                    <a:pt x="17050" y="142875"/>
                    <a:pt x="38100" y="142875"/>
                  </a:cubicBezTo>
                  <a:lnTo>
                    <a:pt x="113062" y="142875"/>
                  </a:lnTo>
                  <a:cubicBezTo>
                    <a:pt x="134017" y="142875"/>
                    <a:pt x="151162" y="125825"/>
                    <a:pt x="151162" y="104775"/>
                  </a:cubicBezTo>
                  <a:lnTo>
                    <a:pt x="151162" y="38100"/>
                  </a:lnTo>
                  <a:cubicBezTo>
                    <a:pt x="151162" y="17240"/>
                    <a:pt x="134302" y="285"/>
                    <a:pt x="113538" y="0"/>
                  </a:cubicBezTo>
                  <a:cubicBezTo>
                    <a:pt x="108966" y="32290"/>
                    <a:pt x="81153" y="57150"/>
                    <a:pt x="47625" y="57150"/>
                  </a:cubicBezTo>
                  <a:lnTo>
                    <a:pt x="0" y="57150"/>
                  </a:lnTo>
                  <a:close/>
                </a:path>
              </a:pathLst>
            </a:custGeom>
            <a:grpFill/>
            <a:ln w="9525" cap="flat">
              <a:noFill/>
              <a:prstDash val="solid"/>
              <a:miter/>
            </a:ln>
          </p:spPr>
          <p:txBody>
            <a:bodyPr/>
            <a:lstStyle/>
            <a:p>
              <a:endParaRPr lang="en-GB"/>
            </a:p>
          </p:txBody>
        </p:sp>
        <p:sp>
          <p:nvSpPr>
            <p:cNvPr id="76" name="Freeform: Shape 75">
              <a:extLst>
                <a:ext uri="{FF2B5EF4-FFF2-40B4-BE49-F238E27FC236}">
                  <a16:creationId xmlns:a16="http://schemas.microsoft.com/office/drawing/2014/main" id="{F2F8540F-6F2F-1134-5D82-E3F87FB606CE}"/>
                </a:ext>
              </a:extLst>
            </p:cNvPr>
            <p:cNvSpPr/>
            <p:nvPr/>
          </p:nvSpPr>
          <p:spPr>
            <a:xfrm>
              <a:off x="5905500" y="3176587"/>
              <a:ext cx="381000" cy="340645"/>
            </a:xfrm>
            <a:custGeom>
              <a:avLst/>
              <a:gdLst>
                <a:gd name="csX0" fmla="*/ 333375 w 381000"/>
                <a:gd name="csY0" fmla="*/ 0 h 340645"/>
                <a:gd name="csX1" fmla="*/ 47625 w 381000"/>
                <a:gd name="csY1" fmla="*/ 0 h 340645"/>
                <a:gd name="csX2" fmla="*/ 0 w 381000"/>
                <a:gd name="csY2" fmla="*/ 47625 h 340645"/>
                <a:gd name="csX3" fmla="*/ 0 w 381000"/>
                <a:gd name="csY3" fmla="*/ 257175 h 340645"/>
                <a:gd name="csX4" fmla="*/ 47625 w 381000"/>
                <a:gd name="csY4" fmla="*/ 304800 h 340645"/>
                <a:gd name="csX5" fmla="*/ 164042 w 381000"/>
                <a:gd name="csY5" fmla="*/ 304800 h 340645"/>
                <a:gd name="csX6" fmla="*/ 180778 w 381000"/>
                <a:gd name="csY6" fmla="*/ 334926 h 340645"/>
                <a:gd name="csX7" fmla="*/ 200222 w 381000"/>
                <a:gd name="csY7" fmla="*/ 334926 h 340645"/>
                <a:gd name="csX8" fmla="*/ 216958 w 381000"/>
                <a:gd name="csY8" fmla="*/ 304800 h 340645"/>
                <a:gd name="csX9" fmla="*/ 333375 w 381000"/>
                <a:gd name="csY9" fmla="*/ 304800 h 340645"/>
                <a:gd name="csX10" fmla="*/ 381000 w 381000"/>
                <a:gd name="csY10" fmla="*/ 257175 h 340645"/>
                <a:gd name="csX11" fmla="*/ 381000 w 381000"/>
                <a:gd name="csY11" fmla="*/ 47625 h 340645"/>
                <a:gd name="csX12" fmla="*/ 333375 w 381000"/>
                <a:gd name="csY12" fmla="*/ 0 h 340645"/>
                <a:gd name="csX13" fmla="*/ 100013 w 381000"/>
                <a:gd name="csY13" fmla="*/ 195263 h 340645"/>
                <a:gd name="csX14" fmla="*/ 80963 w 381000"/>
                <a:gd name="csY14" fmla="*/ 195262 h 340645"/>
                <a:gd name="csX15" fmla="*/ 281332 w 381000"/>
                <a:gd name="csY15" fmla="*/ 134017 h 340645"/>
                <a:gd name="csX16" fmla="*/ 265537 w 381000"/>
                <a:gd name="csY16" fmla="*/ 144674 h 340645"/>
                <a:gd name="csX17" fmla="*/ 100012 w 381000"/>
                <a:gd name="csY17" fmla="*/ 195263 h 340645"/>
                <a:gd name="csX18" fmla="*/ 291210 w 381000"/>
                <a:gd name="csY18" fmla="*/ 169729 h 340645"/>
                <a:gd name="csX19" fmla="*/ 234153 w 381000"/>
                <a:gd name="csY19" fmla="*/ 209669 h 340645"/>
                <a:gd name="csX20" fmla="*/ 190499 w 381000"/>
                <a:gd name="csY20" fmla="*/ 276225 h 340645"/>
                <a:gd name="csX21" fmla="*/ 142875 w 381000"/>
                <a:gd name="csY21" fmla="*/ 228600 h 340645"/>
                <a:gd name="csX22" fmla="*/ 223158 w 381000"/>
                <a:gd name="csY22" fmla="*/ 194113 h 340645"/>
                <a:gd name="csX23" fmla="*/ 280290 w 381000"/>
                <a:gd name="csY23" fmla="*/ 154121 h 340645"/>
                <a:gd name="csX24" fmla="*/ 291210 w 381000"/>
                <a:gd name="csY24" fmla="*/ 169729 h 340645"/>
                <a:gd name="csX25" fmla="*/ 319450 w 381000"/>
                <a:gd name="csY25" fmla="*/ 242218 h 340645"/>
                <a:gd name="csX26" fmla="*/ 302242 w 381000"/>
                <a:gd name="csY26" fmla="*/ 234032 h 340645"/>
                <a:gd name="csX27" fmla="*/ 314325 w 381000"/>
                <a:gd name="csY27" fmla="*/ 180975 h 340645"/>
                <a:gd name="csX28" fmla="*/ 78759 w 381000"/>
                <a:gd name="csY28" fmla="*/ 234034 h 340645"/>
                <a:gd name="csX29" fmla="*/ 74247 w 381000"/>
                <a:gd name="csY29" fmla="*/ 246725 h 340645"/>
                <a:gd name="csX30" fmla="*/ 47624 w 381000"/>
                <a:gd name="csY30" fmla="*/ 180976 h 340645"/>
                <a:gd name="csX31" fmla="*/ 190500 w 381000"/>
                <a:gd name="csY31" fmla="*/ 38100 h 340645"/>
                <a:gd name="csX32" fmla="*/ 319450 w 381000"/>
                <a:gd name="csY32" fmla="*/ 242218 h 3406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381000" h="340645">
                  <a:moveTo>
                    <a:pt x="333375" y="0"/>
                  </a:moveTo>
                  <a:lnTo>
                    <a:pt x="47625" y="0"/>
                  </a:lnTo>
                  <a:cubicBezTo>
                    <a:pt x="21323" y="0"/>
                    <a:pt x="0" y="21323"/>
                    <a:pt x="0" y="47625"/>
                  </a:cubicBezTo>
                  <a:lnTo>
                    <a:pt x="0" y="257175"/>
                  </a:lnTo>
                  <a:cubicBezTo>
                    <a:pt x="0" y="283477"/>
                    <a:pt x="21323" y="304800"/>
                    <a:pt x="47625" y="304800"/>
                  </a:cubicBezTo>
                  <a:lnTo>
                    <a:pt x="164042" y="304800"/>
                  </a:lnTo>
                  <a:lnTo>
                    <a:pt x="180778" y="334926"/>
                  </a:lnTo>
                  <a:cubicBezTo>
                    <a:pt x="185016" y="342552"/>
                    <a:pt x="195985" y="342552"/>
                    <a:pt x="200222" y="334926"/>
                  </a:cubicBezTo>
                  <a:lnTo>
                    <a:pt x="216958" y="304800"/>
                  </a:lnTo>
                  <a:lnTo>
                    <a:pt x="333375" y="304800"/>
                  </a:lnTo>
                  <a:cubicBezTo>
                    <a:pt x="359677" y="304800"/>
                    <a:pt x="381000" y="283477"/>
                    <a:pt x="381000" y="257175"/>
                  </a:cubicBezTo>
                  <a:lnTo>
                    <a:pt x="381000" y="47625"/>
                  </a:lnTo>
                  <a:cubicBezTo>
                    <a:pt x="381000" y="21323"/>
                    <a:pt x="359677" y="0"/>
                    <a:pt x="333375" y="0"/>
                  </a:cubicBezTo>
                  <a:close/>
                  <a:moveTo>
                    <a:pt x="100013" y="195263"/>
                  </a:moveTo>
                  <a:cubicBezTo>
                    <a:pt x="99856" y="207736"/>
                    <a:pt x="81149" y="207808"/>
                    <a:pt x="80963" y="195262"/>
                  </a:cubicBezTo>
                  <a:cubicBezTo>
                    <a:pt x="81338" y="87761"/>
                    <a:pt x="221070" y="45147"/>
                    <a:pt x="281332" y="134017"/>
                  </a:cubicBezTo>
                  <a:cubicBezTo>
                    <a:pt x="288214" y="144375"/>
                    <a:pt x="272582" y="154971"/>
                    <a:pt x="265537" y="144674"/>
                  </a:cubicBezTo>
                  <a:cubicBezTo>
                    <a:pt x="215737" y="71229"/>
                    <a:pt x="100311" y="106487"/>
                    <a:pt x="100012" y="195263"/>
                  </a:cubicBezTo>
                  <a:close/>
                  <a:moveTo>
                    <a:pt x="291210" y="169729"/>
                  </a:moveTo>
                  <a:lnTo>
                    <a:pt x="234153" y="209669"/>
                  </a:lnTo>
                  <a:cubicBezTo>
                    <a:pt x="248148" y="239948"/>
                    <a:pt x="224034" y="276984"/>
                    <a:pt x="190499" y="276225"/>
                  </a:cubicBezTo>
                  <a:cubicBezTo>
                    <a:pt x="164241" y="276225"/>
                    <a:pt x="142875" y="254859"/>
                    <a:pt x="142875" y="228600"/>
                  </a:cubicBezTo>
                  <a:cubicBezTo>
                    <a:pt x="142318" y="187304"/>
                    <a:pt x="194039" y="165349"/>
                    <a:pt x="223158" y="194113"/>
                  </a:cubicBezTo>
                  <a:lnTo>
                    <a:pt x="280290" y="154121"/>
                  </a:lnTo>
                  <a:cubicBezTo>
                    <a:pt x="290500" y="147017"/>
                    <a:pt x="301400" y="162540"/>
                    <a:pt x="291210" y="169729"/>
                  </a:cubicBezTo>
                  <a:close/>
                  <a:moveTo>
                    <a:pt x="319450" y="242218"/>
                  </a:moveTo>
                  <a:cubicBezTo>
                    <a:pt x="313920" y="253458"/>
                    <a:pt x="296986" y="245279"/>
                    <a:pt x="302242" y="234032"/>
                  </a:cubicBezTo>
                  <a:cubicBezTo>
                    <a:pt x="310260" y="217187"/>
                    <a:pt x="314325" y="199337"/>
                    <a:pt x="314325" y="180975"/>
                  </a:cubicBezTo>
                  <a:cubicBezTo>
                    <a:pt x="299222" y="-21188"/>
                    <a:pt x="5074" y="46995"/>
                    <a:pt x="78759" y="234034"/>
                  </a:cubicBezTo>
                  <a:cubicBezTo>
                    <a:pt x="81018" y="238781"/>
                    <a:pt x="79000" y="244464"/>
                    <a:pt x="74247" y="246725"/>
                  </a:cubicBezTo>
                  <a:cubicBezTo>
                    <a:pt x="54940" y="256316"/>
                    <a:pt x="46986" y="193031"/>
                    <a:pt x="47624" y="180976"/>
                  </a:cubicBezTo>
                  <a:cubicBezTo>
                    <a:pt x="47625" y="102194"/>
                    <a:pt x="111714" y="38100"/>
                    <a:pt x="190500" y="38100"/>
                  </a:cubicBezTo>
                  <a:cubicBezTo>
                    <a:pt x="293073" y="35899"/>
                    <a:pt x="365511" y="150610"/>
                    <a:pt x="319450" y="242218"/>
                  </a:cubicBezTo>
                  <a:close/>
                </a:path>
              </a:pathLst>
            </a:custGeom>
            <a:grpFill/>
            <a:ln w="9525" cap="flat">
              <a:noFill/>
              <a:prstDash val="solid"/>
              <a:miter/>
            </a:ln>
          </p:spPr>
          <p:txBody>
            <a:bodyPr/>
            <a:lstStyle/>
            <a:p>
              <a:endParaRPr lang="en-GB"/>
            </a:p>
          </p:txBody>
        </p:sp>
      </p:grpSp>
      <p:grpSp>
        <p:nvGrpSpPr>
          <p:cNvPr id="77" name="Graphic 44">
            <a:extLst>
              <a:ext uri="{FF2B5EF4-FFF2-40B4-BE49-F238E27FC236}">
                <a16:creationId xmlns:a16="http://schemas.microsoft.com/office/drawing/2014/main" id="{6BE092AC-5ED5-7357-D177-CBE6636D148A}"/>
              </a:ext>
            </a:extLst>
          </p:cNvPr>
          <p:cNvGrpSpPr>
            <a:grpSpLocks noChangeAspect="1"/>
          </p:cNvGrpSpPr>
          <p:nvPr/>
        </p:nvGrpSpPr>
        <p:grpSpPr>
          <a:xfrm>
            <a:off x="7051595" y="4686665"/>
            <a:ext cx="215131" cy="246888"/>
            <a:chOff x="3427411" y="366712"/>
            <a:chExt cx="5333999" cy="6121399"/>
          </a:xfrm>
          <a:noFill/>
        </p:grpSpPr>
        <p:sp>
          <p:nvSpPr>
            <p:cNvPr id="78" name="Freeform: Shape 77">
              <a:extLst>
                <a:ext uri="{FF2B5EF4-FFF2-40B4-BE49-F238E27FC236}">
                  <a16:creationId xmlns:a16="http://schemas.microsoft.com/office/drawing/2014/main" id="{446B4E1B-05A2-1E32-2F01-19DDBE9F8364}"/>
                </a:ext>
              </a:extLst>
            </p:cNvPr>
            <p:cNvSpPr/>
            <p:nvPr/>
          </p:nvSpPr>
          <p:spPr>
            <a:xfrm flipV="1">
              <a:off x="3427411" y="1916112"/>
              <a:ext cx="2666999" cy="2666999"/>
            </a:xfrm>
            <a:custGeom>
              <a:avLst/>
              <a:gdLst>
                <a:gd name="csX0" fmla="*/ 2667306 w 2666999"/>
                <a:gd name="csY0" fmla="*/ 1333823 h 2666999"/>
                <a:gd name="csX1" fmla="*/ 1333806 w 2666999"/>
                <a:gd name="csY1" fmla="*/ 323 h 2666999"/>
                <a:gd name="csX2" fmla="*/ 306 w 2666999"/>
                <a:gd name="csY2" fmla="*/ 1333823 h 2666999"/>
                <a:gd name="csX3" fmla="*/ 1333806 w 2666999"/>
                <a:gd name="csY3" fmla="*/ 2667323 h 2666999"/>
                <a:gd name="csX4" fmla="*/ 2667306 w 2666999"/>
                <a:gd name="csY4" fmla="*/ 1333823 h 2666999"/>
              </a:gdLst>
              <a:ahLst/>
              <a:cxnLst>
                <a:cxn ang="0">
                  <a:pos x="csX0" y="csY0"/>
                </a:cxn>
                <a:cxn ang="0">
                  <a:pos x="csX1" y="csY1"/>
                </a:cxn>
                <a:cxn ang="0">
                  <a:pos x="csX2" y="csY2"/>
                </a:cxn>
                <a:cxn ang="0">
                  <a:pos x="csX3" y="csY3"/>
                </a:cxn>
                <a:cxn ang="0">
                  <a:pos x="csX4" y="csY4"/>
                </a:cxn>
              </a:cxnLst>
              <a:rect l="l" t="t" r="r" b="b"/>
              <a:pathLst>
                <a:path w="2666999" h="2666999">
                  <a:moveTo>
                    <a:pt x="2667306" y="1333823"/>
                  </a:moveTo>
                  <a:cubicBezTo>
                    <a:pt x="2667306" y="597350"/>
                    <a:pt x="2070279" y="323"/>
                    <a:pt x="1333806" y="323"/>
                  </a:cubicBezTo>
                  <a:cubicBezTo>
                    <a:pt x="597333" y="323"/>
                    <a:pt x="306" y="597350"/>
                    <a:pt x="306" y="1333823"/>
                  </a:cubicBezTo>
                  <a:cubicBezTo>
                    <a:pt x="306" y="2070296"/>
                    <a:pt x="597333" y="2667323"/>
                    <a:pt x="1333806" y="2667323"/>
                  </a:cubicBezTo>
                  <a:cubicBezTo>
                    <a:pt x="2070279" y="2667323"/>
                    <a:pt x="2667306" y="2070296"/>
                    <a:pt x="2667306" y="1333823"/>
                  </a:cubicBezTo>
                  <a:close/>
                </a:path>
              </a:pathLst>
            </a:custGeom>
            <a:noFill/>
            <a:ln w="15875" cap="rnd">
              <a:solidFill>
                <a:schemeClr val="accent1"/>
              </a:solidFill>
              <a:prstDash val="solid"/>
              <a:round/>
            </a:ln>
          </p:spPr>
          <p:txBody>
            <a:bodyPr/>
            <a:lstStyle/>
            <a:p>
              <a:endParaRPr lang="en-GB"/>
            </a:p>
          </p:txBody>
        </p:sp>
        <p:sp>
          <p:nvSpPr>
            <p:cNvPr id="80" name="Freeform: Shape 79">
              <a:extLst>
                <a:ext uri="{FF2B5EF4-FFF2-40B4-BE49-F238E27FC236}">
                  <a16:creationId xmlns:a16="http://schemas.microsoft.com/office/drawing/2014/main" id="{CF77208C-969F-3809-787E-C0336A3E98A5}"/>
                </a:ext>
              </a:extLst>
            </p:cNvPr>
            <p:cNvSpPr/>
            <p:nvPr/>
          </p:nvSpPr>
          <p:spPr>
            <a:xfrm flipV="1">
              <a:off x="4189411" y="2678112"/>
              <a:ext cx="1142999" cy="1142999"/>
            </a:xfrm>
            <a:custGeom>
              <a:avLst/>
              <a:gdLst>
                <a:gd name="csX0" fmla="*/ 571701 w 1142999"/>
                <a:gd name="csY0" fmla="*/ 278 h 1142999"/>
                <a:gd name="csX1" fmla="*/ 201 w 1142999"/>
                <a:gd name="csY1" fmla="*/ 571778 h 1142999"/>
                <a:gd name="csX2" fmla="*/ 571701 w 1142999"/>
                <a:gd name="csY2" fmla="*/ 1143278 h 1142999"/>
                <a:gd name="csX3" fmla="*/ 1143201 w 1142999"/>
                <a:gd name="csY3" fmla="*/ 571778 h 1142999"/>
                <a:gd name="csX4" fmla="*/ 571701 w 1142999"/>
                <a:gd name="csY4" fmla="*/ 278 h 1142999"/>
              </a:gdLst>
              <a:ahLst/>
              <a:cxnLst>
                <a:cxn ang="0">
                  <a:pos x="csX0" y="csY0"/>
                </a:cxn>
                <a:cxn ang="0">
                  <a:pos x="csX1" y="csY1"/>
                </a:cxn>
                <a:cxn ang="0">
                  <a:pos x="csX2" y="csY2"/>
                </a:cxn>
                <a:cxn ang="0">
                  <a:pos x="csX3" y="csY3"/>
                </a:cxn>
                <a:cxn ang="0">
                  <a:pos x="csX4" y="csY4"/>
                </a:cxn>
              </a:cxnLst>
              <a:rect l="l" t="t" r="r" b="b"/>
              <a:pathLst>
                <a:path w="1142999" h="1142999">
                  <a:moveTo>
                    <a:pt x="571701" y="278"/>
                  </a:moveTo>
                  <a:cubicBezTo>
                    <a:pt x="256564" y="278"/>
                    <a:pt x="201" y="256640"/>
                    <a:pt x="201" y="571778"/>
                  </a:cubicBezTo>
                  <a:cubicBezTo>
                    <a:pt x="201" y="886916"/>
                    <a:pt x="256564" y="1143278"/>
                    <a:pt x="571701" y="1143278"/>
                  </a:cubicBezTo>
                  <a:cubicBezTo>
                    <a:pt x="886839" y="1143278"/>
                    <a:pt x="1143201" y="886916"/>
                    <a:pt x="1143201" y="571778"/>
                  </a:cubicBezTo>
                  <a:cubicBezTo>
                    <a:pt x="1143201" y="256640"/>
                    <a:pt x="886839" y="278"/>
                    <a:pt x="571701" y="278"/>
                  </a:cubicBezTo>
                  <a:close/>
                </a:path>
              </a:pathLst>
            </a:custGeom>
            <a:noFill/>
            <a:ln w="15875" cap="rnd">
              <a:solidFill>
                <a:schemeClr val="accent1"/>
              </a:solidFill>
              <a:prstDash val="solid"/>
              <a:round/>
            </a:ln>
          </p:spPr>
          <p:txBody>
            <a:bodyPr/>
            <a:lstStyle/>
            <a:p>
              <a:endParaRPr lang="en-GB"/>
            </a:p>
          </p:txBody>
        </p:sp>
        <p:sp>
          <p:nvSpPr>
            <p:cNvPr id="81" name="Freeform: Shape 80">
              <a:extLst>
                <a:ext uri="{FF2B5EF4-FFF2-40B4-BE49-F238E27FC236}">
                  <a16:creationId xmlns:a16="http://schemas.microsoft.com/office/drawing/2014/main" id="{7F98BE40-D8DC-DD7F-28B2-87F30B237432}"/>
                </a:ext>
              </a:extLst>
            </p:cNvPr>
            <p:cNvSpPr/>
            <p:nvPr/>
          </p:nvSpPr>
          <p:spPr>
            <a:xfrm flipV="1">
              <a:off x="6475411" y="4202112"/>
              <a:ext cx="2285999" cy="2285999"/>
            </a:xfrm>
            <a:custGeom>
              <a:avLst/>
              <a:gdLst>
                <a:gd name="csX0" fmla="*/ 2286591 w 2285999"/>
                <a:gd name="csY0" fmla="*/ 1143543 h 2285999"/>
                <a:gd name="csX1" fmla="*/ 1143591 w 2285999"/>
                <a:gd name="csY1" fmla="*/ 543 h 2285999"/>
                <a:gd name="csX2" fmla="*/ 591 w 2285999"/>
                <a:gd name="csY2" fmla="*/ 1143543 h 2285999"/>
                <a:gd name="csX3" fmla="*/ 1143591 w 2285999"/>
                <a:gd name="csY3" fmla="*/ 2286543 h 2285999"/>
                <a:gd name="csX4" fmla="*/ 2286591 w 2285999"/>
                <a:gd name="csY4" fmla="*/ 1143543 h 2285999"/>
              </a:gdLst>
              <a:ahLst/>
              <a:cxnLst>
                <a:cxn ang="0">
                  <a:pos x="csX0" y="csY0"/>
                </a:cxn>
                <a:cxn ang="0">
                  <a:pos x="csX1" y="csY1"/>
                </a:cxn>
                <a:cxn ang="0">
                  <a:pos x="csX2" y="csY2"/>
                </a:cxn>
                <a:cxn ang="0">
                  <a:pos x="csX3" y="csY3"/>
                </a:cxn>
                <a:cxn ang="0">
                  <a:pos x="csX4" y="csY4"/>
                </a:cxn>
              </a:cxnLst>
              <a:rect l="l" t="t" r="r" b="b"/>
              <a:pathLst>
                <a:path w="2285999" h="2285999">
                  <a:moveTo>
                    <a:pt x="2286591" y="1143543"/>
                  </a:moveTo>
                  <a:cubicBezTo>
                    <a:pt x="2286591" y="512276"/>
                    <a:pt x="1774858" y="543"/>
                    <a:pt x="1143591" y="543"/>
                  </a:cubicBezTo>
                  <a:cubicBezTo>
                    <a:pt x="512325" y="543"/>
                    <a:pt x="591" y="512276"/>
                    <a:pt x="591" y="1143543"/>
                  </a:cubicBezTo>
                  <a:cubicBezTo>
                    <a:pt x="591" y="1774809"/>
                    <a:pt x="512325" y="2286543"/>
                    <a:pt x="1143591" y="2286543"/>
                  </a:cubicBezTo>
                  <a:cubicBezTo>
                    <a:pt x="1774858" y="2286543"/>
                    <a:pt x="2286591" y="1774809"/>
                    <a:pt x="2286591" y="1143543"/>
                  </a:cubicBezTo>
                  <a:close/>
                </a:path>
              </a:pathLst>
            </a:custGeom>
            <a:noFill/>
            <a:ln w="15875" cap="rnd">
              <a:solidFill>
                <a:schemeClr val="accent1"/>
              </a:solidFill>
              <a:prstDash val="solid"/>
              <a:round/>
            </a:ln>
          </p:spPr>
          <p:txBody>
            <a:bodyPr/>
            <a:lstStyle/>
            <a:p>
              <a:endParaRPr lang="en-GB"/>
            </a:p>
          </p:txBody>
        </p:sp>
        <p:sp>
          <p:nvSpPr>
            <p:cNvPr id="82" name="Freeform: Shape 81">
              <a:extLst>
                <a:ext uri="{FF2B5EF4-FFF2-40B4-BE49-F238E27FC236}">
                  <a16:creationId xmlns:a16="http://schemas.microsoft.com/office/drawing/2014/main" id="{C01FF558-1596-BE8A-15FB-BD9EF34AA0B8}"/>
                </a:ext>
              </a:extLst>
            </p:cNvPr>
            <p:cNvSpPr/>
            <p:nvPr/>
          </p:nvSpPr>
          <p:spPr>
            <a:xfrm flipV="1">
              <a:off x="7237411" y="4964112"/>
              <a:ext cx="761999" cy="761999"/>
            </a:xfrm>
            <a:custGeom>
              <a:avLst/>
              <a:gdLst>
                <a:gd name="csX0" fmla="*/ 381501 w 761999"/>
                <a:gd name="csY0" fmla="*/ 513 h 761999"/>
                <a:gd name="csX1" fmla="*/ 501 w 761999"/>
                <a:gd name="csY1" fmla="*/ 381513 h 761999"/>
                <a:gd name="csX2" fmla="*/ 381501 w 761999"/>
                <a:gd name="csY2" fmla="*/ 762513 h 761999"/>
                <a:gd name="csX3" fmla="*/ 762501 w 761999"/>
                <a:gd name="csY3" fmla="*/ 381513 h 761999"/>
                <a:gd name="csX4" fmla="*/ 381501 w 761999"/>
                <a:gd name="csY4" fmla="*/ 513 h 761999"/>
              </a:gdLst>
              <a:ahLst/>
              <a:cxnLst>
                <a:cxn ang="0">
                  <a:pos x="csX0" y="csY0"/>
                </a:cxn>
                <a:cxn ang="0">
                  <a:pos x="csX1" y="csY1"/>
                </a:cxn>
                <a:cxn ang="0">
                  <a:pos x="csX2" y="csY2"/>
                </a:cxn>
                <a:cxn ang="0">
                  <a:pos x="csX3" y="csY3"/>
                </a:cxn>
                <a:cxn ang="0">
                  <a:pos x="csX4" y="csY4"/>
                </a:cxn>
              </a:cxnLst>
              <a:rect l="l" t="t" r="r" b="b"/>
              <a:pathLst>
                <a:path w="761999" h="761999">
                  <a:moveTo>
                    <a:pt x="381501" y="513"/>
                  </a:moveTo>
                  <a:cubicBezTo>
                    <a:pt x="171469" y="513"/>
                    <a:pt x="501" y="171480"/>
                    <a:pt x="501" y="381513"/>
                  </a:cubicBezTo>
                  <a:cubicBezTo>
                    <a:pt x="501" y="591545"/>
                    <a:pt x="171469" y="762513"/>
                    <a:pt x="381501" y="762513"/>
                  </a:cubicBezTo>
                  <a:cubicBezTo>
                    <a:pt x="591534" y="762513"/>
                    <a:pt x="762501" y="591545"/>
                    <a:pt x="762501" y="381513"/>
                  </a:cubicBezTo>
                  <a:cubicBezTo>
                    <a:pt x="762501" y="171480"/>
                    <a:pt x="591534" y="513"/>
                    <a:pt x="381501" y="513"/>
                  </a:cubicBezTo>
                  <a:close/>
                </a:path>
              </a:pathLst>
            </a:custGeom>
            <a:noFill/>
            <a:ln w="15875" cap="rnd">
              <a:solidFill>
                <a:schemeClr val="accent1"/>
              </a:solidFill>
              <a:prstDash val="solid"/>
              <a:round/>
            </a:ln>
          </p:spPr>
          <p:txBody>
            <a:bodyPr/>
            <a:lstStyle/>
            <a:p>
              <a:endParaRPr lang="en-GB"/>
            </a:p>
          </p:txBody>
        </p:sp>
        <p:sp>
          <p:nvSpPr>
            <p:cNvPr id="83" name="Freeform: Shape 82">
              <a:extLst>
                <a:ext uri="{FF2B5EF4-FFF2-40B4-BE49-F238E27FC236}">
                  <a16:creationId xmlns:a16="http://schemas.microsoft.com/office/drawing/2014/main" id="{C46D44EF-31C9-AD9D-9A9B-00721FAD5CEE}"/>
                </a:ext>
              </a:extLst>
            </p:cNvPr>
            <p:cNvSpPr/>
            <p:nvPr/>
          </p:nvSpPr>
          <p:spPr>
            <a:xfrm flipV="1">
              <a:off x="4379911" y="366712"/>
              <a:ext cx="9525" cy="787399"/>
            </a:xfrm>
            <a:custGeom>
              <a:avLst/>
              <a:gdLst>
                <a:gd name="csX0" fmla="*/ 161 w 9525"/>
                <a:gd name="csY0" fmla="*/ 30 h 787399"/>
                <a:gd name="csX1" fmla="*/ 161 w 9525"/>
                <a:gd name="csY1" fmla="*/ 787430 h 787399"/>
              </a:gdLst>
              <a:ahLst/>
              <a:cxnLst>
                <a:cxn ang="0">
                  <a:pos x="csX0" y="csY0"/>
                </a:cxn>
                <a:cxn ang="0">
                  <a:pos x="csX1" y="csY1"/>
                </a:cxn>
              </a:cxnLst>
              <a:rect l="l" t="t" r="r" b="b"/>
              <a:pathLst>
                <a:path w="9525" h="787399">
                  <a:moveTo>
                    <a:pt x="161" y="30"/>
                  </a:moveTo>
                  <a:lnTo>
                    <a:pt x="161" y="787430"/>
                  </a:lnTo>
                </a:path>
              </a:pathLst>
            </a:custGeom>
            <a:noFill/>
            <a:ln w="15875" cap="rnd">
              <a:solidFill>
                <a:schemeClr val="accent1"/>
              </a:solidFill>
              <a:prstDash val="solid"/>
              <a:round/>
            </a:ln>
          </p:spPr>
          <p:txBody>
            <a:bodyPr/>
            <a:lstStyle/>
            <a:p>
              <a:endParaRPr lang="en-GB"/>
            </a:p>
          </p:txBody>
        </p:sp>
        <p:sp>
          <p:nvSpPr>
            <p:cNvPr id="84" name="Freeform: Shape 83">
              <a:extLst>
                <a:ext uri="{FF2B5EF4-FFF2-40B4-BE49-F238E27FC236}">
                  <a16:creationId xmlns:a16="http://schemas.microsoft.com/office/drawing/2014/main" id="{5DA996CE-3110-7484-B2AA-C02C3CF3B796}"/>
                </a:ext>
              </a:extLst>
            </p:cNvPr>
            <p:cNvSpPr/>
            <p:nvPr/>
          </p:nvSpPr>
          <p:spPr>
            <a:xfrm flipV="1">
              <a:off x="5141911" y="366712"/>
              <a:ext cx="9525" cy="787399"/>
            </a:xfrm>
            <a:custGeom>
              <a:avLst/>
              <a:gdLst>
                <a:gd name="csX0" fmla="*/ 241 w 9525"/>
                <a:gd name="csY0" fmla="*/ 30 h 787399"/>
                <a:gd name="csX1" fmla="*/ 241 w 9525"/>
                <a:gd name="csY1" fmla="*/ 787430 h 787399"/>
              </a:gdLst>
              <a:ahLst/>
              <a:cxnLst>
                <a:cxn ang="0">
                  <a:pos x="csX0" y="csY0"/>
                </a:cxn>
                <a:cxn ang="0">
                  <a:pos x="csX1" y="csY1"/>
                </a:cxn>
              </a:cxnLst>
              <a:rect l="l" t="t" r="r" b="b"/>
              <a:pathLst>
                <a:path w="9525" h="787399">
                  <a:moveTo>
                    <a:pt x="241" y="30"/>
                  </a:moveTo>
                  <a:lnTo>
                    <a:pt x="241" y="787430"/>
                  </a:lnTo>
                </a:path>
              </a:pathLst>
            </a:custGeom>
            <a:noFill/>
            <a:ln w="15875" cap="rnd">
              <a:solidFill>
                <a:schemeClr val="accent1"/>
              </a:solidFill>
              <a:prstDash val="solid"/>
              <a:round/>
            </a:ln>
          </p:spPr>
          <p:txBody>
            <a:bodyPr/>
            <a:lstStyle/>
            <a:p>
              <a:endParaRPr lang="en-GB"/>
            </a:p>
          </p:txBody>
        </p:sp>
        <p:sp>
          <p:nvSpPr>
            <p:cNvPr id="85" name="Freeform: Shape 84">
              <a:extLst>
                <a:ext uri="{FF2B5EF4-FFF2-40B4-BE49-F238E27FC236}">
                  <a16:creationId xmlns:a16="http://schemas.microsoft.com/office/drawing/2014/main" id="{F040E726-8ACC-DFBE-DA00-796346710BAC}"/>
                </a:ext>
              </a:extLst>
            </p:cNvPr>
            <p:cNvSpPr/>
            <p:nvPr/>
          </p:nvSpPr>
          <p:spPr>
            <a:xfrm flipV="1">
              <a:off x="7237411" y="2678112"/>
              <a:ext cx="9525" cy="761999"/>
            </a:xfrm>
            <a:custGeom>
              <a:avLst/>
              <a:gdLst>
                <a:gd name="csX0" fmla="*/ 461 w 9525"/>
                <a:gd name="csY0" fmla="*/ 273 h 761999"/>
                <a:gd name="csX1" fmla="*/ 461 w 9525"/>
                <a:gd name="csY1" fmla="*/ 762273 h 761999"/>
              </a:gdLst>
              <a:ahLst/>
              <a:cxnLst>
                <a:cxn ang="0">
                  <a:pos x="csX0" y="csY0"/>
                </a:cxn>
                <a:cxn ang="0">
                  <a:pos x="csX1" y="csY1"/>
                </a:cxn>
              </a:cxnLst>
              <a:rect l="l" t="t" r="r" b="b"/>
              <a:pathLst>
                <a:path w="9525" h="761999">
                  <a:moveTo>
                    <a:pt x="461" y="273"/>
                  </a:moveTo>
                  <a:lnTo>
                    <a:pt x="461" y="762273"/>
                  </a:lnTo>
                </a:path>
              </a:pathLst>
            </a:custGeom>
            <a:noFill/>
            <a:ln w="15875" cap="rnd">
              <a:solidFill>
                <a:schemeClr val="accent1"/>
              </a:solidFill>
              <a:prstDash val="solid"/>
              <a:round/>
            </a:ln>
          </p:spPr>
          <p:txBody>
            <a:bodyPr/>
            <a:lstStyle/>
            <a:p>
              <a:endParaRPr lang="en-GB"/>
            </a:p>
          </p:txBody>
        </p:sp>
        <p:sp>
          <p:nvSpPr>
            <p:cNvPr id="86" name="Freeform: Shape 85">
              <a:extLst>
                <a:ext uri="{FF2B5EF4-FFF2-40B4-BE49-F238E27FC236}">
                  <a16:creationId xmlns:a16="http://schemas.microsoft.com/office/drawing/2014/main" id="{C8CC2858-B2E0-81FA-BCF9-C2087258A11A}"/>
                </a:ext>
              </a:extLst>
            </p:cNvPr>
            <p:cNvSpPr/>
            <p:nvPr/>
          </p:nvSpPr>
          <p:spPr>
            <a:xfrm flipV="1">
              <a:off x="7999411" y="2678112"/>
              <a:ext cx="9525" cy="761999"/>
            </a:xfrm>
            <a:custGeom>
              <a:avLst/>
              <a:gdLst>
                <a:gd name="csX0" fmla="*/ 541 w 9525"/>
                <a:gd name="csY0" fmla="*/ 273 h 761999"/>
                <a:gd name="csX1" fmla="*/ 541 w 9525"/>
                <a:gd name="csY1" fmla="*/ 762273 h 761999"/>
              </a:gdLst>
              <a:ahLst/>
              <a:cxnLst>
                <a:cxn ang="0">
                  <a:pos x="csX0" y="csY0"/>
                </a:cxn>
                <a:cxn ang="0">
                  <a:pos x="csX1" y="csY1"/>
                </a:cxn>
              </a:cxnLst>
              <a:rect l="l" t="t" r="r" b="b"/>
              <a:pathLst>
                <a:path w="9525" h="761999">
                  <a:moveTo>
                    <a:pt x="541" y="273"/>
                  </a:moveTo>
                  <a:lnTo>
                    <a:pt x="541" y="762273"/>
                  </a:lnTo>
                </a:path>
              </a:pathLst>
            </a:custGeom>
            <a:noFill/>
            <a:ln w="15875" cap="rnd">
              <a:solidFill>
                <a:schemeClr val="accent1"/>
              </a:solidFill>
              <a:prstDash val="solid"/>
              <a:round/>
            </a:ln>
          </p:spPr>
          <p:txBody>
            <a:bodyPr/>
            <a:lstStyle/>
            <a:p>
              <a:endParaRPr lang="en-GB"/>
            </a:p>
          </p:txBody>
        </p:sp>
        <p:sp>
          <p:nvSpPr>
            <p:cNvPr id="87" name="Freeform: Shape 86">
              <a:extLst>
                <a:ext uri="{FF2B5EF4-FFF2-40B4-BE49-F238E27FC236}">
                  <a16:creationId xmlns:a16="http://schemas.microsoft.com/office/drawing/2014/main" id="{71FDA1F3-BFB1-BF8B-553C-4159DFC3FBA1}"/>
                </a:ext>
              </a:extLst>
            </p:cNvPr>
            <p:cNvSpPr/>
            <p:nvPr/>
          </p:nvSpPr>
          <p:spPr>
            <a:xfrm flipV="1">
              <a:off x="7618411" y="1154112"/>
              <a:ext cx="9525" cy="761999"/>
            </a:xfrm>
            <a:custGeom>
              <a:avLst/>
              <a:gdLst>
                <a:gd name="csX0" fmla="*/ 501 w 9525"/>
                <a:gd name="csY0" fmla="*/ 762173 h 761999"/>
                <a:gd name="csX1" fmla="*/ 501 w 9525"/>
                <a:gd name="csY1" fmla="*/ 173 h 761999"/>
              </a:gdLst>
              <a:ahLst/>
              <a:cxnLst>
                <a:cxn ang="0">
                  <a:pos x="csX0" y="csY0"/>
                </a:cxn>
                <a:cxn ang="0">
                  <a:pos x="csX1" y="csY1"/>
                </a:cxn>
              </a:cxnLst>
              <a:rect l="l" t="t" r="r" b="b"/>
              <a:pathLst>
                <a:path w="9525" h="761999">
                  <a:moveTo>
                    <a:pt x="501" y="762173"/>
                  </a:moveTo>
                  <a:lnTo>
                    <a:pt x="501" y="173"/>
                  </a:lnTo>
                </a:path>
              </a:pathLst>
            </a:custGeom>
            <a:noFill/>
            <a:ln w="15875" cap="rnd">
              <a:solidFill>
                <a:schemeClr val="accent1"/>
              </a:solidFill>
              <a:prstDash val="solid"/>
              <a:round/>
            </a:ln>
          </p:spPr>
          <p:txBody>
            <a:bodyPr/>
            <a:lstStyle/>
            <a:p>
              <a:endParaRPr lang="en-GB"/>
            </a:p>
          </p:txBody>
        </p:sp>
        <p:sp>
          <p:nvSpPr>
            <p:cNvPr id="88" name="Freeform: Shape 87">
              <a:extLst>
                <a:ext uri="{FF2B5EF4-FFF2-40B4-BE49-F238E27FC236}">
                  <a16:creationId xmlns:a16="http://schemas.microsoft.com/office/drawing/2014/main" id="{BFB7EC39-41C3-789B-65D9-AE732820DAFD}"/>
                </a:ext>
              </a:extLst>
            </p:cNvPr>
            <p:cNvSpPr/>
            <p:nvPr/>
          </p:nvSpPr>
          <p:spPr>
            <a:xfrm flipV="1">
              <a:off x="7237411" y="1535112"/>
              <a:ext cx="761999" cy="9525"/>
            </a:xfrm>
            <a:custGeom>
              <a:avLst/>
              <a:gdLst>
                <a:gd name="csX0" fmla="*/ 471 w 761999"/>
                <a:gd name="csY0" fmla="*/ 143 h 9525"/>
                <a:gd name="csX1" fmla="*/ 762471 w 761999"/>
                <a:gd name="csY1" fmla="*/ 143 h 9525"/>
              </a:gdLst>
              <a:ahLst/>
              <a:cxnLst>
                <a:cxn ang="0">
                  <a:pos x="csX0" y="csY0"/>
                </a:cxn>
                <a:cxn ang="0">
                  <a:pos x="csX1" y="csY1"/>
                </a:cxn>
              </a:cxnLst>
              <a:rect l="l" t="t" r="r" b="b"/>
              <a:pathLst>
                <a:path w="761999" h="9525">
                  <a:moveTo>
                    <a:pt x="471" y="143"/>
                  </a:moveTo>
                  <a:lnTo>
                    <a:pt x="762471" y="143"/>
                  </a:lnTo>
                </a:path>
              </a:pathLst>
            </a:custGeom>
            <a:noFill/>
            <a:ln w="15875" cap="rnd">
              <a:solidFill>
                <a:schemeClr val="accent1"/>
              </a:solidFill>
              <a:prstDash val="solid"/>
              <a:round/>
            </a:ln>
          </p:spPr>
          <p:txBody>
            <a:bodyPr/>
            <a:lstStyle/>
            <a:p>
              <a:endParaRPr lang="en-GB"/>
            </a:p>
          </p:txBody>
        </p:sp>
        <p:sp>
          <p:nvSpPr>
            <p:cNvPr id="89" name="Freeform: Shape 88">
              <a:extLst>
                <a:ext uri="{FF2B5EF4-FFF2-40B4-BE49-F238E27FC236}">
                  <a16:creationId xmlns:a16="http://schemas.microsoft.com/office/drawing/2014/main" id="{9CF831F4-4006-9AD6-4887-E4296C8B7DA4}"/>
                </a:ext>
              </a:extLst>
            </p:cNvPr>
            <p:cNvSpPr/>
            <p:nvPr/>
          </p:nvSpPr>
          <p:spPr>
            <a:xfrm flipV="1">
              <a:off x="4760911" y="5345112"/>
              <a:ext cx="9525" cy="761999"/>
            </a:xfrm>
            <a:custGeom>
              <a:avLst/>
              <a:gdLst>
                <a:gd name="csX0" fmla="*/ 201 w 9525"/>
                <a:gd name="csY0" fmla="*/ 762613 h 761999"/>
                <a:gd name="csX1" fmla="*/ 201 w 9525"/>
                <a:gd name="csY1" fmla="*/ 613 h 761999"/>
              </a:gdLst>
              <a:ahLst/>
              <a:cxnLst>
                <a:cxn ang="0">
                  <a:pos x="csX0" y="csY0"/>
                </a:cxn>
                <a:cxn ang="0">
                  <a:pos x="csX1" y="csY1"/>
                </a:cxn>
              </a:cxnLst>
              <a:rect l="l" t="t" r="r" b="b"/>
              <a:pathLst>
                <a:path w="9525" h="761999">
                  <a:moveTo>
                    <a:pt x="201" y="762613"/>
                  </a:moveTo>
                  <a:lnTo>
                    <a:pt x="201" y="613"/>
                  </a:lnTo>
                </a:path>
              </a:pathLst>
            </a:custGeom>
            <a:noFill/>
            <a:ln w="15875" cap="rnd">
              <a:solidFill>
                <a:schemeClr val="accent1"/>
              </a:solidFill>
              <a:prstDash val="solid"/>
              <a:round/>
            </a:ln>
          </p:spPr>
          <p:txBody>
            <a:bodyPr/>
            <a:lstStyle/>
            <a:p>
              <a:endParaRPr lang="en-GB"/>
            </a:p>
          </p:txBody>
        </p:sp>
        <p:sp>
          <p:nvSpPr>
            <p:cNvPr id="90" name="Freeform: Shape 89">
              <a:extLst>
                <a:ext uri="{FF2B5EF4-FFF2-40B4-BE49-F238E27FC236}">
                  <a16:creationId xmlns:a16="http://schemas.microsoft.com/office/drawing/2014/main" id="{C9236FEE-1D02-DFA8-B242-5CC50BD29984}"/>
                </a:ext>
              </a:extLst>
            </p:cNvPr>
            <p:cNvSpPr/>
            <p:nvPr/>
          </p:nvSpPr>
          <p:spPr>
            <a:xfrm flipV="1">
              <a:off x="4379911" y="5726112"/>
              <a:ext cx="761999" cy="9525"/>
            </a:xfrm>
            <a:custGeom>
              <a:avLst/>
              <a:gdLst>
                <a:gd name="csX0" fmla="*/ 171 w 761999"/>
                <a:gd name="csY0" fmla="*/ 583 h 9525"/>
                <a:gd name="csX1" fmla="*/ 762171 w 761999"/>
                <a:gd name="csY1" fmla="*/ 583 h 9525"/>
              </a:gdLst>
              <a:ahLst/>
              <a:cxnLst>
                <a:cxn ang="0">
                  <a:pos x="csX0" y="csY0"/>
                </a:cxn>
                <a:cxn ang="0">
                  <a:pos x="csX1" y="csY1"/>
                </a:cxn>
              </a:cxnLst>
              <a:rect l="l" t="t" r="r" b="b"/>
              <a:pathLst>
                <a:path w="761999" h="9525">
                  <a:moveTo>
                    <a:pt x="171" y="583"/>
                  </a:moveTo>
                  <a:lnTo>
                    <a:pt x="762171" y="583"/>
                  </a:lnTo>
                </a:path>
              </a:pathLst>
            </a:custGeom>
            <a:noFill/>
            <a:ln w="15875" cap="rnd">
              <a:solidFill>
                <a:schemeClr val="accent1"/>
              </a:solidFill>
              <a:prstDash val="solid"/>
              <a:round/>
            </a:ln>
          </p:spPr>
          <p:txBody>
            <a:bodyPr/>
            <a:lstStyle/>
            <a:p>
              <a:endParaRPr lang="en-GB"/>
            </a:p>
          </p:txBody>
        </p:sp>
      </p:grpSp>
      <p:sp>
        <p:nvSpPr>
          <p:cNvPr id="11" name="Slide Number Placeholder 10">
            <a:extLst>
              <a:ext uri="{FF2B5EF4-FFF2-40B4-BE49-F238E27FC236}">
                <a16:creationId xmlns:a16="http://schemas.microsoft.com/office/drawing/2014/main" id="{78AA02C8-CA5B-FC09-48B0-E6F2AF0386AD}"/>
              </a:ext>
            </a:extLst>
          </p:cNvPr>
          <p:cNvSpPr>
            <a:spLocks noGrp="1"/>
          </p:cNvSpPr>
          <p:nvPr>
            <p:ph type="sldNum" sz="quarter" idx="12"/>
          </p:nvPr>
        </p:nvSpPr>
        <p:spPr/>
        <p:txBody>
          <a:bodyPr/>
          <a:lstStyle/>
          <a:p>
            <a:fld id="{0BE4EC83-A869-464E-AE9F-881796FB085E}" type="slidenum">
              <a:rPr lang="en-US" smtClean="0"/>
              <a:t>84</a:t>
            </a:fld>
            <a:endParaRPr lang="en-US"/>
          </a:p>
        </p:txBody>
      </p:sp>
    </p:spTree>
    <p:extLst>
      <p:ext uri="{BB962C8B-B14F-4D97-AF65-F5344CB8AC3E}">
        <p14:creationId xmlns:p14="http://schemas.microsoft.com/office/powerpoint/2010/main" val="324142701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763068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theme/theme1.xml><?xml version="1.0" encoding="utf-8"?>
<a:theme xmlns:a="http://schemas.openxmlformats.org/drawingml/2006/main" name="Office Theme">
  <a:themeElements>
    <a:clrScheme name="هيئة تقويم التعليم والتدريب">
      <a:dk1>
        <a:sysClr val="windowText" lastClr="000000"/>
      </a:dk1>
      <a:lt1>
        <a:sysClr val="window" lastClr="FFFFFF"/>
      </a:lt1>
      <a:dk2>
        <a:srgbClr val="44546A"/>
      </a:dk2>
      <a:lt2>
        <a:srgbClr val="E7E6E6"/>
      </a:lt2>
      <a:accent1>
        <a:srgbClr val="4C3C8D"/>
      </a:accent1>
      <a:accent2>
        <a:srgbClr val="3FA0D9"/>
      </a:accent2>
      <a:accent3>
        <a:srgbClr val="F5A053"/>
      </a:accent3>
      <a:accent4>
        <a:srgbClr val="44AC52"/>
      </a:accent4>
      <a:accent5>
        <a:srgbClr val="5C79B9"/>
      </a:accent5>
      <a:accent6>
        <a:srgbClr val="8C493C"/>
      </a:accent6>
      <a:hlink>
        <a:srgbClr val="0563C1"/>
      </a:hlink>
      <a:folHlink>
        <a:srgbClr val="954F72"/>
      </a:folHlink>
    </a:clrScheme>
    <a:fontScheme name="Custom 2">
      <a:majorFont>
        <a:latin typeface="Sakkal Majalla"/>
        <a:ea typeface=""/>
        <a:cs typeface="Sakkal Majalla"/>
      </a:majorFont>
      <a:minorFont>
        <a:latin typeface="Sakkal Majalla"/>
        <a:ea typeface=""/>
        <a:cs typeface="Sakkal Majall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قالب هيئة تقويم التعليم والتدريب" id="{9A6817DC-B17F-4D1B-B5C7-111B32FC2AAE}" vid="{4B21A0E3-9419-4B4C-8023-7E7AF5CFDCD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قالب هيئة تقويم التعليم والتدريب</Template>
  <TotalTime>38131</TotalTime>
  <Words>10997</Words>
  <Application>Microsoft Office PowerPoint</Application>
  <PresentationFormat>Widescreen</PresentationFormat>
  <Paragraphs>1448</Paragraphs>
  <Slides>85</Slides>
  <Notes>35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85</vt:i4>
      </vt:variant>
    </vt:vector>
  </HeadingPairs>
  <TitlesOfParts>
    <vt:vector size="89" baseType="lpstr">
      <vt:lpstr>Arial</vt:lpstr>
      <vt:lpstr>Wingdings</vt:lpstr>
      <vt:lpstr>Sakkal Majalla</vt:lpstr>
      <vt:lpstr>Office Theme</vt:lpstr>
      <vt:lpstr>مشروع تأسيس وتنفيذ وتشغيل البنية المؤسسية في هيئة تقويم التعليم و التدريب</vt:lpstr>
      <vt:lpstr>شروط استخدام الوثيقة</vt:lpstr>
      <vt:lpstr>جدول الإصدارات والمراجعات</vt:lpstr>
      <vt:lpstr>جدول الاعتمادات</vt:lpstr>
      <vt:lpstr>جدول المحتويات</vt:lpstr>
      <vt:lpstr>مقدمة عن استراتيجية البنية المؤسسية</vt:lpstr>
      <vt:lpstr>تعريف البنية المؤسسية</vt:lpstr>
      <vt:lpstr>وصف استراتيجية البنية المؤسسية</vt:lpstr>
      <vt:lpstr>أهمية استراتيجية البنية المؤسسية</vt:lpstr>
      <vt:lpstr>المصطلحات</vt:lpstr>
      <vt:lpstr>المقارنة المعيارية </vt:lpstr>
      <vt:lpstr>مقدمة</vt:lpstr>
      <vt:lpstr>الجهات التي تم عمل مقارنة معيارية معها </vt:lpstr>
      <vt:lpstr>المقارنة المعيارية للجة الداخلية "جامعة الملك خالد KKU"</vt:lpstr>
      <vt:lpstr>نبذة عن جامعة الملك خالد</vt:lpstr>
      <vt:lpstr>المقارنة المعيارية لممارسة البنية المؤسسية مع جامعة الملك خالد</vt:lpstr>
      <vt:lpstr>خلفية المقارنة المعيارية </vt:lpstr>
      <vt:lpstr>مبررات اختيار جامعة الملك خالد كجهة مقارنة معيارية</vt:lpstr>
      <vt:lpstr>العناصر التي تم الاستناد إليها في المقارنة </vt:lpstr>
      <vt:lpstr>البيت الاستراتيجي – جامعة الملك خالد</vt:lpstr>
      <vt:lpstr>ممكنات نجاح مشروع البنية المؤسسية – جامعة الملك خالد </vt:lpstr>
      <vt:lpstr>المقارنة المعيارية</vt:lpstr>
      <vt:lpstr>ما الذي يميز هيئة تقويم التعليم والتدريب في ممارستها الحالية</vt:lpstr>
      <vt:lpstr>الرؤية التنفيذية</vt:lpstr>
      <vt:lpstr>مقدمة عن المقارنة المعيارية للجهة خارجية </vt:lpstr>
      <vt:lpstr>مقدمة عن المقارنة المعيارية للجهة خارجية ( (WATech</vt:lpstr>
      <vt:lpstr>المبررات</vt:lpstr>
      <vt:lpstr>ما هي جهة «وي تك»؟</vt:lpstr>
      <vt:lpstr>نبذة تاريخية عن «وي تك» في مجال البنية المؤسسية</vt:lpstr>
      <vt:lpstr>نتائج المقارنة المعيارية وكيف انعكست على بناء الاستراتيجية</vt:lpstr>
      <vt:lpstr>مصفوفة المقارنة المعيارية: كيف انعكس ذلك داخل وثيقة استراتيجية الهيئة</vt:lpstr>
      <vt:lpstr>منهجية المقارنة</vt:lpstr>
      <vt:lpstr>كيف انعكست المقارنة على بناء الاستراتيجية الحالية</vt:lpstr>
      <vt:lpstr>كيف انعكست المقارنة على بناء الاستراتيجية الحالية</vt:lpstr>
      <vt:lpstr>المدخلات لإستراتيجية البنية المؤسسية</vt:lpstr>
      <vt:lpstr>المدخلات لإستراتيجية البنية المؤسسية</vt:lpstr>
      <vt:lpstr>مهام فريق البنية المؤسسية طبقا لقرار التأسيس</vt:lpstr>
      <vt:lpstr>نقاط القوة والضعف</vt:lpstr>
      <vt:lpstr>موجز بأهم نتائج التحليل الرباعي</vt:lpstr>
      <vt:lpstr>مكونات استراتيجية ممارسة البنية المؤسسية</vt:lpstr>
      <vt:lpstr>تعريف بمكونات الاستراتيجية</vt:lpstr>
      <vt:lpstr>تعريف الرؤية والرسالة</vt:lpstr>
      <vt:lpstr>آلية صياغة الأهداف الاستراتيجية</vt:lpstr>
      <vt:lpstr>الأهداف الاستراتيجية للبنية المؤسسية</vt:lpstr>
      <vt:lpstr>ربط مهام استراتيجية البنية المؤسسية وأهدافها مع مهام وادوار مسؤوليات البنية المؤسسية في قرار التأسيس.</vt:lpstr>
      <vt:lpstr>البيت الاستراتيجي لممارسة البنية المؤسسية</vt:lpstr>
      <vt:lpstr>أهم الفوائد المتوقعة من تنفيذ استراتيجية البنية المؤسسية</vt:lpstr>
      <vt:lpstr>دور البنية المؤسسية في دعم المؤشرات الوطنية والتحول الرقمي</vt:lpstr>
      <vt:lpstr>دور البنية المؤسسية في دعم المؤشرات الوطنية والتحول الرقمي</vt:lpstr>
      <vt:lpstr>دور البنية المؤسسية في دعم المؤشرات الوطنية والتحول الرقمي</vt:lpstr>
      <vt:lpstr>دور البنية المؤسسية في دعم المؤشرات الوطنية والتحول الرقمي</vt:lpstr>
      <vt:lpstr>الأثر المتكامل للبنية المؤسسية</vt:lpstr>
      <vt:lpstr>المواءمة الاستراتيجية</vt:lpstr>
      <vt:lpstr>مواءمة أهداف البنية المؤسسية مع إستراتيجيات الهيئة</vt:lpstr>
      <vt:lpstr>المواءمة مع الأهداف الاستراتيجية لأعمال الهيئة</vt:lpstr>
      <vt:lpstr>المواءمة مع الأهداف الاستراتيجية للتحول الرقمي للهيئة</vt:lpstr>
      <vt:lpstr>المواءمة مع الأهداف الاستراتيجية للأمن السيبراني في الهيئة</vt:lpstr>
      <vt:lpstr>نطاق البنية المؤسسية على المستوى الاستراتيجي</vt:lpstr>
      <vt:lpstr>نطاق البنية المؤسسية على المستوى الاستراتيجي</vt:lpstr>
      <vt:lpstr>منهجية تنفيذ استراتيجية البنية المؤسسية</vt:lpstr>
      <vt:lpstr>المخطط الزمني التشغيلي والتطويري لممارسة البنية المؤسسية للفترة (2026 – 2028)</vt:lpstr>
      <vt:lpstr>PowerPoint Presentation</vt:lpstr>
      <vt:lpstr>التشغيل لممارسة البنية المؤسسية</vt:lpstr>
      <vt:lpstr>التشغيل لممارسة البنية المؤسسية</vt:lpstr>
      <vt:lpstr>التشغيل لممارسة البنية المؤسسية</vt:lpstr>
      <vt:lpstr>التشغيل لممارسة البنية المؤسسية</vt:lpstr>
      <vt:lpstr>التشغيل لممارسة البنية المؤسسية</vt:lpstr>
      <vt:lpstr>التشغيل لممارسة البنية المؤسسية</vt:lpstr>
      <vt:lpstr>التشغيل لممارسة البنية المؤسسية</vt:lpstr>
      <vt:lpstr>الوضع التنفيذي</vt:lpstr>
      <vt:lpstr>مؤشرات الأداء الاستراتيجية للبنية المؤسسية</vt:lpstr>
      <vt:lpstr>تحديد مؤشرات الأداء الاستراتيجية للبنية المؤسسية</vt:lpstr>
      <vt:lpstr>مؤشرات الأداء الاستراتيجية للبنية المؤسسية</vt:lpstr>
      <vt:lpstr>مؤشرات الأداء الاستراتيجية للبنية المؤسسية</vt:lpstr>
      <vt:lpstr>مؤشرات الأداء الاستراتيجية للبنية المؤسسية</vt:lpstr>
      <vt:lpstr>مؤشرات الأداء الاستراتيجية للبنية المؤسسية</vt:lpstr>
      <vt:lpstr>مؤشرات الأداء الاستراتيجية للبنية المؤسسية</vt:lpstr>
      <vt:lpstr>مؤشرات الأداء الاستراتيجية للبنية المؤسسية</vt:lpstr>
      <vt:lpstr>مؤشرات الأداء الاستراتيجية للبنية المؤسسية</vt:lpstr>
      <vt:lpstr>مؤشرات الأداء الاستراتيجية للبنية المؤسسية</vt:lpstr>
      <vt:lpstr>مؤشرات الأداء الاستراتيجية للبنية المؤسسية</vt:lpstr>
      <vt:lpstr>مؤشرات الأداء الاستراتيجية للبنية المؤسسية</vt:lpstr>
      <vt:lpstr>مؤشرات الأداء الاستراتيجية للبنية المؤسسية</vt:lpstr>
      <vt:lpstr>مؤشرات الأداء الاستراتيجية للبنية المؤسسية</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اجتماع إطلاق مشروع</dc:title>
  <dc:creator>mohamed ellamam</dc:creator>
  <cp:lastModifiedBy>Hani Adel Ibraheem Rehan</cp:lastModifiedBy>
  <cp:revision>1075</cp:revision>
  <dcterms:created xsi:type="dcterms:W3CDTF">2024-05-29T18:26:52Z</dcterms:created>
  <dcterms:modified xsi:type="dcterms:W3CDTF">2026-04-16T15:08:47Z</dcterms:modified>
</cp:coreProperties>
</file>